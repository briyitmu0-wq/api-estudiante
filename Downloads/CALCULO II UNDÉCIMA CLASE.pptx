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0" r:id="rId3"/>
    <p:sldId id="366" r:id="rId4"/>
    <p:sldId id="351" r:id="rId5"/>
    <p:sldId id="372" r:id="rId6"/>
    <p:sldId id="373" r:id="rId7"/>
    <p:sldId id="374" r:id="rId8"/>
    <p:sldId id="375" r:id="rId9"/>
    <p:sldId id="376" r:id="rId10"/>
    <p:sldId id="377" r:id="rId11"/>
    <p:sldId id="378" r:id="rId12"/>
    <p:sldId id="2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6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1:23.1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5569,'0'0'0,"0"0"-4113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1:26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1052 8530,'0'0'2663,"0"0"-1228,0 0-616,0 0 225,0 0 236,0 0 155,0-17-436,0-58 1467,-41 514-1139,41-438-1324,0 0 1,0 0-1,0 1 1,0-1-1,0 0 1,1 0-1,-1 0 1,0 1-1,1-1 1,-1 0-1,1 0 0,-1 0 1,1 0-1,-1 0 1,1 0-1,0 0 1,0 0-1,-1 0 1,1 0-1,0 0 0,0 0 1,0 0-1,0 0 1,0-1-1,0 1 1,0-1-1,0 1 1,0 0-1,0-1 1,1 0-1,-1 1 0,0-1 1,0 0-1,0 1 1,1-1-1,-1 0 1,0 0-1,0 0 1,1 0-1,-1 0 0,0-1 1,0 1-1,0 0 1,1 0-1,-1-1 1,0 1-1,0-1 1,0 1-1,0-1 0,0 1 1,0-1-1,0 0 1,0 0-1,0 1 1,0-1-1,0 0 1,0 0-1,0 0 1,0 0-1,-1 0 0,1 0 1,-1 0-1,1 0 1,0 0-1,-1 0 1,0-1-1,1 1 1,-1 0-1,0 0 0,1-1-3,53-44 231,-3-2-1,-1-2 0,-2-2 1,12-21-231,-3 6 116,530-648 108,-523 643-187,3 3 0,3 3 0,2 3 0,31-17-37,-96 76 420,-4 12-7004,-9 0 1974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18AEA-FE4C-4C7C-A1F9-96013D28F293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0C4F6-CE39-4257-82AF-664F67EFBCE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320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34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07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6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73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23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44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5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08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996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295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36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780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715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6962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34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10812-263F-41DA-BD6E-27B26346DDC6}" type="datetimeFigureOut">
              <a:rPr lang="es-CO" smtClean="0"/>
              <a:t>3/08/2024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550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2D895-051A-4147-9017-0D33B0CB0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9600" b="1" dirty="0"/>
              <a:t>CALCULO II</a:t>
            </a:r>
            <a:endParaRPr lang="es-CO" sz="96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BFEC8-6E07-4E2C-967C-EB57831CA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i="1" dirty="0"/>
              <a:t>ALCIRA MARTINEZ ALVAREZ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17276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32FCE-165C-443C-8988-3C93CE60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OBJETIVOS DE LA CLASE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381B8-73E9-44E0-92C9-2C6A3C07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664" y="1540189"/>
            <a:ext cx="8915400" cy="4158246"/>
          </a:xfrm>
        </p:spPr>
        <p:txBody>
          <a:bodyPr>
            <a:noAutofit/>
          </a:bodyPr>
          <a:lstStyle/>
          <a:p>
            <a:r>
              <a:rPr lang="es-ES" sz="3600" b="1" dirty="0"/>
              <a:t>Cálculo del volumen de sólidos de revolución utilizando los diferentes métodos.</a:t>
            </a:r>
            <a:endParaRPr lang="es-MX" sz="36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647FF0D-A8C9-4CA0-B518-6926648F4192}"/>
                  </a:ext>
                </a:extLst>
              </p14:cNvPr>
              <p14:cNvContentPartPr/>
              <p14:nvPr/>
            </p14:nvContentPartPr>
            <p14:xfrm>
              <a:off x="7554268" y="1816588"/>
              <a:ext cx="36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647FF0D-A8C9-4CA0-B518-6926648F41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8628" y="1744588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9069C2B-1E1D-45FC-98C9-D8B297B11BAA}"/>
                  </a:ext>
                </a:extLst>
              </p14:cNvPr>
              <p14:cNvContentPartPr/>
              <p14:nvPr/>
            </p14:nvContentPartPr>
            <p14:xfrm>
              <a:off x="7548508" y="1452988"/>
              <a:ext cx="486360" cy="5151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9069C2B-1E1D-45FC-98C9-D8B297B11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9508" y="1443988"/>
                <a:ext cx="504000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733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C79557-B433-49E0-A3D9-DFC70C33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91" y="156055"/>
            <a:ext cx="9857755" cy="69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0CFADF-1EC8-4E22-8929-5AEAA106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923" y="165529"/>
            <a:ext cx="3967088" cy="640233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6139827-A881-43F2-A6E6-60FDC876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29" y="306206"/>
            <a:ext cx="4148546" cy="52786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A9E5C6E-7074-483B-AF82-0E312ABE6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560" y="404680"/>
            <a:ext cx="4148546" cy="387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9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003B5D-9DAD-4A84-A56C-C08512C82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74" y="323556"/>
            <a:ext cx="10376990" cy="29401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DB9BA1-5E54-4697-9CF7-299CB009F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836" y="3594298"/>
            <a:ext cx="6014524" cy="23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87282" y="232224"/>
            <a:ext cx="8911687" cy="1280890"/>
          </a:xfrm>
        </p:spPr>
        <p:txBody>
          <a:bodyPr/>
          <a:lstStyle/>
          <a:p>
            <a:r>
              <a:rPr lang="es-CO" b="1" dirty="0"/>
              <a:t>MÉTODO DE LAS CAPAS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6" y="981693"/>
            <a:ext cx="7543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828" y="3572493"/>
            <a:ext cx="726757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9712037" y="1551709"/>
            <a:ext cx="22167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/>
              <a:t>Método de las capas porque usa capas cilíndricas</a:t>
            </a:r>
          </a:p>
        </p:txBody>
      </p:sp>
    </p:spTree>
    <p:extLst>
      <p:ext uri="{BB962C8B-B14F-4D97-AF65-F5344CB8AC3E}">
        <p14:creationId xmlns:p14="http://schemas.microsoft.com/office/powerpoint/2010/main" val="304320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75" y="167121"/>
            <a:ext cx="6925107" cy="638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344" y="2849274"/>
            <a:ext cx="4144531" cy="350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3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43" y="277091"/>
            <a:ext cx="8306704" cy="6007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102" y="3501177"/>
            <a:ext cx="3658898" cy="3318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8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556" y="208684"/>
            <a:ext cx="9235353" cy="193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11" y="2457450"/>
            <a:ext cx="11318908" cy="3832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033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4" y="402213"/>
            <a:ext cx="8579621" cy="627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751" y="2978482"/>
            <a:ext cx="3311388" cy="387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74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06" y="198292"/>
            <a:ext cx="8825399" cy="433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614" y="1815809"/>
            <a:ext cx="3908714" cy="448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792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32D3-973F-426A-A754-E10411B8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TRABAJO INDEPENDIENTE</a:t>
            </a:r>
            <a:br>
              <a:rPr lang="es-MX" b="1" dirty="0"/>
            </a:b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D8AA2-DA6B-4362-B199-B1C9CA47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86" y="1563757"/>
            <a:ext cx="8915400" cy="4412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 dirty="0"/>
              <a:t>Estudiar para el </a:t>
            </a:r>
            <a:r>
              <a:rPr lang="es-MX" sz="2800" b="1"/>
              <a:t>segundo parcial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35478925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275</TotalTime>
  <Words>41</Words>
  <Application>Microsoft Office PowerPoint</Application>
  <PresentationFormat>Panorámica</PresentationFormat>
  <Paragraphs>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Espiral</vt:lpstr>
      <vt:lpstr>CALCULO II</vt:lpstr>
      <vt:lpstr>OBJETIVOS DE LA CLASE</vt:lpstr>
      <vt:lpstr>Presentación de PowerPoint</vt:lpstr>
      <vt:lpstr>Presentación de PowerPoint</vt:lpstr>
      <vt:lpstr>Presentación de PowerPoint</vt:lpstr>
      <vt:lpstr>MÉTODO DE LAS CAPAS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TRABAJO INDEPENDIENTE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</dc:title>
  <dc:creator>ALCIRA MARTINEZ</dc:creator>
  <cp:lastModifiedBy>HP</cp:lastModifiedBy>
  <cp:revision>159</cp:revision>
  <dcterms:created xsi:type="dcterms:W3CDTF">2024-05-13T22:13:31Z</dcterms:created>
  <dcterms:modified xsi:type="dcterms:W3CDTF">2024-08-03T14:37:09Z</dcterms:modified>
</cp:coreProperties>
</file>