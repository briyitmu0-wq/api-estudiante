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7" autoAdjust="0"/>
    <p:restoredTop sz="94660"/>
  </p:normalViewPr>
  <p:slideViewPr>
    <p:cSldViewPr snapToGrid="0">
      <p:cViewPr varScale="1">
        <p:scale>
          <a:sx n="68" d="100"/>
          <a:sy n="68" d="100"/>
        </p:scale>
        <p:origin x="5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0A22A6-7A8E-5546-3C53-0FD892DBCB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66DA1C4-2784-F535-812F-FEF40D2997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9174347-A18A-C877-F943-78B6398B3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AE1FE-CAED-48AB-A816-E72B8F2DEBD1}" type="datetimeFigureOut">
              <a:rPr lang="es-CO" smtClean="0"/>
              <a:t>26/01/2023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50816B2-6079-BA2D-B8D2-3233C730C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2027788-79DB-4209-F579-FFBC7E7D5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76E18-F09D-4CA2-AC72-4851DACAE1F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3158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0EB5C6-FC82-2513-DC21-73B94FE49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88379C-DCBF-BDBA-60CB-F3546757F9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9ED903-A276-9CD5-08F4-52BEFC638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AE1FE-CAED-48AB-A816-E72B8F2DEBD1}" type="datetimeFigureOut">
              <a:rPr lang="es-CO" smtClean="0"/>
              <a:t>26/01/2023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CED526E-2291-E31F-5867-8D9BB4699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11628E0-424C-30CB-4CEF-E425AFD11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76E18-F09D-4CA2-AC72-4851DACAE1F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53038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3A8A71-2EE5-F7A1-418D-08DD76A61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80BE6E2-BAF4-E709-D58D-559BE33620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94C072D-B144-6AFF-FDEE-41394C795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AE1FE-CAED-48AB-A816-E72B8F2DEBD1}" type="datetimeFigureOut">
              <a:rPr lang="es-CO" smtClean="0"/>
              <a:t>26/01/2023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926569-4367-8767-C187-77EB1ED1D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79766A-88F5-518A-2903-1CE6507AE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76E18-F09D-4CA2-AC72-4851DACAE1F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35985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7F33A4-D880-055B-D051-06C5E72CB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D03E9-0A64-9F07-6C9F-78129584A2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E432286-B650-B0CC-6C73-5BE9D9578C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68487AC-797A-4691-2991-6BBB1A742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AE1FE-CAED-48AB-A816-E72B8F2DEBD1}" type="datetimeFigureOut">
              <a:rPr lang="es-CO" smtClean="0"/>
              <a:t>26/01/2023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4773C7C-DCF8-257A-E4FE-4CB07CFF6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3A5E25D-0782-A3A4-3D89-39B8AE768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76E18-F09D-4CA2-AC72-4851DACAE1F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4433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47CEDB-9219-3456-9F20-C3D0ED842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BFE28D8-0C34-1B7F-1CD3-B211509E28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8689774-0F5C-20CF-A1F1-7C3FD21FDB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8AF2059-7B5E-8F6C-514D-DED6CC76BF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CD4F29F-5298-0C75-E6CF-20E8D0F75C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414BF15-FE73-80D4-7D91-CB5D7F624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AE1FE-CAED-48AB-A816-E72B8F2DEBD1}" type="datetimeFigureOut">
              <a:rPr lang="es-CO" smtClean="0"/>
              <a:t>26/01/2023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F85FD22-456F-DA7C-949E-C26C2FDB6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98C9AB8-53FB-1286-BC18-F926BB80E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76E18-F09D-4CA2-AC72-4851DACAE1F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25913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FF7678-0805-5DF0-FBA5-E66F49CB1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4325C34-800F-98ED-D1CE-2612D70BD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AE1FE-CAED-48AB-A816-E72B8F2DEBD1}" type="datetimeFigureOut">
              <a:rPr lang="es-CO" smtClean="0"/>
              <a:t>26/01/2023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14FCF4D-B460-AE27-1FDE-D5823E35D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F7F7CB6-2FEF-1F91-C538-C620DF17C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76E18-F09D-4CA2-AC72-4851DACAE1F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18966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F5CD72E-E4C4-B75D-DB67-B9E9BC3FF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AE1FE-CAED-48AB-A816-E72B8F2DEBD1}" type="datetimeFigureOut">
              <a:rPr lang="es-CO" smtClean="0"/>
              <a:t>26/01/2023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4E98D49-DBA8-1AC8-E23C-A828BD0DE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D8D4856-78B5-0D6E-4460-E7691C764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76E18-F09D-4CA2-AC72-4851DACAE1F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41039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D03BD9-0AD6-CC09-D8F9-F4174DCD5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184545-4949-6D4E-671B-77588230F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723DB95-E91C-17B7-2BE4-658C7DF942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1B6EB0-FFC3-57ED-946D-605642753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AE1FE-CAED-48AB-A816-E72B8F2DEBD1}" type="datetimeFigureOut">
              <a:rPr lang="es-CO" smtClean="0"/>
              <a:t>26/01/2023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1BF85E3-9F86-AAE9-A752-2EC054788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F6F5A85-47DA-CC38-A49D-4D7B2BCF7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76E18-F09D-4CA2-AC72-4851DACAE1F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55710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7B46C6-45A0-2F30-757A-89F7088FB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CACDA6E-462E-0C36-FDD4-83414799F8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BA00DD4-2933-E73F-A5EF-341E46E517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0F6E6F0-58C9-0FC0-EFFF-344DA04B5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AE1FE-CAED-48AB-A816-E72B8F2DEBD1}" type="datetimeFigureOut">
              <a:rPr lang="es-CO" smtClean="0"/>
              <a:t>26/01/2023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0F1591D-95EC-8650-BCE9-EF4C293E9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D02FA21-5FB2-5192-3854-F00002E04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76E18-F09D-4CA2-AC72-4851DACAE1F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30826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198105-44F4-1AB5-58DC-E52AFB852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EC56BB3-3009-6124-78AC-784832ADD7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4D98EE5-13D3-A762-5BA5-859E09B42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AE1FE-CAED-48AB-A816-E72B8F2DEBD1}" type="datetimeFigureOut">
              <a:rPr lang="es-CO" smtClean="0"/>
              <a:t>26/01/2023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BF7B9D-99F0-71BA-D6D6-AC1806C49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EA43BBA-7410-528E-880F-AF4C2153B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76E18-F09D-4CA2-AC72-4851DACAE1F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57503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27D446D-B6FB-BA33-4064-1457AE271F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03724A5-3CFF-A655-C8EB-E182839738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6961D3C-B7E3-A574-9A81-1DDE2C431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AE1FE-CAED-48AB-A816-E72B8F2DEBD1}" type="datetimeFigureOut">
              <a:rPr lang="es-CO" smtClean="0"/>
              <a:t>26/01/2023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EB11D7-BD51-F1C9-5F35-57A9F76D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4020A6E-72AA-D68B-0E92-037EB8E3D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76E18-F09D-4CA2-AC72-4851DACAE1F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58690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5CE2085-A6A8-D8DE-A441-F72FCD2D1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C13EE7F-E34B-068C-2923-D5982E2922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5066C48-D6BD-D534-9D3E-B9668C536C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1AE1FE-CAED-48AB-A816-E72B8F2DEBD1}" type="datetimeFigureOut">
              <a:rPr lang="es-CO" smtClean="0"/>
              <a:t>26/01/2023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E4AE07F-44FD-4542-7AA1-10094E5363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BF9884C-761F-3548-057E-BDCC45640F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C76E18-F09D-4CA2-AC72-4851DACAE1F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54964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3FBB1E48-46FA-54F5-1A78-DF61F8C2E235}"/>
              </a:ext>
            </a:extLst>
          </p:cNvPr>
          <p:cNvSpPr txBox="1"/>
          <p:nvPr/>
        </p:nvSpPr>
        <p:spPr>
          <a:xfrm>
            <a:off x="436097" y="5331655"/>
            <a:ext cx="4318780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>
                <a:latin typeface="Helvetica" panose="020B0604020202020204" pitchFamily="34" charset="0"/>
                <a:cs typeface="Helvetica" panose="020B0604020202020204" pitchFamily="34" charset="0"/>
              </a:rPr>
              <a:t>PERFIL DEL DOCENTE</a:t>
            </a:r>
            <a:endParaRPr lang="es-CO" sz="36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4A3E117-A43F-AF51-2F47-606724371FC0}"/>
              </a:ext>
            </a:extLst>
          </p:cNvPr>
          <p:cNvSpPr txBox="1"/>
          <p:nvPr/>
        </p:nvSpPr>
        <p:spPr>
          <a:xfrm>
            <a:off x="481818" y="328475"/>
            <a:ext cx="4318780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>
                <a:latin typeface="Helvetica" panose="020B0604020202020204" pitchFamily="34" charset="0"/>
                <a:cs typeface="Helvetica" panose="020B0604020202020204" pitchFamily="34" charset="0"/>
              </a:rPr>
              <a:t>Su foto </a:t>
            </a:r>
            <a:endParaRPr lang="es-CO" sz="36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9" name="Gráfico 8" descr="Usuario con relleno sólido">
            <a:extLst>
              <a:ext uri="{FF2B5EF4-FFF2-40B4-BE49-F238E27FC236}">
                <a16:creationId xmlns:a16="http://schemas.microsoft.com/office/drawing/2014/main" id="{207FB1B3-DF3E-0FD9-0EF7-0C794270EA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1818" y="649181"/>
            <a:ext cx="4227339" cy="4227339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D24D4038-8879-C371-A968-A62FA3825815}"/>
              </a:ext>
            </a:extLst>
          </p:cNvPr>
          <p:cNvSpPr txBox="1"/>
          <p:nvPr/>
        </p:nvSpPr>
        <p:spPr>
          <a:xfrm>
            <a:off x="6637605" y="328475"/>
            <a:ext cx="4318780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>
                <a:latin typeface="Helvetica" panose="020B0604020202020204" pitchFamily="34" charset="0"/>
                <a:cs typeface="Helvetica" panose="020B0604020202020204" pitchFamily="34" charset="0"/>
              </a:rPr>
              <a:t>NOMBRE COMPLETO</a:t>
            </a:r>
            <a:endParaRPr lang="es-CO" sz="36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AA75F1D-143A-88B1-8CA0-906CC420F017}"/>
              </a:ext>
            </a:extLst>
          </p:cNvPr>
          <p:cNvSpPr txBox="1"/>
          <p:nvPr/>
        </p:nvSpPr>
        <p:spPr>
          <a:xfrm>
            <a:off x="6637605" y="1746967"/>
            <a:ext cx="431878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2400" dirty="0">
                <a:solidFill>
                  <a:srgbClr val="FFC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FORMACIÓN</a:t>
            </a:r>
            <a:endParaRPr lang="es-CO" sz="2400" dirty="0">
              <a:solidFill>
                <a:srgbClr val="FFC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46EB340-2E5C-48EC-0136-CA4FCA47B708}"/>
              </a:ext>
            </a:extLst>
          </p:cNvPr>
          <p:cNvSpPr txBox="1"/>
          <p:nvPr/>
        </p:nvSpPr>
        <p:spPr>
          <a:xfrm>
            <a:off x="6593637" y="3525973"/>
            <a:ext cx="555439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Experiencia profesional</a:t>
            </a:r>
            <a:endParaRPr lang="es-CO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A7D8659-A155-84DF-2875-CBFF06CFC27D}"/>
              </a:ext>
            </a:extLst>
          </p:cNvPr>
          <p:cNvSpPr txBox="1"/>
          <p:nvPr/>
        </p:nvSpPr>
        <p:spPr>
          <a:xfrm>
            <a:off x="6593053" y="4319006"/>
            <a:ext cx="554149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Experiencia docente</a:t>
            </a:r>
            <a:endParaRPr lang="es-CO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B106F6A-23DE-4D3B-D9CC-0FCF5B1E4FC7}"/>
              </a:ext>
            </a:extLst>
          </p:cNvPr>
          <p:cNvSpPr txBox="1"/>
          <p:nvPr/>
        </p:nvSpPr>
        <p:spPr>
          <a:xfrm>
            <a:off x="6550851" y="5063645"/>
            <a:ext cx="563996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Contacto 1</a:t>
            </a:r>
            <a:endParaRPr lang="es-CO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AA0E4FF-D517-CBDE-859A-F0A2F0A3ED79}"/>
              </a:ext>
            </a:extLst>
          </p:cNvPr>
          <p:cNvSpPr txBox="1"/>
          <p:nvPr/>
        </p:nvSpPr>
        <p:spPr>
          <a:xfrm>
            <a:off x="6550851" y="5822855"/>
            <a:ext cx="563996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Contacto 2</a:t>
            </a:r>
            <a:endParaRPr lang="es-CO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716354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16</Words>
  <Application>Microsoft Office PowerPoint</Application>
  <PresentationFormat>Panorámica</PresentationFormat>
  <Paragraphs>8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Helvetica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LAUREN CAMILA CALDERON DURAN</dc:creator>
  <cp:lastModifiedBy>LAUREN CAMILA CALDERON DURAN</cp:lastModifiedBy>
  <cp:revision>1</cp:revision>
  <dcterms:created xsi:type="dcterms:W3CDTF">2023-01-26T21:46:24Z</dcterms:created>
  <dcterms:modified xsi:type="dcterms:W3CDTF">2023-01-26T21:51:53Z</dcterms:modified>
</cp:coreProperties>
</file>