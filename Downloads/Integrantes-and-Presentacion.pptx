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DM Sans SemiBold"/>
      <p:regular r:id="rId201314"/>
    </p:embeddedFont>
    <p:embeddedFont>
      <p:font typeface="Inter Medium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9499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Integrantes &amp; Presentación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54859"/>
            <a:ext cx="629686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Brendy Muñoz · Joisen Escorcia · Jorge Ortiz · Yuliana Miranda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Resumen visual: dos sectores económicos emergentes del siglo XXI, los cuatro factores de producción y la entidad empresarial como motor económico.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508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Sector digital y tecnológico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05311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805311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Modelo de plataforma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509268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Conecta consumidores, trabajadores y empresas vía apps y webs (ej.: Uber, Airbnb, Rappi).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805311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805311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Nuevas formas de ingreso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509268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Permite ofrecer servicios sin crear una empresa tradicional; facilita acceso a clientes y reduce barreras.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805311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805311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Escala y evidencia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213993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OIT (2021) reporta que las plataformas de trabajo se multiplicaron por cinco en la década previa al informe.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9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Sector fintech y economía tokenizada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1254"/>
            <a:ext cx="5203794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Las criptomonedas (Bitcoin, 2009) usan criptografía y redes distribuidas para transacciones sin autoridad central. Abrieron vías para pagos digitales, transferencias y nuevos productos financieros (intercambios, custodia, blockchain).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mercado creció rápido pero con alta volatilidad: el FMI (2022) registra ~3 billones USD en capitalización en 2021, cayendo a ~1 billón a mediados de 2022.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391569"/>
            <a:ext cx="5203794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7119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Los 4 factores de producción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21706"/>
            <a:ext cx="1972915" cy="2298799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410718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Trabajo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819400"/>
            <a:ext cx="159490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Esfuerzo físico e intelectual humano en la producción.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823397" y="2221706"/>
            <a:ext cx="1972915" cy="2298799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3012404" y="2410718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Capital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012404" y="2819400"/>
            <a:ext cx="159490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Bienes duraderos: maquinaria, herramientas e infraestructura.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985320" y="2221706"/>
            <a:ext cx="1972915" cy="2298799"/>
          </a:xfrm>
          <a:prstGeom prst="roundRect">
            <a:avLst>
              <a:gd name="adj" fmla="val 143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5174327" y="2410718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Tierra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74327" y="2819400"/>
            <a:ext cx="159490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Recursos naturales: suelo, agua, minerales y energía.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4709517"/>
            <a:ext cx="6296760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50482" y="4898529"/>
            <a:ext cx="59187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Capacidad empresarial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482" y="5307211"/>
            <a:ext cx="59187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Conocimientos y organización que coordinan los demás factores para crear bienes y servicios.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01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Entidad empresarial: definición y funciones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12641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675334"/>
            <a:ext cx="6336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entidad empresarial es la fuerza activa que organiza tierra, trabajo y capital para transformar recursos en valor. Puede ser un emprendedor, una empresa o un equipo directivo.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3752652"/>
            <a:ext cx="6336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Combinación y coordinación de factores para eficiencia.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Asunción del riesgo financiero y operativo.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Innovación: productos, procesos y adaptación tecnológica.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Dirección y toma de decisiones estratégicas.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8625"/>
            <a:ext cx="6296860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Clasificación y conclusión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21370"/>
            <a:ext cx="339617" cy="3396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583035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Privadas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61475" y="1853902"/>
            <a:ext cx="629686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Orientadas a la rentabilidad para socios o accionistas.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235895"/>
            <a:ext cx="339617" cy="3396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2697559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Públicas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61475" y="2968427"/>
            <a:ext cx="629686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Administradas por el Estado para servicios y regulación de sectores estratégicos.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50419"/>
            <a:ext cx="339617" cy="3396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3812084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Mixtas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61475" y="4082951"/>
            <a:ext cx="629686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Combinan capital público y privado en gestión e inversión.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464943"/>
            <a:ext cx="339617" cy="33962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4926608"/>
            <a:ext cx="6296860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Sociales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61475" y="5197475"/>
            <a:ext cx="6296860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Cooperativas o fundaciones enfocadas en impacto comunitario o ambiental, no solo beneficio económico.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661475" y="5680770"/>
            <a:ext cx="6296860" cy="626765"/>
          </a:xfrm>
          <a:prstGeom prst="roundRect">
            <a:avLst>
              <a:gd name="adj" fmla="val 3251"/>
            </a:avLst>
          </a:prstGeom>
          <a:solidFill>
            <a:srgbClr val="D4F7EC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302" y="5820470"/>
            <a:ext cx="169759" cy="13583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02888" y="5816432"/>
            <a:ext cx="5719619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entidad empresarial impulsa competitividad, empleo y desarrollo sostenible en el siglo XXI.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2026-10-19T23:15:30Z</dcterms:created>
  <dcterms:modified xsi:type="dcterms:W3CDTF">2026-10-19T23:15:30Z</dcterms:modified>
</cp:coreProperties>
</file>