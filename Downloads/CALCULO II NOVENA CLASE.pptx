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0" r:id="rId3"/>
    <p:sldId id="366" r:id="rId4"/>
    <p:sldId id="351" r:id="rId5"/>
    <p:sldId id="372" r:id="rId6"/>
    <p:sldId id="373" r:id="rId7"/>
    <p:sldId id="374" r:id="rId8"/>
    <p:sldId id="375" r:id="rId9"/>
    <p:sldId id="382" r:id="rId10"/>
    <p:sldId id="378" r:id="rId11"/>
    <p:sldId id="381" r:id="rId12"/>
    <p:sldId id="393" r:id="rId13"/>
    <p:sldId id="376" r:id="rId14"/>
    <p:sldId id="379" r:id="rId15"/>
    <p:sldId id="380" r:id="rId16"/>
    <p:sldId id="383" r:id="rId17"/>
    <p:sldId id="384" r:id="rId18"/>
    <p:sldId id="385" r:id="rId19"/>
    <p:sldId id="377" r:id="rId20"/>
    <p:sldId id="386" r:id="rId21"/>
    <p:sldId id="387" r:id="rId22"/>
    <p:sldId id="388" r:id="rId23"/>
    <p:sldId id="394" r:id="rId24"/>
    <p:sldId id="389" r:id="rId25"/>
    <p:sldId id="395" r:id="rId26"/>
    <p:sldId id="390" r:id="rId27"/>
    <p:sldId id="396" r:id="rId28"/>
    <p:sldId id="391" r:id="rId29"/>
    <p:sldId id="392" r:id="rId30"/>
    <p:sldId id="281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44" autoAdjust="0"/>
    <p:restoredTop sz="94660"/>
  </p:normalViewPr>
  <p:slideViewPr>
    <p:cSldViewPr snapToGrid="0">
      <p:cViewPr varScale="1">
        <p:scale>
          <a:sx n="68" d="100"/>
          <a:sy n="68" d="100"/>
        </p:scale>
        <p:origin x="11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1:23.18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5569,'0'0'0,"0"0"-4113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1:26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1052 8530,'0'0'2663,"0"0"-1228,0 0-616,0 0 225,0 0 236,0 0 155,0-17-436,0-58 1467,-41 514-1139,41-438-1324,0 0 1,0 0-1,0 1 1,0-1-1,0 0 1,1 0-1,-1 0 1,0 1-1,1-1 1,-1 0-1,1 0 0,-1 0 1,1 0-1,-1 0 1,1 0-1,0 0 1,0 0-1,-1 0 1,1 0-1,0 0 0,0 0 1,0 0-1,0 0 1,0-1-1,0 1 1,0-1-1,0 1 1,0 0-1,0-1 1,1 0-1,-1 1 0,0-1 1,0 0-1,0 1 1,1-1-1,-1 0 1,0 0-1,0 0 1,1 0-1,-1 0 0,0-1 1,0 1-1,0 0 1,1 0-1,-1-1 1,0 1-1,0-1 1,0 1-1,0-1 0,0 1 1,0-1-1,0 0 1,0 0-1,0 1 1,0-1-1,0 0 1,0 0-1,0 0 1,0 0-1,-1 0 0,1 0 1,-1 0-1,1 0 1,0 0-1,-1 0 1,0-1-1,1 1 1,-1 0-1,0 0 0,1-1-3,53-44 231,-3-2-1,-1-2 0,-2-2 1,12-21-231,-3 6 116,530-648 108,-523 643-187,3 3 0,3 3 0,2 3 0,31-17-37,-96 76 420,-4 12-7004,-9 0 1974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1:15.41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267 210 6889,'0'0'561,"0"0"85,0 0 1204,-3 23-564,-19 173 1098,24-193-2275,0 0-1,1-1 1,-1 0-1,1 1 1,-1-1-1,1 0 1,0 0-1,0 0 1,0-1-1,0 1 1,0-1 0,0 0-1,1 0 1,-1 0-1,0 0 1,0 0-1,1-1 1,-1 1-1,1-1 1,-1 0-1,1 0 1,-1 0-1,0 0 1,1-1-1,-1 0 1,0 1-1,1-1 1,-1-1-1,3 0-108,-6 2 1,19-6 59,-1 0 0,0-1 0,0-1 0,-1-1 0,0 0 0,-1-1 0,1-1 0,-2-1 0,0 0 0,0-1 0,-1 0 0,-1-1 0,0-1 0,1-3-60,-9 13-57,0 1 0,-1-1 0,1-1 0,-1 1 0,0-1 0,-1 1 0,0-1-1,1 0 1,-2 0 0,1-1 0,-1 1 0,0-1 0,0 1 0,-1-1 0,1 1 0,-2-1 0,1 0 0,-1 0 0,0 1 0,0-1 0,-1 0 0,0 0 0,0 1 0,0-1 0,-1 0 0,0 1 0,0 0 0,-1-1 0,0 1 0,-3-5 57,-9 2 48,-1-1 0,0 2 0,0 0 0,0 1 0,-1 1 0,0 1 0,-1 0 0,1 1 0,-1 0 0,0 2 0,0 0 0,0 1 0,0 1 0,0 1 0,1 0 0,-12 3-48,12 1 150,1 0 0,0 0 0,0 2-1,0 0 1,1 0 0,0 2 0,0 0 0,1 0 0,1 1 0,-1 1 0,2 1 0,-1-1 0,2 2-1,0 0 1,0 0 0,1 1 0,1 0 0,0 1 0,1 0 0,0 1 0,2-1 0,0 1 0,0 0-1,2 1 1,0 0 0,0-1 0,2 1 0,0 0 0,1 0 0,1 0 0,1 0 0,0 0 0,1 0-1,1 0 1,2 8-150,-3-18 27,0 0-1,1-1 0,-1 1 0,1-1 0,1 0 1,-1 0-1,1 0 0,0 0 0,0 0 1,1-1-1,0 0 0,0 0 0,0 0 1,0-1-1,1 1 0,0-1 0,0-1 0,0 1 1,0-1-1,1 0 0,-1 0 0,1-1 1,0 0-1,-1 0 0,1 0 0,0-1 1,0 0-1,0-1 0,4 0-26,5 1 60,0-2 0,0 0 0,1-1 0,-2 0 0,1-1 0,0-1 1,0-1-1,-1 0 0,0-1 0,0 0 0,-1-2 0,7-3-60,0 0-17,0 0-1,-1-2 1,0 0-1,-1-1 1,0-1-1,-2-1 1,0 0-1,0-1 1,-2-1-1,0-1 1,-1 0-1,-1-1 1,-1 0-1,0-1 1,-2 0 0,-1-1-1,0 0 1,-2 0-1,0-1 1,-1 0-1,0-11 18,-7 28-57,1-1 1,-1 1-1,0 0 0,-1 0 0,0-1 0,0 1 0,0 0 0,-1 0 1,1 1-1,-2-1 0,1 1 0,0-1 0,-1 1 0,0 0 0,0 0 1,-1 1-1,1-1 0,-1 1 0,0 0 0,0 0 0,-1 1 1,1-1-1,-1 1 0,1 0 0,-1 1 0,0-1 0,0 1 0,-2 0 57,-183-26-72,178 28 110,1 0 0,-1 0 1,0 1-1,1 1 0,-1 0 0,1 0 1,0 2-1,0-1 0,0 2 1,0-1-1,1 1 0,0 1 0,0 0 1,0 1-1,1 0 0,0 1 0,0 0 1,0 0-1,1 1 0,1 0 0,0 1 1,0 0-1,1 0 0,0 1 1,0 0-1,2 0 0,-1 0 0,1 1 1,1 0-1,0 0 0,1 0 0,0 0 1,0 0-1,2 1 0,0 0 0,0-1 1,1 1-1,0-1 0,2 5-38,0-11 14,0 0 0,1 0 0,0 0 0,0 0 0,1 0 0,-1 0 0,1-1 0,0 0 0,1 0 1,0 0-1,-1 0 0,1-1 0,1 0 0,-1 0 0,1 0 0,-1 0 0,1-1 0,0 0 0,0-1 0,1 1 0,-1-1 0,0 0 0,1-1 0,-1 1 0,1-1 0,0 0 0,5-1-14,5 2 38,0-1 0,0 0 0,0-2-1,0 0 1,0 0 0,0-2 0,0 0 0,0-1 0,-1-1 0,9-4-38,-18 8-112,1-1 1,-1-1-1,0 0 1,0 0-1,0 0 1,0-1-1,0 0 1,-1 0-1,0 0 1,1-1-1,-2 0 1,1-1 0,-1 1-1,1-1 1,-2 0-1,1 0 1,-1-1-1,0 1 1,0-1-1,0 0 1,-1 0-1,0 0 1,-1 0-1,1-1 1,-2 1-1,1-1 1,-1 0-1,0 1 1,0-1-1,-1 0 1,0 1-1,-1-1 1,1 0-1,-2 0 1,1 1 0,-1-1-1,0 1 1,0 0-1,-2-2 112,1 3 10,-1 0-1,-1 0 1,0 0 0,1 0-1,-2 1 1,1 0-1,0 0 1,-1 0 0,0 1-1,0 0 1,-1 0-1,1 1 1,-1-1 0,0 1-1,0 1 1,0-1-1,0 1 1,0 0 0,0 1-1,-1 0 1,1 0 0,0 1-1,-1-1 1,1 2-1,-1-1 1,1 1 0,0 0-1,0 1 1,-1-1-1,1 1 1,0 1 0,0-1-1,1 1 1,-1 1-1,0-1 1,1 1 0,0 0-1,0 1 1,-2 1-10,-7 14-243,1 0 1,1 1 0,0 0-1,2 1 1,0 0 0,2 1-1,1 0 1,0 1-1,-3 21 243,2-15-1374,-13 55-7335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1:17.13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195 1 5601,'0'0'1710,"0"0"950,0 0-462,0 0-668,0 0-601,0 0-588,-13 17 145,-3 0-289,9-10-117,1-1 1,0 1-1,1 0 0,-1 0 1,1 1-1,1 0 1,0 0-1,0 0 0,0 0 1,1 1-1,0-1 1,1 1-1,-1 4-80,-6 25 261,1-1 1,3 2-1,1-1 0,1 0 1,3 1-1,1 0 1,2 2-262,-2-36 41,0-1 0,0 0 1,1 0-1,-1 0 0,1 0 1,0 0-1,0-1 0,0 1 1,1 0-1,-1-1 0,1 0 1,0 0-1,0 1 1,0-2-1,1 1 0,-1 0 1,1-1-1,-1 1 0,1-1 1,0 0-1,0 0 0,0-1 1,0 1-1,0-1 0,0 0 1,0 0-1,0 0 0,1-1 1,-1 1-1,0-1 0,1 0 1,-1 0-1,0 0 0,1-1-41,5 1 89,1-1 0,0 0 0,-1-1 0,1 0 0,-1-1 0,1 0 0,-1 0 0,0-1 0,0 0 0,-1-1 0,1 0 0,-1-1-1,3-2-87,0-3 21,-1 0 0,0-1 0,-1 0 1,0-1-1,-1 0 0,0 0 1,-1-1-1,0 0 0,-2-1 0,1 1 1,-2-1-1,0 0 0,-1-1 1,0 1-1,-1-1 0,-1 0 0,-1 0 1,0 0-1,-1 0 0,0 0 1,-3-14-23,0 21-12,-1 0 1,0 1 0,0 0 0,-1 0 0,0 0 0,0 0-1,-1 1 1,1 0 0,-2 0 0,1 0 0,-1 1 0,0 0-1,0 0 1,-1 1 0,0 0 0,0 0 0,0 1-1,0 0 1,-1 0 0,0 1 0,1 0 0,-1 1 0,0 0-1,0 0 1,-1 1 0,1 0 0,0 0 0,0 1 0,-1 1-1,1 0 1,0 0 0,0 0 0,0 1 0,0 1 0,0-1-1,0 1 1,1 1 0,-1 0 0,1 0 0,0 1-1,0 0 1,0 0 0,1 0 0,0 1 0,-6 7 11,0 3 72,2 1 1,0 0-1,0 0 1,2 1-1,0 1 1,1 0-1,1 0 1,1 0-1,1 1 1,0 0 0,2 0-1,0 0 1,1 0-1,1 1 1,1 10-73,0-22 10,0 1 1,1-1 0,0 1-1,0-1 1,1 1 0,0-1 0,1 0-1,0 0 1,0 0 0,1 0 0,0-1-1,1 1 1,-1-1 0,2 0-1,-1 0 1,1-1 0,0 0 0,1 0-1,0 0 1,0-1 0,0 0 0,1 0-1,0-1 1,0 0 0,0 0-1,1-1 1,0 0 0,-1 0 0,1-1-1,1 0 1,-1-1 0,0 0 0,6 0-12,0-1 10,0-1 0,0-1 0,0 0 0,0-1-1,-1 0 1,1-1 0,0-1 0,-1-1-1,0 0 1,0 0 0,0-2 0,-1 0-1,0 0 1,0-1 0,-1 0 0,0-2-1,0 1 1,-1-1 0,-1-1 0,1 0 0,-2 0-1,0-1 1,0 0 0,-1-1 0,0 0-1,-1 0 1,-1-1 0,3-8-9,-6 16-6,0 0 0,0 0-1,0 0 1,-1 0 0,0-1 0,-1 1 0,1-1 0,-1 1 0,-1-1 0,1 0 0,-1 1-1,0-1 1,0 0 0,-1 1 0,0-1 0,0 0 0,-1 1 0,0 0 0,0-1-1,0 1 1,-1 0 0,0 0 0,0 0 0,0 0 0,-1 1 0,0-1 0,0 1-1,-1 0 1,1 0 0,-1 0 0,0 1 0,0 0 0,-1 0 0,1 0 0,-1 1 0,0-1-1,0 1 1,0 1 0,-1-1 6,-4-3 7,0 2 0,0-1 1,-1 1-1,1 1 0,-1 0 0,0 1 0,0 0 0,0 1 1,1 0-1,-1 1 0,0 0 0,0 1 0,0 0 0,0 1 1,0 1-1,0-1 0,1 2 0,0 0 0,-1 0 0,1 1 1,1 0-1,-1 1 0,1 0 0,0 1 0,0 0 1,1 1-1,0-1 0,0 2 0,1-1 0,0 1 0,1 1 1,0 0-1,0 0 0,1 0 0,0 0 0,1 1 0,0 0 1,1 0-1,0 1 0,0-1-7,4-2-178,0-1 0,1 1-1,0-1 1,0 0 0,0 1 0,1-1 0,1 0 0,-1 0-1,1 0 1,1 0 0,-1-1 0,1 1 0,1-1-1,-1 0 1,1 0 0,0-1 0,1 1 0,0-1 0,0 0-1,3 2 179,35 26-5646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1:26.50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186 159 4033,'0'0'2455,"0"0"-1561,0 0-141,0 0 1047,0 0-694,-15-2-586,1 0-256,-54-7-85,20 11 2930,35 41-2632,5 207 1219,8-241-1667,1-1 0,0 1-1,1-1 1,0 1 0,0-1-1,1 0 1,0 1-1,0-1 1,1-1 0,0 1-1,0 0 1,1-1 0,0 0-1,0 0 1,1 0 0,0-1-1,0 0 1,0 0-1,1-1 1,0 1 0,0-1-1,1-1 1,-1 0 0,1 0-1,0 0 1,0-1-1,0 0 1,0 0 0,1-1-1,-1 0 1,1-1 0,0 0-1,-1 0 1,2-1-29,6 2-7,0-1 0,0-1 0,0-1 0,0 0 0,-1-1 0,1-1 0,0 0 0,-1-1 0,0-1 0,0 0-1,0-1 1,0-1 0,-1 0 0,0-1 0,-1 0 0,0-1 0,0-1 0,10-9 7,-19 11-20,0 1 1,-1-1-1,0 0 0,0 0 0,-1 0 1,0 0-1,0 0 0,-1-1 0,0 1 1,-1-1-1,1 1 0,-2 0 1,1-1-1,-1 1 0,0-1 0,-1 1 1,0 0-1,0 0 0,-1 0 0,0 0 1,-1 0-1,1 1 0,-1-1 0,-1 1 1,0 0-1,0 0 0,0 1 0,0 0 1,-1-1-1,0 2 0,-6-5 20,-182-152 377,189 159-373,-1 0 0,0 1-1,1 0 1,-1 0-1,0 0 1,0 0-1,0 1 1,0 0-1,0 0 1,-1 1 0,1 0-1,0 0 1,0 0-1,0 1 1,0 0-1,0 0 1,0 0-1,0 1 1,0 0-1,0 0 1,0 1 0,1-1-1,-1 1 1,1 0-1,0 1 1,0-1-1,0 1 1,0 0-1,1 1 1,-1-1-4,-4 5 8,1 1 0,0-1 1,0 1-1,1 0 0,0 1 0,1 0 0,0 0 1,1 0-1,0 1 0,1 0 0,0 0 0,1 0 1,0 0-1,0 6-8,1-7 14,1 1-1,0-1 1,1 1 0,0-1 0,1 1 0,1-1 0,-1 0-1,2 1 1,-1-1 0,2 0 0,-1 0 0,2-1-1,-1 1 1,1-1 0,1 0 0,0 0 0,1 0 0,-1-1-1,2 0 1,-1-1 0,1 1 0,1-1 0,-1-1-1,1 0 1,4 3-14,5 1 0,1 0 0,0-1-1,1 0 1,-1-2 0,2-1-1,-1 0 1,1-1-1,0-1 1,0-2 0,1 0-1,-1-1 1,1-1 0,-1 0-1,1-2 1,5-2 0,-20 3-18,0 0 1,-1-1 0,1 0-1,0-1 1,0 1-1,-1-1 1,1-1-1,-1 1 1,0-1-1,1 0 1,-1-1 0,-1 1-1,1-1 1,0 0-1,-1-1 1,0 1-1,0-1 1,0 0-1,-1-1 1,0 1 0,0-1-1,0 1 1,0-1-1,-1 0 1,0-1-1,-1 1 1,1-1-1,-1 1 1,0-1-1,-1 1 1,1-1 0,-1 0-1,-1 0 1,1 0-1,-1 0 1,-1-4 17,3-36-2,-2 0 1,-2 0-1,-2 1 1,-2-1-1,-5-11 2,9 47 10,0 1-1,-1 0 0,0 0 0,-1 0 1,0 0-1,0 0 0,-1 1 0,0 0 1,-1 0-1,0 0 0,-1 1 1,1 0-1,-2 0 0,1 0 0,-1 1 1,0 0-1,-1 1 0,1 0 0,-1 0 1,0 1-1,-1 0 0,1 0 0,-1 1 1,0 1-1,0 0 0,-4-1-9,-3 1 49,0 2-1,1-1 1,-1 2-1,0 0 1,0 1-1,1 1 1,-1 1 0,1 0-1,-1 1 1,1 1-1,0 0 1,1 1-1,-15 8-48,22-10 0,0 0-1,0 1 1,1 0 0,-1 0-1,1 0 1,1 1-1,-1 1 1,1-1-1,0 1 1,0 0 0,0 0-1,1 1 1,1-1-1,-1 1 1,1 0 0,0 1-1,1-1 1,0 1-1,0-1 1,1 1-1,0 0 1,1 0 0,0 0-1,0 0 1,1 0-1,0 6 1,35 102-2241,-2-71-1752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1:30.66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347 71 7538,'0'0'362,"0"0"238,0 0 1393,0 0-645,0 0-704,0 0-78,-6-7 274,1 1-650,0 1 0,1 0 0,-2 0 0,1 0 1,0 1-1,-1 0 0,0 0 0,0 0 0,0 1 0,-1-1 0,1 2 0,-1-1 0,1 1 0,-1 0 1,0 0-1,0 1 0,0 0 0,0 0 0,0 0 0,-2 1-190,2 1 3,0 0 0,0 1-1,0 0 1,0 0 0,0 1-1,0-1 1,0 1 0,1 1 0,-1-1-1,1 1 1,0 0 0,0 1-1,1-1 1,-1 1 0,1 1-1,0-1 1,0 0 0,1 1 0,0 0-1,0 0 1,0 1 0,0-1-1,0 4-2,-57 167 41,58-168-43,1 0 1,0 1 0,0 0-1,1 0 1,0-1-1,1 1 1,0 0-1,0 0 1,1 0 0,1-1-1,0 1 1,0-1-1,0 1 1,1-1-1,1 0 1,0 0 0,0 0-1,1 0 1,0-1-1,0 1 1,1-1-1,0-1 1,0 1 0,1-1-1,0 0 1,0-1-1,1 1 1,0-1-1,4 2 2,9 2-10,0-1-1,1-1 1,0 0-1,0-2 1,1-1-1,-1-1 1,1 0-1,0-2 0,0-1 1,0 0-1,0-2 1,18-3 10,-35 1 4,-1-1 1,1 0 0,-1 0 0,0-1-1,0 1 1,-1-1 0,1 0-1,-1 0 1,0 0 0,0-1-1,-1 0 1,0 0 0,0 0-1,0 0 1,-1 0 0,1 0-1,-2-1 1,1 1 0,-1-1 0,0 1-1,0-1 1,0 1 0,-1-1-1,0 0 1,-1 1 0,0-1-1,0 0 1,0 1 0,0-1-1,-1 1 1,0 0-5,1-25 29,0 17-14,-1 1-1,0 0 0,-1 0 0,-1-1 0,0 2 0,0-1 1,-1 0-1,-1 1 0,0 0 0,-1 0 0,0 1 0,-1 0 0,0 0 1,-1 1-1,0 0 0,0 0 0,-1 1 0,0 0 0,-1 1 1,0 0-1,0 1 0,-1 0 0,0 1 0,0 0 0,-1 1 0,1 0 1,-1 1-1,0 1 0,0 0 0,-1 0 0,1 1 0,0 1 0,-1 1 1,1-1-1,-1 2 0,-7 1-14,17-1 2,-1 0 1,0 0-1,1 0 0,-1 1 1,1-1-1,0 1 0,0 0 1,-1 0-1,1 1 1,1-1-1,-1 1 0,0 0 1,1 0-1,-1 0 0,1 1 1,0-1-1,0 1 1,0 0-1,1 0 0,-1 0 1,1 0-1,0 0 0,0 0 1,0 1-1,1-1 1,-1 1-1,1-1 0,0 5-2,-13 134 13,14-130-22,2-1 0,-1 0 0,1 0 0,1 0 1,0 0-1,1 0 0,0-1 0,0 1 1,2-1-1,-1 0 0,1 0 0,1-1 0,0 0 1,0 0-1,1-1 0,1 0 0,-1 0 0,1-1 1,1 0-1,-1 0 0,2-1 0,-1 0 1,1-1-1,-1 0 0,2-1 0,-1 0 0,0-1 1,1-1-1,0 1 0,0-2 0,0 1 0,0-2 1,1 0-1,3 0 9,-9 1-1,0 0-1,1-1 1,-1 0 0,0 0 0,1-1 0,-1 0 0,0 0-1,1-1 1,-1 0 0,0 0 0,0 0 0,0-1-1,0 0 1,0-1 0,0 0 0,0 0 0,-1 0-1,1-1 1,-1 1 0,0-2 0,0 1 0,-1-1-1,1 0 1,-1 0 0,0 0 0,0-1 0,-1 1-1,1-1 1,-1-1 0,-1 1 0,1 0 0,-1-1-1,0 0 1,-1 0 0,1 0 0,-1 0 0,-1 0 0,1-2 1,-2-3-2,0-1 1,0 1 0,-2-1 0,1 1-1,-1-1 1,-1 1 0,-1 0 0,1 0 0,-2 0-1,0 1 1,0-1 0,-1 1 0,0 0 0,-1 1-1,0 0 1,-1 0 0,0 0 0,0 1 0,-1 0-1,-1 1 1,-5-5 1,4 3-5,0 1 0,0 1-1,-1 0 1,0 0 0,0 1 0,-1 1-1,0 0 1,0 0 0,-1 2 0,1-1-1,-1 2 1,0 0 0,0 1 0,0 0-1,0 1 1,-1 0 0,0 1 5,12 1-34,0-1-1,0 0 1,1 1 0,-1 0 0,0 0 0,1-1 0,-1 1-1,1 1 1,-1-1 0,1 0 0,0 1 0,-1-1 0,1 1-1,0 0 1,0 0 0,0 0 0,0 0 0,0 0 0,1 0-1,-1 0 1,0 0 0,1 1 0,0-1 0,0 1-1,0-1 1,0 1 0,0-1 0,0 1 0,0 0 0,1 0-1,-1 2 35,-2 58-3516,3-55 2677,0 32-6365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1:34.251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169 2 7466,'0'0'213,"0"0"152,0 0 748,0 0-383,0 0-281,-19 18 92,-61 63 102,42 18 553,35-79-920,-2 225 2041,6-237-2282,1 0 0,1 0-1,0 0 1,0-1 0,0 1 0,1-1 0,0 0 0,0 0 0,1 0 0,0 0 0,0-1 0,1 0 0,0 0 0,0 0 0,0-1 0,1 0 0,-1 0 0,1-1 0,0 0 0,1 0 0,-1 0 0,1-1 0,-1 0 0,1-1-1,0 0 1,0 0 0,0 0 0,1-1 0,1 0-35,7 1 44,1 0-1,0-2 1,-1 1 0,1-2-1,0-1 1,-1 0-1,1-1 1,-1-1 0,0 0-1,0-1 1,0-1-1,-1-1 1,5-3-44,-14 7-23,0 0 0,0-1 0,0 0-1,-1-1 1,1 1 0,-1-1 0,0 0 0,-1-1 0,1 1 0,-1-1-1,0 0 1,0-1 0,-1 1 0,0-1 0,0 0 0,0 0 0,-1 0-1,0 0 1,-1-1 0,0 1 0,0-1 0,0 0 0,-1 0 0,0 1-1,0-1 1,-1 0 0,0 0 0,-1 0 0,0 0 0,0 1 0,0-1-1,-1 0 1,0 1 0,-1-1 0,0 1 0,0 0 0,-3-6 23,-13-5 94,0 1 0,-1 0 0,-1 2 0,-1 0 0,0 1 0,-1 2 0,0 0 0,-1 1 0,0 2 0,-1 0 0,0 2 0,0 0 0,-1 2 0,-18-2-94,34 6 47,7 0-29,0 0-1,1 0 1,-1 0-1,0 0 1,0 0-1,0 1 1,0-1-1,0 1 1,0 0-1,0 0 1,0 0-1,0 1 1,0-1 0,0 1-1,0-1 1,0 1-1,0 0 1,0 0-1,0 0 1,1 0-1,-1 1 1,0-1-1,1 1 1,-1 0 0,1 0-1,0 0 1,0 0-1,-1 0 1,1 0-1,0 0 1,-1 3-18,-2 22 12,1 1 0,2 0 0,0 0 0,2 0 0,1 0 0,2 0 0,1 6-12,-1-20-1,0 1 1,0 0 0,2-1-1,0 0 1,0 0 0,2 0-1,0-1 1,0 0-1,1 0 1,0-1 0,9 9 0,-14-17 0,0 0-1,0 0 1,1 0 0,0-1 0,0 1 0,0-1 0,0 0 0,0 0 0,1-1 0,-1 1-1,1-1 1,0 0 0,-1 0 0,1-1 0,0 1 0,0-1 0,0 0 0,0-1 0,1 1-1,-1-1 1,0 0 0,0 0 0,0 0 0,0-1 0,0 0 0,0 0 0,0 0 0,0 0-1,0-1 1,0 0 0,0 0 0,-1-1 0,1 1 0,-1-1 0,2-1 0,9-10 10,-2-1 0,1 0-1,-2-1 1,0-1 0,-1 1 0,-1-2 0,-1 0 0,0 0-1,-1 0 1,-1-1 0,-1 0 0,0-1 0,-2 1 0,0-1-1,-1 0 1,-1 0 0,-1 0 0,-1-1 0,-1 1 0,0 0 0,-4-15-10,4 26 2,-1 0 0,0 1 0,-1-1 0,0 0 0,0 1 0,-1 0 1,0-1-1,0 2 0,-1-1 0,0 0 0,0 1 0,-1 0 0,0 0 1,0 0-1,-1 1 0,1 0 0,-1 1 0,-1-1 0,1 1 1,-1 0-1,0 1 0,0 0 0,0 0 0,-1 1 0,1 0 0,-1 1 1,0 0-1,0 0 0,0 0 0,0 1 0,0 1 0,0 0 0,0 0 1,0 0-1,0 1 0,-3 1-2,3 4 9,-1 0-1,1 1 1,0 0 0,0 0-1,1 1 1,0 0 0,0 1-1,1 0 1,0 0 0,1 0 0,0 1-1,0 0 1,1 0 0,0 0-1,1 1 1,0 0 0,1 0-1,0 0 1,1 0 0,0 0 0,0 1-1,2-1 1,-1 11-9,-6 158 123,8-175-122,0 0 0,-1 0 0,1 0 0,1 0-1,-1 0 1,1 0 0,0 0 0,0 0 0,1-1-1,-1 1 1,1-1 0,0 1 0,0-1 0,0 0-1,1 0 1,-1-1 0,1 1 0,0-1 0,0 0 0,0 0-1,1 0 1,-1 0 0,1-1 0,0 0 0,-1 0-1,1 0 1,0 0 0,0-1 0,0 0 0,0 0 0,0 0-1,4 0 0,0-1 1,0-1 0,1 0 0,-1-1 0,0 1 0,1-2 0,-1 1 0,0-1 0,-1-1 0,1 0 0,-1 0 0,1 0 0,-1-1-1,0 0 1,-1-1 0,0 0 0,1 0 0,-2-1 0,1 0 0,-1 0 0,0 0 0,0-1 0,-1 1 0,0-2 0,-1 1 0,0 0 0,0-1 0,-1 0 0,1 0-1,-2 0 1,0 0 0,0 0 0,0 0 0,-1-1 0,-1 1 0,0-1 0,0 1 0,-1-8-1,0 12-5,0-1-1,0 1 1,0 0 0,-1 0 0,1 0-1,-1 0 1,0 0 0,-1 0 0,1 0-1,-1 1 1,0-1 0,0 1-1,-1 0 1,1 0 0,-1 0 0,0 0-1,0 1 1,0-1 0,-1 1-1,1 0 1,-1 0 0,0 1 0,1-1-1,-1 1 1,0 0 0,0 1 0,-1-1-1,-3 0 6,-156-22-133,149 24 146,13-1-11,0 0-1,0 0 0,0 0 1,-1 1-1,1-1 0,0 1 1,0 0-1,-1 0 1,1 0-1,0 1 0,0-1 1,-1 1-1,1 0 0,0-1 1,0 1-1,0 1 0,0-1 1,0 0-1,0 1 0,0-1 1,1 1-1,-1 0 1,1 0-1,-1 0 0,1 1 1,-1-1-1,1 0 0,0 1 1,0-1-1,0 1 0,1 0 1,-1 0-1,1 0 0,-1 0 1,1 0-1,0 0 1,0 0-1,0 0 0,1 0 1,-1 0-1,1 3-1,-4 10 3,1 0 0,1 0 0,0 0 0,1 1 0,1-1 0,1 0 0,0 1 0,1-1 0,1 0 0,0 0-1,1 0 1,1-1 0,1 1 0,0-1 0,0 0 0,2-1 0,0 0 0,1 0 0,0 0 0,1-1 0,0-1 0,1 0 0,12 11-3,-18-20 4,0-1 1,1 1-1,-1-1 0,1 0 0,-1 0 1,1 0-1,0-1 0,0 0 0,-1 0 1,1-1-1,0 1 0,0-1 0,0-1 1,0 1-1,0-1 0,0 0 1,0 0-1,-1-1 0,1 1 0,0-1 1,-1-1-1,0 1 0,1-1 0,-1 0 1,0 0-1,0 0 0,-1-1 1,1 0-1,-1 0 0,1 0 0,-1 0 1,-1-1-1,1 1 0,2-5-4,5-6 11,-1 0 0,0-1 0,-1 0 0,-1-1 0,0 0 0,-2 0 0,0-1 0,-1 1 0,0-1 0,1-14-11,-3 23 0,-1 0 0,0 0-1,0 0 1,0-1 0,-1 1 0,-1-1 0,1 1 0,-2-1 0,1 1 0,-1 0 0,-1-1 0,0 1 0,0 0 0,-1 0 0,0 0 0,0 0 0,-1 0-1,0 1 1,-1 0 0,0 0 0,0 0 0,-1 0 0,0 1 0,0 0 0,0 0 0,-1 0 0,0 1 0,-1 0 0,1 1 0,-1-1 0,0 1-1,-1 1 1,1 0 0,-1 0 0,0 1 0,0 0 0,0 0 0,0 1 0,-1 0 0,3 5 3,1 1 1,-1 0-1,1 1 1,0-1-1,1 1 1,-1 1-1,1-1 0,0 1 1,0-1-1,1 2 1,0-1-1,0 0 1,0 1-1,1-1 0,0 1 1,0 0-1,1 0 1,0 1-1,0-1 1,0 0-1,1 1 1,0-1-1,1 8-3,-1-10 5,-7 32 7,1 2-1,3-1 1,1 0-1,1 1 1,3-1-1,4 30-11,-5-64 5,1 0 0,0 0 0,0 0 0,0 0 0,0 0 0,1 0 0,-1 0 0,1-1 0,0 1 0,0-1 0,1 1 0,-1-1 0,1 0 0,-1 0-1,1 0 1,0 0 0,0 0 0,1-1 0,-1 0 0,0 1 0,1-1 0,-1 0 0,1-1 0,0 1 0,0-1 0,0 1 0,0-1 0,-1 0 0,2 0 0,-1-1-1,0 1 1,0-1 0,0 0 0,0 0 0,0-1 0,0 1 0,0-1 0,0 0 0,0 0 0,0 0 0,0 0 0,0-1 0,-1 1 0,1-1 0,0 0-1,-1 0 1,0-1 0,1 1 0,-1-1 0,0 1 0,0-1 0,0 0 0,-1 0 0,1-1 0,-1 1 0,0 0 0,1-1-5,9-11 30,1-1 1,-2 0 0,0-1-1,-1-1 1,-1 1 0,0-1-1,-2-1 1,0 1 0,-1-1 0,-1-1-1,0 1 1,-2-1 0,0 0-1,-1 1 1,-1-15-31,-1 31 2,0 1 0,-1-1 0,1 0 0,-1 1 0,1-1 0,-1 1 1,0-1-1,0 1 0,0-1 0,0 1 0,0 0 0,0-1 0,-1 1 0,1 0 0,-1 0 0,0 0 1,1 0-1,-1 0 0,0 0 0,0 1 0,0-1 0,-1 1 0,1-1 0,0 1 0,-1 0 0,1 0 1,0 0-1,-1 0 0,1 0 0,-1 0 0,0 1 0,1-1 0,-1 1 0,1 0 0,-1 0 0,0 0 1,-2 0-3,-98 27 155,93-19-117,0 0 0,0 1 0,0 0-1,1 0 1,1 1 0,0 0 0,0 1 0,1 0-1,0 0 1,1 0 0,-4 10-38,8-18-57,1 1 0,0-1 0,-1 1 0,1 0 0,0-1 0,1 1 0,-1 0 0,1 0 0,-1 0 0,1 0 0,1 0-1,-1 0 1,0-1 0,1 1 0,0 0 0,0 0 0,0 0 0,0-1 0,0 1 0,1-1 0,0 1 0,0-1 0,0 1 0,0-1 0,0 0 0,1 0 0,-1 0 0,1 0 0,0-1 0,0 1 0,0-1 0,0 0 0,0 1 0,1-1 0,-1-1 0,0 1 0,1 0 0,0-1 0,-1 0-1,1 0 59,45 13-5229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1:36.113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198 109 6673,'0'0'707,"0"0"-103,0 0 865,0 0-262,0 0-323,0 0-292,-19-11 8,-62-32-103,78 42-415,0 1 0,0-1 0,-1 1-1,1-1 1,0 1 0,0 0 0,-1 0-1,1 1 1,0-1 0,0 1-1,-1-1 1,1 1 0,0 0 0,0 0-1,0 1 1,0-1 0,0 1 0,0-1-1,1 1 1,-1 0 0,0 0-1,1 0 1,-1 0 0,1 0 0,0 1-1,0-1 1,0 1 0,0 0 0,0-1-1,1 1 1,-1 0 0,1 0-1,0 0 1,-1 0 0,1 0 0,1 0-1,-1 1 1,0-1 0,1 0-1,0 0 1,0 1 0,0-1 0,0 0-1,0 0 1,0 1 0,1-1 0,0 0-1,0 0 1,0 0 0,0 1-82,-3 10 253,-3 215 1992,6-218-2168,0 0 0,1 1 0,0-1 0,1 0-1,0-1 1,1 1 0,0-1 0,1 1 0,0-1 0,1-1 0,0 1 0,0-1 0,1 0 0,0 0 0,0-1-1,1 0 1,0 0 0,1-1 0,1 1-77,-2-3 24,0-1 0,1 0 0,-1 0 0,1-1 0,0 0-1,0-1 1,0 1 0,0-2 0,0 1 0,1-2 0,-1 1 0,0-1 0,0 0-1,1-1 1,-1 0 0,0-1 0,0 0 0,0 0 0,0-1 0,0 0 0,-1 0-1,1-1 1,-1-1 0,0 1 0,0-1 0,0 0 0,-1-1 0,0 0 0,1-1-25,2-1 0,0-1-1,0-1 0,-1 0 1,0 0-1,-1-1 0,0 0 1,-1 0-1,0-1 0,0 0 1,-2 0-1,1 0 0,-2-1 1,1 0-1,-2 0 0,0 0 0,0 0 1,-1-1-1,-1 1 0,0-13 2,-6 15-3,0 0 1,-1 1-1,0-1 0,-1 1 0,0 0 0,-1 1 0,0 0 0,0 0 0,-1 1 1,0 0-1,0 0 0,-1 1 0,0 0 0,0 1 0,-1 0 0,1 0 0,-1 2 1,-1-1-1,1 1 0,-1 1 0,1 0 0,-1 0 0,0 1 0,0 1 0,-5 0 3,12-1 3,1 0 0,-1 1 0,1-1 0,-1 1-1,0 0 1,1 1 0,-1-1 0,0 1 0,0 0-1,1 0 1,-1 0 0,0 0 0,0 1 0,1 0-1,-1 0 1,1 0 0,-1 1 0,1 0 0,-1 0 0,1 0-1,0 0 1,0 0 0,0 1 0,0 0 0,0 0-1,0 0 1,1 0 0,0 1 0,0-1 0,0 1-1,0 0 1,0 0 0,1 0 0,-1 0 0,1 0 0,0 1-1,-1 3-2,-2 2-2,1 1 0,0-1 0,1 1 0,0-1 0,1 1-1,0 0 1,1 0 0,0 0 0,1 0 0,0 0 0,0 0 0,1 0-1,1 0 1,0 0 0,0 0 0,1 0 0,1-1 0,0 1-1,0-1 1,1 0 0,0 0 0,0-1 0,1 1 0,1-1 0,0 0-1,0-1 1,0 0 0,1 0 0,1-1 0,-1 0 0,1 0-1,0-1 1,1 0 0,-1 0 0,1-1 0,0-1 0,0 1 0,1-2-1,0 1 3,1-2-45,-1 0-1,1-1 0,0-1 0,0 0 1,-1 0-1,1-1 0,0 0 0,0-1 1,-1-1-1,0 0 0,1 0 0,-1-1 1,0-1-1,-1 0 0,1 0 0,-1-1 1,0 0-1,0-1 0,-1 0 0,0 0 1,0-1-1,0 0 0,-1-1 0,-1 0 1,0 0-1,0-1 0,0 0 0,-1 0 1,-1 0-1,0-1 0,0 0 0,-1 0 1,0 0-1,-1-1 0,-1 1 0,2-9 46,-5 8-28,0 0-1,0-1 0,-1 1 1,-1 0-1,0 0 1,0 0-1,-1 0 0,-1 1 1,0 0-1,-1 0 1,0 0-1,0 0 0,-1 1 1,-1 0-1,0 0 0,0 1 1,-1 0-1,0 1 1,0 0-1,-1 0 0,-5-3 29,-4-2 168,1 1 0,-1 0 0,-1 2-1,0 0 1,0 1 0,-1 2 0,0 0-1,0 0 1,-1 2 0,0 1 0,-17-1-168,34 5 55,-1 0 0,1 0 0,0 1 0,-1 0 0,1 0 0,0 0 0,0 1 0,0-1 0,0 1 0,0 0 0,0 1 0,0-1 0,0 1 0,1 0 0,0 0 0,-1 1 0,1-1 0,0 1 0,1 0 0,-1 0 0,1 0 0,0 0 0,0 1 0,0-1 0,0 1 0,1 0 0,0 0 0,0 0 0,0 0 0,0 0 1,1 0-1,0 1 0,0-1 0,1 0 0,-1 1 0,1-1 0,0 1 0,1 4-55,-4 9 47,0-1-1,1 1 1,1 0 0,1-1 0,0 1 0,1 0 0,2 0 0,0-1-1,0 1 1,2-1 0,0 0 0,1 0 0,1-1 0,1 1-1,1-2 1,0 1 0,1-1 0,0-1 0,1 1 0,1-2 0,1 0-1,0 0 1,3 1-47,-10-11-3,0 0 0,0-1 0,0 0 0,1 0 0,0 0 0,-1-1 0,1 0 0,0 0 0,0 0 0,0-1 0,0 0 0,0-1 0,1 0 0,-1 0 0,0 0 0,0-1 0,0 0 0,0 0 0,0-1 0,0 0-1,0 0 1,0 0 0,-1-1 0,1 0 0,-1-1 0,0 1 0,0-1 0,0-1 0,0 1 0,-1-1 0,0 0 0,0 0 0,0 0 0,0-1 0,-1 1 0,0-1 0,0 0 0,-1 0 0,0-1 0,0 1 0,0-1 0,-1 0 0,0 0 0,0 0 0,0 0 0,-1 0 0,0-2 3,1 1-6,1-1 0,-2 0 0,1-1 0,-1 1 0,-1 0 0,1 0 0,-2 0 0,1-1 0,-1 1 0,-1 0 0,1 0 0,-2 0 0,1 0 0,-1 1 0,0-1 0,-1 1 0,0-1 0,-1 1 0,0 0 0,0 1 0,0-1 0,-1 1 0,0 0 0,0 1 0,-6-5 6,1 1 8,-1 1-1,0 0 0,0 1 1,-1 1-1,0 0 0,0 0 1,-1 1-1,0 1 1,0 0-1,0 1 0,-1 1 1,0 0-1,1 1 1,-1 0-1,-11 1-7,22 2 0,-1-1 0,1 1 0,0 0 0,0 0 0,1 0 0,-1 1 0,0-1 0,0 1 0,1 0 0,-1 0 0,1 0 0,-1 1 0,1-1 0,0 1 0,0 0-1,0 0 1,0 0 0,0 0 0,1 0 0,0 0 0,-1 1 0,1 0 0,1-1 0,-1 1 0,0 0 0,1 0 0,0 0 0,0 0 0,0 0 0,0 0 0,0 2 0,-11 137 14,12-137-14,-1-1-6,1 1 0,0 0-1,0 0 1,0 0 0,1 0 0,0 0-1,0 0 1,1-1 0,-1 1-1,1 0 1,0-1 0,1 1 0,-1-1-1,1 0 1,0 0 0,1 0-1,-1 0 1,1-1 0,0 1 0,0-1-1,0 0 1,1 0 0,-1 0-1,1-1 1,0 1 0,0-1 0,0-1-1,1 1 1,-1-1 0,1 1 0,-1-2-1,1 1 1,0-1 0,0 1-1,-1-2 1,1 1 0,0-1 0,4 1 6,6-3-17,-1 0 1,0 0 0,0-1-1,0-1 1,0 0-1,-1-2 1,1 1 0,-1-2-1,-1 0 1,1 0 0,-1-1-1,0-1 1,-1 0 0,0-1-1,-1 0 1,0-1 0,0 0-1,-1-1 1,-1 0 0,0-1-1,0 0 1,-1 0 0,-1-1-1,3-7 17,-6 17-17,-1-1-1,0 0 0,0 0 0,0 0 0,0 0 1,-1 0-1,0-1 0,0 1 0,0-1 0,-1 0 1,1 1-1,-1-1 0,-1 0 0,1 0 1,-1 0-1,0 0 0,-1 1 0,1-1 0,-1 0 1,0 0-1,-1 1 0,1-1 0,-1 0 0,0 1 1,0-1-1,-1 1 0,0 0 0,0 0 0,0 0 1,0 0-1,-1 1 0,0-1 0,0 1 0,0 0 1,-4-3 17,-3 3 38,-1 0 1,0 0 0,0 1-1,0 0 1,0 1 0,0 1 0,0 0-1,0 1 1,-1 0 0,1 1-1,0 0 1,0 1 0,0 0 0,0 1-1,0 0 1,1 1 0,-1 0-1,1 1 1,0 0 0,0 1 0,1 0-1,-1 1 1,1 0 0,1 1-1,-1 0 1,2 0 0,-1 1 0,1 0-1,0 0 1,1 1 0,0 0-1,0 1 1,1-1 0,1 1-1,0 0 1,0 1 0,1-1 0,-1 6-39,4-10-4,-1 0 0,1 0 0,0 1-1,1-1 1,0 1 0,0-1 0,0 1 0,1-1 0,0 0 0,1 1 0,0-1 0,0 0 0,0 0 0,1 0 0,0 0 0,0-1 0,1 1 0,0-1 0,0 0 0,0 0 0,1 0 0,0 0 0,0-1 0,0 0 0,1 0 0,0 0 0,0-1 0,0 0 0,0 0 0,1 0 0,-1-1-1,1 0 1,0 0 0,0-1 0,0 0 0,1 0 0,-1-1 0,4 1 4,-4 0-4,-1-1 0,1 0 0,0 0 0,0 0-1,1-1 1,-1 0 0,0-1 0,0 1 0,0-1-1,0-1 1,-1 1 0,1-1 0,0 0 0,0-1 0,-1 0-1,0 0 1,1 0 0,-1-1 0,0 1 0,-1-2 0,1 1-1,-1 0 1,0-1 0,0 0 0,0-1 0,0 1 0,-1-1-1,0 0 1,-1 0 0,1 0 0,-1 0 0,0 0-1,0-1 1,-1 0 0,0 1 0,0-1 0,-1 0 0,1-5 4,-2 8 5,0 1 0,0-1 0,0 0 0,-1 0 0,1 0 0,-1 1 0,0-1 1,0 0-1,0 1 0,-1-1 0,1 1 0,-1-1 0,0 1 0,0 0 0,0 0 1,0 0-1,-1 0 0,1 0 0,-1 0 0,0 0 0,0 1 0,0 0 1,0-1-1,0 1 0,0 0 0,-1 1 0,1-1 0,-1 0 0,1 1 0,-1 0 1,1 0-1,-1 0 0,0 0 0,0 1 0,1-1 0,-1 1 0,0 0 0,0 0 1,-2 1-6,-5-2 17,9 0-13,0 0 0,0 1 0,0-1 0,0 0 0,0 1 0,0-1-1,0 1 1,0 0 0,0 0 0,0 0 0,0 0 0,0 0 0,-1 0-1,1 0 1,0 1 0,0-1 0,0 1 0,0-1 0,0 1-1,0 0 1,0 0 0,0 0 0,1 0 0,-1 0 0,0 0 0,0 1-1,1-1 1,-1 1 0,1-1 0,-1 1 0,1-1 0,0 1-1,0 0 1,0 0 0,0-1 0,0 1 0,0 0 0,0 0 0,0 0-1,1 0 1,-1 0 0,1 0 0,-1 1 0,1-1 0,0 0-1,0 0 1,0 2-4,0 1-11,-1-3-127,1 1 0,-1-1 1,1 0-1,0 1 0,-1-1 1,1 0-1,0 1 0,1-1 1,-1 1-1,0-1 0,1 0 1,-1 1-1,1-1 0,-1 0 1,1 0-1,0 0 0,0 1 1,0-1-1,1 0 0,-1 0 1,0 0-1,1-1 0,-1 1 1,1 0-1,0 0 0,-1-1 1,1 1-1,0-1 0,0 0 1,0 1-1,0-1 0,0 0 1,0 0-1,1 0 0,-1-1 1,2 2 137,11 1-5147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1:50.5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80 5961,'0'0'1056,"0"0"-659,0 0-241,0 0-12,0 0 368,0 0 1161,0 0-534,0 0-587,0 0 18,-18 0 5854,231-15-6476,-59-10-24,-142 18 338,-22 7 492,-6 0-711,-363 7 1022,339 24-1210,40-31 68,0 0 5,0 0-35,0 0 44,0 0-11,0 0-68,0 0 117,0 0-6,0 0 63,0 0-34,28 0 75,311-35 154,-276 39-73,-81 7 261,-20-3-322,1-2 0,-1-2-1,1-1 1,-1-2 0,0-2-1,-10-2-92,-42 1 610,67-1-64,31 5-431,169 19-112,67-26-515,-458 13 1507,51-54-833,162 46-184,1 0 22,0 0-35,58-6-785,247 12-239,-304-6 676,-1 0 175,0 0-9,0 0 67,0 0 41,0 0 78,0 0 33,-23 0-80,-317-15 208,692 35-709,-306-10 621,-67-10 111,-68-28 164,-41-3-3827,119 34-395,-1 3-1257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2:15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6633,'0'0'609,"0"0"-355,0 0 174,0 0 1367,0 0-344,0 0-741,-7 21 2085,10-9-2674,1 0 1,0-1-1,1 1 0,1-1 0,0 0 0,0 0 0,1-1 1,0 1-1,1-2 0,0 1 0,1-1 0,0 0 1,0-1-1,1 0 0,0 0 0,3 0-121,-1 2 53,1-1 0,0-1 0,1 0 1,0-1-1,0 0 0,1-1 0,0-1 0,0 0 0,0-1 0,0-1 0,1 0 0,-1-1 0,1-1 0,0 0 0,-1-1 1,1-1-1,4-1-53,272-68-140,-86 14 51,-197 53-1,0 0 0,1 1 1,-1 0-1,1 0 0,0 1 1,0 0-1,-1 1 0,1 0 1,0 0-1,0 1 0,-1 0 1,1 1-1,-1 0 0,1 1 1,-1 0-1,0 0 0,0 1 1,0 0-1,0 1 0,-1 0 1,0 0-1,0 1 0,0 0 1,-1 0-1,1 1 0,-2 0 1,1 0-1,-1 0 0,0 1 1,0 0-1,-1 0 0,0 1 1,-1 0-1,0 0 0,0 0 1,-1 0-1,0 0 0,1 9 90,-3-9 14,-1 41-658,-15-33 3069,13-63-431,7 34-1985,0 0 0,0-1 0,1 2 0,1-1-1,0 1 1,0 0 0,1 1 0,0-1 0,1 2 0,0-1 0,1 1-1,0 1 1,1-1 0,-1 2 0,1-1 0,1 2 0,8-5-9,3 2-103,-1 0-1,1 2 1,1 0 0,-1 2 0,1 0-1,0 2 1,0 0 0,0 2-1,0 1 1,1 1 0,-1 1 0,0 0-1,0 2 1,19 7 103,61 23-340,83 13 798,-186-47 0,-1-10 691,1-22-1116,-2-31-1366,-4 20-2539,-2 11-3190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2:1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2879 0 6705,'0'0'651,"0"0"-295,0 0-265,0 17-56,-6 52 441,4-66-317,0 0 1,0 1 0,0-1-1,0 0 1,0 0-1,-1 0 1,0-1-1,1 1 1,-1-1 0,0 1-1,0-1 1,0 0-1,-1 0 1,1 0 0,0 0-1,-1-1 1,1 1-1,-1-1 1,0 0-1,1 0 1,-1-1 0,0 1-1,1-1 1,-1 1-1,0-1 1,0 0 0,0-1-1,1 1 1,-4-1-160,6 1 41,-357-28 4168,-242-70-2545,234 93-481,133 53-866,186-34-298,-23 3-24,-1-3 1,-1-3-1,0-3 0,-65-2 5,100-4 0,0 2 0,0 1-1,1 2 1,-1 2 0,2 1-1,-1 1 1,1 3 0,-20 10 0,-116 110 77,162-127-89,1 0 0,1 0 0,-1 1 1,1 0-1,0 0 0,1 0 0,0 1 0,0 0 0,1 1 0,1-1 0,-1 1 1,1 0-1,1 0 0,0 0 0,0 1 0,1-1 0,0 1 0,1-1 0,0 1 1,1 0-1,0 5 12,0 39 124,0-42-191,0-40-1041,0-60-6054,0 45 1858</inkml:trace>
  <inkml:trace contextRef="#ctx0" brushRef="#br0" timeOffset="1470.211">1 321 6481,'0'0'798,"0"0"-309,0 0 841,0 0 46,0 0-718,0 0-306,1 4 1743,157 82 1531,-106-74-3360,2-2 0,0-3 0,0-2 0,52-3-266,-225 5 327,96-6-325,1 0 0,-1-2 0,0 0 0,0-2 0,0 0 0,1-2 0,-1 0 0,1-2 0,1 0 0,-1-2 1,1 0-1,1-1 0,-18-12-2,36 24-8,0 0-1,1 0 1,-1 0 0,0 1 0,1-1 0,-1 0 0,1 1 0,0-1 0,0 1 0,0-1 0,0 1-1,0-1 1,1 1 0,-1 0 0,1-1 0,-1 1 0,1 0 0,0-1 0,0 1 0,0 0 0,1 0 0,-1-1-1,1 1 1,-1 0 0,1-1 0,0 1 0,0-1 0,1 2 8,3 29 43,1-1 0,2 0 0,1-1 0,1 0 1,2 0-1,13 22-43,-23-50-4,0 0 0,0-1 1,0 1-1,1-1 0,-1 0 1,1 1-1,0-1 0,0 0 0,0-1 1,0 1-1,0 0 0,0-1 1,0 0-1,0 0 0,1 0 1,-1 0-1,0 0 0,1-1 1,-1 1-1,1-1 0,-1 0 1,1 0-1,-1 0 0,0 0 0,1-1 1,-1 0-1,1 1 0,-1-1 1,0 0-1,0-1 0,1 1 1,-1-1-1,0 1 0,2-2 4,7-7-64,1 0-1,-1-1 0,-1 0 0,0-1 1,-1 0-1,0-1 0,-1 0 1,0-1-1,-1 0 0,0 0 1,0-5 64,58-85 44,-29 77 27,-50 42 447,-183 85 577,173-73-1068,1-2-185,25-50 209,103-239 91,-207 440 270,93-164-233,0 0-673,6-6-5067,2-6-485</inkml:trace>
  <inkml:trace contextRef="#ctx0" brushRef="#br0" timeOffset="6834.125">2417 1290 6545,'0'0'810,"0"0"-591,0 0 397,0 0 1752,-3 1-615,3-1-1304,0 0 1,0 1-1,0-1 1,0 0-1,1 0 1,-1 1-1,0-1 1,0 0-1,0 1 1,0-1-1,0 0 1,0 1 0,0-1-1,0 0 1,0 0-1,0 1 1,0-1-1,0 0 1,0 1-1,0-1 1,0 0-450,28 2 206,262 2 1043,-267 6-2389,-21 26-4701,-14-22 1387</inkml:trace>
  <inkml:trace contextRef="#ctx0" brushRef="#br0" timeOffset="7216.602">2390 1532 6705,'0'0'585,"0"0"-281,0 0 81,0 0 943,0 0 129,0 0-510,6 5-223,107 21 4210,32-10-4244,-2-1-5061,-130-15-1115</inkml:trace>
  <inkml:trace contextRef="#ctx0" brushRef="#br0" timeOffset="7804.533">3211 1388 6385,'0'0'1334,"0"0"1012,0 0-806,0 0-745,0 0-443,0 0 388,6 18 2406,276-10-332,-269-18-8135,-10-6 704</inkml:trace>
  <inkml:trace contextRef="#ctx0" brushRef="#br0" timeOffset="8266.291">3818 1065 6041,'0'0'5217,"0"0"-3299,0 0-834,0 0 37,0 0 67,0 0-271,13-11-302,83-103-364,-89 98-273,-1 0 1,0 0 0,-1-1-1,-1 0 1,-1 0-1,-1 0 1,0-1-1,-1 1 1,0-1-1,-2 1 1,-1-4 21,2 21 10,0 1 1,-1-1 0,1 0-1,0 0 1,-1 1-1,1-1 1,-1 0-1,1 0 1,-1 0 0,1 1-1,-1-1 1,1 0-1,-1 0 1,1 0-1,-1 0 1,1 0-1,0 0 1,-1 0 0,1 0-1,-1 0 1,1 0-1,-1 0 1,1 0-1,-1 0 1,1-1 0,-1 1-1,1 0 1,-1 0-1,1 0 1,0-1-1,-1 1 1,1 0-1,-1-1 1,1 1 0,0 0-1,-1-1 1,1 1-1,0-1-10,-8 511 5105,7-491-5224,0-1-1,1 0 0,1 1 1,1-1-1,1 0 0,0 0 1,1 0-1,1 0 0,1-1 0,1 0 1,0 0-1,6 10 120,-10-23-3153,-3-1-2381</inkml:trace>
  <inkml:trace contextRef="#ctx0" brushRef="#br0" timeOffset="8582.177">3769 1554 6649,'0'0'4092,"0"0"-2386,0 0-815,0 0 19,0 0 259,0 0 170,5 7-178,-1-3-1062,0-1-1,0 0 0,1 1 1,-1-2-1,1 1 1,-1 0-1,1-1 1,0 0-1,0 0 1,0 0-1,0-1 0,0 1 1,0-1-1,0-1 1,1 1-1,-1-1 1,0 1-1,0-2 0,1 1 1,-1 0-1,3-2-98,145-14 2170,-75 4-2407,0 7-3304,-64 6-493,-7 2-1066</inkml:trace>
  <inkml:trace contextRef="#ctx0" brushRef="#br0" timeOffset="9333.553">3895 1710 14419,'0'0'4869,"0"0"-3182,0 0-1397,0 0-185,2 20 70,78 463 1361,-66-367-736,-16-127-945,0-1 0,1 1 0,1 0-1,0 0 1,0 0 0,1-1 0,0 1 0,1 0 0,1 0 0,0 1-1,0-1 1,1 0 0,0 1 0,1 0 0,0 0 0,0 0-1,1 1 1,1-1 0,1-1 145,-5 7-52,0-1-1,1 1 1,-1 0 0,1-1-1,0 2 1,0-1 0,0 0-1,0 1 1,1 0 0,-1 0-1,1 0 1,0 1 0,0-1-1,0 1 1,0 0 0,0 1-1,0-1 1,1 1 0,-1 0-1,0 0 1,1 1 0,-1 0-1,1 0 1,-1 0 0,1 0-1,-1 1 1,0 0 0,1 0-1,-1 0 1,0 1 0,0 0-1,0 0 1,0 0-1,0 1 1,0-1 0,0 1-1,-1 0 1,0 1 0,1-1-1,1 3 53,1 1 6,-1 0 0,1 1 0,-1 0 0,-1 0 0,0 0 0,0 1 0,0 0 0,-1 0 0,0 0 0,-1 0 0,0 1 0,0-1 0,-1 1-1,-1 0 1,1 0 0,-2-1 0,1 1 0,-1 0 0,-1 0 0,0 6-6,-4-10 152,-1 1 0,0-1-1,0 0 1,0-1 0,0 1-1,-1-1 1,0-1 0,0 1-1,-1-1 1,1 0 0,-1-1 0,1 0-1,-1 0 1,0 0 0,-1-1-1,1-1 1,-4 1-152,-11 5 339,-198 72 1611,220-80-2079,0 0 1,0 0 0,1 0-1,-1 0 1,0 0 0,0 0-1,1 0 1,-1-1 0,1 1-1,-1 0 1,1 0 0,0-1-1,0 1 1,-1 0 0,1-1-1,0 1 1,0 0 0,0 0-1,0-1 1,0 1 0,1 0-1,-1-1 1,0 1 0,0 0-1,1 0 1,-1-1 0,1 1-1,-1 0 1,1 0-1,0 0 1,0 0 0,-1-1-1,1 1 1,0 0 0,0 1-1,0-1 1,0 0 0,1-1 128,-1 0-504,23-45-4652,5-2-3426</inkml:trace>
  <inkml:trace contextRef="#ctx0" brushRef="#br0" timeOffset="9932.079">4767 1196 6105,'0'0'1055,"0"0"-47,0 0 2444,0 0-1282,0 0-715,0 0-385,-14 13 1054,22 221 2847,-2-169-4641,3-1 0,3-1 0,2 0 1,13 30-331,-60-119-10707,9-2 4269</inkml:trace>
  <inkml:trace contextRef="#ctx0" brushRef="#br0" timeOffset="10150.628">4538 1512 6529,'0'0'1049,"0"0"3007,0 0-3079,0 0-313,0 0 1008,0 0-103,0 0-425,150 13-576,-105-13-424,-1 0-40,-2 0-16,-2 0-176,-3 0-360,-5 0-624,8 0-1601,-11-2-280,-4-5-7201</inkml:trace>
  <inkml:trace contextRef="#ctx0" brushRef="#br0" timeOffset="10763.37">5365 1399 7770,'0'0'450,"0"0"1179,0 0 595,0 0-846,0 0-450,0 0-14,3-3-46,7-12-647,0 0 0,-1-1 0,-1 0 0,0 0 1,-1-1-1,-1 0 0,0 0 0,-2-1 0,0 0 0,0 1 0,-2-1 1,0-9-222,2 2 36,-4 22-36,0 0 1,1 0-1,-1 1 1,1-1-1,-1 0 1,1 0-1,0 1 1,0-1-1,0 1 1,1-1-1,-1 1 0,1-1 1,-1 1-1,1 0 1,0-1-1,0 1 1,0 0-1,0 0 1,0 1-1,0-1 1,0 0-1,1 1 1,-1-1-1,1 1 1,0-1-1,15 42 1027,0 233 3644,-4-22-4045,-9-229-569,1 1-1337,-5-6-3928,-1-11-417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2:43.84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272 170 6793,'0'0'662,"0"0"-289,0 0-33,0 0 949,0 0 250,0 0-762,-7 2-619,0 2-137,0-1 1,0 2 0,0-1 0,1 1 0,-1 0 0,1 0 0,0 1 0,1 0 0,-1 0 0,1 0 0,0 1-1,1-1 1,0 1 0,0 1 0,0-1 0,1 0 0,0 1 0,0-1 0,1 1 0,0 0 0,0 0 0,1 5-22,-11 190 1754,12-197-1706,1 0 0,0 0 0,0 0 0,0 0 0,1 0 0,0 0 0,0-1 1,0 1-1,1-1 0,-1 1 0,2-1 0,-1 0 0,0 0 0,1 0 0,0-1 0,0 1 0,0-1 0,1 0 0,-1 0 0,1 0 0,0-1 0,0 0 1,1 0-1,-1 0 0,0-1 0,1 1 0,0-1 0,-1 0 0,1-1 0,0 0 0,0 0 0,0 0 0,0 0 0,0-1 0,0 0 0,0 0 0,0-1 1,0 0-1,0 0 0,0 0 0,0-1 0,0 0 0,-1 0 0,1 0 0,-1-1 0,1 0 0,-1 0 0,5-3-48,1-3 55,-1-1 0,1 0 0,-2 0 0,1-1 0,-1 0 0,-1 0 0,0-1 0,-1-1 0,0 1 0,-1-1 0,0 0-1,-1 0 1,-1-1 0,2-6-55,-4 13 9,-1 0-1,1 1 0,-1-1 0,-1 0 1,1 0-1,-1 0 0,0 0 1,-1 1-1,0-1 0,0 0 0,0 0 1,-1 1-1,0-1 0,0 1 1,-1-1-1,1 1 0,-1 0 0,-1 0 1,1 0-1,-1 0 0,0 1 1,-1-1-1,1 1 0,-1 0 0,0 1 1,0-1-1,-1 1 0,1 0 0,-1 0 1,-3-1-9,0 0 33,1 0 1,-1 1 0,0 0-1,0 0 1,0 1-1,-1 0 1,1 1-1,-1 0 1,1 1 0,-1 0-1,0 0 1,1 1-1,-1 0 1,0 1 0,0 0-1,1 1 1,-1 0-1,1 0 1,0 1 0,-1 0-1,1 0 1,0 1-1,1 1 1,-1-1 0,1 2-1,0-1 1,0 1-1,0 0 1,1 0-1,0 1 1,0 0 0,0 1-34,-2 9 14,0 0 0,1 1 0,1 0 0,0 0 0,2 0 1,0 1-1,1 0 0,1 0 0,0 0 0,2 0 0,0 0 1,1 0-1,2 12-14,0-26 12,-1-1 1,1 1-1,0-1 1,0 0-1,1 1 1,-1-1-1,1 0 1,0-1-1,0 1 1,0 0-1,0-1 1,1 0-1,-1 0 1,1 0-1,0 0 1,0 0-1,0-1 1,0 1-1,1-1 1,-1-1-1,0 1 1,1 0-1,0-1 1,-1 0-1,1 0 1,0 0-1,-1-1 1,1 0-1,0 0 1,0 0-1,0 0 1,-1-1-1,1 0 1,0 0-1,-1 0 1,1 0-1,-1-1 1,1 0-1,-1 1 1,0-2-1,1 1 1,-1-1-1,0 1 1,-1-1-1,5-3-12,6-2 4,0 0 0,0-1 0,-1 0-1,0-1 1,-1-1 0,0 0-1,0 0 1,-2-1 0,1-1-1,-1 0 1,-1 0 0,0-1-1,-1 0 1,-1-1 0,0 1 0,-1-1-1,-1-1 1,0 1 0,-1-1-1,0 0 1,-2 0 0,0 0-1,0 0 1,-2 0 0,0-1-1,-2-14-3,-1 23-4,0 0 0,0 0-1,-1 1 1,0 0-1,-1 0 1,0 0-1,0 0 1,0 1 0,-1-1-1,0 1 1,0 1-1,0-1 1,-1 1-1,0 0 1,0 1-1,0-1 1,0 1 0,-1 1-1,0 0 1,1 0-1,-9-2 5,-176-23 744,187 28-717,0 0 0,1 1 0,-1-1 0,0 1 0,0 0 0,1 1 0,-1-1 0,0 1 1,1 0-1,-1 0 0,1 0 0,0 1 0,0-1 0,0 1 0,0 0 0,0 0 0,1 0 0,-1 1 0,1 0 0,0-1 0,0 1 0,0 0 0,1 0 0,-1 0 0,1 1 0,0-1 0,0 1 0,1-1 0,-1 1 0,1 0 0,0-1 0,0 1 0,1 0 0,-1 0 0,1 0 0,0 2-27,-1 6-4,1 0 0,1-1 0,0 1 0,0-1 0,1 1 0,1-1 0,0 0 1,1 0-1,0 0 0,0 0 0,2-1 0,-1 1 0,2-1 0,0 0 4,-2-4-3,0 0 0,0 0 0,1-1 0,0 0-1,0 0 1,1-1 0,0 1 0,0-1 0,0-1 0,0 1 0,1-2 0,-1 1 0,1-1 0,0 0 0,0 0 0,1-1 0,-1 0-1,0 0 1,1-1 0,-1 0 0,1-1 0,-1 0 0,1 0 0,0-1 0,-1 0 0,0 0 0,1-1 0,-1 0 0,0-1 0,0 0 0,0 0-1,0-1 1,0 0 0,-1 0 0,0 0 0,5-5 3,-4 4 8,-1-1 0,1 0 1,-1-1-1,-1 1 0,1-2 0,-1 1 0,0-1 0,-1 1 0,0-1 1,0-1-1,0 1 0,-1-1 0,-1 0 0,1 0 0,-2 0 0,1 0 1,-1-1-1,0 1 0,-1-1 0,0 1 0,-1-1 0,0 1 0,0-1 1,-1 1-1,0-1 0,-1 1 0,0-1 0,-1 1 0,0 0 0,0 0 1,-1 0-1,0 0 0,0 1 0,-1 0 0,0-1 0,-1 2 0,1-1 1,-3-1-9,-8-3 83,0 1 1,0 1 0,-2 1 0,1 0 0,-1 1 0,0 1 0,0 0 0,-1 2 0,0 0 0,0 1 0,0 1 0,-1 0 0,1 2 0,-1 0-1,-9 2-83,26 3 12,0 0-1,1 0 0,0 0 0,0 0 0,0 0 0,0 0 1,1 1-1,-1-1 0,1 0 0,0 1 0,0-1 0,1 1 1,-1 0-1,1-1 0,0 1 0,1-1 0,-1 1 1,1 0-1,-1-1 0,1 1 0,1-1 0,-1 0 0,1 1 1,0 1-12,6 17-29,1 0 0,1-1 1,0 0-1,2-1 1,0 0-1,2-1 1,0 0-1,1-1 1,1-1-1,1 0 1,0-1-1,1-1 1,8 4 28,-21-15-38,0-1 1,0 0-1,1 0 1,-1-1 0,1 0-1,-1 0 1,1 0-1,0-1 1,1 0 0,-1 0-1,0 0 1,0-1-1,1 0 1,-1 0-1,1 0 1,-1-1 0,1 0-1,-1-1 1,1 1-1,-1-1 1,0 0-1,1-1 1,-1 0 0,0 0-1,0 0 1,0 0-1,0-1 1,0 0-1,-1 0 1,1-1 0,1-1 37,-1-4 28,1 0 1,-1-1 0,-1 0 0,0 0-1,0 0 1,-1-1 0,0 0 0,-1 0 0,0 0-1,-1 0 1,0 0 0,0 0 0,-2-1 0,1 1-1,-1 0 1,-1-1 0,0 1 0,-1 0 0,0 0-1,-1 0 1,0 0 0,0 0 0,-1 0 0,-1 1-1,0-1 1,0 1 0,-1 1 0,0-1-1,-1 1 1,0 0 0,0 0 0,-1 1 0,0 0-1,-1 1 1,1-1 0,-1 2 0,-1-1 0,1 1-1,-11-4-28,-133-20 994,148 33-1079,1 1 1,-1 0-1,1 0 1,-1 0-1,1 0 1,1 1-1,-1-1 1,1 1-1,-1 0 0,2 0 1,-1 1-1,0-1 1,1 0-1,0 1 1,0 0-1,1-1 1,-1 1-1,1 0 1,1 0-1,-1 0 0,1 0 1,0 0-1,0 0 1,1-1-1,-1 1 1,2 0-1,-1 0 1,0 0-1,1 0 85,-1 13-1073,0 46-4201,5-8-3399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2:55.98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 5 6737,'0'0'517,"0"0"-327,0 0-140,-9 0 508,-25 0 1223,20 0 3584,141 35-4650,473 70 776,-527-84-1484,-24-5 10,0-2-1,1-3 1,1-1 0,-1-3-1,37 0-16,-69-6 13,-1-1-1,0-1 1,0-1-1,1 0 1,-1-1-1,0-1 1,-1-1-1,1 0 0,6-4-12,-67 3 489,-17 5-376,-1-4 0,1-2 0,0-3 0,-51-15-113,-10-12 255,-1 6 0,-1 5 0,-46 0-255,80 13 384,-138 0 223,227 13-616,0 1 0,0 0-1,1 0 1,-1 0 0,0 0-1,0-1 1,1 1 0,-1 0 0,1 1-1,-1-1 1,1 0 0,-1 0 0,1 0-1,0 0 1,-1 0 0,1 0 0,0 1-1,0-1 1,0 0 0,0 0 0,0 0-1,0 0 1,0 1 0,0-1 0,0 0-1,1 0 1,-1 0 0,0 0 0,1 0-1,-1 0 1,1 1 0,-1-1 0,1 0-1,0 0 1,-1 0 0,1-1 0,0 1-1,0 0 1,-1 0 0,1 0 0,0 0-1,0-1 1,0 1 0,0-1 0,0 1-1,0 0 1,0-1 0,0 0 0,1 1-1,-1-1 1,0 0 0,0 1 0,0-1-1,0 0 1,1 0 0,-1 0 0,0 0-1,0 0 1,0 0 0,0 0 0,1-1-1,-1 1 1,0 0 0,1-1 9,62 21 45,1-4 1,1-2-1,0-3 0,1-3 1,0-3-1,0-2 0,0-4 1,24-5-46,459-75 585,-533 81-638,-16 0 187,-1 0-70,-39 7 331,-32 10-198,-1-3 0,0-3 0,-1-4 0,0-2 0,0-4 0,-45-6-197,-15 3 146,129 2-253,-17 3-356,20 9-3466,7-4-1176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2:57.36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455 90 4137,'0'0'2352,"0"0"-771,0 0 1481,0 0-1385,0 0-702,0 0 132,-11-12-129,-36-35-183,41 43-734,0 0 0,0 1 0,-1 0 1,1 0-1,-1 0 0,1 0 1,-1 1-1,0 1 0,0-1 0,0 1 1,0 0-1,0 0 0,0 1 1,0 0-1,0 1 0,-1-1 0,1 1 1,0 1-1,0-1 0,1 1 1,-4 1-62,-2 3 24,0 0 0,0 0 0,1 1 0,0 0 1,1 1-1,-1 0 0,1 1 0,1 0 1,0 0-1,0 1 0,1 1 0,0-1 1,1 1-1,0 1 0,1-1 0,0 1 1,1 0-1,0 0 0,1 1 0,0-1 0,1 1 1,1 0-1,0 0 0,0 0 0,1 0 1,1 0-1,1 0 0,-1 1 0,3 8-24,3-14 21,0 1-1,1-1 1,-1 0 0,2-1-1,-1 0 1,1 0-1,0-1 1,0 1-1,1-2 1,0 1 0,0-1-1,0-1 1,0 0-1,1 0 1,0-1-1,0 0 1,0 0 0,0-1-1,0-1 1,0 0-1,1 0 1,-1-1-1,0 0 1,0-1 0,1 0-1,2-1-20,-6 3 8,1 0 0,0-1 0,-1 0 0,1-1 0,-1 1 0,1-2 0,-1 1-1,1-1 1,-1 0 0,0 0 0,1-1 0,-1 0 0,-1 0 0,1-1 0,0 0 0,-1 0 0,0 0 0,0-1 0,0 0-1,0 0 1,-1-1 0,0 1 0,0-1 0,0 0 0,-1-1 0,0 1 0,0-1 0,-1 0 0,0 1 0,0-2 0,0 1-1,0-5-7,-2 3 7,-1-1-1,0 1 0,-1 0 1,1 0-1,-2 0 0,0 0 1,0 0-1,0 0 0,-1 0 1,0 0-1,-1 1 0,0 0 1,0-1-1,-1 1 0,0 1 0,-1-1 1,1 1-1,-1 0 0,-1 0 1,1 1-1,-1 0 0,0 0 1,-1 0-1,1 1 0,-1 0 1,0 1-1,-1 0 0,1 0 1,-1 0-1,-6-1-6,7 1 23,-1-1 0,1 2 0,-1-1 0,0 1 0,0 0 0,0 1 0,0 0 1,0 1-1,0 0 0,-1 0 0,1 1 0,0 0 0,0 0 0,-1 1 0,1 0 0,0 1 0,0 0 0,0 1 0,0 0 1,0 0-1,1 1 0,-1 0 0,1 0 0,0 1 0,0 0 0,1 1 0,-1-1 0,1 1 0,-5 6-23,1 6-13,0 0-1,1 1 1,1 0-1,1 0 1,0 1-1,2 0 1,0 0-1,1 1 1,1-1-1,1 1 1,1 0-1,1 0 1,1 0-1,0 0 1,2 0-1,1 7 14,2-20 4,0 1 1,0-2-1,0 1 0,1-1 0,0 1 0,0-2 0,1 1 0,0-1 0,0 0 0,1 0 0,0-1 1,0 0-1,0 0 0,0-1 0,1 0 0,-1 0 0,1-1 0,0 0 0,0-1 0,0 0 0,1-1 1,-1 1-1,0-2 0,1 1 0,-1-1 0,1-1 0,-1 0 0,0 0 0,0-1 0,1 0 0,-1 0 1,0-1-1,-1-1 0,1 1 0,0-1 0,-1-1 0,0 1 0,0-1 0,1-2-4,3-2 16,-1-1 0,1-1 0,-2 0-1,1 0 1,-2-1 0,1-1 0,-2 1 0,1-2-1,-2 1 1,0-1 0,-1 0 0,0 0-1,-1-1 1,0 1 0,-2-1 0,1-1 0,-2 1-1,0 0 1,-1 0 0,0-1 0,-2 1 0,1-1-1,-2 1 1,-3-13-16,1 19 8,-1 1-1,-1-1 1,0 1 0,0 1-1,0-1 1,-1 1 0,0 0-1,-1 1 1,0 0 0,0 0-1,0 0 1,0 1-1,-1 0 1,0 1 0,0 0-1,0 0 1,0 1 0,-1 0-1,1 1 1,-1 0 0,0 0-1,0 1 1,0 1 0,1-1-1,-1 2 1,0-1 0,0 1-1,0 1 1,0 0-1,-3 1-7,4 2-3,0-1 0,1 2 0,0-1 0,0 1 0,0 1 0,1-1 0,0 1 0,0 0 0,0 1 0,1 0 0,0 0 0,1 0 0,0 1 0,0-1 0,1 1 0,0 1 0,1-1 0,0 0 0,0 1 0,1-1 0,0 1 0,0 0 0,1 0 0,1 0 0,0 0 0,0 0 0,1 0 0,0-1 0,1 1 0,0 2 3,-1-4-7,1 1 0,0-1 1,0 1-1,1-1 0,0 0 1,1 0-1,-1 0 0,2 0 1,-1-1-1,1 1 0,0-1 1,0-1-1,1 1 0,0-1 1,0 0-1,1 0 0,0 0 1,0-1-1,0 0 0,0-1 1,1 1-1,0-1 0,0-1 1,0 0-1,0 0 0,0 0 1,1-1-1,-1 0 0,1-1 1,-1 0-1,1 0 0,0-1 1,0 0-1,-1-1 0,1 0 1,0 0-1,-1 0 0,1-1 1,-1-1-1,0 0 0,0 0 1,0 0-1,0-1 0,0 0 1,0-1 6,2-2 29,-1 0 0,0-1 0,0 0 0,-1-1 1,0 0-1,0 0 0,-1 0 0,-1-1 0,1 0 0,-1-1 1,-1 0-1,0 1 0,-1-2 0,0 1 0,0 0 0,-1-1 1,-1 1-1,0-1 0,-1 0 0,0 0 0,0 0 1,-2 0-1,1 0 0,-2-4-29,-4 7-1,0 0 1,-1 1 0,0-1-1,-1 2 1,0-1 0,0 1-1,-1 0 1,1 0-1,-1 1 1,-1 1 0,1-1-1,-1 1 1,0 1 0,0 0-1,-1 0 1,1 1 0,-1 1-1,1 0 1,-1 0-1,0 1 1,0 0 0,0 1-1,0 0 1,0 1 0,-5 0 0,10-2-80,-1 0 1,0 1 0,1-1-1,-1 1 1,0 0 0,1 1 0,-1 0-1,0 0 1,1 0 0,-1 1 0,1 0-1,-1 0 1,1 0 0,0 1 0,0 0-1,0 0 1,1 1 0,-1 0 0,1 0-1,0 0 1,0 1 0,0-1 0,0 1-1,1 0 1,0 0 0,0 1 0,0 0-1,-1 1 80,-12 36-3008,8-5-2283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4:03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23 6425,'0'0'761,"0"0"-499,0 0 606,0 0 2644,0 0-1490,0 0-1393,-14 6-305,-40 24 227,16 47 1549,28-34-1433,2 0 0,2 1 0,2 0 0,2 0-1,1 0 1,5 23-667,-4-62-42,0 1-1,1-1 1,0 1-1,0-1 1,0 1-1,1-1 1,0 0-1,0 1 1,0-1-1,0 0 1,1 0-1,0-1 1,0 1-1,1-1 1,-1 1-1,1-1 1,0 0 0,0 0-1,0-1 1,0 1-1,1-1 1,-1 0-1,1 0 1,0 0-1,0-1 1,0 0-1,1 0 1,-1 0-1,0 0 1,1-1-1,-1 0 1,1 0-1,-1-1 1,1 1-1,1-1 43,8-3-38,-1 0 0,0-1 1,0-1-1,0 0 0,0-1 0,-1 0 0,0-1 0,-1-1 0,1 0 0,-1-1 0,-1 0 0,1-1 0,5-6 38,-5 6-164,-5 1 135,-1 0 0,0 0 0,0 0 1,-1-1-1,-1 0 0,1 0 0,-1 0 0,-1 0 1,0-1-1,-1 0 0,0 1 0,0-1 0,-1 0 0,-1 0 1,1 0-1,-2 0 0,0 0 0,0 0 0,-2-5 29,2-31-39,2 7 64,1 32-7,0 0 1,-1 0-1,0-1 1,-1 1-1,0 0 1,0 0-1,-1 0 1,1 0-1,-2-1 1,1 1-1,-1 0 1,-1 1-1,1-1 1,-2 0-1,1 1 1,-1-1-1,0 1 1,0 0 0,0 0-1,-1 1 1,-1-1-1,-3-3-18,2 8 30,1 1 0,-1 0 0,1 1 0,-1-1 0,0 1 0,1 1 1,-1-1-1,1 1 0,-1 0 0,1 0 0,-1 1 0,1 0 0,0 0 0,-1 1 0,1 0 0,1 0 0,-1 0 0,0 0 0,1 1 0,-1 0 0,1 0 0,0 1 1,1 0-1,-1 0-30,-101 103-1065,95-79-2840,7 4-3488,4-21 2591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3:25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658 0 3137,'0'0'3364,"0"0"-2405,0 0-172,0 0 1950,0 0-1446,0 0-611,-18 10-33,-139 59 2508,122-50-3078,2 1 1,0 2-1,1 1 0,1 2 1,2 1-1,0 1 0,2 2 1,1 0-1,1 2 0,2 1 1,1 1-1,1 0 0,2 2 1,2 0-1,1 1 1,-1 8-78,8-21 85,0 0 0,2 1 0,1 0 0,0 1 1,2-1-1,1 1 0,1 0 0,1 0 0,1-1 1,2 10-86,3-18 5,1 0 0,1 0 0,1 0-1,0-1 1,1 0 0,0-1 0,1 0 0,1 0 0,0-1 0,1-1 0,1 0 0,0 0 0,0-2 0,13 9-5,28 29-231,-46-41 214,-1 0-1,1 1 1,-2 0 0,1 0-1,-1 1 1,0 0-1,0 0 1,-1 0-1,-1 1 1,1-1 0,-2 1-1,1 0 1,-1 0-1,-1 1 1,0-1-1,0 1 1,-1-1-1,0 1 1,-1 0 0,-1-1-1,1 1 1,-2-1-1,1 1 1,-1-1-1,-1 1 1,0-1 0,-2 4 17,-110 323 4108,39 12-3706,72-331-414,2 0-1,0-1 1,0 1 0,2 0-1,0 0 1,2 0 0,0 0-1,0 0 1,2-1-1,0 1 1,1-1 0,1 0-1,1 0 1,0-1 0,1 0-1,7 10 13,22 23-68,3-2 0,2-2 0,2-2 0,2-1 0,1-3 0,4-1 68,193 184-258,-233-207 278,0 2 0,-1-1 0,-1 2 0,-1-1 0,0 1 0,-1 0 0,-1 0 1,-1 1-1,-1 0 0,0 0 0,-1 0 0,-1 0 0,-1 1 0,-1-1 0,-1 1 0,0-1 1,-2 0-1,0 0 0,-1 0 0,-1 0 0,0-1 0,-2 1 0,0-1 0,-1-1 0,-4 7-20,-35 83 3,29-73 12,2 1-1,2 0 1,1 1-1,1 1 1,2 0-1,2 0 1,2 1-1,1 0 1,1 6-15,10-24-25,0-1 1,1 1 0,1-1-1,1-1 1,1 0 0,0 0-1,2-1 1,0 0-1,0-1 1,2 0 0,0-1-1,0 0 1,2-2 0,0 0-1,0 0 1,1-2-1,0 0 1,19 9 24,22 13-207,-51-31 189,0 0 0,0 0-1,-1 0 1,1 1 0,-1 0 0,0 1 0,0-1 0,0 1 0,0 0 0,0 1-1,-1-1 1,0 1 0,0 0 0,0 0 0,-1 1 0,0 0 0,0-1-1,0 1 1,0 1 0,-1-1 0,0 0 0,-1 1 0,1 0 0,-1 0 0,-1-1-1,1 1 1,-1 0 0,0 0 0,-1 0 0,1 0 0,-2 1 0,1-1 0,-1 0 18,-112 217 950,103-194-859,1 1 0,1 1 0,2-1 0,1 1 0,2 0-1,1 0 1,1 1 0,3 18-91,-2-47 0,3 12-24,1 0 0,0 0 0,1 0-1,1-1 1,1 0 0,0 0 0,0-1-1,2 1 1,0-2 0,0 1 0,2-1-1,-1-1 1,2 0 0,-1 0 0,2-1-1,-1-1 1,2 0 0,1 0 24,53 54-147,-65-61 117,1 1-1,-1 0 0,0 0 0,0 1 0,0-1 0,-1 1 0,0-1 0,0 1 0,0 0 0,0 0 0,-1 0 1,0 0-1,0 0 0,0 0 0,0 0 0,-1 0 0,0 0 0,0 1 0,-1-1 0,1 0 0,-1 0 1,0 0-1,0 0 0,-1 0 0,0 0 0,1 0 0,-4 4 31,-83 121 765,62-98-285,9-12-336,2 1 0,0 0 0,1 1 0,1 1 0,2 0 0,0 0 0,1 1 0,1 0 0,2 1 0,0 0-1,2 0 1,1 1 0,0-1 0,1 21-144,3-30 0,1 0 0,0 0 0,1 0 0,1 0 0,0 0 0,1 0 0,1-1 0,0 1 0,1-1 0,1 0 0,6 10 0,-11-22 0,12 19-1,-1 0 0,-1 1 0,-1 0 1,-1 1-1,-1 0 0,-1 0 0,-2 1 0,0 0 0,-1 0 0,0 22 1,-4-36 4,-1-1 1,-1 0-1,0 1 1,0-1-1,-1 0 0,0 0 1,-1 0-1,0 0 1,-1 0-1,0-1 1,0 1-1,-1-1 0,0 0 1,-1-1-1,0 1 1,-1 0-5,-52 63 78,46-59-32,0 1 0,1 0 1,0 0-1,1 1 0,1 1 1,1 0-1,0 0 0,1 1 1,1 0-1,0 0 0,1 1 0,1 0 1,-1 11-47,4-17 56,0-1 0,2 1 0,-1 0 0,1 0 0,1-1 0,0 1 0,1 0 0,0-1 0,1 1 0,0-1 0,1 0 0,0 0 0,0 0 0,2 0 0,-1-1 0,1 0 0,1 0 0,-1 0 0,2-1 0,-1 0 0,4 2-56,47 38 52,-49-43-84,0-1 1,-1 1 0,0 1 0,0 0-1,-1 0 1,1 0 0,-1 1-1,-1 0 1,0 0 0,0 1 0,0 0-1,-1 0 1,-1 0 0,1 1 0,-2-1-1,1 1 1,0 6 31,-4 0 12,-1 0 0,-1 0-1,0-1 1,-1 1 0,-1-1 0,0 0 0,-1 0 0,-1 0 0,0-1-1,-1 0 1,-1 0 0,0-1 0,-1 1 0,-2 0-12,1 0-49,1 1-1,0 0 1,0 1 0,2 0-1,0 0 1,1 1 0,0 0 0,2 0-1,0 0 1,1 0 0,-1 12 49,6-25-372,0-1 1,1 1-1,-1-1 1,1 1-1,0-1 1,0 0 0,0 0-1,0 0 1,0-1-1,1 1 1,-1-1-1,1 0 1,0 0-1,-1 0 1,1 0-1,0-1 1,0 1-1,0-1 1,1 0-1,-1 0 1,0-1-1,0 1 1,0-1-1,1 0 1,-1 0-1,0 0 1,0-1-1,1 1 1,-1-1 0,0 0-1,0 0 1,0-1-1,2 0 372,18 1-2535,61-3-3505</inkml:trace>
  <inkml:trace contextRef="#ctx0" brushRef="#br0" timeOffset="2036.988">992 258 6241,'0'0'901,"0"0"-603,0 0-180,0 0 498,0 0 1686,0 0-798,-5 4-907,-24 17 321,29-11 7501,9-18-8075,39-125-145,-31 158-454,0 21 596,-2 1-1,-3 0 1,-1 1 0,-3 0-1,-1 1 1,-3 0 0,-2 24-341,40-41-4860,-30-30-1288</inkml:trace>
  <inkml:trace contextRef="#ctx0" brushRef="#br0" timeOffset="2380.295">947 761 6425,'0'0'1958,"0"0"1149,0 0-1845,0 0-504,0 0 358,0 0 209,14 1-439,217-4 805,-18-14-1557,-121 16-8763,-90 1 4069</inkml:trace>
  <inkml:trace contextRef="#ctx0" brushRef="#br0" timeOffset="2949.828">992 1210 928,'0'0'5607,"0"0"-1704,0 0-303,0 0-1573,0 0-1138,0 0 90,17-6 28,126-66 591,-135 66-1631,0 0 0,-1 0 1,0-1-1,-1 0 1,1-1-1,-1 1 0,0-1 1,-1 0-1,0 0 0,0-1 1,-1 0-1,0 0 0,-1 0 1,0 0-1,0 0 0,-1-1 1,0 1-1,0-1 1,-1 1-1,-1-1 0,0-8 33,0 18 240,-2 22 44,-8 381 3956,24-338-3923,-3-123-2869,10 9-1516,-2 15-1954,5-4-5565</inkml:trace>
  <inkml:trace contextRef="#ctx0" brushRef="#br0" timeOffset="4129.816">2657 734 5457,'0'0'1551,"0"0"-15,0 0 1430,0 0-1845,8-22-956,38-106-96,-42 95 1414,-4 59 1181,14 388 2887,-14-413-8354,0-3-3341,0-5-3063</inkml:trace>
  <inkml:trace contextRef="#ctx0" brushRef="#br0" timeOffset="5264.607">1338 2434 6673,'0'0'758,"0"0"51,0 0 1109,0 0-654,0 0-765,0 0-335,11-13-102,34-46-22,-42 54-42,0-1-1,0 0 1,-1 0 0,1 0 0,-2 0 0,1 0 0,-1 0 0,0 0 0,0-1 0,0 1 0,-1 0 0,0-1 0,0 1 0,-1 0-1,0-1 1,0-1 2,-1-20-24,11-92 798,4 155 1101,7 88 877,39 133-1702,-39-220-1238,1-20-4398,-15-13-1522</inkml:trace>
  <inkml:trace contextRef="#ctx0" brushRef="#br0" timeOffset="5617.991">1358 2703 6329,'0'0'586,"0"0"-206,0 0 281,0 0 1836,0 0-422,0 0-777,10 20 1421,236-48-220,-121 8-3238,1 11-4763,-124 9-59</inkml:trace>
  <inkml:trace contextRef="#ctx0" brushRef="#br0" timeOffset="6915.448">1575 2966 6209,'0'0'855,"0"0"-457,0 0 183,0 0 1387,0 0-915,0 0-724,12-11-11,-5 4-389,-2 0 227,1 1 0,0 0 0,0 0 0,0 1 1,1-1-1,0 2 0,0-1 0,0 1 0,0 0 0,1 0 1,-1 1-1,1 0 0,0 0 0,0 1 0,0 0 0,1 0 1,-1 1-1,0 0 0,0 1 0,4 0-156,-10 2 85,1 2-1,-1-1 0,0 0 1,0 0-1,0 1 0,0-1 1,0 1-1,-1 0 1,0-1-1,0 1 0,0 0 1,0 0-1,0 0 0,-1 0 1,0 0-1,0 0 0,0 0 1,0-1-1,0 1 1,-1 0-1,0 3-84,0 5 114,2 1-79,-1 1 0,0-1 1,-2 0-1,1 1 0,-2-1 1,1 0-1,-2 0 0,0 0 0,0 0 1,-1-1-1,-1 0 0,0 0 0,-1 0 1,0-1-1,-1 0 0,0 0 1,0-1-1,-1 0 0,-1 0 0,-10 8-35,-57-5-2029,83-72 364,-4 57 1685,1 1 0,0 0-1,0-1 1,0 1 0,0 0-1,0 0 1,0 1 0,0-1-1,0 1 1,0-1 0,0 1 0,0 0-1,0 0 1,0 1 0,0-1-1,0 0 1,0 1 0,0 0-1,0 0 1,0 0 0,0 0-1,0 0 1,0 1 0,-1-1 0,1 1-1,0 0 1,-1-1 0,1 1-1,-1 0 1,0 1 0,0-1-1,0 0 1,0 1 0,0-1-1,0 1 1,-1-1 0,1 1 0,-1 0-1,0 0 1,0 0 0,1 3-20,40 37 359,-37-40-288,0 0-1,1 0 0,-1 0 1,1-1-1,0 1 1,-1-1-1,1-1 1,0 1-1,0-1 1,1 0-1,-1-1 0,0 1 1,0-1-1,0 0 1,0-1-1,1 1 1,-1-1-1,0 0 1,0-1-1,0 0 0,0 0 1,-1 0-1,1 0 1,0-1-1,-1 0 1,0 0-1,0-1 0,0 0 1,0 1-1,0-1 1,-1-1-1,1 1 1,1-4-71,30-58-4119,-25 37-4393</inkml:trace>
  <inkml:trace contextRef="#ctx0" brushRef="#br0" timeOffset="7732.449">2237 2537 6465,'0'0'595,"0"0"-216,0 0-307,0 0-75,-3 0 1141,-15 3 8163,14-1-9459,229-1 1042,-224-1-1538,-1 0-901,-1 1-1928,-3 1-2601</inkml:trace>
  <inkml:trace contextRef="#ctx0" brushRef="#br0" timeOffset="8017.558">2143 2752 6585,'0'0'833,"0"0"-649,0 0-16,0 0 2824,0 0-1679,0 0-417,0 0-664,126 14 704,-96-14 128,0-5-432,-1 1-632,1-1-32,-8 3-2104,-7 0-6026</inkml:trace>
  <inkml:trace contextRef="#ctx0" brushRef="#br0" timeOffset="8448.925">2591 2481 5369,'0'0'3030,"0"0"3121,0 0-3761,0 0-1981,0 0-281,-2 21 72,-4 66 235,5-81-388,0-1-1,1 1 1,-1 0 0,1-1-1,0 1 1,0 0 0,1-1-1,0 1 1,0-1 0,0 1-1,0-1 1,1 1 0,0-1-1,0 0 1,1 0 0,-1 0-1,1 0 1,0 0 0,1 0-1,-1-1 1,1 0 0,0 1-1,0-2 1,0 1 0,0 0-1,1-1 1,0 0 0,-1 0-1,1 0 1,0 0 0,0-1 0,1 0-1,-1 0 1,0 0 0,1-1-1,-1 0 1,1 0 0,0 0-1,-1-1 1,2 1-47,-4-4 32,0 0 1,0-1-1,-1 1 1,1 0-1,-1-1 1,0 0-1,0 1 0,0-1 1,0 0-1,0 0 1,-1 0-1,0 0 1,0 0-1,0-1 1,0 1-1,-1 0 0,0 0 1,0 0-1,0-1 1,0 1-1,-1 0 1,1 0-1,-2-5-32,2-6 7,0 11-56,1-1-1,-1 1 0,0-1 0,0 1 0,0-1 0,0 0 1,-1 1-1,0-1 0,0 1 0,0 0 0,0-1 0,-1 1 1,0 0-1,0 0 0,0-1 0,0 2 0,-1-1 1,1 0-1,-1 0 0,0 1 0,0-1 0,0 1 0,-1 0 1,1 0-1,-1 1 0,0-1 0,0 0 0,0 1 0,0 0 1,0 0-1,0 1 0,-1-1 0,-3 0 50,-14 54-8512,16-29 2369</inkml:trace>
  <inkml:trace contextRef="#ctx0" brushRef="#br0" timeOffset="8682.703">2858 2675 6585,'0'0'4617,"0"0"-2648,0 0 47,0 0-832,-13 151-311,6-109-9,4-2-592,3-4-120,0-5-88,0-9-56,0-7-16,8-8-72,2-7-312,9-4-1240,-4-21-945,-2-1-2176</inkml:trace>
  <inkml:trace contextRef="#ctx0" brushRef="#br0" timeOffset="9333.436">3055 2428 7882,'0'0'645,"0"0"1682,0 0-674,0 0-834,0 0-422,0 0 160,21 0-58,153 0 408,-188-2-853,-1 1 1,1 1-1,-1 0 1,1 1-1,0 0 1,-1 2-1,1-1 1,0 2-1,0 0 1,0 0-1,1 1 1,-1 1-1,1 0 1,1 1-1,-1 1 1,1 0-1,1 0 0,-1 1 1,-3 5-55,13-12 35,0 1-1,0-1 1,1 1 0,-1-1-1,1 1 1,-1 0 0,1 0 0,0 0-1,0 0 1,0 0 0,1 0-1,-1 0 1,1 0 0,-1 0-1,1 0 1,0 0 0,0 0 0,1 0-1,-1 0 1,1 0 0,-1 0-1,1 0 1,0 0 0,0 0-1,0 0 1,1 0 0,-1 0 0,1-1-1,-1 1 1,1-1 0,0 1-1,0-1 1,0 0 0,0 1-1,0-1 1,1 0 0,-1 0 0,1-1-1,-1 1 1,1 0 0,0-1-1,0 0 1,-1 0 0,1 1-1,0-2 1,0 1 0,0 0 0,0-1-1,0 1 1,0-1 0,1 0-1,-1 0 1,2 0-35,84-15 948,-87 14-955,-1-1 0,1 1 0,0-1-1,-1 1 1,1 0 0,0 0 0,0 0-1,0 0 1,0 0 0,0 0 0,0 1 0,0-1-1,0 0 1,0 1 0,0 0 0,0-1-1,0 1 1,0 0 0,1 0 0,-1 0 0,0 1-1,0-1 1,0 0 0,0 1 0,0 0 0,0-1-1,0 1 1,0 0 0,0 0 0,0 0-1,0 0 1,-1 0 0,1 0 0,0 1 0,-1-1-1,1 1 1,-1-1 0,1 1 0,-1-1 0,0 1-1,1 0 1,-1 0 0,0 0 0,0-1-1,0 1 1,-1 0 0,1 0 0,0 0 0,-1 1-1,1-1 1,-1 1 7,26 115 383,-26-107-404,1-9 52,-1 0-1,1 0 1,-1 1 0,0-1 0,0 0 0,0 0-1,0 0 1,0 0 0,-1 1 0,1-1-1,-1 0 1,1 0 0,-1 0 0,0 0 0,0 0-1,0 0 1,0 0 0,0 0 0,0 0 0,0-1-1,-1 1 1,1 0 0,0-1 0,-1 1-1,0-1 1,1 1 0,-1-1 0,0 0 0,0 0-1,0 0 1,0 0 0,0 0 0,-1 1-31,-97 25-141,32-26-6786,46-5-42</inkml:trace>
  <inkml:trace contextRef="#ctx0" brushRef="#br0" timeOffset="3408.789">1830 690 7730,'0'0'885,"0"0"2400,0 0-1455,0 0-830,0 0-320,0 0 363,14 0 20,189 19 1141,-119-7-2200,-74-10-8894,-30-3 2698,-4-3 2430</inkml:trace>
  <inkml:trace contextRef="#ctx0" brushRef="#br0" timeOffset="3648.925">1943 865 6553,'0'0'873,"0"0"3231,0 0-3127,0 0-353,0 0-168,0 0-120,0 0 624,62 58-176,-47-49-200,2-3-415,5-1 87,1-3-248,6-2 168,3 0-128,15-4-48,-7-7-865,-8-3-4760</inkml:trace>
  <inkml:trace contextRef="#ctx0" brushRef="#br0" timeOffset="11053.82">1167 4186 6537,'0'0'738,"0"0"-13,0 0 1300,0 0-137,0 0-957,0 0-337,8 19 3012,54-120-3074,-53-32 29,-9 132-558,0 72 508,-1-21 485,2 0 0,3 0 0,1-1 1,3 0-1,3 5-996,12-5-141,-15-34-2644,-7-12 319,-2 0-2254,-1-1-718</inkml:trace>
  <inkml:trace contextRef="#ctx0" brushRef="#br0" timeOffset="11400.197">1162 4620 7890,'0'0'4275,"0"0"-2210,0 0-1350,0 0 127,-3 5 41,-12 20-136,45-5 1226,-28-20-1823,41 1 447,-1-3 0,1-1 0,-1-2 0,0-1 0,28-10-597,167-17-48,-246 77-5543,-16-17 562,-4-4-3315</inkml:trace>
  <inkml:trace contextRef="#ctx0" brushRef="#br0" timeOffset="11900.914">1244 4940 6489,'0'0'5532,"0"0"-1463,0 0-2226,0 0-1193,0 0-361,0 0-50,-8 16 127,-6 154 93,83-166-261,138-41-1305,-188 38 594,-17-1 344,-1 1 0,1 0-1,0-1 1,0 1 0,-1-1 0,1 1 0,0-1 0,0 0 0,0 0 0,-1 0 0,1 0 0,0 0 0,0 0 0,0-1 0,0 1 0,-1-1 0,1 1 0,0-1 0,-1 1 0,1-1 0,0 0 0,-1 0 0,1 0 0,-1 0 0,1 0-1,-1 0 1,1 0 0,-1-1 0,0 1 0,0 0 0,0-1 0,0 1 0,0-1 0,0 0 0,0 1 0,0-1 0,0 1 0,-1-1 0,1 0 0,-1 0 0,1 1 0,-1-1 0,0 0 0,1-1 169,-1-11-3593,0-1-505</inkml:trace>
  <inkml:trace contextRef="#ctx0" brushRef="#br0" timeOffset="12201.047">1429 4891 6361,'0'0'1710,"0"0"2404,0 0-1234,0 0-1309,0 0-359,0 0-181,-4 6 232,11 143 1349,-7 51-1805,14-186-2126,2-15-6431,-7-5-605</inkml:trace>
  <inkml:trace contextRef="#ctx0" brushRef="#br0" timeOffset="12931.865">2005 4393 4841,'0'0'902,"0"0"-617,0 0-40,0 0 334,0 0-267,0 0-200,-3-2-2,-16-1 1885,4 32 7359,55-24-6690,97-18-1446,-118 33-5438,-37 12-3515,1-13-959</inkml:trace>
  <inkml:trace contextRef="#ctx0" brushRef="#br0" timeOffset="13185.285">1998 4622 7730,'0'0'53,"0"0"881,0 0 2249,0 0-1784,0 0-1004,0 0 251,-3 3 461,4-4-1068,-1 1-1,1 0 1,-1-1-1,1 1 1,-1-1 0,1 1-1,-1 0 1,1 0-1,-1-1 1,1 1-1,-1 0 1,1 0-1,0 0 1,-1 0-1,1 0 1,-1 0-1,1-1 1,0 1-1,-1 1 1,1-1 0,0 0-1,-1 0 1,1 0-1,-1 0 1,1 0-1,0 0 1,-1 1-1,1-1 1,-1 0-1,1 1 1,-1-1-1,1 0 1,-1 1 0,1-1-1,-1 0 1,1 1-1,-1-1 1,0 1-1,1-1 1,-1 1-1,0-1 1,1 1-1,-1-1 1,0 1-1,0 0 1,1-1-1,-1 1 1,0-1 0,0 1-1,0 0 1,0-1-1,0 1 1,0-1-1,0 1 1,0 0-1,0-1 1,0 1-1,0-1 1,0 1-1,0 0 1,0-1 0,-1 1-1,1-1 1,0 1-1,-1 0-38,10-1 165,122-2 1527,-3-1-4633,-106 3-2036</inkml:trace>
  <inkml:trace contextRef="#ctx0" brushRef="#br0" timeOffset="13814.138">2492 4344 6345,'0'0'857,"0"0"384,0 0 2629,0 0-1369,0 0-1661,0 0-507,-6 5 222,-3 8-197,0 1 1,1 0-1,1 0 0,1 0 0,0 1 1,0 0-1,2 0 0,0 1 0,0-1 0,2 1 1,0 0-1,0 0 0,2 0 0,0 0 1,1-1-1,0 1 0,2 0 0,0 1-358,-1-11 25,1-1-1,0 1 0,0-1 0,1 0 1,0 0-1,0 0 0,0-1 0,0 0 1,0 1-1,1-1 0,0-1 1,0 1-1,0-1 0,0 0 0,1 0 1,-1 0-1,1-1 0,0 0 0,0 0 1,-1 0-1,1-1 0,0 0 1,1 0-1,-1-1 0,0 1 0,0-1 1,0 0-1,0-1 0,0 0 0,0 0 1,0 0-1,0-1 0,0 1 1,0-2-1,-1 1 0,1 0 0,-1-1 1,1 0-1,-1-1 0,0 1 0,0-1 1,-1 0-1,1 0 0,-1 0 1,4-4-26,-2 1-69,1-1 0,-1 0 0,0 0-1,-1 0 1,1-1 0,-2 0 0,1 1-1,-1-2 1,-1 1 0,0 0 0,0-1-1,-1 0 1,0 1 0,0-1 0,-1 0-1,-1 0 1,1 0 0,-2 0 0,-1-10 70,-1 13-25,-1 0 1,0 0-1,-1 0 1,0 0 0,0 0-1,0 1 1,-1 0 0,0 0-1,0 1 1,0 0 0,-1 0-1,0 0 1,0 1-1,0 0 1,0 0 0,-1 1-1,1 0 1,-1 0 0,0 1-1,0 0 1,0 0 0,0 1-1,0 0 1,-1 0 0,1 1-1,0 0 1,0 0-1,-1 1 1,1 0 0,-6 2 24,11-3-39,1 1 0,-1-1 0,1 0 0,-1 1 0,1-1 0,-1 1 0,1 0-1,0 0 1,-1 0 0,1 0 0,0 0 0,0 0 0,-1 1 0,1-1 0,0 1 0,1-1 0,-1 1 0,0 0 0,0 0 0,1 0 0,-1 0 0,1 0 0,0 0 0,-1 0 0,1 0 0,0 1 0,0-1 0,0 0 0,1 1 0,-1-1 0,1 1 0,-1-1 0,1 1 0,0-1 0,0 1 0,0-1 0,0 1 0,0 0 39,21 59-5105,7-32-890</inkml:trace>
  <inkml:trace contextRef="#ctx0" brushRef="#br0" timeOffset="14053.861">2858 4631 5457,'0'0'7146,"0"0"-4034,0 0-2415,0 0-113,-33 133-304,31-97 520,2-5-384,0-5-192,0-6-224,0-6 0,0-5-48,12-9-840,-2 0-2025,3-9-2304</inkml:trace>
  <inkml:trace contextRef="#ctx0" brushRef="#br0" timeOffset="14583.6">3026 4331 8442,'0'0'2115,"0"0"2182,0 0-2499,0 0-1393,0 0-293,19-12 51,-11 22-118,-1 0 1,-1 0 0,0 0-1,-1 1 1,0 0 0,0 0-1,-1 0 1,-1 1-1,1-1 1,-2 1 0,0 0-1,0 0 1,-1 0 0,-1 0-1,0 0 1,-1 0 0,0 0-1,-1 6-45,-76 71 218,52-67-146,26-21-76,0 0 0,0 0 1,0 0-1,1 0 0,-1 0 1,0 0-1,1 0 1,-1 0-1,0 0 0,1 0 1,-1 0-1,1 0 0,0 0 1,-1 0-1,1 0 0,0 0 1,0-1-1,-1 1 1,1 0-1,0 0 0,0-1 1,0 1-1,0-1 0,0 1 1,0-1-1,0 1 1,0-1-1,0 0 0,0 1 1,0-1-1,0 0 0,0 0 1,0 0-1,1 0 0,-1 0 1,0 0-1,0 0 1,0 0-1,0 0 0,0 0 1,0-1-1,0 1 0,0 0 4,6 1 3,164 17-728,-106-43-7980,-46 10 3215</inkml:trace>
  <inkml:trace contextRef="#ctx0" brushRef="#br0" timeOffset="15256.24">3335 4242 5801,'0'0'2381,"0"0"3377,0 0-3240,0 0-1608,0 0-262,0 0 4,3-3-123,97-23 1332,-100 26-1714,0 0 34,-25 0-149,18 0-54,1 0-1,-1 0 1,0 0 0,1 1-1,-1 1 1,1-1 0,-1 1 0,1 0-1,0 0 1,0 1 0,0 0-1,0 0 1,0 0 0,0 1 0,1-1-1,0 1 1,0 1 0,0-1-1,0 1 1,1 0 0,-1 0 0,1 0-1,1 1 1,-1-1 0,1 1-1,0 0 1,0 0 0,0 0-1,1 1 1,0-1 0,0 0 0,1 1-1,0-1 1,0 1 0,0 3 22,5-6 22,-1 1 0,1-1 0,0-1 0,0 1 0,0 0 0,1-1 0,-1 0 0,1 0 0,0 0 0,0-1 0,0 0 0,0 1 0,0-2 0,0 1 0,0-1 0,1 0 0,-1 0 0,1 0 0,-1-1 0,1 1 0,-1-1 0,1-1 0,-1 1 0,0-1 0,5-1-22,-6 2 54,31 54-288,-10 97 320,-28-148-24,0 1 0,0-1 0,-1 1 0,1-1 0,-1 0 0,1-1 0,-1 1 0,0-1 1,0 1-1,0-1 0,-1 0 0,1-1 0,0 1 0,-1-1 0,1 1 0,-1-2 0,1 1 0,-1 0 0,0-1 0,1 0 0,-1 0 0,-1 0-62,-15 0-3606,13 0-1724</inkml:trace>
  <inkml:trace contextRef="#ctx0" brushRef="#br0" timeOffset="18418.602">1358 6313 6545,'0'0'1185,"0"0"984,0 0-990,0 0-328,0 0 356,0 0 631,6-7-458,6-9-1312,0 0 0,-2-1 0,0-1 0,-1 1 0,0-2 0,-2 1 0,0-1 0,-1 0 0,-1-1 0,-1 1 0,0-1 0,-2 0 0,0 0 0,-1 0 0,-2 0 0,-1-16-68,2 36 23,0 1-1,-1-1 0,1 0 1,0 1-1,-1-1 0,1 0 0,0 1 1,-1-1-1,1 0 0,0 1 0,-1-1 1,1 0-1,-1 0 0,1 0 1,-1 1-1,1-1 0,0 0 0,-1 0 1,1 0-1,-1 0 0,1 0 1,-1 0-1,1 0 0,-1 0 0,1 0 1,-1 0-1,1 0 0,-1 0 0,1 0 1,0 0-1,-1 0 0,1-1 1,-1 1-1,1 0-22,1 41 265,2 0 1,2-1-1,1 1 0,3-1 1,1-1-1,2 1 1,1-2-1,2 0 0,14 23-265,-28-58-603,3 4-728,-4-2-3964,0-4-2015</inkml:trace>
  <inkml:trace contextRef="#ctx0" brushRef="#br0" timeOffset="18765.619">1202 6636 6529,'0'0'809,"0"0"227,0 0 2083,0 0-1357,0 0-503,28-2-51,174-17 1197,-95-4-1262,63-11-31,-56 25-3746,-106 9 1393,-4 9-10497,-4-7 10887,0 7-3067</inkml:trace>
  <inkml:trace contextRef="#ctx0" brushRef="#br0" timeOffset="19333.756">1204 7043 6601,'0'0'1461,"0"0"1777,0 0-1663,0 0-332,0 0 202,0 0-274,9-7-613,-1 2-514,-1-1 0,0 0 0,-1 0 0,0-1 0,0 1 0,0-1 0,-1-1 0,0 1 0,0-1 0,-1 0 1,0 0-1,0 0 0,-1-1 0,0 1 0,-1-1 0,0 0 0,0 0 0,-1 0 0,1-7-44,-3-8 604,-11 123 871,7-70-1055,1 0 1,1 0 0,2 0 0,1 0-1,1 0 1,1 0 0,2 4-421,33 26-339,-11-62-5907,-15-56-5559,-11 41 10059,2-11-1039</inkml:trace>
  <inkml:trace contextRef="#ctx0" brushRef="#br0" timeOffset="19695.987">1484 6936 6649,'0'0'4312,"0"0"-771,0 0-1905,-3 20-558,-14 157 2800,17-172-3842,1 0 1,0-1-1,0 1 1,1 0-1,-1-1 1,1 1-1,0-1 0,1 1 1,-1-1-1,0 0 1,1 0-1,0 0 1,0 0-1,1 0 1,-1-1-1,0 0 1,1 1-1,0-1 0,0-1 1,0 1-1,0 0 1,1-1-1,-1 0 1,1 0-1,-1 0 1,1-1-1,-1 1 0,1-1 1,0 0-1,0-1 1,0 1-1,0-1 1,-1 0-1,1 0 1,0 0-1,0-1 1,0 0-1,0 0 0,-1 0 1,1 0-1,0-1 1,-1 0-1,1 0 1,-1 0-1,4-3-36,-3 2-113,1-1 0,-1 0 0,-1-1 0,1 1 0,-1-1 0,1 0 0,-1 0 0,-1-1 0,1 1 0,-1-1 0,0 1 0,0-1 0,0 0 0,-1 0 0,0 0 0,0-1 0,-1 1 0,0 0 0,0-1 0,0 1 0,-1-1 0,0 1 0,0-1 1,-1 1-1,0-1 0,0 1 0,0 0 0,-1-1 0,0 1 0,0 0 0,0 0 0,-1 0 0,0 0 0,0 1 0,0-1 0,-3-2 113,-2 1 44,0 0 1,-1 0 0,0 1-1,0 0 1,-1 0 0,1 1-1,-1 0 1,0 1 0,-1 0-1,1 1 1,-1 0 0,1 1-1,-1 0 1,0 0 0,0 1-1,-6 0-44,16 1-3,0 0-1,0 0 0,0 0 0,0 0 0,0 0 0,0 0 1,0 0-1,0 1 0,0-1 0,0 0 0,0 0 0,0 1 0,0-1 1,0 1-1,0-1 0,0 1 0,1-1 0,-1 1 0,0-1 0,0 1 1,0 0-1,1 0 0,-1-1 0,0 1 0,1 0 0,-1 0 1,1 0-1,-1 0 0,1 0 0,-1-1 0,1 1 0,-1 0 0,1 0 1,0 0-1,0 0 0,0 0 0,-1 0 0,1 1 0,0-1 0,0 0 1,0 0-1,1 0 0,-1 0 0,0 0 0,0 0 0,0 0 1,1 0-1,-1 0 0,0 0 0,1 0 0,-1-1 0,1 1 0,0 0 1,-1 0-1,1 0 4,36 47-3993,-3-32-2910</inkml:trace>
  <inkml:trace contextRef="#ctx0" brushRef="#br0" timeOffset="20251.483">1975 6476 6433,'0'0'1286,"0"0"1315,0 0-582,0 0-944,0 0 496,0 0-15,16 0-304,211 2 1952,-127-2-6481,-109-16-7499,-11 10 4464</inkml:trace>
  <inkml:trace contextRef="#ctx0" brushRef="#br0" timeOffset="20503.49">2136 6647 6753,'0'0'5210,"0"0"-3018,0 0-600,0 0-15,0 0-657,0 0-448,0 0-472,119 4-32,-102-1-984,10-1-801,-5-2-903,-2 0-3474</inkml:trace>
  <inkml:trace contextRef="#ctx0" brushRef="#br0" timeOffset="20881.879">2561 6425 7890,'0'0'1155,"0"0"2480,0 0-772,0 0-1261,0 0-567,0 0 33,-1 11 60,1-7-967,-3 5-33,1-1 0,0 1 0,1-1 0,0 1-1,0 0 1,1-1 0,0 1 0,1 0 0,-1-1 0,2 1 0,-1-1 0,1 1 0,0-1 0,1 1 0,0-1 0,1 0 0,-1 0 0,1-1 0,1 1 0,0-1 0,0 0 0,0 0 0,1 0 0,0-1 0,0 0 0,0 0 0,1-1 0,0 1 0,0-1 0,1-1 0,5 3-128,-8-5-7,0 0 0,0 0 0,0 0 0,0-1 0,0 0 0,1 0 1,-1 0-1,1-1 0,-1 0 0,0 0 0,1 0 0,-1-1 0,0 0 0,1 0 0,-1 0 0,0 0 0,0-1 1,0 0-1,0 0 0,0 0 0,0-1 0,0 0 0,-1 0 0,0 0 0,1 0 0,-1-1 0,0 0 0,-1 1 0,1-1 1,-1-1-1,1 1 0,-1 0 0,-1-1 0,1 0 0,0 0 0,-1 1 0,0-1 0,-1-1 0,1 1 0,-1 0 1,0 0-1,0-1 0,0 1 0,-1-5 7,1 4-66,-1-1-1,0 0 1,0 1 0,0-1-1,-1 0 1,0 1 0,-1-1 0,1 1-1,-1-1 1,-1 1 0,1 0-1,-1 0 1,0 0 0,0 0 0,-1 1-1,0-1 1,0 1 0,0 0-1,0 0 1,-1 0 0,0 0 0,0 1-1,0 0 1,-1 0 0,1 1 0,-1-1-1,0 1 1,0 0 0,0 1-1,-4-2 67,-93-6-433,102 12 187,-1 1 0,1 0 0,-1 0-1,1 0 1,0 0 0,0 1 0,0-1 0,1 0 0,-1 0-1,1 1 1,0-1 0,0 0 0,0 1 0,0-1 0,0 0 0,1 1-1,-1-1 1,1 0 0,0 0 0,0 0 0,0 0 0,1 0-1,-1 0 1,1 0 0,-1 0 0,2 1 246,20 21-4761,-1-6-1127</inkml:trace>
  <inkml:trace contextRef="#ctx0" brushRef="#br0" timeOffset="21133.496">2929 6589 3929,'0'0'3008,"0"0"4858,0 0-6273,0 0-721,0 0 40,0 0-688,0 138 320,0-107-376,0-2-168,0-2 0,0-5-120,0-7-624,0-4-896,0-11-1057,0 0-2480,0 0-352</inkml:trace>
  <inkml:trace contextRef="#ctx0" brushRef="#br0" timeOffset="21548.119">3179 6407 6585,'0'0'6087,"0"0"-3294,0 0-1948,0 0-189,0 0 48,0 0-159,4-17-364,61-135-60,-48 127 1836,-29 476 3289,22-418-8398,-3-12-1417,-7-21-3148</inkml:trace>
  <inkml:trace contextRef="#ctx0" brushRef="#br0" timeOffset="24364.617">1407 8487 7866,'0'0'1233,"0"0"1809,0 0-2026,0 0-614,0 0 306,0 0 587,-2 6-239,-5 12-243,6-31 78,11-42-330,-1 25-590,-2 0 1,0 0 0,-3 0-1,0-1 1,-2 0 0,-1 1-1,-1-1 1,-3-6 28,-18-17 84,21 83-49,0 50 657,-3-8 6,3 1 0,3 0 0,3 0 0,4-1-1,2 0 1,16 47-698,-17-98-418,-4-19-5309,-7-3 525</inkml:trace>
  <inkml:trace contextRef="#ctx0" brushRef="#br0" timeOffset="24680.509">982 8814 8042,'0'0'1107,"0"0"1759,0 0-918,0 0-364,0 0-89,31 1 140,214-11 1442,317-91-666,-410 91-5640,-129 35-5404,-23-12 3227</inkml:trace>
  <inkml:trace contextRef="#ctx0" brushRef="#br0" timeOffset="25229.957">1113 9252 7978,'0'0'1060,"0"0"1392,0 0 872,0 0-1576,0 0-782,0 0-70,2-4 210,129-147-862,-101 38-599,-32 430 3952,26-235-3356,-15-91-8028,-8-22 1417,-1 27 5110,0-23-3441,0 0 1562</inkml:trace>
  <inkml:trace contextRef="#ctx0" brushRef="#br0" timeOffset="25579.904">1479 9094 7762,'0'0'1901,"0"0"3873,0 0-3282,0 0-1576,0 0 939,-2 23-246,-6 120-268,9-139-1367,0 0-1,0 0 1,1 0-1,-1 0 1,1-1-1,0 1 1,0-1-1,0 1 1,0-1-1,0 1 1,1-1-1,0 0 0,-1 0 1,1-1-1,0 1 1,1 0-1,-1-1 1,0 0-1,1 0 1,-1 0-1,1 0 1,0 0-1,0-1 1,-1 0-1,1 0 0,0 0 1,0 0-1,0 0 1,0-1-1,0 0 1,0 0-1,1 0 1,-1 0-1,0 0 1,0-1-1,0 0 1,0 0-1,-1 0 1,1 0-1,0-1 0,0 0 1,-1 1-1,1-1 1,-1-1-1,1 1 1,-1 0-1,0-1 1,0 0-1,0 1 1,0-1-1,0 0 1,-1-1-1,0 1 1,1 0-1,-1-1 0,0 1 1,-1-1-1,2-2 27,-1-1-50,-1 1-1,0-1 0,0 0 1,-1 0-1,1 1 0,-1-1 0,-1 0 1,0 0-1,0 0 0,0 1 1,0-1-1,-1 1 0,0-1 0,-1 1 1,1 0-1,-1 0 0,-1 0 1,1 0-1,-1 0 0,0 1 0,0-1 1,0 1-1,-1 0 0,0 0 1,0 1-1,0 0 0,-1 0 1,1 0-1,-1 0 0,0 1 0,0 0 1,0 0-1,-1 0 0,1 1 1,0 0-1,-1 1 0,0-1 0,1 1 1,-1 0-1,0 1 0,-5 0 51,10-1 2,-1 0-1,1 1 1,-1 0-1,1-1 1,-1 1-1,1 0 0,-1 0 1,0 0-1,1 1 1,-1-1-1,1 1 1,-1-1-1,1 1 1,-1 0-1,1 0 0,0 0 1,-1 0-1,1 0 1,0 1-1,0-1 1,0 0-1,0 1 1,0 0-1,0 0 0,0 0 1,0-1-1,1 1 1,-1 1-1,1-1 1,0 0-1,-1 0 1,1 1-1,0-1 0,0 0 1,1 1-1,-1-1 1,0 1-1,1-1 1,-1 1-1,1-1 1,0 1-1,0 0 1,0-1-1,0 1 0,0-1 1,1 1-1,0 1-1,-1-1-88,1-1 0,-1 1 0,1-1 0,0 1 0,0-1 0,0 1-1,0-1 1,0 0 0,1 1 0,-1-1 0,0 0 0,1 0 0,0 0 0,0 0-1,-1 0 1,1-1 0,0 1 0,1 0 0,-1-1 0,0 0 0,0 1-1,1-1 1,-1 0 0,0 0 0,3 1 88,42 12-5065,-4-8-2174</inkml:trace>
  <inkml:trace contextRef="#ctx0" brushRef="#br0" timeOffset="25921.528">1854 9065 3081,'0'0'11023,"0"0"-6639,0 0-3029,0 0-292,0 0 537,-3 19-666,-8 62-304,12-76-618,0 0 0,1 0 0,-1 0 0,1 0 0,0 0 0,0 0 0,0-1 0,1 1 0,-1-1 0,1 1 0,1-1 0,-1 0 0,0 0 1,1 0-1,0-1 0,0 1 0,0-1 0,0 0 0,1 0 0,-1 0 0,1-1 0,-1 0 0,1 1 0,0-2 0,0 1 0,0 0 0,0-1 0,0 0 0,1-1 0,-1 1 0,0-1 0,0 0 0,1 0 0,-1 0 0,0-1 0,0 0 0,0 0 0,0 0 0,0 0 0,0-1 0,0 0 0,1-1-12,0 1-36,-1-1 1,0 1-1,0-1 1,0 0 0,-1-1-1,1 1 1,-1-1-1,0 0 1,0 0 0,0 0-1,0-1 1,-1 1-1,0-1 1,0 0-1,0 0 1,0 0 0,-1 0-1,0 0 1,0-1-1,0 1 1,-1-1 0,0 1-1,0-1 1,0 1-1,-1-1 1,0 0 0,0 1-1,0-1 1,-1 0-1,1 1 1,-1-1 0,-1 0-1,1 1 1,-1-1-1,0 1 1,0 0 0,-1 0-1,1 0 1,-1 0-1,-2-2 36,-1 0-11,-1 0 1,0 0-1,-1 0 0,1 1 0,-1 0 0,0 1 1,-1 0-1,1 0 0,-1 1 0,0 0 0,0 0 1,0 1-1,-1 0 0,1 1 0,-1 0 0,0 0 1,1 1-1,-1 1 0,0-1 0,-1 2 11,-35 20-1873,34 15-3482,10-9-2661</inkml:trace>
  <inkml:trace contextRef="#ctx0" brushRef="#br0" timeOffset="26495.975">2250 8559 7458,'0'0'80,"0"0"16,0 0 3128,0 0-431,0 0-849,0 0-1424,0 0 313,19 0 287,6 0-352,2 0-352,3 0 120,0 0-360,-6 0-104,-4 0-72,-3 0-264,-2 0-80,-2 0-1608,-8 0-2881</inkml:trace>
  <inkml:trace contextRef="#ctx0" brushRef="#br0" timeOffset="26723.865">2272 8803 4977,'0'0'8298,"0"0"-5762,0 0-1551,0 0 311,0 0 416,158-36-71,-126 25-1185,-5 2-456,-7 3-1025,-7 4-1271,-11-1-2921,-2 3-4161</inkml:trace>
  <inkml:trace contextRef="#ctx0" brushRef="#br0" timeOffset="27150.319">2709 8512 6385,'0'0'6658,"0"0"-3994,0 0-1558,0 0-75,-11 19 285,-35 65 278,44-81-1540,0 0 0,0 0 1,1 0-1,-1 0 0,1 0 1,0 0-1,0 1 0,0-1 1,0 0-1,0 1 0,1-1 0,0 0 1,-1 1-1,1-1 0,1 1 1,-1-1-1,0 0 0,1 1 1,0-1-1,0 0 0,0 1 1,0-1-1,0 0 0,0 0 0,1 0 1,0 0-1,0 0 0,-1 0 1,2-1-1,-1 1 0,0 0 1,0-1-1,1 0 0,0 1 1,-1-1-1,1 0 0,0-1 1,0 1-1,0 0 0,0-1 0,3 1-54,123 19 64,-124-23-168,1 0 1,-1-1 0,1 0 0,-1 0-1,0-1 1,0 1 0,-1-1-1,1 0 1,-1 0 0,0-1 0,0 1-1,0-1 1,0 0 0,-1 0-1,0 0 1,0 0 0,0-1 0,-1 1-1,0-1 1,0 0 0,0 0 0,-1 0-1,0 0 1,0 0 0,0 0-1,-1 0 1,0 0 0,0 0 0,0 0-1,-1 0 1,0 0 0,0 0 0,-1 0-1,1 1 1,-1-1 0,0 0-1,-1 1 1,0-1 0,0 1 0,0 0-1,-2-3 104,1 1 11,0 0 0,-1 0 0,0 1 0,0-1-1,-1 1 1,1 0 0,-1 1 0,-1-1-1,1 1 1,-1 0 0,0 1 0,0 0 0,0 0-1,-1 0 1,1 1 0,-1 0 0,0 0 0,0 1-1,0 0 1,0 1 0,0 0 0,-2 0-11,6 4-70,0 1-1,1 0 1,-1 0 0,1 0 0,0 0-1,0 1 1,1-1 0,-1 1 0,1 0-1,0 0 1,0-1 0,1 2 0,-1-1 0,1 0-1,0 0 1,0 0 0,1 0 0,0 1-1,0-1 1,0 0 0,0 0 0,1 1 0,0-1-1,0 2 71,0 3-676,1 38-4541,10-8-4331</inkml:trace>
  <inkml:trace contextRef="#ctx0" brushRef="#br0" timeOffset="27399.967">2998 8710 8410,'0'0'544,"0"0"5401,0 0-4424,0 0-633,0 0 160,-27 117 104,22-90-368,3-5-448,-1-2-280,3-6-88,0-3 32,0-4-240,0-5-864,5-2-1016,3-5-2689,2-12-6210</inkml:trace>
  <inkml:trace contextRef="#ctx0" brushRef="#br0" timeOffset="27765.573">3206 8536 5401,'0'0'8867,"0"0"-5473,0 0-2555,0 0-429,0 0 769,0 0 224,-6 23-313,-17 74-692,22-94-383,0 0-1,0 1 1,0-1-1,0 0 1,0 1 0,1-1-1,-1 1 1,1-1-1,0 1 1,0-1 0,1 0-1,-1 1 1,1-1-1,-1 1 1,1-1-1,0 0 1,0 1 0,1-1-1,-1 0 1,1 0-1,-1 0 1,1 0 0,0 0-1,0 0 1,1-1-1,-1 1 1,0-1 0,1 1-1,-1-1 1,1 0-1,0 0 1,0 0 0,0 0-1,0-1 1,0 1-1,0-1 1,1 0 0,-1 0-1,0 0 1,1 0-1,-1 0 1,0-1 0,1 1-1,-1-1 1,1 0-1,-1 0 1,1-1 0,-1 1-1,0-1 1,1 1-1,-1-1 1,0 0 0,1 0-1,-1-1 1,0 1-1,2-2-14,0-1-90,0 1 0,-1-2 0,0 1 0,0 0 0,0-1 0,0 0 0,-1 0-1,1 0 1,-1 0 0,-1 0 0,1-1 0,-1 1 0,0-1 0,0 0 0,0 1 0,-1-1-1,0 0 1,0 0 0,-1 0 0,1 0 0,-1 0 0,-1 0 0,1 0 0,-1 0 0,0 0-1,0 0 1,-1 0 0,-1-4 90,-1 4 32,1 0 1,-1 0-1,-1 0 0,1 1 0,-1-1 0,0 1 0,0 0 1,0 1-1,-1-1 0,1 1 0,-1 0 0,0 0 0,0 1 0,-1 0 1,1 0-1,-1 0 0,0 1 0,1 0 0,-1 0 0,0 1 1,0 0-1,0 0 0,0 1 0,0-1 0,0 1 0,-5 1-32,9 2-86,1-1 0,-1 0 0,0 1 0,1 0-1,-1 0 1,1-1 0,0 1 0,0 1 0,0-1-1,1 0 1,-1 0 0,1 1 0,-1-1 0,1 1-1,0-1 1,1 1 0,-1-1 0,0 1 0,1 0-1,0-1 1,0 1 0,0 0 0,0-1 0,1 1-1,0 0 1,-1-1 0,1 1 0,0-1 0,1 1-1,0 2 88,19 32-4941,6-6-2901</inkml:trace>
  <inkml:trace contextRef="#ctx0" brushRef="#br0" timeOffset="29094.71">3426 8294 6257,'0'0'716,"0"0"-266,0 0 982,0 0 1102,0 0-1167,0 0-777,-2 6 432,-3 8-850,14-26 6195,17-78-6177,-19 146 703,0 421 3331,-7-477-4235,7 7-7325,1-7-1009</inkml:trace>
  <inkml:trace contextRef="#ctx0" brushRef="#br0" timeOffset="33879.419">866 7432 6185,'0'0'954,"0"0"-639,0 0-186,0 0 72,0 0 415,0 0-107,1 5-195,0-1-293,0-1-1,0 0 0,1 0 0,-1-1 1,1 1-1,-1 0 0,1 0 0,0-1 1,0 1-1,0-1 0,0 0 1,1 1-1,-1-1 0,1 0 0,-1 0 1,1 0-1,0-1 0,-1 1 0,1-1 1,0 0-1,0 1 0,0-1 1,0 0-1,1-1 0,0 1-20,-11 47 4144,-18-3-3664,3 2 1,1 0-1,3 1 1,1 1-1,3 1 1,2 0-1,2 1 1,3 0-1,2 0 1,1 39-481,5-37 233,2 0 0,3 0 0,2-1 0,3 0 0,4 9-233,-15-57 15,1 1 0,-1-1-1,0 0 1,1 0 0,-2 0-1,1 1 1,-1-1 0,1 0-1,-1 0 1,0 0 0,-1 0-1,1 0 1,-1 0 0,1 0-1,-1 0 1,0-1 0,-1 1-1,1-1 1,-1 1 0,1-1-1,-1 0 1,0 0 0,0 0-1,0-1 1,-1 1 0,1-1-1,-1 1 1,1-1 0,-1 0-1,0 0 1,0-1 0,0 1-1,0-1 1,0 0 0,-2 0-15,-2 3-23,-17 9 46,19-12-18,0 1 0,0 0 0,0 1 0,1-1 0,-1 1 0,1 0 0,-1 1 0,1-1-1,0 1 1,0 0 0,1 0 0,-1 0 0,1 1 0,0 0 0,0-1 0,1 2 0,-1-1 0,1 0-1,0 1 1,1-1 0,-1 1 0,1 0 0,0 0 0,0 0 0,1 0 0,-1 6-5,2 6 2,0 1 1,1-1 0,1 1 0,1-1 0,1 0-1,0 0 1,1 0 0,1-1 0,1 1-1,0-1 1,2-1 0,-1 0 0,7 8-3,-7-12 60,-2 1 0,1-1 1,-2 1-1,0 0 0,0 1 1,-1-1-1,-1 1 0,0-1 1,-1 1-1,0 0 0,-1 0 1,-1 0-1,-1 7-60,-75 96 985,74-95-816,1-1 0,1 1 0,1 0 0,0-1 0,2 1-1,1-1 1,0 0 0,2 0 0,0 0 0,1-1-1,1 0 1,1 0 0,1-1 0,1 0 0,1-1 0,0 0-1,9 10-168,-19-23 7,-1-1 0,0 1 0,0 0 1,-1 0-1,1 0 0,-1 0 0,0 0 0,-1 0 0,1-1 0,-1 1 0,0 0 0,0 0 0,0 0 0,-1-1 0,0 1 0,0-1 0,0 1 0,0-1 0,-1 0 0,1 0 0,-2 1-7,-6 17-25,-3 19-12,3 1 0,1 0 0,3 0 0,1 0 0,2 1 0,1-1 0,3 1 0,2 0 1,1 0 36,1 103-649,12-121-2218,6-19-2271,1-6-2486</inkml:trace>
  <inkml:trace contextRef="#ctx0" brushRef="#br0" timeOffset="36328.299">2974 9388 8026,'0'0'977,"0"0"785,0 0-707,0 0-571,0 0 156,-1 19 339,-8 149 1896,-85 922 3935,90-1040-6632,3-44-3768,1-6-3879,3-11 1631</inkml:trace>
  <inkml:trace contextRef="#ctx0" brushRef="#br0" timeOffset="36782.401">2618 10410 6553,'0'0'838,"0"0"-199,0 0 1072,0 0-570,0 0-514,0 0-84,22 11 298,66 37 578,-55 15 627,-32-48-1634,9 70 359,-8-52-422,2-1 0,1 1-1,2-1 1,1-1 0,1 1 0,7 12-349,-15-41-14,0-1 1,0 0 0,0 1 0,0-1 0,0 0 0,1 0-1,-1 0 1,1 0 0,-1 0 0,1 0 0,0 0 0,0-1 0,0 1-1,0-1 1,0 1 0,0-1 0,0 0 0,0 1 0,1-1-1,-1 0 1,0-1 0,1 1 0,-1 0 0,1-1 0,-1 1 0,1-1-1,-1 0 1,1 0 0,-1 0 0,1 0 0,-1 0 0,1-1-1,-1 1 1,1-1 0,-1 1 0,1-1 0,-1 0 0,0 0 0,1 0-1,-1 0 1,0-1 0,0 1 0,0 0 0,0-1 0,0 0-1,0 1 1,0-1 0,-1 0 0,1 0 0,-1 0 0,1-1 13,83-124-154,19-24-3401,-95 141 2911,46-28-8717,-51 38 8465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09.9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268 222 5721,'0'0'1907,"0"0"1361,0 0-1723,0 0-659,-7 23 137,-25 76 18,32-92-969,0 0-1,0 0 0,0 0 0,1 0 0,0 0 1,0 0-1,1 0 0,0 0 0,0-1 1,1 1-1,-1-1 0,1 1 0,1-1 0,-1 0 1,1 0-1,0-1 0,1 1 0,-1-1 1,1 0-1,0 0 0,1 0 0,-1-1 0,1 0 1,-1 0-1,1 0 0,1-1 0,-1 0 1,0 0-1,1 0 0,-1-1 0,1 0 0,0 0 1,0-1-1,0 0 0,0 0 0,0-1 1,0 0-1,0 0 0,0 0 0,0-1 0,0 0 1,3-1-72,-1 3 8,0-1 1,0 0 0,0 0-1,0-1 1,0-1 0,0 1-1,0-1 1,-1-1 0,1 0-1,-1 0 1,1 0 0,-1-1-1,0-1 1,0 1 0,-1-1-1,1 0 1,-1-1 0,0 0-1,-1 0 1,1-1 0,-1 1-1,0-1 1,-1-1 0,0 1-1,0-1 1,-1 0 0,0 0-1,0 0 1,0 0 0,-1-2-9,-2-1-30,0-1 1,0 1-1,-1-1 0,-1 0 1,0 1-1,0-1 1,-1 1-1,-1-1 1,0 1-1,0 0 1,-1 0-1,-1 0 0,0 1 1,0-1-1,-1 1 1,0 1-1,-1-1 1,0 1-1,0 0 1,-1 0-1,0 1 0,-1 0 1,0 1-1,0 0 1,-1 0-1,1 1 1,-2 0-1,1 0 1,0 1-1,-1 1 0,0 0 1,0 1-1,-1-1 1,1 2-1,0 0 1,-1 0-1,0 1 1,1 1-1,-1 0 0,1 0 1,-1 1-1,0 1 1,-5 1 29,1 2 31,1 1 1,1 0 0,-1 1-1,1 0 1,0 1 0,1 1-1,-1 0 1,2 1 0,-1 0-1,2 1 1,-1 1 0,2-1-1,-1 2 1,2-1 0,-1 2-1,2-1 1,0 1 0,1 0-1,0 1 1,1 0 0,0 0-1,2 0 1,-1 1 0,2-1-1,0 1 1,1 0 0,1 9-32,-1-20 7,0 1 0,1-1 0,0 1 0,0 0 0,0 0 0,1-1 0,0 1 0,0 0 0,0 0 0,1 0 0,0-1 0,0 1 0,0 0 0,1-1 0,0 1 0,0-1 0,0 1 0,1-1 0,0 0 0,0 0 0,0 0 0,1 0 0,-1-1 0,1 0 0,0 1 0,0-1 0,1-1 0,-1 1 0,1 0 0,0-1 0,0 0 0,0 0 0,0-1 0,1 0 0,-1 1 0,1-2 0,-1 1 0,1-1 0,0 1-7,12-5 11,0 0-1,0-1 1,-1 0 0,0-2 0,0 0-1,0-1 1,-1 0 0,0-2-1,0 1 1,-1-2 0,0 0 0,-1-1-1,0-1 1,0 0 0,-2-1 0,1 0-1,-2-1 1,0 0 0,0-1-1,-1 0 1,-1-1 0,-1 0 0,1-3-11,-3 12-5,0 1 1,-1-2-1,1 1 1,-2 0-1,1-1 1,-1 0-1,0 0 1,-1 0-1,1-1 1,-2 1-1,1-1 1,-1 1-1,-1-1 1,1 0-1,-2 0 1,1 0-1,-1 0 1,0 0-1,-1 0 1,0 1-1,-1-1 1,0 0-1,0 0 1,0 1-1,-1-1 1,-1 1-1,0 0 1,0 0-1,0 0 1,-1 1-1,0-1 1,0 1-1,-1 0 1,0 1-1,-5-6 5,-2 5 14,-1 1 0,1 0-1,-1 1 1,0 0 0,0 1 0,-1 0-1,1 1 1,-1 1 0,1 1 0,-1 0-1,0 0 1,0 2 0,0 0-1,1 0 1,-1 2 0,1 0 0,-1 0-1,1 1 1,0 1 0,0 1 0,1 0-1,0 0 1,0 1 0,0 1-1,1 0 1,0 1 0,0 0 0,1 1-1,1 0 1,-1 1 0,1 1-14,3-4 37,1 0 1,0 0-1,1 0 1,-1 1-1,2 0 1,-1 0-1,1 0 1,1 1-1,0-1 1,0 1-1,0 0 1,2 0-1,-1 0 1,1 0-1,1 0 1,-1 0-1,2 0 1,-1 0-1,2 0 1,-1 0-1,1 0 1,1 0-1,0-1 1,0 1-1,1-1 1,0 0-1,0 0 1,1 0-1,1 0 1,-1-1-1,1 0 1,1 0-1,-1 0 0,1-1 1,4 3-38,6-4 51,-1-1 1,1-1-1,0 0 0,1-2 0,-1 0 1,1 0-1,-1-2 0,1 0 0,-1-1 0,0-1 1,1 0-1,-1-1 0,0-1 0,0-1 1,-1-1-1,1 0 0,-1-1 0,0 0 1,-1-1-1,0-1 0,4-4-51,-2 4-5,-1 0 0,0 0 0,-1-2 0,0 0 0,0 0 0,-1-2 0,-1 1-1,0-2 1,-1 0 0,0 0 0,-2-1 0,1-1 0,-2 0 0,0 0 0,-1-1 0,0 0 0,2-10 5,-10 22-36,0 0-1,0 0 1,-1 0 0,0 1 0,0-1 0,0 0 0,0 1 0,-1-1 0,1 0 0,-1 1 0,0 0 0,-1-1 0,1 1 0,-1 0 0,0 0 0,0 0 0,0 1 0,0-1 0,-1 1 0,1 0 0,-1-1 0,0 2 0,0-1-1,0 0 1,0 1 0,-1 0 0,1 0 0,-1 0 0,0 0 36,-140-31-161,132 33 163,8-2-5,0 1 0,-1 0 0,1 0 0,0 1 0,0 0 0,-1 0 0,1 0 0,0 0 1,0 1-1,-1 0 0,1 0 0,0 0 0,0 1 0,0 0 0,0 0 0,0 0 0,1 0 0,-1 1 0,0 0 0,1 0 1,0 0-1,0 0 0,0 1 0,0 0 0,-1 1 3,-9 114-2663,14-62-2902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12.11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273 43 6769,'0'0'1277,"0"0"1774,0 0-1708,0 0-591,0 0-185,0 0 190,-14 1 28,-45 2-25,56-2-709,1 0 0,-1 0 0,1 1 0,-1-1-1,1 1 1,0-1 0,0 1 0,-1 0 0,1-1 0,1 1 0,-1 0 0,0 1 0,0-1 0,1 0 0,-1 0 0,1 1 0,0-1 0,0 1 0,0-1 0,0 1 0,0-1 0,0 1-1,1 0 1,-1 0 0,1-1 0,0 1 0,0 0 0,0-1 0,0 1 0,0 1-51,-1 6 141,-7 285 1392,9-289-1512,1-1-1,-1 1 1,1 0 0,0-1 0,0 0 0,1 1 0,-1-1-1,1 0 1,0 0 0,1 0 0,-1-1 0,1 1 0,0-1 0,0 0-1,1 0 1,-1 0 0,1 0 0,0-1 0,0 0 0,0 0-1,0 0 1,0-1 0,1 1 0,-1-1 0,1-1 0,-1 1-1,1-1 1,0 0 0,0 0 0,-1-1 0,1 1 0,0-1-1,0-1 1,0 1 0,0-1 0,0 0 0,-1 0 0,1-1-1,-1 1 1,1-2 0,-1 1 0,1 0 0,-1-1 0,0 0-1,0 0 1,0 0 0,-1-1 0,2-1-21,6-8 34,-1-1 0,0 0 0,0-1 0,-2 0 0,0-1 0,-1 0 0,0-1 0,-1 1 0,-1-1 0,-1-1 0,0 1 0,-2-1 0,0 0 0,0 1 0,-2-1 0,0 0 0,-1-1 0,-2-7-34,2 19-1,-1 0-1,0 0 1,0 0-1,-1 1 0,0-1 1,0 0-1,-1 1 1,1-1-1,-1 1 1,-1 0-1,1 0 1,-1 0-1,0 0 1,-1 1-1,1-1 1,-1 1-1,0 0 1,0 1-1,-1-1 1,1 1-1,-1 0 0,0 1 1,0-1-1,0 1 1,-1 0-1,1 1 1,-2-1 1,-12-4-12,1 1 0,-1 1 0,-1 1 0,1 1 1,0 1-1,-1 0 0,1 2 0,-18 1 12,31 0 8,-1 0 0,0 0 0,1 1 0,-1-1 0,1 2 0,-1-1 0,1 1 0,0 0 0,0 1 0,1 0 0,-1 0 0,1 0 0,-1 1 0,1 0 0,1 0 0,-1 0 0,1 1 0,0 0 0,0 0 0,0 0 0,1 0 0,0 1 0,0 0 0,1 0 0,0 0 0,0 0 0,1 1 0,0-1 0,0 1 0,0-1 0,1 1 0,0 0 0,1 2-8,-2 14 33,1 0 1,1 0 0,1-1 0,1 1 0,1-1 0,1 1 0,1-1 0,1 0 0,1 0 0,6 11-34,-9-20 9,0 0 0,1-1 0,0 1 0,1-1 0,1 0 0,0 0 0,0-1 0,2 0 0,-1 0 0,1-1 0,1 0 0,0 0 0,1-2 0,0 1 0,0-1 0,1 0 0,0-2 0,1 1 0,0-1 0,0-1 0,0 0 0,1-1 0,-1 0 0,1-1 0,1-1 0,-1 0 0,0-1 0,1-1 0,5 0-9,-12-3 10,0 0 0,-1-1 0,0 0-1,1 0 1,-1-1 0,-1 0 0,1 0-1,-1-1 1,1 0 0,-1 0 0,0 0 0,-1-1-1,0 0 1,1 0 0,-2 0 0,1-1-1,-1 1 1,0-1 0,0 0 0,-1 0 0,0-1-1,0 1 1,0-5-10,3-6-46,-1 0-1,-1 0 1,0-1-1,-2 1 1,0-1-1,-1 0 1,-1 1-1,-1-1 1,-1-9 46,1 24-29,0 1 1,1 0-1,-2 0 0,1 0 1,0 0-1,-1 0 0,1 0 1,-1 0-1,0 1 0,0-1 1,0 0-1,0 1 0,0-1 0,0 1 1,-1 0-1,0 0 0,1 0 1,-1 0-1,0 0 0,0 1 1,0-1-1,0 1 0,0 0 1,0 0-1,0 0 0,0 0 1,0 0-1,-1 1 0,1 0 1,0-1-1,0 1 0,-1 0 1,1 1-1,0-1 0,-1 0 1,1 1-1,0 0 0,-2 1 29,-35 51-4761,30-37-596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19.30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78 158 6385,'0'11'7578,"45"-27"-7127,-3 3-327,1 1 0,-1 3 0,2 2 0,-1 1 0,1 2 0,23 2-124,326 10 1479,-143-87-1642,-163 119-145,88-40 200,-149-18 301,108-4-173,-167 11 429,11 12-287,1 1 1,-1 1-1,1 1 1,-1 1-1,1 0 1,0 2 0,1 0-1,0 2 1,0 0-1,-18 12-162,14-8 231,-1 0-1,0-2 1,-1-1 0,0-1-1,-1-1 1,0-1-1,0-1 1,-1-2-1,1-1 1,-27 0-231,-175-5 32,-233 4-3662,443-1 3591,0 0 0,1 0 0,-1 2 0,1 1 0,0 0 0,0 1 1,0 1-1,1 0 0,0 1 0,0 1 0,-3 3 39,13-6-4,8-5 2,-1 0 0,1 0 0,-1 0 0,1 0 0,0 0 0,-1 0-1,1 1 1,-1-1 0,1 0 0,-1 0 0,1 1 0,-1-1 0,1 0 0,-1 1 0,0-1-1,1 1 1,-1-1 0,1 0 0,-1 1 0,0-1 0,1 1 0,-1-1 0,0 1 0,0-1-1,1 1 1,-1-1 0,0 1 0,0 0 0,0-1 0,0 1 0,1-1 0,-1 1 0,0-1-1,0 1 1,0 0 0,0-1 0,0 1 0,-1-1 0,1 1 0,0-1 0,0 1 0,0-1-1,0 1 1,-1 0 0,1-1 0,0 1 0,-1-1 0,1 1 0,0-1 0,-1 0-1,1 1 1,0-1 0,-1 1 0,1-1 0,-1 0 0,1 1 0,-1-1 0,1 0 0,-1 1-1,1-1 1,-1 0 0,0 0 2,40 20 124,1-1 0,1-3 0,0-1 0,1-2 0,1-2 0,-1-1 0,2-3 0,38 2-124,193-40 743,-201 13-727,0 4 0,0 3 0,1 3 0,30 3-16,100-24-6,-176 27-65,-29 2 79,0 0-95,-7-104 605,7 103-544,0 1 37,0 0 62,-73-77-10,53 68-52,-1 1 0,0 1 0,0 0 0,-1 2-1,0 1 1,0 0 0,0 2 0,0 1 0,-1 0 0,1 1 0,0 2 0,-2 1-11,-19-2-3,-155 43 15,65-7-56,127-35 49,-1-1 0,0 0 0,1 0-1,-1 0 1,0-1 0,0 0 0,0 0 0,1-1 0,-1 0 0,0 0 0,0 0-1,1-1 1,-1 0 0,1 0 0,0-1 0,0 0 0,-1 0 0,2 0 0,-1-1-1,-5-4-4,2 3-82,0-1 0,-1 2-1,0-1 1,1 1 0,-2 1-1,1 0 1,0 0 0,0 1 0,-1 1-1,1 0 1,-1 0 0,0 1-1,1 0 1,-1 0 0,1 1-1,-1 1 1,-2 1 82,-46 0-232,-134-5 458,205 33-265,4-21 72,0 0 0,1-1 0,0-1-1,0 0 1,1-1 0,0-2 0,0 1 0,0-2-1,1-1 1,0 0 0,0-1 0,0-1 0,-1-1-1,1 0 1,17-4-33,188-73 344,-186 60-330,0 2-1,2 1 0,0 3 1,0 1-1,1 1 0,0 3 1,0 1-1,1 3 0,28 1-13,96 46 248,-133-43-230,0-3 0,0 0 0,0-2-1,-1-2 1,1-1 0,17-6-18,24 1-69,-74 11 62,0 0-16,5 2 87,-5-2-195,0 0 1,0 0-1,0 1 0,0-1 1,0 0-1,-1 0 0,1 1 1,0-1-1,0 0 0,0 0 0,0 1 1,0-1-1,0 0 0,0 0 1,0 1-1,0-1 0,0 0 1,0 0-1,0 1 0,0-1 1,0 0-1,0 0 0,0 1 1,0-1-1,0 0 0,0 1 131,-16-1-4549,-2 0-468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36.9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7722,'0'0'813,"0"0"2520,0 0-1234,0 0-1260,0 0-411,0 0 88,8 2 1132,114 0-319,-61 0-2459,-1-1-4789,-44-3 1664,1-5-247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38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150 381 6145,'0'0'799,"0"0"-520,0 0 348,0 0 1673,0 0-650,0 0-551,-15-6-448,-45-16 357,57 21-932,1 1 1,-1 0-1,0 0 0,0 0 1,0 1-1,1-1 1,-1 0-1,0 1 0,0 0 1,1 0-1,-1 0 1,0 0-1,1 0 0,-1 0 1,1 1-1,-1-1 1,1 1-1,0-1 0,0 1 1,0 0-1,0 0 1,0 0-1,0 0 0,0 1 1,1-1-1,-1 0 1,1 1-1,-1-1 0,1 1 1,0 0-1,0-1 1,0 1-1,1 0 0,-1-1 1,0 1-1,1 0 1,0 0-1,0 0 0,0-1 1,0 1-1,0 0 0,1 0 1,-1 0-1,1-1 1,-1 1-1,1 0 0,0 0 1,1 1-77,-2 8 131,-2-6-106,1 1 1,0-1-1,1 1 1,0 0-1,0-1 0,0 1 1,0 0-1,1-1 1,1 1-1,-1-1 1,1 1-1,0-1 0,0 0 1,1 1-1,-1-1 1,2 0-1,-1-1 1,0 1-1,1 0 0,0-1 1,1 0-1,-1 0 1,1 0-1,0-1 0,0 0 1,0 0-1,1 0 1,-1 0-1,1-1 1,0 0-1,0 0 0,4 1-25,1-1 7,1 0-1,-1-1 1,0 0-1,1-1 0,0 0 1,-1-1-1,1 0 0,0-1 1,-1 0-1,1-1 0,-1 0 1,0-1-1,1 0 0,-1-1 1,-1 0-1,1-1 1,-1 0-1,1-1 0,-1 0 1,-1 0-1,1-1 0,-1 0 1,0-1-1,-1 0 0,0 0 1,1-3-7,-6 8-25,-1 0 0,0 0-1,0 0 1,0 0 0,0-1 0,0 1 0,-1 0 0,0-1 0,1 1 0,-1-1-1,-1 0 1,1 1 0,0-1 0,-1 0 0,0 0 0,0 1 0,0-1 0,0 0-1,-1 1 1,1-1 0,-1 0 0,0 1 0,0-1 0,0 0 0,-1 1 0,1 0-1,-1-1 1,0 1 0,0 0 0,0 0 0,0 0 0,0 0 0,-1 0 0,1 0-1,-1 1 1,0-1 0,0 1 0,0 0 0,0 0 0,-2-1 25,-145-44-438,145 46 435,-1-1-1,0 1 1,0 0 0,0 0 0,0 1-1,0 0 1,0 0 0,0 0 0,0 1 0,0-1-1,0 2 1,0-1 0,1 1 0,-1-1 0,0 2-1,1-1 1,-1 1 0,1-1 0,0 1-1,0 1 1,0-1 0,0 1 0,1 0 0,-1 0-1,1 0 1,0 1 0,0-1 0,1 1-1,-1 0 1,1 0 0,0 0 0,0 1 0,1-1-1,0 1 1,0-1 0,0 1 0,1 0-1,-1 0 1,1 0 0,1 0 0,-1 4 3,3-5-306,1 0 0,0 0-1,0 0 1,0 0 0,0 0 0,1-1 0,0 1 0,0-1 0,0 0 0,0 0-1,1-1 1,0 1 0,-1-1 0,1 0 0,0 0 0,1-1 0,-1 1 0,0-1-1,1-1 1,-1 1 0,1-1 0,0 1 0,-1-2 0,1 1 0,0-1 0,0 0-1,-1 0 1,1 0 0,0-1 0,0 0 0,2 0 306,-6 1-210,51 0-6194</inkml:trace>
  <inkml:trace contextRef="#ctx0" brushRef="#br0" timeOffset="353.826">370 76 6585,'0'0'611,"0"0"-316,0 0 324,0 0 1529,0 0-430,0 0-699,-22-15 253,-63-46 158,84 62-1391,1-1 1,0 1-1,-1-1 1,1 0 0,0 1-1,-1-1 1,1 1-1,-1-1 1,1 0-1,-1 1 1,1-1 0,0 0-1,-1 0 1,1 1-1,-1-1 1,0 0 0,1 0-1,-1 0 1,1 0-1,-1 0 1,1 1-1,-1-1 1,1 0 0,-1 0-1,1 0 1,-1-1-1,0 1 1,1 0-1,-1 0 1,1 0 0,-1 0-1,1 0 1,-1-1-1,1 1 1,-1 0 0,1 0-1,-1-1 1,1 1-1,-1 0 1,1-1-1,0 1 1,-1 0 0,1-1-1,-1 1 1,1-1-40,1 3 215,75 251 4634,-54-189-4530,3 0 0,3-2 0,3 0 0,33 47-319,-47-92 215,-16-16-441,-1-1 0,1 1 0,0 0 0,-1-1 0,1 0 0,0 1 0,-1-1 0,1 1 0,0-1 0,0 0 0,-1 1 0,1-1 0,0 0 0,0 0 0,0 0 0,-1 0 0,1 0 0,0 0 0,0 0 0,0 0 0,0 0 0,-1 0 0,1 0 0,0 0 0,0 0 0,0-1 0,-1 1 0,1 0 0,0-1 0,-1 1 0,1-1 0,0 1 0,0-1 0,-1 1-1,1-1 1,-1 1 0,1-1 0,0 1 0,-1-1 0,1 0 0,-1 1 0,0-1 0,1 0 0,-1 0 0,0 1 0,1-1 0,-1 0 0,0 0 0,0 1 0,1-1 0,-1 0 0,0 0 0,0 0 0,0 0 0,0 1 0,0-1 0,0 0 0,0 0 0,-1 0 226,2-23-3252,-1 1-569</inkml:trace>
  <inkml:trace contextRef="#ctx0" brushRef="#br0" timeOffset="749.915">669 301 6265,'0'0'911,"0"0"391,0 0 1761,0 0-1241,0 0-977,0 0-439,-4 8 357,0 1-663,1 1 0,0-1 1,1 1-1,0-1 1,0 1-1,1 0 0,1-1 1,-1 1-1,2 0 0,-1 0 1,1 0-1,1-1 1,-1 1-1,2 0 0,-1-1 1,1 0-1,1 1 0,0-1 1,0 0-1,1-1 1,0 1-1,0-1 0,1 0 1,0-1-1,1 1 1,-1-1-1,1 0 0,1-1 1,-1 1-1,1-2 0,0 1 1,1-1-1,-1 0 1,1-1-1,0 0 0,0 0 1,6 1-101,-10-4 14,0 0 0,1 0 0,-1-1 0,0 0 0,0 0 0,0 0 0,0-1 0,1 1 0,-1-1 0,0 0 0,0-1 0,0 1 0,0-1 0,-1 0 1,1 0-1,0-1 0,-1 1 0,0-1 0,1 0 0,-1 0 0,0-1 0,0 1 0,-1-1 0,1 0 0,-1 0 0,0 0 0,0 0 0,0-1 0,-1 1 0,1-1 0,-1 1 0,0-1 0,0 0 0,-1 0 1,1 0-1,-1 0 0,0 0 0,-1 0 0,1-1 0,-1 1 0,0 0 0,0 0 0,-1-1-14,2-3 37,0 0 1,-1 0-1,0 0 1,0 0-1,-1 0 1,0 0-1,0 0 1,-1 1-1,-1-1 1,1 0-1,-1 1 0,-1 0 1,0 0-1,0 0 1,0 0-1,-1 0 1,0 1-1,0 0 1,-1 0-1,0 0 1,-3-1-38,40-2-8071,-20 11 4429,15-1-2222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37.3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268 0 6569,'0'0'3001,"0"0"22,0 0-794,0 0-853,0 0-349,0 0-348,-17 21 122,-55 71-153,-28 96 315,74-83-1912,26-104 101,0-1-519,0 0-878,0-13-4090,0-12 1932,0 5 3523</inkml:trace>
  <inkml:trace contextRef="#ctx0" brushRef="#br0" timeOffset="282.382">1 84 6305,'0'0'1587,"0"0"2103,0 0-1408,0 0-1303,0 0-608,0 0 76,11 0 194,-8 0-558,79 26 1876,109 199 1643,-96-175-9417,-94-50-1930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35.4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1 356 7258,'0'0'301,"0"0"-85,0 0 344,0 0 1378,0 0-599,0 0-604,6 2-354,-4-1-326,-1-1 0,1 0 0,-1 1 0,1-1 1,0 0-1,-1 0 0,1 0 0,-1 0 0,1 0 0,0 0 0,-1-1 0,1 1 1,-1 0-1,1-1 0,-1 1 0,1-1 0,-1 0 0,1 1 0,-1-1 0,0 0 0,1 0 1,-1 0-1,0 0 0,0 0 0,0 0 0,1 0 0,-1 0 0,0-1 0,-1 1 0,1 0 1,0-1-1,0 1 0,0-1 0,-1 1 0,1 0 0,-1-1 0,1 0 0,-1 1 0,0-1 1,1 1-1,-1-1 0,0 1 0,0-1 0,0 0 0,0 1 0,-1-1 0,1 1 0,0-1 1,-1 1-1,1-1 0,-1 0 0,1 1 0,-1 0 0,0-1 0,0 0-55,1 0-18,1-202 895,-39 114-974,86 407 720,1-193 154,-48-121-765,1 0 0,-1 0 0,1-1 0,0 1 0,0-1 0,0 0 0,0 1 0,1-1-1,-1 0 1,0 0 0,1 0 0,0-1 0,-1 1 0,1-1 0,0 1 0,0-1 0,0 0 0,0 0 0,0 0 0,0 0 0,0-1 0,0 1 0,0-1 0,0 0 0,0 0-1,0 0 1,1 0 0,-1-1 0,0 1 0,0-1 0,0 0 0,0 0 0,0 0 0,0 0 0,0 0 0,-1-1 0,1 1 0,0-1 0,-1 0 0,3-1-12,6-8 3,-1-2 0,0 1 0,0-2 0,-1 1 0,-1-1 1,0 0-1,-1-1 0,0 0 0,-2 0 0,1 0 1,-2-1-1,0 0 0,-1 1 0,-1-2 0,0 1 0,-1 0 1,-1 0-1,0 0 0,-1 0 0,-1-1 0,-2-6-3,-57-114-509,59 167 247,9 7 368,1-2 0,2 1 1,1-1-1,1 0 0,3-1 0,16 29-106,-29-55 16,1 0 0,0 0 0,0 0 0,1-1 0,0 0 1,0 1-1,1-1 0,-1-1 0,2 1 0,-1-1 0,1 0 1,0 0-1,0-1 0,1 1 0,-1-1 0,1-1 0,0 1 1,1-1-1,-1 0 0,1-1 0,-1 0 0,1 0 0,0-1 1,0 0-1,7 1-16,29-13 64,-39-2-2585,-8-8-3806,-3 6-591</inkml:trace>
  <inkml:trace contextRef="#ctx0" brushRef="#br0" timeOffset="407.992">638 162 6649,'0'0'2926,"0"0"3,0 0-1173,0 0-903,0 0-287,0 0 283,17-3-44,225-36 766,-224 55-3444,-16 1-7134,-2-14 4528</inkml:trace>
  <inkml:trace contextRef="#ctx0" brushRef="#br0" timeOffset="736.254">757 291 5697,'0'0'1186,"0"0"-726,0 0 177,0 0 1544,0 0-685,12 4-590,39 12-69,27-36 2716,-46 5-2478,-31 15-1043,1-1-21,0-1-1,1 1 1,-1 0-1,0 0 1,0 1 0,1-1-1,-1 0 1,0 1-1,1 0 1,-1-1-1,1 1 1,-1 0 0,1 0-1,-1 0 1,0 1-1,1-1 1,-1 1-1,0-1 1,1 1 0,-1 0-1,0-1 1,1 1-1,-1 1 1,0-1-1,0 0 1,0 0 0,0 1-1,0-1 1,0 1-1,0 1-10,-1-1-131,16 29-2420,5-28-6332,-12-10 3847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40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6361,'0'0'1157,"0"0"860,0 0-687,0 0-754,0 0-464,0 0-24,11 3 228,4 1 47,-1-1 1,1 0-1,0-1 0,0-1 1,0 0-1,-1-1 0,1-1 0,0 0 1,0-1-1,13-4-363,22-3 177,-58 26-11276,-1-16 9672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42.2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98 6129,'0'0'795,"0"0"-527,0 0-133,0 0-100,0 0 102,-5-3 679,-27-18 2046,132 22 1455,297-25-1344,-264 3-2929,0 6 1,96 2-45,-218 14-1337,-14 2-5211,-9-1 1219,3-2 6160,-16-3-2972,0-2-331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44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1 204 6489,'0'0'774,"0"0"-21,0 0 1383,0 0-654,0 0-543,0 0-319,6-7-178,30-80 569,-26-23 761,4 224 347,-9-65-1343,3-1 0,1 0-1,3 0 1,1-1 0,3 0 0,10 18-776,-7-37-192,-17-39-7069,-13-8 980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41.0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6545,'0'0'766,"0"0"-475,0 0 277,0 0 1511,0 0-800,0 0-612,2 4-226,0-1-318,0-1 0,0 0 1,1 1-1,-1-1 0,1 0 0,-1 0 0,1-1 0,0 1 1,-1 0-1,1-1 0,0 0 0,0 1 0,0-1 0,0 0 1,0-1-1,0 1 0,1-1 0,-1 1 0,0-1 0,0 0 1,0 0-1,1 0 0,-1 0 0,0-1 0,3 0-123,0 1 57,71 1 1734,-26 4-3489,-45-5-1061,-3 0-1576,0 0-19</inkml:trace>
  <inkml:trace contextRef="#ctx0" brushRef="#br0" timeOffset="3125.361">388 107 7762,'0'0'2727,"0"0"-1459,0 0-606,0 0-157,11 1 645,227-35 2841,-223 35-4184,3-1-3564,-4-4-6389,-9-4 8257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42.7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45 203 7418,'0'0'133,"0"0"474,0 0 1723,0 0-522,0 0-933,0 0-466,-7 25-63,-23 80 211,28-101-494,1 1 0,0-1 0,0 1-1,0-1 1,0 1 0,0-1 0,1 1 0,0-1 0,0 1 0,1 0-1,-1-1 1,1 1 0,0-1 0,0 1 0,0-1 0,1 0-1,-1 1 1,1-1 0,0 0 0,0 0 0,1 0 0,-1 0 0,1 0-1,0-1 1,0 1 0,0-1 0,0 0 0,1 0 0,0 0-1,-1 0 1,1-1 0,0 1 0,0-1 0,0 0 0,0 0 0,1-1-1,-1 1 1,0-1 0,1 0 0,-1 0 0,1 0 0,0-1 0,-1 0-1,1 0 1,-1 0 0,1 0 0,-1 0 0,1-1 0,-1 0-1,1 0 1,-1-1 0,1 1 0,-1-1 0,0 0 0,0 0 0,3-2-63,1 2 5,-1 0 0,0-1 0,0 0 0,0 0 0,0-1 0,0 0 0,-1 0 0,1 0 0,-1-1 0,0 0 0,-1 0 0,1-1 0,-1 0 0,0 0 0,0 0 0,-1 0 1,0-1-1,0 1 0,-1-1 0,1 0 0,-1 0 0,-1-1 0,0 1 0,0-1 0,0 1 0,-1-1 0,0 1 0,0-1 0,-1-5-5,-5 9-24,1 0 0,-1 0 0,0 1-1,-1 0 1,1 0 0,-1 0 0,1 0-1,-1 1 1,0 0 0,0 0 0,0 1 0,0-1-1,0 1 1,0 1 0,0-1 0,0 1 0,0 0-1,0 1 1,-1-1 0,1 1 0,-3 1 24,-7-2-36,12-1 27,1 0 0,-1 0-1,1 0 1,-1 0 0,1 1-1,-1-1 1,1 1 0,-1 0 0,0 0-1,1 0 1,-1 1 0,1-1 0,-1 1-1,1 0 1,-1 0 0,1 0-1,0 1 1,-1-1 0,1 1 0,0-1-1,0 1 1,0 0 0,0 0 0,0 1-1,0-1 1,1 1 0,-1-1 0,1 1-1,0 0 1,0 0 0,0 0-1,0 0 1,0 0 0,1 0 0,-1 0-1,1 1 1,0-1 0,0 1 0,0-1-1,0 1 1,1-1 0,-1 4 9,4-4-188,0-1 1,0 0 0,0 0-1,0 0 1,0 0 0,1-1-1,-1 1 1,1-1 0,-1 0-1,1 0 1,-1 0-1,1 0 1,0-1 0,0 1-1,-1-1 1,1 0 0,0 0-1,-1 0 1,1-1 0,0 1-1,-1-1 1,4-1 187,-2 2-631,1-2 59,0 1 1,0-1-1,0 0 1,0 0-1,0 0 1,0-1-1,-1 0 1,1 0-1,-1-1 1,0 0-1,0 1 1,0-2-1,-1 1 1,0 0-1,1-1 1,-1 0-1,0 0 572,0 0-551,19-22-221</inkml:trace>
  <inkml:trace contextRef="#ctx0" brushRef="#br0" timeOffset="246.86">174 83 6553,'0'0'665,"0"0"488,0 0 2078,0 0-1355,0 0-868,0 0-361,-12-5-421,1-1-166,-14-7 17,31 24 412,14 9-123,0 1 0,-2 1 0,-1 1 0,-1 1 0,-1 0 0,-1 0 0,6 16-366,86 125 224,-74-145-887,-4-50-6945,-26-3 2404,-2-1 948</inkml:trace>
  <inkml:trace contextRef="#ctx0" brushRef="#br0" timeOffset="509.96">720 1 7930,'0'0'1431,"0"0"1201,0 0-1062,-5 19-487,-90 287 3016,87-237-3899,8-58-4837,1-4-4941,-6-19 7561</inkml:trace>
  <inkml:trace contextRef="#ctx0" brushRef="#br0" timeOffset="747.985">460 99 7866,'0'0'384,"0"0"5353,0 0-4169,0 0-1088,0 0 273,0 0 247,131 62-392,-79-42 280,0-2-840,-3-1 232,-4-3-272,-6-3-8,-4-4-80,0-1 72,2-6-792,-10 0-1753,-7 0-3032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46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154 281 6409,'0'0'754,"0"0"-117,0 0 1133,0 0-34,0 0-458,-21-6-86,-66-19-202,86 24-941,1 0 1,-1 0-1,0 0 1,1 0 0,-1 1-1,0-1 1,0 0-1,0 1 1,1-1-1,-1 0 1,0 1-1,0-1 1,0 1 0,0-1-1,0 1 1,0 0-1,0-1 1,0 1-1,0 0 1,0 0 0,0 0-1,0 0 1,0 0-1,0 0 1,-1 0-1,1 0 1,0 0-1,0 0 1,0 0 0,0 1-1,0-1 1,0 0-1,0 1 1,0-1-1,0 1 1,0-1-1,1 1 1,-1 0 0,0-1-1,0 1 1,0 0-1,1-1 1,-1 1-1,0 0 1,1 0-1,-1 0 1,0 0 0,1 0-1,0 0 1,-1 0-1,1 0 1,-1 0-1,1 0 1,0 0-1,0 0 1,-1 0 0,1 0-1,0 0 1,0 0-1,0 0 1,0 0-1,0 0 1,1 0-1,-1 0 1,0 0 0,0 0-1,1 0 1,-1 0-50,2 10-43,0-1 120,1-1 0,0 1 0,1-1 0,0 0 1,0-1-1,1 1 0,0-1 0,1 1 0,0-2 0,0 1 0,0-1 0,1 0 0,0 0 0,1 0 0,0-1 0,0 0 0,0-1 0,0 0 0,1 0 0,0-1 1,0 0-1,0-1 0,0 0 0,1 0 0,-1-1 0,1 0 0,0 0 0,0-1 0,-1-1 0,1 0 0,0 0 0,0-1 0,0 0 0,-1 0 0,1-1 0,0-1 0,2-1-77,-5 0-58,0 0 0,0 0 0,-1-1 0,1 0 0,-1-1 0,0 1 0,-1-1 0,1 0 0,-1-1-1,-1 1 1,1-1 0,-1 0 0,0 0 0,0 0 0,-1-1 0,0 1 0,-1-1 0,1 0 0,-2 0-1,1 0 1,-1 0 0,0 0 0,0-6 58,-4 9-75,0 1 1,0-1-1,0 1 0,-1 0 1,1-1-1,-1 2 0,0-1 0,0 0 1,-1 1-1,1 0 0,-1 0 0,1 0 1,-1 1-1,0-1 0,0 1 1,0 0-1,-1 1 0,1-1 0,0 1 1,0 0-1,-1 0 0,1 1 0,-1-1 1,1 1-1,-1 1 0,1-1 1,-1 1-1,1 0 0,-5 1 75,-5-2-23,6-1 17,0 0-1,0 0 0,0 1 0,0 0 1,0 1-1,1-1 0,-1 2 0,0-1 1,0 1-1,1 1 0,-1 0 1,1 0-1,0 0 0,0 1 0,0 1 1,0-1-1,1 1 0,0 0 0,0 1 1,-6 5 6,12-10-27,0 0 0,0 1-1,0-1 1,0 0 0,0 0 0,0 1 0,0-1 0,0 0 0,0 1 0,1-1 0,-1 1 0,1-1 0,-1 1 0,1-1 0,-1 1 0,1-1-1,0 1 1,0-1 0,0 1 0,0 0 0,0-1 0,0 1 0,0-1 0,1 1 0,-1-1 0,0 1 0,1-1 0,-1 1 0,1-1-1,0 1 1,-1-1 0,1 1 0,0-1 0,0 0 0,0 0 0,0 1 0,0-1 0,0 0 0,0 0 0,1 0 0,-1 0 0,0 0 0,1 0-1,-1-1 1,0 1 0,1 0 0,-1-1 0,1 1 0,-1-1 0,1 1 27,76 11-2370,-21-12-202,-7 0-1583</inkml:trace>
  <inkml:trace contextRef="#ctx0" brushRef="#br0" timeOffset="314.532">247 14 6001,'0'0'1799,"0"0"2202,0 0-1858,0 0-853,0 0-666,0 0 362,-11-2 14,4 0-852,7 1-132,-1 1-1,0-1 1,1 0 0,-1 0-1,0 1 1,0-1 0,1 1 0,-1-1-1,0 1 1,0-1 0,0 1 0,0-1-1,0 1 1,0 0 0,0-1 0,0 1-1,0 0 1,0 0 0,0 0 0,0 0-1,0 0 1,0 0 0,0 0 0,0 0-1,0 0 1,0 0 0,0 1 0,0-1-1,0 0 1,1 1 0,-1-1 0,0 0-1,0 1 1,0-1 0,0 1 0,0 0-1,1-1 1,-1 1 0,0 0 0,0-1-1,1 1 1,-1 0 0,1 0 0,-1 0-1,1-1 1,-1 1 0,1 0 0,-1 0-1,1 0 1,0 0 0,-1 0 0,1 0-1,0 0 1,0 0 0,0 0 0,0 0-1,0 0 1,0 0 0,0 0-1,0 0 1,0 0 0,0 0 0,1 0-1,-1 0 1,0 0 0,1 0 0,-1 0-16,23 48 573,1-1 0,3-2 0,2 0 1,1-2-1,3-1 0,24 23-573,-5-19-480,-23-23-8124,-28-23 3332</inkml:trace>
  <inkml:trace contextRef="#ctx0" brushRef="#br0" timeOffset="698.434">534 137 5009,'0'0'2515,"0"0"1471,0 0-1944,0 0-1448,0 0-120,0 0 296,4 16 336,-3-5-983,0 0 0,1 0 0,0-1 0,1 1 0,0-1 1,1 1-1,0-1 0,1 0 0,0 0 0,0-1 1,1 0-1,1 0 0,-1 0 0,1-1 0,1 1 1,-1-2-1,1 1 0,1-1 0,-1-1 0,1 1 1,1-1-1,-1-1 0,1 0 0,5 2-123,-10-5 6,-1 0 1,0-1-1,1 0 1,-1 0-1,1 0 0,0-1 1,-1 1-1,1-1 0,-1 0 1,1 0-1,0-1 0,-1 1 1,1-1-1,-1 0 0,1-1 1,-1 1-1,0-1 0,1 1 1,-1-1-1,0-1 0,0 1 1,0 0-1,0-1 0,-1 0 1,1 0-1,-1 0 0,0 0 1,1-1-1,-2 1 0,1-1 1,0 0-1,-1 0 0,1 0 1,-1 0-1,0 0 1,-1-1-1,1 1 0,-1 0 1,0-1-1,0 1 0,1-5-6,-2-6-16,0 0-1,-1 1 0,0-1 0,-1 1 1,-1 0-1,0-1 0,-1 1 1,0 0-1,-1 1 0,-1-1 0,0 1 1,-1 0-1,-2-3 17,2 3-9,19 5-8463,2 8-1686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50.3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52 6617,'0'0'1170,"0"0"1144,0 0-260,0 0-378,0 0-720,0 0-296,3-2-241,15-5-246,1 0 1,0 1-1,0 2 0,0-1 1,1 2-1,0 1 0,-1 0 1,1 2-1,0 0 0,0 1 1,0 1-1,7 2-173,58 0-22,-66-5 133,-33-1 183,-15-4-298,18 3-20,0-1-1,0 2 1,0-1-1,0 2 1,0-1-1,0 1 1,0 1-1,0 0 1,-1 1-1,1 0 1,0 1-1,0 0 1,0 0-1,0 1 1,1 1-1,-1 0 1,1 0-1,0 1 1,0 0-1,0 1 0,-8 6 25,0 5-268,4-5-1951,11-9-3723,11-3-30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50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 6449,'0'0'854,"0"0"-189,0 0 1543,0 0 281,0 0-382,0 0-858,16-13 1195,177-2-988,-127 8-3985,-17 4-6979,-76 3 5429,0 0 2378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51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6553,'0'0'691,"0"0"-364,0 0 156,0 0 1192,0 0-310,0 0-874,5 4-181,12 1 5,-1-1 0,1 0 0,0-1 0,0 0 0,0-2 0,0 0 0,1-1 0,-1-1 0,0 0 1,0-1-1,0-1 0,14-4-315,26-1 410,45 3-4891,-86 5-2347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52.1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54 420 7882,'0'0'1295,"0"0"2525,0 0-1391,0 0-1475,0 0-530,0 0-166,-7-2 182,5 2-416,1-1-1,0 1 0,-1-1 0,1 1 0,0 0 0,-1 0 0,1-1 0,-1 1 0,1 0 0,-1 1 1,1-1-1,0 0 0,-1 0 0,1 0 0,-1 1 0,1-1 0,0 1 0,-1-1 0,1 1 0,0 0 1,0-1-1,-1 1 0,1 0 0,0 0 0,0 0 0,0 0 0,0 0 0,0 0 0,0 0 0,0 0 1,0 0-1,1 0 0,-1 1 0,0-1 0,1 0 0,-1 1 0,1-1 0,-1 0 0,1 1 0,0-1 1,-1 0-1,1 1 0,0-1 0,0 1 0,0-1 0,0 1 0,0-1 0,0 0 0,1 1 0,-1-1 1,0 1-1,1-1 0,-1 0 0,1 1 0,-1-1 0,1 0 0,0 0 0,0 1 0,-1-1 0,1 0 1,0 0-1,1 1-23,2 7 56,0 0 1,0 1-1,1-2 1,0 1-1,0-1 1,1 1-1,1-2 1,-1 1-1,1-1 1,0 0-1,1 0 1,0-1-1,0 0 1,0 0 0,1-1-1,-1 0 1,1 0-1,0-1 1,1 0-1,-1-1 1,1 0-1,0-1 1,0 0-1,0 0 1,-1-1-1,2 0 1,-1-1-1,0 0 1,0-1-1,0 0 1,0 0-1,0-1 1,-1 0-1,1-1 1,0 0-1,-1-1 1,0 0-1,0 0 1,0-1 0,0 0-1,-1-1 1,1-1-57,-6 5-1,0 0 1,-1 0 0,0 0 0,1-1 0,-1 1 0,0-1-1,0 0 1,-1 1 0,1-1 0,0 0 0,-1 0 0,0 0 0,0 0-1,0-1 1,0 1 0,0 0 0,-1 0 0,1-1 0,-1 1 0,0 0-1,0 0 1,0-1 0,0 1 0,-1 0 0,1-1 0,-1 1-1,0 0 1,0 0 0,0 0 0,0 0 0,-1 0 0,1 0 0,-1 0-1,0 0 1,1 0 0,-1 1 0,-1-1 0,1 1 0,0-1-1,-1 1 1,1 0 0,-3-2 0,-124-68-412,125 69 397,-1 0 0,0 1 0,0-1-1,0 1 1,0 0 0,0 0 0,-1 1 0,1 0 0,-1 0 0,1 0 0,-1 0 0,1 1 0,-1 0-1,1 0 1,-1 1 0,1-1 0,-1 1 0,1 1 0,0-1 0,-1 1 0,1-1 0,0 2 0,0-1 0,0 0-1,0 1 1,0 0 0,1 0 0,-1 0 0,1 1 0,0 0 0,0 0 0,0 0 0,1 0 0,-1 0 0,1 1-1,0-1 1,0 1 0,1 0 0,-1 0 0,1 0 0,0 2 15,1-3-119,0-1 0,0 1 0,1-1 0,0 1 0,0 0 0,0-1 0,0 1 0,0-1 0,1 1 0,0 0 0,0-1 0,0 0 0,0 1 0,0-1 0,0 1 0,1-1 0,0 0 0,0 0 0,0 0 0,0 0 0,0 0 0,0-1 0,1 1 1,-1 0-1,1-1 0,0 0 0,0 0 0,0 0 0,0 0 0,0 0 0,0 0 0,1-1 0,-1 0 0,0 0 0,1 0 0,-1 0 0,1 0 0,-1 0 0,1-1 0,0 0 0,-1 0 0,4 0 119,2 1-710,1-1 0,0 0 0,0-1 0,-1 1 0,1-2 0,0 0 1,-1 0-1,1 0 0,-1-2 0,0 1 0,0-1 0,0 0 0,0-1 0,-1 0 0,0 0 0,0-1 1,0 0-1,-1 0 0,3-4 710,30-23-1786</inkml:trace>
  <inkml:trace contextRef="#ctx0" brushRef="#br0" timeOffset="331.748">170 4 6345,'0'0'1691,"0"0"1963,0 0-1449,0 0-759,0 0-650,0 0-112,-10 0-260,7 0-380,2-1-9,0 1 0,-1-1 0,1 1 0,0 0 0,0-1 1,-1 1-1,1 0 0,0 0 0,0 0 0,-1 0 0,1 0 0,0 0 1,0 0-1,-1 1 0,1-1 0,0 0 0,0 1 0,-1-1 0,1 1 0,0-1 1,0 1-1,0-1 0,0 1 0,0 0 0,0 0 0,0-1 0,0 1 0,0 0 1,0 0-1,0 0 0,0 0 0,1 0 0,-1 0 0,0 0 0,1 1 1,-1-1-1,1 0 0,-1 0 0,1 0 0,0 1 0,0-1 0,-1 0 0,1 0 1,0 1-1,0-1 0,0 0 0,0 0 0,0 1 0,0-1 0,1 0 0,-1 1 1,0-1-1,1 0 0,-1 0 0,1 0 0,-1 1-35,11 41 454,2-1-1,2 0 0,1-1 1,2-1-1,2 0 1,2-2-1,1 0 1,2-1-1,2-2 0,18 19-453,52 13 156,-51-57-5631,-41-39-8510,-5 9 9499</inkml:trace>
  <inkml:trace contextRef="#ctx0" brushRef="#br0" timeOffset="631.316">736 140 4945,'0'0'2595,"0"0"1218,0 0-2099,0 0-879,0 0 370,-8 28 417,-55 179 1092,-11 48-771,74-265-9965,0-5 3774,-6-43-396,-3 22 3573</inkml:trace>
  <inkml:trace contextRef="#ctx0" brushRef="#br0" timeOffset="878.639">479 260 6281,'0'0'838,"0"0"45,0 0 1392,0 0-744,0 0-667,0 0 80,20 18 315,114 113 1716,-117-109-2580,116 117 1475,-20-98-4317,-102-41-1770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5:59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67 6105,'0'0'655,"0"0"-379,0 0-153,0 0 400,0 0 1152,0 0-598,0 0-607,0 0-322,0 0 160,0 0 48,0 0-109,21 0 291,269-49 772,-167 32-1155,-122 17-63,-1 0-47,-38 11 851,-328-16 1207,640 29-965,-230-25-1150,84 16-55,-209-6 678,-270-56-528,319 51-91,38 4 40,170 2-30,90 19-18,-395-22 195,-125-60-160,228 52-52,25 1-4,45 10-61,-8 3-268,0-1 1,1-2-1,0-1 1,0-2 0,1-2-1,31 1 366,-113-10-8057,17 1 4877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6:41.6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313 62 6489,'0'0'798,"0"0"641,0 0 800,0 0-820,0 0-571,-21 0-157,-113 0 1691,128 3-2298,0-1 0,0 2 1,1-1-1,-1 1 0,1-1 1,0 1-1,0 1 0,1-1 1,-1 1-1,1 0 0,0 0 1,0 0-1,0 0 0,1 1 0,0 0 1,0-1-1,0 1 0,1 0 1,0 1-1,0-1 0,1 0 1,0 0-1,-1 7-84,-1-6 87,-3 13-76,1 0 1,0 0-1,1 0 1,2 1-1,0-1 1,1 1-1,1-1 1,1 13-12,2-28 9,0 0 1,1 0-1,-1-1 1,1 1-1,0-1 1,0 0-1,0 0 1,1 0-1,-1 0 1,1-1-1,0 0 1,0 0-1,0 0 1,1-1-1,-1 1 1,1-1-1,-1 0 1,1-1-1,0 0 1,-1 0-1,1 0 1,0 0-1,0-1 1,0 0-1,0 0 1,0-1-1,-1 1 1,1-1-1,0-1 1,0 1-1,-1-1 1,1 0-1,-1 0 1,0 0 0,1-1-1,-1 0 1,0 0-1,4-4-9,6-2 14,0-2-1,-1 0 1,0 0-1,0-1 1,-1-1-1,-1-1 1,0 0 0,-1 0-1,-1-1 1,0 0-1,-1-1 1,0 0 0,-2 0-1,0-1 1,-1 0-1,0 0 1,-1-1-1,-1 0 1,-1 0 0,-1 0-1,0 0 1,-1-7-14,-5 19 3,0 1 0,0-1-1,-1 1 1,0 0 0,0 0 0,0 0 0,0 1 0,-1-1 0,1 1 0,-1 1 0,0-1-1,-1 1 1,1 0 0,-1 1 0,1-1 0,-1 1 0,0 0 0,1 1 0,-1 0 0,0 0-1,0 0 1,0 1 0,0 0 0,0 1 0,0-1 0,0 1 0,0 1 0,0-1 0,1 1-1,-4 1-2,-4-1-1,0 0-1,0 1 0,0 1 0,0 0 0,0 1 0,1 1 0,0 0 1,0 0-1,1 1 0,-1 1 0,1 0 0,1 1 0,0 0 1,0 1-1,1 0 0,0 1 0,1 0 0,-5 7 2,11-12-2,1 1-1,-1 0 0,2 0 1,-1 0-1,1 0 1,0 0-1,0 0 1,1 0-1,-1 1 0,2-1 1,-1 0-1,1 0 1,0 0-1,1 0 1,0 0-1,0 0 0,0 0 1,1 0-1,0-1 1,0 1-1,1-1 1,-1 0-1,1 0 0,1 0 1,-1-1-1,1 0 1,2 2 2,3 1-2,1-1 0,0 0 0,0-1 1,0-1-1,1 0 0,0 0 0,0-1 1,0 0-1,0-1 0,1-1 0,-1 0 1,1 0-1,0-2 0,-1 1 0,1-2 1,0 0-1,-1 0 0,1-1 0,-1 0 1,1-1-1,-1-1 0,0 0 0,0-1 1,-1 0-1,1 0 0,-1-1 0,0-1 1,-1 0-1,1-1 0,-2 0 0,1 0 1,0-1 1,-7 1 5,1 1 1,-1-1 0,0 0-1,0 0 1,-1-1 0,0 1-1,-1 0 1,0-1 0,0 1 0,-1-1-1,0 1 1,0-1 0,-1 1-1,0-1 1,-1 1 0,0 0-1,0-1 1,-1 1 0,0 0-1,0 0 1,0 1 0,-1-1-1,-1 1 1,1 0 0,-1 0-1,-1 0 1,0-1-6,3 3 17,1 0-1,-1 1 1,0-1 0,0 0-1,0 1 1,-1 0 0,0 0-1,1 0 1,-2 0 0,1 1-1,0 0 1,-1-1 0,1 1-1,-1 1 1,0-1 0,0 1-1,0 0 1,0 0 0,0 0-1,-1 1 1,1 0-1,0 0 1,-1 0 0,1 1-1,-1-1 1,1 1 0,-1 1-1,1-1 1,-1 1 0,1 0-1,0 0 1,-1 1 0,1-1-1,0 1 1,0 0 0,0 1-1,0-1 1,0 1 0,-4 3-17,-1 10-303,0 0 0,0 1 0,2 0 1,0 1-1,1 0 0,1 0 0,0 0 1,2 1-1,0 0 0,-1 15 303,-3 19-4615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6:43.14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183 24 6425,'0'0'1005,"0"0"1162,0 0-766,0 0-647,0 0-345,0 0 107,-11-4-130,-37-14 149,46 18-513,0-1 0,1 1 0,-1 0 0,1 0 0,-1 0 0,1 0 1,-1 0-1,0 0 0,1 0 0,-1 1 0,1-1 0,-1 1 0,1-1 1,-1 1-1,1-1 0,-1 1 0,1 0 0,-1 0 0,1-1 0,0 1 1,0 0-1,-1 1 0,1-1 0,0 0 0,0 0 0,0 0 0,0 1 1,0-1-1,0 0 0,1 1 0,-1-1 0,0 1 0,1-1 0,-1 1 1,1-1-1,-1 1 0,1-1 0,0 1 0,0 1-22,-3 5 137,-8 19 80,3 1 0,0 0 0,1 0 0,2 1-1,1 0 1,1 0 0,2 0 0,1 0 0,3 25-217,-3-51 17,0-1 1,0 1-1,0 0 0,0-1 0,1 1 0,-1 0 1,1-1-1,0 1 0,0-1 0,0 1 0,0-1 1,0 1-1,0-1 0,1 0 0,-1 1 0,1-1 1,-1 0-1,1 0 0,0 0 0,0 0 0,0-1 1,0 1-1,0 0 0,0-1 0,1 0 0,-1 1 1,0-1-1,1 0 0,-1 0 0,1 0 0,0 0 1,-1-1-1,1 1 0,-1-1 0,1 0 0,0 0 0,-1 1 1,1-2-1,0 1 0,-1 0 0,1 0 0,1-1-17,101-53 424,-97 47-405,0-2 0,-1 1 0,0-1 0,-1 0 0,0-1 0,0 1 1,-1-1-1,0 0 0,-1-1 0,0 1 0,0-1 0,-2 0 0,1 1 0,-1-2 1,-1 1-1,0 0 0,0 0 0,-1 0 0,0 0 0,-1 0 0,-2-11-19,-1 17 12,1 0-1,-1 0 0,1 0 1,-1 0-1,-1 0 1,1 1-1,-1-1 0,0 1 1,0 1-1,0-1 1,0 1-1,0 0 0,-1 0 1,0 0-1,1 1 1,-1 0-1,0 0 0,0 0 1,0 1-1,-1 0 1,1 0-1,0 0 0,0 1 1,-1 0-1,1 0 1,0 1-1,0 0 0,-1 0 1,1 0-1,0 1 1,0 0-1,0 0 0,1 0 1,-1 1-1,0 0 1,1 0-1,0 0 0,0 1 1,0 0-1,-5 4-11,3 1 3,0 1 0,0 0 0,1 1 0,1-1-1,0 1 1,0 0 0,1 1 0,0-1 0,1 1-1,0-1 1,1 1 0,0 0 0,1 0 0,1 0 0,-1 0-1,2 0 1,0 0 0,2 7-3,-1-14-5,0-1-1,0 1 1,1-1 0,0 0 0,0 0-1,0 0 1,0 0 0,1-1 0,0 1-1,-1-1 1,1 0 0,0 0-1,0 0 1,1-1 0,-1 1 0,1-1-1,-1 0 1,1-1 0,0 1 0,0-1-1,-1 0 1,1 0 0,0 0-1,0 0 1,0-1 0,0 0 0,0 0-1,0-1 1,0 1 0,0-1 0,0 0-1,4-2 6,9 3-7,-15-2 10,0-1 1,0 1-1,0-1 1,-1 0-1,1 0 0,-1 0 1,1-1-1,-1 1 1,0 0-1,0-1 0,-1 0 1,1 1-1,-1-1 1,0 0-1,0 0 0,0 1 1,0-1-1,-1 0 1,1 0-1,-1 0 0,0 0 1,0 0-1,0 0 1,-1 0-1,0 0 0,0 0 1,0 0-1,-1-3-3,1-11 6,-33-83 153,32 118-644,21 47-3064,-4-40-2615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6:46.283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76 48 6329,'0'0'610,"-11"23"-198,-33 77 315,23 34 4210,22-129-4867,0 0 0,1 1 0,-1-1 0,1 0 0,0 0 0,0-1 0,0 1 0,1 0 0,0-1 0,0 1 0,0-1-1,0 0 1,1 0 0,0 0 0,-1-1 0,1 1 0,1-1 0,-1 0 0,0 0 0,1 0 0,0-1 0,-1 0 0,1 1 0,0-2 0,0 1 0,0 0 0,0-1-1,1 0 1,-1-1 0,0 1 0,2-1-70,6 1 59,-1 0 1,1-2-1,-1 1 0,0-2 0,1 1 1,-1-2-1,0 0 0,0 0 0,0-1 1,0 0-1,-1-1 0,0-1 0,0 0 1,0 0-1,-1-1 0,0 0 0,0-1 1,0 0-1,-1-1 0,-1 1 0,1-2 1,-1 1-1,-1-1 0,0-1 0,0 1 1,-1-2-60,-3 7 3,0 0 1,-1 1 0,0-1 0,0-1 0,0 1-1,0 0 1,-1 0 0,0-1 0,0 1 0,-1 0 0,1-1-1,-1 1 1,0-1 0,-1 1 0,1-1 0,-1 1-1,0 0 1,0-1 0,-1 1 0,0 0 0,0 0-1,0 0 1,0 0 0,-1 0 0,0 1 0,0-1 0,0 1-1,0-1 1,-1 1 0,1 0 0,-1 1 0,-1-1-1,1 1 1,0-1 0,-1 1 0,-3-2-4,-6-3 134,-1 0-1,0 1 1,0 0 0,-1 1 0,1 1-1,-1 0 1,-1 1 0,1 1-1,0 1 1,-1 0 0,-9 1-134,22 1 27,0 1 0,1-1 0,-1 1 0,1 0 1,-1 1-1,1-1 0,0 0 0,-1 1 0,1 0 0,0 0 0,0 0 1,0 0-1,0 0 0,0 0 0,1 1 0,-1 0 0,1-1 0,0 1 1,-1 0-1,1 0 0,1 0 0,-1 0 0,0 1 0,1-1 0,-1 0 1,1 1-1,0-1 0,0 1 0,1 0 0,-1-1 0,1 1 0,-1-1 1,1 1-1,0 1-27,5 134 481,-2-124-468,-1 0 1,2-1-1,0 1 0,1-1 0,0 0 0,1 0 0,1 0 1,0-1-1,1 0 0,0 0 0,1-1 0,1 0 0,0-1 1,0 0-1,1-1 0,0 0 0,1 0 0,0-1 0,1-1 1,-1 0-1,2 0 0,-1-2 0,1 0 0,0 0 0,0-1 1,1-1-1,-1 0 0,1-1 0,0-1 0,0 0 0,0-1 1,7-1-14,-16-1 11,-1-1 0,0 0 0,0 0 0,0 0 0,0-1 0,0 1 0,0-1 0,0-1 0,-1 1 1,0 0-1,1-1 0,-1 0 0,-1 0 0,1 0 0,-1-1 0,1 1 0,-1-1 0,0 0 0,-1 0 1,1 0-1,-1 0 0,0 0 0,-1-1 0,1 1 0,-1 0 0,0-1 0,0 1 0,0-3-11,1-4 6,-1 0 1,0 0-1,0 0 0,-1 0 0,-1-1 0,0 1 0,-1 0 0,0 0 0,0 0 0,-2 0 1,1 1-1,-6-10-6,3 9 3,0 0 0,-1 1 1,-1 0-1,0 0 0,0 0 1,-1 1-1,-1 1 0,0-1 1,0 2-1,0-1 0,-1 2 1,-1-1-1,1 1 0,-1 1 1,0 0-1,-1 1 0,1 0 1,-1 1-1,0 0 0,0 1 1,0 1-1,-5-1-3,14 5-6,1 1 1,-1 0-1,0-1 1,1 1-1,-1 0 0,1 1 1,0-1-1,0 0 0,0 1 1,1 0-1,-1 0 0,1 0 1,0 0-1,0 0 0,0 0 1,1 0-1,-1 1 1,1-1-1,0 0 0,0 1 1,1-1-1,-1 1 0,1 0 1,0-1-1,0 1 0,1-1 1,-1 1-1,1-1 0,0 1 1,0-1-1,2 4 6,-3 2-21,1-6 12,-1 0-1,1 0 1,0-1 0,0 1-1,0-1 1,1 1 0,-1-1 0,1 1-1,0-1 1,-1 0 0,2 0-1,-1 0 1,0 0 0,1 0-1,-1 0 1,1-1 0,0 1-1,0-1 1,0 0 0,0 0 0,0 0-1,0 0 1,0 0 0,1-1-1,-1 1 1,1-1 0,-1 0-1,1 0 1,0 0 0,-1-1-1,1 1 1,0-1 0,0 0-1,-1 0 1,1 0 0,0-1 0,0 1-1,-1-1 1,1 0 0,-1 0-1,1 0 1,-1 0 0,1-1-1,-1 0 1,1 1 0,-1-1-1,0 0 1,0-1 0,0 1 0,0 0-1,-1-1 1,1 0 0,1-1 9,1-1-21,0 0 1,0 0 0,-1 0 0,1 0 0,-1-1 0,0 0 0,-1 0 0,1 0 0,-1 0-1,-1-1 1,1 1 0,-1-1 0,0 0 0,0 1 0,-1-1 0,0 0 0,0 0 0,-1 0-1,0 0 1,0 0 0,-1 0 0,1 0 0,-1 0 0,-1 1 0,0-1 0,0 0 0,0 0-1,0 1 1,-1 0 0,0-1 0,-1 1 0,1 0 0,-1 1 0,-1-1 0,1 1 0,-1-1-1,1 1 1,-1 1 0,-1-1 0,1 1 0,-1 0 0,0 0 0,0 0 0,0 1 0,0 0-1,0 0 1,-1 1 0,0-1 0,-3 1 20,2 0-4,0 1-1,0 1 1,0 0 0,0 0-1,0 0 1,0 1 0,0 0 0,0 1-1,0 0 1,0 0 0,1 0-1,-1 1 1,1 0 0,-1 1-1,1 0 1,0 0 0,0 0-1,1 1 1,0 0 0,-1 0-1,2 1 1,-1 0 0,1 0 0,-1 0-1,2 1 1,-1-1 0,1 1-1,0 0 1,0 0 0,1 1-1,0-1 1,0 1 0,1 0-1,0 2 5,-15 133 121,16-140-116,2 1 0,-1 0 0,0-1 0,1 1 0,-1 0 0,1-1 0,0 1 0,1-1 0,-1 0 0,0 1 0,1-1 1,0 0-1,0 0 0,0 1 0,0-1 0,0-1 0,0 1 0,1 0 0,0-1 0,-1 1 0,1-1 0,0 0 0,0 0 0,0 0 0,1 0 0,-1 0 0,0-1 1,1 0-1,-1 1 0,1-1 0,-1-1 0,1 1 0,-1 0 0,1-1 0,0 0 0,0 0-5,4-1 3,0 0-1,0-1 1,-1 0-1,1-1 1,-1 1-1,1-2 0,-1 1 1,0-1-1,0 0 1,-1 0-1,1-1 1,-1 0-1,0 0 1,0-1-1,-1 1 1,1-1-1,-1 0 1,-1-1-1,1 1 1,-1-1-1,0 0 1,0 0-1,-1 0 1,0-1-1,-1 1 1,1-1-1,-1 0 1,-1 0-1,0 1 1,0-1-1,0 0 1,-1 0-1,0 0 1,0 0-1,-1 0 1,0 0-1,-1 0-2,1 6-90,-1-1-1,1 1 0,-1-1 1,0 1-1,1 0 1,-1-1-1,0 1 1,-1 0-1,1 0 1,0 1-1,-1-1 1,1 0-1,-1 1 1,1 0-1,-1-1 0,1 1 1,-1 0-1,0 0 1,0 1-1,0-1 1,1 0-1,-1 1 1,0 0-1,0 0 1,0 0-1,0 0 1,0 0-1,0 0 0,0 1 1,0-1-1,1 1 1,-1 0-1,0 0 1,0 0-1,1 0 1,-1 1-1,1-1 1,-1 1-1,1-1 1,-1 1-1,1 0 0,0 0 1,0 0-1,0 0 1,-1 2 90,-9 88-9454,12-69 6699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6:48.468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272 0 5753,'0'0'1078,"0"0"-431,0 0 406,0 0-567,0 0-110,0 0 210,-10 8 23,6-5-530,-47 72 1305,33 187 4401,19-256-5758,1 0 1,-1 0-1,1 0 0,1 0 1,-1 0-1,1 0 1,0-1-1,0 1 0,0-1 1,1 0-1,0 0 0,0 0 1,0 0-1,0-1 1,1 0-1,0 0 0,0 0 1,0 0-1,0-1 1,1 0-1,0 0 0,-1 0 1,1-1-1,0 1 1,0-1-1,0-1 0,0 0 1,1 1-1,-1-2 1,0 1-1,0-1 0,1 0 1,-1 0-1,0-1 0,1 1 1,-1-2-1,0 1 1,0-1-1,0 1 0,0-2 1,0 1-1,0-1 1,-1 0-1,1 0 0,-1 0 1,0-1-1,0 0 1,0 0-1,0 0 0,-1-1 1,0 1-1,1-2-27,-1 1-2,1 0-1,-1-1 1,-1 0-1,1 0 1,-1 0-1,0-1 1,0 1-1,-1-1 1,0 1-1,0-1 1,0 0-1,-1 0 1,0 0-1,-1 0 1,1 0-1,-1 0 1,-1 0-1,1 0 1,-1 0-1,0 0 1,-1 1-1,0-1 1,0 0-1,0 1 1,-1-1-1,0 1 1,0 0-1,-1 0 1,1 0-1,-1 0 1,-1 0-1,1 1 1,-1 0-1,0 0 1,0 0-1,0 1 1,-1-1-1,0 1 3,-6-2-35,-1 0 0,1 0-1,-1 1 1,0 1-1,0 0 1,-1 1 0,1 1-1,-1 0 1,1 0 0,-1 1-1,0 1 1,0 1-1,-5 0 36,15 3 19,0-1-1,-1 1 0,2 0 0,-1 0 1,0 1-1,1-1 0,0 1 0,0-1 1,0 1-1,1 0 0,-1 0 0,1 1 1,0-1-1,1 0 0,-1 1 1,1-1-1,0 1 0,1-1 0,-1 1 1,1-1-1,0 1 0,0-1 0,1 1 1,0-1-1,0 1 0,1 4-18,-1 10 108,-1-12-87,1 1 0,0-1 0,1 1-1,0-1 1,0 0 0,1 1 0,0-1 0,1-1-1,-1 1 1,2 0 0,-1-1 0,1 0 0,0 0-1,0 0 1,1-1 0,0 1 0,0-1 0,0-1 0,1 1-1,0-1 1,0 0 0,0-1 0,1 0 0,-1 0-1,1 0 1,0-1 0,0 0 0,1-1 0,-1 0-1,0 0 1,1-1 0,-1 0 0,1 0 0,-1-1 0,1 0-1,0-1 1,-1 0 0,5-1-21,-7 0-19,0-1 1,0 0-1,0 0 1,-1 0-1,1-1 1,-1 0-1,0 0 0,0 0 1,0-1-1,-1 0 1,0 0-1,1 0 1,-2 0-1,1 0 0,-1-1 1,1 0-1,-2 0 1,1 0-1,-1 0 1,1 0-1,-2 0 0,1-1 1,-1 1-1,0-1 1,0 1-1,-1-1 1,0 1-1,0-1 0,0 1 1,-1-1-1,0 1 1,0-1-1,-1 1 1,0-1-1,0 1 0,0 0 1,-1 0-1,0 0 1,0 1-1,-1-2 19,-7-9 46,0 0 1,-1 1-1,-1 0 0,0 1 0,-1 0 1,0 2-1,-1-1 0,-1 2 0,0 0 0,0 1 1,-1 0-1,-16-6-46,30 18 5,-1 0 0,1 0 0,0 0 1,0 1-1,0-1 0,0 1 0,0 0 0,0 0 0,1 0 0,-1 0 1,1 0-1,0 0 0,0 1 0,0-1 0,0 1 0,1-1 0,0 1 1,-1 0-1,1-1 0,0 1 0,1 0 0,-1 0 0,1 0 1,0 0-1,0 0 0,0 0 0,0 0 0,1 0 0,-1-1 0,1 3-5,-3 11-1,-6 171 243,8-186-232,0 0 1,0 0-1,0 0 1,0 0-1,0 0 1,0-1-1,1 1 1,-1 0 0,0 0-1,1 0 1,0 0-1,-1 0 1,1-1-1,0 1 1,0 0-1,0-1 1,0 1-1,0 0 1,1-1-1,-1 1 1,0-1 0,1 0-1,-1 1 1,1-1-1,-1 0 1,1 0-1,0 0 1,-1 0-1,1 0 1,0-1-1,0 1 1,0 0 0,-1-1-1,1 1 1,0-1-1,0 0 1,0 0-1,0 0 1,0 0-1,0 0 1,0 0-1,0 0 1,0 0-1,0-1 1,0 1 0,-1-1-1,2 0-10,81-47 179,-77 40-200,0-1 0,-1 1 0,0-2 0,0 1 0,-1 0 0,-1-1 0,1 0 0,-2 0 0,1-1 0,-1 1 0,-1-1 0,0 0 0,-1 1 0,0-1 0,0 0 0,-1 0 0,0 0 0,-1 0 0,-1 1 0,1-1 0,-2 0-1,1 1 1,-2-1 0,1 1 0,-1 0 0,-1 0 0,0 1 0,0-1 0,-1 1 0,0 0 0,-1 0 0,-2-2 21,3 5 47,0 1 0,-1 0 0,1 0 0,-1 0 0,0 1 0,0 0 0,-1 1 0,1-1 0,-1 1 0,0 1 0,1-1 0,-1 2 0,0-1 0,0 1 0,-1 0 0,1 0 0,0 1 0,0 0-1,0 1 1,0 0 0,-1 0 0,1 1 0,0-1 0,1 2 0,-1-1 0,0 1 0,1 1 0,-1-1 0,1 1 0,0 0 0,0 1 0,1 0 0,-1 0 0,1 0 0,0 1 0,1 0 0,-1 0 0,1 1 0,0-1 0,1 1 0,-1 0 0,1 0 0,1 1 0,0-1 0,-2 5-47,2-5 13,1 0 0,0 0 0,0 0 0,1 0 0,0 0 1,0 1-1,1-1 0,-1 0 0,2 0 0,-1 1 0,1-1 0,0 0 0,0 0 1,1 0-1,0 0 0,1 0 0,-1 0 0,1-1 0,0 1 0,1-1 0,0 0 1,0 1-1,0-2 0,1 1 0,-1-1 0,1 1 0,1-1 0,-1-1 0,1 1 1,0-1-1,0 0 0,0 0 0,0-1 0,1 1 0,0-1 0,-1-1 0,1 1 1,3-1-14,128 5-333,-136-8 262,0-1 0,0 0 0,0 0 0,-1 0 0,1 0 0,0 0 0,-1-1 0,0 1 0,1 0 0,-1-1 0,0 1-1,0-1 1,0 1 0,-1-1 0,1 1 0,-1-1 0,1 0 0,-1 1 0,0-1 0,0 0 0,0 1 0,0-1-1,-1 1 1,1-1 0,-1 0 0,1 1 0,-1-1 0,0 1 0,0-1 0,0 1 0,0-1 0,-1 1 0,1 0-1,-1 0 1,1-1 0,-2 0 71,-15-27 82,-2 1-1,-1 0 0,-1 2 1,-1 0-1,-2 2 0,-25-21-81,49 44 23,0 1 0,0 0-1,0-1 1,-1 1 0,1 0-1,0 0 1,-1 0-1,1 0 1,-1 0 0,1 0-1,-1 1 1,0-1 0,1 0-1,-1 1 1,0-1 0,1 1-1,-1-1 1,0 1 0,0 0-1,1 0 1,-1 0-1,0 0 1,0 0 0,1 0-1,-1 1 1,0-1 0,1 1-1,-1-1 1,0 1 0,1-1-1,-1 1 1,0 0-1,1 0 1,-1 0 0,1 0-1,0 0 1,-1 0 0,1 0-1,0 0 1,-1 0 0,1 1-1,0-1 1,0 1-1,0-1 1,0 1 0,0 0-23,-24 83 136,23-78-125,-16 245 577,18-249-579,0 1 1,0-1-1,0 1 0,0 0 1,1-1-1,-1 1 1,1-1-1,0 1 1,0-1-1,1 0 0,-1 1 1,0-1-1,1 0 1,0 0-1,0 0 1,0 0-1,0 0 0,1 0 1,-1-1-1,1 1 1,-1-1-1,1 0 0,0 1 1,0-1-1,0-1 1,0 1-1,0 0 1,0-1-1,1 1 0,-1-1 1,0 0-1,1 0 1,-1-1-1,1 1 1,-1 0-1,1-1 0,0 0 1,-1 0-1,1 0 1,-1-1-1,1 1 0,-1-1 1,1 0-1,-1 0 1,1 0-1,0 0-9,11-7 6,-1 0 0,1 0-1,-1-2 1,0 0 0,-1 0 0,-1-2-1,1 1 1,-2-1 0,0-1 0,0 0-1,-1-1 1,-1 0 0,0 0 0,-1-1-1,0 0 1,2-10-6,-6 21-48,-1-1 1,1 1-1,-1 0 0,0-1 0,-1 1 0,1-1 0,-1 0 1,0 0-1,0 0 0,0 0 0,-1-1 0,1 1 0,-2 0 0,1 0 1,0-1-1,-1 1 0,0-1 0,0 1 0,-1 0 0,1-1 1,-1 1-1,0 0 0,-1-1 0,1 1 0,-1 0 0,0 0 1,-1 0-1,1 0 0,-1 1 0,0-1 0,0 1 0,0-1 1,0 1-1,-1 0 0,0 0 0,0 1 0,0-1 0,0 1 1,-3-2 46,-3 2 51,0 0 0,0 1 0,-1 0 0,1 1 0,0 0 0,-1 1 0,1 0 0,-1 0 0,1 1 0,0 0 0,-1 1 0,1 0 0,0 1 0,0 0 0,0 1 0,1 0 0,-1 0 0,1 1 0,0 0 0,0 1 0,1 0 0,-1 0 0,1 1 0,1 0 0,-1 0 0,1 1 0,0 0 0,1 0 0,0 1 0,1 0 0,-1 0 0,1 0 0,1 0 0,0 1 0,0 0 0,1 0 0,-1 7-50,3-11-3,0 0-1,0 0 1,1 0-1,0 0 1,0 0-1,0 0 1,1 0-1,0 0 1,0 0-1,0 0 1,1-1-1,0 1 1,0 0-1,1-1 1,-1 1-1,1-1 1,0 0-1,1 0 1,-1 0-1,1 0 1,0-1 0,0 1-1,1-1 1,-1 0-1,1 0 1,0-1-1,0 0 1,0 1-1,0-2 1,0 1-1,1 0 1,0-1-1,-1 0 1,1-1-1,0 1 1,0-1-1,0 0 1,0 0-1,0-1 1,0 0-1,0 0 1,0 0-1,0-1 1,1 0 3,158-62-3960,-94 13-2418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7:04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807 18 6969,'0'0'421,"0"0"505,0 0 2380,0 0-1421,0 0-575,0 0-433,-3-3-2,-9-9-52,9 9-160,3 3-390,0 0-118,-20 52 689,-2 37 339,4 0 0,3 1 1,5 1-1,1 81-1183,16-95 34,-6-76-36,-1-1 14,0-34-10028,2 21 3466</inkml:trace>
  <inkml:trace contextRef="#ctx0" brushRef="#br0" timeOffset="505.449">426 469 6601,'0'0'775,"0"0"-7,0 0 1230,0 0-416,0 0-142,0 0 22,14 18-47,95 147 831,-29 18-1553,-77-181-688,-1-1-1,1 0 0,0-1 1,0 1-1,-1 0 1,1-1-1,0 1 1,0-1-1,0 0 1,0 0-1,0 0 1,0-1-1,-1 1 1,1-1-1,0 1 1,0-1-1,0 0 1,-1 0-1,1 0 1,0 0-1,-1-1 1,1 1-1,-1-1 0,0 0 1,1 1-1,-1-1 1,0 0-1,0 0 1,0 0-1,0-1 1,-1 1-1,1 0 1,-1-1-1,1 1 1,-1-1-1,0 0 1,0 1-1,0-1 1,0 0-1,0 0 1,-1 1-1,1-1 1,-1-1-5,2 1 0,2-4-17,0 0 0,1 1 0,-1 0-1,1 0 1,1 0 0,-1 0 0,1 1 0,0 0-1,0 0 1,1 0 0,0 1 0,-1 0-1,1 0 1,0 1 0,1 0 0,-1 0-1,1 1 1,-1 0 0,1 0 0,0 0 0,0 1-1,-1 1 1,1-1 0,0 1 0,0 0-1,7 2 18,6-1-661,34-4-3956,-23-11-5568,-19 1 6923</inkml:trace>
  <inkml:trace contextRef="#ctx0" brushRef="#br0" timeOffset="2404.352">1 1627 6489,'0'0'917,"0"0"-219,0 0 1450,0 0-677,0 0-739,0 0-392,13 1 201,426 14 3608,-414-51-4942,-16 22-1212,7-7-3353,1 1-66</inkml:trace>
  <inkml:trace contextRef="#ctx0" brushRef="#br0" timeOffset="3401.333">1170 1287 6121,'0'0'903,"0"0"-583,0 0-233,0 0 472,0 0 1349,0 0-293,-3 7-944,-7 22-239,10-36 3683,-4-54-2940,55-215 471,-45 206-1270,-1 18-209,-3 100 490,-3 9 41,-1-17-288,2-1-1,1 0 1,2 1-1,1-1 1,2 0 0,2-1-1,2 0 1,10 25-410,-2-13 320,-7-14-5428,-10-35 4182,-1 0-7010,0-1 2618,0 0-441</inkml:trace>
  <inkml:trace contextRef="#ctx0" brushRef="#br0" timeOffset="3965.698">935 1594 7498,'0'0'97,"0"0"392,0 0 1493,0 0-448,0 0-863,-10-3-41,9 2 3766,218-4-354,450-103-2814,-589 103-1580,-117 12-10191,19-5 2336</inkml:trace>
  <inkml:trace contextRef="#ctx0" brushRef="#br0" timeOffset="4869.509">1120 2288 6617,'0'0'698,"0"0"14,0 0 1018,0 0-569,0 0-359,0 0-266,26-5 329,79-16 60,-94 18-721,0-1 0,-1 0 0,1 0 0,-1-1 1,0 0-1,-1-1 0,1 0 0,-1-1 0,-1 0 1,1 0-1,-1-1 0,4-4-204,2-2 204,-10 11-147,0 0 0,-1 0 0,1-1 0,-1 1 0,0-1 0,0 0 0,0 1 0,-1-1 0,1-1 1,-1 1-1,0 0 0,0-1 0,0 1 0,-1-1 0,0 1 0,0-1 0,0 0 0,0 1 0,-1-1 0,1 0 1,-1 0-1,-1 1 0,1-1 0,-1 0 0,1 1 0,-1-1 0,-1 0 0,1 1 0,-1-1 0,0 1 1,0-1-1,0 1 0,0 0 0,-1 0 0,1 0 0,-1 0 0,0 1 0,0-1 0,-1 1 0,1-1 1,-1 1-1,0 0 0,0 1 0,0-1 0,0 1 0,0-1 0,0 1 0,-2 0-57,0-1 29,0 0 0,0 0 1,-1 0-1,1 1 0,-1 0 0,0 1 0,1-1 0,-1 1 0,0 0 1,0 1-1,1 0 0,-1 0 0,0 0 0,0 1 0,0 0 0,1 0 0,-1 1 1,0 0-1,1 0 0,-1 0 0,1 1 0,0 0 0,0 0 0,0 1 1,0 0-1,1 0 0,-1 0 0,1 0 0,0 1 0,0 0 0,1 0 1,0 0-1,-4 5-29,-3 6 23,0 0-1,0 0 1,2 1 0,0 0 0,1 1 0,0-1 0,2 2-1,0-1 1,1 1 0,1 0 0,1 0 0,0 0 0,2 0 0,0 1-1,2 14-22,2-23 44,1 0 0,1-1 0,0 0-1,1 0 1,0 0 0,0-1-1,1 0 1,0 0 0,1-1-1,0 1 1,0-2 0,1 1 0,0-1-1,0-1 1,0 1 0,1-2-1,0 1 1,0-1 0,1-1-1,-1 0 1,1 0 0,0-1-1,0-1 1,0 0 0,0 0 0,1-1-1,-1 0 1,0-1 0,1 0-1,0-1-43,7 3 54,0-1 0,0-1 0,0-1-1,0 0 1,0-1 0,-1-1 0,1-1-1,-1-1 1,0 0 0,0-2 0,0 0-1,-1 0 1,5-5-54,-15 8-307,13-29-11195,-19 16 973</inkml:trace>
  <inkml:trace contextRef="#ctx0" brushRef="#br0" timeOffset="5768.079">1602 1656 6481,'0'0'1445,"0"0"1773,0 0-1337,0 0-956,0 0-523,0 0 475,-6-8-29,-27-34 76,33 41-583,0 1-11,0 19 353,0 24-45,2 0 1,3-1 0,1 1-1,1-1 1,3-1-1,2 1 1,1-2 0,16 34-639,-18-72-578,-7-47 277,8-38-111,-8 76 355,0 1 1,0 0-1,1-1 0,-1 1 1,1 1-1,0-1 1,1 1-1,0 0 0,-1 0 1,2 1-1,-1 0 0,0 0 1,1 0-1,0 1 1,0 0-1,0 0 0,0 0 1,0 1-1,0 0 1,1 1-1,-1 0 0,1 0 1,-1 0-1,1 1 1,0 0-1,-1 1 0,4 0 57,-7 1-2,1 0-1,-1 1 1,0-1 0,0 1-1,0 0 1,0 0-1,0 0 1,0 0-1,-1 1 1,0 0-1,0-1 1,0 1-1,0 0 1,0 1-1,-1-1 1,0 0 0,0 1-1,0-1 1,-1 1-1,1 0 1,-1-1-1,0 1 1,0 0-1,-1 0 1,1 0-1,-1 0 1,0 0-1,-1 0 1,1-1 0,-1 1-1,0 0 1,0 0-1,0 0 1,-1-1-1,0 1 1,0-1-1,0 1 1,0-1-1,-1 1 3,-2 2 9,0-1 0,-1 0 0,1 0 0,-1 0 0,0-1-1,-1 0 1,0 0 0,1-1 0,-1 0 0,-1 0 0,1 0 0,0-1-1,-1 0 1,0-1 0,0 0 0,1 0 0,-1 0 0,-1-1-1,1 0-8,-65-12-1192,72-5-11989,1 7 8054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7:46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80 6249,'0'0'1291,"0"0"1226,0 0-957,0 0-984,0 0-140,0 0 36,-6-7 366,-17-21-65,23 27-741,0 1-1,-1-1 0,1 1 0,-1 0 0,1 0 0,0-1 0,-1 1 0,1 0 0,-1 0 0,1-1 0,0 1 0,-1 0 0,1 0 0,-1 0 0,1 0 0,-1 0 0,1-1 0,-1 1 0,1 0 0,-1 0 0,1 0 0,-1 0 0,1 1 0,-1-1 0,1 0 0,-1 0 0,1 0 0,-1 0 0,1 0 0,0 1 0,-1-1 0,1 0 1,-1 0-1,1 1 0,0-1 0,-1 0 0,1 1 0,-1-1 0,1 0 0,0 1 0,0-1 0,-1 0 0,1 1 0,0-1 0,0 1 0,-1-1 0,1 1 0,0-1 0,0 0 0,0 1 0,0-1 0,0 1 0,-1-1 0,1 1 0,0-1 0,0 1 0,0-1 0,0 1 0,1-1 0,-1 1 0,0-1 0,0 1 0,0-1 0,0 1 1,0-1-1,1 0 0,-1 1 0,0-1 0,0 1 0,1-1-31,-1 1 180,-3 226 1703,6-215-1866,1 0-1,0 0 1,0-1-1,2 1 1,-1-1-1,1 0 1,1-1-1,0 0 1,0 0 0,1 0-1,0-1 1,1 0-1,0-1 1,0 0-1,1 0 1,0-1-1,1 0 1,-1-1-1,1 0 1,0-1 0,1 0-1,-1 0 1,1-2-1,0 1 1,0-2-1,0 1 1,1-2-1,-1 1 1,0-2 0,1 0-1,-1 0 1,0-1-1,1 0 1,-1-1-1,0-1 1,0 0-1,0-1 1,-1 0-1,1 0 1,-1-2 0,0 1-1,0-1 1,0-1-1,-1 0 1,0 0-1,-1-1 1,0 0-1,0-1 1,2-2-17,-7 3 12,0 0-1,-1 0 1,0 0 0,0 0-1,-1-1 1,1 1 0,-2-1-1,0 1 1,0-1 0,0 1-1,-1-1 1,0 0 0,-1 0 0,0 1-1,0-1 1,-1 1 0,0-1-1,0 1 1,-1 0 0,0 0-1,-1 0 1,0 0 0,0 0-1,-1 1 1,1 0 0,-2 0-1,1 0 1,-1 0 0,0 1 0,0 0-1,-1 0 1,0 1 0,0 0-1,-1-1-11,-7-9 15,-1 0 0,0 1 0,-1 0 0,0 2 0,-1 0 1,0 1-1,-1 1 0,-1 0 0,1 2 0,-1 0 0,-14-3-15,30 14-79,1 0 0,-1 0 0,1 1-1,0-1 1,0 1 0,0 0 0,1 0 0,-1 0 0,1 0 0,0 0 0,0 1 0,0-1 0,0 1 0,1-1 0,0 1 0,0 0 0,0-1 0,1 1 0,-1 0 0,1-1-1,0 1 1,1 0 0,-1 0 0,1-1 0,0 1 79,-1-3-49,5 42-4166,30-19-5242,-13-22 7009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7:45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5281,'0'0'1438,"15"9"453,37-4 3850,31-10-3162,-38 1-1665,116 4-245,-152 3-3298,-22 0-5721,-5-3 896</inkml:trace>
  <inkml:trace contextRef="#ctx0" brushRef="#br0" timeOffset="448.86">131 91 6617,'0'0'706,"0"0"-61,0 0 1082,0 0 196,0 0-813,0 0-677,-2 5-74,0-3-305,0 0 1,1 0-1,-1 1 0,1-1 0,0 1 1,0-1-1,0 1 0,0-1 0,0 1 0,0 0 1,1 0-1,-1-1 0,1 1 0,0 0 0,0 0 1,0 0-1,0-1 0,0 1 0,1 0 1,-1 0-1,1-1 0,0 1 0,0 0 0,0-1 1,0 1-1,0-1 0,0 1 0,1-1 0,0 0 1,-1 1-1,1-1 0,0 0 0,0 0 1,0 0-1,0 0 0,0-1 0,0 1 0,1 0 1,-1-1-1,0 0 0,1 1 0,0-1 0,-1 0 1,1 0-1,-1-1 0,4 2-54,171 3 2551,-168 0-4341,7 3-4919,-7-8 1900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7:49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97 0 6465,'0'0'750,"0"0"625,0 0 1723,0 0-1346,0 0-773,0 0-399,-3 5 874,31 374 2627,-28-359-4098,1 0-1,1-1 1,1 1 0,1-1 0,0 0 0,2 0 0,0 0-1,7 13 18,-10-40-7112,-2-17 847,-5 3 3319</inkml:trace>
  <inkml:trace contextRef="#ctx0" brushRef="#br0" timeOffset="400.55">0 307 7418,'0'0'242,"0"0"298,0 0 1520,0 0-956,24 0-436,177 6 2070,1 1-804,-223-40-8627,3 11-37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7:55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0 283 6617,'0'0'655,"0"0"-389,0 0 308,0 0 1478,0 0-388,15-9 1827,15-135-669,-6 57-2763,-22 75-76,4-19 60,-4 45 94,-24 220 1028,21-187-1122,-1-30 31,2 0 0,-1 1 0,2-1 0,0 0 0,1 1 0,1-1 0,1 0 0,0-1 0,1 1-1,1-1 1,1 2-74,-6-17 36,-1-1-20,1 0 0,-1-1 0,1 1 0,0 0 0,-1 0 0,1 0 0,0 0 0,-1 0 0,1 0 1,0 0-1,-1 0 0,1 0 0,0 0 0,-1 0 0,1 0 0,0 0 0,-1 1 0,1-1 0,0 0 0,-1 1 0,1-1 0,-1 0 0,1 1 0,-1-1 0,1 0 0,-1 1 0,1-1 0,-1 1 0,1-1 0,-1 1 0,1-1 0,-1 1 0,0 0 0,1-1 0,-1 1 0,0-1 0,0 1 0,1 0 0,-1-1 0,0 1 0,0 0 0,0-1 0,0 1 0,0 0 0,0-1 0,0 1 0,0 0 0,0-1 0,0 1 0,0 0 0,0-1 0,0 1 0,-1 0 0,1-1 0,0 1 0,0-1 0,-1 1 0,1 0 0,-1-1 0,1 1 0,0-1 0,-1 1 0,1-1 0,-1 1 0,0-1-16,28-46-3236,-23 38 1679,6-13-5125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8:08.49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185 224 3881,'0'0'4666,"0"0"-1780,0 0-1746,0 0-758,-8-20 111,-25-60 165,31 78-596,1 0 1,-1 0-1,1-1 1,-1 1-1,0 0 1,0 0-1,0 0 0,0 1 1,0-1-1,0 0 1,0 1-1,-1 0 1,1-1-1,-1 1 1,1 0-1,-1 0 1,1 0-1,-1 1 1,0-1-1,1 1 1,-1-1-1,0 1 1,0 0-1,1 0 1,-1 0-1,0 0 1,1 0-1,-1 1 1,0 0-1,1-1 0,-1 1 1,0 0-1,1 0 1,-1 0-1,1 0 1,0 1-1,-1-1 1,1 1-1,0-1 1,0 1-1,0 0 1,0 0-1,0 0 1,0 0-1,1 0 1,-2 1-63,-4 17 119,0 0 0,1 0 0,1 1 0,1-1-1,1 1 1,1 0 0,1 0 0,0 0 0,3 17-119,-2-34 17,-1 2 7,1 0 1,0 0 0,1 1 0,0-1-1,0 0 1,0 0 0,0 0 0,1 0-1,0 0 1,1 0 0,-1-1 0,1 1 0,0-1-1,0 0 1,1 1 0,-1-2 0,1 1-1,1 0 1,-1-1 0,0 1 0,1-1 0,0 0-1,0-1 1,0 1 0,1-1 0,-1 0-1,1-1 1,-1 1 0,1-1 0,0 0-1,0 0 1,0-1 0,6 1-25,8-1 67,1 0 0,-1-1 0,0-2 0,1 0 0,-1-1 0,0-1 0,-1 0 0,1-2 0,-1 0 0,0-2 0,0 0 0,-1-1 0,0 0 0,0-2 0,-1 0 0,-1-1 0,0 0 0,-1-2 0,0 0 0,-1 0 0,0-2 0,-1 1 0,-1-2 0,-1 0 0,1-1-67,-8 12 8,1 1-1,-1 0 1,0-1-1,0 0 1,-1 0-1,0 0 1,0 0-1,0-1 1,-1 1 0,0-1-1,0 0 1,-1 0-1,1 1 1,-2-1-1,1 0 1,-1 0-1,0 0 1,0 0-1,-1 0 1,0 0 0,0 0-1,0 0 1,-1 1-1,0-1 1,-1 1-1,1-1 1,-1 1-1,-1 0 1,1 0-1,-1 0 1,0 0-1,0 1 1,-1-1 0,1 1-1,-2 0-7,-5-2 79,-1 1 1,1 1-1,-1 0 0,0 1 0,0 0 0,-1 1 1,1 0-1,-1 1 0,0 0 0,1 1 0,-1 1 1,0 0-1,0 0 0,0 1 0,1 1 1,-1 0-1,1 1 0,-1 1 0,1 0 0,0 0 1,0 1-1,0 0 0,1 1 0,0 1 1,0 0-1,1 0 0,0 1 0,0 0 0,0 1 1,-7 9-80,3-5 120,0 1 0,1 1 1,0 0-1,1 0 1,1 1-1,1 1 0,0 0 1,1 0-1,1 1 1,0 0-1,1 0 0,2 1 1,0 0-1,0 0 1,2 0-1,0 0 0,2 1 1,0 13-121,3-27 14,1 0 0,0 0 0,1 0 0,-1 0 0,1-1 0,0 1 0,0-1 0,1 0 0,-1 0 0,1 0 0,0-1 1,1 0-1,-1 0 0,1 0 0,0-1 0,0 0 0,0 0 0,0 0 0,0-1 0,1 0 0,-1 0 0,1 0 0,-1-1 0,1 0 0,0-1 0,-1 1 1,1-1-1,0 0 0,0-1 0,-1 0 0,1 0 0,0 0 0,-1-1 0,1 0 0,-1 0 0,0-1 0,0 0 0,0 0 0,0 0 0,0 0 0,-1-1 1,2-1-15,11-5 11,-1-1 0,0 0 0,0-1 0,-1-1 0,0 0 0,-2-1 1,1-1-1,-2-1 0,0 0 0,-1 0 0,0-1 0,-1-1 0,-2 0 1,1 0-1,-2-1 0,-1 0 0,5-17-11,-12 33-18,0-1-1,0 1 1,0 0 0,0-1-1,0 1 1,-1 0 0,0-1 0,1 1-1,-1 0 1,-1 0 0,1 0-1,0 0 1,-1 0 0,1 0 0,-1 0-1,0 0 1,0 0 0,0 1-1,0-1 1,-1 1 0,1 0 0,-1-1-1,1 1 1,-1 0 0,0 1-1,0-1 1,0 0 0,0 1 0,0 0-1,0-1 1,0 1 0,-1 1-1,1-1 1,0 0 0,0 1 0,-1-1-1,1 1 1,0 0 0,-1 0 18,-138 13-309,131-9 306,0 0-1,1 1 0,0 0 0,-1 0 0,2 1 1,-1 1-1,1-1 0,0 2 0,0-1 1,1 1-1,0 0 0,0 1 0,1 0 0,0 0 1,0 1-1,1 0 0,1 0 0,0 0 0,0 1 1,1 0-1,0 0 0,1 0 0,0 0 1,1 0-1,0 1 0,1-1 0,0 1 0,1-1 1,0 1-1,1-1 0,0 2 4,1-7 0,0-1 0,0 1 0,0-1 0,0 1 0,1-1 1,0 0-1,0 0 0,1 0 0,-1-1 0,1 1 0,0-1 0,0 0 0,1 0 0,-1 0 0,1 0 0,0-1 0,0 0 1,0 0-1,0 0 0,0-1 0,1 0 0,-1 0 0,1 0 0,-1 0 0,1-1 0,0 0 0,0 0 0,0-1 0,0 0 1,-1 0-1,4 0 0,0 0 2,-1 0 0,0 0 1,1-1-1,-1 0 0,0 0 1,0-1-1,1 0 1,-1-1-1,-1 0 0,1 0 1,0 0-1,-1-1 0,0 0 1,1-1-1,-2 0 0,1 0 1,-1 0-1,1-1 1,-1 0-1,-1 0 0,1 0 1,-1-1-3,-2 1-14,-1 0 1,0-1 0,-1 1 0,1 0-1,-1-1 1,0 1 0,-1 0 0,0-1-1,0 1 1,0-1 0,-1 1 0,0-1-1,0 1 1,0 0 0,-1 0 0,0-1-1,0 1 1,-1 0 0,1 1 0,-2-1-1,1 0 1,0 1 0,-1 0 0,0 0-1,0 0 1,-1 0 0,1 0 0,-1 1-1,0 0 1,0 0 0,0 0 0,-1 1-1,0 0 1,1 0 0,-1 0 0,0 1-1,0 0 1,0 0 0,-1 0 0,1 1-1,0 0 1,-1 0 0,1 0 0,-1 1-1,1 0 1,-5 1 13,10 0-333,0 0 0,0 0 0,0 0 0,0 0 1,1 0-1,-1 0 0,0 0 0,0 1 0,1-1 0,-1 0 0,1 0 0,-1 1 0,1-1 0,0 0 0,-1 1 0,1-1 0,0 0 0,0 1 0,0-1 0,0 1 1,0-1-1,0 0 0,0 1 0,1-1 0,-1 0 0,0 1 0,1-1 0,-1 0 0,1 1 0,0-1 0,-1 0 0,1 0 0,0 0 0,0 0 0,-1 0 0,1 0 0,0 0 1,0 0-1,0 0 0,0 0 0,1 0 0,-1 0 0,0 0 333,27 17-9825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8:11.03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207 0 5049,'0'0'1527,"0"0"-12,0 0 2291,0 0-1641,0 0-1181,0 0-19,-12 2 240,3-1-1004,7-1-164,-1 0 1,0 0-1,0 0 1,0 0-1,0 1 1,0 0-1,1-1 1,-1 1-1,0 0 0,0 0 1,1 0-1,-1 1 1,1-1-1,-1 1 1,1-1-1,0 1 1,0 0-1,-1 0 0,1 0 1,0 0-1,1 0 1,-1 0-1,0 1 1,1-1-1,-1 1 1,0 0-38,-8 29 153,0 1 1,2 0 0,2 0-1,1 1 1,1-1 0,2 1-1,2 0 1,2 28-154,-2-55 28,0 0 0,1 0-1,0 1 1,0-1-1,0 0 1,1 0 0,0 0-1,1 0 1,-1 0 0,1-1-1,1 1 1,-1-1 0,1 0-1,0 0 1,0 0 0,1 0-1,0-1 1,0 0 0,0 0-1,1 0 1,-1 0 0,1-1-1,0 0 1,0 0 0,1-1-1,-1 0 1,1 0-1,0 0 1,0-1 0,0 0-1,0 0 1,0-1 0,0 0-1,5 0-27,-5-1 50,0 0 1,0 0-1,0-1 0,0 0 0,0 0 0,0 0 0,0-1 0,0-1 0,-1 1 0,1-1 0,-1 0 0,1 0 0,-1-1 1,0 1-1,0-2 0,-1 1 0,1-1 0,-1 1 0,0-1 0,0-1 0,-1 1 0,1-1 0,-1 0 0,0 0 1,-1 0-1,0 0 0,2-5-50,1 2 20,-1 1 1,0-1-1,-1 1 1,0-2 0,0 1-1,-1 0 1,0-1-1,-1 1 1,0-1 0,-1 0-1,0 1 1,0-1-1,-1 0 1,0 0 0,-1 0-1,0 0 1,0 1-1,-1-1 1,0 0 0,-1 1-1,0-1 1,-1 1-1,0 0 1,0 0 0,-1 1-1,0-1 1,-1 1-1,1 0 1,-2 0-1,1 1 1,-1 0 0,0 0-1,-1 0 1,-3-2-21,-5 2 2,0 0 1,0 1-1,0 1 1,-1 0-1,0 2 1,0-1-1,0 2 1,0 0-1,-1 2 0,1 0 1,0 0-1,0 2 1,-17 3-3,29-4 2,-1 1-1,1 1 1,1-1 0,-1 1-1,0 0 1,0 0 0,1 0-1,0 1 1,0 0 0,0 0-1,0 0 1,0 0 0,1 0 0,0 1-1,0-1 1,0 1 0,0 0-1,1 0 1,0 0 0,0 0-1,0 1 1,1-1 0,-1 0-1,1 1 1,0 2-2,-6 140 93,8-132-73,1 0 0,1 0 0,0 0 0,1 0 0,1-1 0,0 0 0,1 0 0,1 0 0,1-1 0,0 0 0,0 0 0,1-1 1,4 4-21,-8-11 16,0 0 1,1 0 0,-1-1 0,1 1 0,0-1 0,0-1-1,1 1 1,0-1 0,-1 0 0,1 0 0,1-1-1,-1 0 1,0-1 0,1 1 0,0-1 0,-1-1 0,1 1-1,0-2 1,0 1 0,0-1 0,-1 0 0,1 0 0,0-1-1,0 0 1,0 0 0,-1-1 0,1 0 0,3-2-17,2-4 42,-1 0 0,1-1 1,-2 0-1,1-1 1,-1-1-1,-1 1 0,0-2 1,0 1-1,-1-2 0,-1 1 1,0-1-1,0 0 1,-2-1-1,0 1 0,0-1 1,-1-1-1,-1 1 0,0-1 1,-1 0-1,-1 1 1,0-1-1,-1-1-42,-8-126 128,6 137-130,-1 1 1,1 0 0,-1-1 0,0 1 0,0 0 0,-1 0 0,1 0 0,-1 1 0,0-1 0,0 0 0,0 1 0,0 0 0,-1 0 0,1 0 0,-1 0 0,0 0 0,0 1 0,0 0 0,0 0 0,0 0 0,0 0 0,-1 1 0,1-1-1,0 1 1,-1 0 0,0 0 0,1 1 0,-1-1 0,-2 1 1,-13-1 0,0 0 0,0 1 0,0 1 0,0 1-1,0 1 1,0 0 0,0 2 0,1 0 0,0 1-1,0 1 1,0 1 0,1 0 0,0 2 0,1 0 0,-2 2 0,17-10-26,-1 1 0,1-1 0,-1 1 1,1-1-1,0 1 0,0 0 1,0 0-1,1 0 0,-1 0 0,1 0 1,-1 1-1,1-1 0,0 0 1,0 1-1,1-1 0,-1 0 0,1 1 1,-1-1-1,1 1 0,0-1 1,0 1-1,1-1 0,-1 1 0,1-1 1,0 0-1,0 1 0,0-1 0,0 0 1,0 0-1,1 1 0,0-1 1,-1 0-1,1 0 0,1 0 26,46 63-3400,3-16-2517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8:16.24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1588 136 1168,'0'0'4665,"0"0"-3378,0 0-408,0 0 2363,0 0-1434,0 0-847,1-5 48,2-17-27,-2 16-390,-1 6 128,0 0-257,-670-4 2119,648 6-2530,1 0-1,0 2 1,0 1 0,0 1 0,0 0 0,1 2 0,0 0 0,1 1 0,-3 3-52,2-2 25,1-1 0,-1 0 1,-1-2-1,0 0 0,0-1 1,0-1-1,0-1 0,-1-1 0,-4-1-24,-293-2-154,171 20 200,147-20-39,-1 0-1,0-1 1,1 1-1,-1-1 1,0 1-1,1-1 1,-1 0-1,1 1 1,-1-1-1,1 0 1,-1 0-1,1 0 1,-1 0-1,1 0 1,0 0-1,0-1 1,0 1-1,0 0 1,-1-1-1,2 1 1,-1-1-1,0 1 1,0-1-1,0 1 1,1-1-1,-1 0 1,1 1-1,-1-1 1,1 0-1,0 1 1,0-1-1,0 0 1,-1 1-1,2-1 1,-1 0-1,0 0 1,0 1-1,0-1 1,1 0-1,-1 1 1,1-1-1,0 0 1,-1 1-1,1-1 1,0 1-1,0-1 1,0 1 0,0 0-1,0-1 1,0 1-1,0 0 1,0-1-1,1 1 1,-1 0-1,1 0 1,-1 0-1,0 0 1,1 1-1,0-1 1,-1 0-1,1 1 1,0-1-8,19-5-6,0 2 1,0 0 0,1 1 0,-1 1 0,1 2 0,-1 0-1,1 1 1,2 1 5,40 0-46,267 16 126,-276-11 18,1-3 0,0-2 0,0-3 0,0-1 0,6-5-98,193-3 144,86 75-234,-233-61-141,-109-42 366,-2 29-122,-1 0 1,0 1-1,0-1 0,-1 1 1,0 0-1,0 0 1,-1 0-1,0 1 1,-1-1-1,1 2 0,-1-1 1,-1 1-1,1 0 1,-1 0-1,0 1 1,0 0-1,-1 1 0,1 0 1,-1 0-1,0 0 1,0 1-1,0 1 1,-1 0-1,1 0 0,0 1 1,-1 0-1,0 0 1,-4 1-14,-233-22 130,187 13-73,0 3 0,0 2 0,-1 3 0,-34 4-57,-125 38 389,-50-41-147,155-15-159,114 16-85,0 0-1,0 0 1,0 0 0,0 0-1,0 0 1,0 1-1,0-1 1,1 0 0,-1 0-1,0 0 1,1 1 0,-1-1-1,1 0 1,0 1 0,-1-1-1,1 0 1,0 1 0,0-1-1,0 0 1,0 1-1,0-1 1,0 1 0,0-1-1,0 0 1,1 1 0,-1-1-1,0 0 1,1 1 0,-1-1-1,1 0 1,0 1 0,-1-1-1,1 0 1,0 0-1,0 0 1,-1 0 0,1 0-1,0 0 1,0 0 0,0 0-1,1 0 1,-1 0 0,0-1-1,0 1 1,0 0 0,0-1-1,1 1 1,-1-1-1,0 1 1,1-1 0,-1 1-1,0-1 1,1 0 0,-1 0-1,1 0 1,0 0 2,37 16-13,1-3-1,0-1 1,1-2 0,1-2 0,34 3 13,91 20-46,-103-16 99,1-2-1,0-3 1,1-3 0,63-1-53,288-3-276,-346-30 309,-23 20-1101,-49-18-1649,0 10-4402,0 3-4530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9:13.53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416 235 4929,'0'0'1464,"0"0"69,0 0-92,0 0 700,-5-20-540,-17-62-722,19 75-626,0 0-1,0 0 1,-1 0-1,0 0 1,0 0 0,-1 1-1,1 0 1,-2 0-1,1 0 1,0 1-1,-1-1 1,0 1-1,-1 1 1,1-1-1,-1 1 1,-3-2-253,4 3 131,3 0-88,-1 0-1,0 0 1,1 0-1,-2 1 1,1 0 0,0 0-1,0 0 1,-1 0-1,1 1 1,-1-1 0,1 1-1,-1 0 1,1 1 0,-1-1-1,0 1 1,0 0-1,1 0 1,-1 0 0,0 1-1,1-1 1,-1 1-1,0 0 1,1 1 0,0-1-1,-1 1 1,1 0 0,0 0-1,-1 0 1,1 1-1,1-1 1,-1 1 0,0 0-1,1 0 1,-1 0-1,1 1 1,0-1 0,0 1-1,0 0 1,0 0 0,1 0-1,0 0 1,0 0-1,0 1 1,-1 1-43,-3 8 11,-1 1 0,2 1 0,0-1 1,1 1-1,0 0 0,2 0 0,-1 0 0,2 0 1,0 0-1,1 1 0,1-1 0,1 0 0,1 5-11,1-15 15,1-1 0,-1 0-1,2 0 1,-1 0 0,0 0 0,1-1-1,0 0 1,0-1 0,0 1-1,0-1 1,1 0 0,0-1 0,-1 1-1,1-1 1,0-1 0,0 1-1,0-1 1,0 0 0,0-1-1,0 0 1,0 0 0,0 0 0,0-1-1,0 0 1,0 0 0,0-1-1,0 0 1,0 0 0,-1-1 0,1 1-1,-1-2 1,0 1 0,0-1-1,3-1-14,-2-1 25,1-1 0,-1 0 0,0 0 0,0-1 0,-1 1 0,0-1 0,-1-1 0,0 1-1,0-1 1,0 0 0,-1 0 0,-1 0 0,1-1 0,-2 1 0,1-1 0,-1 0 0,-1 0 0,0 1-1,0-1 1,-1 0 0,0 0 0,0 0 0,-2 0 0,0-4-25,-2 7 1,0 0 0,0 0-1,-1 0 1,0 1 0,-1 0 0,1 0 0,-1 0 0,0 1-1,-1 0 1,1 0 0,-1 0 0,0 1 0,0 0-1,0 0 1,-1 1 0,1 0 0,-1 1 0,0-1 0,0 1-1,0 1 1,0-1 0,0 1 0,0 1 0,0 0 0,0 0-1,-1 0 1,1 1 0,0 0 0,-3 2-1,2-2-3,0 1 0,0 0 0,0 1 0,0-1 0,0 2 0,1 0 1,-1 0-1,1 0 0,0 1 0,0 0 0,1 1 0,-1-1 0,1 2 0,0-1 0,1 1 0,0 0 0,0 0 0,0 0 1,1 1-1,0 0 0,1 0 0,-1 1 0,2-1 0,-1 1 0,1 0 0,1 0 0,-1 0 0,1 0 0,1 0 1,0 1-1,0-1 0,1 0 0,0 1 0,1-1 0,0 0 0,0 0 0,1 1 0,1 2 3,-2-6 1,1-1-1,-1 1 1,1 0-1,0-1 1,1 0-1,0 1 0,-1-1 1,2 0-1,-1-1 1,0 1-1,1 0 1,0-1-1,0 0 1,1 0-1,-1 0 1,1-1-1,-1 1 0,1-1 1,0 0-1,1 0 1,-1-1-1,0 1 1,1-1-1,-1-1 1,1 1-1,1 0 0,156 8 306,-149-12-249,-1-1 0,1 0 0,0-1 0,-1 0 0,0-1-1,0-1 1,0 0 0,-1-1 0,0 0 0,0-1 0,-1 0 0,6-6-57,-11 10 20,-1-1 0,0 1-1,0-1 1,-1 0-1,1 0 1,-1 0-1,0-1 1,0 1 0,-1-1-1,1 0 1,-2 0-1,1 0 1,0-1-1,-1 1 1,0-1 0,-1 1-1,1-1 1,-1 0-1,-1 1 1,1-1-1,-1 0 1,0 0 0,-1 1-1,0-1 1,0 0-1,0 1 1,-1-1-20,-4-3 10,-1-1 0,-1 2 1,0-1-1,0 1 0,-1 1 1,0-1-1,0 1 0,-1 1 0,0 0 1,0 0-1,-1 1 0,1 1 1,-2-1-1,1 2 0,0-1 0,-1 2 1,0 0-1,0 0 0,0 1 1,0 0-1,-2 1-10,10-1 1,-1 1 0,0-1 0,1 1 0,-1 0 0,0 0 0,1 1 0,-1 0 0,0-1 0,0 2 0,0-1 0,1 0 0,-1 1 0,0 0 0,0 0 0,1 0 0,-1 1 0,1 0 0,-1 0 0,1 0 0,0 0 0,0 0 0,0 1 0,0 0 0,0 0 0,0 0 0,1 0 0,0 1 0,-1-1 0,1 1 0,1 0 0,-1 0 0,0 0 0,1 0 0,0 1 0,0-1 0,0 0 0,0 2-1,-11 70-2168,11-25-2483,2-45 3755,-1 29-5673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9:15.37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80 116 5841,'0'0'895,"0"0"-329,0 0 42,0 0 1678,0 0-589,-13 0-1007,-53 4 617,66-4-172,0 0-130,0 0-670,12 0-34,132 35-299,-85-30 221,0-2 1,0-4 0,-1-1-1,1-4 1,30-6-224,51-5 718,441 12 14,-408 30-316,-167-28-94,-30-6-124,-23-7-56,0 2-1,-1 2 1,-1 2-1,1 3 0,-1 1 1,-1 3-1,1 1 1,0 3-1,-1 2 1,-26 6-142,-124 0 207,170-8 2,0-1 0,-1-2 1,1-1-1,0-1 0,0-1 0,1-2 0,-18-6-209,-23-8 66,421 46-77,21-47 63,-149 4-236,-222 18 156,-1 0 44,0 0 8,0 0-25,-30-13-1793,-19 10-9542,31 3 6819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9:29.21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216 1 336,'0'0'4900,"0"0"-2865,0 0 388,0 0-1163,-7 10-840,-54 125 1561,55 83 349,7-215-2265,0 1 1,1-1 0,0 0 0,-1 0-1,1 0 1,0 0 0,0 0-1,1 0 1,-1 0 0,1-1 0,-1 1-1,1-1 1,0 0 0,0 0-1,0 0 1,0 0 0,0 0 0,0-1-1,1 1 1,-1-1 0,0 0 0,1 0-1,-1 0 1,1 0 0,-1-1-1,1 1 1,0-1 0,-1 0 0,1 0-1,-1-1 1,1 1 0,-1-1-1,1 1 1,-1-1 0,1 0 0,-1 0-1,1-1 1,-1 1 0,0-1-1,0 0 1,0 0 0,0 0 0,2-1-66,1-2 19,-1 0 0,1-1 0,-1 0 0,-1 0 0,1 0 0,-1 0 0,0-1 0,0 1 0,0-1 1,-1 0-1,-1 0 0,1-1 0,-1 1 0,0 0 0,0-1 0,-1 0 0,0 1 0,-1-1 0,0 0 0,0 1 0,0-1 1,-1 1-1,0-1 0,-1 0 0,1 1 0,-2 0 0,1-1 0,-1 1 0,0 0 0,0 0 0,-1 0 0,0 1 1,0-1-1,0 1 0,-3-1-19,-1-1 56,-1 0 0,-1 1 0,1 0 0,-1 1 0,-1 0 0,1 0 0,-1 1 0,0 1 0,0 0 0,0 0 0,0 1 0,-1 0 0,1 1 0,-1 1 0,0 0 0,0 0 0,1 1 0,-2 1-56,9 1 1,0 0 1,0 0-1,1 1 0,-1 0 0,1 0 1,0 0-1,0 0 0,0 0 1,0 1-1,0-1 0,1 1 0,-1 0 1,1 0-1,0-1 0,0 2 1,1-1-1,-1 0 0,1 0 1,0 0-1,0 1 0,0-1 0,1 1 1,-1 1-2,0-1-6,-10 50-34,2 0 0,3 0 0,2 0 0,3 1 0,2 8 40,-1-61 1,-1 0 1,1 0-1,0 0 0,1 0 0,-1 0 1,0 0-1,1 0 0,0 0 1,-1 0-1,1 0 0,1 0 1,-1-1-1,0 1 0,1 0 1,-1-1-1,1 1 0,0-1 0,-1 1 1,1-1-1,0 0 0,1 0 1,-1 0-1,0 0 0,1 0 1,-1-1-1,1 1 0,-1-1 1,1 1-1,0-1 0,0 0 0,0 0 1,-1 0-1,1 0 0,0-1 1,0 1-1,0-1 0,0 0 1,0 0-1,0 0 0,0 0 1,0 0-1,0-1 0,0 1 0,0-1 1,0 0-1,0 0 0,0 0 1,0 0-2,9-8 87,-1 1 0,0-2 1,0 1-1,-1-2 1,0 1-1,-1-1 0,0-1 1,-1 1-1,0-1 1,-1-1-1,-1 0 0,0 0 1,4-11-88,0 2 46,-1 0 0,-1 0 1,-1-1-1,0 0 0,-2-1 1,-1 1-1,-1-1 0,-1 0 1,-1 0-1,-1 0 0,-2-4-46,2 26 14,-1-1 0,0 1 1,0-1-1,0 1 0,0-1 0,0 1 0,0 0 0,-1-1 0,1 1 0,-1 0 0,1 0 0,-1 0 0,0 0 0,0 1 0,0-1 0,0 0 1,0 1-1,-1-1 0,1 1 0,0 0 0,-1 0 0,1 0 0,0 0 0,-1 0 0,1 0 0,-1 1 0,0-1 0,1 1 0,-1 0 1,0 0-1,1 0 0,-1 0 0,1 0 0,-1 0 0,0 1 0,1-1 0,-1 1 0,1 0 0,-1 0 0,1 0 0,-1 0 0,1 0 0,0 0 1,0 1-1,-1-1 0,1 1 0,-2 1-14,-6 13 3,0 0 0,1 1 0,1 0-1,1 0 1,0 1 0,1 0 0,1 0 0,0 0 0,2 1 0,0-1 0,0 18-3,1 122-84,6-154 78,1-1 1,-1 1-1,1-1 1,-1 0-1,1-1 1,0 1-1,0-1 0,0 0 1,0-1-1,1 1 1,-1-1-1,0 0 1,1 0-1,-1 0 1,1-1-1,-1 0 1,0 0-1,1 0 0,-1-1 1,1 0-1,-1 0 1,0 0-1,1-1 1,-1 0-1,0 0 1,0 0-1,0 0 1,0-1-1,-1 0 0,1 0 1,-1 0-1,3-2 6,5-3 19,0 0 0,-1 0 0,0-1 0,0 0 0,-1-1 0,0 0 0,-1-1 0,0 0 0,0 0 0,-1-1-1,-1 0 1,0 0 0,-1-1 0,0 0 0,-1 0 0,0 0 0,-1-1 0,-1 0 0,0 0 0,-1 0 0,0 0-1,-1-11-18,-4 20-64,1 0 0,-1 0-1,0 0 1,-1 1-1,1-1 1,-1 1-1,0 0 1,0 0-1,0 1 1,-1-1-1,1 1 1,-1 0 0,0 0-1,0 0 1,0 1-1,0-1 1,0 1-1,0 0 1,-1 1-1,1 0 1,-1-1-1,1 2 1,-1-1-1,0 1 1,1 0 0,-1 0-1,1 0 1,-1 1-1,0 0 1,1 0-1,0 0 1,-2 1 64,-5-2-465,-3 1-235,0 1-1,0 0 1,1 1-1,-1 0 0,1 2 1,0-1-1,0 2 1,1 0-1,-1 0 1,1 1-1,0 1 701,-9 4-1806,-36 19-2665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39:31.92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331 220 7642,'0'0'830,"0"0"2645,-24-5-1651,-191-35 1917,124 12 1049,90 27-4627,1 1-81,0 0-3,0 0-19,0 0-57,0 0 28,0 0 34,17 1-364,146 36 438,211-23 466,-273-15-521,0 3-1,0 6 1,55 11-84,-85-4 19,-37-6-18,1-1 0,-1-2 0,1-1-1,0-2 1,0-2 0,0-1 0,1-1-1,9-4 0,29-25 204,-113 17 239,-65-7-426,-1 6 0,0 3 0,-1 6 0,-97 7-17,-295 39-145,310-41 214,188 0-29,10-2-523,192 44 338,102-8 241,1-13 0,182-16-96,-477-5-108,1 0 0,0-1 0,-1-1 0,1 0 0,-1 0 1,0-1-1,0-1 0,0 1 0,0-2 0,0 1 0,-1-1 0,0-1 0,4-3 108,-12 7-6,-1 0-1,0 0 1,1 0-1,-1 0 1,0 0-1,0 0 1,-1 0 0,1 0-1,0 0 1,-1 0-1,1 0 1,-1 0-1,1 0 1,-1 0-1,0 0 1,0 0-1,0 1 1,0-1 0,0 0-1,0 0 1,-1 1-1,1-1 1,-1 1-1,1 0 1,-1-1-1,1 1 1,-1 0-1,0 0 1,1 0 0,-1 0-1,0 0 1,0 0-1,0 0 1,-1 0 6,1 0-9,-43-26 90,-1 2 1,-1 1-1,-1 3 0,-1 2 1,-1 3-1,-42-9-81,10 9 64,-1 4 1,0 4-1,0 4 0,-74 5-64,-64-3 62,14-13-18,201 19-50,0 0 0,0 1 0,1 0 1,-1-1-1,1 2 0,0-1 0,1 0 0,-1 1 1,1 0-1,0 0 0,1 0 0,0 1 0,0-1 1,0 1-1,0 0 0,1 0 0,1 0 0,-1 0 1,1 0-1,0 0 0,0 0 0,1 0 0,0 1 1,0-1-1,1 0 0,0 0 0,0 0 0,1 0 0,0 0 1,0 0-1,2 2 6,-3 0-3,1 0 1,0 0-1,1 0 1,0-1-1,1 1 1,-1-1-1,1 0 0,1 0 1,0 0-1,0-1 1,0 1-1,1-1 1,0-1-1,1 1 0,-1-1 1,1 0-1,0 0 1,1-1-1,-1 0 1,1-1-1,0 1 1,1-1-1,-1-1 0,0 0 1,1 0-1,0 0 1,0-1-1,7 0 3,259 14-57,109-58 129,-7 11-103,-290 26 31,-85 4 8,-1 0 64,-1 1-32,0 0-68,-27-4-1227,7-36-8127,20 31 6720,0-11-3111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10.03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210 84 6065,'0'0'951,"0"0"2411,0 0-1608,0 0-575,0 0-110,-16-8-126,-48-25 69,62 31-960,-1 1-1,1 0 1,-1 0-1,1 0 1,-1 0-1,0 0 0,1 0 1,-1 1-1,0-1 1,1 1-1,-1 0 0,0 0 1,0 0-1,1 0 1,-1 0-1,0 0 0,0 1 1,1 0-1,-1-1 1,0 1-1,1 0 0,-1 0 1,1 0-1,-1 1 1,1-1-1,-1 1 0,1-1 1,0 1-1,0 0 1,0 0-1,0 0 0,0 0 1,0 0-1,1 0 1,-1 0-1,1 1 0,-1-1 1,1 1-1,0-1 1,0 1-1,0-1 0,0 1 1,0 1-52,-15 112 181,16-111-89,-1 4-50,0 1-1,0-1 1,0 0 0,1 1 0,1-1 0,0 1-1,0-1 1,1 0 0,0 0 0,0 0 0,1 0 0,1 0-1,-1 0 1,1-1 0,1 1 0,-1-1 0,1 0-1,1-1 1,0 1 0,0-1 0,0 0 0,1-1 0,0 1-1,0-1 1,0-1 0,1 1 0,0-1 0,6 2-42,-1-2 31,-1-1 1,2 0 0,-1-1-1,0 0 1,1-1 0,-1-1-1,1 0 1,0-1 0,-1 0-1,1-1 1,-1-1 0,1 0-1,-1-1 1,0 0 0,1-1-1,-2-1 1,1 0 0,0 0-1,-1-1 1,0-1 0,-1 0-1,1-1 1,-2 0 0,1-1-1,-1 0 1,0 0 0,-1-1-1,0-1 1,0 1 0,-1-1-1,-1-1 1,0 0 0,0 0-1,-1 0 1,-1 0 0,0-1-1,-1 0 1,0 0 0,-1 0-1,0-1 1,-1 1 0,-1-1-1,0-1-31,-6 6-32,1-1 1,-2 0-1,1 1 0,-1 0 0,-1 1 0,1-1 0,-2 1 1,1 1-1,-1-1 0,0 1 0,0 0 0,-1 1 1,0 0-1,0 1 0,-1-1 0,1 2 0,-1-1 0,0 1 1,-1 1-1,1 0 0,0 1 0,-1-1 0,0 2 0,1 0 1,-1 0-1,0 1 0,0 0 0,1 1 0,-3 0 32,1-1 68,-1 1-1,1 0 0,0 1 0,1 0 0,-1 0 0,0 1 0,1 1 1,-1 0-1,1 1 0,0 0 0,1 0 0,-1 1 0,1 1 1,0 0-1,1 0 0,-1 1 0,1 0 0,1 1 0,0 0 1,0 0-1,1 0 0,0 1 0,0 0 0,1 1 0,1 0 0,0-1 1,0 2-1,-1 4-67,0 2 70,0 0 0,1 0 0,1 1 0,1 0 1,1 0-1,0 0 0,1 0 0,1 0 0,1 0 0,1 0 1,2 8-71,-3-19 11,1-1 1,-1 1 0,2 0 0,-1-1 0,1 0-1,0 0 1,0 1 0,1-2 0,0 1-1,0 0 1,0-1 0,1 0 0,0 0-1,1 0 1,-1-1 0,1 1 0,0-1 0,0-1-1,1 1 1,-1-1 0,1 0 0,0-1-1,0 0 1,1 0 0,-1 0 0,0-1 0,1 0-1,7 1-11,-1-2 0,1-1 1,-1 0-1,0-1 0,1-1 0,-1 0 0,0-1 0,0-1 1,-1 0-1,1-1 0,-1 0 0,0-1 0,0 0 0,0-1 1,-1-1-1,0 0 0,-1 0 0,0-2 0,0 1 0,0-1 1,-2-1-1,1 1 0,-1-2 0,-1 1 0,0-1 0,2-6 0,-5 12-59,0-1 0,-1 0-1,0 0 1,0 0 0,-1 0 0,0 0-1,0-1 1,0 0 0,-1 0 0,-1 0-1,1 1 1,-1-2 0,0 1-1,-1 0 1,0 0 0,0 0 0,-1 0-1,0 0 1,0 0 0,-1 0-1,0 0 1,-1 1 0,1-1 0,-1 1-1,-1-1 1,0 1 0,0 0 0,0 0-1,-1 1 1,1-1 0,-2 1-1,1 0 1,-1 0 0,0 1 0,0-1-1,0 2 1,-1-1 0,0 1-1,0-1 1,-6-1 59,5 1 28,-1 0 0,1 1 0,-1 0 0,0 1 0,0 0-1,0 1 1,0-1 0,0 2 0,-1-1 0,1 1 0,-1 1 0,1 0 0,-1 0-1,1 1 1,0 0 0,-1 0 0,1 1 0,0 0 0,0 1 0,0 0-1,0 1 1,0 0 0,1 0 0,0 0 0,0 1 0,0 1 0,0-1 0,1 1-1,0 1 1,0-1 0,1 1 0,-1 0 0,2 1 0,-1-1 0,1 1 0,0 0-1,0 1 1,1-1 0,1 1 0,-3 6-28,2 1 44,1 0 0,0 0 0,2 0 0,-1 0 0,2 1 0,0-1 0,1 0 0,1 0 0,1 0 0,0 0 0,4 12-44,-5-22 0,0 0 0,0-1 0,0 1-1,1-1 1,0 1 0,0-1 0,1 0-1,-1 0 1,1 0 0,0-1 0,1 1 0,-1-1-1,1 0 1,-1 0 0,1-1 0,1 1 0,-1-1-1,0 0 1,1 0 0,-1-1 0,1 0 0,0 0-1,0 0 1,0-1 0,0 1 0,0-2 0,0 1-1,0-1 1,0 1 0,0-2 0,0 1-1,1-1 2,5-3 8,1-1 0,-1 0 1,0-1-1,0-1 0,0 0 1,-1 0-1,0-1 0,-1 0 1,0-1-1,0 0 0,-1-1 1,0 0-1,-1-1 0,0 1 1,0-1-1,-1-1 0,-1 0 1,0 0-1,0 0 0,-2 0 1,4-13-10,-3 16-13,0 0 1,-1-1 0,-1 1 0,0-1 0,0 0 0,0 1 0,-2-1-1,1 0 1,-1-1 0,0 1 0,-1 0 0,-1 0 0,1 0 0,-2 0-1,1 0 1,-1 0 0,-1 0 0,0 0 0,0 1 0,-1 0 0,0-1-1,0 1 1,-1 0 0,-1 1 0,1-1 0,-1 1 0,-1 0 0,0 1-1,0 0 1,0 0 0,-1 0 0,0 1 0,0 0 0,0 0 0,-1 1-1,0 0 1,0 1 0,-6-2 12,1 2-19,0 1 1,0 0-1,-1 1 0,1 1 1,-1 1-1,1 0 0,-1 0 1,1 2-1,-1-1 0,1 2 1,0 0-1,0 1 0,-11 4 19,18-5-15,0 0-1,1 0 1,-1 0-1,1 1 1,0 0-1,0 0 1,0 1 0,0-1-1,1 1 1,0 1-1,0-1 1,0 1-1,1-1 1,-1 1-1,2 1 1,-1-1-1,1 0 1,0 1-1,0 0 1,0 0-1,1 0 1,0 0-1,1 0 1,-1 0-1,1 0 1,1 1-1,0-1 1,0 2 15,14 56-2399,26-10-3516,10-18 665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11.53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124 81 6873,'0'0'1507,"0"0"1061,0 0-1120,0 0-492,-9 26 78,-24 84 105,30-100-1034,0 0 1,1 0 0,0 0-1,0 1 1,1-1 0,0 0-1,1 1 1,0-1 0,1 0 0,0 1-1,1-1 1,0 0 0,0 0-1,1 0 1,0 0 0,1-1-1,0 1 1,1-1 0,0 0-1,0 0 1,1 0 0,0-1 0,0 0-1,7 6-105,-9-10 31,1-1 1,-1 0-1,0-1 0,1 1 0,0-1 1,-1 0-1,1 0 0,0 0 0,0-1 0,0 0 1,0 0-1,1 0 0,-1 0 0,0-1 1,0 0-1,0 0 0,1 0 0,-1-1 0,0 0 1,0 0-1,0 0 0,0 0 0,0-1 1,0 0-1,0 0 0,-1 0 0,1-1 0,0 1 1,-1-1-1,0 0 0,0-1 0,0 1 1,1-2-32,8-6 33,-1-1 1,0-1-1,-1 0 1,0 0-1,-1-1 1,0-1-1,-1 0 1,-1 0-1,3-9-33,-6 16 3,-1 0 0,0 0-1,-1 0 1,1-1-1,-2 1 1,1-1-1,-1 0 1,0 0-1,-1 0 1,0 0-1,-1 0 1,0 0-1,0 0 1,-1 0 0,0 0-1,0 0 1,-1 0-1,0 0 1,-1 1-1,0-1 1,0 1-1,-1-1 1,0 1-1,-1 0 1,1 1-1,-2-1 1,1 1 0,-1 0-1,0 0 1,0 1-1,-1 0 1,0 0-1,0 0 1,0 1-1,-1 0 1,0 0-1,0 1 1,0 0-1,0 0 1,-1 1 0,-2 0-3,5 2 11,0 0 1,0 1 0,0 0-1,0 0 1,1 1 0,-1-1 0,0 1-1,0 1 1,1-1 0,-1 1 0,0 0-1,1 0 1,0 0 0,0 1 0,-1 0-1,1 0 1,1 1 0,-1-1-1,0 1 1,1 0 0,0 0 0,0 0-1,0 1 1,1-1 0,-1 1 0,1 0-1,0 0 1,0 0 0,1 1 0,-1 1-12,-8 17 57,1-1 1,1 2 0,1-1-1,1 1 1,1 0 0,1 0-1,2 1 1,0-1 0,2 1-1,1 0 1,1 0 0,3 16-58,-2-37 14,0 0 0,0 0 0,1 0-1,0 0 1,0-1 0,1 1 0,-1-1 0,1 0 0,0 0 0,0 0 0,0 0 0,1-1 0,-1 1 0,1-1 0,0 0 0,0-1 0,0 1-1,0-1 1,0 0 0,1 0 0,-1-1 0,1 1 0,-1-1 0,1-1 0,-1 1 0,1-1 0,-1 0 0,1 0 0,0 0 0,-1-1 0,1 0-1,-1 0 1,1 0 0,-1-1 0,1 0 0,-1 0 0,0 0 0,0-1 0,0 1 0,0-1 0,-1-1 0,1 1 0,-1 0 0,0-1 0,2-2-14,5 0 2,-1-1 0,1 0 1,-1-1-1,0 0 0,-1 0 1,0-1-1,0-1 0,-1 1 1,0-1-1,-1-1 1,0 1-1,-1-1 0,0-1 1,-1 1-1,0-1 0,0 0 1,-1 0-1,-1 0 0,0 0 1,-1-1-1,0 1 1,-1-3-3,-2 10-15,1 1 0,-1 0 0,0 0 0,-1 0 0,1 0 0,-1 0 0,0 1 0,0-1 0,0 0 0,0 1 0,0-1 0,-1 1 0,0 0 0,1 0 0,-1 0 0,-1 0 0,1 0 0,0 1 0,0-1 0,-1 1 0,0 0 0,1 0 0,-1 0 0,0 1 0,0-1 0,0 1 0,0 0 0,0 0 0,0 1 0,-2-1 15,-130-11-94,134 12 95,-6 0 13,-1 1 1,0 0 0,0 1-1,0 0 1,1 1-1,-1-1 1,1 2 0,0-1-1,0 1 1,0 0 0,0 1-1,1 0 1,0 0-1,0 0 1,0 1 0,0 0-1,1 1 1,0-1 0,0 1-1,1 0 1,0 1-1,0-1 1,1 1 0,0 0-1,0 2-14,-4 5 50,2 1 0,0 0 0,1 0-1,1 0 1,0 1 0,1 0 0,1-1-1,0 1 1,2 0 0,0 0-1,0 0 1,2 0 0,0 1-50,2-12 10,-1 1 0,1-1 0,0-1 0,1 1 0,-1-1 0,1 1 1,0-1-1,1-1 0,-1 1 0,1-1 0,0 0 0,0 0 0,0 0 0,0-1 0,1 0 0,-1 0 0,1-1 1,0 0-1,0 0 0,0-1 0,0 0 0,0 0 0,0 0 0,0-1 0,0 0 0,1 0 0,-1-1 0,0 0 1,0 0-1,0-1 0,0 0 0,-1 0 0,1 0 0,0-1 0,-1 0 0,0-1 0,1 1 0,-1-1 0,2-2-10,7-3 23,-1-1 0,0-1-1,-1 0 1,0 0 0,-1-1 0,-1-1-1,1 0 1,-2 0 0,0-1-1,0-1 1,5-13-23,-11 21 3,-1 0 0,0 0 0,0 0 0,-1 0 0,0-1 0,0 1 0,0-1 0,-1 1 0,-1-1 0,1 0 0,-1 1 0,0-1 0,-1 0 0,0 1 0,0-1 0,-1 0 0,0 1 0,0 0 0,0-1 0,-1 1 0,0 0 0,-1 0 0,0 1 0,0-1 0,0 1 0,-1 0 0,-2-3-3,-2 0-4,0 1 1,0 0-1,-1 0 1,0 1-1,0 0 0,0 1 1,-1 0-1,0 0 0,-1 1 1,1 1-1,-1 0 1,0 1-1,0 0 0,0 1 1,0 0-1,0 1 0,-1 0 1,-3 1 3,11 2-136,-1 1 1,1-1 0,0 1-1,0 0 1,0 1 0,0-1-1,1 1 1,-1 0 0,1 0-1,0 1 1,0-1 0,0 1-1,1 0 1,0 0 0,0 0-1,0 0 1,0 0 0,1 1-1,0-1 1,0 1 0,1 0-1,-1 0 1,1-1-1,0 1 1,1 0 0,-1 0-1,1 0 1,1 0 0,-1 0-1,1 0 1,0 0 0,0 0-1,1-1 1,-1 1 0,2 2 135,-2 21-1335,-1 33-5396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13.76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28 280 5641,'0'0'522,"0"0"434,0 0 2603,0 0-1893,0 0-854,0 0-238,-5-6-173,-13-14 150,13 14-170,5 6-103,0 0-136,0 0-72,42 0 777,584-84 1725,-536 86-2464,-1-4 0,1-4 0,-1-4 0,-1-4 0,0-3 0,0-5-108,-65 16 32,0 1 0,0 1 0,0 1 0,1 1 0,-1 1 0,1 1 0,0 1 0,-1 1 0,7 2-32,-140-48 1961,4 28-1989,-2 4 1,1 5 0,-1 5 0,0 5 0,-31 7 27,-271 26 94,171-22-54,154-31-298,97 31-94,11-4 377,1-2 1,0 0 0,0-1-1,1-1 1,0-2 0,0 0-1,0-2 1,0-1 0,1-1-1,-1-1 1,7-1-26,19 1 78,799 2 346,-561 3-462,-289-4 17,0 0-8,0 0-61,0 0 60,-44 2 404,-1-13-805,21-10-4888,11 8-1040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23.58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273 7 888,'0'0'4701,"0"0"-641,0 0-2573,0 0-958,0 0-243,-16-1 268,-77-4 1015,86 8-1432,0 1 0,0 0 0,0 0 0,1 0 0,-1 1 0,1 0 0,0 1 0,1-1 0,0 1 1,-1 0-1,2 0 0,-1 1 0,1 0 0,0 0 0,0 0 0,1 0 0,0 0 0,0 0 0,1 2-137,-3 0 107,-4 9 81,0 0 0,2 1 0,0 0 1,0 0-1,2 1 0,1-1 0,0 1 0,1 0 0,2 0 0,0 0 1,1 1-1,2 18-188,3-30 86,1 0 1,0 0-1,1-1 0,0 0 1,0 0-1,0 0 1,1-1-1,0 0 0,1-1 1,-1 0-1,1 0 1,1-1-1,-1 0 0,1 0 1,-1-1-1,1-1 1,1 0-1,-1 0 0,0-1 1,1 0-1,-1 0 1,1-1-1,0-1 1,1 0-87,2 4 49,0-1 0,1 0 0,0-1 0,-1-1 0,1 0 0,0-1 0,0-1 0,-1 0 0,1-1 0,-1-1 0,1 0 0,-1-1 0,0 0 0,0-1 0,0-1 0,-1 0 0,0-1 0,0 0 0,-1-1 0,0-1 0,0 0 0,-1 0 0,0-1 0,8-9-49,-15 8-5,-1 0 0,0 0 0,-1 0 0,0 0 0,0 0 0,-1 0 0,-1-1 0,0 1 0,0 0 0,-1 0 0,-1-1 1,0 1-1,0 0 0,-1 0 0,-1 1 0,0-1 0,0 0 0,-1 1 0,0 0 0,-2-2 5,-1 1-14,-1-1 0,0 1 1,0 0-1,-1 1 0,-1 0 0,0 1 0,0 0 0,0 1 1,-1 0-1,-1 1 0,1 0 0,-1 1 0,0 0 0,-1 1 1,1 1-1,-1 0 0,0 1 0,0 0 0,0 1 0,0 0 1,-1 2-1,1-1 0,0 2 0,-9 1 14,12 2-8,1 1 0,-1 0 0,1 0 0,0 1 0,1 0 0,0 1 0,0 0 0,0 1-1,1 0 1,0 0 0,0 0 0,1 1 0,0 1 0,1-1 0,0 1 0,0 0 0,1 0 0,1 0 0,0 1 0,0 0 0,1 0 0,0 0 0,-1 9 8,-4 5-3,2 1 0,0 0 1,2 1-1,1-1 0,1 1 1,1 0-1,2 19 3,0-38 5,1-1 0,-1 1-1,1 0 1,1 0 0,-1-1 0,2 1 0,-1-1 0,1 0-1,-1 0 1,2 0 0,-1-1 0,1 1 0,0-1 0,1 0-1,-1 0 1,1-1 0,0 0 0,1 0 0,-1 0 0,1-1-1,0 0 1,0 0 0,0-1 0,1 0 0,6 2-5,7 3 12,2-1 1,-1-2-1,1 0 1,0-2 0,0 0-1,0-1 1,0-2-1,10 0-12,-23-4 9,0 1 1,0-1-1,0-1 0,0 0 0,-1 0 0,1-1 0,-2 0 0,1 0 1,0-1-1,-1 0 0,-1-1 0,1 0 0,-1 0 0,-1 0 0,1-1 1,-1 0-1,-1-1 0,0 1 0,0-1 0,-1 0 0,0 0 1,-1 0-1,0-1 0,0 1 0,-1-1 0,-1 0 0,0 1 0,0-1 1,-1 0-1,0 0 0,-1 0 0,0 1 0,-1-1 0,0 0 0,-2-1-9,-1 2 9,0 1-1,-1 1 1,0-1-1,-1 1 0,0 0 1,0 1-1,-1-1 1,0 1-1,0 1 0,-1 0 1,1 0-1,-1 0 1,-1 1-1,1 0 0,-1 1 1,1 0-1,-1 1 1,0 0-1,-1 1 0,1 0 1,0 0-1,-1 1 1,1 0-1,-1 1 0,1 0 1,-1 1-1,1 0 1,-1 1-1,1 0 0,-4 1-8,9-2-9,1 1-1,0-1 1,0 1-1,0 0 1,0 0-1,0 0 0,0 1 1,1-1-1,-1 1 1,1 0-1,0 0 1,-1 0-1,1 1 0,1-1 1,-1 1-1,0-1 1,1 1-1,0 0 0,0 0 1,0 0-1,0 0 1,1 0-1,0 1 1,-1-1-1,2 0 0,-1 1 1,0-1-1,1 1 1,0-1-1,0 0 0,0 1 1,0-1-1,2 4 10,25 87-3956,2-52-1036,-4-9 335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27.026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234 14 6513,'0'0'2465,"-18"23"-969,-58 75-636,70-90-644,0 2-1,1-1 0,0 1 0,0-1 0,1 1 1,0 1-1,1-1 0,0 0 0,1 1 0,0 0 0,1-1 1,0 1-1,0 0 0,1 0 0,1 0 0,0-1 1,0 2-216,0 6 440,0-9-359,1-1 1,-1 0-1,2 0 1,-1 0 0,1 0-1,0 0 1,0 0 0,1-1-1,0 1 1,1-1-1,0 0 1,0 0 0,0-1-1,1 0 1,0 0 0,0 0-1,0 0 1,1-1-1,0 0 1,0-1 0,0 1-1,0-2 1,1 1-1,0-1 1,0 0 0,0 0-1,0-1 1,0 0 0,0 0-1,1-1 1,-1 0-1,0-1 1,1 0 0,-1 0-1,1-1 1,-1 0 0,0 0-1,1-1 1,-1 0-1,0 0 1,0-1 0,0 0-1,-1-1 1,1 0-1,4-3-81,-4 2 19,1-2 0,0 1 0,-1-1-1,-1 0 1,1-1 0,-1 0 0,0 0-1,-1 0 1,0-1 0,0 0 0,-1 0-1,0-1 1,-1 1 0,0-1 0,0 0-1,-1 0 1,0 0 0,-1-1 0,0 1-1,-1-1 1,0 1 0,-1-1 0,0 0-1,0 1 1,-1-1 0,-1 1 0,0-1-1,0 1 1,-1 0 0,0 0 0,-1 0-1,0 0 1,-1 0 0,0 1 0,-4-6-19,0 3 52,-1 0 1,0 1-1,-1 0 1,0 1-1,-1 0 1,0 1-1,-1 0 1,1 1-1,-2 1 1,1 0-1,-1 0 1,0 2-1,0-1 1,-1 2-1,0 0 1,0 1-1,0 0 1,0 1-1,0 1 1,0 0-1,-8 2-52,13 3 5,0 1 0,0 1-1,0-1 1,1 2 0,0-1-1,0 1 1,1 1 0,0 0-1,0 0 1,0 0-1,1 1 1,1 0 0,0 0-1,0 1 1,0 0 0,1 0-1,1 0 1,0 0 0,0 1-1,1 0 1,0 0 0,1 0-1,1 0 1,-1 0-1,1 4-4,-2-2 31,0 0-1,1 1 0,1-1 0,0 1 0,0-1 0,1 1 0,1-1 0,0 1 0,1-1 1,1 1-1,0-1 0,1 0 0,0 0 0,1 0 0,0-1 0,1 0 0,0 0 0,1 0 0,1-1 1,0 0-1,0 0 0,1-1 0,0 0 0,1-1 0,0 1 0,1-2 0,0 0 0,0 0 0,0-1 1,1 0-1,0-1 0,1-1 0,-1 0 0,1 0 0,3 0-30,-7-3 25,1-1 0,-1 0 0,0 0 0,0-1 0,1 0 0,-1 0 0,0-1 0,0-1 0,1 1 0,-1-1 0,0-1 0,-1 0 0,1 0 0,0-1 0,-1 0 0,0 0 0,0-1 0,0 0 0,0 0 0,-1-1 0,0 0 0,0-1 0,-1 1 0,1-1 0,-2 0 0,1-1 0,-1 1 0,0-1 0,0 0 0,-1-1 0,0 1 0,-1-1 0,0 0 0,2-6-25,0 1 2,-1-1 0,0 1 1,-1-1-1,0 0 0,-1 0 1,-1 0-1,0 0 1,-2-1-1,1 1 0,-2 0 1,0 0-1,-1 0 0,0 0 1,-1 1-1,-1-1 0,0 1 1,-1 0-1,0 0 1,-1 1-1,-1 0 0,0 0 1,-1 1-1,0 0 0,-1 0 1,-1 1-1,1 0 1,-8-5-3,14 14-5,1-1 0,-1 1 0,0 0 0,0 0 0,0 0 0,0 0 1,0 1-1,0 0 0,0-1 0,0 2 0,0-1 0,-1 0 0,1 1 0,0 0 1,0 0-1,-1 0 0,1 0 0,0 1 0,-1 0 0,1 0 0,0 0 1,0 0-1,0 1 0,0-1 0,0 1 0,0 0 0,1 0 0,-1 1 0,0-1 1,1 1-1,0-1 0,0 1 0,0 0 0,0 1 0,0-1 0,0 1 5,-77 137 153,71-119-155,2-1 0,0 2 0,2-1 0,0 1 0,2 0-1,0 0 1,2 0 0,0 0 0,2 16 2,1-34-1,0 0 0,0-1 1,0 0-1,0 1 0,1-1 0,-1 0 0,1 0 0,0 0 0,1-1 1,-1 1-1,1-1 0,-1 1 0,1-1 0,0 0 0,0-1 0,0 1 0,0-1 1,1 0-1,-1 0 0,1 0 0,0 0 0,-1-1 0,1 0 0,0 0 0,0 0 1,-1-1-1,1 1 0,0-1 0,0 0 0,0-1 0,0 1 0,0-1 1,0 0-1,-1 0 0,1 0 0,0-1 0,-1 0 0,1 0 0,-1 0 0,0 0 1,1-1-1,-1 1 0,3-4 1,4-3-51,-1-1-1,1 1 1,-2-2 0,0 0-1,0 0 1,-1 0-1,0-1 1,-1 0 0,0-1-1,-1 1 1,-1-1 0,0-1-1,-1 1 1,0-1 0,-1 0-1,0 1 1,-1-1 0,-1 0-1,0-1 1,-1 1 0,-1 0-1,-1-7 52,0 16-17,0 1 0,-1 0 0,0 0 0,0 0 0,0 0 0,-1 0 0,1 1 0,-1-1 0,0 1 0,0 0 0,0 0 0,0 0 0,0 1 0,-1 0 0,1 0 0,-1 0 0,1 0 0,-1 0 0,0 1 0,0 0 0,0 0 0,0 1 0,0-1 0,0 1 0,0 0 0,0 0 0,0 0 0,0 1 0,0 0 0,1 0 0,-1 0 0,0 1 0,0 0 0,1-1 0,-1 2 0,1-1 0,-1 0 0,1 1 0,-4 3 18,-5 2 85,-1 0 0,2 1 0,-1 0 0,1 1 0,1 0 0,0 1 0,0 0 0,1 1 1,0 0-1,1 1 0,1 0 0,0 0 0,1 1 0,0 0 0,1 1 0,0-1 0,2 1 1,-1 0-1,2 0 0,0 0 0,1 1-86,5-11 9,0-1 0,0 1 0,0 0 1,1-1-1,0 0 0,0 0 0,0 0 1,1 0-1,-1-1 0,1 0 0,0 0 0,-1 0 1,2 0-1,-1-1 0,0 0 0,0 0 0,1 0 1,-1-1-1,1 1 0,-1-1 0,1-1 0,0 1 1,-1-1-1,1 0 0,0 0 0,-1-1 0,1 1 1,0-1-1,-1-1 0,1 1 0,3-2-9,1 2 18,0 1-93,0 0-1,0-2 1,0 1 0,0-1 0,0 0 0,0-1 0,-1 0 0,1-1 0,-1 0 0,0 0 0,0-1 0,0 0 0,-1-1-1,0 0 1,0 0 0,0-1 0,-1 0 0,0 0 0,0 0 0,-1-1 0,0 0 0,-1-1 0,1 1 0,-1-1-1,-1 0 1,0 0 0,0-1 0,-1 1 0,0-1 0,-1 0 0,0 1 0,0-1 0,-1-3 75,-4 5 27,-1 1-1,-1 0 1,1 0 0,-1 1 0,-1-1-1,1 1 1,-1 0 0,0 1 0,0-1-1,-1 1 1,0 0 0,0 1 0,0 0-1,0 0 1,0 0 0,-1 1 0,0 0 0,0 1-1,0-1 1,0 2 0,0-1 0,0 1-1,0 0 1,0 1 0,-1 0 0,1 0-1,0 1 1,-4 0-27,5-2 54,0 0 0,0 0 0,0 1 0,-1 0 0,1 0 0,0 1 0,0 0 0,0 0 0,0 1-1,0-1 1,0 2 0,1-1 0,-1 1 0,1 0 0,-1 0 0,1 1 0,0-1 0,0 2 0,0-1 0,1 0 0,0 1 0,0 0-1,0 1 1,0-1 0,1 1 0,0 0 0,0 0 0,0 0 0,1 0 0,0 1 0,0-1 0,1 1 0,0 0 0,0 0 0,0 0-1,1 0 1,0 1-54,26 30-3787,27-26-4683,-13-10 4859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45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7082,'0'0'1909,"0"0"1209,0 0-1639,0 0-1069,0 0-18,4 22 433,71 247 2564,48-1-1706,-114-267-1580,-21-44 58,1 4-162,9 35-49,0 0 0,1-1 0,-1 1 0,1-1 0,0 1 0,1-1 0,-1 1 0,1-1 0,-1 1 0,1-1 0,1 0 0,-1 1 0,1-1 0,-1 1 0,1-1 0,1 1 0,-1-1 0,1 1 0,-1 0 0,1 0 0,1-1 0,-1 1 0,0 1 0,1-1 0,0 0 0,0 1 0,0-1 0,0 1 0,1 0 0,-1 0 0,1 0 0,0 1 0,0-1 0,0 1 0,0 0 0,0 0 0,0 0 0,0 0 0,1 1 0,-1 0 0,3 0 50,1-2-6,0 1 0,1 0 0,-1 0-1,1 1 1,-1 0 0,1 0 0,0 1 0,-1 1 0,1-1 0,0 1-1,-1 1 1,1 0 0,-1 0 0,0 0 0,0 1 0,1 0 0,-2 1-1,1 0 1,0 0 0,-1 1 0,0 0 0,0 0 0,0 0 0,-1 1-1,0 0 1,0 1 0,0-1 0,-1 1 0,0 0 0,0 0 0,-1 1-1,1-1 1,-2 1 0,1 0 0,-1 0 0,-1 1 0,1-1 0,0 8 6,-2-10 19,-1 0 1,0 0 0,0 0-1,0 0 1,-1 0 0,0 0-1,0 0 1,-1 0-1,1 0 1,-1 0 0,-1-1-1,1 1 1,-1-1 0,0 0-1,0 0 1,0 1 0,-1-2-1,0 1 1,0 0 0,0-1-1,0 0 1,-1 0 0,1 0-1,-1-1 1,0 1 0,-1-1-1,-1 1-19,-10 3 127,0 0 0,1-1 0,-2-1 0,1 0 0,-1-1 1,0-1-1,1-1 0,-1-1 0,0 0 0,0-1 0,0-1 0,-4-1-127,20 2-26,0 0-1,1 0 1,-1-1 0,0 1 0,0 0 0,1-1 0,-1 1 0,0-1 0,0 1-1,1-1 1,-1 0 0,1 0 0,-1 0 0,0 0 0,1 0 0,0 0 0,-1 0-1,1 0 1,0-1 0,-1 1 0,1 0 0,0-1 0,0 1 0,0-1 0,0 0 0,1 1-1,-1-1 1,0 1 0,1-1 0,-1 0 0,1 0 0,-1 0 26,-1-40-4210,2 32 2493,0-25-4232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46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0 311 5513,'0'0'1276,"0"0"1604,0 0-1521,0 0-781,0 0 43,0 0 528,10 19 2625,20-101-1984,-16-166-1008,-8 360 679,5-1 0,5 0 0,28 100-1461,-14-121 224,-26-86-92,-3-3-66,-1-1 24,0 0-44,-21-49-2332,19-6-5125,2 28 1791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48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72 11042,'0'0'2805,"0"0"-1737,0 0-798,0 0-81,0 0 504,0 0-44,-9 7-55,1-1-443,5-5-106,0 1 1,1 0 0,-1 0 0,0 0-1,1 0 1,0 1 0,-1-1-1,1 1 1,0-1 0,0 1 0,0 0-1,1-1 1,-1 1 0,1 0 0,-1 0-1,1 0 1,0 1 0,0-1-1,1 0 1,-1 0 0,1 1 0,-1 1-46,1 15 309,-1-13-182,0 1 0,0-1 0,0 1 0,1 0-1,1 0 1,-1-1 0,1 1 0,1 0-1,-1-1 1,1 1 0,0-1 0,1 0 0,0 1-1,0-1 1,1-1 0,0 1 0,0 0 0,0-1-1,1 0 1,0 0 0,0 0 0,0-1-1,1 1 1,0-1 0,2 1-127,11 5 82,1-1 0,0-1 0,0-1 0,1 0 0,1-2 0,-1 0-1,1-2 1,-1 0 0,1-2 0,1 0 0,-1-1 0,0-1 0,0-1 0,13-3-82,-27 2-10,-1 0 0,1 0 1,-1-1-1,0 0 0,1 0 0,-1 0 0,-1-1 1,1 0-1,-1-1 0,1 1 0,-1-1 0,0 0 1,-1-1-1,1 0 0,-1 0 0,0 0 0,-1 0 1,0-1-1,0 1 0,0-1 0,-1 0 1,1 0-1,-2-1 0,1 1 0,-1-1 0,0 1 1,-1-1-1,0 0 0,0 1 0,-1-1 0,1 0 1,-2 0-1,1 0 0,-1 1 0,0-1 0,-1 0 1,0 1-1,-2-6 10,1 4-27,0 0 0,0 1 0,-1-1 0,0 1 0,-1 0 0,1 0 0,-2 1 0,1-1 0,-1 1 0,0 0 0,-1 1 0,1-1 0,-1 1 0,-1 1 0,1-1 0,-1 1 0,0 0 0,0 1 0,0 0 0,-1 0 0,1 1-1,-1 0 1,-7-1 27,-213-22 270,150 93-772,18-12-2489,19-21-2818,37-30 3070,4-1 1093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46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4601,'0'0'2346,"0"0"2073,0 0-2298,0 0-1354,0 0-449,0 0 367,7 5 65,2 0-609,1 0 0,0-1-1,1 0 1,-1-1 0,0 0-1,1-1 1,0 0 0,0-1-1,-1 0 1,1-1 0,0 0-1,0 0 1,2-1-141,235-35 1967,-233 48-4470,-41 18-5360,11-25 6220</inkml:trace>
  <inkml:trace contextRef="#ctx0" brushRef="#br0" timeOffset="418.855">119 233 5449,'0'0'1427,"0"0"1873,0 0-1403,0 0-838,0 0-103,0 0 77,19 0 157,132-13 1779,-32-7-1070,-37 16-4643,-60-10-4930,-12 1 5355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43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1080 5193,'0'0'3869,"0"0"-1717,0 0-994,0 0-346,0 0 312,0 0 375,13-4-305,-6 2-1014,75-49 1324,-59 13-1463,-1-1-1,-2 0 1,-2-2-1,-1 0 1,-3-1-1,-1-1 1,-2 0-1,-2-1 1,-2 0-1,-1 0 1,-3 0-1,-2-1 1,-1 1-1,-6-33-40,3 55 5,0 0-1,-2 0 1,-1 0-1,-1 1 1,0-1-1,-2 2 1,0-1-1,-2 1 1,0 1-1,-1 0 1,-1 0-1,0 1 1,-2 1-1,0 0 1,-1 1-1,-12-9-4,28 25-5,0-1 0,-1 0 0,1 0-1,-1 0 1,1 1 0,-1-1 0,1 0 0,-1 1 0,0-1-1,1 1 1,-1-1 0,0 0 0,0 1 0,1 0 0,-1-1-1,0 1 1,0-1 0,0 1 0,0 0 0,1 0 0,-1-1-1,0 1 1,0 0 0,0 0 0,0 0 0,0 0 0,0 0-1,0 0 1,1 0 0,-1 0 0,0 0 0,0 1 0,0-1-1,0 0 1,0 1 0,1-1 0,-1 0 0,0 1 0,0-1-1,0 1 1,1-1 0,-1 1 0,0-1 0,1 1 0,-1 0-1,1-1 1,-1 1 0,0 0 0,1 0 0,0-1 0,-1 1 0,1 0-1,-1 0 1,1 0 5,-3 60-222,4-38 271,3 73 197,4 1 1,4-2-1,4 1 1,4-2-1,5-1 0,3 0 1,5-2-1,8 11-246,-31-80 58,1 1 0,0-1 0,2-1 0,0 0 1,2-1-1,0-1 0,1 0 0,1-1 0,1 0-58,-18-17-432,0-1-722,0 0-658,1-8-4896,-2-10 5958,0 16 86,-5-70-2386,3 38 1711</inkml:trace>
  <inkml:trace contextRef="#ctx0" brushRef="#br0" timeOffset="366.566">445 928 5961,'0'0'1402,"0"0"2079,0 0-1740,0 0-424,5 22 39,17 70-105,-20-85-1174,1-1-1,-1 0 1,1 1-1,0-1 1,1 0 0,-1-1-1,1 1 1,0-1 0,1 0-1,-1 0 1,1 0 0,0 0-1,0-1 1,1 0 0,-1 0-1,1 0 1,0-1-1,0 1 1,0-2 0,0 1-1,1-1 1,-1 0 0,1 0-1,-1 0 1,1-1 0,0 0-1,0-1 1,-1 1 0,1-1-1,0-1 1,0 1-1,0-1 1,-1 0 0,1-1-77,-1 0-6,1 0 0,-1 0 1,0-1-1,0 0 0,-1-1 0,1 1 1,-1-1-1,1 0 0,-1 0 0,-1-1 1,1 0-1,0 1 0,-1-2 0,0 1 1,0 0-1,-1-1 0,1 0 0,-1 0 1,-1 0-1,1 0 0,-1 0 0,0 0 1,0-1-1,-1 1 0,0-1 0,0 1 1,0-1-1,-1 1 0,0-1 0,0 0 1,-1 1-1,0-1 0,0 1 1,0-1-1,-1 1 0,-2-5 6,-1 3-11,0 1 1,0 0-1,-1 1 1,0-1-1,-1 1 0,1 0 1,-1 1-1,0-1 0,-1 2 1,1-1-1,-1 1 1,0 0-1,0 0 0,0 1 1,-1 0-1,1 1 0,-1-1 1,1 2-1,-1-1 1,0 1-1,0 1 0,0 0 1,0 0-1,1 0 1,-1 1-1,0 1 0,0-1 1,-4 3 10,8-2-4,1 0 0,0 0 0,0 1 0,0-1 0,0 1 0,0 0 0,1 0 0,-1 1 0,1-1 0,0 1 0,0 0 0,0 0 0,1 0 0,-1 0 0,1 0 1,0 0-1,0 1 0,0-1 0,1 1 0,-1-1 0,1 1 0,0 0 0,1-1 0,-1 1 0,1 0 0,0 0 0,0-1 0,0 1 0,1 0 0,0 0 0,0-1 0,0 1 1,0-1-1,1 1 0,0-1 0,-1 1 0,2-1 0,-1 0 0,0 0 0,1 0 0,0 0 0,0 0 0,0-1 0,1 1 0,-1-1 0,1 0 0,3 3 4,4-2-577,-1 0 0,1-1 0,0 0 1,0-1-1,0 0 0,1-1 0,-1 0 0,0-1 0,0 0 0,1-1 0,-1 0 0,0-1 0,0 0 0,0-1 0,0 0 1,0 0-1,-1-1 0,0-1 0,1 0 0,5-4 577,25-16-670</inkml:trace>
  <inkml:trace contextRef="#ctx0" brushRef="#br0" timeOffset="732.711">899 844 3977,'0'0'3035,"0"0"2388,0 0-2545,0 0-1968,0 0-400,2 19 230,29 124 720,-29-137-1428,1-1 0,-1 0 0,1 1 0,0-1 1,0 0-1,0 0 0,1 0 0,-1-1 0,1 1 1,0-1-1,1 0 0,-1 0 0,1-1 0,0 1 0,0-1 1,0 0-1,0 0 0,0-1 0,1 1 0,-1-1 1,1 0-1,0-1 0,-1 1 0,1-1 0,0 0 0,0-1 1,3 1-33,-5-2-7,0 1 1,0-1 0,1 0 0,-1 0-1,0-1 1,0 1 0,0-1 0,0 0-1,-1 0 1,1 0 0,0-1 0,-1 1-1,0-1 1,1 0 0,-1 0 0,0 0-1,-1 0 1,1 0 0,0-1 0,-1 1-1,0-1 1,0 0 0,0 1 0,0-1-1,0 0 1,-1 0 0,0 0 0,0-1-1,0 1 1,0 0 0,-1 0 0,1-1-1,-1 1 7,1-5-13,0 0 0,0 0 0,-1-1-1,0 1 1,-1 0 0,1 0-1,-2 0 1,0 0 0,0 0 0,0 0-1,-1 0 1,0 0 0,-1 1-1,0 0 1,-2-4 13,4 8-4,0 0-1,0 0 1,0 1-1,0-1 0,-1 1 1,0-1-1,1 1 1,-1 0-1,0 0 1,0 0-1,-1 1 1,1-1-1,-1 1 1,1-1-1,-1 1 1,0 0-1,0 1 1,1-1-1,-1 1 1,-1-1-1,1 1 1,0 0-1,0 1 0,0-1 1,0 1-1,-1 0 1,1 0-1,0 0 1,0 0-1,-1 1 1,1 0-1,0 0 1,0 0-1,0 0 1,0 1-1,0-1 1,0 1-1,0 0 1,1 0-1,-1 1 0,1-1 1,-1 1-1,1 0 1,0 0-1,0 0 1,0 0-1,1 0 1,-3 3 4,-11 94-1518,16-98 1276,1 0 0,0 0 0,0 0 0,0 0 0,0 0 0,0 0 0,1 0 0,-1 0 0,0 0 0,1 0 0,0-1 0,-1 1 0,1-1 0,0 1-1,0-1 1,0 0 0,0 1 0,0-1 0,0 0 0,0-1 0,0 1 0,0 0 0,0 0 0,1-1 0,-1 1 0,0-1 0,0 0 0,2 0 242,72-9-3875,-43-7 3443</inkml:trace>
  <inkml:trace contextRef="#ctx0" brushRef="#br0" timeOffset="1066.914">1164 797 5825,'0'0'1737,"0"0"2102,0 0-1494,0 0-888,0 0-543,0 0-285,-8 14 203,4-5-679,1-5-92,0 0-1,0 1 1,1 0-1,-1 0 1,1-1-1,1 1 0,-1 0 1,1 1-1,0-1 1,0 0-1,0 0 1,0 1-1,1-1 1,0 0-1,0 0 1,1 1-1,0-1 1,0 0-1,1 5-60,194 437 553,-194-444-542,0 0-1,0 1 1,0-1-1,-1 1 0,0-1 1,1 1-1,-1-1 1,0 1-1,-1 0 0,1 0 1,-1-1-1,0 1 1,1 0-1,-2 0 0,1 0 1,0-1-1,-1 1 1,0 0-1,0 0 0,0-1 1,0 1-1,0-1 1,-1 1-1,0-1 0,1 0 1,-1 1-1,0-1 1,-1 0-1,1 0 0,-1 0 1,1-1-1,-1 1 1,0 0-1,0-1 0,0 0 1,0 0-1,0 0 1,-1 0-1,-1 1-10,-168 26 185,171-30-416,1 0-1,0 0 0,-1 0 0,1 0 1,0 0-1,0 0 0,0-1 1,0 1-1,0 0 0,0-1 0,0 1 1,1-1-1,-1 1 0,0-1 1,1 1-1,-1-1 0,1 1 0,-1-1 1,1 1-1,0-1 0,0 0 1,0 1-1,0-1 0,0 0 0,0 1 1,0-1-1,1 1 0,-1-1 1,0 0-1,1 1 0,-1-1 0,1 1 1,0-1 231,-1-5-1674,5-22-2101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5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1 379 6137,'0'0'1309,"0"0"1645,0 0-1762,0 0-575,0 0 182,11-24 403,73-159 334,-74 162-1221,25-70-567,-24 32 3232,-11 59-2189,0 3-181,27 535 6164,2-462-6670,-29-79-9007,-4-14 3845,-9-2 1241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57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83 6665,'0'0'9090,"0"0"-6737,0 0-1561,0 0-400,0 0 96,0 0 784,136-62-575,-97 53-497,-2 5-104,-2 1 64,-5 3-320,-3 0-16,-5 0-769,-2 0-775,-5 0-920,-3 0-3602,-4 0 4458,-6-4 1160</inkml:trace>
  <inkml:trace contextRef="#ctx0" brushRef="#br0" timeOffset="250.866">1 252 2937,'0'0'9306,"0"0"-7378,0 0-552,0 0-808,0 0 425,155 0-97,-105-4-456,-1-3-392,1 0-32,-3 3-16,-3-1-328,-2-1-1352,10-5-3650,-12 0 2930,-8-3 1240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1:56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74 2897,'0'0'3044,"0"0"-1185,0 0 1409,0 0-1459,0 0-503,-10-11 74,-28-35-138,27 32 49,7 11 15,7 25-1292,-10 188 1385,1-139-913,3 0-1,3 0 1,3 1 0,4-2-1,2 1 1,13 45-486,69 136 297,-91-249-437,-23-62-2275,18 43 2191,1 0 0,1 0 0,1 0 0,1-1 0,0 1 0,1 0-1,0-1 1,1 1 0,1-1 0,1 1 0,1 0 0,0 0 0,1 0 0,0 1-1,1-1 1,1 1 0,1 1 0,0-1 0,1 0 224,-6 11-6,-1 0 0,1 0-1,1 0 1,-1 0 0,0 1 0,1-1 0,0 1-1,-1 0 1,1 0 0,1 0 0,-1 1 0,0 0-1,1-1 1,-1 1 0,1 1 0,-1-1 0,1 1-1,0-1 1,0 2 0,0-1 0,0 0 0,0 1-1,0 0 1,0 0 0,0 0 0,-1 1 0,1 0-1,0 0 1,0 0 0,0 0 0,-1 1 0,1 0-1,0 0 1,-1 0 0,0 0 0,1 1 0,-1 0-1,0 0 1,-1 0 0,1 0 0,0 0-1,-1 1 1,2 2 6,5 8 2,-1 0-1,-1 0 0,0 1 1,-1 0-1,0 0 0,-1 1 1,-1 0-1,-1 0 0,0 0 1,-1 1-1,-1-1 0,0 1 1,-1 0-1,-1 0 0,-1-1 1,-1 11-2,-4-18 55,-1 0 1,1 0-1,-1-1 1,-1 0-1,0 0 1,0 0-1,0-1 1,-1-1 0,0 1-1,0-1 1,-1-1-1,0 0 1,0 0-1,0-1 1,0 0-1,-1-1 1,0 0-1,1-1 1,-1 0 0,0 0-1,0-1 1,0-1-1,-11 0-55,6 1-43,13 0 20,0 1 1,0-1-1,0 0 1,0 0-1,-1-1 0,1 1 1,0-1-1,0 1 1,-1-1-1,1 0 1,-1 0-1,1-1 1,0 1-1,0-1 1,-1 1-1,1-1 1,0 0-1,0 0 1,0-1-1,0 1 1,0-1-1,0 1 1,0-1-1,0 0 1,0 0-1,1 0 1,-1 0-1,1-1 1,0 1-1,0-1 1,0 1-1,0-1 1,0 0-1,0 0 0,1 0 1,-1 0-1,1 0 1,0 0-1,0 0 1,0-1-1,0-1 23,20-129-8940,0 89 2234</inkml:trace>
  <inkml:trace contextRef="#ctx0" brushRef="#br0" timeOffset="448.759">399 105 5369,'0'0'7860,"0"0"-5299,0 0-2069,0 0-301,0 0 146,0 0 359,-1 14-117,0-10-557,0 2 23,0 0 0,0-1 1,1 1-1,0-1 0,0 1 0,0 0 1,1-1-1,0 1 0,0-1 0,0 1 1,0-1-1,1 1 0,0-1 1,0 0-1,1 0 0,-1 0 0,1 0 1,0 0-1,1 0 0,-1-1 0,1 1-45,1-1 50,1 1 0,-1-1-1,1-1 1,0 1-1,0-1 1,0 0 0,0 0-1,0 0 1,1-1-1,-1 0 1,1 0-1,-1-1 1,1 0 0,0 0-1,0-1 1,-1 0-1,1 0 1,0 0 0,0-1-1,-1 0 1,1 0-1,1-1-49,-4-2-27,0 0-1,-1 0 0,1-1 0,-1 1 0,0-1 1,-1 0-1,1 1 0,-1-2 0,0 1 0,0 0 1,0 0-1,-1 0 0,1-1 0,-1 1 1,-1-1-1,1 1 0,-1-1 0,0 1 0,0-1 1,-1 1-1,1-1 0,-1 1 0,-1-1 0,1 1 1,-1 0-1,0-1 0,0 1 0,0 0 1,-1 0-1,-2-3 28,1 2-61,0 1 0,0 0 0,0 0 0,-1 0 0,0 0 0,0 1 0,0 0 0,0 0 0,-1 0 0,0 1 0,1-1 0,-1 2 0,-1-1 0,1 1 0,0-1 0,-1 2 0,1-1 0,-1 1 0,1 0 0,-1 0 0,1 1 0,-1 0 0,-2 0 61,6 2-261,-1 0 0,1 0 0,0 0 0,0 0 0,-1 0 0,2 1 0,-1 0 0,0-1 0,0 1 0,1 0 0,0 1 0,0-1 0,0 0 1,0 0-1,0 1 0,0 0 0,1-1 0,0 1 0,0 0 0,0-1 0,0 1 0,0 0 0,1 0 0,0 0 0,-1 0 0,2 0 0,-1-1 0,0 1 0,1 0 0,0 1 261,-1-3-272,-1 22-1985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2:14.6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24 244 6625,'-5'22'2144,"4"-17"-2058,-17 192 3345,18-190-3330,0-1 0,1 0-1,0 0 1,0 0 0,0 1 0,0-1-1,1 0 1,0 0 0,0-1 0,1 1-1,0 0 1,0-1 0,0 0-1,1 1 1,-1-1 0,1-1 0,0 1-1,1 0 1,-1-1 0,1 0 0,0 0-1,0-1 1,0 1 0,0-1 0,1 0-1,-1 0 1,1-1 0,0 1 0,0-2-1,0 1 1,0 0 0,0-1 0,0 0-1,2 0-100,1-1 55,0 1-1,1-2 0,-1 1 0,1-1 1,-1 0-1,0-1 0,1 0 1,-1-1-1,0 0 0,0 0 0,-1-1 1,1 0-1,-1 0 0,0-1 1,0 0-1,0-1 0,-1 0 0,0 0 1,0 0-1,0-1 0,-1 0 1,0-1-1,0 1 0,-1-1 0,0 0 1,0 0-1,1-5-54,-2 6 10,-1-1 1,0 0-1,0 0 1,-1-1-1,0 1 1,0 0-1,-1-1 1,0 1-1,0-1 0,-1 1 1,0-1-1,-1 1 1,0-1-1,0 1 1,-1-1-1,0 1 0,0 0 1,-1 0-1,0 0 1,-1 0-1,0 0 1,0 1-1,0 0 1,-1 0-1,0 0 0,0 0 1,-1 1-1,0 0 1,-3-3-11,-15-14 397,-2 0-1,0 1 1,-2 2 0,0 1 0,-1 1 0,-1 2 0,-6-2-397,35 18 4,0-1 0,-1 1 0,1-1 0,0 1 0,-1 0 1,1 0-1,-1-1 0,1 1 0,0 0 0,-1 1 0,1-1 1,-1 0-1,1 0 0,0 0 0,-1 1 0,1-1 0,0 1 1,-1-1-1,1 1 0,0 0 0,-1-1 0,1 1 0,0 0 1,0 0-1,0 0 0,0 0 0,0 0 0,0 0 0,0 0 1,0 0-1,0 0 0,1 0 0,-1 0 0,0 1 0,1-1 1,-1 0-1,1 1 0,-1-1 0,1 0 0,0 1 0,-1-1 1,1 1-1,0-1 0,0 0 0,0 1 0,0-1 0,0 1 1,0-1-1,1 0 0,-1 1 0,0-1 0,1 1 0,-1-1 1,1 0-1,-1 1 0,1-1 0,0 0 0,0 0 0,-1 0 1,1 0-1,0 1 0,0-1 0,0 0-4,1 10 27,5 32-8,1 0 0,3 0 1,1-1-1,2-1 0,2-1 0,2 0 0,2-1 0,7 10-19,-26-45 1,1-1 0,-1 1-1,1-1 1,-1 1-1,1-1 1,0 1 0,1-1-1,-1 0 1,0 0 0,1 0-1,0-1 1,-1 1-1,1-1 1,0 1 0,1-1-1,-1 0 1,0 0-1,1 0 1,-1 0 0,1-1-1,-1 0 1,1 1-1,0-1 1,-1-1 0,1 1-1,0 0 1,0-1-1,0 0 1,0 0 0,-1 0-1,1 0 1,0-1 0,0 1-1,0-1 1,-1 0-1,1 0 1,0-1 0,-1 1-1,1-1 1,-1 1-1,1-1 1,-1 0 0,0-1-1,0 1 1,0 0-1,1-2 0,9-13 31,0-1-1,-1-1 1,-1 0-1,-1-1 1,0 0-1,-2 0 0,0-1 1,-2 0-1,0-1 1,-1 1-1,-1-1 1,-2 0-1,0 0 0,-1 0 1,-1-1-1,-1-7-30,-2 20 13,1 0-1,-2 0 1,1 0-1,-1 1 1,-1 0-1,0 0 1,0 0-1,0 0 1,-1 1-1,-1-1 1,0 2 0,0-1-1,0 1 1,-1 0-1,0 0 1,0 1-1,0 0 1,-1 1-1,0 0 1,0 0-1,-1 1 1,1 0-1,-1 1 1,0 0-1,0 0 1,0 1-1,0 0 1,0 1 0,-1 0-1,1 1 1,0 0-1,-1 0 1,-4 2-13,11-1 1,1-1 0,0 1 0,-1 0 0,1 0 0,0 1 1,0-1-1,-1 1 0,1-1 0,0 1 0,1 0 0,-1 0 0,0 0 1,0 1-1,1-1 0,0 1 0,-1-1 0,1 1 0,0 0 0,0 0 1,0 0-1,1 0 0,-1 0 0,1 0 0,0 1 0,0-1 0,0 0 1,0 1-1,0-1 0,1 1 0,-1 1-1,-12 116 40,13-112-40,2 196-25,-2-200 22,1-1-1,0 0 1,0 0-1,0 0 1,0 0-1,0 0 1,1-1-1,0 1 1,0 0 0,0-1-1,0 1 1,0-1-1,1 1 1,0-1-1,-1 0 1,1 0-1,0-1 1,1 1 0,-1 0-1,0-1 1,1 0-1,-1 0 1,1 0-1,0 0 1,0-1 0,0 1-1,0-1 1,0 0-1,0 0 1,0 0-1,0-1 1,0 1-1,0-1 1,0 0 0,0-1-1,4 1 4,3-2 0,-1 0 0,0 0 0,0 0-1,0-1 1,-1-1 0,1 0 0,-1 0 0,1-1-1,-1 0 1,-1-1 0,1 1 0,-1-2-1,0 1 1,2-4 0,-2 1-70,-1 1 0,0-2 0,-1 1 0,0-1 0,0 0 0,-1 0 0,0 0 0,-1-1 0,0 1 0,-1-1-1,0 0 1,-1 0 0,0-1 0,-1 1 0,0 0 0,-1-1 0,0 1 0,-1 0 0,0-1 0,0 1 0,-2 0 0,1 0 0,-1 0-1,-1 0 1,0 0 0,0 1 0,-1 0 0,-1 0 0,1 0 0,-2 1 0,1-1 0,-1 1 0,-8-6 70,13 12 9,-3-5 69,-2-1 0,1 1 0,-1 0 1,0 1-1,0 0 0,-1 0 1,0 0-1,0 1 0,-1 1 1,0-1-1,0 1 0,0 1 0,-1 0 1,1 0-1,-1 0 0,-2 1-78,9 4 10,0 0 0,0 0 0,0 0-1,0 0 1,1 0 0,-1 1 0,0-1-1,1 1 1,-1 0 0,1 0 0,-1 0-1,1 0 1,0 0 0,0 1 0,0-1-1,0 1 1,0-1 0,1 1 0,-1 0-1,1-1 1,0 1 0,0 0 0,0 0-1,0 0 1,0 0 0,0 0 0,1 0-1,-1 0 1,1 0 0,0 3-10,-1-1 14,-12 63-9,3 1 0,3 0 0,3 0-1,3 1 1,4 18-5,-4-85-2,0 1 0,0-1 0,1 1 0,-1-1 0,1 1 1,0 0-1,0-1 0,0 1 0,0-1 0,1 1 0,-1 0 0,1-1 0,0 1 0,0-1 0,0 0 0,1 1 0,-1-1 0,1 0 1,0 0-1,0 0 0,0 0 0,0 0 0,0 0 0,0 0 0,1-1 0,0 1 0,-1-1 0,1 0 0,0 0 0,0 0 0,0 0 0,1 0 1,-1-1-1,0 1 0,1-1 0,-1 0 0,0 0 0,1 0 0,0-1 0,-1 1 0,1-1 0,-1 0 0,1 0 0,0 0 0,-1 0 1,1-1-1,-1 1 0,1-1 0,-1 0 0,1 0 0,-1 0 0,0-1 0,1 1 0,2-2 2,10-13 8,0-1-1,-1 0 1,-1-1-1,0-1 1,-1 0-1,-2-1 1,0 0-1,-1 0 1,-1-1-1,0-1 1,2-12-8,19-120 64,-29 149-55,-1 1 0,0-1 1,0 1-1,0-1 0,-1 1 1,1-1-1,-1 1 1,0-1-1,-1 1 0,1 0 1,-1-1-1,0 1 1,0 0-1,0 0 0,0 0 1,-1 1-1,0-1 0,0 0 1,0 1-1,0 0 1,0 0-1,0 0 0,-1 0 1,0 0-1,1 1 1,-1-1-1,0 1 0,0 0 1,-1 0-1,1 1 0,0-1 1,-1 1-10,-3-1 13,-1 1 0,0 0 0,1 1 1,-1 0-1,0 0 0,0 0 0,0 1 0,1 1 0,-1 0 1,0 0-1,1 0 0,0 1 0,-1 0 0,1 1 0,1 0 1,-1 0-1,0 1 0,1 0 0,0 0 0,0 1 0,0-1 0,1 2 1,0-1-1,0 1 0,1 0 0,0 0 0,0 0 0,0 1 1,1-1-1,0 1 0,1 0 0,0 1 0,0-1 0,0 1 1,1-1-1,1 1 0,-1 0 0,1-1 0,1 6-13,23 70-1708,24-50-3685,-5-22-1639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4:15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619 40 2921,'0'0'444,"0"0"-124,-22-5-131,-176-27 1017,183 30-876,0 2 0,-1 0-1,1 1 1,0 0 0,0 1 0,0 1 0,0 0 0,0 1 0,0 1 0,1 0-1,0 1 1,0 1 0,0 0 0,-1 2-330,1 1-1,0 1 0,1 1-1,0 0 1,1 0 0,0 2 0,1-1 0,1 1-1,0 1 1,1 0 0,0 0 0,1 1 0,1 0-1,1 0 1,0 1 0,1-1 0,1 1 0,0 1-1,2-1 1,0 0 0,0 1 0,2 0 1,-4 237-1830,9-235 1843,2 0 0,0-1 0,0 0-1,2 0 1,1-1 0,0 0 0,1-1 0,1 0-1,0-1 1,1 0 0,1-1 0,11 9-13,46 61 65,-42-44 7,-21-27-114,0-1 0,1 0 0,0 0 0,1-1 0,0 0 0,1 0 0,0-1 0,1-1 0,0 0-1,1 0 1,0-2 0,0 1 0,1-2 0,0 0 0,1 0 0,-1-1 0,14 2 42,154 13-1088,-154-19 1006</inkml:trace>
  <inkml:trace contextRef="#ctx0" brushRef="#br0" timeOffset="644.549">1101 1052 4977,'0'0'636,"0"0"-258,19-19-262,63-60-67,-77 73 39,0 1 0,0-1 0,-1 0 0,0-1 0,0 1 0,0-1 0,0 0-1,-1 0 1,-1 0 0,1 0 0,-1 0 0,0 0 0,0-1 0,-1 1 0,0-1 0,-1 1 0,0-1 0,0 0 0,0 1 0,-1-1 0,-1-2-88,1-24 1392,1-19 0,3 29-1106,-2 1 1,-1 0-1,0-1 0,-2 1 0,-1 0 1,-1 0-1,-1 0 0,-1 0 0,0 1 1,-2 0-1,-1 0 0,0 1 0,-2-1-286,-12-9 241,-2 1-1,0 2 1,-2 0-1,-1 1 0,-1 2 1,-1 1-1,-1 1 1,-1 2-1,-1 1 0,-1 1 1,-1 2-1,0 2 0,-1 1 1,-1 2-1,0 1 1,-25-3-241,43 11 33,0 1 0,0 1 0,-1 1 0,1 0 0,0 2 1,0 0-1,0 1 0,0 1 0,0 0 0,1 2 0,0 0 1,0 1-1,0 1 0,1 1 0,0 0 0,-14 11-33,23-9-272,0 1 0,1 0 0,0 0 0,1 0 0,0 1-1,1 0 1,0 0 0,2 1 0,-1-1 0,1 1-1,1 0 1,1 0 0,0 0 0,1 0 0,0 0 0,1 0-1,0-1 1,2 6 272,-2 23-1341,1 30-1438,6-6 579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3:22.35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40 6953,'0'0'278,"0"0"129,0 0 1122,0 0 428,0 0-681,0 0-369,0-4-1347,0-18-6762,0 8 5906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3:29.09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131 320 5697,'0'0'1279,"0"0"-785,0 0-10,0 0 1192,26 13-361,86 37-343,-102-47-886,1-1-1,-1-1 1,0 1-1,0-1 1,1-1-1,-1 0 1,0 0-1,0-1 1,1-1-1,-1 0 1,0 0-1,0-1 1,0 0-1,-1 0 1,1-1-1,-1-1 1,0 0-1,0 0 1,0 0-1,0-1 1,-1-1-1,5-5-85,-12 12 6,3-3 7,-1 1 0,-1 0-1,1-1 1,0 1 0,0-1-1,-1 0 1,0 0 0,1 0-1,-1 0 1,0 0 0,-1-1-1,1 1 1,0-1 0,-1 1 0,0-1-1,0 1 1,0-1 0,0 0-1,-1 1 1,1-1 0,-1 0-1,0 0 1,0 0 0,-1 1-1,1-1 1,-1 0 0,1 1-1,-1-1 1,0 0 0,-1 1-1,1-1 1,-1 1 0,1-1 0,-1 1-1,0 0 1,0 0 0,-1 0-1,1 0 1,0 0 0,-1 0-1,0 1 1,0-1 0,0 1-1,0 0 1,0 0 0,0 0-1,0 0 1,-1 0 0,0 1-13,-19-14 182,0 1 0,-1 2 1,-1 0-1,0 2 0,0 1 0,-1 1 1,0 1-1,-1 1 0,1 1 0,-1 1 1,0 2-1,-17 1-182,38 1 7,1 1 1,0 0-1,-1 0 0,1 1 1,0-1-1,0 1 0,0 0 1,0 1-1,0-1 1,1 1-1,-1 0 0,1 0 1,-1 0-1,1 1 0,0 0 1,1-1-1,-1 1 1,1 1-1,-1-1 0,1 0 1,0 1-1,1 0 0,-1 0 1,1 0-1,0 0 0,0 0 1,1 0-1,-1 0 1,1 3-8,-20 159 122,21-161-119,0 0 0,1 0 1,-1 0-1,1 0 0,1-1 0,-1 1 1,1 0-1,0-1 0,0 1 0,1-1 0,0 0 1,0 0-1,0 0 0,0 0 0,1 0 1,0-1-1,0 1 0,0-1 0,0 0 0,1 0 1,-1-1-1,1 0 0,0 1 0,0-1 1,0-1-1,1 1 0,-1-1 0,1 0 0,-1 0 1,1-1-1,0 1 0,0-1 0,0-1 1,-1 1-1,1-1 0,3 0-3,4 1 11,1 0 0,0-1 0,0-1 0,-1 0 0,1-1 0,-1-1 0,1 0 0,-1 0 0,0-2 0,0 1 0,-1-2-1,1 0 1,-1 0 0,0-1 0,-1 0 0,1-1 0,-2-1 0,1 0 0,-1 0 0,0-1 0,-1 0 0,-1 0 0,5-8-11,-10 12 12,-1-1 1,0 0-1,0 0 0,0 0 0,-1 0 1,0 0-1,-1 0 0,1 0 1,-1 0-1,-1 0 0,1 0 1,-1 0-1,-1 0 0,1 0 0,-1 0 1,0 1-1,-1-1 0,1 0 1,-1 1-1,-1 0 0,1 0 0,-1 0 1,0 0-1,0 0 0,-2 0-12,-128-124 977,52 92 880,55 124-1737,21 142-312,7-223 153,-1-1-1,2 0 1,-1 1 0,1-1 0,-1 0 0,1 0 0,0 0-1,0-1 1,1 1 0,-1 0 0,1-1 0,0 1 0,0-1 0,0 0-1,0 0 1,1 0 0,-1-1 0,1 1 0,-1-1 0,1 0 0,0 0-1,0 0 1,0 0 0,0-1 0,0 1 0,1-1 0,-1 0 0,0-1-1,1 1 1,-1-1 0,1 0 0,-1 0 0,2 0 39,85-36-5443,-77 19 778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3:39.91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0 425 3849,'0'0'2314,"0"0"-1118,0 0-159,0 0 799,0 0-471,20-20 2639,439 32-3938,-110 1-50,263 5 26,-220 37 115,292-10-236,-98-7 135,4-3-49,38-26 66,-279 11-93,159-2 922,685-19-143,-518-7-797,62-17-239,231-67 282,-359 69 22,60-13 24,466-103-15,97 56-20,380-22 1159,-504 1-1079,-756 73-158,2 14 0,108 19 62,-184 0-504,1157 13 789,-1241-17-116,-11-1 946,-1 8 0,47 13-1115,-170-14 328,-67-31-7963,1 10 3601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3:40.43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7090,'0'0'6610,"0"0"-3665,0 0-2128,0 0-537,0 0-226,12 9-20,76 59 158,-4 3-1,-3 4 1,-3 4 0,-4 3-1,40 58-191,-114-138 6,0-1-1,1 1 1,-1 0 0,0-1 0,0 1-1,0 0 1,0 0 0,0-1 0,0 1-1,0 0 1,0-1 0,-1 1-1,1 0 1,-1-1 0,1 1 0,-1-1-1,0 1 1,0-1 0,1 1 0,-1-1-1,0 1 1,0-1 0,0 0-1,-1 0 1,1 1 0,0-1 0,0 0-1,-1 0 1,1 0 0,-1 0-1,1 0 1,-1-1 0,1 1 0,-1 0-1,1-1 1,-1 1 0,0-1 0,1 1-1,-1-1 1,0 0 0,1 0-1,-2 0-5,-6 4 37,-102 48 280,-136 80-362,184-53-1371,58-11-5036,9-42-920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3:45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529 1512 6481,'0'0'573,"0"0"-345,0 0 173,0 0 914,0 0-683,15-3-377,116-48 1957,-65 10-2205,1 2-1,2 3 0,2 3 1,1 4-1,63-17-6,-67 25-2773,-24 5-2001,-18 7 2769</inkml:trace>
  <inkml:trace contextRef="#ctx0" brushRef="#br0" timeOffset="1099.067">257 1528 6513,'0'0'810,"0"0"-377,0 0 440,0 0 191,0 0-460,0 0-365,-3 22 1025,34-21-1037,-1-2 0,0 0 0,0-2-1,0-1 1,0-2 0,0-1 0,-1-1 0,0-1 0,-1-2 0,9-5-227,-7 5 46,278-145-130,-210 115-435,2 4 0,2 5 1,71-13 518,32-26-95,-172 56 152,0 2 1,1 0-1,0 3 0,0 1 0,1 1 0,0 2 0,1 1 0,9 2-57,105-26-2780,-137 9-3664,-13 15 6272</inkml:trace>
  <inkml:trace contextRef="#ctx0" brushRef="#br0" timeOffset="1850.837">907 1388 6553,'0'0'641,"0"0"-360,0 0-234,0 0 235,20-1 929,60-3-485,51-41 1544,-97 27-1577,197-79 448,4 10-1,7 10-1140,112-41 420,24 17 289,-16-25 437,137-15-985,-460 137-1244,-14 5-3195,-9-1-1985,-13 0 4339</inkml:trace>
  <inkml:trace contextRef="#ctx0" brushRef="#br0" timeOffset="3223.365">0 1539 6513,'0'0'709,"0"0"-455,0 0-159,0 0 525,0 0 1475,0 0-574,5 5-861,1-2-613,0 1 1,0-1 0,0 0-1,0-1 1,1 1-1,-1-1 1,1-1 0,-1 1-1,1-1 1,0 0-1,0-1 1,-1 1 0,1-1-1,0-1 1,0 1 0,0-1-48,-6 1 3,126-6 262,0-5 0,-1-6 1,-1-5-1,-1-6 0,21-11-265,174-66 1405,-201 61-1200,3 6-1,1 5 1,38-2-205,-90 24 421,-1-3-1,-1-4 1,0-2 0,47-22-421,455-128 592,-434 120-490,-63 21 50,0 4 0,2 2 1,1 4-1,77-9-152,531-94 449,-656 110-799,-65-1-6240,2 4-1969</inkml:trace>
  <inkml:trace contextRef="#ctx0" brushRef="#br0" timeOffset="3521.998">937 1563 7722,'0'0'0,"0"0"-1457</inkml:trace>
  <inkml:trace contextRef="#ctx0" brushRef="#br0" timeOffset="4111.895">937 1563 6385,'-86'0'1046,"85"0"-991,1 0-15,0 0 490,0 0 1550,0 0-578,12-9-435,20-6-653,-1 2 0,2 1 1,0 1-1,0 2 0,1 2 0,33-4-414,-62 10 37,232-36 418,285-65 1285,-306 38-1252,335-83 341,199 13 356,-438 54-293,55-8 283,-54 22-855,-300 60-2083,-41 3-2881,19 2 3458,-38-3-4866</inkml:trace>
  <inkml:trace contextRef="#ctx0" brushRef="#br0" timeOffset="4917.373">1703 1212 7098,'0'0'598,"0"0"-408,0 0-81,23 0-81,187-1 239,296-112 4803,-144 17-281,146-67-4789,-358 118 249,2 7 0,2 6 0,1 8 0,91-2-249,-9-5 1205,-2-11 0,146-49-1205,-374 89 19,82-18-23,0 4 0,1 3 0,1 5 0,53 2 4,-143 6-303,-1 0-462,-22 4-3498,-4-6 2296,3 0 96,-32 2-3084</inkml:trace>
  <inkml:trace contextRef="#ctx0" brushRef="#br0" timeOffset="6367.291">2847 1163 6905,'0'0'609,"0"0"-383,0 0 56,23-2 794,148-23 1523,681-166 981,207-93 436,-442 179-2618,78 65 1443,-456 8-1983,177 2-858,-2 1-47,-260 11 93,-153 18-31,-1 0-90,-31-13-425,-3-1 438,-2 2 1,0 2-1,0 1 0,-1 2 0,0 1 1,0 2-1,-4 2 62,-638 2-133,301 50-1997,266-33 1939,1 5 0,2 5 1,-26 13 190,-200 33-1198,171 17 1006,2-45-820,161-45 90,8-1-299,76-30-3230,-32 5-2610</inkml:trace>
  <inkml:trace contextRef="#ctx0" brushRef="#br0" timeOffset="7801.533">2284 1261 6969,'0'0'767,"0"0"-524,0 0 136,22-4 1008,145-35-127,-150 34-1160,199-60 1053,2 9 0,69-2-1153,-3 11 1371,185-59-1371,-132 19 1555,2 14 0,279-20-1555,-98-3 1640,-112 44-1298,-70 15-430,-186 15 115,1 7 0,79 5-27,-226 10 3,338-50 624,84 27-346,-65-11-225,-235 22-165,-120-5-2006,-8 11-75,0-7-4849</inkml:trace>
  <inkml:trace contextRef="#ctx0" brushRef="#br0" timeOffset="8979.227">6638 396 6177,'0'0'1405,"0"0"811,0 0 782,0 0-2066,0 0-385,23-5 161,161-37 400,-80 14-833,1 5 0,0 5 0,48-1-275,674-86 3088,-477 79-1946,-24-5-243,-180 13 14,-80 15-371,-66 3-448,0 0 153,0 0-75,0 0 2,0 0-93,0 0-37,0 0-44,0 0-40,0 0 140,0 0-96,0 0 15,0 0-71,0 0-110,0 0-262,0 0-631,0 0-620,39-48-10089,-11 19 2733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6:35.50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94 41 5233,'0'0'716,"0"0"-501,0 0-52,5-5 414,15-14 1754,-14 9 4360,-11 5-3817,-28 3-3291,30 3 1114,-1-1-699,1 0 0,-1 1 0,1 0 0,0 0 0,-1 0 1,1 0-1,0 0 0,0 1 0,0 0 0,0-1 0,0 1 0,0 0 0,0 0 0,1 1 0,-1-1 0,1 0 1,-1 1-1,1 0 0,0 0 0,0-1 0,0 1 0,1 0 0,-1 0 0,1 1 0,-1-1 0,1 0 0,0 0 0,0 1 1,1-1-1,-1 1 0,0 1 2,-9 117-127,10-113 125,1 7 13,1 0-1,0 0 1,1 0 0,0-1-1,2 1 1,0-1 0,0 0-1,1-1 1,1 1 0,1-1-1,0 0 1,1-1 0,0 1-11,-4-7 7,0-1-1,0 1 1,1-1 0,0 0 0,0 0 0,0-1 0,0 0-1,1 0 1,0 0 0,0-1 0,1 0 0,-1 0 0,1-1-1,0 0 1,0 0 0,0-1 0,0 0 0,0 0-1,0-1 1,1 0 0,-1-1 0,0 0 0,1 0 0,-1 0-1,7-2-6,-6-3 32,-1 0 0,0 0 0,0-1 0,0 0 0,-1 0 0,0-1-1,0 0 1,-1 0 0,1-1 0,-2 0 0,1 0 0,-1 0-1,0 0 1,-1-1 0,0 0 0,0 0 0,-1 0 0,0 0 0,-1-1-1,0 1 1,0-1 0,-1 1 0,0-1 0,-1 0 0,-1-6-32,2 10 6,-1 0 1,-1 0 0,1 0 0,-1 0 0,0 0 0,-1 1-1,1-1 1,-1 0 0,0 1 0,0-1 0,-1 1 0,0 0-1,0 0 1,0 0 0,0 0 0,-1 0 0,0 1 0,0-1-1,0 1 1,0 0 0,-1 0 0,0 1 0,0-1-1,0 1 1,-2-1-7,-6-3 12,-1 1-1,0 1 1,1 0-1,-2 1 1,1 0-1,0 1 1,-1 1-1,1 0 1,-1 1-1,0 0 1,1 2-1,-1-1 1,-13 4-12,22-1-11,1 0 1,-1 1-1,1 0 1,-1 0-1,1 1 1,1-1-1,-1 1 1,0 0-1,1 0 1,0 1-1,1-1 1,-1 1 0,1 0-1,0 0 1,0 0-1,1 0 1,0 0-1,0 1 1,0-1-1,1 1 1,0-1-1,0 1 1,1 0-1,-1-1 1,2 1-1,-1 0 1,1-1-1,0 1 1,0-1-1,1 1 1,-1-1 0,2 1-1,-1-1 1,1 0-1,0 0 1,0 0-1,0-1 1,1 1-1,0-1 1,0 1-1,1-1 11,0 0-7,0-1 0,0-1-1,0 1 1,0-1-1,0 1 1,1-2 0,0 1-1,0-1 1,-1 1 0,1-2-1,1 1 1,-1-1 0,0 0-1,0 0 1,0 0 0,1-1-1,-1 0 1,0 0-1,0-1 1,1 0 0,-1 0-1,0 0 1,0-1 0,0 0-1,0 0 1,0 0 0,-1-1-1,1 0 1,-1 0-1,1 0 1,-1-1 0,0 0-1,0 0 1,-1 0 0,1-1-1,-1 1 1,0-1 0,0 0-1,-1 0 1,1 0 0,-1-1-1,0 0 1,-1 1-1,1-1 1,-1 0 0,0 0-1,-1 0 1,1 0 0,-1 0-1,-1-1 1,1 1 0,-1 0-1,0 0 1,0-1-1,-1 1 1,0 0 7,-1 3-125,0 0 0,-1 0-1,0 1 1,0-1 0,0 1 0,0 0-1,0-1 1,0 2 0,0-1-1,-1 0 1,1 1 0,-1-1 0,1 1-1,-1 0 1,0 0 0,1 0 0,-1 1-1,0-1 1,0 1 0,1 0 0,-1 0-1,0 0 1,0 1 0,1-1-1,-1 1 1,0 0 0,1 0 0,-1 0-1,-3 2 126,-54 44-6864,40-22 4366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6:36.77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122 0 1064,'0'0'3898,"0"0"-2701,0 0-463,0 0 1367,0 0-511,-15 16-688,-46 54-264,54-61-403,2 1 0,-1-1 0,2 2-1,-1-1 1,1 0 0,1 1 0,0 0 0,0 0 0,1 0 0,0 0 0,1 0 0,1 0-1,0 0 1,0 0 0,2 9-235,-2 7 343,0-21-292,-1 1 0,1-1 1,1 0-1,-1 1 0,1-1 0,0 0 0,0 1 1,1-1-1,0 0 0,0 0 0,1 0 0,-1 0 1,1-1-1,1 1 0,-1-1 0,1 1 0,0-1 0,0 0 1,0-1-1,0 1 0,1-1 0,0 0 0,0 0 1,0 0-1,1-1 0,-1 1 0,1-1 0,0-1 1,0 1-1,0-1 0,0 0 0,0 0 0,0-1 0,6 1-51,-6-1-5,0 1 0,1-1-1,-1 0 1,1-1-1,0 0 1,-1 0-1,1 0 1,-1-1 0,1 0-1,-1 0 1,0-1-1,1 1 1,-1-1-1,0-1 1,0 1 0,0-1-1,0 0 1,-1-1-1,1 1 1,-1-1-1,0 0 1,0 0 0,0-1-1,0 1 1,-1-1-1,0 0 1,0-1-1,0 1 1,-1-1 0,1 1-1,-2-1 1,1 0-1,0 0 1,-1 0-1,0-1 1,-1 1 0,1-1-1,-1 1 1,-1-1-1,1 1 1,-1-1-1,0-2 6,-2-6 25,0 1-1,-1 0 1,-1-1-1,0 1 0,-1 1 1,0-1-1,-1 1 0,-1 0 1,0 0-1,-1 1 1,0-1-1,-1 2 0,0-1 1,-1 2-1,0-1 1,-1 1-1,0 1 0,0 0 1,-1 0-1,0 1 1,-5-1-25,13 7 16,0 1 0,0 0 0,-1 1 0,1-1 0,0 1 0,0 0 0,-1 0 0,1 0 1,0 0-1,-1 1 0,1 0 0,0 0 0,0 0 0,-1 0 0,1 1 0,0 0 1,1-1-1,-1 1 0,0 1 0,0-1 0,1 1 0,-1-1 0,1 1 0,0 0 0,0 0 1,0 0-1,0 1 0,1-1 0,-1 1 0,1 0 0,0-1 0,0 1 0,0 0 1,0 0-1,1 0 0,0 0 0,0 1 0,0-1 0,0 0 0,1 0 0,-1 1 1,1-1-1,0 0 0,0 1 0,1-1 0,0 3-16,-13 175-88,14-178 87,-1 1 0,1-1-1,-1 0 1,1 0 0,1 0 0,-1 0 0,0 0 0,1-1-1,0 1 1,0-1 0,0 0 0,0 0 0,1 0 0,-1 0-1,1 0 1,-1-1 0,1 1 0,0-1 0,0 0-1,0 0 1,0-1 0,1 1 0,-1-1 0,0 0 0,1 0-1,-1-1 1,1 1 0,-1-1 0,1 0 0,-1 0-1,1 0 1,-1-1 0,0 1 0,1-1 0,-1 0 0,1 0-1,-1-1 1,0 1 0,0-1 0,0 0 0,0 0 0,0-1-1,3-2 2,2-3 10,-1-1-1,0-1 0,-1 1 0,1-2 1,-2 1-1,1-1 0,-2 1 0,1-2 1,-2 1-1,1-1 0,-2 1 1,1-1-1,-2 0 0,1 0 0,-2-1 1,0 1-1,0 0 0,-1 0 0,0-1 1,-2-2-10,1 11-26,-1-1 1,0 0-1,-1 1 1,1 0-1,-1-1 1,0 1 0,0 0-1,0 1 1,0-1-1,-1 0 1,0 1-1,1 0 1,-1 0 0,0 0-1,-1 0 1,1 1-1,0-1 1,-1 1-1,1 0 1,-1 1 0,0-1-1,0 1 1,0 0-1,0 0 1,1 0-1,-1 1 1,0 0-1,0 0 1,0 0 0,0 0-1,0 1 1,0 0-1,0 0 1,0 0-1,0 0 1,1 1 0,-1 0-1,0 0 1,1 0-1,0 1 1,0 0-1,-1 0 1,1 0-1,1 0 1,-1 0 0,0 1-1,1-1 1,0 1-1,0 0 1,0 0-1,0 0 1,1 1 0,-1-1-1,1 1 26,13 22-6535,9-24 4395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6:44.927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241 28 6353,'0'0'1446,"0"0"524,0 0-669,0 0-746,-4-1 177,-32-12 303,35 12-972,-1-1-1,0 1 0,0 0 1,0-1-1,-1 1 0,1 0 1,0 0-1,0 1 1,0-1-1,-1 0 0,1 1 1,0-1-1,-1 1 1,1 0-1,-1 0 0,1 0 1,0 0-1,-1 0 0,1 0 1,0 1-1,-1-1 1,1 1-1,0 0 0,-1 0 1,1-1-1,0 2 1,0-1-1,0 0 0,0 0 1,0 0-1,0 1 0,0-1 1,0 1-1,1 0 1,-1 0-1,0 1-62,-8 8 13,2 2-1,0 0 1,0 0-1,1 0 1,1 1 0,0 0-1,1 0 1,0 0-1,1 1 1,1-1 0,0 1-1,1 0 1,1 0-1,0 0 1,1 0 0,1 1-1,0-1 1,2 4-13,0-16 15,0 0 1,1 0 0,0 0 0,-1 0-1,1 0 1,0-1 0,1 0-1,-1 0 1,0 0 0,1 0 0,-1-1-1,1 1 1,-1-1 0,1 0 0,0-1-1,-1 1 1,1-1 0,0 0-1,-1 0 1,1 0 0,0-1 0,0 0-1,-1 0 1,1 0 0,-1 0-1,1-1 1,-1 1 0,0-1 0,1-1-1,-1 1 1,0 0 0,0-1-1,0 0-14,4-2 14,-1 0 0,0 0 1,0 0-1,0-1 1,-1 0-1,1 0 1,-1-1-1,-1 1 1,0-1-1,0-1 1,0 1-1,-1-1 0,0 1 1,0-1-1,-1-1 1,0 1-1,0 0 1,-1-1-1,0 1 1,-1-1-1,1 0 1,-1-7-16,-5 12-1,1-1 1,-1 1-1,0 0 1,0 0-1,0 0 1,-1 0-1,1 1 1,-1-1 0,0 1-1,0 1 1,0-1-1,0 1 1,0 0-1,-1 0 1,1 0-1,-1 1 1,1 0 0,-1 0-1,0 0 1,1 1-1,-1-1 1,0 1-1,0 1 1,1-1-1,-1 1 1,0 0 0,1 0-1,-1 1 1,1 0-1,-4 1 1,-1 4 2,-1 1-1,1 0 1,0 1-1,1 0 1,0 0 0,0 1-1,1 0 1,0 0-1,1 1 1,0 0-1,1 1 1,0-1-1,1 1 1,0 0-1,1 1 1,0-1 0,1 1-1,1 0 1,-2 12-2,3-22-2,1 1 1,0 0 0,-1 0 0,1-1 0,0 1 0,1 0-1,-1 0 1,1-1 0,-1 1 0,1 0 0,0-1 0,0 1 0,1-1-1,-1 1 1,1-1 0,0 1 0,0-1 0,0 0 0,0 0-1,0 0 1,1 0 0,0-1 0,-1 1 0,1 0 0,0-1 0,0 0-1,0 0 1,0 0 0,1 0 0,-1 0 0,1-1 0,-1 1-1,1-1 1,-1 0 0,1 0 0,0-1 0,-1 1 0,1-1-1,0 1 1,0-1 0,-1 0 0,1-1 0,0 1 0,0-1 0,2 0 1,10 2 2,0-1 1,-1 0 0,1-2 0,0 1-1,0-2 1,-1 0 0,0-1 0,1-1-1,-2 0 1,1-1 0,0 0 0,-1-1-1,0-1 1,-1 0 0,0-1 0,8-7-3,-19 15 1,0-1 1,0 1 0,0-1 0,0 0 0,0 0 0,-1 1 0,1-1 0,0 0-1,-1-1 1,1 1 0,-1 0 0,0 0 0,0-1 0,0 1 0,0 0-1,0-1 1,0 1 0,-1-1 0,1 0 0,-1 1 0,0-1 0,0 1 0,1-1-1,-2 1 1,1-1 0,0 0 0,-1 1 0,1-1 0,-1 1 0,0-1-1,1 1 1,-1-1 0,0 1 0,-1 0 0,1-1 0,0 1 0,-1 0 0,1 0-1,-1 0 1,0 0 0,0 0 0,1 1 0,-1-1 0,0 0 0,-3-1-2,-105-61 148,89 55 5,-1 0 1,1 2 0,-1 0 0,0 1 0,-1 1 0,1 1 0,-1 2 0,-2 0-154,11 54 113,14-43-116,0 1-1,0-1 1,1 0-1,0 0 1,1 1 0,0-1-1,1 0 1,0-1 0,0 1-1,0 0 1,2-1-1,-1 0 1,1 1 0,0-2-1,0 1 1,1-1 0,0 0-1,0 0 1,1 0-1,0-1 1,0 0 0,1 0-1,-1-1 1,1 0 0,0-1-1,1 1 1,-1-2-1,1 1 1,-1-1 0,1 0-1,0-1 1,1 0 0,-1 0-1,9-1 4,-12-3 10,0-2-1,-1 1 1,1-1-1,0 1 1,-1-2 0,0 1-1,0-1 1,0 1-1,-1-1 1,1-1-1,-1 1 1,0 0 0,-1-1-1,0 0 1,1 0-1,-2 0 1,1 0-1,-1-1 1,0 1 0,0-1-1,-1 1 1,0-1-1,0 0 1,0 1-1,-1-1 1,0 0 0,0 0-1,-1 1 1,-1-7-10,3 7 9,0 0 0,0 0 0,0 0 0,-1 0 0,0 0 0,-1 0 0,1 0 0,-1 0 0,0 0 0,-1 0 0,1 0 0,-1 1 0,0-1 0,0 0 0,-1 1 0,0 0 0,0 0 0,0-1 0,-1 2 0,0-1 0,1 0 0,-2 1 1,1 0-1,0 0 0,-1 0 0,0 0 0,0 1 0,0-1 0,0 2 0,-1-1 0,1 0 0,-1 1 0,1 0 0,-1 0 0,0 1 0,0-1-9,1 0 1,-1 0 0,0-1 0,1 2 0,-1-1 1,0 1-1,0 0 0,0 0 0,0 0 0,0 1 0,0 0 0,0 0 0,0 1 0,0-1 1,0 1-1,0 1 0,0-1 0,1 1 0,-1 0 0,0 0 0,1 1 0,0 0 0,-1 0 1,1 0-1,0 0 0,1 1 0,-1 0 0,0 0 0,1 0 0,0 0 0,0 1 0,1 0 1,-1 0-1,1 0 0,0 0 0,0 0 0,-1 4-1,3-4-8,0 1 0,0-1 0,0 1 0,1 0 1,0-1-1,0 1 0,1-1 0,0 1 0,0 0 0,0-1 0,0 0 0,1 1 0,0-1 0,0 0 0,0 0 1,1 0-1,0 0 0,0 0 0,0-1 0,0 1 0,1-1 0,0 0 0,0 0 0,0 0 0,0 0 1,0-1-1,1 0 0,0 0 0,0 0 0,0 0 0,0-1 0,0 0 0,0 0 0,0 0 0,1 0 0,-1-1 1,1 0-1,-1-1 0,1 1 0,0-1 0,2 0 8,-2 1-33,-5-1 31,1 1 0,-1-1 1,0 1-1,0-1 1,0 1-1,1-1 1,-1 0-1,0 0 0,0 0 1,1 0-1,-1 0 1,0 0-1,0 0 0,1 0 1,-1 0-1,0 0 1,0-1-1,0 1 1,1 0-1,-1-1 0,0 1 1,0-1-1,0 1 1,0-1-1,0 0 0,0 1 1,0-1-1,0 0 1,0 0-1,0 0 1,0 0-1,0 0 0,-1 0 1,1 0-1,0 0 1,-1 0-1,1 0 0,-1 0 1,1 0-1,-1-1 1,1 1-1,-1 0 1,0 0-1,0-1 0,0 1 1,1 0-1,-1 0 1,-1-1 1,3-4 2,-1-1 0,-1 1 0,1 0 1,-1 0-1,-1 0 0,1 0 0,-1 0 1,0 0-1,0 0 0,0 0 0,-1 0 1,0 0-1,0 1 0,-1-1 0,0 1 1,0-1-1,0 1 0,0 0 0,-1 0 1,0 1-1,0-1 0,0 1 1,0-1-1,-1 1 0,0 1 0,-4-4-2,-32 11-832,-7 48-5088,34-32 3184,-7 5 132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6:46.203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167 47 4865,'0'0'593,"0"0"-339,0 0-27,0 0 771,0 0 2019,0 0-1551,-6-4-569,-81-38 4146,52 111-5091,20 116 29,16-181 25,0-1 0,0 1 1,1-1-1,0 0 0,0 1 0,-1-1 0,2 0 1,-1 0-1,0 0 0,1-1 0,-1 1 0,1 0 1,0-1-1,0 0 0,0 0 0,0 0 1,0 0-1,0 0 0,1 0 0,-1-1 0,0 0 1,1 1-1,0-1 0,-1-1 0,1 1 0,-1 0 1,1-1-1,0 0 0,0 0 0,-1 0 0,1 0 1,0-1-1,-1 1 0,1-1 0,0 0 0,-1 0 1,1 0-1,-1-1 0,0 1 0,1-1 0,-1 0 1,0 0-1,0 0 0,0 0 0,0 0 0,0-1 1,-1 1-1,1-1 0,0-1-6,0-1 8,-1-1-1,0 0 1,0 0 0,0 0 0,-1 0-1,0 0 1,0-1 0,0 1-1,-1 0 1,0 0 0,0-1-1,-1 1 1,0 0 0,0 0-1,0 0 1,-1 0 0,1 0-1,-2 0 1,1 0 0,-1 0-1,1 1 1,-2-1 0,1 1-1,-1 0 1,1 0 0,-1 0 0,-1 1-1,1-1 1,-1 1 0,1 0-1,-1 0 1,0 0 0,-1 1-1,1 0 1,-1 0 0,1 0-1,-1 1 1,0 0 0,0 0-1,0 0 1,0 1 0,0 0-1,0 0 1,-1 0 0,1 1 0,-2 0-8,5 2-9,0-1 1,1 1 0,0 0-1,-1 0 1,1 0 0,0 0-1,0 0 1,0 0 0,0 1-1,0-1 1,1 1 0,-1-1-1,1 1 1,0 0 0,-1-1 0,1 1-1,0 0 1,1 0 0,-1 0-1,0 0 1,1 0 0,0 0-1,0 0 1,0 0 0,0 2 8,-1 0-11,0 189-69,2-192 79,0 1 0,0-1 0,0 0 1,0 1-1,1-1 0,-1 0 0,1 0 0,-1 0 0,1 0 1,0 0-1,0 0 0,0-1 0,0 1 0,0-1 1,1 1-1,-1-1 0,0 0 0,0 0 0,1 0 1,-1 0-1,1 0 0,-1 0 0,1-1 0,0 1 1,-1-1-1,1 0 0,-1 0 0,1 0 0,0 0 0,-1 0 1,1 0-1,-1-1 0,1 1 0,-1-1 0,1 0 1,-1 0-1,1 0 0,-1 0 0,0 0 0,1 0 1,-1-1-1,0 1 0,0-1 0,0 0 0,0 1 0,0-1 1,0 0-1,-1 0 0,1 0 0,-1 0 0,1-1 1,-1 1-1,0 0 0,0-1 0,0 1 0,1-2 1,5-11 25,-1-1-1,0 1 0,-2-1 0,1-1 0,-2 1 1,0 0-1,-1-1 0,-1 1 0,0-1 1,-2 0-1,-1-14-24,2-5 86,-1 35-87,0 0 0,0-1 0,-1 1 0,1 0 0,0 0 0,0 0 0,-1 0 0,1 1 0,-1-1 0,1 0 0,-1 0 0,1 1 0,-1-1 0,1 1 0,-1-1 0,1 1 0,-1 0 0,0 0 0,1 0 0,-1 0 0,0 0 0,1 0 0,-1 0 0,1 0 0,-1 1 0,0-1 0,1 0 0,-1 1 0,1 0 0,-1-1 0,1 1 0,-1 0 0,1 0 0,0 0 0,-1 0 0,1 0 0,0 0 0,0 0 0,0 0 0,0 0 0,0 0 0,0 1 0,0-1 0,0 1 0,0-1 0,0 0 0,1 1 1,-49 119-3302,39-92 637,-1 4-534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6:48.209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107 120 6473,'0'0'2260,"0"0"-431,0 0-998,0 0-575,0 0-182,13 1 303,364 68 926,-143-64-1192,-233-5-113,-1 0 197,0 0 285,-47 0 1008,-104-18-170,-83-30-1206,41 10-108,170 26 398,55-9-255,245-28-160,-252 47 18,5-1-20,0 1-1,1 1 0,-1 2 0,0 1 0,1 1 0,-1 1 1,-1 2-1,29 10 16,31 5 210,-230-51-254,115 30 36,0 1 0,1 0 0,-1 2 0,1 1 0,-1 2 0,1 0 0,-20 8 8,-281 58 122,316-70-125,4-1-3,0 0-1,0 0 0,0 0 1,0 1-1,1 0 1,-1 0-1,0 0 0,1 1 1,-1 0-1,1 0 1,0 0-1,0 0 0,1 1 1,-1 0-1,0 0 1,1 0-1,0 1 0,0 0 1,-1 2 6,5-5-62,31 12-276,15-4 371,1-1 0,0-3 0,0-2 0,0-1-1,1-3 1,-1-2 0,7-3-33,159-7-112,-209 14 107,1 0-1,0-1 0,-1 2 0,1-1 1,-1 0-1,0 1 0,1 0 1,-2 0-1,1 0 0,0 1 0,0-1 1,-1 1-1,0 0 0,0 0 0,0 0 1,0 0-1,-1 1 0,1-1 0,-1 1 1,0 0 5,-43-31-1541,23 13-3786,10 9 3733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6:49.775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25 152 12499,'0'0'0,"0"0"-2185,0 0-2024,-24-151 2929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46:51.121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229 112 6033,'0'0'1723,"0"0"2369,0 0-2261,0 0-1082,0 0-454,0 0 296,-10-10 101,-49-44 68,56 52-648,0 0 1,0 0-1,1 1 0,-1-1 0,0 1 0,-1 0 0,1 0 0,0 0 0,0 0 1,0 0-1,0 1 0,-1 0 0,1-1 0,0 1 0,-1 0 0,1 1 0,0-1 1,0 0-1,-1 1 0,1 0 0,0 0 0,0 0 0,0 0 0,0 0 0,0 1 1,0-1-1,0 1 0,0 0 0,0 1-112,-3 3 12,0 0-1,0 0 1,0 1 0,1 0 0,1 0-1,-1 0 1,1 1 0,0-1 0,1 1-1,-1 0 1,2 0 0,-1 1-1,1-1 1,0 0 0,1 1 0,0 4-12,0-6-7,0-1 0,0 1 0,1-1 0,0 1 1,1-1-1,-1 1 0,1-1 0,0 0 0,1 1 1,0-1-1,0 0 0,0 0 0,1 0 0,0 0 1,0 0-1,0 0 0,1-1 0,-1 0 0,1 1 1,1-2-1,-1 1 0,1 0 0,0-1 0,0 0 1,0 0-1,0 0 0,1-1 0,0 0 0,-1 0 1,2 0 6,1 2 4,1 0 1,-1-1-1,1 0 1,0-1 0,0 0-1,1-1 1,-1 1 0,0-2-1,1 1 1,-1-2-1,1 1 1,-1-1 0,1 0-1,0-1 1,-1 0 0,0-1-1,1 0 1,-1 0-1,0-1 1,0 0 0,0-1-1,0 0 1,-1 0-1,1-1 1,-1 0 0,0 0-1,-1-1 1,1 0 0,-1-1-1,0 1 1,-1-1-1,0-1 1,0 1 0,0-1-1,-1 0 1,0 0 0,-1-1-1,0 1 1,0-1-1,0 0 1,0-4-5,-2 7 2,0-1 0,0 1 0,0 0 0,-1 0 0,0-1 0,0 1 0,-1-1 0,1 1 0,-1-1 0,-1 1 0,1 0 0,-1-1 0,0 1 0,-1 0 0,0-1 0,0 1 0,0 0 0,0 0 0,-1 0 0,0 1 0,-1-1 0,1 1 0,-1-1 0,0 1 0,0 0 0,0 1 0,-1-1 0,0 1 0,0 0 0,0 0 0,0 0 0,-1 1 0,1-1 0,-1 2 0,0-1 0,0 0 0,0 1 0,-3 0-2,1-1-1,1 1 0,-1 1 1,0 0-1,0 0 0,0 0 0,1 1 1,-1 0-1,0 0 0,0 1 0,0 0 1,0 1-1,1 0 0,-1 0 0,1 0 1,-1 1-1,1 0 0,0 1 0,0-1 1,0 1-1,1 1 0,-1-1 0,1 1 1,0 0-1,0 1 0,1-1 0,0 1 1,0 0-1,0 1 0,1-1 0,-2 4 1,1-4-11,1 1 0,0 1-1,0-1 1,1 1 0,0-1 0,0 1-1,0 0 1,1 0 0,1 0-1,-1 0 1,1 0 0,1 1 0,0-1-1,0 0 1,0 0 0,1 1-1,0-1 1,1 0 0,-1 0 0,2 0-1,-1 0 1,1-1 0,0 1-1,1-1 1,0 1 0,0-1 0,1 0-1,0 1 12,10-1-36,1 0 0,0-1 0,0 0 0,0-1 1,1-1-1,-1-1 0,1 0 0,0-1 0,0-1 0,0 0 0,0-1 0,0-1 0,0-1 0,0-1 0,0 0 0,-1-1 0,1 0 0,-1-2 0,0 0 0,0 0 0,3-4 36,-14 9-52,0-1 0,1 1 0,-1-1 1,-1 0-1,1-1 0,0 1 0,0-1 0,-1 0 0,0 0 0,1 0 0,-1-1 0,0 1 0,-1-1 0,1 0 0,-1 0 0,0 0 0,0-1 0,0 1 0,0-1 0,-1 0 0,0 0 0,0 0 0,0 0 0,0 0 0,-1 0 0,0 0 0,0 0 0,0-1 0,-1 1 0,0 0 0,0-1 0,0 1 0,0 0 0,-1-1 0,0 1 0,0 0 0,-1 0 0,0 0 0,1 0 0,-1 0 0,-1 0 0,1 0 0,-1 1 0,0-1 52,-10-8 114,0 0-1,-1 1 1,0 1-1,-1 0 0,0 1 1,-1 1-1,0 0 1,0 1-1,-1 0 1,0 2-1,0 0 1,-1 1-1,1 1 0,-1 0 1,0 1-1,0 2 1,-14-1-114,27 2 40,1 0 0,-1 0 1,1 0-1,-1 1 1,0 0-1,1 0 0,-1 0 1,1 0-1,0 1 1,-1-1-1,1 1 1,0 0-1,0 0 0,0 1 1,0-1-1,1 1 1,-1 0-1,1 0 0,-1 0 1,1 1-1,0-1 1,0 1-1,1 0 0,-1 0 1,1-1-1,0 2 1,0-1-1,0 0 0,0 0 1,1 1-1,0-1 1,0 1-1,0-1 0,0 1-40,-1 5-103,1-1 0,0 1 0,0 0 0,1 0 1,0 0-1,1 0 0,0 0 0,1 0 0,0 0 0,0 0 0,1-1 0,0 1 0,1-1 0,0 0 0,1 0 0,1 2 103,71 78-7740,-27-51 4525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0:52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33 571 6369,'0'0'817,"0"0"-339,0 0 932,0 0 1042,0 0-376,0 0-776,-2 4-721,0 4-487,0 0 0,0 0 0,1 1 1,0-1-1,1 0 0,-1 1 1,2-1-1,-1 1 0,1-1 1,0 0-1,1 1 0,0-1 0,0 0 1,1 0-1,0 0 0,1 0 1,-1-1-1,1 1 0,1-1 0,-1 0 1,1 0-1,1-1 0,-1 1 1,1-1-1,0 0 0,1-1 0,-1 0 1,1 0-1,0 0 0,0 0 1,1-1-1,-1-1 0,1 1 0,0-1 1,0-1-1,0 1 0,0-1 1,1-1-1,-1 1 0,1-1-92,-3 1 64,0 0-1,0 0 1,1 0 0,-1-1-1,0 0 1,1 0 0,-1-1-1,0 0 1,1 0-1,-1 0 1,1-1 0,-1 0-1,0 0 1,0 0 0,1-1-1,-1 0 1,0 0-1,0-1 1,-1 0 0,1 0-1,0 0 1,-1 0 0,0-1-1,0 0 1,0 0 0,0-1-1,-1 1 1,0-1-1,0 0 1,0 0 0,0-1-1,-1 1 1,0-1 0,0 1-1,2-5-63,-4 2 2,1 0 0,-1 0 0,0-1 0,-1 1-1,0 0 1,0 0 0,-1-1 0,0 1 0,0 0 0,-1 0-1,0 0 1,0 0 0,-1 0 0,0 1 0,-1-1 0,1 1-1,-1 0 1,-1 0 0,1 0 0,-1 0 0,-1 1 0,1 0 0,-1 0-1,0 0 1,0 1 0,-1 0 0,0 0 0,0 1 0,0-1-1,0 2 1,0-1 0,-1 1 0,0 0 0,0 0 0,0 1-1,0 0 1,0 1 0,0 0 0,0 0 0,0 1 0,-1-1-1,1 2 1,0-1 0,0 1 0,-5 2-2,4 0-70,-1 0-1,1 1 1,-1 0 0,1 0 0,0 1-1,1 0 1,-1 1 0,1 0-1,0 1 1,1-1 0,-1 1 0,2 1-1,-1-1 1,1 1 0,0 0-1,0 1 1,1 0 0,0-1 0,1 2-1,0-1 1,0 0 0,1 1 0,0 0-1,1 0 1,0 0 0,0 0-1,1 0 1,0 0 0,1 0 0,1 0-1,-1 0 1,1 0 0,2 5 70,-2-12-177,0 1 1,0-1-1,0 0 1,0 0-1,1 1 1,-1-1-1,1 0 1,0-1-1,0 1 1,0 0-1,0 0 1,1-1-1,-1 1 1,1-1-1,-1 0 1,1 0-1,0 0 1,0 0-1,0 0 1,0-1-1,0 1 1,0-1-1,0 0 1,1 0-1,-1 0 1,0 0-1,1-1 1,2 1 176,94-19-12118,-74-4 10015</inkml:trace>
  <inkml:trace contextRef="#ctx0" brushRef="#br0" timeOffset="366.163">100 60 4841,'0'0'2431,"0"0"1823,0 0-1788,0 0-896,0 0 40,0 0-586,-11-14-541,4 4-416,-20-26-22,37 59 508,169 376 4287,-50-92-3744,-77-226-1229,-34-111-10187,-13-59 1477,-5 47 6604</inkml:trace>
  <inkml:trace contextRef="#ctx0" brushRef="#br0" timeOffset="715.296">525 395 6177,'0'0'5087,"0"0"-2867,0 0-561,6 21-249,60 166 1296,-64-181-2660,0 0 0,1 0 1,0-1-1,0 1 0,0-1 0,0 0 1,1 0-1,0 0 0,0 0 1,0-1-1,1 0 0,-1 0 0,1 0 1,0 0-1,0-1 0,0 0 0,1 0 1,-1 0-1,1 0 0,0-1 1,0 0-1,0 0 0,0-1 0,0 0 1,0 0-1,0 0 0,0-1 1,0 0-1,0 0 0,1 0 0,-1-1 1,0 0-1,0 0 0,0 0 0,0-1 1,0 0-1,-1 0 0,1-1 1,0 0-1,-1 0 0,0 0 0,0 0 1,0-1-1,0 0 0,0 0 0,-1 0 1,1 0-1,-1-1 0,-1 0 1,3-3-47,1-9 35,0 0 1,-2 0 0,0-1 0,-1 1 0,-1-1-1,-1 0 1,0 0 0,-2 0 0,0 0-1,0 0 1,-2 0 0,-2-8-36,-15-21 212,5 37-4294,14 10-874,0 2-1539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0:3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59 6905,'0'0'433,"0"0"428,0 0 2084,0 0-1674,0 0-534,0-8 25,0-36 1944,-58 38-390,49 9-2252,-1 1-1,1 0 1,-1 1-1,1 0 1,0 1-1,1-1 0,-1 2 1,1-1-1,1 1 1,-1 0-1,1 1 1,0 0-1,1 0 1,0 1-1,0-1 1,1 1-1,0 0 1,0 1-1,1-1 1,1 1-1,-1 0 1,2 0-1,-1 4-63,-6 13 61,2 1 0,0 0 1,2 0-1,2 1 0,0 0 0,2-1 0,1 1 0,1 0 0,2 0 0,1-1 0,1 0 0,1 1 0,1-2 0,8 17-61,316 577 1389,-308-573-1367,-2 1 1,-3 1 0,-2 0 0,-2 1 0,-2 1-1,-2 0 1,-3 0 0,-2 1 0,-2 30-23,-5-42 54,-2 0 1,-2-1-1,-1 1 1,-2-2-1,-2 1 1,-2-1-1,-1-1 1,-14 25-55,23-57 0,0-1 0,0 1 1,0-1-1,-1 0 0,1-1 0,-1 1 0,-1-1 1,1-1-1,0 1 0,-1-1 0,0 0 0,0 0 1,0-1-1,0 0 0,0 0 0,0-1 0,-1 1 1,1-2-1,0 1 0,-1-1 0,1 0 0,-1-1 1,1 0-1,0 0 0,0 0 0,-2-1 0,-26 1-1,-73-23-746,106 23 687,0 0 0,0 0 0,0 0-1,0-1 1,0 1 0,0 0-1,0-1 1,0 0 0,1 1 0,-1-1-1,0 0 1,1 0 0,0 0-1,-1 0 1,1 0 0,0 0 0,0 0-1,0 0 1,0-1 0,1 1-1,-1 0 1,0-1 0,1 1-1,0 0 1,-1-1 0,1 1 0,0-1-1,0 1 1,1 0 0,-1-1-1,0 1 1,1 0 0,0-1 0,-1 1-1,1 0 1,0 0 0,0-1-1,0 1 1,0 0 0,1 0-1,-1 0 1,0 0 0,1 0 0,0 1 60,24-29-4963</inkml:trace>
  <inkml:trace contextRef="#ctx0" brushRef="#br0" timeOffset="1712.479">1132 1250 6601,'0'0'673,"0"0"168,0 0 1965,0 0-1390,0 0-525,0 0-232,-4 0 72,-18 0 814,21 0-850,1 0-236,0 0-91,0 0-173,0 0-127,0 0-36,20-6-32,307-29 119,-100 19 315,215 11-139,141 1-226,-116-30 774,-436 32-742,-29 3-3225,-18 4-2535</inkml:trace>
  <inkml:trace contextRef="#ctx0" brushRef="#br0" timeOffset="4710.098">1891 212 6569,'0'0'607,"0"0"29,0 0 1321,5 20-290,116 615 3855,-112-601-5378,-1-45 18,-35-672-2779,28 684 2606,-1 0 0,1-1 0,0 1-1,0 0 1,-1-1 0,1 1 0,0-1 0,0 1-1,-1-1 1,1 0 0,0 1 0,0-1 0,0 0-1,0 0 1,0 1 0,0-1 0,0 0 0,-1 0-1,1 0 1,0 0 0,0 0 0,0 0 0,0-1-1,0 1 1,0 0 0,0 0 0,0 0 0,-1-1 0,1 1-1,0-1 1,0 1 0,0-1 0,-1 1 0,1-1-1,0 1 1,0-1 0,-1 1 0,1-1 0,-1 0-1,1 0 1,0 1 0,-1-1 0,1 0 0,-1 0-1,0 1 1,1-1 0,-1 0 0,0 0 0,1 0-1,-1 0 1,0 0 0,0 0 0,0 0 0,0 1 0,0-1-1,0 0 12,55 219 1441,-45-155-1237,43 229 585,-52-293-785,-1 0 0,0 1-1,1-1 1,-1 0-1,0 1 1,1-1 0,-1 1-1,1-1 1,-1 0 0,1 1-1,-1-1 1,1 1 0,0 0-1,-1-1 1,1 1 0,0-1-1,-1 1 1,1 0 0,0-1-1,-1 1 1,1 0 0,0 0-1,-1 0 1,1-1 0,0 1-1,0 0 1,-1 0 0,1 0-1,0 0 1,0 0 0,-1 1-1,1-1 1,0 0 0,0 0-1,-1 0 1,1 1 0,0-1-1,-1 0 1,1 0 0,0 1-1,-1-1 1,1 1-1,0-1 1,-1 1 0,1-1-1,-1 1 1,1-1 0,-1 1-1,1-1 1,-1 1 0,0 0-1,1-1 1,-1 1 0,0 0-1,1-1 1,-1 1 0,0 0-1,0 0 1,1-1 0,-1 1-1,0 0 1,0-1 0,0 1-1,0 0 1,0 0 0,0 0-4,19-60 177,-11 5-181,-1-1 1,-4 0-1,-1 1 1,-3-1-1,-3 0 1,-3-16 3,70 335 320,-54-222-214,-4-15-61,0 0 0,2 0 0,1-1 0,1 0 0,2-1 0,0 0 0,4 4-45,-15-27 10,1-1 0,-1 1 0,1 0-1,0-1 1,0 1 0,0 0 0,0-1 0,0 1-1,0-1 1,1 0 0,-1 1 0,0-1 0,1 0 0,-1 0-1,1 0 1,-1 0 0,1 0 0,0 0 0,-1 0 0,1-1-1,0 1 1,-1 0 0,1-1 0,0 0 0,0 1-1,0-1 1,0 0 0,-1 0 0,1 0 0,0 0 0,0 0-1,0 0 1,0-1 0,-1 1 0,1-1 0,0 1 0,0-1-1,-1 0 1,1 1 0,0-1 0,-1 0 0,1 0-1,-1 0 1,1 0 0,-1-1 0,0 1 0,1 0 0,-1 0-1,0-1 1,0 1 0,0-1 0,0 1 0,0-1-10,50-95 202,-49 91-202,17-53-30,-4 0 0,-2-1 1,-3 0-1,-2-1 0,-3 0 0,-2 0 1,-6-55 29,3 90-68,2 88 182,4-1 0,2 0 0,3 0-1,2-1 1,4 0-114,42 72 46,-30-122-1372,-24-10-2312</inkml:trace>
  <inkml:trace contextRef="#ctx0" brushRef="#br0" timeOffset="11178.904">1543 2006 6265,'0'0'760,"0"0"-402,0 0-297,0 0-238,0 0-961,0 0-1308,-7 0 202,-30 0 3999,36 0 236,1 0-849,0 0-600,0 0-132,0 0 3,0 0 1030,0 0-102,0 0-673,0 0-99,0 0-42,0 0 113,0 0 4,0 0-32,9-3 603,0-10-1057,0 0 1,-1 0-1,0 0 0,-1-1 0,0-1 0,-1 1 0,-1-1 0,-1 0 0,0 0 0,0 0 1,-2-1-1,0 1 0,-1-1 0,0 1 0,-1-1 0,-2-8-158,13 149 591,70 231 1423,-79-413-3413,-4 42 1348,1-1 47,0-1 0,-1 1 0,-1 0-1,-1-1 1,0 1 0,-1 0 0,0 1 0,-2-1-1,0 1 1,0 1 0,-2-1 0,0 1-1,-8-10 5,17 24 4,0 1 0,0-1 0,-1 1 0,1-1 0,0 1 0,0-1 0,0 1 0,0-1 0,-1 1 0,1-1 0,0 0 0,-1 1 0,1-1 0,0 1 0,-1-1 0,1 0 0,0 1 0,-1-1 0,1 0 0,-1 1 0,1-1 0,0 0 0,-1 0 0,1 0 0,-1 1 0,1-1 0,-1 0 0,1 0 0,-1 0 0,1 0 0,-1 0 0,1 0 0,-1 0 0,1 0 0,-1 0 0,1 0 0,-1 0 0,1 0 0,-1 0 0,1 0 0,-1-1 0,1 1 0,-1 0 0,1 0 0,0 0 0,-1-1 0,1 1 0,-1 0 0,1-1-3,1 22 42,-3-4 1,1 0 0,1 0-1,0 0 1,1 1 0,1-1-1,1 0 1,0 0 0,1-1-1,1 1 1,1-1-1,0 0 1,1 0 0,1-1-1,0 0 1,1 0 0,1-1-1,0 0 1,1-1 0,0 0-1,1 0 1,1-1-1,-1-1 1,2 0 0,0-1-1,3 1-43,-13-9 13,0 0-1,1 1 0,0-1 1,-1-1-1,1 1 0,0-1 1,0 0-1,0 0 0,0 0 0,0-1 1,0 0-1,0 0 0,0 0 1,0 0-1,-1-1 0,1 0 1,0 0-1,0 0 0,0-1 1,0 1-1,-1-1 0,1-1 1,-1 1-1,1 0 0,-1-1 0,0 0 1,0 0-1,0 0 0,-1 0 1,1-1-1,-1 0 0,0 0 1,0 0-1,0 0 0,0 0 1,0 0-1,-1-1 0,0 1 1,0-1-1,0 1 0,-1-1 0,0 0 1,1-1-13,-1-1 12,1 0-1,-1 0 1,-1 1 0,1-1 0,-1 0-1,0 0 1,-1 0 0,1 1 0,-1-1 0,-1 0-1,1 1 1,-1-1 0,-1 0 0,1 1 0,-1 0-1,0 0 1,0 0 0,-1 0 0,0 0-1,0 1 1,0-1 0,-1 1 0,1 0 0,-5-3-12,5 3 1,1-1 0,1 1 1,-1 0-1,1-1 1,0 0-1,0 0 1,0 1-1,1-1 1,0 0-1,0 0 0,1-1 1,0 1-1,0 0 1,0 0-1,0 0 1,2-2-2,-4-47 9,-30-31-72,31 85 139,1 1-73,0 0 13,0 0-59,0 0-52,0 0 15,0 0 35,0 0 91,0 0-122,0 0-4,0 0 88,0 0 20,0 0-33,0 0 89,0 0 15,0 0-15,0 0 32,0 0-48,-47-6 408,34 5-496,10 1 18,0-1 0,-1 1 0,1 0 0,0-1 0,0 1 0,0 1-1,-1-1 1,1 0 0,0 1 0,0-1 0,0 1 0,0 0 0,0 0 0,0 1-1,0-1 1,0 0 0,0 1 0,1 0 0,-1-1 0,1 1 0,-1 0 0,1 1-1,-1-1 1,1 0 0,0 1 0,0-1 0,0 1 0,1 0 0,-2 1 2,-66 79 56,67-80-134,0-1 1,0 1-1,0 0 1,1 0-1,-1 0 1,1 0-1,0 1 1,0-1-1,0 0 1,0 0-1,1 1 1,-1-1-1,1 1 1,0-1-1,0 0 1,0 1-1,0-1 1,0 0-1,1 1 0,0-1 1,0 0-1,0 1 1,0-1-1,0 0 1,0 0-1,1 0 1,0 0-1,0 0 1,-1 0-1,2-1 1,-1 1-1,0-1 1,0 1-1,2 0 78,1 0-601,0 0-1,0-1 1,0 1 0,1-1-1,-1-1 1,1 1-1,-1-1 1,1 0-1,0 0 1,-1 0-1,1-1 1,0 0-1,-1 0 1,1-1-1,0 1 1,0-1 0,-1-1-1,1 1 1,-1-1-1,1 1 1,-1-2-1,0 1 1,4-3 601,14-12-2239</inkml:trace>
  <inkml:trace contextRef="#ctx0" brushRef="#br0" timeOffset="11594.441">1859 1926 6553,'0'0'1417,"0"0"1735,0 0-1450,0 0-567,0 0-352,0 0-186,-5 1-155,4 0-426,0 0 0,-1-1 1,1 1-1,0 0 0,0 0 1,0 0-1,-1 0 0,1 0 1,0 0-1,0 0 0,0 0 1,1 0-1,-1 1 0,0-1 1,0 0-1,1 1 0,-1-1 1,1 0-1,-1 1 0,1-1 1,-1 1-1,1-1 0,0 1 0,0-1 1,0 1-1,0-1 0,0 1 1,0-1-1,0 1 0,0-1 1,1 0-1,-1 1 0,0-1 1,1 1-1,-1-1 0,1 1 1,0-1-1,-1 0 0,1 0 1,0 1-1,0-1 0,0 0 1,0 0-1,0 0 0,0 0 1,0 0-1,0 0 0,1 0 1,-1 0-1,1 0-16,63 124 1386,51 71 801,-113-192-2167,1 0 0,0-1-1,-1 1 1,2-1 0,-1 0 0,0 0 0,1 0 0,-1 0 0,1-1 0,0 1 0,0-1 0,0-1 0,0 1 0,0-1 0,0 0 0,0 0 0,1 0 0,-1-1 0,0 1 0,1-1 0,-1-1 0,0 1-1,0-1 1,6-1-20,13-38 151,-29 10-3822,-38 6-7216,19 13 4646</inkml:trace>
  <inkml:trace contextRef="#ctx0" brushRef="#br0" timeOffset="12196.728">1785 1597 6601,'0'0'651,"0"0"-352,0 0-210,0 0 479,0 0 1267,0 0-680,3-7-604,0 3-424,1 0 0,-1-1 0,1 1 0,-1 0 0,1 0-1,0 1 1,0-1 0,1 1 0,-1 0 0,1 0 0,0 1 0,-1-1-1,1 1 1,0 0 0,1 0 0,-1 1 0,0-1 0,0 1 0,1 0 0,-1 1-1,0-1 1,1 1 0,2 0-127,85 5 550,-93 80 2174,-10 51-1990,12-133-720,0 0 1,0 0 0,0 0 0,0-1 0,1 1-1,-1-1 1,1 0 0,-1 1 0,1-1 0,0 0-1,0-1 1,0 1 0,0 0 0,0-1-1,0 0 1,1 1 0,-1-1 0,0-1 0,1 1-1,-1 0 1,0-1 0,1 0 0,-1 0-1,1 0 1,-1 0 0,1 0 0,-1-1 0,1 1-1,-1-1 1,3-1-15,66 11-1782,-60-2-2215</inkml:trace>
  <inkml:trace contextRef="#ctx0" brushRef="#br0" timeOffset="13143.229">2378 2084 5881,'0'0'887,"0"0"-536,0 0-224,0 0 357,0 0 1479,0 0-918,4 2-615,10 3-19,0 0 1,1-1 0,-1-1-1,1 0 1,0-1-1,0-1 1,1 0 0,-1-1-1,0 0 1,15-3-412,2 1 407,196-55 1990,-230 56-12660,-16-8 5755,6-3 2511</inkml:trace>
  <inkml:trace contextRef="#ctx0" brushRef="#br0" timeOffset="13481.175">2499 1855 6385,'0'0'1563,"0"0"1937,0 0-1853,0 0-990,0 0-278,0 0 487,5 20 251,47 127 701,84 141 1987,-129-324-11132,-7 17 2119</inkml:trace>
  <inkml:trace contextRef="#ctx0" brushRef="#br0" timeOffset="14328.402">3040 2155 7362,'0'0'128,"0"0"630,0 0 2400,0 0-1311,0 0-942,0 0-308,-2-23-1,-23-152 352,-2 41-721,68 341 2040,-38-193-2097,44 140 989,-45-150-1143,0 0 1,0 0-1,0 1 1,1-1 0,-1-1-1,1 1 1,0 0-1,0-1 1,0 1 0,1-1-1,-1 0 1,1 0 0,0 0-1,0-1 1,0 1-1,0-1 1,0 0 0,1 0-1,-1 0 1,0-1-1,1 0 1,0 1 0,-1-2-1,1 1 1,0 0-1,-1-1 1,1 0 0,0 0-1,-1 0 1,1-1-1,0 0-16,3-4 17,1 0-1,-1-1 1,0 0-1,-1 0 1,1-1-1,-1 0 1,-1 0-1,1-1 1,-1 1-1,-1-2 1,1 1-1,-2 0 1,1-1-1,-1 0 1,0 0-1,-1-1 1,0 1-1,0 0 1,-1-1-1,0 0 1,-1 0-1,0 1 1,-1-1-1,0 0 1,0 0-1,-1 0 1,-1-4-17,2 5-6,-1 1 1,0 0-1,0-1 1,0 1-1,-1 0 1,-1 0-1,1 0 1,-2 0-1,1 0 1,-1 1-1,0-1 1,0 1-1,-1 0 1,0 0 0,0 1-1,0-1 1,-1 1-1,0 0 1,-1 1-1,1-1 1,-1 1-1,0 1 1,0-1-1,0 1 1,-1 1-1,-4-3 6,15 31-169,173 190 357,-157-189-73,-15-18-130,0 0 0,1 0 1,-1-1-1,1 0 0,1 0 0,-1-1 1,1 1-1,1-1 0,-1 0 0,1-1 1,0 1-1,0-1 0,0-1 0,1 0 1,0 0-1,0 0 0,0-1 0,0 0 1,0 0-1,1-1 0,-1 0 0,1-1 15,23-34-9652,-24 11 3261</inkml:trace>
  <inkml:trace contextRef="#ctx0" brushRef="#br0" timeOffset="14929.603">3305 1514 6489,'0'0'978,"0"0"446,0 0-43,0 0-492,0 0-66,0 0-290,11-5 47,123-38 1849,-131 45-2365,0 0 0,-1 1 1,1-1-1,-1 1 0,1 0 0,-1 0 1,0-1-1,0 2 0,-1-1 0,1 0 0,0 0 1,-1 0-1,0 1 0,0-1 0,0 1 1,0-1-1,-1 1 0,1-1 0,-1 1 0,0 0 1,0-1-1,0 1 0,0-1 0,-1 1 0,0-1 1,0 3-65,1-1 88,0 184 1437,52-169-1546,-45-17 27,-1-1-1,1 0 1,0 0-1,0-1 1,0 0-1,0 0 1,1 0 0,-1-1-1,0 0 1,0-1-1,0 0 1,0 0 0,0 0-1,0-1 1,0 0-1,0 0 1,0 0-1,-1-1 1,1 0 0,-1-1-1,0 0 1,5-3-6,-3-24-1562,-13 11-2622,-7 2-427</inkml:trace>
  <inkml:trace contextRef="#ctx0" brushRef="#br0" timeOffset="15708.424">2840 1312 6249,'0'0'811,"0"0"-568,0 0 226,0 0 1308,0 0-541,0 0-668,8-22 771,104-2 1862,-77 14-2917,0 2-1,0 1 1,1 2 0,0 2 0,0 1 0,0 1 0,31 5-284,191-20 128,-145-21 42,73-10 681,-186 47-691,0 0 273,0 0 180,0 0 79,0 0-325,0 0-108,24-38-5438,-18 26 901,1-2-3417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0:57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 6025,'0'0'892,"0"0"131,0 0 2085,0 0-1428,0 0-441,-8 0-197,-25-2-193,484 15 1512,-458 13-6154,-49-3-6049,40-21 8795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0:58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4241,'0'0'2128,"0"0"-1266,0 0-223,0 0 1329,0 0-537,0 0-669,11 4 0,192 12 3633,-88-18-4418,-79 2-5114,-23 0-2522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0:59.2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391 380 6849,'0'0'254,"0"0"-157,0 0 433,0 0 1383,0 0-798,0 0-503,-12-10-251,-57-50 356,64 57-532,1 1-1,0-1 1,-1 1-1,0 0 1,1 1-1,-1-1 1,0 1-1,0 0 1,0 0-1,0 0 1,0 1 0,0-1-1,0 1 1,0 1-1,0-1 1,0 1-1,0 0 1,0 0-1,0 0 1,0 1 0,0-1-1,0 1 1,-3 2-185,-1 1 92,1 0 0,-1 1 0,1 0 0,0 0 0,1 1 0,-1-1 0,1 2 1,1-1-1,-1 1 0,2 0 0,-1 0 0,1 1 0,0-1 0,0 1 0,1 1 0,1-1 0,-1 0 1,1 3-93,0 23 236,1-1-1,2 1 1,2 0 0,1-1 0,1 1 0,2-1 0,2 0 0,1-1 0,1 1 0,2-2 0,1 0-1,2 0 1,9 14-236,62 177 792,-72-170-734,-2 1 0,-3 0 0,-2 0 1,-2 1-1,-3 0 0,-4 42-58,0-85 8,-1-1-1,0 1 1,-1-1-1,-1 0 1,1 0-1,-1-1 1,-1 1-1,0-1 1,-1-1-1,0 1 1,-5 5-8,-104-6 49,-9-41-238,124 32-62,51 16-6106,-33-17 3304,15 1-3866</inkml:trace>
  <inkml:trace contextRef="#ctx0" brushRef="#br0" timeOffset="1651.962">384 1943 6249,'0'0'882,"0"0"-661,0 0 286,0 0 1083,0 0-509,0 0-554,5 0 5,239 0 5899,-236 0-6174,4-7-12049,-9 3 9548</inkml:trace>
  <inkml:trace contextRef="#ctx0" brushRef="#br0" timeOffset="2386.404">1244 1723 5825,'0'0'1062,"0"0"-747,0 0 266,0 0 1683,0 0-212,0 0-795,-8-11 1121,3 10-2251,-1 1 1,1 0-1,-1 0 0,1 0 0,-1 1 1,1 0-1,-1 0 0,1 0 1,-1 1-1,1-1 0,0 1 0,0 1 1,0-1-1,0 1 0,0 0 1,1 0-1,-1 0 0,-3 3-127,-178 142 88,184-146-100,0-1-1,0 0 0,0 1 1,0-1-1,0 0 1,0 0-1,0 0 0,0 0 1,0-1-1,0 1 0,0-1 1,-1 1-1,1-1 1,0 0-1,0 0 0,-1 0 1,1 0-1,0 0 1,0 0-1,-1 0 0,1-1 1,0 1-1,0-1 0,0 0 1,0 0-1,0 0 1,-1 0-1,2 0 0,-1 0 1,0 0-1,0-1 1,0 1-1,0-1 0,1 1 1,-1-1-1,1 0 1,-1 1-1,1-1 0,0 0 1,-1-1 12,-17-91-633,94 84 570,57 83 87,-107-54-3,-14-10 42,0 0 0,0-1 1,1 0-1,0-1 0,0-1 0,1 0 0,0 0 0,0-1 0,0-1 0,1 0 0,-1-1 0,1 0 1,0-1-1,0-1 0,0 0 0,4-1-63,72-68-982,-71 42-2735,-16 3-2354,-3 9 1482</inkml:trace>
  <inkml:trace contextRef="#ctx0" brushRef="#br0" timeOffset="3533.732">1024 63 6529,'0'0'533,"0"0"349,0 0 1947,0 0-1758,0 0-711,0 0-60,-8-7 281,-24-18 338,31 24-871,-1 1 0,1-1-1,-1 0 1,1 1 0,-1 0-1,0-1 1,1 1 0,-1 0-1,1 0 1,-1-1-1,0 1 1,1 1 0,-1-1-1,1 0 1,-1 0 0,1 0-1,-1 1 1,0-1 0,1 1-1,0-1 1,-1 1 0,1 0-1,-1 0 1,1 0-1,0-1 1,-1 1 0,1 0-1,0 1 1,0-1 0,0 0-1,0 0 1,0 0 0,0 1-1,0-1 1,0 0 0,0 1-1,1-1 1,-1 1 0,0-1-1,1 1 1,0-1-1,-1 1 1,1-1 0,0 1-1,0 0 1,-1-1 0,1 1-48,-5 9 230,-22 40-83,16-27-46,-1-1 0,0-1 0,-2 1 0,-1-2 1,-1 0-1,-1-1 0,-18 17-101,33-35 5,1-1 0,-1 0 1,1 0-1,-1 0 0,0 0 0,1-1 1,-1 1-1,0 0 0,0-1 0,0 1 1,0-1-1,1 0 0,-1 1 0,0-1 0,0 0 1,0 0-1,0 0 0,0 0 0,0-1 1,0 1-1,0 0 0,1-1 0,-1 0 1,0 1-1,0-1 0,1 0 0,-1 0 0,0 0 1,1 0-1,-1 0 0,1 0 0,-1 0 1,1-1-1,-1 1 0,1 0 0,0-1 0,0 1 1,0-1-1,0 0 0,0 1 0,0-1 1,0 0-1,0 0 0,1 1 0,-1-1 1,1 0-1,-1 0 0,1 0 0,0 0 0,0-1-5,-2-2-14,0 0-1,1 0 0,0 0 0,0-1 1,0 1-1,0 0 0,1-1 0,0 1 1,0 0-1,0 0 0,1-1 0,0 1 0,0 0 1,0 0-1,1 0 0,0 0 0,0 0 1,0 0-1,0 0 0,1 1 0,0-1 1,0 1-1,0-1 0,0 1 0,1 0 0,-1 0 1,1 1-1,0-1 0,0 1 0,1 0 1,-1 0-1,1 0 0,-1 1 0,1 0 1,0-1-1,0 2 0,0-1 0,0 1 1,0-1-1,1 1 0,3 0 15,0 1 1,-1 0 1,1 1-1,0-1 1,0 2-1,-1-1 0,1 1 1,-1 1-1,1 0 1,-1 0-1,0 0 0,0 1 1,0 0-1,-1 1 1,1 0-1,-1 0 0,0 0 1,-1 1-1,1 0 1,-1 1-1,5 6-1,-6-7-6,1 1 21,-1 0 1,1 0-1,1 0 1,-1 0-1,1-1 1,0 0 0,1-1-1,-1 0 1,1 0-1,0 0 1,0-1-1,1 0 1,-1-1 0,1 1-1,0-2 1,0 1-1,0-1 1,0-1-1,6 1-15,-6-2-423,15-3 482,-17-1-3834,-1-3-4123,-1 1 2945</inkml:trace>
  <inkml:trace contextRef="#ctx0" brushRef="#br0" timeOffset="5006.552">1666 676 6409,'0'0'705,"0"0"-232,0 0 352,0 0 256,23 0-503,75-2-212,-84 1-138,-1-1 0,1 0 0,-1-1 0,0 0 0,0-1 0,0-1 0,0 0 0,-1-1 0,0 0 1,0-1-1,0 0 0,5-6-228,-16 12 21,2 0 9,0-1-1,0 1 1,0-1 0,0 0-1,0 0 1,0 0 0,-1-1-1,1 1 1,-1 0 0,0-1-1,0 0 1,0 0 0,0 1-1,0-1 1,0 0 0,-1-1-1,1 1 1,-1 0 0,0 0-1,0-1 1,0 1 0,-1 0-1,1-1 1,-1 1 0,0-1-1,0 1 1,0 0 0,0-1 0,-1 1-1,1-1 1,-1 1 0,0 0-1,0-1 1,0 1 0,0 0-1,0 0 1,-1 0 0,0 0-1,0 0 1,1 0 0,-2 0-1,1 0 1,0 1 0,0-1-1,-1 1 1,1 0 0,-1 0-1,0 0 1,0 0 0,0 0-1,-2 0-29,-147-14 1195,145 20-1154,1 0 0,1 0 0,-1 0 0,0 1 0,1 0 0,0 0 0,0 0 0,1 1-1,-1 0 1,1-1 0,0 2 0,1-1 0,-1 0 0,1 1 0,1-1 0,-1 1 0,1 0 0,0 0-1,1 0 1,0 0 0,0 0 0,0 1 0,1-1 0,0 0 0,0 0 0,1 0 0,1 7-41,-3-9 19,-1 1 0,1 0 1,1 0-1,-1-1 0,1 1 1,0 0-1,0 0 0,0 0 1,1-1-1,0 1 1,0 0-1,1-1 0,0 1 1,-1-1-1,2 1 0,-1-1 1,1 0-1,0 0 0,0 0 1,0 0-1,1-1 0,-1 1 1,1-1-1,0 0 1,1 0-1,-1 0 0,1 0 1,-1-1-1,1 0 0,0 0 1,0 0-1,1-1 0,-1 1 1,0-1-1,1-1 0,0 1 1,2 0-20,6-2 129,-1 0 1,0 0-1,1-1 1,-1-1-1,0 0 1,0-1-1,0 0 1,0-1-1,-1-1 1,1 0-1,4-3-129,139-27 207,-87 34-2558,-67 1-83,-2 0-1656,0 0-1829</inkml:trace>
  <inkml:trace contextRef="#ctx0" brushRef="#br0" timeOffset="5404.021">2252 0 6249,'0'0'987,"0"0"1062,0 0 132,0 0-623,0 0-822,0 0-170,-5 11 399,-28 63 358,13-33-1066,2 1 0,1 1 0,2 0 0,3 1 0,1 0 0,-1 17-257,12-52 2047,-1-1-7201,2-17-5317,-1-8 9542</inkml:trace>
  <inkml:trace contextRef="#ctx0" brushRef="#br0" timeOffset="5690.774">2062 114 7122,'0'0'96,"0"0"461,0 0 1713,0 0-750,0 0-1153,-8-1 130,66 69 1658,175 205-1134,-221-247-8330,-11-19 1285</inkml:trace>
  <inkml:trace contextRef="#ctx0" brushRef="#br0" timeOffset="6735.06">1155 941 6617,'0'0'609,"0"0"-28,0 0 838,0 0-759,0 0-400,8 0-110,402 21 5677,19-38-5418,480 8 1042,-570-22-861,-104 9-64,-235 8-6736,0 1-2766</inkml:trace>
  <inkml:trace contextRef="#ctx0" brushRef="#br0" timeOffset="8619.091">1508 1358 6737,'0'0'570,"0"0"-66,0 0 735,0 0-194,0 0-700,0 0-245,2 4-79,11 11 934,4-44-9622,-17 19 8110,-2 5 8537,2 5-1544,2-2-3009,4-1-4523,143-182 1669,-149 253-917,-19 179 473,18-212-129,0-25 33,0-1-1,0 1 0,0 0 0,1 0 1,1-1-1,0 1 0,0 0 0,1-1 1,0 1-1,1-1 0,0 0 0,0 0 0,1 0 1,0 0-1,0 0 0,1-1 0,1 0 1,0 1-33,-13-46-1190,-1-12-4753,8 27 268</inkml:trace>
  <inkml:trace contextRef="#ctx0" brushRef="#br0" timeOffset="9407.361">1904 1085 392,'0'0'5360,"0"0"-3794,0 0-1345,0 0-96,0 0 206,0 0 1035,-4 2-362,101-35 3263,-87 111-3837,-10-65-430,-24 105 520,2-27-309,105-80 604,-22-50-549,-16 30-3405,-27 6-1050</inkml:trace>
  <inkml:trace contextRef="#ctx0" brushRef="#br0" timeOffset="10078.922">2395 1307 6025,'0'0'144,"0"0"-144,0 0-2704,0 0 2384</inkml:trace>
  <inkml:trace contextRef="#ctx0" brushRef="#br0" timeOffset="10420.796">2395 1307 1464,'-19'-110'5429,"31"63"3759,-12 47-8504,0 0-315,0 0-91,0 5-13,0 51 799,-3-16-455,3 0 1,1 0-1,2 0 0,2 0 1,2 0-1,1-1 0,13 36-609,-14-62 146,-2-16-8110,-4-15-2172,-1 3 6421,-1 5 4980,1-10-1931</inkml:trace>
  <inkml:trace contextRef="#ctx0" brushRef="#br0" timeOffset="10854.595">2299 1459 6225,'0'0'742,"0"0"-354,0 0 697,0 0 976,0 0-810,0 0-659,18-4-77,210-19 3176,-128 23-3180,-97-2-599,7-3-5000,-3 0 525,0 1 2682</inkml:trace>
  <inkml:trace contextRef="#ctx0" brushRef="#br0" timeOffset="13647.496">3542 1090 6177,'0'0'764,"0"0"291,0 0 2259,0 0-988,0 0-891,0 0-921,-8 14 1122,-9 13-1296,1 0 1,1 1-1,1 0 1,2 1-1,1 1 1,1 0-1,-5 29-340,15-74-6849,-1-69-1468,-4 59 7168</inkml:trace>
  <inkml:trace contextRef="#ctx0" brushRef="#br0" timeOffset="13799.764">3542 1090 7009</inkml:trace>
  <inkml:trace contextRef="#ctx0" brushRef="#br0" timeOffset="13969.557">3542 1090 7009,'-43'-2'495,"-38"2"-945,75 9 6489,21 2-5415,-1 1-1,0 0 1,0 1-1,-1 0 1,-1 1-1,0 1 1,-1 0-1,-1 0 0,3 7-623,53 68 814,-48-81-1767,11-40-13793,-21 9 11335</inkml:trace>
  <inkml:trace contextRef="#ctx0" brushRef="#br0" timeOffset="14265.178">3646 867 5697,'0'0'1711,"0"0"1563,0 0-1868,0 0-1023,0 0-162,0 0 519,0 0 188,19 15 242,126 105 436,-123-103-1475,-1 0 0,-1 2 0,0 1 0,-1 0 0,-1 2 0,-2 0 0,0 0 0,-1 2 0,-1 0 0,-1 0 0,-1 2 0,-2-1 0,0 1 0,-2 1 0,-1 0 0,2 16-131,-8-33-91,0 1 0,-1-1 1,0 1-1,-1-1 0,0 1 0,0-1 0,-1 0 0,-1 0 0,0 0 1,0 0-1,-1 0 0,0 0 0,0-1 0,-1 0 0,-1 0 0,1 0 0,-2-1 1,1 0-1,-1 0 0,0 0 0,-1-1 0,1 0 0,-4 2 91,-87 41-8826,58-39 2446</inkml:trace>
  <inkml:trace contextRef="#ctx0" brushRef="#br0" timeOffset="15735.978">4152 814 5865,'0'0'874,"0"0"-606,0 0 265,0 0 1390,0 0-912,-8 1-683,-27 6-257,61 0 3786,62-27-2629,-85 63-420,-84 156 3422,157-191-3328,85-55-2445,-153 46 728,25-2-502,-20-7-3368,-12 4 253</inkml:trace>
  <inkml:trace contextRef="#ctx0" brushRef="#br0" timeOffset="16585.187">3421 845 3473,'0'0'2202,"0"0"-1213,0 0-595,0 0-265,0 0 262,11-13 4934,274-34-829,140-49-3186,-370 80-1168,1 3 0,0 1-1,1 4 1,0 2-1,22 1-141,-49 5 236,-51 0 474,10 0-885,-6 0-11268,10 0 6379</inkml:trace>
  <inkml:trace contextRef="#ctx0" brushRef="#br0" timeOffset="26848.616">3127 1385 6025,'0'0'890,"0"0"-642,0 0-99,0 0 315,0 0 1454,0 0-479,5 13-467,-2-12 3835,102-155-3595,-85 67-867,-23 85-345,-1 0-1,1 1 0,0-1 0,-1 0 1,1 1-1,-1 0 0,0 0 1,1 0-1,-1 0 0,0 1 1,0-1-1,0 1 0,1 0 0,-1 0 1,0 1-1,0-1 0,0 1 1,1-1-1,-1 1 0,0 0 1,-2 2 0,-6 4 0,1 1 1,1 0 0,-1 1-1,1 0 1,1 0 0,0 1 0,0 0-1,1 1 1,0 0 0,1 0-1,0 1 1,1 0 0,1 0 0,-1 0-1,0 5 0,4-10-2,1-1 0,-1 1 0,1-1 0,1 1-1,-1-1 1,1 1 0,0 0 0,0-1 0,1 1 0,0-1-1,0 1 1,1-1 0,-1 1 0,2-1 0,-1 0-1,1 0 1,-1 0 0,2 0 0,-1 0 0,1-1 0,-1 1-1,2-1 1,-1 0 0,0 0 0,1-1 0,0 1 0,1 0 2,181 118-76,-184-121 82,0-1 1,0 0 0,0 0 0,0 0 0,0 0 0,0 0 0,0-1 0,0 0-1,0 1 1,1-1 0,-1 0 0,0-1 0,0 1 0,0 0 0,0-1 0,0 0-1,0 0 1,0 0 0,0 0 0,0 0 0,0 0 0,0-1 0,0 0 0,-1 1 0,1-1-1,-1 0 1,1 0 0,-1 0 0,0-1 0,0 1 0,0-1 0,1 0-7,69-22-1633,-103 27-5930,20-2 2393</inkml:trace>
  <inkml:trace contextRef="#ctx0" brushRef="#br0" timeOffset="30184.47">1498 909 4153,'0'0'1491,"0"0"-1250,0 0 165,0 0 207,2-1-298,5-5-246,-6 5 14,-1 1 4,0 0 109,0 0 710,0 0 283,0 0-218,0 0-351,0 0-49,0 0 125,0 0-210,-37 2 4740,-14 49-5109,50-51-156,1 0 15,0 0 10,0 0-16,0 0 10,0 0-21,0 0 30,0 0 106,0 0-116,0 0 30,0 0-25,0 0 36,0 0-9,0 0 61,0 0-47,0 0-20,0 0 7,0 0 50,0 0-50,0 0-10,0 0 14,0 0 43,0 0-120,0 0 57,0 0 82,0 0-79,0 0-11,0 0 12,0 0 60,0 0 109,0 0 7,0 0 58,0 0-72,0 0-100,0 0-5,0 0-10,0 0 22,0 0-97,0 0-1,0 0 88,0 0-57,0 0-15,0 0 88,0 0-118,0 0 30,0 0 10,0 0-2,0 0-33,0 0 32,0 0 15,0 0-76,0 0 79,0 0-29,0 0 36,0 0-31,0 0 50,0 0-95,0 0 42,0 0 141,0 0-165,0 0 28,0 0 10,0 0 4,0 0-13,0 0-24,0 0 10,0 0 128,0 0-79,0 0-22,0 0-6,0 0-1,0 0-3,0 0 77,0 0-120,0 0 36,0 0 11,0 0-5,0 0-35,0 0 34,0 0-35,0 0 43,0 0-33,0 0-42,0 0-260,22 0-4498,-12 0 350</inkml:trace>
  <inkml:trace contextRef="#ctx0" brushRef="#br0" timeOffset="32202.812">2927 883 5449,'0'0'1255,"0"0"-783,0 0-358,0 0-50,0 0 418,0 0 1189,-23 31 3356,11-18-4872,0 0 1,1 1 0,1 0-1,0 0 1,1 1-1,0 0 1,1 1-1,1 0 1,1 0 0,0 1-1,1-1 1,1 1-1,0 1 1,1-1 0,1 8-156,-1 15 135,2 2 1,1-1 0,3 0 0,1-1 0,2 1-1,1-1 1,3 0 0,1 0 0,2-1 0,1-1-1,3 0 1,10 17-136,-21-44 12,0-1 0,0 0 0,1 0 0,1 0 0,0-1 0,0 0 0,0-1 0,1 0 0,1 0 0,-1-1 0,1 0 0,0 0 0,1-1 0,-1-1 0,1 0 0,1 0 0,2 0-12,0-20 923,-1-7-4877,0 10-775,0 1-2363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36.64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286 124 3409,'0'0'8112,"0"0"-5039,0 0-1597,0 0-808,0 0-374,0 0-132,-19-5 90,9 2-188,8 1-55,0 1 0,0-1 0,0 1 0,0 0 0,0-1 0,0 1 0,0 0 0,-1 1 0,1-1 0,0 0-1,-1 1 1,1-1 0,-1 1 0,1 0 0,-1 0 0,1 0 0,-1 0 0,1 0 0,0 0 0,-1 1 0,1-1-1,-1 1 1,1 0 0,0-1 0,-1 1 0,1 0 0,0 0 0,0 1 0,0-1 0,0 0 0,0 1 0,0-1-1,0 1 1,0 0 0,1 0 0,-1 0 0,1 0 0,-1 0 0,1 0 0,0 0 0,0 0 0,-1 0 0,2 0-1,-2 3-8,-1 20 79,1 1 0,1 0-1,2 0 1,0 0-1,2 0 1,1 0 0,0-1-1,2 1 1,2-1-1,0-1 1,1 1-1,1-1 1,8 12-79,-14-31 21,0-1-1,0 1 1,0-1 0,0 0-1,0 0 1,1-1-1,0 1 1,0-1 0,0 0-1,0 0 1,0-1 0,0 1-1,1-1 1,0-1-1,-1 1 1,1-1 0,0 0-1,-1 0 1,1 0-1,0-1 1,0 0 0,0 0-1,0 0 1,-1-1 0,1 0-1,0 0 1,0-1-1,-1 1 1,1-1 0,-1 0-1,1-1 1,-1 0 0,0 1-1,0-1 1,0-1-1,-1 1 1,1-1 0,-1 0-1,1 0 1,-1 0 0,-1-1-1,1 1 1,-1-1-1,1 0 1,-1 0 0,-1 0-1,1 0 1,-1-1 0,0 1-1,0-1 1,0 0-1,-1 1 1,0-1 0,0-3-21,2-2 5,0 1 1,-1-1 0,0 0 0,-1 0-1,-1 1 1,1-1 0,-2 0-1,1 0 1,-2 0 0,1 0 0,-1 1-1,-1-1 1,0 1 0,-1-1-1,0 1 1,0 0 0,-1 0 0,0 1-1,-1 0 1,0 0 0,-1 0-1,1 0 1,-2 1 0,1 0 0,-1 1-1,0 0 1,-1 0 0,0 0 0,0 1-1,0 1 1,-1 0 0,1 0-1,-1 0 1,-1 2 0,1-1 0,0 1-1,-1 1 1,0-1-6,3 4-1,0-1 0,0 1 0,0 0 0,0 1 0,0 0 0,0 0 0,0 1 0,1 0 0,-1 0 1,1 1-1,0-1 0,0 2 0,0-1 0,1 1 0,0 0 0,-1 0 0,2 1 0,-1 0 0,1 0 0,0 0 0,0 1 0,-3 4 1,-80 164-139,59-31 110,28-139 24,1 0-1,0 0 0,0 0 0,0 0 0,0 0 0,1 0 0,0 0 1,0 0-1,0-1 0,1 1 0,0 0 0,0-1 0,0 1 0,0-1 1,1 1-1,-1-1 0,1 0 0,0 0 0,0 0 0,1-1 0,-1 1 1,1-1-1,0 0 0,0 0 0,0 0 0,0 0 0,3 0 6,2 0 0,1 0 0,0-1-1,0 0 1,0 0 0,0-1 0,0-1-1,0 0 1,1 0 0,-1-1-1,0 0 1,0-1 0,0 0 0,0-1-1,-1 1 1,1-2 0,-1 0-1,0 0 1,0-1 0,0 0 0,0 0-1,-1-1 1,0 0 0,0 0 0,2-3 0,9-8 22,-1 0 0,-1-1 0,0-1 0,-2 0 1,0-2-1,-1 1 0,-1-2 0,-1 0 1,4-11-23,-11 22 10,0 0 0,-1 0 1,0 0-1,0-1 1,-2 0-1,1 0 1,-2 1-1,0-1 0,0-1 1,-1 1-1,0 0 1,-1 0-1,0 0 0,-1 1 1,-1-1-1,0 0 1,0 1-1,-1-1 0,-1 1 1,0 0-1,-5-9-10,1 9 29,1 1-1,-2 0 1,1 0 0,-2 1-1,1 1 1,-1-1-1,0 2 1,-1-1-1,0 2 1,0 0-1,0 0 1,-1 1-1,0 0 1,0 1-1,0 1 1,0 0 0,-1 1-1,1 0 1,-1 1-1,-10 1-28,18 1 52,-1 0 0,1 1 0,0 0-1,-1 0 1,1 1 0,0-1 0,1 1 0,-1 1-1,0-1 1,1 1 0,0 0 0,0 0-1,0 1 1,0 0 0,1-1 0,-1 1 0,1 1-1,1-1 1,-1 1 0,1-1 0,0 1 0,0 0-1,0 0 1,-1 6-52,-35 160 492,37-154-386,-2-3-42,2 0 1,0 1-1,0 0 0,2 0 1,0-1-1,1 1 1,0 0-1,1 0 0,1-1 1,1 0-1,0 1 0,0-1 1,2 0-1,6 12-64,-6-15 11,1 0 0,0-1 0,0 0-1,1 0 1,0-1 0,1 0 0,0-1 0,1 0-1,0 0 1,1-1 0,-1 0 0,1-1 0,1 0 0,-1-1-1,1 0 1,0-1 0,1 0 0,-1-1 0,1 0-1,0-1 1,0-1 0,0 0 0,0 0 0,1-1 0,-1-1-1,0-1 1,5 0-11,-10-4 12,0-1 1,-1 0-1,1 0 0,-1-1 0,-1 0 1,1 0-1,-1-1 0,0 0 1,-1 0-1,0 0 0,0 0 0,-1-1 1,0 0-1,0 0 0,-1 0 0,0 0 1,-1-1-1,0 1 0,0-1 0,-1 1 1,0-1-1,-1 0 0,0 1 1,-1-1-1,0-4-12,-1 2-4,-1 0 1,0 1-1,0-1 1,-1 1-1,0 0 1,-1 1-1,-1-1 1,1 1 0,-2 0-1,1 0 1,-1 0-1,-1 1 1,0 0-1,0 1 1,-1 0-1,0 0 1,0 1-1,-1 0 1,0 1-1,0 0 1,0 0-1,-1 1 1,0 0-1,0 1 1,0 0-1,0 1 1,-1 1-1,0-1 1,1 2-1,-1 0 1,0 0-1,0 1 1,0 0-1,1 1 1,-1 1-1,-5 0 4,-18 34-1537,58 7-6236,6-30-2958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38.09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206 164 6105,'0'0'648,"0"0"-457,0 0 103,0 0 502,0 0 1379,0 0-615,-14-14-548,-68-67 1392,81 79-2327,0 1-1,0-1 1,0 1 0,0-1 0,-1 1 0,1 0 0,0 0 0,-1-1 0,1 1 0,-1 0 0,0 0 0,1 1 0,-1-1 0,0 0 0,1 0 0,-1 1 0,0-1 0,0 1 0,1 0-1,-1-1 1,0 1 0,0 0 0,0 0 0,0 0 0,1 0 0,-1 0 0,0 1 0,0-1 0,0 1 0,1-1 0,-1 1 0,0-1 0,1 1 0,-1 0 0,0 0 0,1 0-1,-1 0 1,1 0 0,-1 0 0,1 1 0,0-1 0,-1 0 0,1 1 0,0-1 0,0 1 0,0-1 0,0 1 0,0-1 0,0 1 0,1 0-77,-23 94 196,21-88-177,-1 0 0,2 0-1,-1 0 1,1 0 0,0 1 0,1-1 0,0 0-1,0 0 1,1 1 0,0-1 0,1 0 0,-1 0-1,2 0 1,-1 0 0,1 0 0,0-1-1,1 1 1,-1-1 0,1 0 0,1 0 0,0 0-1,0 0 1,0-1 0,1 0 0,-1 0 0,1-1-1,1 1 1,-1-1 0,1-1 0,0 1-1,0-1 1,1 0 0,-1-1 0,1 0 0,2 1-19,-6-3 9,0 1 0,0-1 0,1 0 0,-1-1 0,1 1 0,-1-1 0,0 0 0,1 0 0,-1 0 0,1 0 0,-1-1 0,0 0 0,1 0-1,-1 0 1,0-1 0,0 1 0,0-1 0,0 0 0,0 0 0,0 0 0,0-1 0,-1 1 0,1-1 0,-1 0 0,0 0 0,0 0 0,0-1 0,0 1 0,0-1 0,-1 1 0,1-1 0,-1 0 0,0 0 0,-1 0 0,1 0 0,0 0 0,-1 0 0,0-1 0,0 1-9,2-8 16,0 1-1,0-1 0,-1 0 1,-1 0-1,0 0 0,0 0 1,-2 0-1,1 0 0,-1 0 1,-1 0-1,0 1 0,-1-1 1,0 0-1,-1 1 0,0 0 1,-1 0-1,0 0 0,0 0 1,-2 1-1,1 0 0,-1 0 1,0 1-1,-1 0 0,0 0 1,-1 1-1,0 0 0,0 0 1,-1 1-1,0 0 0,-5-2-15,12 7 4,-1 1 0,1-1 0,-1 1 1,1 0-1,-1 0 0,1 1 0,-1-1 0,0 1 0,0 0 0,1 0 0,-1 0 0,0 0 0,1 0 0,-1 1 0,0 0 0,1 0 0,-1 0 0,1 0 0,-1 0 0,1 1 0,0 0 0,-1 0 0,1-1 0,0 2 0,0-1 0,0 0 0,1 1 0,-1-1 0,0 1 0,1 0 0,0 0 0,-1 0 0,1 0 0,1 0 0,-1 0 0,0 1 0,1-1 0,-1 1 0,1-1 0,0 1 0,0 0-4,-18 157 135,20-157-129,1 0-1,0 0 0,0 0 0,0 0 0,0 0 0,1 0 0,-1 0 0,1-1 0,0 0 0,0 1 0,1-1 0,-1 0 0,1 0 0,-1-1 0,1 1 0,0-1 0,0 0 0,0 0 0,0 0 0,1 0 0,-1-1 0,0 0 0,1 0 0,-1 0 0,1 0 0,-1-1 1,3 0-6,-4 1 3,0 0 0,0-1 1,0 1-1,0-1 1,0 0-1,0 0 0,0 0 1,0 0-1,0-1 1,0 1-1,0-1 0,0 0 1,0 0-1,0 0 1,0 0-1,-1 0 0,1-1 1,0 1-1,-1-1 1,1 1-1,-1-1 0,0 0 1,1 0-1,-1 0 1,0-1-1,0 1 0,-1 0 1,1-1-1,0 1 1,-1-1-1,1 0 0,-1 0 1,0 1-1,0-1 1,0 0-1,0 0 0,-1 0 1,1 0-1,-1 0 1,1-1-4,-2 2-65,1-1 0,0 1 1,-1 0-1,1-1 0,-1 1 1,0 0-1,0 0 0,0-1 1,0 1-1,0 0 0,0 0 1,-1 0-1,1 0 0,-1 1 1,1-1-1,-1 0 1,1 0-1,-1 1 0,0-1 1,0 1-1,0 0 0,0 0 1,0 0-1,0 0 0,-1 0 1,1 0-1,0 0 0,0 0 1,-1 1-1,1-1 0,0 1 1,-1 0-1,1 0 1,0 0-1,-1 0 0,1 0 1,-1 0-1,1 1 0,0-1 1,0 1-1,-1 0 0,-1 0 65,-30 14-5286,25-1-715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40.800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271 206 6057,'0'0'870,"0"0"101,0 0 2204,0 0-999,0 0-770,0 0-360,-7 0-400,2 0-574,0 0-1,1 0 0,-1 1 0,0-1 0,1 1 0,-1 0 0,0 1 0,1-1 0,-1 1 0,1 0 0,0 0 0,0 0 0,-1 0 0,1 1 0,1 0 0,-1 0 0,0 0 0,1 0 1,-1 0-1,1 1 0,0 0 0,0-1 0,1 1 0,-1 0 0,-1 4-71,-1 7 9,0 1 0,1 0 0,1 0 0,1 0 0,0 0 0,1 0 0,0 0 0,2 0 0,0 1 1,2 6-10,-1-17 8,1 0 1,0 0 0,0-1 0,1 1 0,0-1 0,0 0-1,0 0 1,1 0 0,-1 0 0,1-1 0,0 1 0,1-1-1,-1-1 1,1 1 0,-1-1 0,1 0 0,0 0 0,0-1 0,1 1-1,-1-1 1,0-1 0,1 1 0,-1-1 0,1 0 0,0-1-1,-1 0 1,1 0 0,-1 0 0,1-1 0,0 0 0,-1 0-1,1 0 1,-1-1 0,0 0 0,0 0 0,1-1 0,-1 0-1,-1 0 1,1 0 0,0-1 0,-1 0 0,0 0 0,4-3-9,-5 3 8,1-1 0,-1 1 0,1-1 0,-1 0 0,0-1 0,-1 1 0,0 0 0,0-1 0,0 0 0,0 0 0,-1 0 0,0 0 0,0 0 0,0 0 1,-1-1-1,0 1 0,-1-1 0,1 1 0,-1 0 0,0-1 0,-1 1 0,1-1 0,-1 1 0,-1 0 0,1-1 0,-1 1 0,0 0 0,-1 0 0,1 0 0,-1 0 0,0 1 1,-1-1-1,1 1 0,-1 0 0,0 0 0,0 0 0,-1 0 0,0 1 0,1 0 0,-1 0 0,-1 0 0,1 0 0,-1 1 0,1 0 0,-1 0 0,0 0 0,-1 1-8,-130-18 426,134 22-414,0 1 1,1 0-1,-1-1 1,0 1-1,1 1 1,0-1-1,0 0 1,0 0-1,0 1 1,0-1-1,1 1 1,-1 0-1,1-1 1,0 1-1,0 0 1,1 0-1,-1 0 1,1-1-1,0 1 1,0 0-1,0 0 1,0 0-1,1 0 1,-1 0-1,1 0 1,0-1-1,0 1 1,1 0-1,-1-1 1,1 1-1,-1-1 1,3 3-13,-1-2 3,0-1 1,1 1-1,-1-1 1,1 0-1,0 0 1,-1 0-1,1-1 1,1 1-1,-1-1 0,0 0 1,1 0-1,-1 0 1,1-1-1,-1 0 1,1 0-1,0 0 1,-1 0-1,1-1 0,0 0 1,0 0-1,-1 0 1,1 0-1,0-1 1,0 0-1,-1 0 1,1 0-1,0 0 1,-1-1-1,0 0 0,1 0 1,-1 0-1,0 0 1,0-1-1,1 0-3,-1-3 9,-1-1-1,1 0 0,-1 1 0,0-1 1,-1 0-1,0-1 0,0 1 1,0 0-1,-1 0 0,0-1 1,0 1-1,-1-1 0,0 1 1,-1-1-1,1 1 0,-1-1 1,-1 1-1,1 0 0,-1-1 0,-1 1 1,1 0-1,-1 0 0,0 1 1,-1-1-1,0 1 0,0-1 1,0 1-1,-1 0 0,0 1 1,0-1-1,0 1 0,-1 0 0,1 0 1,-1 1-1,0-1 0,-1 1 1,1 1-1,-1-1 0,0 1-8,3 0 1,-1 0 0,1 1-1,-1-1 1,1 1 0,-1 0-1,0 0 1,0 1 0,0-1-1,0 1 1,0 0-1,0 1 1,0-1 0,0 1-1,0 0 1,0 0 0,-1 0-1,1 1 1,0 0 0,0 0-1,0 0 1,0 1 0,1 0-1,-1 0 1,0 0 0,1 0-1,-1 1 1,1-1 0,-1 1-1,1 0 1,0 1-1,1-1 1,-1 1 0,0-1-1,1 1 1,0 0 0,0 1-1,0-1 1,1 0 0,-2 4-1,-34 143-142,40-149 139,1 0-1,0 0 1,0-1 0,0 1-1,-1-1 1,1 1-1,0-1 1,1 0 0,-1 0-1,0-1 1,0 1-1,0-1 1,1 1 0,-1-1-1,0 0 1,0 0-1,1 0 1,-1-1-1,0 1 1,0-1 0,0 0-1,0 0 1,1 0-1,-1 0 1,2-1 3,6-3 11,-1 0 0,1 0 1,-1-1-1,0 0 0,0-1 1,-1 0-1,0 0 0,0-1 0,-1 0 1,0-1-1,0 0 0,-1 0 0,0 0 1,-1-1-1,0 0 0,-1-1 0,0 1 1,0-1-1,-1 0 0,0 0 0,-1 0 1,-1-1-1,1 1 0,-2-1 0,0 0 1,0 1-1,-1-9-11,-4 15 60,0 0 0,0 1-1,-1-1 1,1 1 0,-1 0 0,0 0-1,0 0 1,0 1 0,-1 0 0,1 0-1,-1 0 1,0 1 0,0-1 0,0 1-1,0 1 1,0-1 0,0 1 0,-1 0-1,1 1 1,0-1 0,0 1 0,-1 1-1,1-1 1,0 1 0,-5 1-60,9-2 42,-6 2 7,1 0 0,-1 0 0,1 1 0,-1 0 1,1 0-1,0 0 0,0 1 0,0 1 0,1-1 0,0 1 0,-1 0 0,2 0 0,-1 1 0,1 0 0,-1 0 0,2 0 0,-1 0 0,1 1 0,0 0 0,0 0 0,1 0 0,-1 0 0,2 1 0,-1-1 0,1 1 0,0 0 0,1-1 0,0 1 0,0 0 1,1 0-1,0 0 0,0 0 0,1 0 0,0 0 0,1 4-49,1-7-65,-1 0 1,2-1-1,-1 1 0,0-1 1,1 0-1,0 0 1,0 0-1,0 0 0,1-1 1,-1 0-1,1 0 1,0 0-1,0 0 1,0-1-1,0 0 0,0 0 1,0 0-1,1 0 1,-1-1-1,1 0 0,-1 0 1,1-1-1,-1 1 1,1-1-1,-1-1 0,1 1 1,-1-1-1,1 0 1,-1 0-1,1 0 65,-2 1-249,41 0-4003,-4 0-3655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42.365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68 48 4785,'0'0'6639,"0"0"-4827,0 0-1442,-5 25-201,-2-1-7,2-9 73,1-1 0,0 1 0,1 0 0,1 0 1,0 1-1,1-1 0,1 0 0,0 1 0,3 11-235,1-21 28,0 0-1,0-1 1,0 0 0,1 0 0,0 0 0,0-1 0,0 1-1,1-1 1,-1 0 0,1-1 0,0 1 0,0-1-1,0 0 1,1-1 0,-1 0 0,1 0 0,-1 0 0,1-1-1,0 1 1,-1-2 0,1 1 0,0-1 0,0 0-1,0 0 1,0-1 0,-1 0 0,1 0 0,0-1 0,-1 0-1,1 0 1,-1 0 0,0-1 0,1 0 0,-1 0 0,-1-1-1,3-1-27,0 1 9,0 0 0,0-1 0,0 0 0,-1 0 0,0 0 0,0-1 0,0-1 0,-1 1 0,0-1 0,0 0 0,-1 0 0,0-1 0,0 1 1,0-1-1,-1 0 0,0-1 0,-1 1 0,0-1 0,0 1 0,-1-1 0,0 0 0,-1 0 0,0 0 0,0 0 0,-1 0 0,0 0 0,0 0 0,-1 0 0,-1-2-9,-1 5 0,0 1 0,-1-1 1,1 1-1,-1 0 0,0 0 0,-1 1 1,1-1-1,-1 1 0,0 0 0,0 0 1,0 1-1,0-1 0,-1 1 0,0 0 1,1 1-1,-1-1 0,0 1 1,0 0-1,0 1 0,-1 0 0,1-1 1,0 2-1,0-1 0,-1 1 0,1 0 1,0 0-1,-1 1 0,1 0 0,0 0 1,0 1-1,0-1 0,0 1 1,0 0-1,0 1 0,0 0 0,1 0 1,-1 0-1,1 0 0,0 1 0,-2 1 0,-6 5 11,0 1 0,1 0 0,0 0 0,1 1-1,0 1 1,1 0 0,1 0 0,0 1 0,0 1-1,2-1 1,-1 1 0,2 0 0,0 1 0,1-1-1,1 1 1,0 1 0,1-1 0,1 0 0,0 1-1,1 11-10,2-23 8,0 0 1,1 0-1,-1 0 0,1 0 0,0 0 0,0 0 0,0-1 0,1 1 0,0-1 0,0 1 0,0-1 0,0 0 0,0 0 0,1 0 0,0-1 0,0 1 0,0-1 0,0 0 0,1 0 0,-1-1 0,1 1 0,-1-1 1,1 0-1,0 0 0,0 0 0,0-1 0,0 0 0,0 0 0,4 0-8,156 5 215,-154-7-203,0-1 0,0 0 0,0 0 0,0-1 0,0-1 0,0 0 0,-1 0 0,0-1 0,0 0 0,0-1 0,0 0 0,-1 0 0,0-1 0,0 0 0,-1-1 0,0 0 0,-1-1 0,1 1 0,-1-1 0,-1 0 0,0-1 0,0 0 1,-1 0-1,0 0 0,-1-1 0,0 1 0,-1-1 0,0 0 0,0 0 0,-1 0 0,-1 0 0,0-11-12,-4 14 80,-2-1-1,1 1 1,-1 0 0,0 0-1,-1 1 1,0 0 0,0 0-1,-1 0 1,1 0 0,-1 1-1,-1 0 1,1 1 0,-1 0-1,0 0 1,-1 0 0,1 1-1,-1 0 1,1 1-1,-1 0 1,0 0 0,0 1-1,-1 0 1,1 1 0,0 0-1,-1 0 1,1 1 0,0 1-1,-1-1 1,1 1 0,-1 1-80,5 1 41,1 0 1,-1 1 0,1 0 0,0-1-1,1 1 1,-1 1 0,1-1-1,0 1 1,0-1 0,0 1-1,0 0 1,1 0 0,0 0-1,0 0 1,0 0 0,0 1-1,1-1 1,0 0 0,0 1-1,1-1 1,0 1 0,0-1 0,0 1-1,0-1 1,1 1 0,0-1-1,0 1 1,0-1 0,1 0-1,0 1 1,0-1-42,2 4 4,-1-1 1,1 0-1,1 0 0,0-1 1,0 1-1,0-1 1,1 0-1,0 0 0,0-1 1,1 0-1,0 0 0,0-1 1,0 1-1,1-1 0,-1-1 1,1 0-1,0 0 0,1 0 1,-1-1-1,1 0 1,-1-1-1,1 0 0,0 0 1,0-1-1,0 0 0,0-1 1,0 1-1,0-2 0,0 0 1,0 0-5,-4 0 1,-1-1 1,1 0-1,0-1 0,-1 1 1,0-1-1,0 0 1,0 0-1,0 0 0,0 0 1,0-1-1,-1 0 0,0 1 1,0-1-1,0 0 1,0-1-1,0 1 0,-1 0 1,0-1-1,0 0 1,0 1-1,0-1 0,-1 0 1,0 0-1,0 0 1,0 0-1,-1 0 0,0 0 1,0 0-1,0 0 1,0 0-1,-1 0 0,0 0 1,0 0-1,0 0 1,0 0-1,-1 0 0,0 1 1,0-1-1,0 1 1,-1-1-1,1 1 0,-1 0 1,0 0-1,-1-1-1,-7-4-7,-1 0 0,0 1 1,0 1-1,-1-1 0,0 2 0,0 0 0,-1 0 0,0 2 1,0-1-1,0 2 0,0 0 0,0 0 0,-1 2 1,1 0-1,-1 0 0,0 1 0,-10 2 7,-47 33-1124,74 20-5984,15-38-305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46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155 558 6913,'0'0'335,"0"0"120,0 0 1147,0 0-61,0 0-466,0 0-287,-17-7 10,-51-25-30,66 31-721,0 0-1,1 0 1,-1 1 0,0-1 0,0 0-1,1 1 1,-1-1 0,0 1 0,0-1-1,0 1 1,0 0 0,0 0-1,0 0 1,0 0 0,0 0 0,1 0-1,-1 1 1,0-1 0,0 0-1,0 1 1,0 0 0,0-1 0,1 1-1,-1 0 1,0 0 0,1 0-1,-1 0 1,1 0 0,-1 0 0,1 1-1,-1-1 1,1 0 0,0 1-1,-1-1 1,1 1 0,0 0 0,0-1-1,0 1 1,1 0 0,-1 0-1,0-1 1,1 1 0,-1 0 0,1 0-1,-1 0 1,1 0 0,0 0-1,0 0 1,0-1 0,0 1 0,0 0-1,0 0 1,0 0 0,1 0 0,-1 0-1,1 0 1,0 0 0,-1-1-1,1 1 1,0 0 0,0 0 0,0-1-47,0 16 133,0-7-108,1 1 0,1-1 0,-1 0-1,2-1 1,-1 1 0,2 0 0,-1-1 0,1 0 0,0 0-1,1 0 1,0-1 0,0 0 0,1 0 0,0-1 0,1 1-1,-1-1 1,2-1 0,-1 0 0,0 0 0,1 0 0,0-1-1,1-1 1,-1 0 0,1 0 0,-1 0 0,1-1 0,0-1 0,0 0-1,1 0 1,-1-1 0,0 0 0,9-1-25,-15 1 8,1 0 1,0-1 0,0 0-1,0 0 1,0 0-1,0 0 1,-1-1 0,1 0-1,0 0 1,0 0-1,-1-1 1,1 1 0,-1-1-1,1 0 1,-1-1-1,0 1 1,1-1 0,-2 0-1,1 0 1,0 0-1,0 0 1,-1 0 0,0-1-1,1 0 1,-1 0-1,-1 0 1,1 0 0,-1 0-1,1 0 1,-1-1-1,0 1 1,-1-1 0,1 0-1,-1 1 1,0-1-1,0 0 1,-1 0 0,1-4-9,0 3 2,-1 0 0,0-1 0,0 1 0,-1 0 0,0 0 1,0-1-1,0 1 0,0 0 0,-1 0 0,0 0 1,-1 0-1,1 1 0,-1-1 0,0 1 0,-1-1 0,1 1 1,-1 0-1,0 0 0,0 1 0,0-1 0,-1 1 1,0 0-1,0 0 0,0 1 0,0-1 0,-1 1 0,1 0 1,-1 0-1,1 1 0,-7-2-2,8 1-7,0 1 1,-1 0-1,1 0 1,-1 0-1,0 1 0,1-1 1,-1 1-1,0 0 1,0 1-1,0-1 0,0 1 1,0 0-1,0 0 1,1 0-1,-1 1 0,0 0 1,0 0-1,0 0 0,0 0 1,1 1-1,-1 0 1,1 0-1,-1 0 0,1 1 1,0-1-1,0 1 1,0 0-1,0 0 0,0 0 1,1 1-1,0-1 1,-1 1-1,1 0 0,0 0 1,1 0-1,-1 0 1,1 1-1,0-1 0,0 1 1,0-1-1,0 1 7,-8 71-2722,33-36-3267,1-29 720</inkml:trace>
  <inkml:trace contextRef="#ctx0" brushRef="#br0" timeOffset="368.034">219 114 7642,'0'0'762,"0"0"1154,0 0-519,0 0-415,-22-18-47,-64-53 341,57 46 584,47 41-1397,17 31 287,-2 1 0,-2 2 1,-3 1-1,-2 1 0,-2 1 0,-2 2 0,2 16-750,32 74 578,-52-136-852,40 71 1069,5-59-5555,-34-72-8801,-13 27 11748</inkml:trace>
  <inkml:trace contextRef="#ctx0" brushRef="#br0" timeOffset="720.898">958 147 5369,'0'0'5303,"0"0"-2803,0 0-1742,0 0-508,0 0 122,0 0 847,-4 23-132,-39 157 220,-122 208-2094,152-386-7069,-1-33 2854,8 5 3555</inkml:trace>
  <inkml:trace contextRef="#ctx0" brushRef="#br0" timeOffset="1020.65">708 356 7594,'0'0'2724,"0"0"-1613,0 0-275,0 0 111,17 12 316,95 90 1156,-74-36-1379,-30-47-930,2-1 0,0 0 1,1-1-1,0 0 0,2-1 0,0 0 1,0-1-1,2 0 0,0-1 1,0-1-1,5 2-110,-2-9-705,-3-20-12317,-15 2 11099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51.6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7242,'0'0'221,"0"0"207,0 0 1210,0 0-679,0 0-353,13 6-19,115 26 1774,62-32-288,-189 0-2242,1 1-1,-1 0 0,1 0 0,-1 0 0,0 0 0,0 1 0,1-1 1,-1 0-1,0 0 0,0 1 0,0-1 0,0 1 0,-1-1 1,1 1-1,0-1 0,-1 1 0,1-1 0,-1 1 0,1 0 0,-1-1 1,0 1-1,1 0 0,-1-1 0,0 1 0,0 0 0,0 0 0,-1-1 1,1 1-1,0 0 0,-1-1 0,1 1 0,-1 0 0,1-1 1,-1 1-1,0-1 0,0 1 170,-9 8-4912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52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1 512,'0'0'5317,"0"0"-3859,0 0-981,0 0 670,0 0-539,0 0-113,9 0-193,212 33 2678,-219-32-3643,39 8 1226,-34-11-4397,-2-2-3632,-1-4 5570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54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8482,'0'0'4825,"0"0"-2693,0 0-1103,0 0-767,0 0-151,0 0 40,-11 12 135,1-1-215,6-8-46,0 1-1,1-1 1,-1 1 0,1 0-1,0 0 1,0 0 0,0 1-1,1-1 1,-1 1 0,1-1-1,0 1 1,1 0 0,-1 0-1,1 0 1,0 0 0,0 0-1,0 0 1,0 4-25,0-4 13,0-1 0,0 1 0,0 0 0,1 0 0,-1 0-1,1 0 1,0 0 0,1 0 0,-1 0 0,1-1 0,0 1 0,0 0 0,1 0 0,-1-1 0,1 1-1,0 0 1,0-1 0,1 0 0,-1 0 0,1 1 0,0-1 0,0-1 0,0 1 0,1 0-1,-1-1 1,1 0 0,0 0 0,0 0 0,0 0 0,0-1 0,0 1 0,1-1 0,-1 0-1,1 0 1,0-1 0,-1 1 0,1-1 0,0 0 0,3 0-13,1 0-14,-1 1 1,1-2 0,0 1-1,-1-1 1,1-1-1,0 1 1,-1-2-1,1 1 1,-1-1-1,1 0 1,-1-1 0,0 0-1,0 0 1,0-1-1,0 0 1,-1 0-1,0-1 1,1 0-1,-2 0 1,1 0 0,-1-1-1,1 0 1,-2-1-1,3-2 14,-7 7-23,1-1 0,-1 1 0,1-1 0,-1 1 0,0-1 0,0 0 0,-1 1 0,1-1-1,0 0 1,-1 0 0,0 0 0,0 0 0,0 1 0,0-1 0,0 0 0,0 0 0,-1 0 0,1 0 0,-1 1 0,0-1-1,0 0 1,0 1 0,0-1 0,0 0 0,-1 1 0,1-1 0,-1 1 0,1 0 0,-1 0 0,0-1 0,0 1 0,0 0-1,0 1 1,-1-1 0,1 0 0,0 0 0,-1 1 0,1 0 0,-1-1 0,-2 0 23,-112-25 87,116 27-83,-3-2-1,0 1 0,0 0 0,0 0 1,-1 1-1,1-1 0,0 1 0,-1 0 1,1 0-1,0 0 0,-1 1 0,1-1 0,0 1 1,0 0-1,0 0 0,-1 1 0,1-1 1,1 1-1,-1 0 0,0 0 0,0 0 1,1 1-1,-1-1 0,1 1 0,0 0 1,-1 0-1,1 0 0,1 0 0,-1 1 1,0-1-1,1 1 0,0 0 0,0-1 0,0 1 1,0 0-1,1 0 0,-1 0 0,1 1 1,0-1-4,3-2-129,0 0 1,0 0-1,1 0 1,-1 0-1,0 0 1,1-1-1,0 1 1,-1-1-1,1 0 0,0 1 1,0-1-1,-1-1 1,1 1-1,0 0 1,0-1-1,0 1 1,0-1-1,0 0 1,0 0-1,0 0 1,0 0-1,0-1 1,0 1-1,0-1 1,0 0-1,1 0 129,6 0-378,0 0 112,1-1 0,0-1-1,-1 0 1,0 0 0,0-1 0,0 0-1,0-1 1,0 0 0,-1 0-1,0-1 1,0-1 0,1 0 266,44-27-176,-50 35 413,-1 0 1,0 1-1,0 0 0,0 0 1,0 0-1,0 0 0,0 0 1,-1 0-1,1 1 0,-1-1 1,1 1-1,-1 0 0,0 0 1,0 0-1,0 0 0,-1 0 0,1 0 1,-1 0-1,1 1 0,-1-1 1,0 0-1,-1 1 0,1-1 1,0 1-1,-1-1 0,0 1 1,0-1-1,0 1 0,0 0 1,-1 2-238,5 14 613,0 3-287,0-1-1,2-1 0,0 1 0,2-1 0,0 0 0,1-1 0,1 0 1,1 0-1,1-1 0,0-1 0,2 0 0,0 0 0,1-2 0,0 1 1,12 7-326,-22-21-12,-1 0 0,1 0 0,0-1 0,0 0 0,0 0 0,0 0 0,1 0 0,-1-1 0,0 0 0,1 0 1,-1-1-1,1 1 0,-1-1 0,1 0 0,-1-1 0,1 1 0,-1-1 0,1 0 0,-1-1 0,0 1 1,0-1-1,1 0 0,-1 0 0,-1-1 0,1 1 0,0-1 0,0 0 0,-1 0 0,0-1 0,0 1 0,0-1 1,0 0-1,0 0 0,-1-1 0,0 1 0,0-1 0,0 1 0,0-1 0,-1 0 0,1 0 0,0-3 12,16-82-6513,-17 52 605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58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6225,'0'0'1803,"0"0"2952,0 0-2396,0 0-1423,0 0-673,0 0 136,12-3 475,89-16 59,0 5-1,2 4 1,86 4-933,70-7-289,-119 7-3611,-126 15-3937,-14 4 235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59.6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42 107 488,'0'0'13788,"0"0"-8358,0 0-4034,0 0-965,0 0-341,0 0 5,-7 5-22,4-3-69,1-1-1,0 0 0,0 1 0,-1 0 1,1 0-1,0-1 0,0 1 1,1 0-1,-1 1 0,0-1 0,1 0 1,-1 0-1,1 1 0,0-1 1,0 1-1,0-1 0,0 1 0,0-1 1,0 1-1,1 0 0,-1-1 1,1 1-1,0 0 0,0 0 0,0-1 1,0 1-1,0 0 0,0-1 1,1 1-1,0 0 0,-1-1 0,1 1 1,0 0-1,0-1 0,0 1 1,1-1-1,-1 0 0,1 1 0,0 0-3,4 6 4,0-1-1,0 1 1,1-1-1,0-1 1,1 1-1,0-1 1,0-1-1,0 1 0,1-1 1,-1-1-1,2 0 1,-1 0-1,0 0 1,1-2-1,0 1 1,0-1-1,0 0 1,0-1-1,1 0 0,-1-1 1,1 0-1,-1-1 1,0 0-1,1 0 1,-1-1-1,1-1 1,8-2-4,-14 3 3,0-1 1,-1 0 0,1-1-1,-1 1 1,1-1 0,-1 1-1,0-1 1,0 0-1,0-1 1,-1 1 0,1-1-1,-1 0 1,0 0 0,0 0-1,0 0 1,0 0 0,-1-1-1,0 1 1,1-1 0,-2 1-1,1-1 1,-1 0-1,1 0 1,-1 0 0,-1 0-1,1 0 1,-1 0 0,0 0-1,0 0 1,0 0 0,0 0-1,-1 0 1,0 0-1,0 0 1,-1 0 0,1 0-1,-1 1 1,0-1 0,0 0-1,-1 1 1,1 0 0,-1-1-1,0 1 1,0 0 0,-1 1-1,1-1 1,-1 0-1,0 0-3,-5-2-6,-1 0 0,1 1 0,-1 0 0,0 0 0,0 1-1,0 0 1,-1 1 0,0 0 0,1 1 0,-1 0 0,0 0-1,0 1 1,0 1 0,0 0 0,0 0 0,-9 3 6,18-3-62,0 0 0,0 1 0,0-1 0,0 1 0,0-1 0,0 1 0,0 0 0,1 0 0,-1 0 0,0 0 0,0 0 0,1 0 0,-1 0 0,1 1 0,-1-1 0,1 1 0,-1-1 0,1 1 0,0 0 1,0-1-1,0 1 0,0 0 0,0 0 0,0-1 0,1 1 0,-1 0 0,0 0 0,1 0 0,-1 0 0,1 0 0,0 0 0,0 0 0,0 0 0,0 0 0,0 0 0,0 0 0,1 1 62,71-2-1749,-57-6 1634,-1-1 1,0 0 0,0-1-1,0-1 1,-1 0 0,0-1 0,-1 0-1,0-1 1,0 0 0,2-5 114,19-13 50,-31 27 6,0 0-1,0 1 1,0-1-1,0 1 1,0 0-1,0-1 0,0 1 1,0 0-1,1 0 1,-1 1-1,0-1 1,0 0-1,0 1 1,0-1-1,0 1 1,0 0-1,0-1 0,0 1 1,0 0-1,0 0 1,-1 0-1,1 1 1,0-1-1,-1 0 1,1 1-1,0-1 0,-1 1 1,0-1-1,1 1 1,-1 0-1,0-1 1,0 1-1,0 0 1,0 0-1,0 0 1,0 0-1,-1 0 0,1 0 1,-1 0-1,1 0 1,-1 0-1,0 0 1,0 1-1,0-1 1,0 0-1,0 0 1,0 0-1,-1 0 0,0 2-55,10 20 537,80 141 1554,-86-159-2065,1-1 1,0 0 0,0 0 0,0 0 0,1 0-1,-1-1 1,1 0 0,0 0 0,0 0 0,1 0-1,-1-1 1,1 0 0,0 0 0,0 0 0,0-1-1,0 0 1,0 0 0,1-1 0,-1 0 0,1 0-1,-1 0 1,1-1 0,-1 0 0,0 0 0,1 0-1,-1-1 1,5-1-27,-7 0-112,0-1 0,0 1 0,0-1 0,0 0 0,0 0 0,-1-1 1,1 1-1,-1-1 0,0 1 0,0-1 0,0 0 0,-1-1 0,1 1 0,-1 0 0,0-1 0,0 1 0,-1-1 0,1 1 0,-1-1 0,0 0 0,0 0 0,-1-1 112,11-66-6879,-10 29 393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58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5 3953,'0'0'2195,"0"0"-1295,0 0 3,0 0 2160,0 0-1020,0 0-804,0-4-297,1 68 2185,-12 200-1794,-21-103-3575,30-151-1238,-6-10-8031,3-4 9742</inkml:trace>
  <inkml:trace contextRef="#ctx0" brushRef="#br0" timeOffset="282.078">1 83 5817,'0'0'871,"0"0"121,0 0 1103,0 0-278,0 0-516,22 16 17,183 132 1859,-55-63-1695,-78-47-2346,-3 3-4069,-54-31 190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55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83 615 6425,'0'0'578,"0"0"114,0 0 1651,0 0-476,0 0-559,0 0-454,-11 8-19,3-2-619,5-4-146,0 0-1,-1 0 1,1 0-1,0 0 1,0 1-1,1 0 0,-1-1 1,0 1-1,1 0 1,0 0-1,0 0 1,0 1-1,0-1 1,0 0-1,0 1 1,1-1-1,0 1 0,0 0 1,0-1-1,0 1 1,0 0-1,1 3-69,-2-2 54,1 0-1,0 1 1,0 0-1,1-1 1,0 1-1,0-1 1,0 1 0,0 0-1,1-1 1,0 1-1,0-1 1,1 1-1,0-1 1,0 0-1,0 0 1,0 0-1,1 0 1,-1 0-1,2 0 1,-1 0-1,0-1 1,1 0 0,0 0-1,0 0 1,0 0-1,0 0 1,1-1-1,-1 0 1,1 0-1,0 0 1,0 0-1,0-1 1,0 0-1,0 0 1,2 0-54,-2-1 6,1-1 0,-1 1-1,0-1 1,0 0 0,1-1 0,-1 1 0,0-1 0,0 0-1,0-1 1,0 1 0,0-1 0,0 0 0,0 0 0,0 0-1,-1-1 1,1 0 0,-1 0 0,0 0 0,0 0 0,0-1-1,0 1 1,0-1 0,-1 0 0,1 0 0,-1 0 0,-1-1-1,1 1 1,0-1 0,-1 0 0,0 0 0,0 0 0,0 0-1,-1 0 1,0 0 0,0 0-6,1 0-2,-1 1-1,-1-1 1,1 0 0,0 1-1,-1-1 1,0 0 0,0 1-1,-1-1 1,1 1-1,-1-1 1,0 0 0,0 1-1,0-1 1,-1 1 0,0 0-1,0-1 1,0 1 0,0 0-1,-1 0 1,1 0 0,-1 1-1,0-1 1,0 1-1,0-1 1,-1 1 0,1 0-1,-1 0 1,0 1 0,0-1-1,0 1 1,0-1 0,0 1-1,0 1 1,0-1 0,-1 1-1,1-1 1,-1 1-1,1 0 1,-1 1 0,0-1-1,1 1 1,-1 0 0,0 0-1,1 0 1,-1 1 0,0 0-1,0 0 3,-2 1-4,1 0 1,-1 0-1,1 1 0,0-1 0,0 1 0,0 1 0,1-1 0,-1 1 0,1 0 1,0 1-1,0-1 0,0 1 0,0 0 0,1 0 0,0 0 0,0 1 0,1-1 1,-1 1-1,1 0 0,0 0 0,1 0 0,-1 0 0,1 1 0,1-1 0,-1 1 1,1-1-1,0 1 0,0 0 0,1-1 0,0 1 0,0 0 0,1 1 4,3-5-132,0 0 0,0-1 0,0 1 0,1-1-1,-1 0 1,1 0 0,-1 0 0,1 0 0,0-1 0,-1 0-1,1 0 1,0 0 0,0-1 0,0 0 0,0 1 0,0-2-1,0 1 1,-1-1 0,1 1 0,0-1 0,2-1 132,4 1-729,-2 0 276,0 0 0,0-1 0,1 0 0,-1-1 1,-1 0-1,1 0 0,0-1 0,-1 0 0,1 0 1,-1-1-1,-1 0 0,1-1 0,-1 0 0,1 0 1,-2 0-1,1-1 0,-1 0 0,0-1 0,0 1 1,-1-1-1,1-2 453,1 47 10498,74 73-8572,-77-105-1940,2-1 1,-1 0-1,0 0 1,1-1-1,0 1 1,0-1-1,0 0 1,0-1 0,0 0-1,0 0 1,1 0-1,-1-1 1,1 0-1,-1 0 1,1 0-1,0-1 1,-1 0-1,1 0 1,-1-1-1,1 0 1,-1 0-1,1 0 1,-1-1-1,1 0 1,0-1 13,28-61-9193,-36 4 4072,-9 35 3976</inkml:trace>
  <inkml:trace contextRef="#ctx0" brushRef="#br0" timeOffset="297.819">526 673 6977,'0'0'182,"0"0"690,0 0 2201,0 0-1653,0 0-477,0 0-300,7 11 132,128 159 1333,-149-207-1853,11 32-253,0 0 0,0 1 0,0-1 0,0-1 0,1 1 0,0 0 0,0-1 0,1 1 0,-1-1 0,1 1-1,0-1 1,1 1 0,-1-1 0,1 0 0,0 0 0,1 1 0,-1-1 0,1 0 0,0 1 0,1-1 0,-1 1 0,1-1 0,0 1 0,0 0 0,1 0 0,0 0 0,0 0 0,0 0 0,0 0 0,1 1 0,0 0 0,0 0 0,0 0 0,0 0 0,0 0 0,1 1 0,4-3-2,98-44-68,-28 42-2873,-48 8-1065</inkml:trace>
  <inkml:trace contextRef="#ctx0" brushRef="#br0" timeOffset="696.053">1064 599 5537,'0'0'914,"0"0"-593,0 0-130,0 0 430,0 0 1733,0 0-756,10 0-665,26-3 164,-35 2-1029,-1 1 1,1-1 0,0 0-1,0 0 1,-1 0 0,1 1-1,-1-1 1,1 0 0,-1 0 0,1 0-1,-1 0 1,1 0 0,-1 0-1,0 0 1,1 0 0,-1 0-1,0 0 1,0 0 0,0 0-1,0 0 1,0 0 0,0 0 0,0 0-1,0 0 1,-1 0 0,1 0-1,0 0 1,0 0 0,-1 0-1,1 0 1,-1 0 0,1 0 0,-1 0-1,1 0 1,-1 0 0,0 0-1,1 1 1,-1-1 0,0 0-1,0 0 1,1 1 0,-1-1-1,0 1 1,0-1 0,0 1-69,-3-3 88,0 2-1,0-1 1,0 0 0,0 1-1,-1 0 1,1 0 0,0 0 0,-1 0-1,1 1 1,-1-1 0,1 1-1,-1 1 1,1-1 0,0 0-1,-1 1 1,1 0 0,-1 0 0,1 0-1,0 1 1,0 0 0,0-1-1,0 1 1,0 1 0,0-1 0,1 0-1,-1 1 1,1 0 0,-1 0-1,1 0 1,0 0 0,0 1-1,0-1 1,1 1 0,-1 0-88,-1 1 19,1 0 0,0 0 1,0 1-1,0-1 0,1 1 1,0 0-1,0 0 0,0-1 0,1 1 1,-1 0-1,2 1 0,-1-1 1,1 0-1,-1 0 0,2 0 1,-1 0-1,1 0 0,0 0 0,0 0 1,0 0-1,1 0 0,0 0 1,0 0-1,1-1 0,0 1 0,0-1 1,0 0-1,0 0 0,1 0 1,0 0-1,0 0 0,0-1 0,1 0 1,-1 0-1,1 0 0,0 0 1,0-1-1,0 0 0,1 0 0,-1 0 1,1-1-1,0 0 0,4 2-19,167 0 126,-106-25-3292,-66 5-9861,-5 10 11291</inkml:trace>
  <inkml:trace contextRef="#ctx0" brushRef="#br0" timeOffset="1551.246">1158 210 5393,'0'0'6355,"0"0"-4240,-14-23-1570,-89-164 630,255 511 5589,-118-242-6031,-14-28-568,3-1 1,1-1-1,3-2 1,3 0 0,1-2-1,27 31-165,-59-80-78,1 1 1,-1-1-1,1 1 0,0-1 0,-1 1 0,1-1 1,0 1-1,0-1 0,-1 1 0,1-1 0,0 0 1,0 1-1,0-1 0,0 1 0,0-1 0,0 0 1,0 1-1,0-1 0,0 1 0,0-1 0,0 0 1,0 1-1,0-1 0,0 1 0,0-1 0,1 1 1,-1-1-1,0 0 0,0 1 0,1-1 0,-1 1 1,0-1-1,1 1 0,-1-1 0,1 1 0,-1 0 1,0-1-1,1 1 0,-1 0 0,1-1 0,-1 1 1,1 0-1,-1-1 0,1 1 0,0 0 0,-1 0 1,1-1-1,-1 1 0,1 0 0,-1 0 0,1 0 1,0 0-1,-1 0 0,1 0 0,-1 0 0,1 0 1,0 0-1,-1 0 0,1 0 0,-1 1 0,1-1 1,0 0-1,0 0 78,-13-59-3661,8 50 3247,0 1 0,0-1 0,-1 1 0,0 0 0,0 0 0,-1 1 0,0 0 0,0 0 0,-1 0 0,0 1 0,0-1 0,-1 2 0,-5-5 414,-79-13 4728,92 23-4508,0 0-126,28 9 178,155 0 2067,-103-13-1637,-74 5-656,1 1-1,-1 0 1,0 1-1,0-1 1,0 1-1,0 0 1,0 1-1,-1-1 1,1 1 0,-1 1-1,0-1 1,0 0-1,-1 1 1,1 0-1,-1 0 1,0 1-1,0-1 1,-1 1 0,1 0-1,-2 0 1,1 0-1,0 0 1,0 3-46,46 63 620,-47-71-614,0 1 0,0 0 0,0 0-1,0-1 1,1 1 0,-1-1 0,0 0-1,1 0 1,-1 1 0,1-2 0,-1 1 0,1 0-1,0 0 1,-1-1 0,1 0 0,0 1-1,-1-1 1,1 0 0,0 0 0,-1-1 0,1 1-1,0 0 1,-1-1 0,1 0 0,0 0-1,-1 1 1,1-1 0,-1-1 0,1 1-1,-1 0 1,0-1 0,0 1 0,1-1 0,-1 0-1,0 1 1,0-1 0,-1 0 0,1 0-1,0-1 1,-1 1 0,1 0 0,-1 0-1,0-1 1,0 1 0,1-1 0,-2 1 0,1-1-1,0 1 1,0-1 0,-1 0 0,0 1-1,1-1 1,-1 0 0,0 0 0,0-1-6,0-2-4,0 0 0,0 0 0,0 0 1,-1 0-1,0 1 0,0-1 0,-1 0 1,1 0-1,-1 0 0,0 1 0,-1-1 1,1 1-1,-1 0 0,0 0 0,-1 0 1,1 0-1,-1 0 0,0 1 0,0-1 1,-1 1-1,1 0 0,-1 0 0,0 1 1,0-1-1,0 1 0,0 0 0,0 1 0,-1-1 1,1 1-1,-1 0 0,0 1 0,0-1 1,0 1 3,2 0-6,1-1-1,-1 1 1,0 1 0,0-1 0,1 0 0,-1 1 0,0 0 0,0 0 0,0 0 0,1 0 0,-1 1-1,0 0 1,0-1 0,1 1 0,-1 1 0,0-1 0,1 0 0,-1 1 0,1 0 0,0 0 0,-1 0-1,1 0 1,0 0 0,0 1 0,1-1 0,-1 1 0,0 0 0,1 0 0,-1 0 0,1 0 0,0 0-1,0 0 1,1 1 0,-1-1 0,0 1 0,1-1 0,0 1 0,0-1 0,0 1 0,0 0 0,1 0-1,0 0 1,-1-1 0,1 1 0,1 0 0,-1 0 0,1 1 6,-1-3-94,0 0-1,1-1 1,-1 1 0,1 0 0,-1-1-1,1 1 1,0-1 0,0 1-1,0-1 1,0 0 0,0 1 0,0-1-1,0 0 1,0 1 0,0-1 0,1 0-1,-1 0 1,0 0 0,1 0-1,-1 0 1,1 0 0,-1-1 0,1 1-1,-1 0 1,1-1 0,0 1 0,-1-1-1,1 0 1,0 0 0,-1 1-1,1-1 1,1 0 94,93-15-9556,-62-8 7431</inkml:trace>
  <inkml:trace contextRef="#ctx0" brushRef="#br0" timeOffset="1766.971">1821 544 7170,'0'0'836,"0"0"2807,0 0-758,0 0-1202,0 0-828,0 0 169,1 23-235,7 73 28,-7-91-781,0 0 1,1 0 0,0-1-1,-1 1 1,2 0 0,-1-1-1,0 0 1,1 1 0,0-1-1,0 0 1,0 0 0,0-1-1,1 1 1,0 0 0,-1-1-1,1 0 1,1 0 0,-1 0-1,0-1 1,1 0 0,-1 1-1,1-1 1,-1-1 0,1 1-1,0-1 1,0 0 0,0 0-1,0 0 1,0-1 0,0 1-1,0-1 1,0 0 0,0-1-1,4 0-36,-5 0-238,-1-1 0,1 0 0,0 1 0,-1-1 0,1 0 0,-1-1 0,0 1 0,0-1 0,0 1 0,0-1 0,0 0 0,0 0 0,-1 0 0,1 0 0,-1-1 0,0 1 0,0-1 0,0 1 0,-1-1-1,1 0 1,-1 0 0,0 0 0,0 1 0,0-1 0,-1 0 0,1 0 0,-1 0 0,0 0 0,0 0 0,-1-2 238,5-36-4133</inkml:trace>
  <inkml:trace contextRef="#ctx0" brushRef="#br0" timeOffset="2165.812">2023 453 6001,'0'0'950,"0"0"259,0 0 2902,0 0-1409,0 0-695,0 0-476,8 16-159,72 138 1139,-77-148-2383,12 19-232,-10-50-735,-1-126-521,-1 149 1371,0-1 0,-1 1 0,1 0 0,0 0 1,1 0-1,-1 0 0,0 0 0,1 1 0,-1-1 0,0 1 0,1 0 1,0 0-1,-1 0 0,1 1 0,0-1 0,-1 1 0,1 0 0,0 0 0,-1 0 1,1 1-1,0-1 0,-1 1 0,1 0 0,-1 0 0,1 0 0,-1 0 0,1 1 1,-1-1-1,0 1 0,0 0 0,1 0 0,0 1-11,202 148 3123,-186-147-4705,-2-22-8137,-13 0 4908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1:52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194 386 6305,'0'0'811,"0"0"-501,0 0 318,0 0 1558,0 0-555,0 0-778,1-94 3283,17-198-2963,53 597 886,-46-106-1183,-23-157-5207,-1-1-4790,-1-38 1605</inkml:trace>
  <inkml:trace contextRef="#ctx0" brushRef="#br0" timeOffset="429.241">1 766 5961,'0'0'1755,"0"0"1719,0 0-2073,0 0-781,0 0 13,0 0 346,9 0 193,54-3-442,0-3 0,-1-3-1,-1-2 1,1-3-1,-2-3 1,48-20-730,-108 37 2,171-23 31,-177 69-7145,-7-34 1178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2:01.72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484 0 6265,'0'0'2652,"0"0"75,-11 20-1000,-35 69-570,41-82-1017,1 1-1,1 0 1,0 1-1,0-1 0,0 0 1,1 1-1,0 0 0,1-1 1,0 1-1,0 0 0,1 0 1,0 0-1,1 0 1,0-1-1,0 1 0,2 5-139,3-10 21,-1 1-1,1-1 1,0 0-1,0-1 1,0 0 0,1 0-1,-1 0 1,1-1-1,0 0 1,0 0-1,0 0 1,0-1 0,0 0-1,0-1 1,0 1-1,0-2 1,0 1-1,0-1 1,0 0-1,0 0 1,0 0 0,-1-1-1,1 0 1,3-2-21,-2 2 1,1-1 1,-1 0-1,0-1 0,0 1 1,0-1-1,0-1 1,0 0-1,-1 0 1,0 0-1,0-1 0,-1 0 1,1 0-1,-1-1 1,-1 0-1,1 0 1,-1 0-1,0-1 0,-1 0 1,0 0-1,0 0 1,-1 0-1,0 0 1,0-1-1,-1 1 0,0-1 1,0 0-1,-1-2-1,-4 6 3,1 0 0,-1 0 1,-1 0-1,1 0 0,-1 1 0,0-1 0,0 1 0,0 0 0,-1 0 0,1 1 0,-1-1 0,0 1 0,0 0 0,0 0 0,0 1 0,-1-1 0,1 1 1,-1 0-1,1 1 0,-1-1 0,0 1 0,1 0 0,-1 1 0,0-1 0,0 1 0,0 0 0,0 1 0,1 0 0,-1-1 0,-2 2-3,-11-3 16,-1 0 0,0 1-1,1 1 1,-1 1-1,0 1 1,1 0 0,0 2-1,0 0 1,0 1 0,1 1-1,-1 1 1,2 0-1,-1 1 1,1 1 0,1 1-1,0 1 1,0 0 0,1 0-1,1 2 1,0 0-1,-10 14-15,15-15 67,1 1-1,0 0 0,1 1 1,1 0-1,0 0 0,1 0 1,0 1-1,2-1 0,0 1 1,0 0-1,2 0 0,0 4-66,0-14 10,0 0-1,1-1 0,0 1 0,1 0 1,-1-1-1,1 1 0,0 0 0,0-1 0,1 1 1,0-1-1,0 1 0,0-1 0,0 0 1,1 0-1,0 0 0,0 0 0,0-1 0,1 1 1,-1-1-1,1 0 0,0 0 0,1 0 1,-1 0-1,1-1 0,-1 1 0,1-1 1,0-1-1,0 1 0,0-1 0,1 1 0,-1-2 1,1 1-1,-1 0 0,1-1 0,1 0-9,14-2 24,0-1 0,0-2-1,0 0 1,-1 0-1,1-2 1,-1-1 0,0 0-1,0-2 1,-1 0 0,-1-1-1,1-1 1,-2-1-1,1 0 1,-2-1 0,0-1-1,0-1 1,-1 0 0,-1-1-1,-1 0 1,0-2-1,5-9-23,-12 22 17,-1 0 0,-1-1 0,1 1 0,-1-1 0,0 0 0,0 0 0,-1-1 0,1 1-1,-2-1 1,1 1 0,-1-1 0,0 0 0,0 0 0,0 0 0,-1 0 0,0 0 0,-1 0 0,0-1-1,0 1 1,0 0 0,-1 0 0,0 0 0,0 0 0,-1 0 0,0 0 0,0 0 0,-3-4-17,-7 4 20,0 1 1,0-1 0,-1 2 0,0 0 0,0 0 0,-1 1 0,1 1 0,-1 0 0,0 1 0,1 1 0,-1 0 0,0 1 0,0 0 0,0 1-1,-5 1-20,-9-2 9,3-1 45,1 1 0,0 1 0,0 0 1,0 2-1,0 1 0,0 1 0,0 1 0,1 1 0,0 1 0,1 1 0,0 1 0,0 1 0,1 1 0,0 1 0,-8 8-54,25-19 2,1 0 0,1 1 0,-1-1 1,0 1-1,0 0 0,1 0 0,0 0 0,0 0 0,0 0 0,0 1 0,0-1 1,0 1-1,1-1 0,0 1 0,-1-1 0,2 1 0,-1 0 0,0 0 0,1-1 1,-1 1-1,1 0 0,0 0 0,0 0 0,1-1 0,-1 1 0,1 0 0,0 0 0,0-1 1,0 1-1,0 0 0,1-1 0,-1 1 0,1-1 0,0 0 0,0 1 0,0-1 1,1 0-1,-1 0 0,1-1 0,0 1 0,-1 0 0,1-1 0,0 0 0,1 1 0,-1-1 1,0-1-1,1 1 0,-1 0 0,1-1 0,-1 1 0,2-1-2,171 40-4722,-89-31-4810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2:02.78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384 112 7554,'0'0'1053,"0"0"3271,0 0-1952,-22-5-1489,-71-14-361,88 19-455,0-1 1,0 1 0,0 0 0,0 1 0,0-1 0,0 1 0,0 0 0,0 0 0,0 1 0,0 0 0,0 0-1,0 0 1,1 0 0,-1 1 0,1-1 0,0 1 0,0 0 0,0 0 0,0 1 0,0 0 0,1-1 0,-1 1-1,1 0 1,0 0 0,0 1 0,1-1 0,-1 1 0,1-1 0,0 1 0,0 0 0,1 0 0,-1 0 0,1 0-1,0 0 1,0 0 0,1 0 0,0 0 0,0 0 0,0 0 0,0 0 0,1 0 0,0 1 0,0-1 0,0 0-1,0-1 1,2 5-68,-3 0 43,0-3-26,1 1 1,-1 0 0,1-1 0,0 1 0,1-1 0,-1 0-1,1 1 1,1-1 0,-1 0 0,1 0 0,0 0 0,0-1-1,1 1 1,-1-1 0,1 1 0,1-1 0,-1 0 0,1-1-1,0 1 1,0-1 0,0 0 0,0 0 0,1-1 0,0 1 0,-1-1-1,1-1 1,0 1 0,1-1 0,-1 0 0,0 0 0,1-1-1,4 1-17,4 1 39,0-1-1,1-1 0,-1 0 1,0-1-1,0-1 1,0 0-1,1-1 0,-1-1 1,-1 0-1,1-1 0,0-1 1,-1 0-1,13-7-38,109-98 127,-132 105-121,0 0 0,-1 0 1,1 0-1,-1 0 0,0 0 0,-1-1 0,1 0 0,-1 1 0,0-1 0,-1 0 0,1 0 1,-1 0-1,0 0 0,-1 0 0,1 0 0,-1 0 0,0 0 0,-1-1 0,1 1 0,-1 0 1,-1 0-1,1 0 0,-1 0 0,0 1 0,0-1 0,-1 0 0,-1-2-6,-5-2 4,-1 0 0,-1 1 0,1 0 0,-1 1 1,-1 0-1,1 1 0,-1 0 0,-1 1 0,1 0 0,-1 1 0,0 0 0,0 1 0,-1 0 0,1 1 0,-1 1 0,0 0 0,1 1 1,-1 1-1,-9 0-4,8-2 25,1 1 1,-1 1 0,0 0 0,0 1 0,1 0 0,-1 1-1,0 1 1,1 0 0,0 1 0,0 1 0,0 0 0,0 0-1,1 2 1,0 0 0,0 0 0,1 1 0,0 1 0,0 0-1,1 0 1,0 2 0,0-1 0,1 1 0,1 0 0,-1 3-26,-1 3 14,2 0 1,0 1 0,0 0 0,2 0 0,1 1 0,0 0-1,1 0 1,1 0 0,1 1 0,0-1 0,2 2-15,0-13-3,1-1 0,-1 1 1,2 0-1,-1-1 1,1 1-1,0-1 1,1 1-1,0-1 1,0 1-1,0-1 1,1 0-1,0 0 1,1 0-1,0-1 0,0 1 1,0-1-1,0 0 1,1 0-1,0 0 1,1-1-1,-1 1 1,1-1-1,0-1 1,0 1-1,0-1 1,1 0-1,0-1 1,0 1-1,3 0 3,9 1 7,0-1 0,0-1 0,0-1 0,0 0 0,0-2 0,0 0 0,0-1 0,0-1-1,0-1 1,0-1 0,0 0 0,-1-1 0,1-1 0,-2-1 0,1-1 0,-1 0 0,0-1 0,0-1 0,-1 0 0,-1-2 0,0 0 0,0 0 0,-1-1-1,-1-1 1,3-4-7,-12 15-11,0-1 0,-1 1-1,1-1 1,-1 0 0,0 0-1,0 0 1,0 0 0,-1-1-1,1 1 1,-1-1 0,0 0-1,-1 1 1,1-1 0,-1 0-1,0 0 1,0 0-1,0 0 1,-1 0 0,1 0-1,-1 0 1,-1 0 0,1 0-1,-1 0 1,0 0 0,0 0-1,0 0 1,-1 0 0,1 0-1,-1 0 1,0 1 0,-1-1-1,1 1 1,-1 0 0,0 0-1,0 0 1,0 0-1,-1 0 1,1 0 0,-1 1-1,0 0 1,0 0 0,0 0-1,0 0 1,-1 0 0,1 1-1,-1 0 1,0 0 0,1 0-1,-1 1 1,0-1 0,-1 1 11,-11-4-15,-1 1 1,0 1 0,1 0 0,-1 2 0,0 0-1,0 1 1,0 0 0,0 2 0,0 0 0,0 1-1,1 0 1,-1 2 0,1 0 0,0 1 0,0 1-1,1 0 1,0 2 0,0-1 0,1 2 0,-5 4 14,17-11-80,-1 1 0,1 0 1,0 0-1,0 0 1,1 0-1,-1 0 0,1 0 1,0 1-1,0-1 1,0 1-1,1 0 1,-1-1-1,1 1 0,0 0 1,1 0-1,-1 0 1,1 0-1,0 0 0,0 1 80,30 49-6679,4-32-3437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2:45.055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13 1 5697,'0'0'5745,"0"0"-4928,0 0-481,0 0-328,0 0-8,0 0 0,0 0 0,-12 0 96,12 0-88,0 0-16,10 0-56,0 0-1537,-1 0-1343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2:47.825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566 83 5065,'0'0'1251,"0"0"-574,0 0-510,0 0-16,0 0 464,0 0 1502,-21 0-822,-156 0 1514,145 0-1986,3-2-477,0 2 0,0 1-1,-1 1 1,1 1 0,0 2-1,1 1 1,-1 1 0,-8 5-346,30-5 7,1-1 0,0 1 0,0 1 1,1-1-1,0 1 0,0 0 0,1 0 0,0 0 1,1 1-1,-1-1 0,2 1 0,-1 0 0,1 0 1,0 0-1,1 0 0,0 0 0,1 0 0,0 0 1,0 0-1,1 0 0,0 1 0,1-1 0,0 0 1,0-1-1,1 3-7,-1-3 31,1 0 0,0 0 0,0 0 1,0-1-1,1 1 0,0-1 0,1 0 0,0 0 0,0 0 1,0-1-1,1 1 0,0-1 0,0-1 0,1 1 1,-1-1-1,1 0 0,0 0 0,1-1 0,-1 0 0,1-1 1,0 1-1,-1-1 0,2-1 0,-1 0 0,0 0 1,0 0-1,1-1 0,-1 0 0,0-1 0,1 0 0,-1 0 1,1-1-1,-1 0 0,0-1 0,1 1 0,-1-1 1,0-1-1,0 0 0,0 0 0,-1-1 0,1 1 0,0-2-31,19-7 74,0 0 0,-1-2 0,-1-2 0,0 0 0,-1-1 0,0-1-1,-2-2 1,5-5-74,-26 23 17,0-1-1,0 1 0,0-1 1,0 0-1,0 1 1,-1-1-1,1 0 0,-1 1 1,0-1-1,1 0 1,-1 0-1,-1 1 0,1-1 1,0 0-1,-1 0 0,1 1 1,-1-1-1,0 0 1,0 1-1,0-1 0,0 1 1,0-1-1,-1 1 1,1 0-1,-1-1 0,1 1 1,-1 0-1,0 0 0,0 0 1,0 0-1,0 0 1,0 1-1,0-1 0,-1 1 1,1-1-1,-1 1 1,1 0-1,-1 0 0,1 0 1,-1 0-1,0 0 1,1 1-1,-1-1 0,0 1 1,-2 0-17,-216-16 214,156 18-214,60-1-13,0 1-1,0 1 1,0-1-1,0 1 1,1 0-1,-1 0 1,1 0-1,0 1 1,0 0-1,0-1 1,0 1-1,1 1 1,-1-1-1,1 0 1,0 1-1,1 0 1,-1 0-1,1 0 1,0 0-1,0 0 1,0 0-1,1 0 1,-1 1 0,2-1-1,-1 0 1,0 1-1,1-1 1,0 1-1,0-1 1,1 1-1,-1-1 1,1 0-1,1 3 14,1-3-7,0 0 0,1-1 1,-1 0-1,1 0 0,0 0 0,0 0 0,0 0 0,1-1 1,-1 0-1,1 0 0,0 0 0,0 0 0,0-1 1,0 0-1,0 0 0,0 0 0,1-1 0,-1 1 0,0-1 1,1-1-1,0 1 0,-1-1 0,1 0 0,-1 0 0,1 0 1,5-2 6,17 3-14,0-1 0,-1-1 1,1-1-1,0-2 0,0-1 0,-1-1 1,0-1-1,-1-2 0,1 0 1,-2-2-1,1-1 0,-1 0 0,-1-2 1,-1-1-1,0-1 0,-1-1 1,0-1-1,-1-2 14,-17 17-1,-1 0 0,0 0 1,1 0-1,-2 0 0,1 0 1,0-1-1,0 1 0,-1-1 0,0 0 1,0 0-1,0 0 0,0 0 0,-1 0 1,1 0-1,-1 0 0,0 0 1,-1-1-1,1 1 0,-1 0 0,1-1 1,-1 1-1,-1-1 0,1 1 0,0 0 1,-1-1-1,0 1 0,0 0 1,-1 0-1,1-1 0,-1 1 0,0 0 1,0 1-1,0-1 0,0 0 0,-1 0 1,1 1-1,-1 0 0,0-1 1,0 1-1,0 0 0,-1 0 0,1 1 1,-1-1-1,-3-1 1,-19-8 190,-1 1 0,0 2 0,0 1 0,-1 1 0,0 1 0,-1 1 0,1 2 0,-1 1 0,0 1 0,-27 3-190,52-3-47,0 1 0,0-1 1,0 1-1,0 1 0,0-1 0,-1 0 0,1 1 0,0 0 0,0 0 0,1 0 0,-1 0 0,0 1 0,0 0 0,1-1 0,-1 1 1,0 1-1,1-1 0,0 0 0,0 1 0,0 0 0,0 0 0,0-1 0,0 2 0,1-1 0,-1 0 0,1 1 0,0-1 0,0 1 0,0-1 1,1 1-1,-1 0 0,1 0 0,0 0 0,0 0 0,0 0 0,1 0 0,-1 0 0,1 0 0,0 0 0,0 0 0,0 0 0,1 0 0,-1 0 1,1 0-1,0 0 0,0 0 0,1 0 0,1 3 47,24 34-3436,-3-15-2259,-1-3-4161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2:49.875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223 24 3729,'0'0'2240,"0"0"-1449,0 0-643,0 0 403,0 0 1809,0 0-210,-2-21 2777,-86 19 571,82 2-5499,0 1-1,0 0 1,0 0 0,1 0-1,-1 1 1,0 0 0,1 0-1,0 0 1,-1 1 0,1 0-1,0 0 1,0 0 0,0 1-1,1 0 1,-1-1 0,1 2-1,0-1 1,0 0 0,0 1-1,1 0 1,0 0 0,0 0-1,0 0 1,0 0 0,1 1-1,0-1 1,0 1 0,0 0-1,1-1 1,0 1 0,0 0-1,0 0 1,1 0 1,-1 1-17,0-1-1,0 1 1,1 0-1,0 0 1,0 0-1,0-1 1,1 1-1,0 0 1,1-1-1,-1 1 1,1-1 0,1 1-1,-1-1 1,1 0-1,0 0 1,0 0-1,1 0 1,0 0-1,0-1 1,0 0-1,1 0 1,0 0-1,-1 0 1,2-1-1,-1 0 1,1 0 0,-1 0-1,1-1 1,0 1-1,0-1 1,5 1 17,3 2-135,1-1 0,1-1 0,-1 0 0,0-1 0,1-1 0,0-1 0,-1 0 0,1 0 0,0-2 0,0 0 0,8-2 135,-20 1-29,0 0-1,0 0 1,1 0-1,-1-1 1,-1 0-1,1 1 1,0-1-1,-1-1 0,1 1 1,-1-1-1,0 1 1,0-1-1,-1 0 1,1 0-1,-1 0 1,0 0-1,0 0 1,0-1-1,0 1 1,-1-1-1,0 1 0,0-1 1,0 1-1,0-1 1,-1 0-1,0 0 1,0 1-1,0-1 1,0 0-1,-1 1 1,0-1-1,0 0 1,0 1-1,0-1 0,-1 1 1,0 0-1,0-1 1,0 1-1,0 0 1,-2-2 29,0-1 3,0 1 0,-1-1 0,0 1 0,0 0 0,0 0 0,-1 0 0,1 1 1,-1 0-1,-1 0 0,1 0 0,-1 1 0,0 0 0,0 0 0,0 1 0,0 0 0,0 0 0,-1 0 0,0 1 1,1 1-1,-1-1 0,0 1 0,0 0 0,0 1 0,0 0 0,-6 1-3,10 0-67,1 0 0,0 0 0,-1 1 0,1-1 0,0 1 0,0 0-1,0 0 1,0 0 0,0 0 0,0 1 0,0-1 0,1 1 0,-1 0 0,1 0 0,0 0 0,0 0-1,0 0 1,0 0 0,1 0 0,-1 1 0,1-1 0,0 1 0,0-1 0,0 1 0,0-1 0,1 2 67,-9 59-8976,9-47 3389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2:53.981"/>
    </inkml:context>
    <inkml:brush xml:id="br0">
      <inkml:brushProperty name="width" value="0.2" units="cm"/>
      <inkml:brushProperty name="height" value="0.4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0 43 6105,'0'0'459,"0"0"261,0 0 1627,0 0-937,0 0-791,0 0-464,5-15 179,383-1 5345,-101 4-5323,-141 62-349,-131-42 24,0 0-1,1-1 1,0-1 0,0-1-1,0 0 1,1-1-1,-1-1 1,1 0 0,7-1-31,297-2 146,-123 31-178,-80-31 632,-140 14-642,-239-5 242,71-17 180,-159 9 567,87 39-823,226-41-109,-111 22 72,138-19-72,0 0-1,0 0 0,0-1 0,0 0 0,-1-1 0,1 0 0,0 0 0,0-1 0,0 0 0,0-1 0,0 0 0,0-1 0,0 1 0,1-1 0,-1-1 0,1 0 0,0 0 0,0-1 0,-4-3-14,143 41-387,-50-12 372,1-3-1,0-4 1,1-4-1,1-3 0,74-4 16,-54 0-64,299 1-1551,-272-33-431,-151-6 116,-7 8-4423,19 20 5101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3:00.237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10 2 7578,'0'0'288,"0"0"2320,0 0-639,0 0-1161,0 0-352,0 0-456,0 0 0,0-2-376,0 2-1705,-5 0-4800,0 0 2520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3:02.306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111 208 6121,'0'0'691,"0"0"828,0 0-223,0 0-634,-13 4-243,-39 16-135,50-17-229,-1-1-1,1 1 1,0 0 0,0 0 0,0 0 0,0 0 0,0 1 0,1-1 0,-1 0 0,1 1 0,0-1-1,0 1 1,0-1 0,1 1 0,-1 0 0,1-1 0,0 1 0,0-1 0,0 1 0,0 0-1,1-1 1,-1 1 0,2 3-55,-1 3 126,-1-7-79,1 0 0,0-1 0,0 1 0,0 0 0,0 0 1,1-1-1,-1 1 0,1 0 0,-1-1 0,1 0 0,0 1 0,0-1 0,0 0 0,0 0 0,0 0 0,1 0 1,-1 0-1,0-1 0,1 1 0,0-1 0,-1 1 0,1-1 0,0 0 0,0 0 0,-1 0 0,1-1 0,0 1 1,0-1-1,0 1 0,0-1 0,0 0 0,0 0 0,3-1-47,100-17 961,-96 13-939,0 0-1,0-1 1,-1 0-1,1 0 1,-2-1-1,1 0 1,-1-1-1,0 0 1,0 0-1,-1 0 1,0-1-1,-1 0 1,0-1-1,-1 0 1,1 1 0,-2-2-1,1 1 1,-2 0-1,1-1 1,-1 0-1,-1 0 1,0 0-1,-1 0 1,0 0-1,0 0 1,-1 0-1,-1 0 1,0 0-1,0-1-21,-5 5 75,0-1-1,-1 1 0,0 0 0,0 1 0,-1 0 1,1 0-1,-1 1 0,0-1 0,-1 2 1,1-1-1,-1 1 0,0 1 0,0 0 0,-1 0 1,1 0-1,0 1 0,-1 1 0,1 0 1,-1 0-1,0 1 0,1 0 0,-1 0 0,0 1 1,1 1-1,-1-1 0,-5 3-74,6 2 31,0 1 0,0 0 0,1 0-1,0 0 1,0 1 0,1 1 0,0-1 0,0 1-1,1 0 1,0 1 0,1 0 0,0-1 0,0 2-1,1-1 1,1 0 0,-1 1 0,2 0 0,-1 0 0,2 0-1,-1 0 1,2 0 0,-1 0 0,1 0 0,1 0-1,0 0 1,1 0 0,0 0 0,1 2-31,1-6-1,0-1-1,1 0 1,0 0-1,0 0 1,0-1 0,0 1-1,1-1 1,0-1 0,0 1-1,0-1 1,1 0-1,-1 0 1,1-1 0,0 0-1,0 0 1,0 0 0,1-1-1,-1 0 1,1-1-1,-1 1 1,1-2 0,-1 1-1,1-1 1,0 0 0,-1 0-1,1-1 1,-1 0-1,1-1 1,-1 0 0,0 0-1,1 0 1,-1-1 0,5-2 1,-2 1-16,0-1 1,0 0 0,0 0-1,-1-1 1,0-1 0,0 1-1,-1-1 1,1-1 0,-1 1-1,-1-1 1,0-1 0,1-1 15,-5 7-4,-1 0 1,0 0 0,0 0 0,0 0 0,0 0-1,-1-1 1,1 1 0,-1-1 0,0 1-1,0-1 1,0 0 0,0 1 0,0-1-1,-1 0 1,0 1 0,0-1 0,0 0 0,0 0-1,-1 1 1,1-1 0,-1 0 0,0 0-1,0 1 1,0-1 0,-1 1 0,1-1 0,-1 1-1,0 0 1,0 0 0,0-1 0,0 1-1,0 1 1,-1-1 0,1 0 0,-1 0-1,-2 0 5,-10-10 169,0 1 0,-1 0 0,-1 2 0,0 0 0,0 0 0,-1 2 0,0 0 0,0 1 0,-1 1 0,0 1 0,0 1 0,-1 0 0,1 1 0,-8 1-170,24 4 0,1-1-1,-1 1 1,1 0-1,-1 0 1,1 0-1,0 1 1,0-1-1,0 0 1,0 1-1,0 0 1,1-1-1,-1 1 1,1 0-1,0 0 1,0-1-1,0 1 1,0 0-1,0 0 1,0 0-1,1 1 1,0-1-1,-1 0 1,1 0-1,0 0 1,1 0-1,-1 0 1,0 0-1,1 0 1,0 0-1,1 3 1,-2 7-201,3 49-2100,7-20-2296,9-3-3251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3:05.045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202 26 2881,'0'0'2363,"0"0"-750,0 0 1369,0 0-1476,0 0-531,0 0-406,-12-4 304,-100-18 2731,105 28-3610,1 1-1,0-1 0,0 1 0,1 0 0,0 1 0,0-1 0,1 1 1,0 0-1,0 0 0,1 0 0,-1 1 0,2-1 0,0 1 0,0 0 7,-11 130-70,17-133 84,0-1-1,0 0 1,1 0 0,-1-1 0,1 1 0,0-1-1,1 0 1,-1 0 0,1-1 0,-1 0 0,1 0 0,0 0-1,0 0 1,1-1 0,-1 0 0,0-1 0,1 1 0,-1-1-1,1 0 1,-1-1 0,1 1 0,-1-1 0,1-1 0,0 1-1,-1-1 1,1 0 0,4-2-14,4 3 29,-3-1-24,0 0-1,-1 0 0,1-1 0,0 0 0,-1-1 0,0 0 0,0-1 0,0 0 0,0-1 0,-1 0 0,1-1 1,-1 0-1,0-1 0,-1 0 0,1-1-4,-8 7-1,-1 0 0,0 0 1,1-1-1,-1 1 0,0 0 0,0-1 0,0 1 1,0 0-1,0-1 0,0 0 0,0 1 1,-1-1-1,1 1 0,0-1 0,-1 0 1,1 0-1,-1 1 0,0-1 0,0 0 1,1 0-1,-1 1 0,0-1 0,-1 0 1,1 0-1,0 0 0,0 1 0,-1-1 1,1 0-1,-1 0 0,0 1 0,1-1 1,-1 1-1,0-1 0,0 0 0,0 1 1,0 0-1,0-1 0,0 1 0,0 0 1,-1-1-1,1 1 0,0 0 0,-1 0 1,1 0-1,-1 0 0,0 0 1,-73-40 149,-58 19 626,131 24-777,-1-1-1,1 1 1,1 1-1,-1-1 1,0 0-1,0 0 1,1 1-1,0-1 1,-1 1-1,1-1 1,0 1-1,0 0 1,0-1-1,0 1 1,1 0-1,-1 0 1,1-1-1,0 1 1,0 0-1,0 0 1,0 0-1,0 0 1,0-1-1,1 1 1,0 0-1,-1 0 1,2 0 2,-2 9-25,2-5-14,0 0 0,1-1 0,-1 1 0,1-1 0,1 1 0,-1-1 0,1 0 0,1-1 0,-1 1 0,1-1 0,-1 1 0,1-2 0,1 1 0,-1 0 0,1-1 0,0 0 0,0 0 0,0-1 0,0 0 0,1 0 0,-1 0 0,1-1 0,0 0 0,0 0 0,0-1 0,0 1 0,0-2 0,0 1 0,0-1 0,0 0 0,0 0 0,0-1 0,0 0 0,0 0 0,0-1 0,0 0 0,2-1 39,-5 3 0,0-1 0,0 1 0,0-1 0,0 0 0,0-1 0,0 1 0,0 0 0,0-1 1,-1 0-1,1 0 0,-1 0 0,1-1 0,-1 1 0,0-1 0,0 1 0,0-1 0,0 0 0,0-1 0,-1 1 0,1 0 0,-1-1 0,0 1 0,0-1 0,0 1 0,-1-1 0,1 0 0,-1 0 0,0 0 0,0 0 0,0 0 0,-1 0 0,1 0 0,-1 0 0,0-1 0,0 1 0,0 0 0,-1 0 0,0 0 0,0 0 0,0 0 0,0 0 0,0 0 0,-1 0 0,1 1 0,-1-1 0,0 0 0,0 1 0,-1 0 0,1-1 0,-1 1 0,0 0 1,0 0-1,0 0 0,0 1 0,0-1 0,0 1 0,-1 0 0,1-1 0,-3 0 0,-9-1-555,0 0 1,0 1 0,-1 1 0,1 0 0,-1 1-1,1 1 1,-1 0 0,1 1 0,0 1 0,-1 1-1,1 0 1,0 0 0,0 2 0,1 0 0,-1 0-1,-12 8 555,-16 9-2087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3:07.415"/>
    </inkml:context>
    <inkml:brush xml:id="br0">
      <inkml:brushProperty name="width" value="0.2" units="cm"/>
      <inkml:brushProperty name="height" value="0.4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48 33 6617,'0'0'191,"0"0"-76,0 0 112,0 0 911,0 0 1026,0 0-994,-8-24 3996,233 15-5132,32 55-20,-27 8-20,-33-50 10,-194-4-217,57-7 1765,-93 3 1397,-285 24-4328,-83 44 1568,154-63 219,235-8-117,12 7-272,0 0-130,7 1-202,285 38 303,-229-38-136,0-2-1,0-3 1,0-3 0,0-2-1,29-11 147,224-37-1453,-297 49 1241,8-4 48,-14 9-9211,-22 3 6536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4:40.97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5 14011,'0'0'2120,"0"0"-687,0 0-993,0 0 72,0 0-104,0 0 104,0 0-512,5-4-8,2 4-296,-2 0-1168,-2 0-2585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4:42.60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177 209 8058,'0'0'1588,"0"0"-966,0 0-445,0 0-28,0 0 225,0 0 578,-8-9-136,-36-41 696,9 43 2009,6 52-3424,27-41-102,0 0-1,1 0 1,-1 0-1,1 1 0,0-1 1,0 0-1,0 1 0,0-1 1,1 1-1,0-1 0,0 0 1,0 1-1,0-1 0,1 1 1,0-1-1,0 0 0,0 1 1,0-1-1,1 0 0,0 0 1,-1 0-1,2 0 0,-1 0 1,0 0-1,1-1 1,-1 1-1,1-1 0,0 1 1,1-1-1,-1 0 0,0 0 1,1-1-1,-1 1 0,1-1 1,0 0-1,0 1 0,0-2 1,0 1-1,0 0 0,1-1 1,-1 0-1,4 1 6,-1-1 15,0-1-1,0 1 0,-1-1 1,1-1-1,0 1 1,0-1-1,-1 0 0,1 0 1,0-1-1,-1 0 1,0 0-1,1-1 1,-1 0-1,0 0 0,0 0 1,0-1-1,-1 0 1,1 0-1,-1 0 0,0-1 1,0 1-1,-1-1 1,1-1-1,-1 1 1,0 0-1,0-1 0,-1 0 1,0 0-1,0 0 1,0 0-1,-1-1 1,2-6-15,-3 7-18,0 0 1,0 0 0,-1 0 0,0 0-1,0-1 1,0 1 0,-1 0 0,0 0-1,0 0 1,-1 0 0,0 0 0,0 0 0,0 0-1,-1 0 1,0 1 0,0-1 0,0 1-1,0 0 1,-1 0 0,0 0 0,0 0-1,-1 1 1,1 0 0,-1 0 0,0 0 0,0 0-1,0 1 1,0 0 0,-1 0 0,1 0-1,-1 0 1,0 1 0,0 0 0,0 1-1,0-1 1,0 1 0,0 0 0,-6 0 17,6 0 16,1-1-1,-1 1 1,0 0 0,1 1 0,-1 0 0,0-1-1,1 2 1,-1-1 0,0 1 0,1 0 0,-1 0-1,0 0 1,1 1 0,0 0 0,-1 0 0,1 0-1,0 1 1,0 0 0,0 0 0,0 0 0,1 0-1,-1 1 1,1 0 0,0 0 0,0 0 0,0 0-1,1 1 1,-1-1 0,1 1 0,0 0 0,1 0-1,-1 0 1,1 1 0,0-1 0,0 0 0,1 1-1,-1-1 1,1 1 0,0 0 0,1 4-16,-2-4 3,0 1 0,1-1 0,0 0 0,0 1 0,1-1 0,0 1 1,0-1-1,1 1 0,-1-1 0,1 1 0,1-1 0,-1 1 0,1-1 0,0 0 0,1 0 0,-1 0 0,1 0 1,1 0-1,-1-1 0,1 1 0,0-1 0,0 0 0,0 0 0,1 0 0,-1-1 0,1 0 0,0 0 0,1 0 1,-1 0-1,1-1 0,0 0 0,-1 0 0,1 0 0,1-1 0,-1 0 0,0 0 0,0-1 0,1 1 0,-1-1 1,1-1-1,-1 1 0,1-1 0,-1-1 0,2 1-3,-2-4 18,-1-1 1,1 1-1,-1-1 1,0 0-1,0 0 1,-1-1-1,0 1 1,0-1-1,0 0 1,0 0-1,-1 0 1,0-1-1,-1 1 1,1-1-1,-1 0 1,0 1-1,-1-1 1,0 0-1,0 0 0,0 0 1,-1 0-1,0 0 1,-1 0-1,1 0 1,-1 0-1,0 0 1,-1 0-1,-1-3-18,-1-2 7,0 0-1,-1-1 1,-1 2-1,0-1 1,-1 1-1,0 0 1,0 0-1,-1 1 1,-1 0-1,1 0 1,-2 1-1,1 0 1,-1 1-1,-1 0 1,0 0-1,0 1-6,9 6 3,0 0-1,1 0 0,-1 0 0,0 1 1,1-1-1,-1 0 0,0 1 1,0-1-1,0 1 0,0 0 0,1 0 1,-1-1-1,0 1 0,0 0 0,0 1 1,0-1-1,0 0 0,0 1 0,1-1 1,-1 1-1,0-1 0,0 1 1,0 0-1,1 0 0,-1-1 0,0 1 1,1 1-1,-1-1 0,1 0 0,0 0 1,-1 0-1,1 1 0,0-1 1,0 1-1,-1-1 0,1 1 0,0 0 1,1-1-1,-1 1 0,0 0 0,0-1 1,1 1-1,-1 0 0,1 0 0,-1 0 1,1 1-3,-9 95-150,9-92 135,0-2-17,0 1 1,0-1-1,0 1 0,1-1 0,0 1 0,0-1 0,0 1 0,1-1 0,-1 0 0,1 0 0,0 0 0,0 0 0,1 0 1,-1 0-1,1 0 0,0-1 0,0 1 0,0-1 0,0 0 0,0 0 0,1 0 0,0-1 0,-1 1 0,1-1 1,0 1-1,0-1 0,0-1 0,1 1 0,-1-1 0,0 1 0,1-1 0,-1 0 0,0-1 0,1 1 0,-1-1 0,1 0 1,-1 0-1,1 0 0,-1-1 0,1 1 0,-1-1 0,1 0 0,0-1 32,-2 1-11,-1 0-1,0-1 0,0 1 1,1-1-1,-1 1 1,0-1-1,0 0 1,0 0-1,-1 0 1,1 0-1,0 0 0,-1 0 1,1 0-1,-1-1 1,0 1-1,0-1 1,0 1-1,0-1 1,0 1-1,-1-1 1,1 1-1,-1-1 0,1 0 1,-1 1-1,0-1 1,0 0-1,0 1 1,0-1-1,-1 0 1,1 1-1,-1-1 1,0 1-1,0-1 0,0 1 1,0-1-1,0 1 1,0-1-1,0 1 1,-1 0-1,1 0 1,-1 0-1,0-1 0,0 2 1,0-1-1,0 0 1,0 0-1,-1 0 12,-3 0-375,-1 0-1,0 1 0,1 0 1,-1 0-1,0 0 0,0 1 1,0 0-1,0 0 1,1 1-1,-1 0 0,0 0 1,0 1-1,1 0 0,-1 0 1,-3 2 375,-26 12-7247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4:45.51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354 27 6769,'0'0'1473,"0"0"-28,0 0-14,0 0-102,0 0-36,0 0-144,-6-4-323,-118-14 2284,117 16-3092,-1 1-1,-1 0 0,1 0 1,0 1-1,0 0 0,0 1 1,0-1-1,0 1 0,0 1 1,0 0-1,0 0 0,1 0 1,-1 1-1,1 0 0,-1 1 1,1 0-1,0 0 0,0 0 1,1 1-1,-1 0 0,1 0 1,0 1-1,1 0 0,-1 0 1,1 0-1,0 0 0,1 1 1,-1 0-1,1 0 0,1 0 1,-3 5-18,4-4-10,0 0 0,0 0 0,1 0 1,0 0-1,0 0 0,1 0 0,0 0 0,1 0 0,-1 0 1,1 0-1,1 0 0,0 0 0,0 0 0,0 0 1,1-1-1,0 1 0,1-1 0,0 0 0,0 0 0,0 0 1,1 0-1,0-1 0,0 0 0,1 0 0,0 0 1,0-1-1,0 0 0,0 0 0,1 0 0,0-1 1,0 0-1,0 0 0,1-1 0,-1 0 0,1 0 0,4 0 10,20 4-23,1-2-1,0-1 1,0-2-1,0-1 1,0-2-1,20-3 24,-51 4 8,0 0 1,0 1-1,0-1 0,0 0 1,0 0-1,0 0 0,0-1 1,0 1-1,0 0 1,0-1-1,0 0 0,0 1 1,0-1-1,0 0 0,0 0 1,0 0-1,0 0 0,-1 0 1,1 0-1,0-1 0,-1 1 1,1-1-1,-1 1 0,0-1 1,1 1-1,-1-1 0,0 0 1,0 0-1,0 1 1,0-1-1,0 0 0,-1 0 1,1 0-1,0 0 0,-1 0 1,1 0-1,-1 0 0,0 0 1,0 0-1,0-1 0,0 1 1,0 0-1,0 0 0,-1 0 1,1 0-1,-1-1-8,3-5 21,-1 0 0,1-1-1,-2 0 1,1 1 0,-2-1 0,1 1 0,-1-1-1,0 1 1,0-1 0,-1 1 0,-1 0-1,1-1 1,-1 1 0,-1 0 0,1 1-1,-1-1 1,-1 1 0,1-1 0,-1 1 0,-1 1-1,1-1 1,-1 1 0,0 0 0,0 0-1,-1 0 1,0 1 0,0 0 0,0 1 0,-1 0-1,1 0 1,-1 0 0,0 1 0,-4-1-21,7 3-14,1 0 1,0 0 0,0 1 0,-1-1 0,1 1-1,-1 0 1,1 1 0,0-1 0,-1 1 0,1 0-1,0 0 1,0 0 0,0 0 0,-1 1 0,1 0-1,1 0 1,-1 0 0,0 0 0,0 1 0,1-1 0,-1 1-1,1 0 1,0 0 0,0 0 0,0 0 0,0 1-1,1-1 1,-1 1 0,1 0 0,0-1 0,0 1-1,0 0 1,1 0 0,-1 1 0,1-1 0,0 0-1,0 0 1,1 1 13,-11 128-4110,11-118 1523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4:47.87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33 256 3953,'0'0'1895,"0"0"-1020,0 0-528,0 0 37,0 0-263,0 0 50,-3-15 142,-9-43-149,-5 14 3980,17 43-3300,85 1 2381,100 0-250,-93 2-2909,-1 4 0,0 4 1,67 17-67,-116-20 36,2-2 1,-1-2-1,0-1 1,1-2-1,-1-3 1,0-1-1,1-2 1,21-7-37,188 15-234,-268-18 305,-31 0-53,0 3 0,0 1-1,-1 2 1,0 3 0,-1 1 0,0 3 0,0 2-1,-45 4-17,-218-20 475,49 2-69,81 37-364,129-22-311,42 0-404,34 0 462,78 0 150,29 2 69,-1-6-1,0-5 0,3-7-7,312-33 148,-421 49-160,-16-1 11,0 0 1,1 1-1,-1 0 1,0 0-1,1 1 1,-1 0-1,0 0 1,0 1-1,0 0 1,0 1-1,0-1 1,0 2-1,0-1 1,-1 1-1,6 4 1,-38-37-1791,16 20-987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01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9434,'0'0'2196,"0"0"-843,0 0-893,0 0-85,0 0 113,0 0 180,0 0-253,0 0-154,0 0-144,18 0 1072,370-9 1409,-369 35-6627,-19-16 1475</inkml:trace>
  <inkml:trace contextRef="#ctx0" brushRef="#br0" timeOffset="344.657">142 158 9874,'0'0'1203,"0"0"-635,0 0-408,0 0-12,0 0 163,0 0 413,4 4 198,10 1-537,-1 0 1,1-1-1,-1 0 1,1-1-1,0 0 1,0-2-1,1 1 1,-1-2-1,0 0 1,0 0-1,0-2 1,8-1-386,31 1 119,66 27-2485,-104-19-1040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0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413 462 9114,'0'0'1586,"0"0"-586,0 0-572,0 0 375,0 0 440,0 0-30,-10-8-613,-33-23-245,37 29-305,1 0 0,-1 1 0,0-1 0,-1 2 0,1-1 0,0 0 0,0 1 1,0 0-1,0 1 0,0-1 0,0 1 0,-1 0 0,1 1 0,1 0 0,-1 0 0,0 0 0,0 0 0,1 1 0,-1 0 0,1 0 0,0 0 0,0 1 0,0 0 0,1 0 0,-1 0 0,1 1 0,0-1 0,0 1 0,0 0 0,1 0 1,0 0-1,0 1 0,0-1 0,0 1 0,1 0 0,0-1 0,0 1 0,1 0 0,0 0 0,0 1-50,-10 22 283,2 1 0,1 1 0,1 0 1,2 0-1,1 0 0,2 0 0,0 1 0,3-1 0,1 11-283,60 158 1033,-27-117-684,-12-21-244,-2 1-1,-3 1 0,-2 1 1,-4 1-1,-2 0 1,-4 0-1,-2 3-104,-3-34 7,1-27 3,0-1-1,-1 1 0,0 0 1,0 0-1,-1 0 0,0 0 1,0 0-1,-1 0 0,0-1 1,0 1-1,-1 0 0,0 0 0,0-1 1,-1 1-1,0-1 0,0 0 1,-1 0-1,0 0 0,0 0 1,-1-1-1,1 1 0,-2-1 0,1 0 1,0-1-1,-1 0 0,0 1 1,-1-2-1,1 1 0,-1-1 1,-3 2-10,-22 6 20,0-2 1,-1-2-1,0 0 0,0-3 1,-1 0-1,-13-2-20,47-3-14,0 0-130,0 0-200,0 0-173,0 0-609,0 0-389,3-2-66,34-24-4027,-18 14-2580</inkml:trace>
  <inkml:trace contextRef="#ctx0" brushRef="#br0" timeOffset="897.708">502 2227 7514,'0'0'3526,"0"0"-1911,0 0-758,0 0-79,11 21-58,35 63 81,-43-79-694,0 0 0,0-1 1,0 1-1,0-1 0,1 0 0,0 0 0,-1 0 0,2 0 0,-1-1 0,0 1 0,1-1 0,-1 0 0,1-1 0,0 1 0,0-1 0,0 0 0,0 0 0,1-1 0,-1 1 1,0-1-1,1 0 0,-1 0 0,1-1 0,-1 0 0,1 0 0,-1 0 0,1-1 0,-1 0 0,3 0-107,-5-1 26,0 1 0,-1-1 1,1 0-1,0 0 0,-1-1 0,1 1 0,-1 0 1,1-1-1,-1 1 0,0-1 0,0 0 0,0 0 1,-1 0-1,1 0 0,-1 0 0,0 0 0,1 0 1,-1-1-1,-1 1 0,1 0 0,0-1 0,-1 1 1,0 0-1,0-1 0,0 1 0,0-1 0,0 1 0,-1 0 1,1-1-1,-1 1 0,0 0 0,0-2-26,0-11 102,-1 10-54,-1-1-1,0 1 1,-1-1-1,1 1 0,-1 0 1,0 0-1,0 1 1,-1-1-1,0 1 1,0 0-1,0 0 0,-1 0 1,0 1-1,1 0 1,-1 0-1,-1 1 1,1-1-1,-1 1 0,1 1 1,-1-1-1,0 1 1,0 0-1,0 1 1,0-1-1,0 2 0,0-1 1,0 1-1,0 0 1,0 0-1,-6 1-47,10 0-68,1-1 0,0 1 0,0 0 0,0-1 0,0 1-1,0 0 1,0 0 0,0 0 0,0 0 0,1 1 0,-1-1 0,0 0-1,1 1 1,-1-1 0,1 1 0,-1 0 0,1-1 0,0 1 0,0 0-1,-1 0 1,1 0 0,1 0 0,-1 0 0,0 0 0,0 0 0,1 0-1,-1 0 1,1 0 0,0 0 0,-1 0 0,1 1 0,0-1 0,0 0-1,1 0 1,-1 0 0,0 0 0,1 1 0,-1-1 0,1 0 0,0 0-1,0 0 1,0 0 0,0 0 0,0 0 0,0-1 0,0 1 0,0 0-1,1 0 1,-1-1 0,1 1 0,-1-1 0,1 1 0,0-1 68,27 0-3312,7-1-2106</inkml:trace>
  <inkml:trace contextRef="#ctx0" brushRef="#br0" timeOffset="1784.1">749 364 8514,'0'0'1700,"0"0"-900,0 0-504,0 0 40,0 0 47,0 0 253,14-16-185,45-52 211,-52 57-439,-1 0 0,1 0 0,-2 0 0,0-1 0,0 0 1,-1 0-1,-1 0 0,0 0 0,0-1 0,-2 0 0,1 1 1,-1-1-1,-1 0 0,-1 1 0,0-1 0,-1-8-223,0-27 868,2 46-830,2-14 414,8 53-171,1-3 273,-3 0 1,0 1-1,-3-1 0,0 1 1,-3 0-1,-1 1 1,-1 0-555,25-32-7750,-13-6 2842</inkml:trace>
  <inkml:trace contextRef="#ctx0" brushRef="#br0" timeOffset="4380.055">1271 778 7786,'0'0'2139,"0"0"-676,0 0-524,0 0 68,0 0-197,0 0-113,-8 1-107,4 0-566,0 1 0,-1 0 0,1 0 0,0 0 0,0 1-1,0-1 1,0 1 0,1 0 0,-1 0 0,1 0 0,-1 0 0,1 1-1,0-1 1,1 1 0,-1 0 0,0 0 0,1 0 0,0 0 0,0 0-1,0 1 1,1-1 0,0 1 0,-1-1 0,1 1 0,1-1 0,-1 1-1,1 2-23,-3-2 39,1-1-1,1 1 0,-1 0 0,1 0 0,0 0 0,0 0 0,0-1 0,0 1 0,1 0 0,0 0 0,0 1 1,1-1-1,-1-1 0,1 1 0,0 0 0,0 0 0,1 0 0,-1 0 0,1-1 0,0 1 0,1-1 0,-1 1 0,1-1 1,-1 0-1,1 0 0,1 0 0,-1 0 0,0 0 0,1-1 0,0 0 0,0 0 0,0 0 0,0 0 0,0 0 1,1-1-1,-1 0 0,1 0 0,0 0 0,-1 0 0,1-1 0,1 0-38,5 2 100,1-1 0,0-1 0,0 0 0,-1 0 0,1-2 0,0 1 0,0-1 0,0-1 0,-1 0 0,1-1 0,-1 0 0,1 0 0,-1-1 0,0-1 0,-1 0 0,1-1 0,-1 0 0,0 0 0,0-1 1,-1 0-1,0-1 0,0 0 0,-1 0 0,0-1 0,0 0 0,2-6-100,-8 12 8,0 0 1,0-1 0,-1 1 0,1-1 0,-1 1-1,0-1 1,0 0 0,0 0 0,-1 1-1,1-1 1,-1 0 0,0 0 0,0 0-1,0 1 1,-1-1 0,1 0 0,-1 0 0,0 0-1,0 1 1,0-1 0,-1 1 0,1-1-1,-1 1 1,0-1 0,0 1 0,0 0-1,0 0 1,-1 0 0,1 0 0,-1 0 0,0 0-1,1 1 1,-1-1 0,-1 1 0,1 0-1,0 0 1,0 0 0,-1 1 0,1-1-1,-1 1 1,0-1 0,0 1-9,-8-3 6,0 0-1,0 0 1,0 1 0,-1 1 0,1 0 0,-1 1-1,1 0 1,-1 1 0,1 0 0,-1 1-1,1 0 1,-11 3-6,16-1-54,1-1 0,-1 1-1,1 0 1,0 1 0,0 0-1,0 0 1,0 0 0,0 0 0,1 1-1,0 0 1,0 0 0,0 1-1,1-1 1,0 1 0,0 0 0,0 0-1,1 0 1,0 1 0,0-1-1,0 1 1,1 0 0,0 0 0,0 0-1,1 0 1,0 0 0,0 1 54,1-2-230,0-1 1,0 0-1,0 1 1,0-1-1,1 1 0,0-1 1,0 0-1,1 0 1,-1 1-1,1-1 1,0 0-1,1-1 1,-1 1-1,1 0 1,0-1-1,0 1 0,0-1 1,1 0-1,-1 0 1,1 0-1,0 0 1,3 1 229,30 18-3772</inkml:trace>
  <inkml:trace contextRef="#ctx0" brushRef="#br0" timeOffset="4698.927">1602 316 496,'0'0'9075,"0"0"-5801,0 0-1973,0 0-253,0 0-493,0 0 14,-12-3-155,5 2-352,5 0-55,1 0 0,0 0-1,0 1 1,-1-1 0,1 1 0,0-1 0,0 1 0,-1 0 0,1-1 0,-1 1 0,1 0 0,0 0 0,-1 0-1,1 0 1,-1 0 0,1 0 0,0 0 0,-1 1 0,1-1 0,0 0 0,-1 1 0,1-1 0,0 1 0,-1-1-1,1 1 1,0 0 0,0 0 0,0-1 0,0 1 0,0 0 0,0 0 0,0 0 0,0 0 0,0 0 0,0 1-1,0-1 1,1 0 0,-1 0 0,0 0 0,1 1 0,-1-1 0,1 0 0,-1 1 0,1-1 0,0 0 0,0 1-1,-1-1 1,1 0 0,0 1 0,0-1 0,0 1 0,1 0-7,0 54 169,3-1 0,2 1 0,2-1 0,3-1 0,2 0 0,3 0 1,2-1-1,2-2 0,15 28-169,-2-32-2878,-28-39-612</inkml:trace>
  <inkml:trace contextRef="#ctx0" brushRef="#br0" timeOffset="4999.089">2099 507 9538,'0'0'1320,"0"0"-608,0 0-632,0 0 513,-109 135 279,79-84-312,3-2 216,0-4-520,5-3 56,2-6-168,3-8-120,7-3 48,0-7-144,5-5-512,0-6-1416,3-7-2473</inkml:trace>
  <inkml:trace contextRef="#ctx0" brushRef="#br0" timeOffset="5250.371">1726 604 7962,'0'0'4465,"0"0"-3809,0 0-560,0 0 704,0 0 792,0 0-591,128 136 95,-91-96-648,0-2-200,-2-5-248,-6-2 72,-1-8-24,-4-3-48,1-5 0,-5-2-112,-3-1-472,-5-6-3193,-7-1-1560</inkml:trace>
  <inkml:trace contextRef="#ctx0" brushRef="#br0" timeOffset="5883.323">945 1096 6937,'0'0'1976,"0"0"-597,0 0-554,0 0 18,0 0 372,0 0 70,-13-8 21,47 7-508,484 61 3378,-173-38-3660,-218-18-305,0 5 0,-1 5 0,118 30-211,-119-3-50,-123-40 30,-1-1-77,-1 0-130,0 0-665,0 0-476,-3 0-965,-7 0-1838</inkml:trace>
  <inkml:trace contextRef="#ctx0" brushRef="#br0" timeOffset="8578.707">1815 1560 7578,'0'0'2379,"0"0"-798,0 0-563,0 0 468,0 0 166,0 0-301,-2 16 616,-110 205-345,84-169-1744,-33 56 390,16-43-3248,38-57 901,2-5-2258,0-2-6287</inkml:trace>
  <inkml:trace contextRef="#ctx0" brushRef="#br0" timeOffset="8947.008">1530 1531 6545,'0'0'4323,"0"0"-2886,0 0-759,0 0 469,0 0 140,22 16-530,68 55 78,16 67 813,42 130-932,-124-244-1070,-2-21-3849,-19-5 1374</inkml:trace>
  <inkml:trace contextRef="#ctx0" brushRef="#br0" timeOffset="9478.586">2210 1474 4545,'0'0'6145,"0"0"-3908,0 0-1334,0 0 29,0 0 165,0 0-298,4-11-371,34-65-12,-36 127 789,1 175-1037,14-190-4699,-9-33 677</inkml:trace>
  <inkml:trace contextRef="#ctx0" brushRef="#br0" timeOffset="9764.598">2153 1694 9898,'0'0'2262,"0"0"-847,0 0-1052,0 0-173,0 0 88,0 0 327,5 2 82,13 4-401,1-1 1,0-1-1,0-1 1,0-1-1,0 0 1,0-1-1,0-1 0,1-1 1,4-2-287,35 2-2139,-44 1-1835</inkml:trace>
  <inkml:trace contextRef="#ctx0" brushRef="#br0" timeOffset="10432.048">2326 1852 9722,'0'0'1706,"0"0"-773,0 0-125,0 0 429,0 0 79,0 0-548,3-3-416,114-11 311,-85 15-583,-30 43 350,-6-37-405,0 0 0,0-1 0,-1 0 1,1 0-1,-1 0 0,-1 0 0,1-1 1,-1 0-1,0 0 0,0 0 0,0-1 1,-1 0-1,1 0 0,-1-1 0,0 0 1,-6 2-26,113-3-606,-96-1 608,0-1 1,-1 1-1,1-1 1,0 1-1,0 0 0,-1 1 1,1-1-1,-1 1 0,1-1 1,-1 1-1,0 0 0,1 0 1,-1 1-1,0-1 0,0 1 1,-1-1-1,1 1 1,0 0-1,-1 0 0,0 0 1,0 0-1,0 0 0,0 1 1,0-1-1,0 1 0,-1-1 1,0 1-1,0 0 0,0 0 1,0-1-1,0 1 0,-1 0 1,0 0-1,0 0-2,-64 25 711,-24-23-1531,84-8-939,0-2-1759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14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9738,'0'0'4188,"0"0"-2344,0 0-1192,0 0-362,0 0 140,0 0 324,8 0-130,231 0 1475,-75 0-3950,-142 1-416,-10 3-1543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15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8602,'0'0'3937,"0"0"-3705,0 0 24,0 0 504,0 0 1064,0 0-1031,168 4-321,-119-4-304,0 0-168,-2 2 0,-5 5-128,3 4-529,-11 0-1359,-9-4-264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20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90 334 11242,'0'0'1694,"0"0"-627,-2 19 3,-10 218 2960,12-232-3968,0 0 0,0-1-1,1 1 1,0 0 0,0-1 0,0 1 0,0-1 0,1 0 0,-1 1 0,1-1-1,0 0 1,1 0 0,-1 0 0,1 0 0,0 0 0,0-1 0,0 1 0,0-1-1,0 0 1,1 0 0,-1 0 0,1 0 0,0-1 0,0 1 0,0-1 0,0 0-1,1 0 1,-1-1 0,0 1 0,1-1 0,-1 0 0,1 0 0,0 0 0,-1-1 0,3 0-62,-3 1 22,0-1 0,0 0 0,-1 0 0,1-1 0,0 1 0,0-1 0,0 0 0,0 0 0,-1 0 0,1 0 0,-1-1 0,1 0 0,-1 1 0,1-1 0,-1 0 0,0-1 0,0 1 0,0-1 0,0 1 0,0-1 0,-1 0 0,1 0 1,-1 0-1,0 0 0,0 0 0,0-1 0,0 1 0,0-1 0,-1 1 0,0-1 0,1 0 0,-1 1 0,-1-1 0,1 0 0,0 0 0,-1-3-22,1 2-83,0-1-1,-1 1 1,0 0-1,0 0 1,0 0-1,0-1 1,-1 1 0,0 0-1,0 0 1,0 0-1,-1 0 1,0 0-1,0 0 1,0 0-1,0 1 1,-1-1 0,0 1-1,0 0 1,0 0-1,0 0 1,-1 0-1,0 0 1,1 0 0,-1 1-1,0 0 1,-1 0-1,1 0 1,-1 0-1,1 1 1,-1 0 0,0 0-1,0 0 1,0 1-1,0-1 1,0 1-1,0 0 1,0 0-1,0 1 1,-6 0 83,7-2-25,-1 0 0,0 1 1,1 0-1,-1 0 0,0 0 0,0 0 0,0 1 0,0-1 1,0 2-1,0-1 0,1 0 0,-1 1 0,0 0 0,0 0 1,0 0-1,1 1 0,-1-1 0,0 1 0,1 0 0,0 1 1,-1-1-1,1 1 0,0 0 0,0 0 0,1 0 0,-1 0 1,1 1-1,-1-1 0,1 1 0,0 0 0,0 0 0,1 0 1,-1 0-1,1 1 0,0-1 0,0 1 0,1 0 25,0-3-65,-1 0-1,2 0 1,-1 0-1,0 1 1,0-1 0,1 0-1,-1 1 1,1-1-1,0 0 1,0 1-1,0-1 1,0 1-1,0-1 1,1 0 0,-1 1-1,0-1 1,1 0-1,0 1 1,0-1-1,0 0 1,0 0-1,0 1 1,0-1 0,0 0-1,1 0 1,-1 0-1,1-1 1,-1 1-1,1 0 1,0-1 0,0 1-1,0-1 1,-1 1-1,2-1 1,-1 0-1,0 0 1,0 0-1,0 0 1,0 0 0,1 0-1,-1-1 1,0 1-1,3 0 66,32 3-2486,-2-3-1885</inkml:trace>
  <inkml:trace contextRef="#ctx0" brushRef="#br0" timeOffset="317.188">206 0 13731,'0'0'2506,"0"0"-891,0 0-674,0 0 504,2 28 246,27 192 522,122 309-509,-142-498-2401,-7-11-2929,-2-14-901</inkml:trace>
  <inkml:trace contextRef="#ctx0" brushRef="#br0" timeOffset="621.365">905 238 11867,'0'0'2768,"0"0"-1272,0 0-911,0 0 775,-143 176-72,94-103 224,2 0-751,2-4-305,8-9-336,8-11-104,6-11-16,8-14-144,6-10-240,4-14-1401,0 0-279,5-7-2697</inkml:trace>
  <inkml:trace contextRef="#ctx0" brushRef="#br0" timeOffset="871.247">542 323 11931,'0'0'1888,"0"0"-1056,0 0 480,0 0 689,37 153-457,-17-98-128,7-3-559,3-6-177,0-6-512,-1-9 56,1-4-176,-3-7 136,-2-2-368,-3-3 160,-2-1-1512,-8-5-1569,-4-5-3192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17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236 273 4961,'0'0'4440,"0"0"-2639,0 0-927,0 0-99,0 0-115,0 0-87,0 0-229,0 0 482,0 0-194,0 0-78,0 0-20,0 0 269,12-20 1180,-2-9-1727,-2 0-1,0-1 0,-2 0 0,-2 0 1,0 0-1,-2 0 0,-2-14-255,20 460 1795,2-323-3475,-17-77-51,2 7-2269</inkml:trace>
  <inkml:trace contextRef="#ctx0" brushRef="#br0" timeOffset="459.038">550 998 9554,'0'0'2637,"0"0"-738,0 0-854,0 0-653,0 0-170,-19 20 30,-123 155 1063,-63 207 1967,92-114-4781,105-251-1015,3-8-2260</inkml:trace>
  <inkml:trace contextRef="#ctx0" brushRef="#br0" timeOffset="758.474">1 1131 11026,'0'0'1451,"0"0"-996,0 0-87,0 0 952,0 0 486,28 23-442,169 160 909,150 239 710,-307-367-4766,-39-53-664,-1-2-3109,0 0-4775</inkml:trace>
  <inkml:trace contextRef="#ctx0" brushRef="#br0" timeOffset="1268.957">631 762 12763,'0'0'1875,"0"0"-1206,0 0-239,0 0 275,0 0 110,0 0-287,26 1 130,117 29 749,-139-30-1588,0 1-1,0-2 1,0 1 0,1 0 0,-1-1 0,0 1 0,0-1 0,0 0 0,0-1 0,0 1 0,0-1 0,0 0 0,0 0 0,-1 0 0,1 0 0,-1-1 0,0 1 0,1-1 0,-1 0 0,2-3 181,9-8-4514</inkml:trace>
  <inkml:trace contextRef="#ctx0" brushRef="#br0" timeOffset="1652.424">1150 629 9194,'0'0'2279,"0"0"-1041,0 0-772,0 0-64,0 0 50,4-22-88,17-147 2423,-21 168-2577,0 1-108,1 16 166,9 167 1000,-2-18-4172,-7-155-51</inkml:trace>
  <inkml:trace contextRef="#ctx0" brushRef="#br0" timeOffset="1937.344">972 877 7458,'0'0'4305,"0"0"-3825,0 0-328,0 0 336,0 0 688,0 0 208,0 0-207,124 27-113,-80-27-744,-2 0 120,3 0-432,-8 0-16,2 0-336,-12-2-920,-9 0-3153</inkml:trace>
  <inkml:trace contextRef="#ctx0" brushRef="#br0" timeOffset="2538.492">1145 1053 8794,'0'0'1383,"0"0"-591,0 0 74,0 0 250,0 0 439,0 0-339,9 3-360,76 17 645,-81-18-1515,0 1 0,0-1 0,-1 1 1,1 0-1,-1 0 0,1 1 1,-1-1-1,0 1 0,0 0 1,-1-1-1,1 1 0,-1 0 1,0 1-1,0-1 0,0 0 0,-1 1 1,1-1-1,-1 1 0,0-1 1,0 1-1,-1-1 0,1 1 1,-1 0-1,0-1 0,-1 1 1,1 0-1,-1-1 0,1 1 0,-2-1 1,0 5 13,1-8 32,0 1 0,0 0 0,0 0 0,0-1 0,-1 1 0,1-1 0,0 1-1,-1-1 1,1 0 0,-1 1 0,0-1 0,1 0 0,-1 0 0,0 0 0,0 0 0,0 0 0,1-1 0,-1 1 0,0 0 0,0-1 0,0 0 0,0 1 0,0-1 0,0 0 0,0 0 0,-1 0 0,1 0 0,0 0 0,0-1 0,-1 1-32,3 0-24,45 0-733,-41-1 756,-1 1 0,1 0 0,0 0-1,-1 0 1,1 1 0,0-1-1,-1 1 1,1 0 0,-1 0-1,1 0 1,-1 0 0,1 1 0,-1-1-1,0 1 1,0 0 0,0 0-1,0 0 1,0 0 0,0 1 0,0-1-1,-1 1 1,1 0 0,-1-1-1,0 1 1,0 0 0,0 1-1,0-1 1,-1 0 0,1 0 0,-1 1-1,0-1 1,1 1 0,-2-1-1,1 1 1,0 0 0,-1-1-1,0 1 1,1 1 1,0-1 64,-1 0 0,1 0-1,-1 0 1,1-1 0,-1 1 0,0 0-1,0 0 1,-1 0 0,1 0 0,-1 0-1,0 0 1,0-1 0,0 1 0,0 0 0,-1-1-1,0 1 1,1-1 0,-1 1 0,-1-1-1,1 0 1,0 0 0,-1 0 0,1 0-1,-1 0 1,0 0 0,0-1 0,0 1-1,-1-1 1,1 0 0,0 0 0,-1 0-1,1-1 1,-1 1 0,0-1 0,1 0-1,-1 0 1,0 0 0,0 0 0,0-1-1,0 0 1,0 1 0,0-1 0,1-1-1,-1 1 1,0-1 0,0 1 0,-2-2-64,-7 3-3,-24-9-374,30-20-3239,7 14-635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15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965 44 7938,'0'0'2270,"0"0"-984,0 0-236,0 0 261,0 0 184,-22-7-411,-70-23-349,84 28-697,0 1-1,-1-1 1,1 2-1,0-1 1,-1 1-1,1 0 1,0 1-1,-1 0 1,1 0-1,0 1 1,0 0-1,0 0 1,0 1-1,0 0 1,0 0-1,1 1 1,-1 0-1,1 1 1,0-1-1,1 1 1,-1 1-1,1-1 1,-2 3-38,0-2 120,-19 19 55,2 2 0,1 1 0,1 0 0,1 2 0,2 1 0,0 0 0,3 1 0,1 1 1,1 1-1,1 0 0,3 1 0,0 0 0,2 1 0,2 0 0,2 0 0,1 1 0,1 0 0,2 2-175,0-1 196,1 0 0,1 0-1,3 0 1,0-1 0,3 1-1,1-1 1,9 23-196,65 149 460,-49-132-429,-3 2 0,-3 0 0,-4 2 0,-2 8-31,-1 269 76,-20-346-64,-1-1 1,0 1-1,0 0 0,-1-1 1,-1 1-1,0-1 1,0 0-1,-1 0 0,-1 0 1,0-1-1,0 1 0,-1-1 1,-1 0-1,1-1 0,-1 1 1,-1-1-1,0-1 1,0 0-1,-1 0 0,0 0 1,0-1-1,-1 0 0,0-1 1,0 0-1,0-1 1,-1 0-1,0-1 0,0 0 1,0 0-1,0-1 0,-1-1 1,1 0-1,-4 0-12,-18-4 38,0-2-1,1-2 0,-1 0 1,1-3-1,0 0 1,1-2-1,0-1 1,1-2-1,1-1 1,-8-6-38,-25-49-1904,71 5-4746,10 31-790</inkml:trace>
  <inkml:trace contextRef="#ctx0" brushRef="#br0" timeOffset="808.992">817 2100 9858,'0'0'1655,"0"0"-708,0 0-61,0 19 408,8 139 1044,-7-155-2291,0 1-1,0-1 0,0 0 1,0 0-1,1 0 0,-1 0 0,1 0 1,0 0-1,0-1 0,0 1 1,0-1-1,0 1 0,1-1 1,-1 0-1,1 1 0,-1-1 1,1-1-1,0 1 0,0 0 1,0-1-1,0 1 0,0-1 0,0 0 1,0 0-1,0 0 0,1 0 1,-1-1-1,0 1 0,1-1 1,-1 0-1,0 0 0,1 0 1,-1-1-1,0 1 0,1-1 0,-1 1 1,0-1-1,0 0 0,0 0 1,0-1-1,0 1 0,0-1 1,0 1-1,0-1 0,0 0 1,-1 0-1,1 0 0,-1-1 1,1 1-1,-1 0 0,2-4-46,-1 1-17,-1 0-1,1-1 1,-1 0-1,0 1 0,-1-1 1,1 0-1,-1 0 1,0 0-1,-1 0 1,1 0-1,-1 0 1,0 0-1,-1 0 1,0 0-1,0 0 0,0 0 1,0 0-1,-1 1 1,0-1-1,0 0 1,-1 1-1,0 0 1,0-1-1,0 1 1,0 0-1,-1 0 0,0 1 1,0-1-1,0 1 1,0 0-1,-1 0 1,1 0-1,-1 1 1,0-1-1,-1 1 1,1 0-1,0 1 0,-1-1 1,0 1-1,1 0 1,-1 1-1,0 0 1,0-1-1,0 2 1,-4-1 17,9 1-26,-2-1-132,-1 0 0,0 1 0,1-1 0,-1 1 0,0 0 0,1 0-1,-1 0 1,0 1 0,0-1 0,1 1 0,-1 0 0,1 0 0,-1 0 0,1 1 0,-1-1-1,1 1 1,0 0 0,-1 0 0,1 0 0,0 0 0,0 1 0,1-1 0,-1 1 0,0-1-1,0 3 159,-4 9-2209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25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3697,'0'0'9007,"0"0"-5628,0 0-2005,0 0-284,0 0 277,0 0-151,14-10 144,150-3-913,53 14-496,-183 9-915,-26 10-5082,-8-11 1042</inkml:trace>
  <inkml:trace contextRef="#ctx0" brushRef="#br0" timeOffset="247.498">70 198 7498,'0'0'1632,"0"0"-384,0 0-192,0 0 257,151 14-65,-109-14 464,2 0-1048,1 0-143,4 0-345,1-7 96,-1 0-272,3-2 0,15-2-8,-10 2-1017,-13 0-1743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34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0 303 10522,'0'0'2123,"0"0"-849,0 0-147,0 0 138,0 0-316,0 0-465,16-22-197,109-178-73,-93 121 664,-32 78-538,0 4 433,-22 479 5855,24-469-6746,4-23-6369,-2-7 895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33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9458,'0'0'1604,"0"0"-629,0 0 520,0 0 478,0 0-270,2 20-506,30 266 1880,-30-277-3370,1 5-646,-3-6-6392,0-7-4108</inkml:trace>
  <inkml:trace contextRef="#ctx0" brushRef="#br0" timeOffset="248.37">1 214 11466,'0'0'1305,"0"0"-921,0 0-376,0 0 312,0 0 528,0 0-112,0 0 536,77 0-543,-38-3 15,3-6-520,3-2-80,-1 0-144,8-2 0,-13 2-968,-9 0-3329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3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0 246 10506,'0'0'1430,"0"0"-803,0 0 27,0 0 793,0 0 62,0 0-421,5 0-161,86 4 1916,-40-2-3699,-1-1-3912,-37-1-1197</inkml:trace>
  <inkml:trace contextRef="#ctx0" brushRef="#br0" timeOffset="395.126">442 171 13139,'0'0'1922,"0"0"-1165,0 0-318,0 0 545,0 0-117,0 0-603,4-11-233,17-125 97,-15 113 181,0 74 1014,2 229 1247,16-231-8886,-21-48-899</inkml:trace>
  <inkml:trace contextRef="#ctx0" brushRef="#br0" timeOffset="649.044">329 424 11346,'0'0'1553,"0"0"-353,0 0 600,0 0-471,0 0-393,153-13-664,-114 6 256,-1 1-464,-6-1-88,-5 7 24,-10 0-608,-12 0-4121</inkml:trace>
  <inkml:trace contextRef="#ctx0" brushRef="#br0" timeOffset="1217.582">499 498 12355,'0'0'1595,"0"0"-950,0 0-102,0 0 372,0 0-518,0 0-157,16-3-184,111-10-54,-125 16 0,0-1 0,0 0 1,-1 0-1,1 1 1,0-1-1,-1 1 0,0 0 1,0-1-1,0 1 0,0 0 1,0 0-1,0 0 1,-1-1-1,0 1 0,1 0 1,-1 0-1,0 0 1,0 0-1,0 0 0,-1 0 1,1 0-1,-1 0 0,0-1 1,0 1-1,0 0 1,0 0-1,0-1 0,0 1 1,-1-1-1,1 1 1,-1-1-1,0 1 0,-1 1-2,-81 74 136,84-78-50,46-4-856,-43 2 722,1 1-1,0 0 1,0 0-1,0 1 1,0-1-1,0 1 0,0-1 1,0 1-1,0 0 1,0 1-1,0-1 1,0 1-1,0 0 0,0 0 1,0 0-1,0 0 1,0 1-1,0 0 0,-1-1 1,1 1-1,-1 1 1,0-1-1,1 0 1,-1 1-1,0 0 0,0 0 1,0 0-1,-1 0 1,1 0-1,-1 0 0,1 1 49,22 93 2301,-92-79-1098,-31-12-2166,35-5-4442,46-1-2278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2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816 859 7282,'0'0'2197,"0"0"-502,0 0-477,0 0 177,0 0 315,0 0-118,2 0 3060,-4 10-4039,-115 212-199,-98 140-289,200-328-555,18-38-4383,12-20 2612,0-5-1277</inkml:trace>
  <inkml:trace contextRef="#ctx0" brushRef="#br0" timeOffset="327.972">428 926 10202,'0'0'2046,"0"0"-655,0 0-734,0 0-246,0 0 613,0 0-95,1-9-408,-2 7-504,1 1 1,0 0-1,0-1 1,0 1-1,0-1 1,0 1-1,0 0 1,0-1-1,0 1 1,0-1-1,1 1 1,-1 0-1,0-1 1,1 1-1,-1 0 1,1-1-1,0 1 1,-1 0-1,1 0 1,0 0-1,0-1 1,0 1-1,0 0 1,0 0-1,0 0 1,0 0-1,0 1 1,0-1-1,0 0 1,1 0-1,-1 1 1,0-1-1,0 1 1,1-1-1,-1 1 1,0-1-1,1 1 1,-1 0-1,1 0 1,-1 0-1,0-1 1,1 1-1,-1 1 1,1-1-1,-1 0 1,0 0-1,1 0 1,-1 1-1,1-1 0,-1 1 1,0-1-1,0 1 1,1 0-1,-1-1 1,0 1-1,0 0 1,0 0-1,0 0 1,0 0-1,0 0 1,0 0-1,0 0 1,0 0-1,0 0 1,0 0-1,-1 0 1,1 1-1,0-1 1,-1 0-1,1 2-17,30 27 557,-2 2 0,-1 1-1,-2 1 1,-1 1 0,-1 1 0,-3 2-1,3 8-556,100 149 1311,-119-189-1317,0 0 1,1-1-1,0 1 0,0-1 1,0 0-1,1 0 1,-1-1-1,1 0 0,0 0 1,0-1-1,1 1 0,-1-2 1,1 1-1,-1-1 1,1 0-1,0-1 0,4 1 6,86 2-5067,-68-5 1543,-14 1-464</inkml:trace>
  <inkml:trace contextRef="#ctx0" brushRef="#br0" timeOffset="927.795">1063 452 7258,'0'0'3584,"0"0"-2021,0 0-853,0 0-211,0 0 709,0 0-32,9 0 1583,172 0-1328,-181 0-1649,0 0-635,0 2-3806,0-2 339</inkml:trace>
  <inkml:trace contextRef="#ctx0" brushRef="#br0" timeOffset="1228.617">1491 168 10642,'0'0'2057,"0"0"-1065,0 0 328,0 0-368,0 0 9,0 0-729,0 0 80,12 51 112,-7-18 24,0-2-320,0 0-80,-3-2-48,3-7 216,3 7-464,-3-6-312,-1-6-2497</inkml:trace>
  <inkml:trace contextRef="#ctx0" brushRef="#br0" timeOffset="1891.451">1871 1 2985,'0'0'3814,"0"0"-1244,-11 22-917,-75 151 883,64-122-1391,-4 6-367,2 1 0,2 1 0,3 1 0,3 1 0,-7 50-778,22-83-548,2-21-3810,-1-16-1055</inkml:trace>
  <inkml:trace contextRef="#ctx0" brushRef="#br0" timeOffset="2527.845">1864 403 11979,'0'0'1829,"0"0"-1027,0 0-283,0 0 267,0 0 19,0 0-481,5-2-222,-1 0-85,-1 1-1,1-1 1,-1 0-1,1 1 1,-1 0-1,1 0 1,0 0-1,0 0 0,0 1 1,-1-1-1,1 1 1,0 0-1,0 0 1,0 0-1,0 1 1,-1-1-1,1 1 1,0 0-1,0 0 1,-1 0-1,1 1 0,-1-1 1,1 1-1,-1 0 1,1 0-1,-1 0 1,0 1-1,0-1 1,0 1-1,0-1 1,-1 1-1,1 0 0,-1 0 1,0 0-1,1 0 1,-1 1-1,-1-1 1,1 1-1,0-1 1,-1 1-1,1 1-16,-2 0 69,0-1-1,0 0 1,0 1-1,-1-1 1,1 0-1,-1 1 1,0-1-1,0 0 1,-1 0-1,1 0 1,-1 0 0,0 0-1,0 0 1,0 0-1,-1-1 1,1 1-1,-1-1 1,0 1-1,0-1 1,0 0-1,0 0 1,-1 0-1,1-1 1,-1 1-1,1-1 1,-1 0 0,0 0-1,0 0 1,0-1-1,0 1 1,-1-1-1,1 0 1,0 0-1,0 0 1,-1-1-1,0 0-68,3 2-88,1-2-33,1 0-116,0 0-15,27 1-633,-19 3 854,0 0 1,0 1-1,-1 0 0,0 0 0,0 1 0,-1 0 0,1 0 0,-1 0 1,-1 1-1,1 0 0,-1 0 0,0 0 0,-1 1 0,0 0 0,0 0 0,0 0 1,-1 0-1,0 0 0,-1 1 0,0-1 0,0 1 0,-1 0 0,0 0 0,-1-1 1,1 1-1,-2 0 0,0 4 31,-2-10 85,0 0 1,-1 0-1,1 0 1,-1-1-1,0 0 1,0 1-1,1-1 1,-1-1-1,-1 1 1,1 0-1,0-1 1,0 0-1,-1 0 1,1 0-1,0-1 0,-1 1 1,1-1-1,-1 0 1,1-1-1,0 1 1,-3-1-86,-47 1 127,50-27-5072,15 12-54</inkml:trace>
  <inkml:trace contextRef="#ctx0" brushRef="#br0" timeOffset="2927.697">2437 277 11883,'0'0'2912,"0"0"-1365,0 0-1060,0 0 186,0 0 398,0 0 74,10 20-267,52 163 689,-20-41-1128,-16-86-5895,-23-51 1081</inkml:trace>
  <inkml:trace contextRef="#ctx0" brushRef="#br0" timeOffset="3176.965">2395 532 1360,'0'0'7650,"0"0"-6818,0 0-168,0 0 32,0 0 225,0 0-25,0 0-336,49 0 432,-26 0-184,4 0-80,0 0-568,5 0 17,-2-4-177,12-12-145,-8 1-1375,-6 1-1080</inkml:trace>
  <inkml:trace contextRef="#ctx0" brushRef="#br0" timeOffset="3565.809">2855 497 10162,'0'0'2573,"0"0"-1174,0 0-787,0 0 25,0 0 382,0 0-483,5-5-213,61-112 244,-29 21-529,-32 115 53,-4 440 3981,11-423-4145,0-26-3973,-9-10-1117</inkml:trace>
  <inkml:trace contextRef="#ctx0" brushRef="#br0" timeOffset="4715.262">0 1797 8146,'0'0'2526,"0"0"-1455,0 0-754,0 0-29,0 0 529,0 0 221,15 0-68,716-11 3987,-158-26-3468,402-40-903,-733 41 857,-117 14-1409,1 6 0,99 2-34,-224 14-519,-1 0-445,-23 2-2618,-2 2-1665,-1 1-7285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53.799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182 0 6673,'0'0'2184,"0"0"-563,0 0-483,0 0-206,0 0 319,0 0-37,0 1 4282,-6 11-5570,-8 12 36,1 0 0,1 2 0,1-1 0,1 1 0,2 1 1,1-1-1,0 1 0,2 1 0,2-1 0,0 1 0,2 0 0,0-1 0,2 1 0,2 5 38,1-26 20,0-1-1,0 1 0,0-1 1,1 1-1,0-1 0,0-1 0,1 1 1,-1-1-1,1 0 0,0 0 1,1-1-1,-1 1 0,1-1 1,0-1-1,0 0 0,0 0 1,0 0-1,1 0 0,-1-1 1,1-1-1,0 1 0,-1-1 1,1-1-1,0 1 0,-1-1 1,1 0-1,0-1 0,0 0 1,-1 0-1,1-1 0,0 0 0,-1 0 1,0-1-1,0 0 0,1 0 1,-2-1-1,4-1-19,2-2 15,0 1-1,0-2 1,0 0 0,-1 0 0,-1-1-1,1-1 1,-1 1 0,-1-2-1,0 1 1,0-1 0,4-9-15,-10 16-11,0 0 1,-1-1 0,0 1-1,0-1 1,0 1 0,0-1-1,-1 0 1,0 0 0,0 0-1,0 0 1,0 0 0,-1 0-1,0 0 1,0 0-1,0 0 1,-1 0 0,0 0-1,0 1 1,0-1 0,0 0-1,-1 0 1,0 0 0,0 1-1,0-1 1,0 1 0,-1 0-1,0 0 1,0 0-1,0 0 1,0 0 0,-1 0-1,1 1 1,-3-2 10,-5-5 24,-1 1 0,0 1 1,-1 0-1,0 0 0,0 2 0,0-1 0,-1 2 0,0 0 1,0 0-1,0 1 0,-1 1 0,1 0 0,-1 1 0,0 1 1,0 1-1,-6 0-24,16 0 8,1 1 1,0-1 0,0 1-1,-1 0 1,1 1-1,0-1 1,0 1 0,0 0-1,1 0 1,-1 0-1,0 0 1,1 1 0,-1-1-1,1 1 1,0 0-1,0 0 1,0 0 0,0 0-1,1 1 1,-1-1 0,1 1-1,0 0 1,0-1-1,0 1 1,0 0 0,1 0-1,-1 0 1,1 1-1,0-1 1,0 3-9,-8 133-25,9-132 0,1 0 1,0 1-1,1-1 0,-1 0 0,2 0 0,-1 0 1,1 0-1,0-1 0,1 1 0,-1-1 1,2 0-1,-1 0 0,1 0 0,0 0 0,0-1 1,1 0-1,0 0 0,0 0 0,0-1 1,1 0-1,0 0 0,0-1 0,0 0 0,0 0 1,1 0-1,-1-1 0,1 0 0,0-1 0,0 0 1,0 0-1,0 0 0,1-1 0,-1 0 1,0-1-1,1 0 0,-1 0 0,0-1 0,0 0 1,1-1-1,-1 0 0,0 0 0,0 0 1,-1-1-1,1 0 0,0-1 0,-1 0 0,0 0 1,6-4 24,-6 0-6,0 0 1,-1 0 0,0-1-1,-1 0 1,1 0 0,-2 0 0,1-1-1,-1 1 1,-1-1 0,0 0-1,0 0 1,-1 0 0,0-1-1,-1 1 1,0 0 0,0-1 0,-1 1-1,-1-1 1,0 1 0,0-1-1,-1 1 1,-1 0 0,1 0 0,-1 0-1,-1 0 1,0 1 0,-1-1-1,1 1 1,-2 0 0,1 0-1,-1 1 1,-1-1 0,-1 0 5,2 1 48,-2 1 0,1 0-1,-1 0 1,0 0 0,-1 1 0,0 0 0,0 1-1,0 0 1,0 0 0,-1 1 0,0 0 0,0 1 0,0 0-1,0 0 1,0 1 0,-1 1 0,1 0 0,0 0-1,-1 1 1,1 0 0,-9 2-48,13 2 22,0 1 1,0 0-1,0 0 0,1 1 0,-1-1 1,1 1-1,1 1 0,-1-1 0,1 1 1,0-1-1,1 1 0,-1 0 0,2 1 1,-1-1-1,1 0 0,0 1 0,0-1 1,0 5-23,0-6 1,-33 234-234,36-237 213,-1 0-1,1 0 0,0 0 0,0 0 0,0-1 0,0 1 0,0 0 0,1-1 0,-1 1 1,1-1-1,0 1 0,0-1 0,-1 0 0,2 0 0,-1 0 0,0 0 0,0 0 0,1 0 0,-1 0 1,1-1-1,-1 1 0,1-1 0,0 0 0,0 0 0,-1 0 0,1 0 0,0 0 0,0-1 1,0 1-1,0-1 0,0 0 0,0 0 0,0 0 0,0 0 0,0 0 0,0-1 0,0 1 0,0-1 1,-1 0-1,1 0 0,0 0 0,0 0 0,-1 0 0,1-1 0,0 1 0,-1-1 0,0 0 1,1 0-1,-1 0 0,0 0 0,0 0 0,0 0 0,0-1 0,0 1 0,-1 0 0,1-1 1,0 0 20,5-8-29,0 0 1,-1-1-1,0 1 1,-1-1 0,0-1-1,-1 1 1,-1 0 0,1-1-1,-2 0 1,0 0 0,0 0-1,-2 0 1,1 0-1,-2 0 1,-1-10 28,2 19 3,-1-1-1,0 1 1,-1-1-1,1 1 1,-1 0-1,0 0 1,0 0-1,0 0 0,-1 0 1,1 0-1,-1 0 1,0 1-1,0-1 1,0 1-1,0 0 1,-1 0-1,1 0 1,-1 0-1,0 1 1,0 0-1,0 0 1,0 0-1,0 0 1,-1 0-1,1 1 1,0-1-1,-1 1 1,1 1-1,-1-1 1,1 1-1,-1-1 1,1 1-1,-1 0 1,0 1-1,1-1 1,-1 1-1,1 0 1,-1 0-1,1 0 0,0 1 1,0 0-1,-1 0 1,1 0-1,0 0 1,0 0-1,1 1 1,-1 0-1,0-1 1,1 2-1,0-1 1,-3 3-3,-2 4 3,1 0 1,0 0-1,1 0 0,0 1 1,1 0-1,0 0 0,1 1 1,0-1-1,0 1 1,1 0-1,1 0 0,0 0 1,1 0-1,0 0 0,1 0 1,0 1-1,1-1 0,1 0 1,0 2-4,2-7 0,0 0-1,0 0 1,1 0 0,0 0-1,1-1 1,-1 1 0,1-1-1,1-1 1,-1 1 0,1-1 0,0-1-1,0 1 1,0-1 0,0 0-1,1-1 1,0 1 0,0-1-1,0-1 1,0 0 0,0 0 0,0-1-1,1 1 1,-1-2 0,0 1-1,1-1 1,-1-1 0,1 0 0,-1 0-1,0 0 1,0-1 0,0 0-1,0-1 1,0 0 0,0 0-1,0 0 1,5-5 0,-3 4 10,-1-1-1,1-1 1,-1 0-1,0 0 1,0-1-1,-1 0 1,0-1-1,0 0 1,-1 0-1,0 0 1,0-1-1,-1 0 1,0 0-1,-1-1 1,0 0-1,0 0 1,-1 0-1,0 0 1,-1-1 0,0 1-1,-1-1 1,0 0-1,-1 0 1,0 0-1,0 0 1,-1 0-1,-1 0 1,0 0-1,-1-1-9,-5 3 5,-1 0 0,0 1 0,0 0 0,-1 0 0,1 1 0,-2 0 1,1 1-1,-1 0 0,0 0 0,-1 1 0,1 1 0,-1-1 0,0 2 0,0 0 0,0 0 0,0 1 0,-1 0 0,1 1 0,-1 0 0,1 1 0,-1 0 0,1 1 0,-5 0-5,9-2 38,1 0 0,-1 1 0,0 0 0,0 0 0,0 0 0,1 1 0,-1 0 0,0 0 1,0 1-1,1-1 0,-1 2 0,1-1 0,0 1 0,-1 0 0,1 0 0,0 0 0,1 1 0,-1 0 0,1 0 0,0 1 0,0-1 0,0 1 0,0 0 0,1 1 0,0-1 0,0 1 0,0 0 0,1 0 0,0 0 0,0 0 0,0 3-38,-1-1-4,2 0 1,-1 0-1,1 1 0,1-1 1,-1 0-1,1 1 0,1 0 1,0-1-1,0 1 0,0-1 1,1 1-1,1-1 0,-1 1 1,1-1-1,1 0 0,-1 0 1,1 0-1,1 0 0,0 0 0,0-1 1,0 1-1,1-1 0,0 0 1,0-1-1,1 1 0,0-1 1,0 0-1,1 0 0,-1-1 1,1 0-1,0 0 0,1-1 1,-1 0-1,1 0 0,0 0 0,0-1 1,0 0-1,2 0 4,0 0-26,-1 0 1,1 0-1,0-1 0,-1 0 0,1 0 0,0-1 1,0-1-1,0 0 0,0 0 0,0-1 0,0 0 1,0 0-1,0-1 0,0-1 0,0 0 0,-1 0 1,0-1-1,1 0 0,-1 0 0,-1-1 0,1-1 1,-1 1-1,0-1 0,0-1 0,0 1 0,-1-1 1,0 0-1,-1-1 0,0 0 0,0 0 1,0-1-1,-1 1 0,0-1 0,-1 0 0,0 0 1,0-1-1,-1 1 0,0-2 26,-2 0 6,0 1 0,0-1-1,-1 0 1,-1 0 0,0 1 0,0-1 0,-1 1 0,0-1-1,-1 1 1,0 0 0,-1-1 0,0 2 0,0-1 0,-1 0-1,0 1 1,-1 0 0,0 0 0,-1 1 0,0 0 0,0 0-1,0 0 1,-1 1 0,-1 0 0,1 0 0,-1 1-1,0 0 1,0 1 0,-1 0 0,1 0 0,-1 1 0,0 1-1,0-1 1,-1 2 0,1-1 0,-6 1-6,9 2-44,0 0 0,0 1 0,0 0-1,0 1 1,0 0 0,0 0 0,0 0 0,1 1 0,-1 0 0,1 0 0,0 1-1,0-1 1,0 1 0,0 1 0,0-1 0,1 1 0,0 0 0,0 0-1,1 1 1,-1-1 0,1 1 0,0 0 0,0 0 0,1 0 0,0 1 0,0 0-1,1-1 1,-1 1 0,2 0 0,-1 0 0,1 0 0,0 0 0,0 1 44,-8 37-3772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5:55.130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182 0 9274,'0'0'1598,"0"0"-678,0 0-383,0 0 2,0 0 228,0 0 385,-15 24-1,-46 80-315,57-94-743,1 0-1,0 0 1,0 0 0,1 0-1,1 1 1,0-1-1,0 0 1,1 1 0,0-1-1,1 1 1,0-1-1,0 0 1,1 1 0,1-1-1,0 0 1,0 0-1,1-1 1,0 1-93,-3-7 24,0 5 41,0-1 1,0 1-1,1 0 0,0-1 0,0 1 0,1-1 0,0 0 0,0 0 1,1 0-1,0 0 0,0-1 0,1 0 0,-1 1 0,1-1 1,1-1-1,-1 1 0,1-1 0,0 0 0,0 0 0,0-1 0,1 0 1,0 0-1,0 0 0,0-1 0,0 0 0,0-1 0,0 1 0,1-1 1,0-1-1,-1 1 0,1-1 0,0-1 0,-1 1 0,1-1-65,-1-5 42,1 1 1,-2-1-1,1 0 0,0-1 0,-1 1 0,0-1 0,-1 0 0,1-1 0,-1 0 0,0 1 0,-1-2 0,1 1 0,-2 0 0,1-1 0,-1 0 0,0 0 0,0 0 0,-1 0 0,0 0 0,-1 0 0,1-8-42,1 6-8,-1 1 1,0-1-1,0 0 0,-1 0 0,0 0 0,0 0 0,-1 0 0,-1 0 1,0 1-1,0-1 0,-1 0 0,0 0 0,0 1 0,-1-1 0,-1 1 1,0 0-1,0 0 0,0 0 0,-1 0 0,-1 1 0,0 0 1,0 0-1,0 0 0,-1 1 0,0 0 0,0 0 0,-1 1 0,0 0 1,0 0-1,0 1 0,-1 0 0,0 0 0,0 1 0,0 0 0,0 1 1,-8-2 7,10 3 19,-1 0 1,0 1 0,0 0 0,0 1 0,0-1 0,0 1 0,0 1-1,0 0 1,0 0 0,0 0 0,1 1 0,-1 0 0,0 1 0,1 0-1,0 0 1,-1 0 0,1 1 0,1 0 0,-1 1 0,0-1 0,1 1-1,0 1 1,0-1 0,1 1 0,-1 0 0,1 0 0,1 0 0,-1 1 0,1 0-1,0 0 1,0 0 0,1 0 0,0 1 0,1-1 0,-1 1 0,1 0-1,0 4-19,1-3-6,-1 1-1,2 0 1,0 0-1,0-1 1,0 1-1,1 0 0,1 0 1,0-1-1,0 1 1,1-1-1,0 0 1,0 0-1,1 0 1,1 0-1,-1 0 0,1-1 1,1 0-1,0 0 1,0 0-1,0-1 1,1 0-1,0 0 0,0-1 1,1 1-1,0-2 1,0 1-1,0-1 1,1 0-1,-1-1 1,1 0-1,1 0 0,-1-1 1,0-1-1,1 1 1,-1-1-1,1-1 1,0 0-1,1 0 7,-7 0-3,0 1 0,0-1 0,0 0 0,1-1 0,-1 1 0,0-1 0,0 0 1,1 0-1,-1 0 0,0 0 0,0-1 0,0 0 0,1 0 0,-1 0 0,0 0 0,0-1 0,0 1 0,-1-1 0,1 0 0,0 0 1,-1-1-1,1 1 0,-1-1 0,0 0 0,0 1 0,0-1 0,0-1 0,0 1 0,0 0 0,-1-1 0,0 1 0,0-1 0,0 0 0,0 0 1,-1 0-1,1 0 0,-1 0 0,0 0 0,0 0 0,0 0 0,0-4 3,-4-10 3,-1 1-1,0-1 1,-1 1 0,0 0-1,-2 0 1,0 1 0,-1 0-1,-1 0 1,0 0 0,-1 1-1,0 1 1,-2 0 0,1 0-1,-2 1 1,-11-9-3,23 20-3,1 1 5,0 1 0,0-1 0,-1 0 0,1 0 0,0 0 0,0 1 0,0-1 0,0 0 0,-1 0 0,1 1-1,0-1 1,-1 0 0,1 0 0,-1 1 0,1-1 0,-1 1 0,1-1 0,-1 0 0,1 1 0,-1-1 0,0 1 0,1-1 0,-1 1 0,0-1 0,1 1 0,-1 0 0,0-1 0,1 1 0,-1 0 0,0-1 0,0 1 0,0 0 0,1 0 0,-1 0 0,0 0 0,0 0 0,0 0 0,1 0 0,-1 0 0,0 0-1,0 0 1,0 0 0,1 1 0,-1-1 0,0 0 0,0 1 0,1-1 0,-1 0 0,0 1 0,1-1 0,-1 1 0,0-1 0,1 1 0,-1-1 0,0 1 0,1-1 0,-1 1 0,1 0 0,0-1 0,-1 1 0,1 0 0,-1-1 0,1 1 0,0 0-2,0 277 268,0-277-272,1 0 0,0 1-1,0-1 1,-1 0 0,1 0 0,0 0 0,0 1 0,0-1 0,1 0 0,-1 0 0,0-1 0,0 1-1,0 0 1,1 0 0,-1-1 0,0 1 0,1 0 0,-1-1 0,1 1 0,-1-1 0,1 0-1,-1 0 1,1 1 0,-1-1 0,1 0 0,-1 0 0,1 0 0,-1 0 0,1-1 0,-1 1 0,0 0-1,1-1 1,-1 1 0,1-1 0,-1 1 0,0-1 0,1 0 0,-1 1 0,0-1 0,0 0 0,1 0-1,-1 0 1,0 0 0,0 0 0,0 0 0,0 0 0,0-1 0,0 1 0,-1 0 0,1 0 0,0-1-1,-1 1 1,1-1 4,21-109-326,-22 109 207,0-1 1,0 0-1,-1 1 1,1-1-1,0 0 0,-1 1 1,1-1-1,-1 1 1,0-1-1,0 1 0,0 0 1,0-1-1,-1 1 1,1 0-1,0-1 0,-1 1 1,0 0-1,1 0 1,-1 0-1,0 1 0,0-1 1,0 0-1,0 1 1,-1-1-1,1 1 0,0 0 1,0 0-1,-1 0 1,1 0-1,-1 0 0,1 0 1,-1 1-1,1-1 1,-1 1-1,0-1 0,1 1 1,-1 0-1,0 0 1,1 0-1,-2 1 119,-18 7-3161,6 9-2033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6:19.26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160 78 7378,'0'0'2771,"0"0"-1165,0 0-746,0 0-167,0 0-110,0 0-52,-14 1-322,-40 9-92,51-8-107,0 1 0,1-1 0,-1 1 0,1 0-1,0-1 1,-1 1 0,1 0 0,0 0 0,1 0-1,-1 1 1,0-1 0,1 0 0,0 1 0,0-1-1,0 1 1,0-1 0,1 1 0,-1-1 0,1 1-1,0 0 1,0-1 0,0 1 0,1 2-10,-2 2 23,0 5 35,-1-9-26,0 1-1,1-1 0,-1 1 1,1 0-1,0-1 1,0 1-1,0 0 0,1 0 1,0 0-1,0-1 1,0 1-1,0 0 0,1 0 1,0 0-1,0-1 1,0 1-1,0 0 1,1-1-1,0 1 0,0-1 1,0 0-1,1 0 1,-1 1-1,1-1 0,0-1 1,0 1-1,0 0 1,1-1-1,-1 0 0,1 0 1,0 0-1,0 0 1,0 0-1,0-1 0,0 0 1,0 0-1,1 0 1,-1 0-1,1-1 0,4 2-31,-4-4 16,0 1 0,0-1-1,0 0 1,0 0 0,0-1-1,0 0 1,0 0 0,0 0-1,-1 0 1,1-1 0,-1 1-1,1-1 1,-1 0-1,0-1 1,0 1 0,-1-1-1,1 0 1,-1 1 0,0-2-1,1 1 1,-2 0 0,1-1-1,-1 1 1,1-1 0,-1 0-1,0 1 1,-1-1 0,1 0-1,-1 0 1,0 0-1,-1-1 1,1 1 0,-1 0-1,0 0 1,0 0 0,0 0-1,-1-1-15,-2 3 15,1-1 0,-2 0 0,1 1 0,0-1 0,-1 1 0,1 0 0,-1 0 0,0 0-1,0 1 1,0-1 0,0 1 0,-1 0 0,1 0 0,0 0 0,-1 1 0,0 0 0,1 0 0,-1 0 0,0 0 0,1 1-1,-1-1 1,-3 2-15,-59-8 376,79 38-710,89 59 297,-98-88 37,0 0 0,0-1 1,1 1-1,-1-1 0,0 0 0,1 0 0,-1 0 1,0-1-1,1 1 0,-1-1 0,1 0 0,-1 0 1,1 0-1,-1 0 0,1-1 0,-1 1 0,1-1 1,-1 0-1,1 0 0,-1 0 0,0-1 0,0 1 1,0-1-1,0 0 0,0 1 0,0-1 0,0-1 1,0 1-1,-1 0 0,1-1 0,-1 1 0,0-1 1,1 0-1,-1 0 0,-1 0 0,1 0 0,0 0 0,0-1 17,0-1 0,0 1 0,0-1 0,-1 0 0,0 1 0,0-1 0,0 0 0,0 0 0,-1 0 0,0 0 0,0 0 0,0 1 0,0-1 0,-1 0-1,0 0 1,0 0 0,0 1 0,-1-1 0,0 0 0,1 1 0,-2-1 0,1 1 0,0 0 0,-1 0 0,0 0 0,0 0 0,0 0 0,0 0 0,-1 1 0,1 0 0,-5-3-17,-134-80 569,139 85-578,0-1 0,0 0 0,0 1 0,0-1 0,0 1 0,0 0 0,-1 0 0,1 1 0,0-1 0,-1 0 0,1 1 0,0 0 0,-1 0 0,1 0 0,0 0 0,-1 1 0,1-1 0,0 1 0,-1 0 0,1 0 0,0 0 0,0 0-1,0 1 1,0-1 0,0 1 0,0 0 0,0-1 0,0 1 0,1 1 0,-1-1 0,1 0 0,-1 1 0,1-1 0,0 1 0,0 0 0,0 0 0,1-1 0,-1 1 0,1 1 0,-1-1 0,1 0 0,0 0 0,0 0 0,0 2 9,-2 5-3,0 1 0,0-1 0,1 1 0,0 0-1,1 0 1,0 0 0,1-1 0,0 1 0,1 0 0,0 0 0,1 0 0,0 0 0,1-1 0,0 1 0,0-1 0,1 0 0,1 0 0,0 0 0,0 0-1,5 5 4,-6-12 16,1-1-1,0 1 0,0-1 1,0-1-1,0 1 0,0 0 0,0-1 1,1 0-1,-1-1 0,0 1 0,1-1 1,-1 0-1,0 0 0,1 0 1,-1-1-1,0 0 0,1 0 0,-1-1 1,0 1-1,0-1 0,0 0 0,0 0 1,0-1-1,-1 1 0,1-1 0,-1 0 1,1-1-1,-1 1 0,0-1 1,0 1-1,-1-1 0,1 0 0,-1-1 1,0 1-1,0-1 0,0 1 0,-1-1 1,1 0-1,-1 0 0,1-3-15,-1 1 3,0 0 1,-1 1-1,1-1 0,-1 0 0,0 0 0,-1 0 0,0 0 0,0 0 1,0 0-1,-1 0 0,0 0 0,-1 0 0,1 0 0,-1 0 0,0 1 1,-1-1-1,0 1 0,0-1 0,0 1 0,-1 0 0,0 0 0,0 1 1,0-1-1,-1 1 0,0 0 0,0 0 0,0 1 0,-1-1 0,1 1 0,-1 0 1,0 0-1,0 1 0,-1 0 0,1 0 0,-1 1 0,1-1 0,-1 1 1,0 1-1,0-1 0,0 1 0,0 0 0,0 1 0,0 0 0,0 0 1,-1 1-4,4 1 11,0 1 1,0 0-1,0 0 0,0 0 1,1 1-1,-1-1 1,1 1-1,0 0 1,0 0-1,0 0 1,1 0-1,-1 1 0,1-1 1,0 1-1,0-1 1,1 1-1,-1 0 1,1 0-1,0 0 1,0-1-1,1 1 0,0 0 1,-1 0-1,2 0 1,-1 0-1,0 0 1,1 0-1,0 0 1,0 0-1,1 0 1,1 2-13,-3 17 11,-1-18-10,0 0 0,1 0 1,0 0-1,0 1 1,0-1-1,0 0 0,1 0 1,0 0-1,0 0 1,1 0-1,0 0 0,0-1 1,0 1-1,1 0 0,-1-1 1,1 0-1,1 1 1,-1-1-1,1 0 0,0-1 1,0 1-1,0-1 0,1 0 1,-1 0-1,1 0 1,0 0-1,0-1 0,1 0 1,-1 0-1,1 0 1,-1-1-1,1 0 0,0 0 1,0 0-1,0-1 0,0 0 1,0 0-1,0-1 1,0 1-1,0-1 0,0-1 1,1 1-1,-2-4 8,-1 0 0,0-1 0,1 1 0,-2-1 0,1 0 0,-1 0 0,1 0 0,-1 0 1,-1-1-1,1 1 0,-1-1 0,0 0 0,0 0 0,-1 1 0,1-1 0,-1 0 0,-1 0 0,1-1 1,-1 1-1,0 0 0,0 0 0,-1 0 0,0 0 0,0 0 0,0 0 0,-1 0 0,0 1 0,0-1 0,-3-4-8,3 2 6,-1-1 0,-1 1 0,0 1 0,0-1 0,0 0 0,-1 1 0,0 0-1,0 0 1,-1 1 0,0-1 0,0 1 0,-1 0 0,0 1 0,1 0-1,-2 0 1,1 0 0,-1 1 0,1 0 0,-1 0 0,-1 1 0,1 0 0,0 1-1,-1 0 1,1 0 0,-1 0-6,-13 67-3726,21-35 1211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08.21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3105,'0'0'0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09.30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195 120 4961,'74'-51'1079,"-61"29"4417,-60 9-2962,44 12-2487,0 1 0,0 0 1,0 0-1,0 0 1,0 0-1,0 1 0,0-1 1,0 1-1,0 0 0,0-1 1,1 2-1,-1-1 1,0 0-1,0 0 0,1 1 1,-1-1-1,1 1 1,-1 0-1,1 0 0,0 0 1,0 0-1,0 0 0,0 1 1,0-1-1,0 0 1,1 1-1,-1 0 0,1-1 1,-1 1-1,1 0 0,0 0 1,0-1-1,0 1 1,1 0-1,-1 0 0,1 3-47,-11 27 82,2 1 1,1 0-1,2 0 0,1 1 0,1-1 0,3 1 0,1 7-82,2-38 11,1 1 0,-1-1-1,1 1 1,1-1 0,-1 0 0,0-1 0,1 1-1,0-1 1,0 1 0,0-1 0,0 0-1,1 0 1,-1-1 0,1 1 0,0-1-1,-1 0 1,1-1 0,0 1 0,0-1-1,0 0 1,1 0 0,-1 0 0,0-1-1,0 0 1,0 0 0,0 0 0,1 0 0,-1-1-1,0 0 1,0 0 0,0-1-11,2 2 9,4-1-3,0 0-1,0-1 1,-1-1 0,0 0-1,1 0 1,-1-1 0,0 0 0,0 0-1,-1-2 1,0 1 0,1-1-1,-2 0 1,1-1 0,-1 0 0,0 0-1,0-1 1,-1 0 0,0 0-1,-1-1 1,0 0 0,0 0-1,-1 0 1,0-1 0,0 0 0,-1 0-1,0 0 1,-1 0 0,-1-1-1,1 1 1,-1-1 0,-1 0 0,0-2-6,0 6 1,0 0 0,0 0 0,-1 0 0,0 0 0,0 0 0,-1 0 0,0 0 0,0 1 0,-1-1 0,1 0 0,-1 0 0,-1 1 0,1-1 1,-1 1-1,-1 0 0,1 0 0,-1 0 0,0 0 0,0 1 0,0-1 0,-1 1 0,0 0 0,0 0 0,-1 1 0,1 0 0,-1 0 0,0 0 0,0 0 1,0 1-1,0 0 0,-1 0 0,1 1 0,-1 0 0,0 0 0,0 0-1,-3 1 0,0 0 0,0 1-1,0 0 1,0 1 0,0 0 0,0 0 0,0 1-1,1 0 1,-1 1 0,1 0 0,-1 0 0,1 1-1,0 1 1,0-1 0,1 1 0,-1 1 0,1 0-1,0 0 1,1 0 0,-1 1 0,1 0 0,1 1-1,-1-1 1,1 1 0,1 1 0,0-1 0,-2 4 0,-3 4-5,1 0 0,0 0 0,1 1 0,1 0 1,1 1-1,0-1 0,1 1 0,1 0 0,1 1 1,1-1-1,0 1 0,1-1 0,1 1 0,1-1 1,1 4 4,0-14 17,0 0 0,1 0 1,0 0-1,0 0 0,1-1 1,0 0-1,1 0 0,-1 0 1,1 0-1,0 0 0,1-1 1,0 0-1,0-1 0,0 1 1,0-1-1,1 0 0,0 0 1,0-1-1,1 0 0,-1 0 1,1-1-1,-1 0 0,1 0 1,0-1-1,0 0 0,1-1 1,-1 1-1,0-2 0,0 1 1,1-1-1,-1 0 0,0-1 1,1 0-1,-1 0 0,0-1 1,0 0-1,1 0-17,3-4 26,-1 0 0,0 0 0,0-1 0,-1 0 0,0-1 0,0 0 0,-1 0 0,0-1 0,-1-1 0,0 1 1,0-1-1,-1-1 0,0 1 0,-1-1 0,0 0 0,-1-1 0,0 0 0,0 1 0,0-6-26,-1 6-2,0 0 0,0-1 0,-1 1-1,0-1 1,-1 0 0,0 1 0,-1-1 0,-1 0 0,0 0 0,0 0 0,-1 0 0,-1 0 0,0 1 0,0-1-1,-1 1 1,-1-1 0,0 1 0,0 0 0,-1 0 0,-1 1 0,1-1 0,-2 1 0,0 0 0,0 1-1,0 0 1,-1 0 0,-1 1 0,1-1 0,-2 2 0,1-1 0,-1 2 0,0-1 0,0 1 0,0 1-1,-11-4 3,11 6-1,0 1-1,0 1 0,0-1 1,0 2-1,0 0 0,-1 0 1,1 1-1,0 0 0,0 0 0,0 1 1,0 1-1,0 0 0,1 0 1,-1 1-1,1 0 0,0 0 0,0 1 1,0 0-1,0 1 0,1 0 1,0 1-1,1-1 0,-1 1 0,1 1 1,0-1-1,1 1 0,0 1 1,0-1-1,1 1 0,0 0 1,1 0-1,0 0 0,0 1 0,1 0 1,0-1-1,0 1 0,1 0 1,1 0-1,-1 7 2,0-10-1,0 1 1,0-1-1,0 1 1,1-1-1,0 1 0,1-1 1,-1 1-1,1 0 1,1-1-1,0 1 0,0-1 1,0 1-1,1-1 1,0 1-1,1-1 1,-1 0-1,1 0 0,1 0 1,-1 0-1,1-1 1,0 0-1,1 1 1,0-1-1,0-1 0,0 1 1,0-1-1,1 0 1,0 0-1,0 0 1,0-1-1,1 0 0,0 0 1,-1-1-1,1 0 1,1 0-1,-1 0 0,5 0 1,4 0 36,0-1-1,0-1 0,0-1 0,0 0 0,1-1 0,-1 0 0,0-2 0,0 0 0,-1 0 0,1-2 0,-1 0 0,1 0 0,-2-2 0,1 0 0,-1 0 0,0-2 0,0 0 0,-1 0 0,0-1 0,-1-1 0,0 0 0,5-7-35,-15 16 6,0 0-1,0-1 0,0 1 1,0-1-1,0 1 1,-1-1-1,1 0 0,-1 0 1,0 0-1,0 0 0,0 0 1,0 0-1,0 0 1,-1 0-1,1 0 0,-1 0 1,0 0-1,0 0 0,0 0 1,0 0-1,-1-1 1,1 1-1,-1 0 0,0 0 1,0 0-1,0 0 0,0 0 1,0 1-1,-1-1 1,1 0-1,-1 1 0,0-1 1,1 0-1,-1 1 0,-1 0 1,1 0-1,0-1 1,-1 1-1,1 1 0,-1-1 1,1 0-1,-1 0 0,0 1-5,-131-45 12,117 42-10,1 0-1,-1 1 1,0 1 0,-1 1-1,1 0 1,0 1-1,0 1 1,0 1 0,0 0-1,0 1 1,0 1 0,0 1-1,1 0 1,0 1-1,0 1 1,0 0 0,1 1-1,-5 4-1,18-10-13,0 1-1,0 0 1,0-1-1,0 1 1,1 0-1,-1 0 1,1 0-1,0 0 0,0 0 1,0 0-1,0 1 1,0-1-1,1 0 1,-1 0-1,1 1 1,0-1-1,0 0 1,0 1-1,1-1 1,-1 0-1,1 0 0,0 1 1,-1-1-1,1 0 1,1 0-1,-1 0 1,0 0-1,1 1 14,36 46-3333,0-17-2254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12.77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102 1 5281,'0'0'1272,"0"0"571,0 0-817,0 0-284,-8 18-300,-27 64 262,24 46 1692,11-117-2313,0-1 1,1 0-1,0 0 1,1 0-1,0-1 1,0 1 0,1 0-1,0-1 1,1 1-1,0-1 1,1 0-1,0 0 1,0-1 0,1 0-1,0 1 1,0-2-1,1 1 1,0-1-1,0 0 1,1-1 0,0 1-1,0-1 1,0-1-1,1 0 1,0 0 0,0-1-1,0 0 1,1 0-1,-1-1 1,1 0-1,0-1 1,0 0 0,5 0-84,-9 0 15,0 0 1,-1 0-1,1 0 1,0-1 0,1 0-1,-1-1 1,0 1-1,0-1 1,0 0 0,0 0-1,1-1 1,-1 0-1,0 0 1,0-1 0,0 1-1,0-1 1,-1 0 0,1-1-1,0 0 1,-1 1-1,0-2 1,0 1 0,0-1-1,0 0 1,0 0-1,-1 0 1,1 0 0,-1-1-1,0 0 1,-1 0-1,1 0 1,-1 0 0,0 0-1,1-4-15,-3-1-5,0 1-1,-1 0 0,-1 0 0,0 0 0,0 0 1,0 0-1,-1 0 0,-1 0 0,1 0 1,-2 1-1,1-1 0,-1 1 0,0 0 0,-1 0 1,0 0-1,0 0 0,0 1 0,-1 0 0,-1 0 1,1 1-1,-1 0 0,0 0 0,0 0 1,-1 1-1,1 0 0,-1 0 0,-6-2 6,1 0 167,-1 0 0,0 0-1,0 1 1,0 1 0,0 1-1,-1 0 1,0 0 0,0 2 0,0-1-1,0 2 1,-1 0 0,1 1-1,0 1 1,-9 1-167,19-1 63,1 1 1,-1-1-1,1 1 0,-1 0 0,1 0 1,-1 1-1,1-1 0,0 1 0,0 0 1,0 0-1,1 0 0,-1 0 0,1 1 1,0 0-1,0-1 0,0 1 0,0 0 0,0 1 1,1-1-1,0 0 0,0 1 0,0-1 1,1 1-1,-1 0 0,1-1 0,0 1 1,0 0-1,1 2-63,-3 140 522,5-137-497,0 0 0,1 0 1,0-1-1,0 1 1,1-1-1,0 0 1,1 0-1,0 0 1,0 0-1,1-1 1,0 0-1,1 0 0,0-1 1,0 0-1,0 0 1,1 0-1,0-1 1,0 0-1,1-1 1,0 0-1,0 0 0,0-1 1,0 0-1,1-1 1,-1 0-1,1 0 1,0-1-1,0 0 1,0-1-1,0 0 1,0 0-1,0-1 0,0-1 1,0 0-1,0 0 1,10-3-26,-10-1 0,0-1 1,0-1-1,0 0 0,-1 0 1,0-1-1,-1 0 0,1 0 1,-2-1-1,1 0 0,-1 0 1,0-1-1,-1 0 1,0 0-1,-1-1 0,0 0 1,-1 0-1,0 0 0,-1 0 1,0 0-1,0-1 0,-1 0 1,-1 1-1,0-1 1,-1 0-1,0 0 0,-1 1 1,0-1-1,-1 0 0,-1-6 0,2 9-2,0 0-1,-1-1 0,0 1 0,0 0 0,-1 0 1,0 1-1,0-1 0,-1 0 0,-1 1 0,1 0 1,-1 0-1,0 0 0,-1 1 0,0 0 0,0 0 1,-1 0-1,0 1 0,0 0 0,0 0 0,-1 1 1,0 0-1,0 0 0,0 0 0,0 1 0,-1 1 1,0 0-1,0 0 0,0 0 0,0 1 0,-9-1 3,12 6 8,1 0 0,-1 1 0,1-1-1,0 1 1,0 0 0,0 0 0,1 1-1,0-1 1,0 1 0,0 0 0,0 0-1,1 0 1,-1 1 0,1 0 0,1-1-1,-1 1 1,1 0 0,0 0 0,0 0 0,1 0-1,0 0 1,0 1 0,0-1 0,1 0-1,0 1 1,0-1 0,1 6-8,-2-4 4,-1-1 0,1 0 0,0 1 0,1-1 0,0 0 0,0 1 0,1-1 0,-1 1 0,2-1 0,-1 0 0,1 1 0,0-1 0,0 0 0,1 0 0,0-1 0,0 1 0,1 0 0,0-1 0,0 0 0,1 0 0,-1 0 0,1-1 0,0 1 0,1-1 0,-1 0 0,1-1 0,0 1 0,0-1 0,1 0 0,-1-1 0,1 0 0,0 0 0,0 0 0,0-1 0,0 0 0,0 0 0,2 0-4,2-2 5,-1 0 0,1 0 0,-1-1-1,1 0 1,-1-1 0,0 0 0,1-1 0,-1 0 0,-1 0 0,1-1 0,0-1 0,-1 0 0,0 0-1,0 0 1,0-1 0,-1-1 0,0 0 0,0 0 0,-1 0 0,1-1 0,-2 0 0,1 0 0,-1-1-1,0 1 1,-1-1 0,0-1 0,-1 1 0,0-1 0,0 0 0,-1 0 0,0 0 0,-1 0 0,0-1-1,0 1 1,-2 0 0,1-1 0,-1 1 0,0-1 0,-1 1 0,-2-9-5,2 14-2,-1 1 0,0-1 0,0 1 0,0-1 0,0 1 0,-1-1 0,0 1 1,0 0-1,0 1 0,0-1 0,-1 0 0,1 1 0,-1 0 0,0-1 0,0 2 0,0-1 0,0 0 0,-1 1 0,1 0 1,-1 0-1,1 0 0,-1 0 0,0 1 0,1 0 0,-1 0 0,0 0 0,0 1 0,0-1 0,-3 1 2,-145 22 296,140-17-284,1 1 1,1 0 0,-1 1-1,1 1 1,0 0-1,1 0 1,0 1-1,0 0 1,1 0-1,0 1 1,0 1 0,1 0-1,1 0 1,0 0-1,0 1 1,1 0-1,1 0 1,0 0-1,1 1 1,0 0-1,1 0 1,-2 10-13,31 32-3029,38-38-7421,-19-16 2032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16.79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225 218 5673,'0'0'586,"0"0"-377,0 0 379,0 0 1599,0 0-696,0 0-869,-3-12 1345,118 6-930,372 21 1700,154-1-1789,-450-15-797,-190 0-109,1 0 1,-1 0 0,0-1-1,1 1 1,-1 0-1,0-1 1,1 1 0,-1-1-1,0 0 1,0 1-1,0-1 1,-1 0 0,1 0-1,0 1 1,-1-1-1,1 0 1,-1 0-1,0 0 1,1 0 0,-1 0-1,0 0 1,0 0-1,0 0 1,0 0 0,-1 1-1,1-1 1,0 0-1,-1 0 1,0 0-1,1 0 1,-1 0 0,0 1-1,0-1 1,0 0-1,0 1 1,0-1 0,0 1-1,0-1 1,-1 1-1,1-1 1,0 1 0,-1 0-1,1 0 1,-1 0-1,0-1-42,-339-47 2185,289 43-2122,0 1 1,-1 3-1,1 2 1,-1 3-1,1 2 0,-1 2 1,-39 11-64,-440 31 77,227-31-87,304-17 2,-1 0 0,1 0 1,0 0-1,0 1 1,0-1-1,0 0 1,0 1-1,0-1 1,0 1-1,0-1 1,0 1-1,1 0 1,-1-1-1,1 1 1,-1-1-1,1 1 1,-1 0-1,1 0 1,0-1-1,0 1 0,0 0 1,0-1-1,0 1 1,1 0-1,-1-1 1,0 1-1,1 0 1,-1-1-1,1 1 1,0 0-1,-1-1 1,1 1-1,0-1 1,0 1-1,0-1 1,0 0-1,0 1 1,0-1-1,0 0 0,1 0 1,-1 0-1,0 0 1,1 0-1,-1 0 1,2 1 7,23 14-1,0 0 1,2-1-1,0-2 0,0-1 1,1-1-1,1-2 0,0-1 1,0-1-1,1-1 0,-1-2 1,23 0 0,-33-1-8,47 3 35,0-2 1,0-3-1,0-3 0,0-3 1,-1-3-1,66-16-27,234-63 67,-170 56-56,-167 29-11,0 0 1,0-2-1,0-1 1,-1-1-1,1-1 1,-2-2 0,1-1-1,27-46-189,-56 50 206,-1-1 0,0 1 0,-1 0 0,1-1 0,-1 1 1,0 0-1,-1 0 0,0 1 0,0-1 0,0 1 0,0 0 0,-1 0 0,0 0 0,0 1 0,0 0 0,0 0 0,-1 0 0,0 0 0,0 1 0,0 0 0,0 0 0,0 1 0,0-1 0,-1 1 0,0 1 0,1-1 0,-1 1 0,-6 0-17,-7-3 28,0 0 0,0 2 1,0 0-1,0 1 1,0 1-1,0 1 0,0 1 1,-1 1-1,2 0 0,-1 1 1,0 2-1,1 0 1,0 1-1,0 1-28,-8 0 25,0-1 0,-1-1 0,0-2-1,0-1 1,0 0 0,0-3 0,0 0 0,-17-3-25,-29 1-8,-538-55 18,599 57-17,0 0-1,-1 1 0,1 1 0,0 0 0,0 1 1,0 0-1,1 1 0,-1 0 0,1 1 0,0 1 0,0 0 1,0 1-1,1 0 0,-1 1 8,10-4-13,-1 1 0,1 0 0,1 0 1,-1 0-1,0 0 0,1 0 0,0 1 0,1-1 0,-1 0 0,1 1 0,0-1 1,0 0-1,0 0 0,1 1 0,0-1 0,0 0 0,0 0 0,1 0 0,0 0 1,0 0-1,0 0 0,0 0 0,3 2 13,212 240-24,-209-243 17,1 0-1,-1 0 1,0-1 0,1 0 0,0 0-1,0-1 1,0 0 0,0-1 0,0 0-1,0 0 1,0-1 0,0 0 0,0 0-1,1-1 1,-1-1 0,0 1 0,0-2-1,-1 1 1,1-1 0,0 0 0,-1-1-1,0 0 1,0 0 0,0-1 0,0 0-1,-1 0 1,0-1 0,0 0 7,34-15-13,32-4-24,1 2 0,1 4-1,0 3 1,1 3 0,1 4 0,0 3 0,0 3 0,0 4 0,4 3 37,-23-4-13,145 9-624,-198-49-1049,49-42 496,-51 6 1285,-35 61-9738,22 12 8856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25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5633,'0'0'1326,"0"0"2433,0 0-2317,22 0-1117,363 0 4122,-200-2-4145,-185 2-417,1 1-1,-1-1 0,1 0 1,-1 1-1,0-1 0,1 1 0,-1-1 1,1 1-1,-1-1 0,0 1 1,0-1-1,1 1 0,-1-1 1,0 1-1,0-1 0,1 1 0,-1-1 1,0 1-1,0-1 0,0 1 1,0 0-1,0-1 0,0 1 1,0-1-1,0 1 0,0 0 0,0-1 1,0 1-1,0-1 0,0 1 1,-1-1-1,1 1 0,0-1 1,0 1-1,-1-1 0,1 1 0,0-1 1,-1 1-1,1-1 0,0 1 1,-1-1-1,1 1 0,-1-1 1,1 0-1,-1 1 0,1-1 0,-1 0 1,1 1-1,-1-1 0,1 0 1,-1 0-1,1 0 0,-1 1 1,1-1-1,-1 0 0,0 0 0,1 0 1,-1 0-1,1 0 0,-1 0 1,0 0-1,1 0 0,-1 0 1,1 0-1,-1 0 0,1-1 0,-1 1 1,1 0-1,-1 0 0,0-1 116,-21 4-1237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25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6025,'0'0'5673,"0"0"-4640,0 0-569,0 0-368,0 0 512,0 0-104,0 0 32,66 58-80,-31-52-336,10-4 288,1 1-288,1-3-240,3 0 24,9-3-1472,-12-8-3001,-5-4 2233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25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357 389 6329,'0'0'1375,"0"0"3377,0 0-1974,0 0-1763,-25-4-454,-171-12 1137,189 19-1670,0 1-1,0 1 1,0-1 0,1 1-1,0 0 1,0 0 0,1 1 0,-1 0-1,1 0 1,0 0 0,1 1-1,-1-1 1,1 1 0,1 0-1,-1 0 1,1 1 0,0-1 0,1 1-1,0-1 1,0 1 0,1 0-1,0 0 1,0 0 0,1 0-1,0 0 1,0 0 0,1 0 0,1 7-29,-3 0 46,-4 26 54,3 0-1,1 0 1,1 0-1,3 0 1,2 0-1,1-1 1,2 1-1,1-1 1,7 11-99,169 278 1624,-157-291-1618,0 0 1,-3 2 0,-1 1 0,-2 1 0,-2 0 0,-2 2-1,-2 0 1,-2 1 0,-1 1 0,-3 0 0,-2 0 0,2 32-7,-10-66 1,0-1-1,-1 0 1,0 1 0,0-1 0,-1 0 0,-1 0 0,0 0 0,0 0 0,-1-1 0,-1 1-1,1-1 1,-2 0 0,1-1 0,-2 1 0,1-1 0,-1 0 0,0 0 0,-1-1 0,0 0-1,-1-1 1,1 1 0,-1-2 0,-1 1 0,-5 2-1,-9 6-90,-1-1 1,0-1-1,0-2 0,-1 0 1,-1-2-1,0-1 0,0-1 1,-1-1-1,0-2 0,1 0 0,-1-2 1,-4-1 89,18-57-6521,14 43 4087,0-18-2612</inkml:trace>
  <inkml:trace contextRef="#ctx0" brushRef="#br0" timeOffset="535.322">693 2161 5937,'0'0'1329,"0"0"1863,-3 25-1371,-16 154 882,20-171-2617,1 0 0,-1-1 1,1 1-1,0 0 0,1-1 0,0 1 0,0-1 1,0 0-1,1 0 0,0 0 0,1 0 0,0-1 1,0 0-1,0 0 0,0 0 0,1-1 1,0 1-1,0-1 0,1-1 0,-1 1 0,1-1 1,0 0-1,0-1 0,1 0 0,-1 0 1,1 0-1,-1-1 0,1 0 0,0-1 0,0 1 1,0-1-1,-1-1 0,1 0 0,0 0 1,0-1-1,0 1 0,0-2 0,0 1 0,0-1 1,2-1-87,-1-1-39,0 0 1,0-1 0,0 0 0,0-1 0,-1 1 0,0-2 0,0 1-1,-1-1 1,0 0 0,0-1 0,0 0 0,-1 0 0,0 0 0,-1 0-1,0-1 1,0 0 0,-1 0 0,0-1 0,-1 1 0,0-1-1,0 0 1,-1 0 0,0 0 0,-1 0 0,0 0 0,0 0 0,-1 0-1,-1 0 1,0-1 0,0 1 0,-1 0 0,0 0 0,-4-9 38,-3 8 85,0 1 0,-1 0 0,0 0 0,0 1 0,-1 0 0,0 1 0,-1 1 0,0-1 0,0 2 0,-1 0 0,0 0 1,0 1-1,0 1 0,0 0 0,-1 0 0,0 2 0,0 0 0,0 0 0,1 1 0,-1 1 0,0 0 0,0 1 0,0 1 0,-9 2-85,-2 8-1839,25-12-800,4-3-2398,15-16 3189</inkml:trace>
  <inkml:trace contextRef="#ctx0" brushRef="#br0" timeOffset="1467.586">827 51 5761,'0'0'443,"0"0"739,0 0 2966,0 0-1864,0 0-1252,0 0-604,6 1 275,219-53 1200,-224 108-1046,-104 123 218,102-178-1070,0 0 0,1 0 0,-1 1 0,0-1 0,1 0 0,-1 0 0,1 1-1,-1-1 1,1 0 0,0 1 0,-1-1 0,1 0 0,0 1 0,0-1 0,0 0 0,0 1 0,0-1-1,1 0 1,-1 1 0,0-1 0,0 1 0,1-1 0,-1 0 0,1 0 0,-1 1 0,1-1-1,0 0 1,-1 0 0,1 0 0,0 0 0,0 0 0,0 1 0,0-2 0,0 1 0,0 0 0,0 0-1,0 0 1,0 0 0,1-1 0,-1 1 0,0 0 0,0-1 0,1 1 0,-1-1 0,0 0 0,1 1-1,-1-1 1,0 0 0,2 0-5,81 2 323,-60-3-344,39-1 186,21-1 81,-33 9-5004,-42-2-831,-3 2 2929</inkml:trace>
  <inkml:trace contextRef="#ctx0" brushRef="#br0" timeOffset="2104.243">1420 983 5553,'0'0'728,"0"0"246,-12 20 1908,-81 139 580,-125 254 1107,200-360-4572,18-52-345,0-8-2899,0-39-1683,0-25 2366,0 29 1697</inkml:trace>
  <inkml:trace contextRef="#ctx0" brushRef="#br0" timeOffset="2384.152">1027 1078 7050,'0'0'1110,"0"0"2622,0 0-1792,0 0-1204,0 0 157,12 13 132,284 349 4402,-274-332-5456,63 51-835,-84-81 606,0-1 0,1 1-1,-1-1 1,0 0-1,1 0 1,-1 0-1,0 1 1,0-1-1,0 0 1,0 0-1,0 0 1,0-1-1,0 1 1,0 0-1,0 0 1,-1-1-1,1 1 1,0 0-1,-1-1 1,1 1-1,-1 0 1,1-1-1,-1 1 1,0-1-1,0 1 1,0-1-1,0 1 1,0 0-1,0-1 1,0 1 0,0-1-1,0 1 1,0-1-1,-1 1 1,1-1-1,-1 1 1,0-1 258,1-7-1727,1-26-1378</inkml:trace>
  <inkml:trace contextRef="#ctx0" brushRef="#br0" timeOffset="2796.245">1603 727 6617,'0'0'324,"0"0"1129,0 0 958,0 0-873,0 0-682,0 0-65,0-4 94,39-24 2144,-24 24-2712,120-27 1974,-134 31-2323,-1 0-166,0 0-494,-29-4-8616,24-11 7489,4-6 814</inkml:trace>
  <inkml:trace contextRef="#ctx0" brushRef="#br0" timeOffset="3388.382">1983 411 7602,'0'0'1911,"0"0"2095,0 0-1791,0 0-1509,0 0-337,0 0 159,15-3 128,121-16 283,-132 22-879,0-1 1,0 1-1,-1 1 0,1-1 0,-1 0 1,1 1-1,-1 0 0,0 0 0,0 0 1,-1 0-1,1 0 0,-1 0 1,0 1-1,0-1 0,0 1 0,-1 0 1,0-1-1,0 1 0,0 0 0,0 0 1,-1 0-1,0 0 0,0-1 1,0 1-1,0 0 0,-1 0 0,0 0 1,0 0-1,0-1 0,-1 1 0,1 0 1,-1-1-1,0 1 0,0-1 1,-1 0-1,0 1-60,-2 3 42,0 0 0,0 0 1,-1-1-1,0 0 0,0 0 1,0 0-1,-1-1 0,0 0 1,0 0-1,-1-1 0,0 0 0,0 0 1,0-1-1,-3 1-42,21-46-320,-7 38 305,0 1-1,1 0 1,-1 1-1,1-1 1,-1 0 0,1 1-1,0 0 1,-1 0-1,1 0 1,0 0 0,0 1-1,0-1 1,0 1-1,-1 0 1,1 0 0,0 1-1,0-1 1,0 1-1,0 0 1,-1 0 0,1 0-1,0 0 1,-1 1-1,1-1 1,-1 1 0,1 0-1,-1 0 1,0 0-1,0 1 1,0-1 0,0 1-1,0-1 1,-1 1-1,1 0 1,-1 0 0,0 0-1,1 1 1,0 2 15,5 5 5,0 1 1,-1 0 0,-1 0 0,0 0-1,-1 1 1,0 0 0,-1 0-1,0 1 1,-1-1 0,1 10-6,-4-20 11,0 0 0,0 0 1,0 0-1,0 0 0,-1 0 1,0 0-1,1 0 0,-1-1 0,0 1 1,0 0-1,-1 0 0,1-1 1,0 1-1,-1-1 0,0 1 1,1-1-1,-1 1 0,0-1 0,0 0 1,-1 0-1,1 0 0,0 0 1,-1 0-1,1-1 0,-1 1 1,1-1-1,-1 0 0,0 1 1,1-1-1,-1 0 0,0-1 0,0 1 1,0 0-1,0-1 0,0 0 1,0 0-1,0 1 0,-2-2-11,-70 16-2007,50-13-1682,0-1-3388,22-1 5336</inkml:trace>
  <inkml:trace contextRef="#ctx0" brushRef="#br0" timeOffset="4125.395">2569 829 7034,'0'0'1921,"0"0"3071,0 0-2797,-14 22-1611,-43 75-262,51-84-182,1-1-1,-1 1 1,2 0 0,0 1 0,0-1 0,2 1 0,-1-1 0,2 1-1,0 0 1,0 0 0,1-1 0,1 1 0,0 0 0,2 3-140,-3-13 18,2 3 19,1-1 0,-1 0-1,1 1 1,0-1 0,1 0 0,-1 0 0,1-1-1,1 1 1,-1-1 0,1 0 0,-1 0 0,1 0-1,1-1 1,-1 0 0,1 0 0,0 0 0,0-1 0,0 1-1,0-2 1,0 1 0,1 0 0,-1-1 0,1-1-1,0 1 1,-1-1 0,1 0 0,0 0 0,0-1-1,0 0 1,0 0 0,-1-1 0,1 0 0,0 0-1,0 0 1,-1-1 0,1 0 0,-1 0 0,1-1-1,-1 0 1,0 0 0,0-1 0,1 0-37,2-3-68,-1 1 1,0-1-1,0-1 0,-1 0 1,0 0-1,0 0 1,-1-1-1,0 0 1,-1 0-1,0 0 0,0-1 1,-1 0-1,0 0 1,-1 0-1,0 0 1,0 0-1,-1-1 0,-1 1 1,0-1-1,0 0 1,-1 1-1,0-1 1,-1 1-1,-1-7 68,1 12-8,0 0 0,-1 0 0,1 0 0,-1 0 0,0 0 0,0 1 0,-1-1 0,1 0 0,-1 1 0,0 0-1,0 0 1,-1 0 0,1 0 0,-1 0 0,0 1 0,0-1 0,0 1 0,0 0 0,-1 0 0,1 1 0,-1-1 0,0 1 0,1 0 0,-1 0 0,0 1 0,0 0 0,0 0 0,-1 0 0,1 0-1,0 1 1,0-1 0,0 1 0,-1 1 0,1-1 0,0 1 0,0 0 0,0 0 0,0 0 0,0 1 0,0 0 0,0 0 0,1 0 0,-1 0 0,0 1 0,1 0 0,0 0 0,0 0 0,0 0-1,0 1 1,0-1 0,1 1 0,-3 4 8,-2-1-9,1 1-1,1 0 1,0 0-1,0 0 1,0 1-1,1 0 1,1 0-1,-1 1 1,1-1-1,1 1 1,0 0-1,0 0 1,1 0-1,0 0 1,1 0-1,0 8 10,3-16-151,-1-1 1,1 0-1,0 1 0,0-1 0,0 0 1,0 0-1,1 0 0,-1-1 0,0 1 0,0 0 1,0-1-1,1 0 0,-1 1 0,0-1 0,0 0 1,1 0-1,-1 0 0,0 0 0,0-1 0,1 1 1,-1-1-1,0 1 0,0-1 0,0 0 0,1 0 1,-1 0-1,0 0 0,0 0 0,1-1 151,94-84-5213,-54 40 3776</inkml:trace>
  <inkml:trace contextRef="#ctx0" brushRef="#br0" timeOffset="4367.018">2739 431 7786,'0'0'5706,"0"0"-2953,0 0-1204,0 0-736,-9 24 104,4-15-747,-3 10 178,1-1 0,0 1 0,1 0 0,1 1 0,1-1 0,1 1 0,0 0 0,1 14-348,3 4 118,2 0-1,1-1 1,3 0-1,0 0 1,2 0-1,2-1 1,2-1 0,1 0-1,1-1 1,2 0-1,2-1 1,0-1-1,3-1 1,2 1-118,-22-29-367,22 22-1834,-6-17-6458,-13-9 3153,-4-5-1365</inkml:trace>
  <inkml:trace contextRef="#ctx0" brushRef="#br0" timeOffset="4664.383">3360 694 1224,'0'0'10186,"0"0"-8145,0 0-529,0 0-888,-62 153 193,30-104 247,-3 2-120,1-2-312,-1-5-552,5-4 112,8-6-192,5-10 0,4-8-16,6-5-160,2-9-1656,-2-2-2881,2-16 1440,0-6 1161</inkml:trace>
  <inkml:trace contextRef="#ctx0" brushRef="#br0" timeOffset="4904.819">3033 756 6425,'0'0'7723,"0"0"-4879,0 0-1835,0 0-258,8 25 455,89 200 1948,-85-207-3215,1 0 0,1-1 1,0-1-1,1 0 1,1-1-1,0-1 0,1 0 1,1-1-1,0-1 0,0-1 1,12 5 60,-4-11-3608,-7-19-3959,-9-7 4323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31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5617,'0'0'3209,"0"0"645,0 0-1619,0 0-1088,0 0-700,0 0 88,9 14 640,92 6 433,70-7-957,-168-12-476,0-3-11508,-3-3 11052,0-5-1140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32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2473,'0'0'3664,"0"0"977,0 0-2622,0 0-946,0 0-96,0 0-5,25 6-71,182 37 1055,-175-38-1956,13 2 211,-16-5-6485,-26-3 2020,0-1 2272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36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5641,'0'0'522,"0"0"298,0 0 2278,0 0-1307,0 0-1167,0 0-67,7 2 46,278 16 3698,-194-18-3801,1379-28 4096,-425 9-4439,-1063 19-2481,-10 0-2863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36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4945,'0'0'10810,"0"0"-9041,0 0-1329,0 0-272,0 0 224,0 0 336,149 0 192,-102 0-696,-3 0-224,-2 0-24,-7 3-544,-8-3-1400,-5 0-3785,-7 0 1408,-8-12 2624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3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3809,'0'0'4758,"0"0"-106,0 0-2412,0 0-1485,0 0-223,0 0 179,5-1-145,85 6-90,-88-4-473,0-1 0,1 1 0,-1-1 0,0 1 0,0 0 1,0 0-1,0 0 0,0 0 0,0 0 0,0 1 0,0-1 1,-1 1-1,1-1 0,0 1 0,-1-1 0,1 1 0,-1 0 0,0 0 1,0 0-1,1 0 0,-1 0 0,0 0 0,0 0 0,-1 0 1,1 0-1,0 0 0,-1 0 0,0 1 0,1-1 0,-1 0 0,0 0 1,0 1-1,0-1 0,0 0 0,0 0 0,-1 1 0,1-1 1,-1 0-1,0 0 0,1 0 0,-2 2-3,-81 49-567,90-54 558,1 1 0,0 1 0,-1-1 0,1 1 0,0 0 0,-1 1 0,1 0 0,-1 0 0,0 0 0,1 1 0,-1 0 0,0 1 0,-1-1 0,1 1 0,-1 1 0,0-1 0,0 1 0,0 0 0,0 1 0,-1-1 0,0 1 0,0 0 0,-1 0 0,1 1 0,-1-1 0,-1 1 0,1 0 0,-1 0 0,0 0 0,-1 0 0,0 1 0,0-1 0,-1 1 0,1 0 0,-2-1 0,1 1-1,-1 0 1,-1 5 9,-2-8 30,0-1 0,-1 0-1,0 0 1,0 0-1,0 0 1,0-1-1,-1 0 1,1 1 0,-1-2-1,0 1 1,0 0-1,0-1 1,0 0-1,-1-1 1,1 1 0,0-1-1,-1 0 1,1 0-1,-1 0 1,1-1-1,-1 0 1,1 0 0,-1 0-1,1-1 1,-1 0-1,-4-1-29,0 2 12,-11-7-333,20 4-81,-1 0-1,1 0 1,0-1 0,0 1 0,1 0-1,-1 0 1,1-1 0,-1 1 0,1 0 0,0-1-1,0 1 1,1 0 0,-1-1 0,1 1-1,-1 0 1,1-1 0,0 1 0,1 0 0,-1 0-1,0 0 1,1 0 0,-1 0 0,1 0-1,2-2 403,17-19-1250</inkml:trace>
  <inkml:trace contextRef="#ctx0" brushRef="#br0" timeOffset="314.284">714 0 5873,'0'0'4409,"0"0"-699,0 0-1824,0 0-887,0 0-267,0 0-41,1 9-27,19 255 3987,23 6-3457,-27-226-2310,-21-55-6386,-46-76-522,22 43 6066</inkml:trace>
  <inkml:trace contextRef="#ctx0" brushRef="#br0" timeOffset="516.56">430 263 6905,'0'0'673,"0"0"4560,0 0-4089,0 0-232,0 0 168,133 20 353,-78-20-561,7 0 80,-1-9-400,-1-5-336,-6 1-216,-7 4-336,-12 5-920,-8 1-3985,-12 3-192,-6 0 4328</inkml:trace>
  <inkml:trace contextRef="#ctx0" brushRef="#br0" timeOffset="945.216">1208 358 7354,'0'0'2952,"0"0"2449,0 0-2525,0 0-1657,0 0-419,0 0 259,9-19-351,69-150-369,-46 98-289,-7 110-42,32 410 4102,-42-438-4497,0-43-1834,11-74-8936,-13 53 4303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33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433 756 3265,'0'0'3418,"0"0"2800,0 0-3390,0 0-1839,-3 20-554,-32 116 529,-6-2 0,-6-1 0,-5-3-1,-10 5-963,-130 239 615,193-396-3482,22-102-6571,-10 57 5041</inkml:trace>
  <inkml:trace contextRef="#ctx0" brushRef="#br0" timeOffset="300.678">57 765 5265,'0'0'5379,"0"0"-2856,0 0-1430,0 0 110,0 0 503,26 27 40,-2-2-1463,0 2 0,-2 0 0,-1 1 0,-2 1 0,0 1 0,-2 0 0,-2 2 0,5 12-283,172 515 1745,-190-554-1748,-1 2-8,1 0 0,-1 0 0,2 0 0,-1-1 0,1 1-1,0 0 1,0-1 0,1 0 0,0 0 0,0 0 0,0 0 0,1-1 0,0 1 0,0-1 0,0 0 0,1-1 0,0 1-1,-1-1 1,2 0 0,-1-1 0,0 0 0,1 0 0,-1 0 0,1 0 0,0-1 0,0 0 0,0-1 0,0 0 0,2 1 10,-4-3-136,-1-1 0,1 1-1,-1-1 1,1 0 0,-1 0-1,1 0 1,-1 0 0,0-1-1,0 0 1,0 0 0,-1 0-1,1 0 1,-1-1 0,1 1-1,-1-1 1,0 0 0,-1 0-1,1 0 1,2-4 137,3-4-787,37-54-5171,-7 0-1246</inkml:trace>
  <inkml:trace contextRef="#ctx0" brushRef="#br0" timeOffset="704.718">878 521 12235,'0'0'2396,"0"0"-437,0 0-589,0 0 42,0 0 218,0 0-693,-6 0-47,32-1-869,-1-1 1,1-1 0,0-1-1,-1-1 1,0-1-1,0-2 1,-1 0 0,0-2-1,0 0 1,-1-2-1,17-11-21,-10-9-4303,-21-10-6021,-9 21 7342</inkml:trace>
  <inkml:trace contextRef="#ctx0" brushRef="#br0" timeOffset="1266.663">1328 114 1880,'0'0'7479,"0"0"-2999,0 0-2669,0 0-752,0 0 26,21-12-60,68-35-60,-83 44-916,0 0-1,0 1 1,1 0-1,-1 0 1,0 1 0,1-1-1,-1 2 1,1-1-1,-1 1 1,1 0-1,-1 0 1,1 0-1,-1 1 1,1 0 0,-1 0-1,0 1 1,5 2-49,-5-1 11,-1 0 0,1 1 0,-1 0 1,0 0-1,0 0 0,-1 1 0,1-1 1,-1 1-1,0 0 0,0 1 0,-1-1 0,1 1 1,-1-1-1,-1 1 0,1 0 0,-1 0 0,0 0 1,0 1-1,0-1 0,-1 0 0,0 1 1,-1-1-1,1 1 0,-1-1 0,0 1 0,-1-1 1,0 1-1,0-1 0,-1 4-11,2-7 25,0 0 0,-1 0 0,0 0 0,1 0 0,-1 0 0,0 0-1,0 0 1,-1 0 0,1 0 0,-1-1 0,1 1 0,-1-1 0,0 1 0,0-1 0,0 1-1,0-1 1,0 0 0,-1 0 0,1 0 0,-1 0 0,1 0 0,-1-1 0,0 1 0,0-1-1,0 0 1,1 0 0,-1 0 0,0 0 0,0 0 0,0-1 0,-1 1 0,1-1 0,0 0 0,0 0-1,0 0 1,-3 0-25,27-11-975,-17 10 954,0 0 0,1 0 0,-1 0 0,1 1 0,0-1 0,-1 1 0,1 0 0,-1 1 0,1-1 0,-1 1 0,1-1 0,-1 2 0,1-1 0,-1 0-1,1 1 1,-1 0 0,0 0 0,0 0 0,0 0 0,0 1 0,0-1 0,-1 1 0,1 0 0,-1 0 0,0 1 0,0-1 0,0 1 0,0-1 0,0 1 0,-1 0-1,0 0 1,0 0 0,0 0 0,0 2 21,26 183-37,-31-181-7,0-1 1,-1 0 0,0 0-1,0 0 1,0 0-1,-1-1 1,0 0-1,-1 0 1,1 0-1,-1 0 1,0-1-1,-1 0 1,1-1-1,-1 1 1,0-1-1,0 0 1,0-1 0,-1 0-1,1 0 1,-1 0-1,0-1 1,0 0-1,0-1 1,0 0-1,0 0 1,0-1-1,0 0 1,0 0-1,0 0 1,0-1-1,0-1 1,-4 0 43,10-1-295,1 1 0,-1-1 0,1 1 0,-1-1 0,1 1 0,0-1 0,0 0 0,0 0 0,0 0 0,0 0 0,1 1 0,-1-1 0,1 0 0,0 0 0,0 0 0,0 0 0,0 0 0,0 0 0,1 0 0,-1 0 0,1 0 0,0 0 0,0 0 0,0 1 0,0-1 0,1 0 0,-1 1 0,1-1 0,-1 1 0,1-1 0,0 1 0,0 0 0,1-1 295,23-32-1903</inkml:trace>
  <inkml:trace contextRef="#ctx0" brushRef="#br0" timeOffset="1552.513">2141 0 1376,'0'0'7749,"0"0"-2908,0 0-2702,0 0-1519,0 0-175,0 0 23,-1 21 493,0 15-407,-2 59 622,4 0 1,4 0-1,13 70-1176,-16-159-150,-2-4 81,0 0-1,0 0 0,0-1 0,0 1 1,0 0-1,0 0 0,1-1 0,-1 1 1,1 0-1,0-1 0,-1 1 0,1 0 0,0-1 1,0 1-1,0-1 0,0 0 0,0 1 1,0-1-1,0 0 0,1 1 0,-1-1 1,0 0-1,1 0 0,-1 0 0,1 0 1,-1 0-1,1-1 0,-1 1 0,1 0 0,0-1 1,1 1 69,7-56-11628,-11 44 10025,1-23 193</inkml:trace>
  <inkml:trace contextRef="#ctx0" brushRef="#br0" timeOffset="1751.619">1953 289 5353,'0'0'6954,"0"0"-5258,0 0-448,0 0-416,0 0 89,0 0-169,148 40-136,-94-40-296,6-4-176,-1-14-144,-2-8-4289,-15 1-2312,-12 5 4984</inkml:trace>
  <inkml:trace contextRef="#ctx0" brushRef="#br0" timeOffset="2102.732">2563 312 6697,'0'0'1210,"0"0"1453,0 0-946,0 0-458,0 0-129,0 0 228,8-1 469,1-4-1675,1 1-1,-1-1 1,-1 0-1,1-1 1,-1 0-1,0 0 0,0-1 1,-1 0-1,0 0 1,0-1-1,0 0 1,-1 0-1,0-1 1,-1 1-1,0-1 1,-1-1-1,1 1 1,-2 0-1,1-1 1,-1 0-1,-1 0 1,0 0-1,0 0 1,-1-7-152,-1 16 585,0 8-161,0 56 117,-2-13-160,1 1-1,3 0 1,3-1-1,1 0 1,3 0 0,12 41-381,45 6-542,-61-90-2498,-4-1-4178,-1-3 2352,0 4 1426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42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0 3513,'0'0'1497,"0"0"-256,0 0 787,0 0 219,0 0-768,0 0-979,-3 3-22,-68 58 4127,-18 53-2641,45-45-1053,44-69-816,0 0 37,0 0 37,0 0 374,0 0-275,0 0-37,0 0-66,0 0 102,0 0-63,0 0-120,0 0 65,0 0-167,0 0 28,0 0-28,0 0 32,0 0-42,0 0 59,0 0-78,0 0 95,0 0-34,0 0-12,0 0 10,0 0 50,0 0-62,0 0-12,0 0 108,0 0-148,0 0 34,0 0-3,0 0-62,0 0-157,0-24-6877,0 10 1962,0 1 2483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44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25 5553,'0'0'1525,"0"0"2374,0 0-1688,0 0-1009,0 0-241,0 0 453,3 0-218,171-6 2086,-100-4-3110,53 3 991,-84 6-4123,-30 0-7565,-39 1 7473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44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6865,'0'0'1221,"0"0"2677,0 0-1880,0 0-1332,0 0-176,0 0 225,11 5 1,221 48 1063,-198-52-2100,185-2 849,-82-33-8347,-100 17 3588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46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8970,'0'0'7087,"0"0"-4273,0 0-1821,0 0-635,0 0 203,0 0 353,7 1-438,197 17 65,-112-20-4310,-37-15-5419,-35 3 6553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47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9298,'0'0'3234,"0"0"-2451,0 0-359,0 0-29,24-6-158,179-34 602,-192 39-678,-8-1-133,-1 1 0,1 0 0,0-1 0,-1 1 1,1 0-1,0 1 0,0-1 0,0 0 0,0 1 1,-1-1-1,1 1 0,0 0 0,0 0 0,0 0 0,0 1 1,0-1-1,0 1 0,0-1 0,0 1 0,-1 0 1,1 0-1,0 0 0,-1 1 0,1-1 0,-1 1 1,1-1-1,-1 1 0,1 0 0,-1 0 0,0 0 1,0 0-1,0 0 0,0 0 0,-1 1 0,1-1 0,0 1 1,-1-1-1,0 1 0,0-1 0,1 1 0,-1 0 1,-1 0-1,1 0 0,0-1 0,-1 1 0,0 0 1,1 0-1,-1 0 0,0 0 0,-1 0 0,1 0 1,0 0-1,-1 0 0,0 1-28,-2 6 70,-1-1 1,-1 1-1,0-1 0,0 1 0,0-1 1,-1-1-1,-1 1 0,0-1 1,0 0-1,0-1 0,-1 1 1,0-2-1,-1 2-70,0-2 62,1 1 1,0 0-1,1 0 1,0 1-1,0 0 1,1 0-1,0 1 0,0 0 1,1 0-1,0 0 1,0 0-1,1 1 1,-2 8-63,7-15 3,-1 0 1,1 0 0,0-1-1,0 1 1,0 0 0,0 0-1,0-1 1,1 1 0,-1-1-1,1 1 1,-1-1-1,1 0 1,0 1 0,0-1-1,0 0 1,1 0 0,-1-1-1,0 1 1,1 0 0,-1-1-1,1 1 1,-1-1 0,1 0-1,0 0 1,-1 0 0,1 0-1,0 0 1,0-1 0,0 1-1,0-1 1,0 0 0,0 0-1,-1 0 1,1 0-1,0 0 1,0-1 0,0 1-1,0-1 1,0 0 0,-1 0-1,1 0 1,0 0 0,-1 0-1,2-1-3,24 0-56,283-55-1099,-308 56 723,8-2-852,-9-3-4758,-2 4 4194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44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722 769 808,'0'0'10574,"0"0"-6899,0 0-2711,0 0-708,-7 27 228,-73 216 1718,-307 447-179,358-667-5152,4-22-3393,25-1 6513,-18 0-4724</inkml:trace>
  <inkml:trace contextRef="#ctx0" brushRef="#br0" timeOffset="322.898">211 984 9066,'0'0'1134,"0"0"1998,0 0-2017,12-19-1003,43-59-23,-52 76-35,0 0-1,0 0 0,-1 1 1,1-1-1,0 1 0,0-1 1,0 1-1,1 0 0,-1 0 1,0 1-1,0-1 0,1 0 0,-1 1 1,0 0-1,1 0 0,-1 0 1,0 0-1,1 1 0,-1-1 1,0 1-1,0 0 0,0 0 0,1 0 1,-1 0-1,0 0 0,0 1 1,0-1-1,-1 1 0,1 0 1,0 0-1,-1 0 0,1 0 0,-1 1 1,1-1-1,-1 1 0,0-1 1,0 1-1,0 0 0,-1 0 1,1-1-1,-1 1 0,1 1 1,-1-1-1,0 0 0,0 0 0,-1 0 1,1 2-54,0-3 27,26 51 874,-3 0-1,-2 2 1,-2 1 0,-3 0-1,5 37-900,67 189 1252,-86-275-1257,0 0 0,1 1 0,0-1 0,1 0 0,0-1 0,0 1 0,0-1 1,1 0-1,-1 0 0,1-1 0,1 1 0,-1-2 0,1 1 0,0-1 0,0 0 1,1 0-1,-1 0 0,1-1 0,-1-1 0,1 1 5,-2-2-184,0 0 1,-1-1-1,1 0 0,0 0 1,-1 0-1,1 0 0,0-1 0,-1 0 1,1 0-1,-1-1 0,1 0 1,-1 0-1,1 0 0,-1 0 1,0-1-1,0 0 0,0 0 0,-1 0 1,1-1-1,0 0 184,88-101-9719,-60 54 6739</inkml:trace>
  <inkml:trace contextRef="#ctx0" brushRef="#br0" timeOffset="704.769">957 424 6105,'0'0'9418,"0"0"-7289,0 0-1113,0 0-400,0 0 480,0 0 81,0 0-473,158-15 240,-101 6-936,-5 2 96,-10 0-96,-10 5-16,-10 2-64,-10 0 56,-4 0-856,-8 0-2065,0 0-2656,-8 0-280</inkml:trace>
  <inkml:trace contextRef="#ctx0" brushRef="#br0" timeOffset="1179.358">1599 109 6281,'0'0'8321,"0"0"-5621,0 0-1997,0 0-269,21-16 415,67-46 31,-86 60-854,0-1 0,0 1-1,0 0 1,0-1 0,0 1-1,1 0 1,-1 1 0,1-1-1,0 0 1,-1 1 0,1-1-1,0 1 1,0 0 0,0 0-1,0 0 1,0 0 0,0 1-1,0-1 1,0 1-1,0 0 1,0 0 0,0 0-1,0 0 1,0 0 0,0 1-1,0-1 1,0 1 0,0 0-1,0 0 1,0 0 0,0 0-1,0 0 1,0 1 0,-1 0-1,1-1 1,-1 1 0,1 0-1,-1 0 1,0 0 0,0 0-1,0 1 1,0-1 0,0 1-1,0-1 1,0 1 0,-1-1-1,1 1 1,-1 0 0,0 0-1,0 0-25,9 138 284,-14-123-237,-1 1-1,0-1 0,-2 0 0,0-1 0,-1 1 1,-1-2-1,-1 1 0,0-1 0,-1 0 1,-6 5-47,-70 140 388,85-158-387,1 0 0,0-1-1,0 1 1,0 0 0,0 0-1,0 0 1,0 0 0,1 0-1,0 0 1,-1 0 0,1 0-1,0 0 1,0 1 0,1-1-1,-1 0 1,1 0 0,0 0-1,-1 0 1,1 0 0,0-1 0,1 1-1,-1 0 1,0 0 0,1-1-1,0 1 1,0 0 0,-1-1-1,2 0 1,-1 1 0,0-1-1,0 0 1,1 0 0,-1 0-1,1-1 1,-1 1 0,1-1-1,0 1 1,-1-1 0,1 0 0,0 0-1,1 0 0,289 9-373,-277-8-1754,-21 16-7105,-19 0 5327</inkml:trace>
  <inkml:trace contextRef="#ctx0" brushRef="#br0" timeOffset="1687.337">0 1938 6873,'0'0'1021,"0"0"3033,0 0-1798,0 0-1454,0 0-453,0 0 33,11 2 650,53 6 265,0-4-1,1-2 1,0-3-1,54-8-1296,920-72 2574,-553 81-4127,-487 0 1456,1 0 1,-1-1-1,0 1 1,0 0-1,0 0 1,1 0-1,-1 1 1,0-1 0,0 0-1,1 0 1,-1 0-1,0 0 1,0 1-1,1-1 1,-1 0-1,0 1 1,1-1-1,-1 1 1,0-1 0,1 1-1,-1-1 1,1 1-1,-1-1 1,0 1-1,1-1 1,-1 1-1,1 0 1,0-1-1,-1 1 1,1 0 0,0 0-1,-1-1 1,1 1-1,0 0 1,0 0-1,0-1 1,-1 1-1,1 0 1,0 0-1,0-1 1,0 1 0,0 0-1,0 0 1,1 0-1,-1-1 1,0 1-1,0 0 1,0 0-1,1-1 1,-1 1 0,0 0-1,1-1 1,-1 1-1,1 0 1,-1-1-1,1 1 1,-1 0-1,1-1 1,-1 1-1,1-1 1,-1 1 0,1-1-1,0 1 1,-1-1-1,1 0 97,-112 31-8387,54-20 6541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49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6753,'0'0'1347,"0"0"3872,0 0-2597,0 0-1522,0 0-148,0 0-166,19 0 267,235-18 246,-161 11-881,-71 6-4164,0 0-4607,-22 1 6169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50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6849,'0'0'947,"0"0"338,0 0 927,0 0-842,0 0-539,0 0 238,17 6 1058,290 8 945,-78-14-2652,-207-7-1920,-9-24-7765,-10 14 6489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52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4889,'0'0'996,"0"0"-528,0 0 287,0 0 720,0 0-143,0 0-395,8 5-29,132 27 3614,108-32-768,-197 3-14325,-29-3 8372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53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1 447 6849,'0'0'3687,"0"0"-1995,0 0-568,0 0 220,3-11 1236,73-102-2054,-61 97-248,-2-2 1,1 0-1,-2 0 1,-1-1-1,0-1 1,-1 0-1,-1 0 1,-1-1-1,-1 0 1,-1-1-1,-1 1 0,0-1 1,0-17-279,-10 12 2515,-40 413-1131,42-317-1125,-9 464 1172,16-522-926,4-6-3448,3-16-11140,-11 0 10875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54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6545,'0'0'474,"0"0"1713,0 0-360,0 0-1132,0 0-434,0 0 63,19-4 348,144-16 1684,338 17 2573,245-14-2458,-654 14-2790,134-5 1067,-122 5-6158,-124 4-587,0 1 395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7:54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0 306 6449,'0'0'47,"0"0"458,0 0 1644,0 0 15,0 0-399,0 0-433,23 9 3817,98-84-4401,-1 51-846,-118 26 99,1 1 0,0-1 1,0 0-1,-1 1 0,1-1 1,-1 1-1,0 0 0,0 0 1,0 0-1,0 0 0,-1 0 1,1 0-1,-1 1 0,0-1 0,1 0 1,-2 1-1,1-1 0,0 1 1,-1-1-1,1 1 0,-1-1 1,0 1-1,0-1 0,-1 1 1,1-1-1,-1 1-1,2 2 10,0 25 27,-1 1 1,-1-1-1,-2 0 0,-1 0 1,-2 0-1,0 0 1,-2-1-1,-2 0 1,0 0-1,-2-1 1,-2-1-1,0 0 0,-15 20-37,27-45-3,-1 0-1,1 1 1,-1-1-1,0-1 0,0 1 1,0 0-1,0-1 1,-1 0-1,1 1 0,-1-1 1,1-1-1,-1 1 0,0 0 1,1-1-1,-1 0 1,0 0-1,0 0 0,0 0 1,0-1-1,0 1 1,0-1-1,0 0 0,0-1 1,0 1-1,0-1 0,0 1 1,0-1-1,0 0 1,0 0-1,0-1 0,0 1 1,1-1-1,-1 0 1,1 0-1,-1 0 0,1-1 1,0 1-1,0-1 1,0 0-1,0 1 0,0-1 1,1-1-1,-1 1 0,1 0 1,0-1-1,0 1 1,0-1-1,0 1 0,1-1 1,-1 0-1,1 0 1,0 0-1,0 0 0,1 0 1,-1-2 3,0 4-27,0 0 1,0 0 0,0 0-1,0 0 1,1 0 0,-1 0 0,1 0-1,-1 0 1,1 0 0,0 0-1,0 0 1,0 0 0,0 0-1,0 0 1,0 0 0,0 0-1,1 0 1,-1 0 0,1 0-1,-1 0 1,1 0 0,0 0 0,0 0-1,0 0 1,0 0 0,0 1-1,0-1 1,1 0 0,-1 1-1,1-1 1,-1 1 0,1 0-1,-1-1 1,1 1 0,0 0 0,0 0-1,-1 0 1,1 0 0,0 0-1,0 0 1,0 1 0,0-1-1,0 1 1,0-1 0,0 1-1,0 0 1,0-1 0,2 1 26,254 51 253,-239-50-609,180-12 1942,-140-14-4177,-8-20-4630,-33 19-232</inkml:trace>
  <inkml:trace contextRef="#ctx0" brushRef="#br0" timeOffset="314.955">1194 119 11266,'0'0'5743,"0"0"-3972,0 0-1460,0 0-137,-10 29 224,-173 383 1552,23-143-561,155-298-5910,5-83-5243,0 57 8032</inkml:trace>
  <inkml:trace contextRef="#ctx0" brushRef="#br0" timeOffset="578.146">860 268 1584,'0'0'5397,"0"0"892,0 0-3888,0 0-1420,0 0-272,0 0 253,11 9 14,90 115 1406,-71-72-1800,-15-19-536,2-1 0,1 0-1,2-2 1,1 0 0,1-1 0,1-2 0,2 0 0,1-1 0,1-2 0,19 14-46,-31-30-996,13-16-11981,-25-9 11502</inkml:trace>
  <inkml:trace contextRef="#ctx0" brushRef="#br0" timeOffset="1111.406">1500 59 1840,'0'0'9477,"0"0"-5379,0 0-2339,0 0-716,0 0-240,0 0-1,1-7-408,-1 5-382,0 0 0,0 0 0,0 0 0,0 0-1,0 0 1,1 0 0,-1 0 0,1 0 0,-1 0 0,1 0 0,0 1-1,0-1 1,-1 0 0,1 0 0,0 1 0,1-1 0,-1 0-1,0 1 1,0-1 0,1 1 0,-1 0 0,1-1 0,-1 1-1,1 0 1,0 0 0,-1 0 0,1 0 0,0 0 0,0 1-1,-1-1 1,1 0 0,0 1 0,0-1 0,0 1 0,0 0-1,0 0 1,0 0 0,0 0 0,0 0 0,1 0-12,0-1 9,1 1 0,-1 0 0,0 0 0,1 0 0,-1 0 0,0 0 0,0 1 0,1-1 0,-1 1 0,0 0 0,0 0 0,0 0 0,0 1 0,0-1 1,0 1-1,0-1 0,0 1 0,0 0 0,-1 0 0,1 0 0,-1 1 0,0-1 0,0 0 0,1 1 0,-1 0 0,-1-1 0,1 1 0,0 0 0,-1 0 0,1 0 0,-1 0 0,0 0 0,0 0 0,0 1 1,-1-1-1,1 0 0,-1 0 0,0 1 0,0-1 0,0 0 0,0 1 0,0-1-9,0 7 75,-1 0 0,1 0 0,-2-1 0,1 1-1,-1 0 1,-1-1 0,0 1 0,0-1 0,-1 0 0,0 0 0,0-1 0,-1 1 0,0-1 0,-1 0 0,0 0 0,0 0 0,-1 0-75,-7 10 103,12-16-89,-1 2 6,0-1 0,0 1-1,0 0 1,0 0 0,1 0 0,-1 0 0,1 0-1,0 1 1,1-1 0,-1 1 0,1-1-1,-1 1 1,1 0 0,1-1 0,-1 1 0,1 0-1,0 0 1,0 0 0,0 1-20,89 10-15,-78-16-20,2 2-13,-1-1 0,1 0 0,0-1 0,-1 0 0,1-1 0,0 0 1,-1-1-1,1 0 0,-1-1 0,0-1 0,0 0 0,0-1 0,0 0 0,-1 0 0,0-1 0,0-1 0,0 0 0,-1 0 1,0-1-1,-1-1 0,5-4 48,0-69-7700,-14 60 4008,0-16 353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8:07.792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166 0 5913,'0'0'1217,"0"0"2083,-22 27-1714,-70 91-453,85-105-895,0-1-1,0 1 0,1 1 1,1-1-1,1 1 0,0 0 0,0 0 1,1 0-1,1 0 0,1 1 0,0-1 1,0 1-1,2-1 0,0 7-237,0 13 358,-2-25-284,0 0-1,0 1 1,1-1-1,0 0 1,1 1 0,0-1-1,1 0 1,0 1 0,0-1-1,1 0 1,0 0 0,1-1-1,0 1 1,0-1-1,0 0 1,1 0 0,1 0-1,-1 0 1,1-1 0,1 0-1,-1 0 1,1-1 0,0 0-1,1 0 1,-1-1-1,1 1 1,0-2 0,1 1-74,11 1 29,1-1-1,-1 0 1,1-2 0,0 0 0,0-2 0,0 0 0,0-1 0,0-2-1,0 0 1,0-1 0,0-1 0,-1 0 0,1-2 0,-1-1 0,-1 0-1,1-1 1,-1-1 0,-1-1 0,0-1 0,0-1 0,-1 0 0,0-1-1,-1-1 1,-1 0 0,6-8-29,-16 18 14,1-2-1,-1 1 1,0 0-1,0-1 1,-1 0-1,0 0 1,0 0-1,0-1 1,-1 0-1,1 1 1,-2-1-1,1 0 1,-1 0-1,0-1 1,-1 1-1,1 0 1,-1-1-1,-1 1 1,0 0-1,0-1 1,0 1-1,-1-1 1,0 1-1,0 0 1,-1-1-1,0 1 1,0 0-1,-1 0 1,0 0-1,0 1 1,0-1-1,-1 1 1,0-1-1,0 1 1,-1 1-1,0-1 1,0 0-1,0 1 1,-3-2-14,-10-5 214,0 0 0,-1 0 0,-1 2 1,0 0-1,0 2 0,-1 0 0,0 1 0,0 1 0,0 1 0,-1 1 1,0 1-1,0 1 0,0 1 0,-18 1-214,29 5 9,2 0 0,-1 0-1,0 1 1,1 0 0,0 1 0,1 0 0,-1 0 0,1 1-1,1 0 1,0 0 0,0 1 0,0 0 0,1 0-1,0 1 1,1 0 0,0 0 0,1 0 0,0 0 0,0 1-1,1-1 1,1 1 0,0 0 0,0 0 0,1 0-1,0 0 1,1 10-9,-3-15-6,1 1 0,-1 0-1,1 0 1,1 0 0,-1 0-1,1 0 1,0 0 0,1 0 0,0 1-1,0-1 1,0 0 0,1 0-1,0 0 1,0 0 0,1 0-1,0 0 1,0 0 0,1 0-1,0 0 1,0-1 0,1 0 0,-1 1-1,1-1 1,1 0 0,-1-1-1,1 1 1,0-1 0,0 0-1,0 0 1,1-1 0,0 1-1,0-1 1,0-1 0,0 1 0,1-1-1,-1 0 1,4 1 6,11-5 1,-1 0-1,0-1 1,0-1 0,0-1-1,0-1 1,-1-1 0,0-1 0,0 0-1,0-1 1,-1-1 0,0-1-1,-1 0 1,0-2 0,-1 0-1,0 0 1,-1-2 0,0 0 0,-1-1-1,-1 0 1,0-1 0,1-3-1,-8 14-7,-1-1 0,-1 1 1,1-1-1,-1 0 0,0 0 1,0-1-1,0 1 0,-1-1 1,0 1-1,-1-1 0,1 0 1,-1 0-1,-1-1 0,1 1 1,-1 0-1,0 0 0,-1-1 1,0 1-1,0 0 0,-1-1 1,1 1-1,-2 0 0,1-1 1,-1 1-1,0 0 0,0 0 1,-1 0-1,0 1 0,0-1 1,-2-1 6,-13-4 26,0 0 0,-1 1 0,0 2 0,0-1 0,-1 2 0,0 1 0,-1 1 0,0 0 0,0 1 0,0 2 0,0 0 0,-1 1 0,1 1 0,-1 1 0,1 1 0,-2 1-26,18-1 14,1-1 1,0 1-1,-1 0 1,1 0-1,0 0 1,0 0-1,-1 1 1,1 0-1,1 0 1,-1 0-1,0 0 1,0 1-1,1-1 1,-1 1-1,1 0 1,0 0-1,0 0 1,0 0-1,0 1 1,0-1-1,1 1 1,0 0-1,0 0 1,0 0-1,0 0 1,0 0-1,1 0 1,0 0-1,-1 0 1,2 1 0,-1-1-16,-6 143 41,9-139-82,1 1 0,0 0-1,0-1 1,1 1 0,0-1 0,0 0-1,1-1 1,0 1 0,1-1-1,0 0 1,0 0 0,0 0 0,1-1-1,0 0 1,0-1 0,0 1 0,1-1-1,0-1 1,0 1 0,0-2 0,0 1-1,1-1 1,0 0 0,-1 0 0,1-1-1,0-1 1,0 1 0,0-2 0,0 1-1,1-1 1,-1 0 0,0-1 0,0 0-1,0 0 1,0-1 0,0-1 0,-1 1-1,1-1 1,-1-1 0,1 1-1,-1-2 1,0 1 0,-1-1 0,1 0-1,-1 0 1,0-1 0,0 0 0,0-1 42,-2 2-57,0 0 0,0 0 0,0-1 1,0 1-1,-1-1 0,0 0 1,0-1-1,-1 1 0,0-1 0,0 1 1,0-1-1,-1 0 0,0 0 0,0 0 1,-1-1-1,0 1 0,0 0 0,0 0 1,-1-1-1,-1 1 0,1 0 1,-1-1-1,0 1 0,-1 0 0,1 0 1,-1 0-1,-1 0 0,0 0 0,0 1 1,0-1-1,0 1 0,-1-1 0,0 1 1,-1 1-1,1-1 0,-1 0 1,-4-2 56,0-2 217,0 1 0,-1 0 0,0 1 0,-1 0 0,1 1 0,-2 0 0,1 1 0,-1 0 0,0 1 0,0 0 0,0 0 0,-11-1-217,21 7 2,0-1 1,-1 1-1,1 0 0,0 0 0,0 0 0,0 1 1,0-1-1,0 0 0,1 1 0,-1-1 0,0 1 1,1 0-1,-1-1 0,1 1 0,0 0 0,-1 0 1,1 0-1,0 0 0,0 0 0,0 0 0,0 1 1,1-1-1,-1 0 0,0 0 0,1 1 1,0-1-1,0 0 0,-1 0 0,1 1 0,0-1 1,1 0-1,-1 1 0,0-1 0,1 0 0,-1 0 1,1 1-1,0-1 0,0 0 0,1 2-2,-1 14 5,-2-9-41,1 0 0,0 0 1,0 0-1,1 0 1,0 0-1,1 0 0,0 0 1,1 0-1,-1 0 0,2-1 1,-1 1-1,1-1 0,0 0 1,1 0-1,0-1 0,0 1 1,1-1-1,0 0 0,0 0 1,1-1-1,-1 0 0,2 0 1,-1-1-1,0 1 1,1-2-1,0 1 0,0-1 1,0 0-1,1-1 0,4 1 36,-3-1-72,0 0-1,0-1 0,0-1 1,0 0-1,1 0 0,-1-1 1,0 0-1,1-1 1,-1 0-1,0-1 0,0 0 1,0-1-1,0 0 0,0 0 1,0-1-1,-1 0 1,0-1-1,0 0 0,0 0 1,0-1-1,-1 0 0,0-1 1,0 0-1,-1 0 0,0-1 1,0 1-1,-1-2 1,0 1-1,0-1 0,-1 1 1,0-2-1,0 1 0,-1 0 1,-1-1-1,1 0 1,-2 0-1,1 0 0,-1 0 1,-1-2 72,-4 5 20,0 1 0,-1-1 0,0 1 0,0 0 1,-1 0-1,0 0 0,0 0 0,0 1 0,0 0 0,-1 0 1,0 1-1,0-1 0,-1 1 0,1 0 0,-1 1 1,1 0-1,-1 0 0,0 0 0,-1 1 0,1 0 0,0 0 1,-1 1-1,1 0 0,0 0 0,-1 1 0,1 0 1,-1 0-1,1 1 0,-1 0 0,1 0-20,-107 19-1210,16 38-4920,41-10 923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8:19.42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10 335 6417,'0'0'346,"0"0"1211,0 0 469,0 0-632,-2-5-367,-6-32 2415,8 37-3233,0 0-17,0 0 96,0 0 14,0 0-165,3 0-129,373-21 1356,99-27 1669,241 35-2676,-653 13-331,81 13 396,-144-13-204,0 0-34,0 0 12,0 0-83,-52-16 310,-229-90-639,106 70-239,-2 8 0,-1 8 1,-48 6 454,185 12 28,1 1 1,-1 2-1,0 1 1,1 3 0,0 1-1,0 2 1,-31 10-29,-162 20-72,165-33 112,67-5-32,1 0-90,0 0-70,40 0-2065,46 0-8406,-63-2 8702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8:54.90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260 45 5521,'-129'-22'1392,"-2"-1"-1392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9:48.19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317 49 8530,'0'0'2040,"0"0"-910,0 0-455,0 0 126,-23 9-127,-75 29 128,91-34-702,0 0 0,1 0-1,0 0 1,-1 1-1,2 0 1,-1 0 0,0 1-1,1 0 1,0-1-1,1 2 1,-1-1-1,1 1 1,0-1 0,1 1-1,0 0 1,0 0-1,0 1 1,1-1-1,0 1 1,0-1 0,1 1-1,0-1 1,0 1-1,1 0 1,0 0-1,1-1 1,0 6-100,-1-10 40,1 1 0,-1-1 1,1 0-1,0 1 0,0-1 0,0 0 0,0 0 1,1 1-1,-1-1 0,1 0 0,0 0 0,0-1 1,0 1-1,0 0 0,0-1 0,1 1 1,-1-1-1,1 0 0,0 0 0,-1 0 0,1 0 1,0 0-1,0 0 0,0-1 0,1 0 0,-1 1 1,0-1-1,0 0 0,1-1 0,-1 1 0,3 0-40,112 7 508,-113-8-534,0-1 0,0 1 1,0-1-1,0-1 0,0 1 0,0 0 1,0-1-1,-1 0 0,1 0 1,0-1-1,-1 0 0,0 1 1,1-1-1,-1 0 0,0-1 0,-1 1 1,1-1-1,-1 0 0,1 0 1,-1 0-1,0 0 0,-1 0 0,1-1 1,-1 1-1,0-1 0,0 0 1,0 0-1,-1 0 0,1 0 0,-1 0 1,0 0-1,-1 0 0,1 0 1,-1 0-1,0 0 0,0 0 0,-1 0 1,0-1-1,0 1 0,0 0 1,0 0-1,-1 1 0,0-1 0,0 0 1,0 0-1,0 1 0,-1-1 1,0 1-1,0 0 0,-2-3 26,-4-2-13,0 0-1,-1 0 1,0 1-1,0 0 1,-1 1-1,0 0 0,0 1 1,-1 0-1,0 0 1,0 2-1,0-1 1,-1 2-1,1-1 1,-1 2-1,0 0 1,0 0-1,1 1 1,-1 1-1,0 0 1,0 1-1,-10 1 14,14 4 39,1-1 1,1 1-1,-1 1 0,1-1 1,0 1-1,1 0 0,-1 1 0,1 0 1,1 0-1,0 0 0,0 1 1,0-1-1,1 1 0,1 0 0,-1 0 1,1 1-1,1-1 0,0 1 1,0-1-1,1 1 0,0 0 0,1 0 1,0-1-1,0 1 0,1 0 1,0 0-40,-1-3 47,-1 0 0,1-1 0,0 1 0,0 0 1,1 0-1,-1 0 0,2-1 0,-1 1 1,1 0-1,0-1 0,0 1 0,1-1 0,0 0 1,0 0-1,0 0 0,1 0 0,0 0 0,0-1 1,0 0-1,1 0 0,0 0 0,0 0 0,0-1 1,1 0-1,-1 0 0,1 0 0,0-1 0,0 1 1,0-2-1,1 1 0,-1-1 0,0 0 1,1 0-1,0 0 0,0-1-47,2 2 5,0-1 0,1 0 0,-1-1 0,1 0 0,-1 0 0,1-1 0,0-1 0,-1 1 0,1-1 0,-1-1 0,1 0 0,-1 0 0,0-1 0,0 0 0,0-1 0,0 0 0,-1 0 0,1 0 0,-1-2 0,0 1 0,0-1 0,-1 0 0,0 0 0,0-1 0,0 0 0,-1 0 0,0 0 0,-1-1 0,1 0 0,-1-1 0,-1 1 0,0-1 0,0 1 0,0-1 0,-1 0 0,-1-1 0,0 1 0,0 0 0,0-2-5,-3-1-12,0 2 1,-1-1-1,0 0 0,0 0 1,-1 0-1,-1 1 1,0 0-1,0 0 0,-1 0 1,0 0-1,-1 1 1,0-1-1,-1 1 1,0 1-1,0 0 0,0 0 1,-1 0-1,-1 1 1,1 0-1,-1 0 0,0 1 1,-1 0-1,1 1 1,-1 0-1,0 0 1,-1 1-1,1 1 0,-1 0 1,1 0-1,-1 1 1,0 0-1,0 1 0,0 0 1,0 1-1,-2 0 12,9 2 23,1 0 1,0-1-1,0 1 0,0 1 0,0-1 0,0 0 0,1 1 0,-1-1 1,1 1-1,-1 0 0,1 0 0,0 0 0,0 0 0,1 0 1,-1 1-1,0-1 0,1 0 0,0 1 0,0-1 0,0 1 0,0-1 1,1 1-1,-1 0 0,1-1 0,0 1 0,0 0 0,0-1 0,1 1 1,-1 0-1,1-1 0,0 1 0,0-1 0,0 2-23,0 10 11,-3-5 2,1 1 1,1-1-1,0 0 0,0 0 1,1 0-1,0 0 0,1 1 1,0-2-1,1 1 0,0 0 1,0 0-1,1-1 0,0 0 1,1 0-1,0 0 0,1 0 1,-1-1-1,2 0 0,-1 0 1,1 0-1,0-1 0,1 0 1,-1 0-1,1-1 0,1 0 1,-1-1-1,1 0 1,0 0-1,0 0 0,1-1 1,-1-1-1,1 0 0,1 0-13,-5-2-32,0 0 1,1-1-1,-1 0 0,0 0 0,0-1 1,1 0-1,-1 0 0,0 0 0,0-1 1,0 0-1,0 0 0,0 0 0,-1-1 1,1 0-1,-1 0 0,1 0 0,-1-1 1,0 0-1,0 0 0,-1 0 0,1 0 1,-1-1-1,0 0 0,0 0 0,0 0 1,-1 0-1,0 0 0,0-1 0,0 0 1,-1 0-1,0 1 0,0-1 0,0 0 1,-1-1-1,0 1 0,0 0 0,0-2 32,1-2-10,0-1-1,-1 1 1,0-1-1,-1 1 0,0-1 1,0 0-1,-1 1 1,-1-1-1,0 1 1,0 0-1,-1-1 1,0 1-1,-1 0 0,0 1 1,0-1-1,-1 1 1,-1 0-1,1 0 1,-2 0-1,1 1 1,-1 0-1,0 0 0,-1 0 1,0 1-1,0 1 1,0-1-1,-1 1 1,0 0-1,0 1 0,0 0 1,-1 1-1,0 0 1,0 0-1,0 1 1,0 1-1,-1-1 1,-7 1 10,13 0-55,1 1 0,0 1 1,0-1-1,-1 0 0,1 1 1,0 0-1,-1 0 0,1 1 1,0-1-1,-1 1 0,1 0 1,0 0-1,0 0 0,0 0 1,0 1-1,0 0 1,0 0-1,0 0 0,0 0 1,1 1-1,-1-1 0,1 1 1,0 0-1,0 0 0,0 0 1,0 0-1,0 1 0,1-1 1,-1 1-1,1-1 0,0 1 1,0 0-1,0 0 0,1 0 1,0 0-1,-1 0 1,1 1-1,1-1 0,-1 0 1,1 1-1,-1-1 0,1 0 1,0 0-1,1 3 55,-5 44-4502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2:59:49.47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116 78 9946,'0'0'1306,"0"0"-674,0 0-235,0 0 674,0 0-47,0 0-295,-6 10-361,-30 121 844,34-123-1087,-1 1 0,2 0 0,-1 0 0,1-1 1,0 1-1,1 0 0,0 0 0,1 0 0,0 0 0,0 0 0,1-1 0,0 1 1,0 0-1,1-1 0,0 0 0,1 1 0,0-1 0,0-1 0,0 1 1,1-1-1,0 1 0,1-1 0,0-1 0,0 1 0,0-1 0,1 0 0,0 0 1,0-1-1,0 0 0,1 0 0,0-1 0,0 0 0,0 0 0,0-1 0,5 1-124,-7-3 18,0 0 0,0-1 1,1 1-1,-1-1 1,0-1-1,0 1 1,1-1-1,-1 0 1,0-1-1,0 1 1,0-1-1,0 0 1,0-1-1,-1 1 1,1-1-1,-1-1 0,1 1 1,-1-1-1,0 1 1,0-2-1,-1 1 1,1 0-1,-1-1 1,0 0-1,0 0 1,-1 0-1,1 0 1,-1-1-1,0 1 1,-1-1-1,1 0 1,-1 0-1,-1 0 0,1 0 1,0-3-20,1 2-16,-1-1 0,0 1 0,0-1 0,-1 0 0,1 0 0,-2 0 0,1 0 0,-1 0 0,-1 0 0,1 0 0,-1 0 0,-1 0 0,1 0 0,-1 1 0,-1-1 0,1 0 0,-1 1 0,-1 0 0,1 0 0,-1 0 0,-1 0 0,1 0 0,-1 1 0,0 0 0,-1 0 0,1 0 0,-1 1 0,0 0 0,0 0 0,-1 0 0,0 1 0,0 0 0,0 0 0,0 1 0,0-1 0,-1 2 0,1-1 0,-6 0 16,6 0 17,-1 1 0,1 0-1,-1 0 1,0 1 0,0 0 0,0 0 0,0 1 0,0 0-1,0 0 1,0 1 0,0 0 0,1 0 0,-1 1 0,0 0-1,1 1 1,-1-1 0,1 2 0,0-1 0,0 1 0,0 0-1,0 0 1,0 0 0,1 1 0,0 0 0,0 1 0,1 0-1,-1-1 1,1 1 0,0 1 0,1-1 0,-1 1 0,2 0-1,-1 0 1,1 0 0,-1 1 0,2-1 0,-1 1 0,1-1-1,1 1 1,-1 0 0,1 0 0,1 0 0,-1 0 0,1 0-1,1 6-16,3-7 14,0 1-1,0 0 0,0-1 1,1 0-1,0 0 1,1-1-1,-1 1 0,1-1 1,1 0-1,-1-1 0,1 1 1,0-1-1,0-1 1,0 1-1,1-1 0,0-1 1,-1 1-1,1-1 0,1-1 1,-1 1-1,0-1 1,1-1-1,-1 0 0,0 0 1,1 0-1,0-1 0,-1 0 1,1-1-1,-1 0 0,1 0 1,-1-1-1,0 0 1,0-1-1,1 0 0,-2 0 1,1 0-1,0-1 0,1-2-13,-1 2-25,-1-1 0,0 0-1,-1-1 1,1 0 0,-1 0-1,0 0 1,-1-1-1,0 0 1,0 0 0,0 0-1,-1-1 1,0 1-1,0-1 1,-1 0 0,0 0-1,0 0 1,-1-1-1,0 1 1,0-1 0,-1 1-1,-1-1 1,1 0-1,-1 1 1,-1-1 0,1 1-1,-2-2 26,0 2 3,-1 0 1,0 0-1,-1 1 0,0-1 0,0 1 0,0 0 0,-1 0 0,0 1 0,0-1 1,-1 1-1,0 0 0,0 1 0,0-1 0,-1 1 0,0 1 0,0-1 1,0 1-1,0 0 0,-1 1 0,0 0 0,1 0 0,-1 0 0,0 1 0,0 0 1,-1 1-1,-5-1-3,11 4 11,0 0 0,1 0 1,-1 0-1,0 0 1,1 0-1,0 1 0,-1-1 1,1 1-1,0 0 1,0 0-1,1-1 1,-1 1-1,1 0 0,-1 0 1,1 1-1,0-1 1,0 0-1,0 0 0,0 1 1,1-1-1,0 0 1,-1 1-1,1-1 0,0 0 1,0 1-1,1-1 1,-1 0-1,1 2-11,-1 2 37,-2 13 12,0-15-43,1 0-1,-1 0 0,1 0 1,0 1-1,0-1 0,0 0 0,1 0 1,0 1-1,0-1 0,0 0 1,1 0-1,0 1 0,0-1 0,0 0 1,0 0-1,1 0 0,0 0 1,0 0-1,0 0 0,1-1 0,-1 1 1,1-1-1,0 0 0,1 1 1,-1-1-1,1-1 0,-1 1 0,1 0 1,0-1-1,1 0 0,-1 0 1,1 0-1,3 1-5,-1-4-15,0 0 1,1-1 0,-1 1-1,0-2 1,1 1 0,-1-1-1,0 0 1,0-1 0,-1 1-1,1-1 1,0-1-1,-1 1 1,0-1 0,0 0-1,0-1 1,0 1 0,-1-1-1,1-1 1,-1 1 0,0 0-1,-1-1 1,0 0-1,0 0 1,0-1 0,0 1-1,-1-1 1,0 0 0,-1 0-1,1 0 1,-1 0 0,-1 0-1,1 0 1,-1 0 0,-1-1-1,1 1 1,-1 0-1,0-1 1,-1 1 0,-1-6 14,1 7 1,0 1 1,0 0-1,0 0 1,-1 0 0,1 0-1,-1 0 1,-1 1-1,1-1 1,-1 0 0,1 1-1,-1 0 1,-1 0-1,1 0 1,0 0 0,-1 0-1,0 1 1,0-1-1,0 1 1,0 0 0,-1 0-1,1 1 1,-1-1-1,0 1 1,1 0 0,-1 0-1,0 1 1,-1-1-2,-141-19 395,140 22-472,1 0-1,-1 1 0,1 0 1,-1 0-1,1 1 0,0 0 1,0 0-1,1 0 0,-1 1 1,1 0-1,-1 0 0,1 0 1,0 1-1,1 0 0,-1 0 1,1 0-1,0 0 0,0 0 1,1 1-1,-1 0 0,1 0 1,0 0-1,1 0 1,0 0-1,0 1 0,0-1 1,1 1-1,-1-1 0,2 1 1,-1 0-1,1-1 0,0 1 1,0 0-1,1 4 78,-2 42-5400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4:06.209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325 311 7258,'0'0'2564,"0"0"-1296,0 0-805,0 0-25,0 0 432,0 0 141,-7-3-42,-33-18 357,35 19-1272,-1 0 0,0 0-1,0 1 1,1 0-1,-1 0 1,0 1 0,0 0-1,0 0 1,0 0-1,0 0 1,0 1-1,0 0 1,0 1 0,0-1-1,1 1 1,-1 0-1,-1 1-53,-93 60-76,100-61 72,-1 0 0,1 0-1,0 0 1,0 0 0,0 0 0,0 0-1,0 0 1,0 0 0,0 0-1,1 0 1,-1 0 0,1 0-1,-1 0 1,1 0 0,0 0 0,0 0-1,0-1 1,0 1 0,0 0-1,0-1 1,0 1 0,1-1 0,-1 1-1,1-1 1,-1 1 0,1-1-1,-1 0 1,1 0 0,0 0 0,0 0-1,-1 0 1,1 0 0,0 0-1,0-1 1,0 1 0,0-1-1,0 1 1,0-1 4,-1 0 3,37 16 15,1-2 0,1-1 0,0-3 0,1-1-1,0-2 1,0-2 0,1-1 0,-1-2 0,1-3 0,19-2-18,-22 3 1,-24-3 31,0 0 0,-1-1-1,1-1 1,-1 0 0,0-1-1,-1 0 1,1-1 0,-1-1-1,-1 0 1,1-1 0,-1 0-1,-1-1 1,0 0 0,0-1-1,-1 0 1,0-1 0,-1 0-1,-1 0 1,0-1 0,4-9-32,-2 9-4,25-35-522,-53 30 714,-12 9-7,0 0 0,0 2-1,-1 1 1,0 2 0,0 1-1,0 1 1,-1 2-1,1 1 1,-2 2-181,21-1-14,1 1-1,0 0 1,0 1-1,0 0 1,1 0-1,-1 1 1,1 1-1,0 0 1,1 0-1,-1 1 1,1 1-1,0-1 1,1 1-1,0 0 1,0 1-1,-1 3 15,-75 62-96,16-56 136,76 20-399,6-29 348,1 0-1,0-1 1,0-1 0,1 0-1,-1-1 1,2-1-1,-1 0 1,0-2-1,1 1 1,0-2 0,0 0-1,-1-1 1,1-1-1,0-1 1,0 0-1,7-2 12,23 2-38,-23-1 1,1-1 1,0-1 0,-1-1-1,0-1 1,0-1-1,-1-1 1,0-2 0,0 0-1,10-7 37,72-28-299,-36 31-1099,-63-2 4698,-11-19-2652,-4 25-645,0 0 0,-1 1-1,0 0 1,-1 0 0,0 1 0,0 1 0,-1 0-1,0 0 1,0 1 0,0 1 0,-1 0 0,0 0-1,0 2 1,0-1 0,-1 2 0,1 0 0,-1 0-1,1 1 1,-1 1 0,0 0 0,1 1 0,-1 1-1,1 0 1,-3 1-3,-27-2-126,1 2 68,-1 2 0,1 1 0,1 3 0,0 1-1,-37 15 59,37-11 361,0-2-1,0-1 1,-1-3-1,-1-1 0,-39 0-360,68-7 116,13-1-120,-1 0-1,0 1 1,0-1-1,0 1 1,1-1 0,-1 1-1,0 0 1,0 0-1,0 0 1,0 0-1,0 0 1,1 0-1,-1 0 1,0 1-1,0-1 1,0 1-1,0-1 1,1 1-1,-1 0 1,0 0-1,1 0 1,-1 0-1,1 0 1,-1 0-1,1 0 1,-1 0-1,1 0 1,0 1 0,-1-1-1,1 1 1,-1 0 4,2-1-3,-1 7-19,0 1-1,0-1 1,1 0 0,0 1-1,1-1 1,-1 0-1,2 0 1,-1 1 0,1-1-1,0 0 1,1 0-1,0-1 1,0 1 0,1 0-1,-1-1 1,2 0 0,-1 0-1,1 0 1,0-1-1,1 1 1,-1-1 0,1 0-1,5 3 23,11 2-73,0 0-1,0-1 1,1-2-1,1 0 1,-1-2-1,1 0 0,0-2 1,0 0-1,1-2 1,-1-1-1,1 0 1,-1-2-1,1-1 1,8-2 73,-23 3-18,16-1-10,0-1 0,0-1 0,0-1 0,-1-1 0,0-2 0,0 0-1,-1-2 1,0-1 0,-1 0 0,0-2 0,-1-1 0,0 0 0,2-5 28,-21 17-3,1-1 0,-1 0-1,0-1 1,1 1 0,-2-1 0,1 1 0,0-1 0,-1 0 0,1 0 0,-1 0-1,0 0 1,-1 0 0,1 0 0,-1-1 0,0 1 0,0-1 0,0 1-1,0-1 1,-1 1 0,0-1 0,0 1 0,0-1 0,0 1 0,-1-1 0,0 1-1,0-1 1,0 1 0,-1-1 0,1 1 0,-1 0 0,0 0 0,0 0 0,0 0-1,-1 0 1,1 0 0,-1 1 0,0-1 0,0 1 0,0 0 0,-1 0-1,1 0 1,-1 0 0,0 0 0,0 1 0,1 0 0,-2-1 3,-39-19 101,0 3 1,-2 1 0,0 2-1,-1 2 1,0 2-1,-1 3 1,-1 1-1,1 3 1,-1 1 0,0 3-1,0 2 1,-19 4-102,31-5 9,33-1-11,0 0 0,0 0 0,0 1 0,-1-1 0,1 1 0,0 0 1,0 0-1,0 0 0,-1 1 0,1-1 0,0 1 0,0 0 0,0 1 0,0-1 0,0 1 0,0-1 0,1 1 0,-1 0 0,0 0 0,1 1 0,-1-1 1,1 1-1,0 0 0,0 0 0,0 0 0,0 0 0,1 0 0,-1 1 0,1-1 0,0 1 0,0 0 0,0-1 0,0 1 0,1 0 0,0 0 0,0 0 1,0 0-1,0 1 0,0-1 0,1 2 2,-1 1-11,1 0 0,0 0 0,1 0 0,-1 0 0,1 0 0,1 0 0,-1 0-1,1 0 1,0 0 0,1-1 0,0 1 0,0-1 0,0 1 0,1-1 0,0 0 0,0-1 0,0 1 0,1-1 0,0 0 0,0 0 0,0 0 0,1-1 0,0 1 0,-1-1 0,1-1 0,7 4 11,260 114 29,-248-110-31,-1-2 0,1-1-1,1-2 1,-1 0 0,1-1 0,0-2-1,0 0 1,0-2 0,1-1-1,-1-1 1,0-1 0,0-2 0,0 0-1,10-4 3,166-38-664,-193 40 721,1-1 1,-1 0-1,0-1 0,0 0 1,-1-1-1,0 1 0,-1-2 1,0 1-1,0-1 0,-1 0 0,0 0 1,-1-1-1,0 0 0,-1 0 1,0 0-1,0 0 0,-2-1 0,1 1 1,-1-1-1,-1 0 0,0 1 1,-1-1-1,0 0 0,-1 0 1,0 1-1,-2-8-57,-1 10 65,0 0 0,-1 1 0,0 0 0,-1 0 0,1 0 0,-1 0 1,-1 1-1,0 0 0,0 1 0,0-1 0,-1 1 0,1 1 0,-2 0 0,1 0 0,0 0 0,-8-2-65,-25-12 51,-1 2 0,-1 1-1,0 2 1,-1 3-1,-1 1 1,0 2-1,0 2 1,0 2-1,-1 2 1,0 3 0,1 1-1,-7 2-50,42-5-4,1 1 1,-1 0-1,0 0 0,1 1 0,-1 0 0,1 0 1,-1 1-1,1 0 0,0 1 0,0 0 0,0 1 1,0-1-1,0 2 0,1-1 0,0 1 0,0 1 1,0-1-1,1 1 0,0 1 0,0-1 0,0 1 1,1 1-1,0-1 0,0 1 0,1 0 0,0 0 1,-3 7 2,-5 161-145,17-166 139,0 0-1,0 0 1,1 0 0,0 0-1,1-1 1,0 0 0,0 0 0,1 0-1,0-1 1,1 0 0,0-1 0,0 1-1,1-2 1,-1 1 0,1-1 0,1 0-1,-1-1 1,9 3 7,11 3-18,0-1 0,0-2-1,1-1 1,0-2 0,1-1 0,-1-1-1,1-1 1,-1-2 0,1-1 0,5-2 18,38 2-67,-47-2-64,1-1 1,-1-1-1,0-1 1,-1-2 0,1 0-1,-1-2 1,-1-1-1,10-6 131,35-13-214,-67 29 214,-1 0 1,1-1-1,-1 1 0,0 0 1,0-1-1,1 0 0,-1 1 0,0-1 1,-1 0-1,1 0 0,0 0 1,0 0-1,-1 0 0,1 0 0,-1-1 1,0 1-1,0 0 0,0-1 1,0 1-1,0-1 0,0 1 0,-1-1 1,1 0-1,-1 1 0,1-1 1,-1 1-1,0-1 0,0 0 0,-1 1 1,1-1-1,0 0 0,-1 1 1,0-1-1,1 1 0,-1-1 0,0 1 1,0-1-1,-1 1 0,1 0 1,0-1-1,-1 1 0,0-1 0,-73-94 179,66 86-406,-2 1 1,1 1-1,-2 0 1,1 1-1,-1 0 1,0 0-1,-1 2 0,1-1 1,-1 2-1,-1-1 1,1 2-1,-1 0 1,0 1-1,0 0 1,0 1-1,-3 0 227,-269 0 167,237 15-3203,31-4-698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4:12.213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131 2455 7962,'0'0'2019,"0"0"-787,0 0-301,0 0 44,0 0 188,-6-3 2723,-23-10-3675,-66-20 359,238 68 29,-121-32-572,0 1 0,0 1 0,-1 1 0,1 1-1,-1 1 1,-1 1 0,1 0 0,9 8-27,-11-4 332,2-1-1,0 0 1,0-2 0,1 0-1,0-2 1,1 0 0,0-2-1,0 0 1,0-1 0,15 0-332,204 90 13,22-39 91,-183-50-81,1-3 1,-1-4-1,0-4 0,17-5-23,216-8-17,69-77-60,-135-34 251,72-2-114,-179 31 387,257-140-196,-131 78-107,19-72 77,-137 38 179,-116 164-395,-2-1 0,0-2 1,-3-1-1,-1-1 0,8-17-5,217-341 50,-35-117 48,-197 471-93,-1-2 1,-3 0-1,-1 0 1,-3-2 0,2-15-6,-7 48 820,-3 5-1361,-2 2-2839,-2-5-1978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4:13.88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0 176,'0'0'240,"0"0"-240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4:16.32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 2110 1328,'-5'7'3762,"-17"26"-738,22-33-2067,0 0 41,0 0 29,0 0-78,0 0 33,0 0 331,0 0-206,0 0-251,0 0-323,0 0-221,0 0-211,0 0 71,0 0-27,0 0 133,0 0 130,5-34 335,10-16-680,1 1 1,3 0-1,2 2 1,2 0-1,2 1 1,2 2-1,2 1 1,25-28-64,29-51 51,35-35 59,114-35 110,-133 73 1686,168-178-1042,-95 97-828,-1 33-17,-117 126-13,124-66 29,100-4 16,-69 63-111,27-23 85,-122 54 40,1 5-1,1 5 1,59 6-65,-28 34 226,57 42 304,-181-68-397,-1 1-1,0 0 1,-1 2 0,0 0 0,-1 2-1,0 0 1,17 14-133,35 19 255,90 79 336,-6 70-517,-45 15 44,-12-20-10,-116-233-7203,-10 8-5560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4:23.64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351 11 10666,'0'0'1297,"0"0"-748,0 0-249,0 0 799,0 0 95,-9 0-609,3 0-545,1 0 0,-1 1 0,0 0 0,0 0 0,1 0 0,-1 1 1,1 0-1,-1 0 0,1 0 0,0 0 0,0 1 0,0 0 0,0 0 0,0 1 0,1-1 0,-1 1 0,1 0 0,0 0 1,-2 3-41,-6 8 21,1-1 0,1 1 0,0 1 0,1 0 1,1 0-1,0 1 0,1 0 0,1 0 1,1 1-1,0-1 0,2 1 0,0 0 1,0 0-1,1 18-21,5-32-1,0-1 0,1 1 0,-1-1 0,1 0 0,0 0 0,-1 0 0,1-1 1,0 0-1,1 1 0,-1-1 0,0 0 0,1-1 0,-1 1 0,1-1 0,-1 0 0,1 0 0,0-1 0,-1 1 0,1-1 1,0 0-1,-1 0 0,1-1 0,0 1 0,-1-1 0,1 0 0,0 0 0,2-1 1,13 1 0,-9 1-27,0-1 1,1-1 0,-1 1 0,0-2-1,0 1 1,0-2 0,0 1 0,0-2 0,-1 1-1,1-1 1,-1-1 0,-1 0 0,1 0-1,-1-1 1,8-7 26,-14 7 57,0 0 0,0 0-1,-1-1 1,1 1 0,-2 0-1,1-1 1,-1 0 0,0 1 0,-1-1-1,0 1 1,0-1 0,0 0-1,-1 1 1,0-1 0,-1 1 0,0-1-1,0 1 1,0 0 0,-1 0-1,0 0 1,-4-7-57,1 5 93,0 0 0,-1 0 0,0 1 0,0-1 0,-1 2 0,0-1-1,0 1 1,-1 0 0,1 1 0,-2 0 0,1 0 0,-1 1 0,1 0 0,-2 1 0,1 0 0,0 1 0,-1 0-1,1 0 1,-1 1 0,0 1 0,0 0 0,0 0 0,0 1 0,0 0 0,1 1 0,-1 0 0,-5 2-93,6 0 22,-1 1 0,1 0 1,0 0-1,1 1 0,-1 0 1,1 1-1,0 0 0,0 1 1,1-1-1,0 2 0,0-1 1,0 1-1,1 0 0,0 1 1,1 0-1,0 0 0,1 0 1,-1 1-1,2 0 0,-1 0 1,1 0-1,1 0 0,0 1 1,1-1-1,0 1 0,0 0 1,1-1-1,0 1 0,1 0 0,0 0 1,1 0-1,0 0 0,1-1 1,0 1-1,1 1-22,2-5 28,0 1 1,1-2-1,-1 1 0,1-1 0,1 0 1,-1 0-1,1 0 0,0-1 0,0 0 1,0-1-1,1 1 0,0-1 0,0-1 1,0 0-1,0 0 0,0 0 0,1-1 0,-1 0 1,1-1-1,0 0 0,-1 0 0,1-1 1,0 0-1,0 0 0,-1-1 0,1-1 1,-1 1-1,5-2-28,6-2-167,0 0 0,-1-2 0,1 0 0,-1-1 0,0 0 0,-1-2 0,0 0 0,-1-1 0,0 0 0,0-2 0,-1 0 0,-1 0 0,0-1 0,-1-1 0,4-7 167,-14 19-44,0-1 0,0 1 0,-1-1 0,1 0-1,-1 0 1,1 0 0,-1-1 0,-1 1-1,1 0 1,-1-1 0,1 1 0,-1-1 0,0 1-1,-1-1 1,1 0 0,-1 1 0,0-1 0,0 0-1,-1 1 1,1-1 0,-1 0 0,0 1 0,0-1-1,0 1 1,-1-1 0,0 1 0,0 0-1,0 0 1,0 0 0,-1 0 0,1 0 0,-1 0-1,0 1 1,0-1 0,-1 1 0,-1-2 44,-3-2 76,0 0 0,-1 0 0,0 1 1,0 0-1,-1 1 0,1 0 0,-1 1 1,0 0-1,0 0 0,-1 1 0,1 1 1,-1-1-1,1 2 0,-1-1 0,-6 1-76,4 3 66,1 0-1,0 1 1,0 0 0,1 0-1,-1 1 1,1 1-1,0 0 1,0 1 0,0 0-1,1 1 1,0 0-1,0 0 1,0 1 0,1 0-1,1 1 1,-1 0-1,1 0 1,1 1 0,0 0-1,0 0 1,1 1-1,0 0 1,1 0-1,0 0 1,1 1 0,0-1-1,1 1 1,0 0-1,1 0 1,1 0 0,-1 1-1,2-1 1,0 5-66,0-13 22,0 0 0,0 0 0,1 1 1,-1-1-1,1 0 0,0 0 0,0 0 0,1 0 1,-1 0-1,1-1 0,0 1 0,0 0 0,0-1 1,0 1-1,1-1 0,0 0 0,-1 0 0,1 0 1,0 0-1,0 0 0,1 0 0,-1-1 0,0 0 1,1 0-1,0 0 0,-1 0 0,1 0 0,0-1 1,0 1-1,4 0-22,130 11 608,-129-13-605,5 0-5,-1-1-1,1-1 1,-1 0-1,1-1 0,-1 0 1,0-1-1,-1 0 1,1-1-1,-1-1 1,0 0-1,0-1 0,0 0 1,-1 0-1,0-1 1,-1-1-1,0 0 0,5-5 3,-13 9 4,0 0 0,0 0 0,0 0 0,-1 0 1,0-1-1,0 1 0,0-1 0,-1 1 0,1 0 0,-1-1 0,0 1 0,-1-1 0,0 1 0,0 0 0,0-1 0,0 1 0,-1 0 0,1 0 0,-2 0 0,1 0 0,0 0 0,-1 0 0,0 1 0,0-1 0,0 1 0,-1 0 0,1-1 0,-1 2 0,0-1 0,0 0 0,-1 1 0,1 0 0,-1 0 0,1 0 0,-1 1 0,0-1 0,0 1 0,0 0 1,0 1-1,-1-1 0,1 1 0,0 0 0,-1 0 0,1 1 0,0 0 0,-2 0-4,6-1 6,-1 1 0,0 0 0,1 0 0,-1 0 0,0 0 0,0 0 0,1 0 1,-1 0-1,0 1 0,1-1 0,-1 1 0,0-1 0,1 1 0,-1 0 0,1-1 0,-1 1 1,1 0-1,-1 0 0,1 0 0,0 0 0,-1 0 0,1 1 0,0-1 0,0 0 0,0 1 0,0-1 1,0 0-1,0 1 0,0-1 0,0 1 0,1 0 0,-1-1 0,1 1 0,-1-1 0,1 1 1,-1 0-1,1-1 0,0 1 0,0 0 0,0 0 0,0-1 0,0 1 0,0 0 0,1 0 0,-1-1-6,-1 6 3,0-1-1,0 1 1,1-1-1,0 1 0,0-1 1,1 1-1,0 0 0,0-1 1,0 0-1,1 1 0,0-1 1,0 0-1,0 0 1,1 0-1,0 0 0,0 0 1,1-1-1,0 1 0,0-1 1,0 0-1,0 0 0,1-1 1,0 1-1,0-1 1,0 0-1,0 0 0,1-1 1,-1 1-1,1-1 0,0 0 1,0-1-1,0 0 0,1 0 1,-1 0-1,1 0-2,6 0-6,-1-1 0,1 0 0,0 0 0,-1-1 1,1-1-1,-1 0 0,1-1 0,-1 0 0,1-1 0,-1-1 0,0 0 0,0 0 0,0-1 0,-1-1 0,0 0 0,0 0 0,0-1 0,-1 0 0,0-1 1,0-1-1,-1 1 0,0-1 0,-1-1 0,0 0 0,0 0 0,-1 0 0,0-1 0,-1 0 0,2-5 6,-6 13-32,0 1 0,0-1 0,1-1 0,-2 1 1,1 0-1,0 0 0,-1-1 0,0 1 0,1-1 0,-1 1 0,-1-1 0,1 1 0,0-1 0,-1 0 0,0 1 0,0-1 0,0 0 1,0 0-1,-1 1 0,1-1 0,-1 1 0,0-1 0,0 0 0,0 1 0,-1 0 0,1-1 0,-1 1 0,0 0 0,0 0 0,0-1 1,0 2-1,0-1 0,-1 0 0,1 0 0,-1 1 0,0-1 0,0 1 0,0 0 0,0 0 0,0 0 0,0 0 0,-1 1 1,1-1-1,-1 1 0,1 0 0,-1 0 0,-2 0 32,-87-3 2075,88 43-1799,8-31-296,0 0-1,1-1 1,-1 0 0,2 0 0,-1 0 0,1 0-1,0 0 1,0-1 0,1 0 0,0 0-1,0-1 1,0 0 0,0 0 0,1 0-1,0 0 1,0-1 0,1-1 0,-1 1-1,1-1 1,-1 0 0,1-1 0,0 0-1,0 0 1,0-1 0,1 1 0,-1-2 0,0 1-1,0-1 1,0-1 0,1 0 0,-1 0-1,0 0 1,0-1 0,1-1 20,-5 1-9,0-1 0,-1 0 0,0 0 0,1-1 1,-1 1-1,0-1 0,-1 0 0,1 1 0,-1-1 0,1 0 0,-1-1 1,0 1-1,-1 0 0,1-1 0,-1 1 0,0-1 0,0 1 0,0-1 1,-1 1-1,1-1 0,-1 0 0,0 1 0,-1-1 0,1 0 0,-1 1 1,0-1-1,0 1 0,0-1 0,0 1 0,-1 0 0,0-1 0,0 1 1,0 0-1,-1 0 0,1 0 0,-1 0 0,0 1 0,0-1 0,-2-1 9,0 1-26,1 0 1,-1 1-1,0 0 0,0-1 0,-1 2 0,1-1 0,-1 1 0,1-1 0,-1 2 0,0-1 0,0 1 0,1-1 0,-1 2 0,0-1 1,0 1-1,0 0 0,0 0 0,0 0 26,-64 28-5100,48-8 562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4:44.80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 9754,'0'0'2585,"0"0"-657,0 0-1040,0 0-376,0 0 0,0 0 233,0 0-553,0 0 32,0 0-168,0 0 16,0 0-16,0 0-112,0 5-744,0-1-1553,0 3-728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4:46.91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660 97 8354,'0'0'1116,"0"0"-837,0 0-121,0 0 283,0 0 297,-3-3-116,-54-41 4843,38 40-5281,0 0 0,0 2 0,0 0 0,-1 1-1,1 1 1,0 1 0,-1 1 0,1 0 0,0 1 0,0 2 0,0 0 0,1 0-1,0 2 1,0 0 0,0 1 0,1 1 0,-11 8-184,20-7 2,1 1 0,0 0 0,1 0 0,0 0 0,1 1 0,0-1 0,1 1 1,0 0-1,1 1 0,0-1 0,1 1 0,1-1 0,0 1 0,0 0 0,1-1 0,1 1 0,0 0 0,1-1 0,0 1 0,1-1-2,0-5 11,1 0 0,0 0 0,0 0 0,0-1 1,1 0-1,0 0 0,0 0 0,1 0 0,-1-1 0,1 0 0,0 0 0,1-1 0,-1 1 0,1-2 0,0 1 0,0-1 0,0 1 0,0-2 0,1 1 0,-1-1 0,1 0 0,-1-1 0,1 0 0,0 0 0,0-1 0,-1 0 0,1 0 0,0-1 0,0 0 0,-1 0 0,1 0 0,0-1 0,1-1-11,4 1 4,1 1-1,-1-2 0,0 0 0,0 0 0,0-2 1,0 1-1,-1-2 0,0 1 0,0-2 0,0 0 1,-1 0-1,0-1 0,0 0 0,-1-1 0,0 0 0,0-1 1,-1 0-1,0 0 0,-1-1 0,-1 0 0,1 0 1,-2-1-1,0 0 0,0-1 0,-1 1 0,0-1 1,-1 0-1,1-6-3,-5 11 8,0 1 0,0 0 0,0 0 0,-1-1 0,1 1 0,-2 0 0,1 0 1,-1 0-1,0 0 0,-1 0 0,0 0 0,0 1 0,0-1 0,-1 1 0,0 0 0,0 0 0,-1 0 0,1 1 1,-1-1-1,0 1 0,-1 0 0,1 1 0,-1-1 0,0 1 0,0 0 0,0 1 0,-1-1 0,0 1 0,-3-1-8,-7-3 36,0 0 0,-1 1 0,0 1 0,0 1 0,0 0 0,-1 1 0,1 1-1,-1 1 1,1 1 0,-1 0 0,1 1 0,-1 2 0,1-1 0,0 2-1,-1 1 1,2 0 0,-1 1 0,-13 7-36,9-4 42,0 2 0,0 1 0,2 0 1,-1 1-1,2 2 0,0 0 0,0 1 0,2 0 0,0 2 0,0 0-42,14-12-7,1-1 0,-1 1-1,1-1 1,0 1-1,0 0 1,0 0-1,1 0 1,0 0-1,0 0 1,0 0 0,1 0-1,0 1 1,1-1-1,-1 0 1,1 0-1,0 0 1,0 0-1,1 0 1,0 0 0,0-1-1,0 1 1,1 0-1,0-1 1,0 0-1,0 1 1,1-1-1,0 0 1,0-1 0,0 1-1,0-1 1,1 0-1,-1 0 1,1 0-1,0-1 1,0 1 0,1-1-1,-1 0 1,6 1 7,4 3 12,2-1 0,-1-1 0,1 0 0,-1-1 0,1-1 0,0-1 0,1 0 0,-1-1 0,0-1 0,5-1-12,-14 0 9,-1 0 0,0 0 1,-1-1-1,1 0 0,0 0 0,0 0 1,-1-1-1,1 0 0,-1-1 1,0 1-1,0-1 0,0 0 0,-1-1 1,1 1-1,-1-1 0,0 0 1,-1 0-1,1-1 0,-1 0 0,0 1 1,0-2-1,-1 1 0,1 0 1,-1 0-1,-1-1 0,1 0-9,37-183 241,-44 183-228,-1 1 0,1 0-1,-1 0 1,-1 1 0,1 0-1,-1 0 1,0 0 0,0 0-1,-1 1 1,1 0 0,-1 0-1,0 1 1,0 0 0,0 0-1,-1 1 1,1-1 0,-1 2-1,1-1 1,-1 1-1,1 0 1,-1 1 0,0 0-1,-2 0-12,2-1 3,-54-2-97,61 26-467,0-17 498,0 0 1,0-1-1,0 1 1,1 0-1,-1 0 1,1 0-1,1-1 0,-1 1 1,1 0-1,0 0 1,0-1-1,1 1 1,0-1-1,0 1 0,0-1 1,1 0-1,-1 1 1,1-1-1,0-1 1,1 1-1,-1 0 0,1-1 1,0 0-1,0 0 1,1 0-1,-1 0 1,1 0-1,-1-1 0,1 0 1,0 0-1,1-1 1,-1 1-1,0-1 1,1 0-1,-1 0 0,1-1 1,4 1 62,40-16-4214,-30-5 379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4:51.627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485 241 9354,'0'0'1550,"0"0"-537,0 0-201,0 0-31,0 0 201,0 0 17,-21-1-388,-101-5 20,119 9-613,-1-1 0,1 1 0,0 0 0,-1 0 0,1 0 0,1 0 0,-1 0 0,0 0 0,1 1 0,0 0 0,0-1 0,0 1 0,0 0 0,0 0 0,1 0 0,0 0 0,0 0 0,0 0 0,0 0 0,1 1 1,-1-1-1,1 0 0,0 1-18,0-2 10,-4 173-54,8-169 77,1-1-1,0 0 0,1 0 0,-1 0 0,1 0 0,0-1 1,1 0-1,-1 0 0,1 0 0,0-1 0,0 0 0,0-1 1,1 1-1,-1-2 0,1 1 0,0-1 0,0 0 1,0 0-1,0-1 0,0 0 0,0-1 0,0 1 0,0-2 1,0 1-1,0-1 0,0 0 0,0-1 0,0 0 1,0 0-1,0-1 0,1 0-32,7-3-17,-1 0 0,0-1 0,0 0 0,0-1 0,-1-1 0,0 0 0,-1-1 0,0-1 0,-1 0 0,0 0 0,-1-2 0,0 1 0,-1-1 0,0-1 0,-1 1 0,0-2-1,2-7 18,-9 18-9,0 0-1,0 0 1,-1 0-1,1 0 1,-1 0-1,0 0 1,0 0-1,-1-1 0,1 1 1,-1 0-1,0-1 1,0 1-1,-1 0 1,1 0-1,-1-1 0,0 1 1,0 0-1,0 0 1,-1 0-1,1 0 1,-1 0-1,0 0 0,0 0 1,0 1-1,-1-1 1,1 1-1,-1-1 1,0 1-1,0 0 0,0 0 1,-1 0-1,1 1 1,0-1-1,-1 1 1,0-1-1,0 1 0,0 1 1,0-1-1,0 0 1,0 1-1,-2 0 10,-181-28 206,-31 52 698,210-21-893,0 1-1,0 0 1,0 0 0,1 1-1,-1 0 1,1 1-1,0-1 1,0 2-1,1-1 1,-1 1-1,1-1 1,0 2-1,1-1 1,-1 1-1,1 0 1,1 0 0,-1 0-1,1 0 1,1 1-1,-1 0 1,1 0-1,1 0 1,-1 0-1,0 5-10,0-4 17,0 0 0,0 0 0,1 0 0,0 1 0,1-1 0,0 1-1,1-1 1,0 1 0,0-1 0,1 1 0,0-1 0,0 0 0,1 1-1,1-1 1,-1 0 0,1 0 0,1 0 0,0-1 0,0 1 0,1-1-1,0 0 1,0 0 0,1 0 0,0-1 0,0 0 0,1 0 0,0 0-1,0-1 1,1 0 0,-1-1 0,1 0 0,1 0 0,-1 0 0,1-1-1,-1 0 1,1-1 0,0 0 0,0-1 0,6 2-17,-1-4 30,0 1-1,0-2 1,0 0 0,0 0 0,0-2 0,0 0 0,0 0-1,-1-1 1,1-1 0,-1 0 0,0-1 0,0 0 0,-1-1-1,0 0 1,0-1 0,-1-1 0,0 0 0,0 0 0,-1-1-1,0 0 1,-1-1 0,1-2-30,-2 6-18,-1-1-1,1 0 1,-2 0-1,1 0 1,-1-1-1,-1 0 1,1 0 0,-1-1-1,-1 1 1,0-1-1,0 0 1,-1 0-1,-1 0 1,1-1 0,-2 1-1,1-1 1,-1 1-1,-1-1 1,0 1-1,-1-1 1,0 0 0,0 1-1,-1-1 1,0 1-1,-1 0 1,0 0 0,-2-3 18,-5-1 14,0 0 1,-1 0 0,0 1 0,-1 1 0,0 0 0,-2 0 0,1 1 0,-1 1 0,0 0 0,-1 1 0,0 1 0,-1 0 0,0 1-1,0 1 1,0 0 0,-1 2 0,0-1 0,0 2 0,0 0 0,0 1 0,-5 1-15,12 0-10,0 1 1,0-1-1,1 2 1,-1 0-1,0 0 1,0 0-1,1 1 0,-1 1 1,1 0-1,-1 0 1,1 1-1,0 0 1,1 0-1,-1 1 0,1 0 1,0 1-1,0 0 1,0 0-1,1 1 1,0 0-1,0 0 0,1 0 1,-1 2 9,-2 5 7,2 0 0,0 0 0,1 1 0,0-1-1,1 1 1,1 1 0,0-1 0,1 1 0,1-1 0,0 1 0,1 0 0,1 0 0,0 0 0,1-1 0,1 1 0,1 0 0,0-1-1,1 1 1,0-1 0,1 0 0,7 12-7,-2-15 14,1-1 1,0 0-1,0 0 0,1-1 0,1-1 1,0 0-1,0 0 0,1-1 0,0-1 1,0-1-1,1 0 0,0 0 0,0-2 1,0 0-1,0 0 0,1-2 0,-1 0 1,1 0-1,0-2 0,-1 0 0,1-1 1,0 0-1,-1-1 0,1-1 0,-1-1 0,0 0 1,0-1-1,0 0 0,-1-1 0,1-1 1,9-6-15,5-2-38,-1-1 0,0-1 0,-1-1 0,-1-2 0,-1 0 0,-1-2 0,0-1 0,-2-1 0,7-11 38,-24 28-13,0 0-1,-1 0 0,0-1 1,0 1-1,-1-1 0,0 0 1,-1 0-1,0 0 0,0-1 1,0 1-1,-1 0 0,-1-1 1,1 1-1,-1-1 1,-1 1-1,1-1 0,-1 1 1,-1 0-1,0-1 0,0 1 1,-1 0-1,1 0 0,-2 0 1,1 1-1,-1-1 0,0 1 1,-1 0-1,0 0 0,0 0 1,0 1-1,-1-1 0,0 1 1,0 1-1,-5-4 14,-6-5 94,-1 1 1,-1 0-1,0 1 0,-1 1 0,0 1 1,0 1-1,-1 1 0,0 0 0,-1 2 1,0 1-1,0 0 0,0 1 0,0 2 1,-1 0-1,1 2 0,-1 0 0,1 1 1,-15 4-95,26-2 54,0 0 0,0 1 1,0 0-1,1 1 0,-1 0 1,1 1-1,1 0 0,-1 1 1,1 0-1,0 0 0,0 1 1,1 0-1,0 1 0,1-1 1,0 2-1,0-1 1,1 1-1,0 0 0,1 0 1,0 0-1,1 1 0,-1 2-54,-7 20 70,1-1 0,2 1-1,1 1 1,2-1 0,1 1-1,0 31-69,3-56 2,0 1 1,0-1-1,0 1 0,1-1 0,1 1 1,0 0-1,0-1 0,1 1 0,0-1 0,0 1 1,1-1-1,1 1 0,-1-1 0,1 0 1,1 0-1,0 0 0,0 0 0,1-1 0,0 0 1,0 0-1,1 0 0,0 0 0,1-1 1,-1 0-1,2-1 0,-1 1 0,0-1 0,1-1 1,0 1-1,3 0-2,8-2-52,0-1 0,-1-1 0,2 0 0,-1-2 0,0 0 0,0-1 0,0-1 1,-1-1-1,1 0 0,0-2 0,-1 0 0,0-1 0,0-1 0,0 0 0,-1-2 0,-1 0 0,1-1 0,-1 0 0,-1-1 1,0-1-1,0 0 0,-2-2 0,1 1 0,-2-1 0,0-1 0,0-1 0,-1 1 0,2-7 52,-10 16-52,1 0 0,-1 0 0,-1 0 0,1 0 0,-1 0 0,0 0 0,0-1 0,-1 1 0,0-1 0,0 0 0,0 1 0,-1-1 0,0 0 0,0 1 0,-1-1-1,0 1 1,0-1 0,-1 0 0,1 1 0,-1 0 0,-1-1 0,1 1 0,-1 0 0,0 0 0,-1 1 0,1-1 0,-1 1 0,0-1 0,-1 1 0,1 0 0,-1 1 0,0-1 0,0 1 0,0 0 0,-1 0 52,-17-11 112,0 0 0,-1 2 0,-1 0 1,0 2-1,0 1 0,-1 1 1,-1 1-1,0 1 0,0 2 1,0 0-1,0 2 0,-1 1 1,1 1-1,-8 2-112,22 0 29,1 1 0,0 0-1,-1 1 1,1 0 0,1 1 0,-1 0 0,0 1 0,1 0 0,0 1-1,0 0 1,1 1 0,0 0 0,0 1 0,0 0 0,1 0 0,0 1-1,1 0 1,0 1 0,1 0 0,-1 0 0,2 0 0,0 1 0,0 0-1,1 0 1,0 1 0,1 0 0,0 0 0,1 0 0,0 0-1,1 0 1,0 0 0,1 1 0,1 9-29,-2-14-1,0 0 0,1 0 0,0 0 0,1 0 0,0 0 0,0 0 0,1 0 0,0 0 1,0 0-1,0 0 0,1 0 0,1-1 0,-1 1 0,1-1 0,0 1 0,1-1 0,0 0 0,0 0 0,1 0 0,-1-1 0,2 0 0,-1 0 0,0 0 0,1 0 0,0-1 0,1 0 0,-1 0 1,1-1-1,0 0 0,0 0 0,3 1 1,5-1-26,0-1 0,0-1 0,0 0 0,1-1-1,-1-1 1,0 0 0,1-1 0,-1 0 0,0-2 0,0 1 0,0-2 0,0 0 0,0-1 0,-1-1 0,0 0 0,0 0 0,0-2 0,-1 0 0,0 0 0,-1-1 0,0-1 0,0 0 0,-1 0 0,0-1-1,-1-1 1,0 0 0,-1 0 0,0-1 0,-1 0 0,-1-1 0,0 1 0,0-1 0,-2-1 0,0 1 0,0-1 0,-2 0 0,0 0 0,0 0 0,-1-1 0,-1 1 0,-1 0 0,0-1 0,-1 1 0,0 0-1,-3-8 27,-1 11 41,-1 0 0,0 0 0,-1 1-1,0 0 1,0 0 0,-2 0 0,1 1-1,-1 1 1,-1-1 0,1 1 0,-2 1-1,1 0 1,-1 0 0,0 1 0,-1 1-1,1 0 1,-1 0 0,-1 1 0,1 1-1,-1 0 1,0 1 0,1 0 0,-1 1-1,-1 0 1,1 1 0,0 0 0,0 1-1,0 1 1,-7 1-41,12 3 8,0 1 0,1 0 0,-1 1 1,1-1-1,0 1 0,1 1 0,-1-1 0,1 1 0,1 0 0,0 0 0,0 1 0,0 0 1,1 0-1,1 0 0,-1 0 0,2 0 0,-1 1 0,1-1 0,1 1 0,-1 0 0,2 0 1,-1-1-1,1 1 0,1 6-8,7 194 46,-7-202-44,1-1-1,0 0 0,0 0 0,0 0 0,1 0 0,0-1 0,1 1 1,-1-1-1,1 1 0,1-1 0,-1 0 0,1-1 0,0 1 0,0-1 0,0 0 1,1 0-1,0-1 0,0 0 0,0 0 0,0 0 0,1-1 0,0 1 1,0-2-1,-1 1 0,1-1 0,1 0 0,1 0-1,7 0-12,0-1 0,0-1 1,0 0-1,0-1 0,0-1 0,0-1 0,0 0 0,0-1 0,-1 0 0,0-2 1,0 0-1,0 0 0,-1-1 0,0-1 0,0-1 0,0 0 0,-2 0 1,1-1-1,-1-1 0,0 0 0,-1-1 0,-1 0 0,0-1 0,0 0 0,-1 0 1,-1-1-1,0 0 0,-1 0 0,2-8 12,-5 14-15,-1 0 0,0 1 0,-1-1-1,0-1 1,0 1 0,-1 0 0,0 0 0,0 0 0,-1-1-1,0 1 1,0 0 0,-1-1 0,0 1 0,0 0 0,-1 0-1,0 0 1,-1 0 0,0 0 0,0 0 0,-1 1-1,1-1 1,-2 1 0,1 0 0,-1 0 0,0 0 0,0 1-1,-1 0 1,0 0 0,0 1 0,-1-1 0,1 1 0,-3-1 15,-11-8 146,0 1 1,-1 1-1,0 1 1,-1 1 0,0 0-1,-1 2 1,0 1-1,0 1 1,-1 0 0,0 2-1,0 1 1,0 1 0,0 1-1,0 1 1,-20 2-147,39-1 15,1 1 1,-1-1 0,1 1 0,0 0 0,-1 0-1,1 1 1,0-1 0,0 1 0,0 0-1,1 0 1,-1 0 0,1 0 0,0 1-1,-1-1 1,1 1 0,1 0 0,-1 0-1,1 0 1,-1 0 0,1 0 0,0 1-1,1-1 1,-1 1 0,1-1 0,0 1-1,0-1 1,0 1 0,1 3-16,-5 139 12,6-143-5,0 14-12,2 1 0,0-1 0,1-1 1,1 1-1,1 0 0,0-1 0,2 0 0,-1-1 0,2 0 1,0 0-1,1-1 0,1 0 0,0 0 0,4 1 5,-8-8-14,0 0-1,0-1 0,1 0 1,0-1-1,0 0 0,1 0 1,0 0-1,0-1 1,0-1-1,1 0 0,-1 0 1,1 0-1,0-2 0,0 1 1,1-1-1,-1 0 0,0-1 1,0-1-1,1 1 1,-1-2-1,1 1 0,-1-1 1,0-1-1,0 0 0,10-3 15,-8-1-40,0-1-1,0-1 0,0 1 1,-1-2-1,-1 0 1,1 0-1,-1-1 0,-1 0 1,0 0-1,0-1 0,-1-1 1,0 1-1,-1-1 0,-1 0 1,0-1-1,0 0 0,-1 0 1,-1 0-1,0 0 0,-1-1 1,-1 0-1,0 1 0,0-1 1,-1 0-1,-1-8 41,-1 15 0,1-1-1,-1 0 0,0 1 1,0-1-1,-1 1 0,0-1 1,-1 1-1,1 0 0,-1 0 1,-1 0-1,1 0 0,-1 1 1,0-1-1,-1 1 1,0 0-1,0 0 0,0 1 1,0-1-1,-1 1 0,0 0 1,0 1-1,-1-1 0,1 1 1,-1 1-1,0-1 0,0 1 1,0 0-1,0 1 1,0-1-1,-1 1 0,-2 0 1,-10-3 61,0 1-1,0 1 0,0 1 0,0 0 1,0 2-1,0 0 0,0 1 1,-1 1-1,1 1 0,1 1 1,-1 1-1,0 0 0,-14 7-60,35-12-46,0 1-1,-1-1 1,1 0-1,0 1 1,-1-1-1,1 1 1,0-1-1,-1 1 0,1-1 1,-1 1-1,1 0 1,-1-1-1,1 1 1,-1 0-1,0-1 1,1 1-1,-1 0 0,0-1 1,1 1-1,-1 0 1,0 0-1,0-1 1,0 1-1,0 0 1,0 0-1,0 0 0,0-1 1,0 1-1,0 0 1,0 0-1,0-1 1,0 1-1,0 0 1,-1 0-1,1-1 1,0 1-1,-1 0 0,1 0 1,0-1-1,-1 1 1,1 0-1,-1-1 1,1 1-1,-1-1 1,1 1-1,-1-1 0,0 1 1,1-1-1,-1 1 1,0-1-1,1 1 1,-1-1-1,0 0 1,1 0-1,-1 1 0,0-1 1,0 0-1,1 0 1,-1 0-1,0 1 1,0-1-1,0 0 47,66 11-5873,-16-8-896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1.98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2330 7138,'0'0'1712,"0"0"-609,0 0-443,0 0-221,0 0 35,0 0-81,-1-6 4847,7-24-5113,97-212 884,11-65-93,10 98-510,44-16 95,-114 152-335,4 3 0,2 2 0,3 3 1,3 3-1,15-7-168,-31 23 45,234-201-7,-191 179-42,3 5 1,3 3 0,35-11 3,-102 53-9,238-166 56,-77 114-122,-156 60 68,54-10 6,1 3-1,0 4 0,0 5 1,3 3 1,135 2 663,-28 62-587,-174-50-70,-2 1 1,1 1 0,-1 1-1,-1 1 1,0 2 0,-1 0-1,20 18-6,139 109 23,-130-76 14,2-3 1,3-2-1,45 36-37,93 128 100,-57 38 17,50-19-126,-91-63 269,-25-31-88,-67-142-146,15 19 100,-1 1 1,-1 1-1,-1 0 0,-2 2 0,-1 0 1,-1 0-1,-2 1 0,-1 1 1,-2 0-1,-1 1 0,3 30-126,-10-36 51,-2-23-38,0 1 0,0-1 0,1 0 0,0 0 0,0 1 0,1-1 0,0 0 0,-1 0 0,2 0 0,-1 1 0,1-1 0,-1-1 0,1 1-1,1 0 1,-1 0 0,1-1 0,-1 1 0,1-1 0,1 0 0,-1 0 0,1 0 0,1 2-13,12-87-5166,-14 33-1150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3.57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30 6 3913,'0'0'727,"0"0"-153,0 0 649,0 0-133,0 0-165,0 0-242,-7-5 2797,-15 185-741,22 451-1337,68-157-893,-13-145-468,-34-64-1555,-12 211 1514,-9-435-542,-7 16-2293,2-40 958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4.23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6329,'0'0'1538,"0"0"-312,0 0-209,0 0-119,0 0-133,0 22-159,26 280 1769,150 967 277,-160-1066-2652,-9 1 0,-11 35 0,-46 273 59,29-110-2435,18-355 2028,-1 3-2879,4-61-309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4.81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39 0 9706,'0'0'1230,"0"0"-378,-6 28-348,-27 187 550,46 132 743,14 0 0,69 317-1797,-27-213 282,-8 154-282,-51 136-652,-11-710 393,1 6-224,-2 1 0,-1-1-1,-1 0 1,-3-1 0,-1 1 0,-6 16 483,-20-34-1794,26-21-590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5.32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332 0 10986,'0'0'1629,"0"0"-290,-23 18-202,-76 61 77,81-60-1032,1 0 0,1 1-1,0 1 1,2 1 0,0 0 0,1 1 0,2 0 0,0 1 0,2 1 0,0-1-1,2 1 1,0 1 0,2-1 0,1 1 0,1 0 0,1 12-182,-20 193 481,11 2-1,15 181-480,25 41 600,29 69-600,-29-273 298,98 699 1070,-110-830-1768,-16-114-4678,-29-152-1320,11 66-1671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5.82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286 1 10114,'0'0'1240,"0"0"-419,0 0-51,-23 13 275,-73 48 56,89-56-992,0 0 0,1 0 0,-1 1 0,1 0 0,1 0 0,-1 1 0,1-1 0,0 1 0,1 1 0,0-1 0,0 0 0,0 1 0,1 0 0,0 0 0,0 0-109,-2 6 80,-14 47 125,3 1 0,2 0 0,3 1 0,3 1 0,3-1 0,2 62-205,3-106 16,-6 315 1413,35 300-1429,3-318 584,11 116 553,-16 104-1137,-26-382 65,-21 906-401,-2-854-313,16-186-1489,2-55-2275,1-15-1420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6.24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279 1 10538,'0'0'1426,"0"0"-530,0 0-94,-23 26 447,4-5-944,5-7-143,0 1 0,1 1 1,1 0-1,0 1 1,1 0-1,1 1 1,0 0-1,2 0 0,0 1 1,1 0-1,0 4-162,-21 105 485,6 1-1,5 1 0,2 69-484,12-157 33,-23 514 1730,31 228-1763,52-136 757,-10-194-1568,-35-151-3520,-12-272 245,-2-9-5510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6.7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188 0 8850,'0'0'1428,"0"0"-765,0 0-456,0 0 42,-16 20 119,-55 68 147,27 27 473,39-86-837,-23 218 1994,10 0 1,13 205-2146,5-408 148,21 690 1585,170 501-530,-169-990-4768,-32-253-248,-4-7-913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7.30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415 0 6225,'0'0'1338,"0"0"-55,0 0 263,0 0-352,0 0-380,-14 21-317,-83 152 1254,50-21-505,6 2-1,7 2 1,5 14-1246,20-120 134,-49 293 860,14 2 0,2 339-994,43-431 132,28 204-132,-14-194-2858,-4-305-4011,-7 15 1110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7.74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69 1 9706,'0'0'1739,"0"0"-771,0 24-396,-40 1092 4855,12 61-3555,30-1069-1875,5 1-1,5-2 1,4 1-1,5-2 1,4 0-1,20 44 4,-43-146-37,0 6-180,1 1 0,0 0 0,1 0 0,0-1 0,1 0 0,0 0 0,0 0 0,1-1 0,0 0 0,1 0 0,0 0 0,1-1 0,0 0 0,0 0 0,0-1 0,10 6 217,30-36-4437,-32-11 2010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8.21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 1 8186,'0'0'2195,"-2"20"-1124,-8 322 1311,15 0 1,19 54-2383,-6-96 1032,43 1046 223,-67-1215-1118,-6 0 0,-22 98-137,3-29-297,27-166-1062,6-40-4334,4-23 1618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8.47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216 134 13707,'0'0'608,"0"0"-608,0 0-1160,-134-67-232,102 41-569,5 3 417,5 6-777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8.72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 1 7009,'0'0'1882,"0"0"-411,0 0-165,0 0-191,0 0 234,0 0 137,-3 46-564,16 435 566,-7-427-1353,43 423 913,-16 199-1048,-32-576 91,-5 1 0,-4-1 0,-8 25-91,9-84-113,-7 38-141,0-29-3236,7-35-751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9.08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400 1 12347,'0'0'1296,"0"0"-604,-18 22-451,9-10-202,-11 13 150,0 0 1,2 1-1,1 1 1,2 0-1,0 2 0,-7 20-189,-28 116 626,7 1-1,7 3 0,7 1 0,0 90-625,-12 269 1880,24 338-1880,24-654-83,10-1-1,9-1 1,9 2 83,-13-70-5443,-21-115 2342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09.57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117 0 9706,'-35'477'8673,"26"440"-8673,11-633 962,5 166 919,25 62-1881,-17-147-6248,-15-361 6118,1 0-1,-1 0 1,0 0 0,0-1 0,0 1 0,0 0-1,-1 0 1,0 0 0,1-1 0,-2 1-1,1 0 1,0-1 0,-1 1 0,1-1 0,-1 1-1,0-1 1,0 0 0,0 0 0,-1 0-1,1 0 1,-1 0 0,0 0 0,1-1 0,-1 1-1,0-1 1,-1 0 0,1 0 0,-2 1 130,1-4-67,0 0 0,1-1-1,-1 1 1,1-1 0,0 0 0,-1 0 0,1 0 0,0 0 0,0-1 0,0 1 0,0-1-1,1 0 1,-1 1 0,1-1 0,-1-1 0,1 1 0,0 0 0,0 0 0,1-1 0,-1 1-1,1-1 1,0 0 0,-1-1 67,2 4-23,-18-42-1680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10.00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429 1 6729,'0'0'2672,"0"0"-1443,-23 14-309,-144 114 1929,136-82-2477,2 1-1,2 1 1,3 2-1,1 1 1,3 0-1,2 1 1,2 1 0,3 1-1,2 0 1,3 1-1,1 0 1,4 0-1,2 45-371,-7 89 573,9 0 0,8 0-1,18 80-572,-8-133 248,108 966 458,-102-853-1088,-5-63-4693,-19-168 1243,-1-17 1574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10.45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482 0 4905,'0'0'4838,"0"0"-3144,0 0-1023,-26 33 220,16-19-814,-15 16 104,2 1 0,1 1 1,1 1-1,2 1 1,2 1-1,1 0 1,1 1-1,1 4-181,-62 262 1587,14 3-1,13 2 1,1 160-1587,17 71 2070,23 29-2070,12-500-3,3 1 0,3-1 0,3-1 0,3 0 0,13 31 3,-18-72-479,-4-32-1163,0-41-630,-7 43 2447,5-54-1685,0-5-941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10.87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57 1 10122,'-49'1148'8003,"44"-858"-7349,3-204-411,7 870 1759,-1-880-2321,2 0 0,5 0 0,2-1-1,3 0 1,17 40 319,-32-112-176,24 45-1087,-1-55-2483,-13-20 1548,-3-12-421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11.33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278 0 11666,'0'0'1461,"0"0"162,-25 19-683,11-9-839,0-1-21,0 2 1,1-1 0,0 1-1,0 1 1,2 0 0,-1 1-1,2 0 1,0 1-1,0 0 1,1 1 0,1 0-1,-6 14-80,-9 49 295,3 1 0,4 0 1,4 2-1,3-1 0,3 1 0,4 0 0,7 63-295,15 118 375,11-2 0,60 233-375,-27-154 318,-2 175 594,-52-193-822,-10-230-3940,7-202-855,-2 53 344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11.79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12427,'0'0'2586,"0"0"-857,0 0-1118,5 19 9,132 638 4861,-111-225-4783,-26-431-784,0-15-966,12-229-6684,-6 169 3020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12.10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 1 10970,'0'0'4172,"0"0"-2728,-2 27-1094,4 387 2230,55-51-1622,-60-465-8612,-4 60 2004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12.3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 12107,'0'0'2840,"0"129"-711,0-45-1145,5 9-568,5-10 504,-2-12-208,-1-16 56,0-10-495,-2-12-177,0-6-88,-2-9-16,-3-7-737,0-2-479,0-9-272,0 0-2705,-13 0-2361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19.339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193 112 3953,'0'0'5105,"0"0"-3721,0 0-912,0 0 72,-133-74-87,110 66 167,9-1-376,1 4-40,6 1-192,4 2 48,3 2-64,0-5-160,0 3-408,0 0-3377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21.228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1040 5641,'0'0'2190,"0"0"-471,0 0-579,0 0-341,0 0-85,0 0-84,0 0-410,38 1 2489,100 70 80,-94-40-2301,-20-18-390,1 0 1,0-1-1,1-2 1,0 0-1,1-2 1,0-1-1,0-1 0,1-1 1,-1-2-1,1 0 1,0-2-1,5-2-98,511 31 86,-495-32-88,117 19 38,-156-12-40,11 6 3,0-2 1,0 0 0,1-1-1,1-1 1,-1-1-1,1-1 1,0-1 0,0-1-1,5-1 1,23-4 17,0-3-1,0-2 1,0-3-1,-1-1 1,34-14-17,406-57 136,-411 58-71,-39 14 47,-1-1 1,0-3-1,0-1 1,-2-2 0,0-1-1,18-13-112,180-92 600,-205 110-560,0-2 0,-1-2 0,0 0 0,-2-2 0,0-1-1,-1-1 1,-1-1-40,31-24 196,54-27-197,-88 62 77,-2-2 0,1 0 1,-2-1-1,0-1 1,0-1-1,-2 0 0,0-2 1,10-14-77,248-225 416,-256 236-399,-1 0 0,-1-1 0,-1 0-1,-1-1 1,-1-1 0,-1-1 0,6-18-17,58-30 11,-90 81-2806,-6 2-895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22.344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56 1 4137,'0'0'3983,"0"0"-2132,0 0-968,0 0-192,0 0 35,0 0 115,-8 22-189,-11 92 233,4 0 0,6 1-1,5 1 1,4-1 0,7 11-885,58 290 484,-28-233-405,-12 107-865,-18-398-6913,1 65-1983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22.756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114 5 9914,'0'0'1403,"0"0"-524,0 0-184,0 0 128,0 0-1,0 0-431,-8-1-37,7 0-349,-1 1 1,0-1 0,1 1-1,-1-1 1,0 1 0,0 0-1,1 0 1,-1 0-1,0 0 1,0 0 0,0 0-1,1 0 1,-1 0 0,0 1-1,0-1 1,1 1 0,-1 0-1,0-1 1,1 1 0,-1 0-1,1 0 1,-1 0 0,1 0-1,-1 0 1,1 0 0,0 0-1,0 1 1,-1-1 0,1 0-1,0 1 1,0-1-1,0 1 1,0-1 0,1 1-1,-1 0 1,0-1 0,1 1-1,-1 0 1,1-1 0,-1 1-1,1 0 1,0 0 0,0-1-1,0 1 1,0 0 0,0 1-6,-20 109 689,5 1 1,5 0-1,5 1 1,6 40-690,-1-74 408,7 526 1025,25-473-1734,-31-132 227,-1-1 1,1 1-1,-1 0 1,1 0-1,0-1 1,0 1-1,-1 0 1,1-1-1,0 1 0,0-1 1,0 1-1,-1-1 1,1 1-1,0-1 1,0 0-1,0 1 1,0-1-1,0 0 1,0 0-1,0 0 0,0 0 1,0 0-1,0 0 1,0 0-1,0 0 1,0 0-1,0 0 1,0 0-1,0 0 1,0-1-1,0 1 0,0-1 1,-1 1-1,1 0 1,0-1-1,0 1 1,0-1-1,0 0 1,-1 1-1,1-1 1,0 0-1,-1 1 0,1-1 1,0 0-1,-1 0 1,1 0-1,-1 1 1,1-1-1,-1 0 1,0 0-1,1 0 0,-1 0 1,0 0-1,0 0 1,1 0-1,-1 0 74,18-61-3308,-17 57 2720,7-34-3754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23.161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248 1 3473,'0'0'4139,"0"0"-2798,0 0-697,-12 21 295,-69 160 805,21 91 676,11 4 0,10 15-2420,33 26 1255,5-311-1353,1-1 1,1 1 0,-1-1 0,1 1-1,0-1 1,0 1 0,1-1 0,0 0-1,0 0 1,0 0 0,0 0 0,1 0-1,0 0 1,0 0 0,0-1 0,0 1-1,1-1 1,0 0 0,0 0 0,0-1-1,0 1 1,1-1 0,-1 0 0,1 0 0,0 0-1,0 0 1,0-1 0,0 0 0,0 0-1,0-1 1,1 1 0,-1-1 0,1 0-1,-1-1 1,1 1 0,0-1 97,42-52-2166,-42 39 1767,20-41-1697,-5-3-1676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28.813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495 1115 6177,'-1'-19'1367,"-13"-364"3313,-2 362-3547,-6 55-379,-6 59-173,5 0 0,3 1 1,5 1-1,3 0 0,4 23-581,-4 374 2187,11-476-2164,0 0 0,1 1 0,0-1 0,1 0 1,1 0-1,1 1 0,0-1 0,1 0 0,1-1 0,0 1 0,1-1 0,1 0 0,0-1 0,1 1 1,1-1-1,0-1 0,1 0 0,0 0 0,10 8-23,-17-18-31,0-1 0,0 0 1,0 0-1,0-1 0,0 1 0,0-1 1,1 0-1,-1 0 0,0 0 1,1 0-1,-1 0 0,1-1 0,-1 1 1,1-1-1,-1 0 0,1 0 0,-1 0 1,1-1-1,-1 1 0,1-1 0,-1 0 1,1 0-1,-1 0 0,0 0 1,0-1-1,1 1 0,-1-1 0,0 0 1,0 0-1,-1 0 0,1 0 0,0-1 1,-1 1-1,1-1 0,-1 1 0,0-1 1,0 0-1,1-2 31,52-127-1137,-41-224 668,-16 270 447,-5-1 1,-2 1-1,-5 1 1,-3 0-1,-23-65 22,39 148-1,-2-10 0,0 1 0,0-1 0,-2 1 0,1 0 0,-1 0 0,-1 1 0,0-1 0,0 1 0,-1 0 0,0 1 0,-9-9 1,15 17 5,-1 1 1,1-1-1,-1 1 1,1-1-1,-1 1 1,0 0-1,1-1 1,-1 1-1,0 0 1,1 0-1,-1 0 1,0 0-1,1 0 1,-1 1-1,0-1 1,1 1-1,-1-1 1,1 1-1,-1-1 1,1 1-1,-1 0 1,1-1-1,-1 1 1,1 0-1,0 0 1,-1 0-1,1 0 1,0 1-1,0-1 1,0 0-1,0 0 1,0 1-1,0-1 1,0 1-1,0-1 0,0 0 1,1 1-1,-1 0 1,1-1-1,-1 1 1,1-1-1,-1 1 1,1 0-1,0-1 1,0 1-1,0 0 1,0-1-1,0 1 1,0 0-1,1-1 1,-1 1-1,1 1-5,-9 225 98,15-57 299,8-1 1,7-1 0,8-1 0,31 92-398,-56-239 17,0 0 0,2-1 0,0 1 0,1-2 0,1 1 0,1-1 0,1-1 0,0 0 0,6 5-17,-16-20-6,0-1 0,0-1-1,1 1 1,-1 0 0,0 0 0,1 0-1,0-1 1,-1 1 0,1-1 0,0 1-1,0-1 1,0 0 0,0 1 0,0-1-1,0 0 1,0-1 0,0 1 0,0 0-1,0 0 1,1-1 0,-1 0 0,0 1-1,0-1 1,1 0 0,-1 0 0,0 0-1,1 0 1,-1 0 0,0-1 0,0 1-1,1-1 1,-1 0 0,0 1 0,0-1-1,0 0 1,0 0 0,0 0 0,0-1 0,0 1-1,0 0 1,0-1 0,-1 1 0,1-1-1,0 0 1,-1 1 0,1-1 0,-1 0-1,0 0 1,1-1 6,49-114-367,-33 43 253,-4 0 1,-3-1-1,-3 0 1,-4-1 0,-3 0-1,-3 1 1,-3-2 113,-8-30-60,-5 0 1,-5 1-1,-16-41 60,-25-112-17,24 2 566,39 529 519,11 0-1,13-1 0,41 183-1067,-58-422 0,1-1-1,1-1 0,2 1 0,1-1 0,2-1 0,11 21 1,-23-48-41,0 0-1,0 0 1,0 0-1,0 0 1,0 0 0,1 0-1,-1-1 1,1 1-1,-1 0 1,1-1-1,0 1 1,-1-1-1,1 1 1,0-1 0,0 0-1,0 0 1,0 0-1,0 0 1,0 0-1,1 0 1,-1 0-1,0-1 1,0 1 0,1-1-1,-1 0 1,0 0-1,1 1 1,-1-2-1,0 1 1,0 0 0,1 0-1,-1-1 1,0 1-1,0-1 1,1 0-1,-1 1 1,0-1-1,0 0 1,0 0 0,0-1-1,0 1 1,1-1 41,55-78-1750,10-188-1414,-51-150 2544,-18 330 562,2 16 71,1 11 190,-2 1 1,-2 0-1,-3-1 0,-3 2 1,-2-1-1,-3 1 0,-4-1-203,17 59 5,0 0 40,0 0 1,0-1-1,0 1 0,0 0 1,0-1-1,0 1 0,0 0 1,-1-1-1,1 1 0,-1 0 1,1 0-1,-1-1 1,1 1-1,-1 0 0,0 0 1,0 0-1,0 0 0,1 0 1,-1 0-1,0 0 0,0 0 1,0 0-1,0 0 1,-1 0-1,1 1 0,0-1 1,0 0-1,0 1 0,-1-1 1,1 1-1,0-1 0,0 1 1,-1 0-1,1-1 0,0 1 1,-1 0-1,1 0 1,-1 0-1,1 0 0,0 0 1,-1 1-1,1-1-45,-25 127 814,24-89-740,-3 592 546,8-485-389,8-1 0,28 141-231,-3-176 8,-35-106-16,0 0 0,1-1 0,-1 1 0,0 0 0,1-1 0,0 0-1,-1 1 1,1-1 0,0 0 0,0 0 0,0 0 0,0 0 0,1 0 0,-1-1-1,0 1 1,1 0 0,0-1 0,-1 0 0,1 0 0,0 0 0,-1 0-1,1 0 1,0 0 0,0-1 0,0 1 0,-1-1 0,1 0 0,0 0 0,0 0-1,0 0 1,0-1 0,0 1 0,0-1 0,-1 1 0,1-1 0,1-1 8,6-5-40,0-1 1,0 0 0,-1-1 0,-1 0-1,0 0 1,0-1 0,0 0-1,-1 0 1,-1-1 0,0 0-1,0 0 1,-1 0 0,0-4 39,5-4-85,23-54 14,-3-1 0,-4-2 0,-3-1 0,-3-1 1,-3 0-1,-4-1 0,-4-1 0,-3 0 0,-3 0 1,-4 0-1,-4-8 71,-2 43 134,-1 0 0,-2 1-1,-2 0 1,-2 1 0,-2 1 0,-1 0 0,-14-20-134,25 49 52,4 7-17,1 0 0,-1 1 0,0-1 0,-1 1 0,1 0 0,-1 0 0,0 0 0,-1 0 0,1 0-1,-1 0 1,0 1 0,0 0 0,0 0 0,-1 0 0,1 0 0,-1 1 0,0 0 0,0 0 0,0 0 0,0 0 0,-1 1-1,-3-2-34,-12 17 338,14 3-259,0 1 0,1 0 0,1 0 0,0 0 0,2 1 0,0 0 1,1 0-1,0 0 0,2 17-79,-1-24 19,-6 103 105,5 1 1,5-1-1,5 1 1,5-2-1,5 1 1,5-2-1,5-1 1,25 62-125,-46-152-20,1-1-1,1 0 1,0 0 0,2 0-1,0-1 1,2-1 0,0 0-1,0-1 1,7 6 20,-19-22-38,1 1-1,-1-1 1,1 1 0,-1-1-1,1 0 1,0 1 0,0-1-1,-1 0 1,1 0 0,0 0-1,0-1 1,0 1-1,0 0 1,0-1 0,0 1-1,0-1 1,0 1 0,0-1-1,0 0 1,0 0 0,0 0-1,0 0 1,1-1-1,-1 1 1,0 0 0,0-1-1,0 0 1,0 1 0,0-1-1,-1 0 1,1 0 0,0 0-1,0 0 1,0 0-1,-1 0 1,1-1 0,-1 1-1,1-1 1,-1 1 0,1-1-1,-1 1 1,0-1 0,0 0-1,0 0 1,0 1-1,0-1 1,1-1 38,36-99-228,-37 98 228,17-86-13,-4-1 0,-4 0-1,-5 0 1,-3-1 0,-4-1 13,2 45-1,2-56 4,-5-1 0,-4 2-1,-5-1 1,-4 1 0,-5 1-1,-4 1 1,-25-60-3,35 151-9,17 251 71,106 1015 1217,-78-1051-1349,-30-204 56,0 0 0,0 1 0,0-1 0,0 0 0,1 1 0,-1-1 1,0 0-1,0 1 0,1-1 0,-1 0 0,1 1 0,-1-1 0,1 0 1,0 0-1,-1 0 0,1 1 0,0-1 0,0 0 0,0 0 0,0 0 1,0-1-1,0 1 0,0 0 0,0 0 0,0 0 0,0-1 0,1 1 0,-1 0 1,0-1-1,0 1 0,1-1 0,-1 0 0,0 1 0,1-1 0,-1 0 1,0 0-1,1 0 0,-1 0 0,0 0 0,1 0 0,-1 0 0,0 0 1,1-1-1,-1 1 0,0 0 0,1-1 0,-1 1 0,0-1 0,0 0 0,1 1 1,-1-1-1,0 0 0,0 0 0,0 0 0,0 1 0,0-1 0,0 0 1,0-1 13,48-76-433,-2-32 117,-5-2-1,-5-1 1,-5-2-1,-5-1 0,6-79 317,-16 50-144,-7-1 0,-8-139 144,-2 260 4,-2 0-1,-1 0 0,-1 1 0,-1-1 1,-1 1-1,-1 0 0,-1 1 0,-1-1 1,-1 2-1,-1-1 0,-3-2-3,14 27 26,0-1-1,0 1 1,0-1-1,0 1 1,0-1-1,0 1 1,-1-1-1,1 0 1,-1 1-1,1-1 1,-1 0-1,1 1 1,-1-1-1,0 0 1,1 1-1,-1-1 1,0 0-1,0 0 1,0 0-1,0 0 1,0 0-1,0 0 1,0 0-1,0 0 1,-1-1-1,1 1 1,0 0-1,-1-1 1,1 1-1,0 0 1,-1-1-1,1 0 1,0 1-1,-1-1 1,1 0-1,-1 0 0,1 0 1,-1 0-1,1 0 1,-1 0-1,1 0 1,0 0-1,-1-1 1,1 1-1,-1 0 1,1-1-1,0 0 1,-1 1-1,1-1 1,0 0-1,0 1 1,-1-1-1,1 0 1,0 0-1,0 0 1,0 0-1,0 0 1,0 0-1,0 0 1,0 0-1,1-1 1,-1 1-1,0 0 1,1-1-1,-1 1 1,1 0-1,-1-1 1,1 1-1,-1 0 1,1-1-26,-36 313 501,24-36-111,11 0 0,12 0 0,17 42-390,-27-306-35,-1 0 1,2 0-1,-1 0 1,1 0-1,1 0 1,0 0-1,1 0 1,0-1-1,0 0 1,1 0-1,1 0 1,0-1-1,0 1 1,0-1-1,8 7 35,-11-16-49,0 1 1,1-1-1,-1 0 0,0 0 0,0-1 0,1 1 1,-1 0-1,0-1 0,0 0 0,0 0 0,0 0 1,0 0-1,0-1 0,0 1 0,0-1 0,0 1 1,-1-1-1,1 0 0,-1 0 0,1 0 0,-1-1 1,0 1-1,0 0 0,0-1 0,0 0 0,0 1 1,0-1-1,-1 0 0,1 0 0,-1 0 0,0 0 1,0 0-1,0 0 0,-1 0 0,1 0 0,0-2 50,3-3-64,30-81-515,-4 0 0,-4-3 1,-3 0-1,-5-1 0,-4 0 0,-4-2 0,-4 1 0,-4-1 0,-8-55 578,5 35 264,-5 0 0,-6 1 0,-4 0-1,-5 1 1,-5 1 0,-20-49-264,-8 47 1981,38 121-1255,2 69 29,3 535-120,13-478-499,34 860 503,-36-976-641,27 141-54,-27-157 43,1 0-1,-1 0 0,0 0 0,1 0 0,-1 0 0,1 0 0,-1 0 0,1-1 0,0 1 0,-1 0 0,1 0 1,0 0-1,-1-1 0,1 1 0,0 0 0,0-1 0,0 1 0,0 0 0,0-1 0,0 1 0,0-1 0,0 0 0,0 1 1,0-1-1,0 0 0,0 0 0,0 1 0,0-1 0,0 0 0,0 0 0,0 0 0,0 0 0,0 0 0,0-1 1,0 1-1,1 0 0,-1 0 0,0-1 0,0 1 0,0-1 0,0 1 0,-1-1 0,1 1 0,0-1 0,0 1 1,0-1-1,0 0 0,0 0 0,-1 1 0,1-1 0,0 0 0,-1 0 0,1 0 0,0 0 14,35-57-431,3-35 7,-3-1 1,-4-2-1,-5-2 1,-4 0-1,-4-1 1,-5-1 0,-4-1-1,-4 0 1,-5 0-1,-6-35 424,-11-18 444,-7 0 1,-6 1-1,-18-37-444,29 115 752,9 37-458,3 70 535,92 1653 1687,-85-1677-2513,-1 8-16,1 1 0,0-1 1,2 0-1,0 0 0,0 0 1,2 0-1,-1 0 0,2-1 0,0 0 1,1 0-1,5 7 13,-11-21-8,0-1-1,1 1 1,-1-1 0,0 1 0,0 0 0,0-1-1,0 0 1,1 1 0,-1-1 0,0 0 0,1 0 0,-1 1-1,0-1 1,0 0 0,1 0 0,-1-1 0,0 1-1,1 0 1,-1 0 0,0-1 0,0 1 0,1 0-1,-1-1 1,0 1 0,0-1 0,0 0 0,0 1-1,0-1 1,0 0 0,0 0 0,0 0 0,0 1-1,0-1 1,0 0 0,0 0 0,0-1 0,-1 1-1,1 0 1,0 0 0,-1 0 0,1 0 0,-1 0 0,0-1-1,1 1 1,-1 0 0,0 0 0,0-1 0,1 1-1,-1-1 9,24-58-267,-2-2 0,-3 0 0,-2-2 0,-4 0 0,-2 0 0,-3-1 0,-1-53 267,-6 110-6,17-244-204,-10 0 0,-20-164 210,-45 1 122,57 414-127,-1 2 29,1-1 1,-1 0-1,0 1 0,1-1 1,-1 0-1,1 0 1,-1 1-1,0-1 0,1 0 1,-1 0-1,1 0 1,-1 0-1,0 0 1,1 0-1,-1 0 0,0 0 1,1 0-1,-1 0 1,1 0-1,-1 0 0,0 0 1,0-1-25,26 1250 1668,-13-1000-1575,-11-226-89,-2 4-31,2 0 0,2 0 0,0 0 0,1-1 0,2 0 0,1 0 0,6 15 27,-13-40-8,0 0-1,0 0 1,1 1-1,-1-1 1,0 0-1,1 0 1,-1 0-1,0 0 1,1 0-1,0 0 1,-1 0-1,1 0 1,-1 0 0,1-1-1,0 1 1,0 0-1,-1 0 1,1 0-1,0-1 1,0 1-1,0 0 1,0-1-1,0 1 1,0-1-1,0 1 1,0-1-1,0 0 1,0 1 0,0-1-1,0 0 1,1 0-1,-1 0 1,0 0-1,0 1 1,0-2-1,0 1 1,0 0-1,0 0 1,0 0-1,1 0 1,-1-1-1,0 1 1,0-1 0,0 1-1,0 0 1,0-1-1,0 0 1,0 1-1,-1-1 1,1 0-1,0 1 1,0-1-1,0 0 1,0 0-1,-1 0 9,38-57-352,-38 58 353,47-103-220,-5-2 0,-4-2 0,-6-1 1,-4-1-1,-4-2 0,4-81 219,-12 39-462,-7 1-1,-6-1 0,-8-16 463,4 130 117,-2 1 1,-1-1-1,-2 1 1,-1 0-1,-3 1 1,-1-1-1,-1 2 1,-2 0-1,-2 1 1,-1 0-1,-5-5-117,21 39 19,1 2 0,0-1 0,0 1-1,0-1 1,0 1-1,0 0 1,0-1 0,0 1-1,-1-1 1,1 1 0,0-1-1,0 0 1,-1 1 0,1-1-1,0 1 1,-1-1 0,1 1-1,0-1 1,-1 0 0,1 1-1,-1-1 1,1 0-1,0 1 1,-1-1 0,1 0-1,-1 0 1,1 1 0,-1-1-1,1 0 1,-1 0 0,1 0-1,-1 0 1,1 1 0,-1-1-1,1 0 1,-1 0-1,0 0 1,1 0 0,-1 0-1,1-1 1,-1 1 0,1 0-1,-1 0 1,1 0 0,-1 0-1,1 0 1,-1-1 0,1 1-1,-1 0 1,1-1-1,-1 1 1,1 0 0,0-1-1,-1 1 1,1 0 0,0-1-1,-1 1 1,1-1 0,0 1-1,-1 0 1,1-1 0,0 1-1,0-1 1,-1 1-1,1-1-17,-8 267 669,18 961 252,-9-1200-937,-2-1-5,2 0-1,0-1 1,1 1 0,2-1 0,0 0 0,2 0-1,1 0 1,1-1 0,1 1 0,1-2-1,12 22 21,-21-44-33,1 1 0,-1 0-1,0-1 1,1 1-1,0-1 1,-1 0-1,1 0 1,0 0-1,0 0 1,0 0 0,0 0-1,-1 0 1,1 0-1,0-1 1,0 1-1,1-1 1,-1 1-1,0-1 1,0 0-1,0 0 1,0 0 0,0 0-1,0 0 1,0 0-1,0-1 1,0 1-1,0-1 1,0 1-1,0-1 1,0 0-1,0 0 1,0 0 0,0 0-1,0 0 1,-1 0-1,1-1 1,0 1-1,-1 0 1,1-1-1,-1 0 1,0 1-1,1-1 1,-1 0 0,0 1-1,0-1 1,0 0-1,0 0 1,0 0-1,-1 0 1,1 0-1,0 0 1,-1 0 0,0 0-1,1 0 1,-1 0-1,0 0 1,0-1-1,0 1 1,0 0-1,-1-1 34,12-51-143,-3-1 0,-2 0 0,-3 0 1,-2 0-1,-4-27 143,2-10-38,3-92 59,-9-1 0,-8 1 0,-7 1 1,-9 1-1,-19-45-21,-19 45 970,58 174-418,7 42-271,33 1386 968,-28-900-1123,8-436-252,4-96-670,7-124 630,-5-1 1,-6 0-1,-9-109 166,0 179-4,1-7-5,-2 0 1,-4 1 0,-3-1 0,-3 2 0,-4-1-1,-18-53 9,32 120 14,0 0 0,-1 0 0,0 0-1,0 0 1,0 0 0,-1 1 0,0-1 0,0 1-1,-1 0 1,1 0 0,-1 0 0,0 0 0,0 0-1,-1 1 1,1 0 0,-1 0 0,0 0 0,0 1-1,-1-1 1,1 1 0,0 0 0,-1 1 0,-4-2-14,-18 19 792,-41 175-301,60-153-462,-46 199 273,11 3 0,1 90-302,40-233-119,38-96-381,76-154 76,-106 145 416,21-29-224,-2-1 0,-2-2 0,-2 0 0,-2-1 0,-1-1 0,-2 0 0,-2-1 1,-2-1-1,-2 0 0,-2 0 0,-2-3 232,-4 26-45,0-1-1,-2 0 1,0 1 0,-2-1-1,0 1 1,-2 0 0,0 0-1,-1 0 1,-2 1 0,0 0-1,-1 0 1,-1 1 0,-1 0-1,-1 1 1,0 0 0,-1 1-1,-2 0 1,0 1-1,0 1 1,-2 0 0,-5-4 45,11 12 105,1 0 1,-2 1-1,1 0 0,-1 1 1,0 0-1,0 0 1,0 2-1,-1-1 1,0 2-1,0 0 0,0 0 1,0 1-1,0 1 1,-1 0-1,1 0 0,0 2 1,-1 0-1,1 0 1,0 1-1,0 1 1,0 0-1,-4 2-105,5 4 104,0 0 1,0 1-1,1 0 1,0 1-1,1 0 1,0 1-1,1 0 1,0 0-1,1 1 1,1 0-1,0 1 1,0 0-1,1 0 1,-2 10-105,-21 64 190,3 1 0,5 1 0,3 1 0,4 0 0,4 2 0,5-1 0,5 82-190,-1-162-24,1 0 1,0 0 0,1 0 0,0 0-1,1 0 1,0 0 0,1 0 0,0 0-1,1-1 1,0 0 0,1 1 0,0-2-1,1 1 1,4 5 23,-10-15-31,1 0 0,-1 0 0,1 0-1,0 0 1,-1-1 0,1 1 0,0 0 0,0-1-1,-1 1 1,1 0 0,0-1 0,0 1 0,0-1-1,0 1 1,0-1 0,0 0 0,-1 1 0,1-1-1,0 0 1,0 1 0,0-1 0,0 0 0,0 0-1,0 0 1,0 0 0,0 0 0,0 0 0,0-1-1,0 1 1,0 0 0,0 0 0,0-1 0,0 1-1,0 0 1,0-1 0,0 1 0,0-1 0,0 1-1,0-1 1,-1 0 0,1 1 0,0-1 0,0 0-1,-1 1 1,1-1 0,-1 0 0,1 0 0,0 0 0,-1 0-1,0 0 1,1 1 0,-1-1 0,1 0 0,-1 0-1,0 0 1,0-1 31,17-57-399,-12 18-43,-1 0 0,-3-1 0,-1 1 0,-2-1 0,-2 1 0,-2 0 0,-2 0 0,-2-2 442,-9-23 254,-2 0 0,-4 2 0,-2 0 0,-4 2 0,-1 2-1,-4 1 1,-11-13-254,39 61 71,-1-6 55,-1 1-1,-1 0 0,-1 0 1,0 1-1,0 1 1,-2 0-1,0 1 1,0 0-1,-1 1 1,-1 1-1,0 0 0,0 1 1,-1 1-1,-1 1-125,15 7 38,-1 1-1,1 0 0,0 0 0,0 0 0,-1 0 0,1 0 1,0 1-1,0 0 0,-1-1 0,1 1 0,0 1 1,0-1-1,0 0 0,0 1 0,0-1 0,0 1 1,1 0-1,-1 0 0,1 0 0,-1 0 0,1 1 1,-1-1-1,1 0 0,0 1 0,0 0 0,1 0 0,-1-1 1,0 1-1,1 0 0,0 0 0,0 0 0,-1 1 1,2-1-1,-1 0 0,0 1-37,-15 46 92,2 0 1,1 1-1,4 1 0,1 0 0,1 37-92,-7 81 207,7 0 0,13 114-207,-6-267-5,0 1 0,1-1 0,1 1 0,0-1 1,1 1-1,2-1 0,-1 0 0,2-1 0,0 1 0,1-1 0,1 0 1,0-1-1,1 0 0,9 12 5,-16-25-37,0-1 1,-1 0-1,1 1 0,0-1 1,0 0-1,0 0 1,0 0-1,0 0 0,0-1 1,1 1-1,-1-1 1,0 1-1,0-1 1,0 0-1,1 1 0,-1-1 1,0 0-1,0-1 1,1 1-1,-1 0 0,0-1 1,0 1-1,0-1 1,0 1-1,1-1 0,-1 0 1,0 0-1,0 0 1,-1 0-1,1-1 0,0 1 1,0 0-1,0-1 1,-1 1-1,1-1 1,-1 0-1,1 1 0,-1-1 1,0 0-1,0 0 1,0 0-1,0 0 0,0 0 1,0 0-1,0-2 37,44-102-1159,-44 105 1143,9-47-273,-1 1 0,-3-1 1,-1-1-1,-3 1 0,-2 0 0,-2-1 0,-2 1 1,-2 0-1,-3 0 0,-1 1 0,-2 0 1,-3 1-1,-1 0 0,-3 1 0,-14-25 289,19 34 232,-2 1-1,-1 1 1,-1 0-1,-2 2 0,-1 0 1,-2 1-1,-1 1 1,-1 2-1,-2 0 1,-1 2-1,-5-3-231,30 27 40,0-1-1,0 1 1,0 0-1,-1 0 1,1 0-1,-1 1 1,0-1 0,1 1-1,-1 0 1,0 0-1,0 0 1,0 1-1,0-1 1,0 1-1,0 0 1,0 0 0,0 0-1,1 1 1,-1-1-1,0 1 1,0 0-1,0 0 1,0 0-1,1 1 1,-1-1 0,1 1-1,-1 0 1,1 0-1,-1 0 1,1 0-1,0 1 1,0-1-1,0 1 1,1 0 0,-3 2-40,-60 136 482,37-6-155,5 2 0,6 0 0,6 2 0,6-1 0,9 56-327,-4-168 34,-1-18-52,1 0 0,0 1 0,0-1 0,1 0 0,0 1 0,0-1 0,1 0 0,0 0 0,1 0 0,0 0 0,0 0 0,1-1 0,0 1 0,0 0 18,-2-8-31,0 1 0,0-1 0,-1 1 0,1-1 0,0 0 0,0 0 0,0 0 0,0 0 0,0 0 0,-1 0 0,1-1 0,0 1 0,0 0 0,0-1 0,-1 0 0,1 1 0,0-1 0,-1 0 0,1 0 0,0 0 0,-1 0 0,1 0 0,-1 0 0,0 0 0,1-1 0,-1 1 0,0 0 0,0-1 0,0 1 0,0-1 0,0 1 0,0-1 0,0 0 0,0 1 0,-1-1 0,1 0 0,0 0 0,-1 1 0,0-1 0,1 0 0,-1 0 0,0 0 0,0 0 0,0 1 0,0-1 31,9-38-237,-1 0 0,-2 0 1,-2 0-1,-1 0 1,-3-1-1,-1 1 1,-2-1-1,-3-9 237,-5-22-3,-2 0 1,-5 1-1,-2 1 0,-3 0 0,-3 2 0,-3 1 0,-4 1 1,-2 2-1,-14-18 3,44 71 41,-1 0 1,0 0-1,0 1 0,-1 0 1,0 0-1,-1 0 0,0 1 1,0 0-1,-1 1 0,-1 0 1,1 0-1,-1 1 0,0 1 1,-1-1-1,1 1 0,-1 1 1,0 0-1,-1 1 0,1 0 1,-1 1-1,-3-1-41,10 6 46,1-1 0,-1 1 0,1 0 0,0 1 0,0-1 0,0 1 0,0 0 0,0 0 0,0 0 0,1 0 1,-1 0-1,1 1 0,0 0 0,0 0 0,1 0 0,-1 0 0,1 0 0,0 0 0,0 1 0,0-1 0,0 1 0,1-1 0,0 1 0,0 0 0,0-1 0,1 1 0,-1 0 0,1 1-46,-1-3 11,-12 67 193,3 1 0,3 1-1,3-1 1,3 19-204,-3 25 321,5 0-1,5 1 1,5-2 0,5 1-1,12 34-320,-27-141-8,0-1 0,0 1-1,1 0 1,0 0 0,0-1 0,1 1 0,0-1-1,0 0 1,1 0 0,0 0 0,0 0 0,1 0-1,0-1 1,0 0 0,0 0 0,1-1-1,0 1 1,0-1 0,0 0 0,0-1 0,1 1-1,0-1 1,0-1 0,0 1 0,7 1 8,-9-6-60,0 0 0,0-1 0,0 1 0,0-1 0,0-1 0,0 1 1,-1 0-1,1-1 0,-1 0 0,1 0 0,-1-1 0,0 1 0,-1-1 0,1 0 0,0 0 1,-1 0-1,0 0 0,0 0 0,0-1 0,-1 0 0,0 1 0,1-1 0,-2 0 0,1 0 1,0 0-1,-1 0 0,0-1 0,0 0 60,0 3-30,14-47-632,-1-1 1,-4-1 0,-1 1-1,-2-1 1,-3-1 0,-3 1 0,-1-1-1,-5-26 662,-1 25-122,-2 1 0,-3 1 0,-2 0-1,-2 0 1,-2 2 0,-3 0 0,-1 1 0,-3 1-1,-2 1 1,-2 1 0,-32-40 122,59 85 8,-4-8 160,0 1 0,0 0 0,-1 0 0,0 0 0,0 1 0,-1 0-1,0 1 1,0-1 0,-1 1 0,1 0 0,-1 1 0,-1 0 0,1 0 0,-1 1 0,0 0 0,0 1 0,0-1 0,-3 1-168,8 4 55,0-1 0,1 1 0,-1 0 0,0 0 0,1 1 0,-1-1 0,0 1 0,1 0 0,0 0 0,-1 0 0,1 0 0,0 1-1,0-1 1,0 1 0,1 0 0,-1 0 0,1 0 0,-1 0 0,1 0 0,0 1 0,0-1 0,0 1 0,1-1 0,-1 1 0,1-1 0,0 1 0,0 0-1,0 0 1,1 0 0,-1 0 0,1 2-55,-1-4 14,-18 74 162,2 2 1,5 1-1,2-1 1,4 2 0,4 64-177,2-136 12,0 20-3,-4 37 66,3-1-1,3 1 1,3-1 0,3 1 0,2-2 0,6 12-75,-16-70-15,1 1 0,0-1 0,0 1 0,0-1 0,1 0 0,-1 1 0,1-1 0,0 0 0,1 0 0,-1-1 0,1 1 0,0 0 1,0-1-1,1 0 0,-1 1 0,1-2 0,0 1 0,0 0 0,0-1 0,1 1 0,-1-1 0,1 0 0,0-1 0,0 1 0,0-1 0,0 0 0,0 0 0,0-1 0,0 1 0,4-1 15,-5-3-75,0-1 1,0-1-1,0 1 1,0 0-1,0-1 0,-1 0 1,1 0-1,-1 0 1,0 0-1,-1 0 0,1-1 1,-1 1-1,0-1 1,0 0-1,0 0 1,0 0-1,-1 0 0,1-3 75,2-4-176,15-59-435,-4-1 0,-2 0 0,-4 0 0,-3-1 0,-3 0 0,-6-63 611,3 74-66,2 13 82,-2 1 0,-2 0-1,-3 0 1,-1 0-1,-2 0 1,-3 1 0,-1 0-1,-3 1 1,-2 1-1,-16-31-15,33 72 34,-1 1 0,0 0-1,0 0 1,-1-1-1,1 1 1,-1 0 0,1 0-1,-1 0 1,0 0-1,0 1 1,0-1 0,-1 0-1,1 1 1,0-1-1,-1 1 1,0 0 0,0 0-1,1 0 1,-1 0-1,0 1 1,-1-1-1,1 1 1,0 0 0,0 0-1,-1 0 1,1 0-1,0 0 1,-1 1 0,1-1-1,-1 1 1,1 0-1,0 0 1,-1 0 0,1 1-1,-1-1 1,1 1-1,-1 0-33,-5 12 116,0 0-1,0 0 1,1 1-1,1 0 1,1 1-1,0-1 1,0 1-1,2 1 1,0-1-1,0 1 1,0 13-116,-3 1 118,-36 210 549,9 2 1,12 1-1,10 0 1,12 58-668,0-300-3,1 1 0,-1-1 1,1 1-1,0-1 1,0 1-1,0-1 1,0 1-1,0-1 0,0 0 1,0 0-1,0 1 1,1-1-1,-1 0 0,0 0 1,1 0-1,-1 0 1,1-1-1,-1 1 1,1 0-1,-1-1 0,1 1 1,0-1-1,-1 1 1,1-1-1,-1 0 1,1 1-1,0-1 0,0 0 1,-1 0-1,1 0 1,0-1-1,-1 1 0,1 0 1,0 0-1,-1-1 1,1 1-1,-1-1 1,1 0-1,-1 0 0,1 1 1,-1-1-1,1 0 1,-1 0-1,0 0 1,1 0-1,-1 0 0,0-1 1,0 1-1,0 0 1,0-1-1,0 1 1,0 0-1,0-1 0,0 1 1,-1-1-1,1 0 1,0 1-1,-1-1 0,0 1 1,1-3 2,30-39-178,-1-1 1,-3-2-1,-2-1 1,-2-1-1,-1-1 0,-3 0 1,-1-7 177,0 11-92,-2 0 0,-2-2-1,-2 0 1,-2 0 0,-3-1 0,-1 0 0,-2 0 0,-3-1 0,-1 1-1,-6-35 93,3 70 18,1 0 0,-2 0 0,0 1 0,0-1-1,-2 1 1,1 0 0,-1 1 0,-1-1 0,0 1-1,-1 0 1,0 1 0,0 0 0,-1 0 0,-1 1-1,1 0 1,-2 0 0,1 1 0,-1 1 0,0 0-1,0 0 1,-1 1 0,0 1 0,-6-2-18,15 6 20,0 1 1,-1 1 0,1-1-1,0 0 1,0 1 0,0 0-1,0 0 1,0 0-1,0 0 1,0 0 0,1 0-1,-1 1 1,0-1 0,1 1-1,-1 0 1,1 0-1,-1 0 1,1 0 0,0 0-1,0 1 1,0-1 0,0 0-1,0 1 1,0 0-1,1-1 1,0 1 0,-1 0-1,1 0 1,0 0 0,0 0-1,0 0 1,1 0-1,-1 0 1,1 0 0,0 0-1,0 0 1,0 0 0,0 1-1,0-1 1,1 0-1,-1 0 1,1 0 0,0 1-21,-2 73 123,3 1 0,4-1 0,3 0 0,3-1 0,4 0 0,2-1 0,5 0 0,2-2 0,4-1 0,2-2 0,21 30-123,-46-84 1,1-1 0,1 0 0,0-1 0,1 0-1,0-1 1,2 1 0,-1-2 0,1 0 0,1 0 0,0-1-1,1 0 1,0-1 0,1 0 0,0-1 0,0-1 0,1-1-1,0 1 1,0-2 0,1 0 0,0-2 0,2 1-1,-5-2 0,-1-1 0,1-1 0,0 0 0,0-1 0,0 0 1,0-1-1,-1 0 0,1-1 0,0-1 0,-1 0 0,1-1 1,-1 0-1,0 0 0,0-2 0,-1 1 0,3-3 0,30-24-7,-2-1-1,-1-2 0,-2-2 0,-1-2 1,-2-1-1,-2-2 0,-2-1 0,-1-2 0,-3-1 1,-2-1-1,5-14 8,-23 45-14,0 0 1,-1 0-1,0-1 1,-1 0-1,-1 0 1,-1 0-1,-1-1 1,0 1-1,-1-1 1,-1 0-1,-1 0 0,0 0 1,-2-9 13,1 25 8,1 0-1,-1 0 1,0 1 0,0-1-1,0 0 1,0 1 0,0-1 0,0 1-1,0-1 1,0 1 0,-1 0-1,1-1 1,0 1 0,-1 0-1,1 0 1,-1 0 0,0 0 0,1 0-1,-1 0 1,0 1 0,1-1-1,-1 0 1,0 1 0,0 0 0,0-1-1,0 1 1,1 0 0,-1 0-1,0 0 1,0 0 0,0 0-1,0 0 1,0 1 0,1-1 0,-1 0-1,0 1 1,0 0 0,0-1-1,1 1 1,-1 0 0,0 0 0,1 0-1,-1 0 1,1 0 0,-1 1-8,-8 11 43,0 0 1,2 0-1,0 1 1,0 1 0,1-1-1,1 1 1,1 0 0,0 0-1,1 1 1,0 0-44,-15 51 306,4 2 0,2-1 0,4 1-1,2 1 1,3 55-306,4-117 1,0 1 1,1 0-1,0 0 0,0 0 0,1-1 0,0 1 0,1 0 0,0-1 0,0 0 0,1 0 0,0 0 0,0 0 0,1 0 1,0-1-1,0 0 0,0 0 0,1 0 0,1-1 0,-1 0 0,1 0 0,0-1 0,0 0 0,0 0 0,1 0 0,0-1 0,8 3-1,7 2-28,1-2 0,0-1 0,0 0-1,0-2 1,1-1 0,0-1-1,-1-1 1,1-1 0,1-2 28,537-99-1031,-257 99-43,-215-60 1108,-63 36-8,-14 14-55,95-48-854,-111 96 1395,-18-26-484,0-2-1,0 0 0,-1-1 1,0-1-1,0-1 0,-1-1 1,1-1-1,-1-1 0,0 0 1,-6-2-28,-1 2 22,-98-10-24,73-81-1924,42 33-2428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5:44.295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1436 1333 6649,'0'0'2878,"0"0"-1213,0 0-997,0 0-228,0 0 263,-15 25 524,-46 82 60,57-98-1125,-1 0 0,1 1 0,1 0 0,0 0 0,0 0 0,1 0 0,0 0 0,1 0 0,0 1 0,1-1 0,0 0 1,1 9-163,0 12 202,1-27-176,1-1 1,-1 1-1,1-1 1,-1 0-1,1 0 0,0 0 1,0 0-1,0 0 1,0-1-1,1 1 1,-1-1-1,1 0 0,0 0 1,-1 0-1,1 0 1,0-1-1,0 0 1,0 1-1,0-1 1,0-1-1,1 1 0,-1-1 1,0 0-1,0 1 1,0-2-1,1 1 1,-1 0-1,0-1 0,0 0 1,0 0-1,0 0 1,0-1-1,0 1 1,3-2-27,14-6-10,0 0 1,-1-1 0,0-2 0,-1 0 0,0 0-1,-1-2 1,-1 0 0,0-1 0,0-1-1,-2-1 1,0 0 0,8-13 9,-20 27-32,1 0-1,-1 0 1,0 0 0,0 0-1,0-1 1,0 1 0,-1-1-1,1 0 1,-1 0 0,0 0-1,0 0 1,0 0 0,-1 0-1,0-1 1,1 1 0,-2 0-1,1-1 1,0 1 0,-1-1 0,0 1-1,0-1 1,0 1 0,-1-1-1,1 1 1,-1-1 0,0 1-1,0-1 1,-1 1 0,1 0-1,-1 0 1,0 0 0,0 0-1,0 0 1,-1-1 32,-12 1-447,1 1 0,-1 0 0,1 1 0,-1 0 0,0 1 0,1 1 0,-1 0 0,0 1 0,0 1 1,1 0-1,-1 1 0,1 1 0,0 0 0,-9 4 447,-5 3 261,1 2-1,1 1 1,0 0 0,0 2 0,2 1 0,0 1 0,1 1 0,1 2 0,0 0-1,2 0 1,1 2 0,0 1 0,-12 22-261,27-41 56,1-1-1,-1 0 0,1 1 1,0-1-1,0 1 1,1 0-1,0 0 1,0 0-1,0 1 1,0-1-1,1 0 0,0 1 1,0-1-1,0 1 1,1-1-1,0 1 1,0-1-1,0 1 0,1-1 1,-1 1-1,1-1 1,1 1-1,-1-1 1,1 0-1,0 0 1,0 0-1,0 0 0,1 0 1,0 0-1,0 0 1,0-1-1,0 1 1,1-1-1,0 0 1,1 1-56,13 0-7,-1-1 0,1 0 1,0-1-1,0-1 0,0-1 1,0-1-1,1 0 0,-1-1 1,0-1-1,0-1 0,0-1 0,-1 0 1,1-1-1,-1-1 0,12-6 7,3 0-67,0-2-1,0-1 0,-1-1 1,-1-2-1,-1-1 0,-1-1 1,0-2-1,-2 0 0,-1-2 0,0-1 1,-2-1-1,-1-1 0,-1-1 1,-1-1-1,-2 0 0,-1-2 1,2-7 67,-15 30-83,-1 0 0,0-1 0,0 0 0,-1 1 0,0-1 0,-1 0 1,0 0-1,0 0 0,-1-1 0,0 1 0,0 0 0,-1 0 0,-1 0 0,1 0 1,-2 0-1,1 1 0,-1-1 0,0 1 0,-1-1 0,0 1 0,0 0 1,-1 0-1,0 1 0,0-1 0,-1 1 0,0 0 0,0 1 0,-1 0 1,0-1-1,0 2 0,0-1 0,0 1 0,-1 1 0,0-1 0,0 1 0,-1 0 1,-7-2 82,-5 0 185,-1 2 0,0 0 1,0 1-1,-1 0 0,1 2 0,0 1 1,-1 1-1,1 1 0,0 1 1,0 1-1,0 0 0,0 2 1,1 1-1,0 0 0,0 2 1,1 0-1,0 1 0,1 1 1,0 1-1,1 1 0,0 1 0,-2 2-185,-1 6 255,0 1 0,2 1 0,1 1-1,0 0 1,2 2 0,1-1 0,2 2-1,0 0 1,2 1 0,1 0-1,1 0 1,1 1 0,2 0 0,1 1-1,2-1 1,1 1 0,1 15-255,0-39 36,0 1 1,1-1 0,0 0-1,0 0 1,1 0-1,0 1 1,0-1 0,1 0-1,-1 0 1,2 0 0,-1 0-1,1-1 1,0 1-1,0-1 1,1 1 0,0-1-1,0 0 1,0-1-1,1 1 1,0-1 0,0 0-1,0 0 1,1 0 0,3 2-37,3 0 16,1 1 0,0-2 0,1 0 1,0 0-1,0-1 0,0-1 1,0 0-1,1-1 0,-1-1 0,1 0 1,0-1-1,-1-1 0,1 0 1,0-1-1,0 0 0,-1-1 0,1-1 1,-1 0-1,0-1 0,1-1 1,-2 0-1,1-1 0,-1 0 1,0-1-1,0-1 0,-1 0 0,0-1 1,5-4-17,39-32-48,-2-3 1,-3-2-1,-1-3 0,-3-1 1,-3-3-1,13-22 48,-41 57-97,-1 0-1,-2 0 1,0-2-1,-1 1 1,-2-1-1,0-1 1,-1 0 0,-2-1-1,-1 1 1,0-1-1,-2 0 1,0-14 97,-2 29-48,0 1 1,-1-1-1,0 0 0,0 1 1,-1-1-1,0 0 1,-1 0-1,-1 1 0,1-1 1,-2 0-1,1 1 1,-1 0-1,-1-1 1,0 1-1,-1 1 0,1-1 1,-2 1-1,1 0 1,-2 0-1,1 0 1,-1 1-1,0 0 0,-1 0 1,0 1-1,0 0 1,0 0-1,-1 1 0,0 0 1,0 0-1,-1 1 1,-1 0 47,-4 0 22,0 2 1,0-1 0,0 2-1,0 0 1,-1 0 0,1 2-1,0 0 1,-1 0 0,1 2-1,-1 0 1,1 0 0,0 2-1,0 0 1,1 0 0,-1 2-1,1-1 1,0 2 0,0 0-1,1 1 1,0 0 0,0 1-1,-10 10-22,-7 7 188,0 2 1,3 2-1,0 0 0,2 2 0,1 1 1,1 0-1,2 2 0,2 1-188,0-4 159,1 1 0,2 0-1,1 1 1,2 1 0,1 1-1,2 0 1,1 0 0,2 1-1,2 1-158,4-35 10,1 1-1,-1-1 1,1 1-1,0 0 0,0-1 1,0 1-1,1-1 0,-1 1 1,1-1-1,0 1 1,0-1-1,0 0 0,1 1 1,-1-1-1,1 0 1,-1 0-1,1 0 0,0 0 1,1 0-1,-1 0 0,0 0 1,1-1-1,-1 1 1,1-1-1,0 0 0,0 0 1,0 0-1,0 0 0,0 0 1,0-1-1,0 1 1,1-1-1,-1 0 0,1 0 1,-1 0-1,4 0-9,133-24 55,-85-9-77,-1-1 1,-1-3 0,-2-2-1,-2-3 1,-2-1 0,-1-3-1,19-25 22,-46 52-232,-1-1-1,0 0 0,-1-1 1,-1-1-1,-1 0 0,-1-1 1,-1-1-1,-1 0 0,-1-1 1,-1 0-1,-1 0 1,-2-1-1,0-1 0,-1 1 1,-2-1-1,1-8 233,-4 26-65,0 1 0,0 0 0,-1 0 0,0-1 0,0 1 0,-1-1 1,1 1-1,-2 0 0,1 0 0,-1 0 0,0 0 0,-1 0 0,1 0 0,-1 0 0,-1 1 0,1-1 0,-1 1 0,0 0 0,-1 0 0,1 0 1,-1 1-1,0 0 0,-1-1 0,1 2 0,-1-1 0,0 1 0,0 0 0,0 0 0,-1 1 0,0-1 0,1 2 0,-6-3 65,-10 0 122,0 0-1,0 2 0,0 0 1,-1 1-1,1 1 1,-1 2-1,1 0 0,0 1 1,-1 1-1,1 1 1,0 1-1,0 1 0,1 1 1,0 1-1,0 1 1,-13 8-122,-4 3 314,2 2 0,0 1 1,1 2-1,2 1 0,0 2 1,2 1-1,2 2 0,-11 13-314,27-30 84,1 0 0,1 1 0,0 0 1,1 1-1,0 0 0,2 0 0,0 1 0,0 0 0,2 0 0,0 1 0,1 0 0,1 0 0,1 0 0,0 1 1,1-1-1,1 1 0,1-1 0,1 1 0,1 4-84,2-15-8,1-1-1,0 0 1,0-1 0,1 1-1,0-1 1,0 0 0,1-1-1,-1 1 1,1-1 0,0-1 0,0 1-1,1-1 1,0 0 0,-1-1-1,1 0 1,0 0 0,1-1-1,-1 0 1,0 0 0,1-1 0,-1 0-1,1 0 1,-1-1 0,1 0-1,-1-1 1,1 0 0,-1 0-1,0-1 1,1 0 0,-1 0 0,5-3 7,23-6-104,-1-2 0,0-1-1,-1-2 1,0-1-1,-2-1 1,0-2-1,-1-2 1,-1 0-1,-1-2 1,-1-2-1,12-15 106,-22 25-92,0-1 0,-2-1 0,0 0-1,-1-1 1,-1-1 0,-1 0 0,-1-1 0,0-1-1,-2 0 1,0 0 0,-2-1 0,0 0 0,-2 0-1,-1-1 1,0 0 0,-2 0 0,-1 0 0,0 0-1,-2 0 1,-1 0 0,-1-1 0,-3-10 92,1 21-4,-2 0 1,0 1-1,0 0 1,-1 0-1,-1 0 1,0 1-1,-1 0 1,0 1-1,0 0 1,-2 0-1,1 1 1,-1 1-1,-1 0 1,1 0-1,-2 1 1,1 0-1,-1 1 1,-2 0 3,-17-8 83,0 1 0,-2 2 1,1 1-1,-1 1 0,0 2 1,-1 2-1,-3 1-83,16 0 145,0 0 0,-1 2 0,1 0-1,-1 2 1,0 0 0,0 2 0,1 0 0,-1 1 0,0 2 0,1 0 0,0 2-1,0 0 1,0 1 0,1 2 0,0 0 0,1 1 0,0 1 0,0 1 0,-12 10-145,13 4 7,1 1 1,1 1 0,1 1 0,2 1 0,1 0 0,1 0 0,2 1 0,1 1 0,1 0 0,2 0 0,1 0 0,1 1-1,2 0 1,2-1 0,1 1 0,1 2-8,-2-26-12,1 1-1,0-1 0,1 1 1,0-1-1,0 1 0,1-1 1,0 0-1,0 0 1,1-1-1,0 1 0,1-1 1,0 0-1,0 0 0,1 0 1,0-1-1,0 1 1,1-2-1,0 1 0,0-1 1,1 0-1,-1 0 0,1-1 1,1 0-1,-1 0 1,1-1-1,-1 0 0,1-1 1,0 0-1,1 0 0,3 0 13,9-1-63,0-1 0,1-1-1,-1 0 1,1-2-1,-1-1 1,0 0 0,0-2-1,0 0 1,-1-2-1,0 0 1,0-2 0,0 0-1,-1-1 1,-1-1-1,2-2 64,19-12-173,-2-3 0,0-1 0,-2-2 0,-2-1 0,0-1 0,18-27 173,-36 39-112,0 0 0,-1-1 1,-2-1-1,0 0 0,-1-1 1,-2 0-1,0-1 0,-2 0 1,0-1-1,-1-4 112,-4 18-18,-1 1-1,-1-1 1,0 0-1,0 0 1,-1 0 0,0 0-1,-1 0 1,-1 0-1,0 0 1,0 1-1,-1-1 1,-1 1 0,0 0-1,0-1 1,-1 2-1,-1-1 1,0 1 0,0-1-1,-1 2 1,0-1-1,-1 1 1,0 0-1,-3-2 19,-14-7 34,-1 2 0,-1 1 1,0 1-1,0 1 0,-2 2 0,1 1 0,-1 1 0,-1 1 0,0 1 0,0 2 0,0 2 0,0 0 0,-1 2 0,1 1 0,-24 4-34,35-5 91,0 1-1,-1 1 1,1 1 0,0 0-1,0 2 1,0 0 0,0 1-1,1 1 1,0 0-1,0 2 1,1 0 0,-1 1-1,2 1 1,-1 0 0,2 1-1,-1 1 1,2 1-1,-1 0 1,2 1 0,0 0-1,0 1 1,2 0 0,0 1-1,-7 13-90,1 6 90,1 1-1,1 1 0,3 0 1,1 1-1,1 1 0,3-1 1,1 1-1,1 1 0,3-1 1,1 17-90,1-49-3,0 1 1,1-1 0,0 0 0,1 0-1,-1 0 1,1 0 0,0 0-1,1-1 1,0 1 0,0-1-1,0 1 1,1-1 0,0 0-1,0 0 1,1-1 0,-1 1-1,1-1 1,0 0 0,1 0-1,-1-1 1,1 1 0,0-1 0,0 0-1,0-1 1,1 0 0,-1 0-1,1 0 1,0-1 0,0 0-1,0 0 1,0 0 0,0-1-1,2 0 3,7 1-100,1-1 1,0-1-1,0 0 0,0-2 0,0 0 0,0 0 0,-1-2 0,1 0 0,-1 0 0,0-2 1,0 0-1,-1-1 0,6-4 100,4-2-163,0 0 1,-2-2-1,0-1 1,0-1-1,-2-1 0,0-1 1,-1-1-1,-1 0 1,-1-2-1,-1 0 1,0-1-1,-2-1 1,-1 0-1,-1-1 0,-1 0 1,-1-1-1,-1 0 1,-2-1-1,1-7 163,-8 28-30,-1 0-1,0 0 1,0-1-1,0 1 1,-1 0-1,0 0 1,0 0 0,-1-1-1,0 1 1,0 1-1,0-1 1,-1 0-1,1 0 1,-1 1-1,-1 0 1,1-1-1,-1 1 1,0 1 0,0-1-1,0 0 1,-1 1-1,0 0 1,0 0-1,0 0 1,0 1-1,0 0 1,-1 0-1,1 0 1,-1 1-1,-2-1 32,-191-40 107,175 39 29,-1 0 0,1 1 0,-1 2 0,0 0 0,0 2 0,0 1 0,1 0 0,-1 2 0,1 1 0,0 1 0,0 1 0,0 1 0,1 1 0,1 2 0,-1 0 0,2 1 0,-1 1 0,2 1 0,0 0 0,-3 5-137,-1 12 187,3 0 0,0 2 0,2 0 0,2 1-1,0 1 1,3 1 0,1 0 0,2 0 0,1 1 0,2 1-1,-3 28-186,8-58 14,0 1-1,1-1 1,0 1-1,0-1 1,1 1-1,0 0 1,0 0-1,1 0 0,0 0 1,0-1-1,1 1 1,1 0-1,-1 0 1,2-1-1,-1 1 1,1-1-1,0 1 1,1-1-1,0 0 0,0 0 1,0-1-1,1 1 1,1-1-1,-1 0 1,1-1-1,0 1 1,0-1-1,1 0 1,0-1-1,0 1 0,1-1 1,-1-1-1,1 0 1,6 3-14,2-4-11,-1-1 1,1-1 0,0 0-1,0-2 1,0 1-1,-1-2 1,1 0 0,0-1-1,-1 0 1,1-2-1,-1 0 1,-1 0 0,1-1-1,-1-1 1,0 0 0,0-1-1,-1-1 1,12-9 10,-1-1-43,0-1 0,-1-2 0,-1 0 1,-1-1-1,-1-1 0,-1-1 0,-1-1 0,-1 0 1,2-7 42,-12 21-107,0 1 0,-1-1 0,0-1 0,-1 1 0,0-1 0,-1 1 0,-1-1 0,0-1 0,0 1 0,-2 0 0,1-1 0,-2 1 1,0-1-1,0 1 0,-1-1 0,-1 1 0,0 0 0,-1 0 0,-1 0 0,0 0 0,0 0 0,-1 1 0,-1-1 0,0 1 0,-1 1 0,0-1 0,-3-2 107,-7 1 110,-1 1-1,0 0 1,-1 2-1,0 0 1,0 1 0,-1 1-1,0 1 1,-1 1-1,0 1 1,0 0-1,0 2 1,0 0-1,0 2 1,-1 0-1,1 1 1,-1 1-1,1 1 1,0 2-1,0-1 1,0 2-1,0 1 1,1 1-1,0 0 1,-3 3-110,4 1 90,0 0-1,1 2 1,0 0 0,1 1-1,1 0 1,0 1 0,1 1 0,1 1-1,0 0 1,1 1 0,1 0-1,1 1 1,0 1 0,2-1-1,0 2 1,-5 17-90,-1 13 35,2 0 0,2 1 0,3 0 0,2 1 1,2 0-1,2 18-35,2-62 4,-2 5 10,1 0 0,0 1-1,1-1 1,1 0 0,0 0-1,0 0 1,2 0 0,0 0-1,0-1 1,1 1 0,1-1-1,0 0 1,1 0 0,1 0-1,0-1 1,0 0 0,1 0-1,3 2-13,-2-3-72,0 0 0,0-1 0,1 0 0,0 0 0,1-1 0,0-1 1,0 0-1,1 0 0,0-1 0,1 0 0,-1-1 0,1-1 0,0 0 0,1-1 0,-1 0 0,1-1 0,-1-1 0,1 0 0,0-1 0,0 0 0,0-1 0,0 0 0,0-2 0,0 1 0,0-2 0,-1 0 0,1 0 0,-1-1 0,0-1 0,0 0 0,0-1 0,-1-1 0,1 0 0,6-5 72,-5-2-98,0 0-1,-1-1 0,-1 0 1,-1-1-1,0-1 0,-1 1 1,-1-2-1,0 1 1,-2-1-1,0-1 0,0 1 1,-2-1-1,-1 0 0,0 0 1,-1 0-1,-1-1 1,-1 1-1,-1-1 0,0 0 1,-2 1-1,0 0 0,-2-6 99,-1 12 132,-1-1-1,-1 1 1,0 0-1,-1 1 1,0 0-1,-1 0 1,0 1-1,-1 0 1,0 0 0,-1 1-1,0 1 1,0-1-1,-1 2 1,0 0-1,-1 0 1,0 1-1,0 1 1,0 0-1,-1 1 1,0 0-1,0 1 1,0 1-1,-1 0 1,1 1-1,-1 0 1,-13 1-132,16 4 71,0 0 1,0 1-1,0 1 1,1-1-1,-1 2 1,1 0-1,1 0 1,-1 1-1,1 0 1,0 0-1,1 2 1,0-1-1,0 1 1,1 0-1,0 1 1,0 0-1,1 0 1,1 0-1,-1 1 1,2 0-1,0 0 1,0 1-1,1 0 1,0 0-1,1 0 1,-1 5-72,-10 20-4,2 0 0,1 0-1,2 1 1,1 0 0,2 1 0,2 0 0,2 0-1,1 28 5,1-60-13,0 1-1,1-1 1,0 0-1,0 0 0,0 0 1,1 0-1,0 0 0,0 0 1,1 0-1,0 0 0,0-1 1,1 1-1,-1-1 1,1 0-1,1 0 0,-1-1 1,1 1-1,0-1 0,0 0 1,1 0-1,0 0 0,-1-1 1,1 0-1,1 0 0,-1-1 1,1 0-1,-1 0 1,1 0-1,0-1 0,0 0 1,0 0-1,0-1 0,0 0 1,1 0-1,0 0 14,10-1-126,0-2 1,-1 1-1,1-2 0,-1 0 1,1-1-1,-1-1 0,-1-1 0,1 0 1,-1-1-1,0-1 0,0 0 1,-1-1-1,0-1 0,-1 0 0,0-1 1,0-1-1,-2 0 0,1-1 1,-1 0-1,-1-1 0,-1 0 0,0-1 1,0 0-1,-2 0 0,0-1 1,-1 0-1,0-1 0,-1 0 0,-1 0 1,-1 0-1,0 0 0,-1-1 1,-1 1-1,-1-1 0,-1 0 0,0 1 1,-1-1-1,-2-11 126,0 20 29,0 0-1,0 0 1,-1 0-1,0 1 1,0-1-1,-1 1 1,0 0-1,-1 0 1,1 1-1,-2-1 1,1 1-1,-1 1 1,0-1-1,0 1 1,-1 0-1,0 1 1,0 0-1,0 0 1,-1 1-1,1 0 1,-1 0-1,0 1 1,-1 0-29,-218-32 1003,217 32-901,0 2 0,0 0-1,0 0 1,0 1 0,0 0 0,0 1-1,0 0 1,0 0 0,0 2 0,0-1-1,0 1 1,1 1 0,-1 0 0,1 1-1,0 0 1,0 0 0,1 1 0,-1 0-1,1 0 1,1 1 0,-1 1 0,1 0-1,1 0 1,-1 0 0,1 1 0,1 0-1,-5 7-101,9 4-4,1 0 0,1-1-1,1 1 1,1 0 0,0-1-1,1 1 1,2-1 0,0 0-1,0 0 1,2-1 0,0 1-1,2-1 1,0-1 0,0 0 0,2 0-1,0-1 1,1 0 0,1-1-1,0 0 1,1-1 0,0-1-1,1 0 1,1-1 0,0-1-1,10 6 5,-19-12-82,0 1 0,1-1 0,0 0 0,0 0 0,0-1 0,0 0 0,1-1-1,-1 0 1,1 0 0,0-1 0,0 0 0,0 0 0,0-1 0,0-1 0,0 1-1,0-1 1,0-1 0,0 0 0,0 0 0,0 0 0,0-2 0,0 1 0,0-1 0,-1 0-1,1 0 1,-1-1 0,0-1 0,0 1 0,0-1 0,-1-1 0,0 1 0,0-1 0,0 0-1,0-1 1,3-5 82,0-6-33,-1 0-1,-1-1 0,-1 0 0,-1 0 1,0 0-1,-1-1 0,-2 0 0,0 0 0,-1 0 1,0 0-1,-2 0 0,-1-1 0,0 1 1,-1 0-1,-2 0 0,0 0 0,-1 1 1,0-1-1,-2 1 0,-1 0 0,0 1 0,-1 0 1,-1 0-1,0 1 0,-2 0 0,0 1 1,0 0-1,-2 1 34,2 1 214,0 1 0,-1 0 0,-1 1 1,0 0-1,0 1 0,-1 1 0,-1 0 1,0 1-1,0 0 0,-1 2 0,0 0 0,0 1 1,0 0-1,-1 2 0,0 0 0,0 1 1,0 1-1,0 0 0,-2 1-214,13 2 31,0 1 0,0-1 1,0 1-1,0 1 0,0-1 0,0 1 1,1 0-1,-1 0 0,1 1 0,0 0 0,0 0 1,0 1-1,1-1 0,0 1 0,0 1 1,0-1-1,0 0 0,1 1 0,0 0 1,0 0-1,0 1 0,1-1 0,0 1 0,0-1 1,1 1-1,0 0 0,0 0 0,0 0-31,-33 208 42,31-193-51,1-1 0,1 1 0,2-1 0,0 1 0,1-1 0,0 1 0,2-1 0,1 0 0,1 0 0,0 0 0,2 0 0,0-1 0,2 0 0,0-1 0,1 0 0,1 0 0,0-1 0,2 0 0,0-1 0,1-1 0,3 3 9,-11-15-36,-1 0-1,1-1 1,0 0 0,0 0-1,0 0 1,0-1 0,1 0 0,-1 0-1,1 0 1,-1-1 0,1 0-1,0 0 1,-1-1 0,1 0 0,0 0-1,0-1 1,-1 1 0,1-2-1,-1 1 1,1-1 0,-1 0 0,1 0-1,-1 0 1,0-1 0,0 0-1,0 0 1,0-1 0,-1 0 0,1 0-1,-1 0 1,0-1 0,0 1-1,2-4 37,5-6-121,0 1-1,-1-2 0,-1 1 0,0-2 0,-1 1 0,-1-1 0,0-1 1,-1 1-1,-1-1 0,0 0 0,2-18 122,-4 19-39,0-1 1,-2 1-1,0-1 0,-1 0 1,0 0-1,-2 0 0,0 0 1,0 0-1,-2 0 0,0 0 1,-1 1-1,-1 0 0,0 0 1,-1 0-1,-1 0 0,-1 1 0,0 0 1,-9-13 38,4 12 86,0 0 0,-2 1 0,1 0 0,-2 1 0,0 1 0,0 1 0,-1 0 1,-1 1-1,0 1 0,0 0 0,-1 2 0,0 0 0,-1 1 0,1 1 0,-1 1 0,-1 0 0,1 2 0,-10-1-86,25 6 29,-1-1 0,1 1 0,0-1 0,0 1-1,0 1 1,0-1 0,0 1 0,0 0-1,1 0 1,-1 1 0,1-1 0,0 1-1,0 0 1,0 0 0,0 0 0,1 0-1,0 1 1,0 0 0,0-1 0,0 1-1,1 0 1,0 0 0,0 1 0,0-1-1,0 0 1,1 1 0,0-1 0,0 1 0,1-1-1,0 1 1,0-1 0,0 1 0,0-1-1,1 1 1,0-1 0,0 1 0,1 1-29,-3 9 9,1-16-9,-5 29-16,1 1-1,2 0 1,1-1-1,1 1 1,2 0-1,1-1 1,1 1-1,1-1 1,2 0 0,1 0-1,1-1 1,2 0-1,0-1 1,2 0-1,10 14 17,-19-36-83,0 0-1,1 0 1,0 0-1,0-1 1,0 0-1,1 0 1,-1 0-1,1 0 1,0-1-1,0 0 1,0 0-1,1-1 1,-1 0-1,1 0 1,-1 0-1,1-1 1,-1 0-1,1 0 1,0-1-1,0 0 1,-1 0-1,1 0 1,0-1-1,0 0 1,-1-1-1,1 1 1,-1-1-1,1 0 1,-1-1-1,0 1 1,0-1-1,0-1 1,0 1-1,0-1 0,-1 0 1,0 0-1,0-1 1,0 1-1,0-1 1,-1 0-1,1-1 1,1-3 83,5-8-49,-1-2-1,-1 1 1,-1-1 0,0 0 0,-2-1-1,0 0 1,-1 0 0,-1 0 0,-1 0-1,0-1 1,-2 1 0,0-1 0,-2 0-1,0-2 50,-1 12 80,-1-1-1,0 1 1,0 0-1,-1 0 0,0 1 1,-1-1-1,0 1 1,-1 0-1,0 0 1,0 1-1,-1 0 0,0 0 1,-1 0-1,0 1 1,-1 0-1,1 1 0,-1 0 1,-1 0-1,1 1 1,-1 0-1,0 0 0,-1 2 1,1-1-1,-1 1 1,0 0-1,0 1 1,0 1-1,0 0 0,-1 0 1,1 1-1,-1 0 1,1 1-1,-7 1-79,16 0 41,-1 0 0,1 0 0,0 0 0,0 1 0,0-1 0,0 1 0,0-1 0,1 1 0,-1 0 0,0 0 0,1 0 0,-1-1 0,1 1 0,-1 1 0,1-1 0,0 0 1,0 0-1,0 0 0,0 1 0,1-1 0,-1 0 0,1 1 0,-1-1 0,1 1 0,0-1 0,0 1 0,0-1 0,0 0 0,0 1 0,0-1 0,1 1 0,-1-1 0,1 1-41,-1 5 66,-1 43-52,2 1 1,2 0-1,3-1 0,2 0 0,2 0 0,3-1 0,1 0 0,3-1 1,2-1-1,11 19-14,22 4-1443,-51-69 1404,0-1 0,0 0 0,1 1 0,-1-1 1,0 0-1,1 0 0,-1 0 0,0 0 0,1 0 0,-1-1 0,1 1 0,0 0 0,-1-1 0,1 1 0,0-1 0,-1 1 0,1-1 0,0 0 0,-1 0 0,1 0 0,0 0 0,0 0 0,-1 0 0,1 0 0,0 0 0,-1-1 0,1 1 0,0-1 0,-1 1 0,1-1 0,-1 0 0,1 1 0,-1-1 0,1 0 0,-1 0 1,1 0-1,-1 0 0,0-1 0,0 1 0,1 0 0,-1 0 0,0-1 0,0 1 0,0-1 0,0 1 0,-1-1 0,1 1 0,0-1 39,5-16-165,0 1 0,0-2 1,-2 1-1,-1 0 0,0-1 0,-1 0 1,-1 0-1,-1 1 0,0-1 0,-2 0 1,0-2 164,2 15-12,0-1 41,0 1 0,-1-1 0,0 1 0,0-1 0,0 1 0,-1 0 0,1-1 0,-1 1 0,-1 0 0,0 0 0,1 0 0,-2 1 0,1-1 0,-1 1 0,0-1 0,0 1 0,0 0 0,0 1 1,-1-1-1,0 1 0,0 0 0,0 0 0,-1 0 0,0 1 0,1 0 0,-1 0 0,0 0 0,0 1 0,0 0 0,-1 0 0,1 1 0,0-1 0,-1 1 0,1 1 0,-1-1 0,1 1 0,-2 0-29,3 4 75,-1 1-1,1-1 0,0 1 0,0 0 0,0 0 0,1 0 0,0 1 0,0 0 0,0-1 0,1 1 0,0 1 0,0-1 0,0 0 0,1 1 0,0 0 0,0-1 0,1 1 0,-1 0 0,1 3-74,0-5-4,-12 63 131,3-1 0,3 1 0,2 0 0,4 1 0,4 22-127,36 57 105,-37-144-167,0 0 0,0 0 0,0 0 0,1-1 0,-1 1 0,1-1 1,0 0-1,0 0 0,0 0 0,1 0 0,-1 0 0,1-1 0,-1 0 0,1 1 0,0-1 1,0-1-1,0 1 0,0 0 0,0-1 0,0 0 0,1 0 0,-1 0 0,0-1 0,1 1 1,-1-1-1,0 0 0,1 0 0,-1-1 0,0 1 0,1-1 0,-1 0 0,0 0 0,2-1 62,0-1-75,-1 0 0,0-1-1,0 0 1,-1 0 0,1 0-1,-1 0 1,0-1-1,0 1 1,0-1 0,0 0-1,-1 0 1,0-1-1,0 1 1,0-1 0,-1 1-1,0-1 1,0 0 0,-1 0-1,1 0 1,-1 0-1,0 0 1,-1 0 0,1 0-1,-1 0 1,-1-1-1,1 1 1,-1 0 0,0 0-1,0 0 1,-1 0-1,0 0 1,0 1 0,0-1-1,-1 0 1,0 1 0,-1-3 75,-4 0 85,0 0 1,-1 0 0,1 1-1,-1 0 1,-1 1 0,1 0-1,-1 1 1,0 0 0,0 0-1,-1 1 1,1 0 0,-1 1-1,0 0 1,0 1 0,0 0 0,-1 1-1,1 0 1,0 0 0,0 1-1,-5 1-85,8 3 45,1 1 0,-1 0 0,0 0 0,1 0 0,0 1 0,1 0 0,-1 0 0,1 1 0,0-1 0,1 2 0,-1-1 0,1 0 0,1 1 0,-1 0 0,2 0 0,-1 0-1,1 1 1,0-1 0,1 1 0,0 0 0,0 0 0,1 0 0,0 0 0,0 3-45,-6 21-9,2 1-1,2-1 0,0 1 1,3 0-1,0 0 1,4 19 9,-3-47-40,0-1 0,-1 0 0,2 0 0,-1 1 0,1-1 0,-1 0 0,1 0 0,1-1 0,-1 1 0,1 0 0,-1-1 0,1 1 0,1-1 0,-1 0 0,1 0 0,-1 0 0,1-1 0,0 1 0,1-1 0,-1 0 0,0 0 0,1 0 0,0-1 0,0 0 0,-1 1 0,1-2 0,1 1 0,-1-1 0,0 1 0,0-1 0,0-1 0,1 1 0,-1-1 0,0 0 0,1 0-1,-1-1 1,0 1 0,0-1 0,1 0 0,-1-1 0,0 1 0,0-1 0,0 0 0,0 0 0,-1-1 0,1 1 0,0-1 0,-1 0 0,0 0 0,0-1 0,0 1 0,0-1 0,0 0 0,-1 0 0,0 0 0,0-1 0,0 1 0,0-1 0,-1 1 0,1-2 40,-1 2-2,0 0 0,0 0 0,0 0 0,-1-1 0,0 1 0,1-1 0,-2 1 0,1-1 0,0 1 0,-1-1 0,0 0 0,0 1 0,0-1 0,-1 1 0,0-1 0,0 1-1,0-1 1,0 1 0,-1-1 0,1 1 0,-1 0 0,0 0 0,0 0 0,-1 0 0,1 0 0,-1 0 0,0 1 0,0-1 0,0 1 0,0 0 0,-1 0 0,0 0 0,1 0 0,-1 1 0,0-1 0,0 1-1,0 0 1,0 0 0,-1 1 0,1-1 0,-4 0 2,-207-16 4255,215 18-4118,0 0-53,0 0-187,68 24-429,-18-14 540,1-1 0,0-3-1,1-2 1,-1-3 0,1-2 0,37-5-8,286-50-259,-266 51 1306,-170-18-607,-141-32 17,22 72-354,175-16-100,0 0 1,0 1-1,0-1 1,0 1 0,1 0-1,-1 1 1,1-1-1,0 1 1,0 0-1,-1 0 1,2 0 0,-1 0-1,0 1 1,1-1-1,-1 1 1,1 0-1,0 0 1,1 1 0,-1-1-1,1 0 1,0 1-1,0 0 1,0-1-1,0 1 1,1 0 0,0 0-1,0 0 1,0 0-1,1 0 1,-1 0-1,1 0 1,1 0 0,0 5-4,2-3-7,2-1 1,-1 1 0,1-1 0,0 0 0,1 0 0,-1-1 0,1 1 0,0-1 0,0-1 0,1 1 0,-1-1 0,1 0 0,0-1 0,0 1 0,1-1 0,-1-1 0,1 1 0,-1-1 0,1-1 0,0 1 0,-1-2 0,1 1 0,0-1 0,0 0 0,1 0 6,43 2-154,1-3 1,-1-1-1,1-3 1,-1-2-1,-1-3 1,1-2 0,-2-1-1,0-4 1,0-1-1,-2-2 1,0-3-1,-2-2 1,10-8 153,-55 33-14,0 0 1,0 1-1,-1-1 0,1 0 1,0 0-1,0 0 0,0 0 1,-1-1-1,1 1 1,0 0-1,0 0 0,-1 0 1,1-1-1,0 1 1,0 0-1,-1-1 0,1 1 1,0 0-1,-1-1 1,1 1-1,0-1 0,-1 1 1,1-1-1,-1 0 1,1 1-1,-1-1 0,1 0 1,-1 1-1,1-1 1,-1 0-1,0 1 0,1-1 1,-1 0-1,0 0 1,0 1-1,1-1 0,-1 0 1,0 0-1,0 0 1,0 1-1,0-1 0,0 0 1,0 0-1,0 0 0,0 1 1,-1-1-1,1 0 1,0 0-1,0 1 0,-1-1 1,1 0-1,0 0 1,-1 1-1,1-1 0,-1 0 1,1 1-1,-1-1 1,1 0-1,-1 1 0,1-1 1,-1 1 13,-51-10 334,-10 6 69,0 4 1,0 2 0,0 3 0,1 2-1,0 4 1,0 2 0,1 2 0,1 3 0,0 3-1,2 2 1,0 3 0,2 2 0,-2 5-404,38-20 193,36-12-486,240-21 193,-129-11 90,-2-5 1,-1-6-1,-3-5 1,-1-5-1,-3-6 1,-3-5-1,10-12 10,266-174 220,-378 243-221,-1 0 0,0 0 0,0-1 0,-1-1 0,0 0 0,0 0 1,-1-1-1,0-1 0,0 1 0,-1-2 0,0 1 0,-1-1 0,-1-1 0,1 1 0,-2-1 0,0 0 0,0-1 0,-1 0 0,0 0 1,-2 0-1,1 0 0,-1 0 0,-1-2 1,12-13-190,-84 93 201,-2-3 0,-3-2-1,-2-4 1,-3-4 0,-2-3-1,-23 7-10,52-39 186,52-17-62,1-1-36,0 0-95,25 2-289,81 33 229,87 10-25,-184-43 97,0-1 0,0 0-1,0-1 1,0 0 0,0 0-1,-1-1 1,1 0-1,0 0 1,-1-1 0,1-1-1,-1 1 1,0-1 0,0-1-1,0 1 1,-1-1 0,0-1-1,0 1 1,0-1-1,0-1 1,-1 1 0,0-1-1,0 0 1,-1-1-5,12-17 28,-2-1 0,0 0-1,-2-1 1,-1 0 0,-1-1 0,-2-1 0,-1 1 0,-1-1-1,-1-1 1,-1 1 0,-2-1 0,-1 0 0,-2 0-1,-1-8-27,1 30 4,0-1-1,-1 1 0,1 0 1,-2 0-1,1 0 0,-1 1 1,-1-1-1,1 0 0,-1 1 0,0-1 1,-1 1-1,0 0 0,0 0 1,-1 0-1,1 1 0,-1 0 0,-6-6-3,9 11-2,-1 0 0,0 0 0,0 0 0,1 1-1,-1-1 1,0 1 0,0-1 0,0 1-1,0 0 1,0 0 0,0 0 0,0 1-1,0-1 1,1 1 0,-1-1 0,0 1-1,0 0 1,0 0 0,1 0 0,-1 1 0,1-1-1,-1 1 1,1-1 0,-1 1 0,1 0-1,0 0 1,0 0 0,0 0 0,0 0-1,0 0 1,-1 2 2,1 0-49,0-1 0,0 0 0,0 1 0,1-1 0,-1 0 0,1 1 0,0 0 0,0-1 0,0 1 0,1 0 0,-1 0 0,1-1 0,0 1 0,0 0 0,0 0 0,0-1 1,1 1-1,0 0 0,0 0 0,0-1 0,0 1 0,0-1 0,1 1 0,-1-1 0,1 1 0,0-1 0,0 0 0,0 0 0,1 0 0,-1 0 0,1 0 0,-1-1 0,1 1 0,0-1 0,0 1 0,0-1 0,0 0 0,1 0 0,-1-1 0,4 2 49,-2-3-68,0 1 0,0-1 0,-1 0 0,1-1 0,0 1 1,0-1-1,0 0 0,0 0 0,0-1 0,0 0 0,-1 1 0,1-2 0,-1 1 0,1 0 0,-1-1 0,0 0 1,0 0-1,0 0 0,-1 0 0,1-1 0,-1 1 0,1-1 0,-1 0 0,0 0 0,-1 0 0,1-1 0,-1 1 1,0-1-1,0 1 0,1-4 68,39-153-15,-24-149 108,-18 307-81,1 0-1,0 0 1,-1 0-1,0 0 1,1 0 0,-1-1-1,-1 1 1,1 0 0,0 0-1,-1 0 1,1 0 0,-1 0-1,0 0 1,0 0-1,0 0 1,-1 0 0,1 1-1,-1-1 1,1 0 0,-1 1-1,0-1 1,0 1 0,0 0-1,0-1 1,0 1-1,-1 0 1,1 0 0,-1 1-1,1-1 1,-1 0 0,0 1-1,0 0 1,1-1 0,-1 1-1,0 0 1,0 0-1,0 1 1,0-1 0,0 1-1,-1 0 1,1-1 0,0 1-1,0 0 1,0 1-1,0-1 1,0 1 0,-3 0-12,-4 6 60,0 1 1,1 0 0,0 0-1,0 1 1,0 0-1,1 1 1,1 0 0,0 0-1,0 1 1,1-1-1,0 2 1,-2 7-61,2-8 68,-12 20 42,1 0 0,2 1 0,2 0 0,0 1 0,3 1 0,0 0 0,2 0 0,2 1 0,1 0 0,1 27-110,5-59 3,0-1 1,1 1 0,0-1-1,-1 1 1,1-1 0,0 0-1,0 0 1,0 0 0,1 0-1,-1 0 1,0-1-1,1 1 1,-1-1 0,1 1-1,-1-1 1,1 0 0,0 0-1,0 0 1,-1 0-1,1-1 1,0 1 0,0-1-1,0 0 1,0 1 0,0-1-1,0 0 1,-1-1 0,1 1-1,0-1 1,0 1-1,0-1 1,0 0 0,-1 0-1,1 0 1,0 0 0,-1 0-1,1-1 1,-1 1 0,1-1-1,1-2-3,9-3-12,0-1 0,-1-1 0,0 0-1,0-1 1,-1 0 0,0 0 0,-1-1 0,0-1 0,-1 0-1,0 0 1,-1-1 0,-1 0 0,0 0 0,0-1 0,-2 0-1,1 0 1,-2 0 0,0-1 0,0 0 0,-2 1-1,0-1 1,0 0 0,-2-11 12,-3 16 14,0-1-1,-1 1 0,-1 0 1,0 0-1,0 0 1,-1 1-1,0-1 1,0 1-1,-1 1 1,-1-1-1,1 1 1,-1 0-1,-1 1 1,1 0-1,-1 1 0,0-1 1,-1 2-1,0-1 1,1 1-1,-2 1 1,1 0-1,0 0 1,-1 1-1,0 0 1,0 1-1,0 0 1,0 1-1,0 0 0,0 1 1,0 0-1,0 1 1,-2 0-14,10 1 12,0 0-1,-1 0 1,1 1 0,0-1 0,1 1 0,-1-1 0,0 1-1,1 0 1,-1 0 0,1 0 0,0 0 0,0 1-1,0-1 1,0 1 0,1-1 0,-1 1 0,1-1-1,0 1 1,0 0 0,0 0 0,1-1 0,-1 1 0,1 0-1,0 0 1,0 0 0,0 0 0,1-1 0,0 4-12,-1-5-3,9 149-242,-8-147 226,0 0 1,0 0-1,1 0 1,-1 0 0,1-1-1,0 1 1,0 0-1,1-1 1,-1 0 0,0 1-1,1-1 1,0 0-1,0 0 1,0-1 0,0 1-1,0 0 1,1-1-1,-1 0 1,1 0 0,0 0-1,-1 0 1,1-1-1,0 1 1,0-1-1,0 0 1,0 0 0,0 0-1,0-1 1,0 0-1,1 1 1,-1-2 0,0 1-1,0 0 1,0-1-1,1 0 19,9-4-116,1-1 0,-1-1 0,0 0-1,-1-1 1,0 0 0,0-1-1,0-1 1,-2 0 0,1 0-1,-1-1 1,0-1 0,-1 0 0,-1 0-1,0-1 1,-1 0 0,0-1-1,-1 0 1,0 0 0,-1 0 0,2-8 116,-3 12-1,-1 1 1,0-1 0,0 0-1,-1 0 1,0 0 0,-1 0-1,0 0 1,0-1 0,-1 1-1,-1 0 1,0-1 0,0 1-1,-1-1 1,0 1 0,-1-1-1,0 1 1,0 0 0,-2 0-1,1 0 1,-1 0 0,0 1-1,-1 0 1,0-1 0,-1 1-1,0 1 1,0-1 0,-1 1 0,0 1-1,0-1 1,-1 1 0,1 0-1,-2 1 1,-6-5 0,-1 3 122,1 1 0,-2 1 0,1 0 0,-1 1 0,1 1 0,-1 0 0,0 1 0,-1 1-1,1 1 1,0 0 0,-1 2 0,1 0 0,0 0 0,-1 2 0,1 0 0,0 1 0,1 1 0,-1 0 0,1 1 0,0 1 0,0 1 0,1 0 0,0 1 0,1 0 0,0 1 0,0 1 0,-6 6-122,4-5 48,0 1 1,0 0 0,1 1-1,1 1 1,1 0 0,0 1-1,0 0 1,2 1 0,0 0-1,-5 13-48,16-28-9,0-1 1,0 1-1,-1-1 0,1 1 0,0-1 0,0 1 0,1-1 0,-1 1 0,0-1 1,0 1-1,1-1 0,-1 0 0,1 1 0,-1-1 0,1 1 0,0-1 0,0 0 0,-1 1 1,1-1-1,0 0 0,0 0 0,0 0 0,0 0 0,0 0 0,1 0 0,-1 0 0,0 0 1,0 0-1,1 0 0,-1-1 0,0 1 0,1-1 0,-1 1 0,1-1 0,-1 1 0,1-1 1,-1 0-1,1 0 0,-1 1 0,1-1 0,-1 0 0,1-1 0,-1 1 0,1 0 0,-1 0 1,1-1-1,-1 1 0,1 0 0,-1-1 9,86-15-207,-64 7 48,0-1 1,0-1 0,-1-1 0,-1-1-1,0-1 1,-1 0 0,0-2 0,-1 0-1,-1-2 1,-1 0 0,-1-1 0,10-13 158,-24 29-34,1 0 1,-1 0 0,1-1 0,-1 1 0,0 0 0,0-1 0,-1 0 0,1 0 0,-1 1 0,0-1 0,0 0 0,0 0 0,0 0 0,-1 0 0,1 0 0,-1 0 0,0 0 0,-1 0 0,1 0 0,0 0 0,-1 0-1,0 0 1,0 0 0,0 0 0,-1 0 0,0 0 0,1 1 0,-1-1 0,0 1 0,0-1 0,-1 1 0,1 0 0,-1 0 0,0 0 0,0 0 0,0 0 0,0 1 0,0-1 0,0 1 0,-1 0 0,-1-1 33,-31-10 244,0 2 0,-1 2 1,0 1-1,-1 2 0,0 1 0,1 2 1,-1 2-1,0 2 0,0 1 1,-5 2-245,35-1 9,0 0 0,0 0 0,1 1 1,-1 0-1,1 0 0,0 1 0,0 0 0,0 1 1,1-1-1,0 1 0,0 0 0,0 1 1,1-1-1,0 1 0,0 0 0,0 1 0,1-1 1,1 1-1,-1-1 0,1 1 0,0 0 1,1 1-1,0-1 0,0 0 0,1 1 0,0-1 1,0 1-1,1-1 0,0 1 0,1-1 1,0 1-1,0-1 0,1 1 0,0 1-9,-1-6-12,0-1-1,0 0 1,0 0-1,1 0 1,-1 0 0,1 0-1,0 0 1,-1 0-1,1-1 1,1 1 0,-1 0-1,0-1 1,0 0-1,1 1 1,0-1-1,-1 0 1,1-1 0,0 1-1,0 0 1,0-1-1,0 1 1,0-1 0,0 0-1,0 0 1,1 0-1,-1-1 1,0 1 0,1-1-1,-1 0 1,0 1-1,1-2 1,-1 1-1,0 0 1,3-1 12,115-28-451,-106 22 356,0-1 0,0-1 1,0 0-1,-1-1 1,-1 0-1,0-1 1,0 0-1,-1-2 1,0 1-1,-1-1 0,-1-1 1,0 0-1,-1 0 1,0-1-1,-1 0 1,-1-1-1,0 1 0,-1-1 1,-1-1-1,-1 1 1,0-1-1,1-10 95,-6 21 16,0-1 1,0 1-1,0 0 0,-1 0 0,0 0 1,0 0-1,-1 0 0,1 0 0,-1 1 1,0-1-1,-1 1 0,0 0 0,1 0 1,-2 0-1,1 0 0,0 1 0,-1-1 1,0 1-1,0 0 0,0 1 1,-1-1-1,1 1 0,-1 0 0,-5-2-16,-152-47 690,122 44-368,1 2-1,-1 2 1,0 1-1,0 3 0,0 1 1,0 2-1,-37 7-321,44 2 61,0 1-1,1 1 1,1 2-1,0 1 1,1 2-1,1 1 0,1 1 1,0 2-1,2 1 1,1 1-1,1 1 1,1 1-1,2 1 1,0 1-1,-4 10-60,24-37-12,0-1 0,0 1 1,0 0-1,0 0 0,0 0 0,0 0 0,0 1 0,1-1 1,-1 0-1,1 1 0,0-1 0,0 1 0,0-1 0,0 1 0,0-1 1,0 1-1,1 0 0,-1-1 0,1 1 0,0 0 0,0 0 1,0 0-1,0-1 0,0 1 0,0 0 0,1-1 0,0 1 1,-1 0-1,1-1 0,0 1 0,0 0 0,1-1 0,-1 0 1,0 1-1,1-1 0,-1 0 0,1 1 0,0-1 0,0 0 1,0 0-1,0 0 12,21 1-275,0-1 1,1-1 0,-1-1 0,1-1 0,-1-1-1,1-1 1,-1-1 0,0-1 0,-1-1 0,1-1-1,-1-1 1,-1-1 0,14-7 274,147-88-2183,-175 100 2155,0-2 0,-1 1 0,1-1 0,-1 0 1,-1 0-1,1-1 0,-1 0 0,-1 0 1,1 0-1,-1 0 0,0-1 0,-1 0 1,1 0-1,-2 0 0,1 0 0,-1 0 1,0 0-1,-1-1 0,0 1 0,0-1 0,-1 1 1,0 0-1,0-2 28,-5-1 124,-1-1 1,1 1-1,-2 0 0,0 0 1,0 1-1,-1 0 1,0 0-1,0 1 0,-1 0 1,0 0-1,-1 1 0,0 0 1,-1 1-1,1 0 1,-1 1-1,0 0 0,-1 0 1,0 2-1,-7-3-124,-14-4 146,0 1-1,0 2 1,-1 2-1,0 1 1,0 1 0,0 2-1,0 2 1,-1 1-1,1 1 1,0 2-1,0 1 1,0 2 0,1 1-1,0 2 1,1 1-1,0 2 1,0 1 0,2 1-1,0 2 1,0 1-1,2 1 1,0 2-1,2 0 1,0 2 0,-20 23-146,26-30 7,0 1 0,1 1 0,1 0 0,1 2 0,1 0 1,0 1-1,1 0 0,2 2 0,0-1 0,1 2 0,2-1 0,0 2 1,2-1-1,0 1 0,2 0 0,1 1 0,0-1 0,2 1 1,1 13-8,3-32-11,1 0 0,-1-1 1,1 1-1,0-1 0,1 1 0,0-1 1,0 0-1,0 0 0,1 0 1,-1-1-1,2 1 0,-1-1 1,0 0-1,1 0 0,0 0 0,0-1 1,1 0-1,-1 0 0,1 0 1,0 0-1,0-1 0,0 0 1,0-1-1,0 1 0,1-1 0,4 1 11,181 20-156,-179-21 47,1 0-1,0-1 1,0-1 0,0-1-1,-1 0 1,1 0 0,0-2 0,-1 1-1,1-2 1,-1 0 0,0 0 0,0-1-1,-1-1 1,1 0 0,-1-1-1,-1 0 1,1-1 0,-1 0 0,0-1-1,-1 0 1,0-1 0,-1 0 0,0 0-1,0-1 1,-1-1 0,0 1-1,-1-1 1,-1 0 0,0-1 0,0 1-1,-2-1 1,2-5 109,-5 11-3,0-1 0,0 1-1,-1-1 1,0 1 0,0-1 0,-1 1 0,0-1-1,-1 1 1,1 0 0,-1-1 0,-1 1-1,1 0 1,-1 0 0,-1 0 0,1 1 0,-1-1-1,0 1 1,-1 0 0,1 0 0,-1 0 0,0 1-1,-1 0 1,1 0 0,-1 0 0,0 0-1,0 1 1,-1 0 0,1 0 0,-1 1 0,0 0-1,0 0 1,0 1 0,0-1 0,-5 1 3,-5-4 100,-1 2 0,0 0 0,1 1 0,-1 1 0,0 1 1,0 1-1,0 0 0,-1 1 0,2 1 0,-1 1 0,0 0 0,0 1 1,1 1-1,0 1 0,0 0 0,0 1 0,1 1 0,0 1 0,1 0 1,0 1-1,0 1 0,-7 6-100,-6 9 82,2 0 0,0 2 1,1 0-1,2 2 0,1 1 1,2 0-1,1 2 0,1 0 0,2 1 1,-3 11-83,4-7 79,1 0 0,2 1 0,2 1 0,1 0 0,2 0 0,2 1 0,1 24-79,5-48 1,0 0 0,2 0 0,0 0 0,1-1 0,0 1 1,2-1-1,0 0 0,0-1 0,2 1 0,0-1 0,1-1 0,0 0 0,1 0 0,0-1 0,2 0 0,-1 0 0,1-1 0,1-1 0,0 0 0,1-1 0,0-1 0,1 0 1,-1 0-1,2-2 0,-1 0 0,1 0 0,0-2 0,0 0 0,1-1 0,-1 0 0,1-2 0,0 0 0,0 0 0,6-2-1,6 4-234,0-2 0,0-2 0,0 0 0,0-2 0,0-1 0,0-1 0,-1-2-1,1 0 1,-1-2 0,-1-2 0,0 0 0,0-2 0,-1 0 0,0-2 0,-1-1 0,-1-1 0,4-4 234,-23 15-33,-1 0 1,1-1-1,-1 1 1,0-1-1,0 0 1,0 0-1,-1-1 1,0 1 0,0-1-1,-1 1 1,0-1-1,0 0 1,0 0-1,-1 0 1,0 0-1,-1 0 1,1 0 0,-1 0-1,-1 0 1,1 0-1,-1 0 1,0 0-1,-1 0 1,0 0-1,0 0 1,0 0-1,-1 1 1,0-1 0,0 1-1,-1 0 1,0 0-1,0 0 1,0 1-1,-1-1 1,0 1-1,0 0 1,0 0-1,0 0 1,-1 1 0,0 0-1,0 0 1,-5-2 32,2 1 145,-1 0-1,0 0 1,-1 1 0,1 1 0,-1 0 0,0 0-1,0 1 1,0 0 0,0 1 0,0 0 0,0 1 0,0 0-1,0 0 1,0 2 0,0-1 0,0 1 0,0 1 0,1 0-1,-1 0 1,1 1 0,-1 1 0,1 0 0,1 0-1,-1 1 1,1 0 0,0 0 0,0 1 0,1 1 0,0-1-1,0 1 1,1 1 0,0-1 0,0 1 0,1 0 0,0 1-1,1 0 1,-4 6-145,2-4 5,1 0-1,0 0 0,1 0 1,0 0-1,0 1 0,2 0 1,-1 0-1,2 0 0,0 0 1,0 1-1,1-1 0,1 0 1,0 1-1,1-1 0,0 0 1,1 1-1,1-1 0,0 0 1,1 0-1,0-1 0,1 1 1,0-1-1,1 0 0,1 0 1,0-1-1,0 0 0,1 0 1,0 0-1,1-1 0,0 0 1,1-1-1,0 0 0,0-1 1,1 0-1,0 0 0,1-1 1,-1-1-1,1 0 0,1-1 1,1 1-5,9-3-61,1-1 0,-1 0 1,0-2-1,1-1 0,-1-1 1,0-1-1,0-1 0,0-1 1,0-1-1,-1-1 0,0 0 1,0-2-1,-1-1 0,0-1 1,-1 0-1,0-2 0,-1 0 1,0-1-1,-1-1 0,-1-1 1,-1 0-1,0-1 0,-1-1 1,0 0-1,-2-1 0,0-1 1,-1 0-1,-1-1 1,1-5 60,-9 21-3,0 1 1,0-1 0,-1 0 0,1 0 0,-1 0 0,0 0-1,-1 0 1,1 0 0,-1 0 0,0-1 0,-1 1 0,1 0 0,-1-1-1,0 1 1,0 0 0,-1-1 0,1 1 0,-1-1 0,0 1-1,-1 0 1,1 0 0,-1 0 0,0 0 0,0 0 0,-1 0 0,0 0-1,1 1 1,-2-1 0,1 1 0,0 0 0,-3-2 2,-12 5 78,0 0 1,0 2-1,0 0 0,0 1 1,0 1-1,1 0 0,-1 1 1,1 1-1,0 1 1,0 1-1,0 0 0,1 1 1,0 1-1,1 0 1,0 1-1,0 1 0,1 0 1,1 1-1,0 0 0,0 1 1,1 1-1,-9 14-78,-9 3 137,1 1-1,2 1 1,1 1 0,2 2-1,2 1 1,1 0-1,-14 35-136,33-69-13,0-1 0,1 1 0,-1 0 0,1-1 0,-1 1 1,1 0-1,0 0 0,0 0 0,0 0 0,1 0 0,-1 0 0,1 0 0,0 0 0,-1 0 0,1 0 0,1 0 0,-1 0 0,0 0 0,1 0 0,-1 0 0,1 0 0,0 0 0,0 0 0,0 0 0,1 0 0,-1 0 0,1-1 0,-1 1 0,1-1 0,0 1 0,0-1 0,0 1 0,0-1 0,0 0 0,1 0 0,-1 0 0,1-1 0,-1 1 0,1 0 0,0-1 0,0 0 0,-1 1 0,1-1 0,0 0 0,2 0 13,-3-1 182,50 12-2762,-42-14 340,-30-13 1960,-2 2 365,0 1 0,-1 1-1,0 2 1,0 0 0,-1 1 0,0 1 0,-1 1-1,0 2 1,1 0 0,-1 2 0,-1 0 0,1 2 0,0 1-1,0 1 1,-1 1-85,24-3-17,1 0 11,-1-1 0,0 1 0,1 0 0,-1 0 0,0 0 0,1 0 0,-1 0 0,0 0 0,0 0-1,1 1 1,-1-1 0,0 0 0,1 1 0,-1 0 0,1-1 0,-1 1 0,0 0 0,1 0 0,0 0 0,-1 0 0,1 0 0,-1 0 0,1 0 0,0 0 0,0 1 0,0-1 0,0 0 0,0 1 0,0-1 0,0 1 0,0-1 0,1 1 0,-1-1 0,0 1 0,1 0 0,-1-1-1,1 1 1,0 0 6,144 84 96,-93-61 14,2-4 0,1-1-1,1-3 1,0-2 0,1-3-1,1-2 1,0-3-1,0-2 1,0-2 0,31-5-110,382-20 446,-452 20-421,0-1 0,1 0-1,-1-2 1,-1 0-1,1 0 1,-1-2-1,0 0 1,0-1-1,-1-1 1,0 0 0,-1-2-1,0 1 1,0-2-1,-1 0 1,-1-1-1,0 0 1,-1 0-1,0-2 1,-1 0-1,-1 0 1,0-1 0,-1-1-25,21-39 122,-4-3 1,-1 0 0,-4-1-1,-2-1 1,-1-7-123,-18 65-117,0 3-133,0 0 88,-6 48-387,-8-18 571,0 0-1,-2-1 0,-2-1 0,0-1 1,-2 0-1,-1-1 0,0-2 0,-2 0 0,-1-1 1,-1-1-1,-1-2 0,-1 0 0,0-2 0,-2-1 1,0-1-1,-1-1 0,0-2 0,-1-1 1,0-2-1,-1-1 0,0-1 0,-20 2-21,-22-8 27,0-3-1,0-3 1,1-4-1,-1-3 1,2-2 0,-1-5-1,-24-10-26,18 8-26,59 15 29,-6 1-41,1-1 1,0-2-1,0 0 0,0-1 1,1-2-1,0 0 0,1-2 1,0 0-1,1-2 0,1 0 1,0-2-1,1 0 0,-2-4 38,17 10-240,1 0-1,0-1 0,0 0 0,1 0 0,1 0 0,0 0 0,1 0 0,0 0 0,0-1 0,1 1 0,1 0 0,0 0 0,0-1 0,1 1 241,0-12 41,26-316-147,-114 211 1179,75 103-1049,11 22-11,0 0-1,0 0 1,0-1-1,0 1 1,-1 0-1,0 0 1,1 0-1,-1 0 1,0 0-1,-1 0 1,1 0-1,0 1 1,-1-1 0,0 0-1,1 1 1,-1-1-1,0 1 1,0 0-1,-1-1 1,1 1-1,0 0 1,-1 0-1,1 0 1,-1 1-1,0-1 1,1 1-1,-1-1 1,0 1-1,0 0 1,0 0-1,0 0 1,0 1-1,0-1 1,0 1 0,-1-1-1,1 1 1,0 0-1,0 0 1,0 1-1,0-1 1,0 1-1,0-1 1,0 1-1,0 0 1,-3 1-13,-5 10-4,0 0 1,1 1 0,0 0 0,1 0-1,1 1 1,0 0 0,1 0-1,0 1 1,2 0 0,-1 1-1,-1 12 4,3-17-2,-43 142 325,8 1 0,-8 84-323,32-62 422,17-173-425,0 0 1,1-1-1,-1 1 0,1-1 0,0 1 0,-1-1 0,1 0 1,0 0-1,0 0 0,1-1 0,-1 1 0,0-1 0,0 0 0,1 1 1,-1-2-1,1 1 0,-1 0 0,1-1 0,-1 1 0,1-1 0,0 0 1,-1 0-1,1-1 0,-1 1 0,1-1 0,-1 0 0,2 0 3,14 1 71,-17 0-68,0 0 1,0 1 0,-1-1 0,1 0-1,0 1 1,0-1 0,-1 1 0,1-1-1,0 1 1,-1 0 0,1 0-1,-1-1 1,1 1 0,-1 0 0,0 1-1,1-1 1,-1 0 0,0 0 0,0 0-1,1 1 1,-1-1 0,0 1 0,0-1-1,-1 1 1,1-1 0,0 1-1,0 0 1,-1-1 0,1 1 0,-1 0-1,0-1 1,1 1 0,-1 0 0,0 0-1,0-1 1,0 1 0,0 0 0,0 0-1,0-1 1,-1 1 0,1 0-1,-1 0 1,1-1 0,-1 1 0,1 0-1,-1-1 1,0 1 0,0 0-4,-3 25 25,3-22-35,1 0 0,-1 0 0,1 0 1,0 1-1,1-1 0,-1 0 0,1 0 0,0 1 1,0-1-1,1 0 0,-1 0 0,1 0 1,0-1-1,1 1 0,-1 0 0,1-1 0,0 1 1,0-1-1,0 0 0,1 0 0,-1 0 1,1-1-1,0 1 0,0-1 0,0 0 0,1 0 1,-1 0-1,1 0 0,-1-1 0,3 1 10,34 15-16,0-2 0,1-2-1,1-1 1,0-3-1,1-1 1,0-3-1,0-1 1,0-2 0,0-2-1,17-3 17,-13-5-21,-1-2-1,0-3 1,0-1-1,-1-3 1,-1-1-1,-1-3 1,-1-1-1,0-2 1,-2-2-1,-1-2 1,-1-2 0,-1-1-1,-2-2 1,23-26 21,-10 18 202,50-46 0,-64 51-262,3 2 1,0 1-1,3 3 1,0 0 0,1 3-1,2 2 1,1 1-1,41-14 60,-21 16-30,-45 13-19,1 1 0,0 0 0,0 2-1,0 0 1,1 2 0,0 0-1,0 1 1,0 1 0,-1 2-1,10 0 50,0 6-617,-29-5 596,1-1 1,0 0-1,0 1 0,-1-1 0,1 0 0,0 0 0,0-1 0,0 1 0,0-1 0,0 1 0,0-1 1,0 0-1,0 0 0,0 0 0,0-1 0,0 1 0,0-1 0,0 1 0,0-1 0,0 0 1,-1 0-1,1 0 0,0-1 0,0 1 0,-1-1 0,1 1 0,-1-1 0,0 0 0,1 0 1,-1 0-1,0 0 0,0-1 0,0 1 0,0 0 0,-1-1 0,1 1 0,-1-1 0,1 0 21,8-36 234,-1-1 0,-2 0 0,-2 0 0,-2-1-1,-1 1 1,-2-1 0,-3-9-234,2-19 256,2 63-241,-1 0 0,0 1 0,0-1 0,-1 1 0,1-1-1,-1 0 1,-1 1 0,1-1 0,-1 1 0,0 0 0,0 0 0,0-1 0,-1 1 0,0 1 0,0-1 0,0 0 0,-1 1 0,1-1 0,-1 1 0,0 0 0,0 1-1,-1-1 1,1 1 0,-1-1 0,1 1 0,-1 0 0,0 1 0,0 0 0,-1-1 0,1 1 0,0 1 0,-1-1 0,1 1 0,-1 0 0,-3 0-15,5 2-170,1 0 0,0 1 1,0-1-1,0 1 1,0 0-1,0 0 0,0 0 1,0 0-1,0 0 1,1 1-1,-1-1 0,1 1 1,-1-1-1,1 1 0,0 0 1,0 0-1,1 0 1,-1 0-1,1 1 0,-1-1 1,1 0-1,0 1 170,-6 8-1788,-10 20-7147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6:01.42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659 304 6729,'0'0'575,"0"0"143,0 0 1422,0 0-586,0 0-521,0 0-462,-6 0 2488,-21 0-2262,20 0-787,1 0 1,0 0 0,0 1 0,-1 0-1,1 0 1,0 0 0,0 1-1,0 0 1,0 0 0,1 0 0,-1 1-1,0 0 1,1 0 0,0 1-1,0-1 1,0 1 0,0 0 0,0 0-1,1 1 1,0-1 0,0 1-1,0 0 1,0 0 0,1 1 0,0-1-1,0 1 1,1-1 0,-3 7-11,-4 13 51,1 0 0,1 1 0,2 0 0,0 0 1,2 1-1,0-1 0,2 1 0,2 23-51,-1-44 49,-1 0 0,1 0-1,0 0 1,1 0 0,0 0-1,0 0 1,0-1 0,0 1-1,1 0 1,0-1 0,0 1-1,1-1 1,-1 0 0,1 1-1,0-1 1,1-1 0,-1 1-1,1 0 1,0-1 0,0 0-1,1 0 1,-1 0 0,1 0-1,0-1 1,-1 0 0,2 0-1,-1 0 1,0 0 0,1-1-1,-1 0 1,1 0 0,-1-1-1,1 1 1,5-1-49,2 0 77,0 0 0,0-1-1,0-1 1,0-1 0,0 1 0,-1-2-1,1 0 1,0-1 0,-1 0 0,0 0 0,0-1-1,0-1 1,-1 0 0,0-1 0,0 0-1,0-1 1,-1 0 0,0-1 0,-1 0-1,1 0 1,-2-1-77,17-17 30,-2-1 1,-1-2-1,-1 0 0,-2-1 1,-1-1-1,13-33-30,-25 55-38,0 1-1,-1-2 1,-1 1 0,1 0-1,-1-1 1,-1 0 0,0 0 0,-1 0-1,0 0 1,0 0 0,-2-1-1,1 1 1,-1 0 0,-1-1-1,0 1 1,0 0 0,-1 0 0,-1-1-1,0 2 1,0-1 0,-1 0-1,-1 1 1,0-1 0,0 1 0,-1 1-1,0-1 1,0 1 0,-2-1 38,-7 2 13,0 0 0,-1 1 1,0 0-1,0 2 0,0 0 0,-1 0 1,0 2-1,1 0 0,-1 1 1,-1 0-1,1 2 0,0 0 0,0 1 1,0 1-1,0 0 0,0 1 1,0 1-1,1 1 0,-1 0 0,1 1 1,1 1-1,-1 0 0,1 1 1,0 1-1,1 0 0,0 1 0,-3 3-13,-4 3 157,0 0 0,1 2-1,1 0 1,1 1-1,1 0 1,0 2 0,2 0-1,0 1 1,2 0-1,0 1 1,1 1 0,2 0-1,0 0 1,2 1-1,0 0 1,2 1 0,1 0-1,1 0 1,0 5-157,5-25 0,-1 0 1,1-1-1,0 1 1,0-1-1,0 1 1,1-1-1,0 0 0,0 0 1,0 0-1,1 0 1,0 0-1,0 0 1,0-1-1,0 1 1,1-1-1,0 0 1,0 0-1,0 0 1,0 0-1,0-1 1,1 0-1,0 0 0,-1 0 1,1 0-1,0-1 1,1 0-1,-1 0 1,0 0-1,1-1 1,-1 1-1,0-1 1,1-1-1,0 1 1,-1-1-1,1 0 1,-1 0-1,2-1 0,11 2-17,0-1-1,1 0 1,-1-2-1,1 0 1,-1-1 0,0-1-1,0 0 1,0-2 0,-1 0-1,0-1 1,0 0-1,-1-2 1,0 0 0,0-1-1,-1 0 1,0-1-1,-1-1 1,0 0 0,-1-1-1,0-1 1,-1 0-1,-1 0 1,0-1 0,-1-1-1,3-5 18,-9 13-58,0 0-1,-1 0 1,0-1-1,0 1 1,-1-1-1,0 1 0,0-1 1,-1 0-1,0 0 1,-1 0-1,0 1 1,0-1-1,-1 0 1,0 0-1,0 0 1,-1 1-1,-1-1 0,1 0 1,-1 1-1,-1 0 1,1 0-1,-1 0 1,-1 0-1,0 1 1,0-1-1,0 1 1,-1 0-1,0 1 0,0-1 1,-7-4 58,-5-4 11,-1 0 1,-1 1-1,0 1 0,-1 1 1,0 1-1,0 1 1,-1 1-1,-1 1 0,0 1 1,0 1-1,-1 0-11,3 0 101,1 1 0,-1 1 0,0 1 0,-1 1 0,1 0 0,0 2 0,-1 0 0,1 2 0,0 0 0,0 2 1,0 0-1,0 1 0,1 1 0,-1 1 0,2 1 0,-1 0 0,1 2 0,0 0 0,1 1 0,-11 9-101,22-10 1,1-1 1,0 1-1,1 0 1,0 1 0,1-1-1,0 1 1,1 0-1,0 0 1,1 0-1,0 0 1,0 0-1,1 1 1,1-1 0,0 0-1,0 1 1,1-1-1,1 0 1,0 0-1,0 1 1,1-1 0,1-1-1,0 1 1,0 0-1,1-1 1,0 0-1,1 0 1,0-1 0,0 1-1,1-1 1,1-1-1,-1 1 1,1-1-1,1-1 1,0 1 0,0-1-1,0-1 1,1 0-1,-1 0 1,1-1-1,9 3-1,-3 1-21,1-2-1,0 0 0,0 0 0,1-2 0,-1 0 1,1-1-1,0-1 0,0-1 0,1 0 0,-1-2 1,0 0-1,0-1 0,1 0 0,-1-2 0,0 0 1,0-1-1,-1-1 0,1 0 0,-1-2 0,0 0 1,-1-1-1,0 0 0,0-1 0,0-1 0,-1-1 1,-1 0-1,0-1 0,-1 0 0,9-11 22,-15 13-111,-2-1 0,0 0 0,0 0 0,-1 0 0,0 0 0,-1-1 0,0 0 0,-1 1 0,0-1 0,-1 0-1,0 0 1,-1 0 0,-1 0 0,0 0 0,0 0 0,-1 0 0,-1 0 0,0 1 0,0-1 0,-1 1 0,-1 0 0,0 0 0,0 0 0,-1 1-1,0 0 1,-1 0 0,0 0 0,-8-7 111,0-1 113,0 0 1,-2 1-1,0 1 0,0 1 0,-2 0 1,0 1-1,0 1 0,-1 1 0,-1 1 1,0 1-1,0 1 0,-1 0 0,-1 2 1,1 0-1,-1 2 0,0 0 0,0 2 1,0 0-1,-1 2 0,1 1 0,-1 0 0,0 2-113,18-1 34,1 1 1,-1 0-1,0 1 0,0-1 0,1 1 0,-1 0 0,1 0 0,0 1 0,0 0 0,0-1 0,1 2 0,-1-1 0,1 1 0,0-1 0,0 1 0,1 0 0,-1 0 0,1 1 0,0-1 0,1 1 0,-1-1 0,1 1 0,0 0 0,0 0 0,1 0 0,0 0 0,0 0 1,0 1-1,1-1 0,0 1-34,-2 14 23,2 0 0,0 0 0,1-1 0,1 1 0,1 0 0,0 0 0,2-1 0,4 12-23,-1-12 9,1-1 0,0 0-1,1 0 1,1 0 0,1-2 0,1 1-1,0-2 1,1 0 0,1 0 0,0-1-1,1-1 1,1-1 0,0 0 0,1-1-1,0-1 1,0-1 0,2 0 0,-1-2 0,1 0-1,0-1 1,1-1 0,-1-1 0,1-1-1,0 0 1,1-2 0,-1-1 0,0 0-1,3-1-8,-18 0-8,1 0-1,0-1 1,0 1-1,-1-1 0,1-1 1,0 1-1,-1-1 1,1 0-1,-1-1 1,0 1-1,0-1 0,0 0 1,0-1-1,0 0 1,-1 1-1,1-2 0,-1 1 1,0-1-1,0 0 1,-1 0-1,0 0 0,0 0 1,0-1-1,0 0 1,-1 0-1,0 0 1,0 0-1,0 0 0,-1-1 1,0 1-1,-1-1 1,1 1-1,-1-1 0,0 0 1,-1 0-1,1 1 1,-2-1-1,1 0 1,-1 0-1,0 1 0,-1-5 9,-4 3-36,0-1-1,-1 1 0,0 0 1,0 1-1,-1-1 0,0 1 1,0 1-1,0 0 1,-1 0-1,0 0 0,-1 1 1,1 1-1,-1 0 0,0 0 1,0 1-1,0 0 0,0 0 1,0 1-1,-1 1 0,1 0 1,-1 0-1,0 1 1,-9 1 36,-61 27-2281,42 18-2647,14-7-2449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6:09.373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722 327 8370,'0'0'1023,"0"0"1773,0 0-538,0 0-739,0 0-664,0 0-204,-22-3 182,-72-8-385,86 11-437,-1 1 0,1 1 0,0-1 1,0 2-1,0-1 0,0 1 0,1 0 0,-1 1 0,1-1 0,-1 1 0,1 1 0,1 0 0,-1 0 0,1 0 0,-1 1 0,1-1 0,1 1 0,-1 1 0,1-1 0,1 1 0,-1 0 0,1 0 1,0 1-1,0-1 0,1 1 0,0 0 0,1 0 0,0 0-11,-5 8-4,0 0 0,2 1 0,0 0 1,1 0-1,1 0 0,0 0 0,2 0 1,0 1-1,1 15 4,0-27-3,0-1 0,1 1 1,-1-1-1,1 0 0,0 1 0,1-1 1,-1 0-1,1 0 0,0 0 1,1 0-1,-1 0 0,1 0 0,0-1 1,0 1-1,0-1 0,1 0 0,-1 0 1,1 0-1,0 0 0,0-1 0,1 1 1,-1-1-1,1 0 0,0-1 1,-1 1-1,1-1 0,0 0 0,0 0 1,1 0-1,-1-1 0,0 1 0,5-1 3,8 1-16,1-2-1,-1 0 1,1-1-1,-1 0 0,0-2 1,1 0-1,-1-1 1,0-1-1,-1 0 1,1-2-1,-1 0 0,0-1 1,-1 0-1,0-2 1,0 0-1,-1 0 0,-1-2 1,1 0-1,-2 0 1,0-1-1,0-1 1,-1 0-1,4-9 17,-11 16-24,0 0 1,0 0-1,-1-1 1,-1 0-1,1 0 1,-1 0-1,-1 0 1,1 0-1,-1-1 0,-1 1 1,0-1-1,0 1 1,0-1-1,-1 0 1,0 1-1,-1-1 1,0 1-1,-1-1 1,1 1-1,-1-1 0,-1 1 1,0 0-1,0 0 1,-1 0-1,0 0 1,0 1-1,0-1 1,-1 1-1,0 0 1,-1 1-1,0-1 0,0 1 1,0 0-1,-1 1 1,-6-5 23,2-1 183,-2 1 0,1 1 1,-1 0-1,-1 0 0,1 2 1,-1-1-1,-1 2 0,1 0 1,-1 1-1,0 0 0,-1 1 1,1 1-1,-1 0 0,1 1 1,-16 1-184,27 1 32,-1 1 1,0 0-1,0 1 1,0-1-1,1 1 1,-1 0-1,0 0 1,1 0 0,0 1-1,-1-1 1,1 1-1,0 0 1,1 0-1,-1 1 1,0-1-1,1 1 1,0 0-1,0 0 1,0 0-1,0 0 1,1 0-1,-1 1 1,1-1-1,0 1 1,1 0 0,-1-1-1,1 1 1,0 1-33,-23 142-71,21-138 55,1 0 0,0 1 0,1-1 0,0 1 0,0-1 0,2 1 0,-1-1 0,1 1 0,0-1-1,1 1 1,1-1 0,-1 0 0,2 0 0,-1 0 0,1 0 0,1 0 0,0-1 0,0 0 0,1 0 0,0 0 0,0-1 0,1 0 0,0 0 0,1 0 0,0-1 0,0-1 0,0 1 0,1-1 0,0 0 0,0-1 0,0 0 0,1-1-1,0 0 1,1 0 16,-1-3-91,1-1 0,-1-1 0,0 0 0,1 0 0,-1-1 0,0 0-1,0-1 1,0 0 0,0 0 0,-1-1 0,1-1 0,-1 1-1,0-2 1,0 1 0,-1-1 0,1 0 0,-1-1 0,-1 0 0,1 0-1,-1-1 1,-1 0 0,1 0 0,-1-1 0,1-3 91,5-5-79,-1-1 1,0 0-1,-2 0 1,0-1-1,-1-1 1,-1 1-1,-1-1 1,-1-1-1,-1 1 1,0-1-1,0-17 79,-3 31 8,-1 0-1,0-1 1,0 1 0,-1 0-1,1-1 1,-2 1-1,1 0 1,-1 0 0,0 0-1,0 0 1,-1 0 0,0 1-1,0-1 1,-1 1-1,0-1 1,0 1 0,0 0-1,-1 1 1,1-1 0,-1 1-1,-1 0 1,1 0-1,-1 1 1,0-1 0,0 1-1,0 1 1,-1-1 0,-5-1-8,3 0 46,-2 0 1,1 1 0,0 1 0,-1 0 0,0 0 0,1 1 0,-1 1 0,0 0 0,0 0 0,0 1 0,0 0 0,0 1 0,0 0 0,0 1 0,0 0 0,1 1 0,-1 0 0,1 1 0,-1 0 0,1 0 0,1 1 0,-1 0 0,1 1 0,-1 0 0,2 1 0,-1 0 0,1 0 0,0 1-1,0 0 1,1 0 0,0 1 0,1 0 0,0 0 0,0 0 0,1 1 0,0 0 0,-2 7-47,0 3 20,1 1-1,0 0 1,2 0-1,0 0 1,2 1-1,0 0 1,1-1-1,2 12-19,-1-27-6,-1 0 0,2-1 0,-1 1-1,1 0 1,0 0 0,0 0 0,0-1 0,1 1-1,0 0 1,0-1 0,1 1 0,-1-1 0,1 0-1,0 0 1,1 0 0,-1 0 0,1-1-1,0 1 1,0-1 0,0 0 0,1 0 0,-1-1-1,1 1 1,0-1 0,0 0 0,0 0 0,1-1-1,-1 1 1,1-1 0,-1 0 0,1-1-1,0 1 1,-1-1 0,1-1 0,6 1 6,8-1-64,1-2-1,-1 0 1,0-2-1,0 0 1,0-1 0,0-1-1,-1-1 1,0-1 0,0 0-1,-1-2 1,0 0 0,0-1-1,-1 0 1,-1-2 0,0 0-1,-1 0 1,0-2 0,-1 0-1,-1-1 1,0 0 0,-1 0-1,-1-2 1,-1 1 0,0-2 64,-5 14-3,-1 0 1,0-1 0,0 0 0,0 0 0,-1 0-1,0-1 1,0 1 0,-1-1 0,0 0 0,0 1 0,0-1-1,-1 0 1,0 0 0,0 0 0,-1 0 0,1 0 0,-2 0-1,1 0 1,-1 0 0,0 0 0,-1 0 0,1 0-1,-1 0 1,-1 0 0,1 1 0,-1-1 0,0 1 0,-1 0-1,0 0 1,-4-5 2,-19-7 397,-1 1 0,0 2 0,-2 1 0,0 1 0,0 2 0,-1 1 0,0 1 0,-1 2 0,0 1 0,0 1 0,0 2 0,-1 1 0,-30 3-397,49-1 85,1 0-1,0 2 0,0-1 0,0 2 1,0 0-1,0 0 0,0 1 0,1 1 1,-1 0-1,1 1 0,0 0 1,1 1-1,0 0 0,0 1 0,0 0 1,1 0-1,0 1 0,1 1 0,0 0 1,1 0-1,-2 2-84,-9 15 10,1 2 0,2-1-1,0 2 1,2 0 0,2 1 0,0 0-1,2 1 1,1 0 0,2 1 0,2 0 0,0 0-1,2 1-9,2-30-10,0 0-1,0 0 0,1 0 0,0 0 1,-1 0-1,1 0 0,0 0 1,1 0-1,-1 0 0,1 0 0,0 0 1,0 0-1,0 0 0,0 0 0,1 0 1,0-1-1,-1 1 0,1 0 0,1-1 1,-1 0-1,0 1 0,1-1 1,0 0-1,0 0 0,0-1 0,0 1 1,0 0-1,0-1 0,1 0 0,-1 0 1,1 0-1,-1 0 0,1-1 1,0 1-1,0-1 0,0 0 0,0 0 1,0 0-1,0-1 0,0 1 0,0-1 1,0 0-1,1 0 11,17-2-126,-1-2 0,1 0-1,-1-1 1,0-1 0,0-1 0,-1-1-1,0 0 1,0-2 0,-1 0 0,0-1 0,-1-1-1,0-1 1,-1-1 0,-1 0 0,0-1 0,-1-1-1,0 0 1,-2-1 0,0-1 0,0 0 0,-2 0-1,6-13 127,-10 21-46,0 0 0,-1-1-1,0 0 1,0 0 0,-1 0-1,0 0 1,-1-1-1,-1 0 1,0 0 0,0 0-1,-1-1 1,-1 1 0,0 0-1,-1-1 1,0 1-1,-1 0 1,0-1 0,-1 1-1,0 0 1,-1 0 0,0 0-1,-1 0 1,-1 0 0,0 1-1,0 0 1,-1 0-1,0 0 1,-1 1 0,0 0-1,-3-3 47,-9 0 204,0 0-1,-1 1 0,-1 1 0,0 1 1,0 1-1,0 0 0,-1 2 0,-1 1 1,1 0-1,-1 2 0,0 0 0,0 2 1,0 1-1,0 0 0,0 2 1,-1 1-1,-13 2-203,25-2 36,0 1-1,1-1 1,-1 2 0,0 0-1,1 0 1,0 1 0,0 0 0,0 1-1,1 0 1,0 1 0,0 0 0,0 1-1,1 0 1,0 0 0,1 1 0,0 0-1,0 1 1,1 0 0,0 0 0,1 0-1,0 1 1,1 0 0,0 0 0,0 0-1,1 1 1,1-1 0,0 1 0,1 0-1,0 0 1,0 5-36,-1-1-10,0 1-1,1-1 1,0 1 0,2-1 0,0 1-1,1-1 1,0 1 0,1-1 0,1 1-1,1-1 1,0 0 0,1 0-1,1-1 1,0 0 0,1 0 0,1 0-1,0-1 1,1 0 0,1 0 0,0-1-1,1 0 1,0-1 0,1 0 0,0-1-1,1-1 1,0 0 0,1 0-1,0-1 1,0-1 0,3 1 10,-5-4-40,1-1 0,-1 0 0,1 0 0,0-1 0,0-1 0,0 0 0,1-1 0,-1-1 0,0 0 0,0 0 0,1-2 0,-1 1 0,0-2 0,0 0 0,0 0 1,-1-1-1,1-1 0,-1 0 0,0 0 0,0-1 0,-1-1 0,0 0 0,0-1 0,0 0 0,-1-1 0,0 1 0,-1-2 0,0 0 0,0 0 0,0-2 40,-1 2-26,0 1 1,0-1-1,-1-1 1,-1 1-1,0-1 1,0-1-1,-1 1 1,0-1-1,-1 0 0,-1 0 1,0 0-1,0 0 1,-1-1-1,-1 1 1,0-1-1,0 1 1,-2-1-1,1 1 0,-2-1 1,0 1-1,0 0 1,-1-1-1,0 1 1,-1 0-1,-1 1 1,0-1-1,0 1 0,-1 0 1,-1 0-1,0 0 1,0 1-1,-1 0 1,0 1-1,-1 0 1,0 0-1,0 1 0,-2-1 26,3 2 59,1 1-1,-1 1 1,0-1-1,-1 2 0,1-1 1,-1 1-1,0 0 0,0 0 1,0 1-1,0 1 0,-1 0 1,1 0-1,-1 0 0,1 1 1,-1 1-1,0 0 0,1 0 1,-1 1-1,0 0 0,1 1 1,-1 0-1,1 0 0,0 1 1,0 0-1,0 0 0,0 1 1,0 1-1,0 0-58,1 8 4,2 1 0,0 0-1,0 0 1,2 1 0,-1-1-1,2 1 1,0 0 0,1 0-1,0 0 1,1 0 0,1 0-1,1 1 1,0-1 0,0 0-1,2 0 1,0 0 0,0-1-1,2 1 1,0-1 0,0 0 0,5 7-4,-4-8-40,1 0 0,1 0 0,0 0 0,1-1 0,0 0 0,0-1 0,2 0 0,-1-1 0,1 0 0,1 0 0,0-1 0,0-1 0,1 0 0,0 0 0,0-2 1,1 1-1,0-2 0,0 0 0,0 0 0,1-2 0,-1 0 0,1 0 0,0-1 0,0-1 0,0-1 0,0 0 0,0 0 0,-1-2 0,1 0 0,0-1 0,-1 0 1,1-1-1,-1-1 0,0 0 0,0-1 0,-1 0 0,2-2 40,0-2-91,-1-1 0,0 0 1,0-1-1,-1 0 0,-1-1 1,0-1-1,-1 0 0,0 0 1,-1-1-1,-1-1 0,0 1 1,-1-2-1,-1 1 0,-1-1 1,0 0-1,-1 0 0,-1-1 0,0 1 1,-1-1-1,-2 0 0,1 0 1,-2 0-1,-1-8 91,-1 19 73,0 0 0,0 0 0,0 0 0,-1 1 0,-1-1 0,1 1 0,-1-1 0,0 1 0,0 1 0,-1-1 0,1 0 0,-1 1 0,-1 0 0,1 0 0,-1 1 0,0 0 0,0-1 0,0 2 0,0-1 0,-1 1 0,1 0 0,-1 0 0,0 1 0,0 0 0,0 0 0,0 1 0,0 0 1,0 0-1,-1 0 0,1 1 0,0 0 0,0 1 0,-1 0 0,1 0 0,0 0 0,-2 1-73,1 5 38,2 1 0,-1 0 0,1-1 0,0 2 0,1-1 0,0 1 0,0 0 0,1 0 0,0 0 0,1 0 0,0 1 0,0-1 0,1 1 0,0 0 0,1 0 0,0 0 0,1 0 1,0 0-1,0 0 0,1 0 0,2 7-38,-4-5 6,-1 11-24,1 0 0,1 1 1,1-1-1,1 0 0,1 0 0,1 0 0,1 0 0,1 0 0,1-1 0,1 0 1,1 0-1,1-1 0,1 0 0,0-1 0,10 11 18,-17-27-70,0 0 0,1 0 0,0 0 0,-1 0 0,2-1 0,-1 0 1,0 0-1,0-1 0,1 1 0,0-1 0,-1 0 0,1-1 0,0 1 0,0-1 0,0 0 0,0-1 0,0 1 0,0-1 0,0 0 0,0-1 0,0 0 0,0 1 1,0-2-1,-1 1 0,1-1 0,0 0 0,-1 0 0,1-1 0,-1 1 0,1-1 0,-1 0 0,0-1 0,-1 1 0,1-1 0,0 0 0,-1 0 0,0-1 0,0 1 1,0-1-1,-1 0 0,1 0 0,-1 0 0,1-4 70,7-9-31,-2 0 1,0-1-1,0 0 1,-2 0-1,-1-1 1,0 0 0,-1-1-1,-2 1 1,0-1-1,-1 0 1,-1 1-1,0-1 1,-3-5 30,1 19 75,-1 0 1,0 0-1,0 0 1,0 0-1,-1 1 1,-1-1-1,1 1 0,-1 0 1,0 0-1,0 0 1,0 0-1,-1 1 1,0-1-1,0 1 1,-1 1-1,1-1 1,-1 1-1,0 0 1,0 0-1,-1 1 1,1-1-1,-1 1 1,0 1-1,1-1 1,-1 1-1,0 1 0,0-1 1,-1 1-1,1 0 1,0 1-1,0 0 1,0 0-1,-1 0 1,1 1-1,0 0 1,0 0-1,0 1 1,0 0-1,0 0 1,0 1-1,1 0 1,-1 0-1,1 0 0,0 1 1,0 0-1,0 0 1,0 1-1,1 0 1,-4 3-76,-2 1-69,1 0 0,0 1 0,1 0 0,0 1 1,1 0-1,0 0 0,0 0 0,1 1 0,1 1 0,0-1 0,1 1 1,0 0-1,1 0 0,0 0 0,1 1 0,1-1 0,0 1 0,0 0 1,2 8 68,1 42-3270,3-14-3261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04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6409,'0'0'718,"0"0"-421,0 0 150,0 0 1161,0 0-599,0 0-652,-2 7-144,2-6-169,-1 1 0,1-1 0,0 1 0,0-1 0,0 1 0,0-1 0,0 1 0,0-1 0,1 1-1,-1-1 1,0 1 0,1-1 0,-1 1 0,1-1 0,-1 1 0,1-1 0,0 0 0,0 1 0,0-1 0,0 0 0,0 0-1,0 0 1,0 1 0,0-1 0,0 0 0,0 0 0,0-1 0,1 1 0,-1 0 0,0 0 0,1-1 0,-1 1-1,1 0 1,-1-1 0,1 0 0,-1 1 0,1-1 0,-1 0 0,1 0 0,-1 0 0,1 0 0,-1 0 0,1 0-1,-1 0 1,1 0 0,0-1 0,-1 1 0,0 0 0,1-1 0,-1 0 0,1 1 0,-1-1 0,0 0 0,1 0-44,11 1 165,283 1 4612,-296-1-5320,0 1 1540,1-2-8122,5-8-1127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6:59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1012 237 6769,'0'0'689,"0"0"-419,0 0 172,0 0 1338,0 0-580,12-21-543,75-173 2414,-79 173-965,-9 47 101,-1 2-1935,1 4 61,1 0 1,2 0 0,1 0-1,1-1 1,2 1-1,1-1 1,6 15-334,-7 29 898,-6-74-896,0-1-28,0 0-115,0 0-309,57-31-6000,-25 11-1355</inkml:trace>
  <inkml:trace contextRef="#ctx0" brushRef="#br0" timeOffset="-5119.99">704 310 6041,'0'0'1491,"0"0"1177,0 0-847,0 0-819,0 0-393,0 0 497,-7-3 111,1 1-1079,0 0-1,0 0 0,0 1 0,0 0 0,-1 0 0,1 0 1,0 1-1,-1-1 0,1 2 0,-1-1 0,1 1 0,0 0 1,-1 0-1,1 1 0,0-1 0,0 2 0,0-1 0,0 1 0,0-1 1,1 2-138,-21 12 239,0 2 0,2 1 0,0 1 0,2 1 0,0 1 1,1 1-1,1 1 0,2 1 0,0 0 0,1 1 0,2 1 1,1 1-1,1 0 0,1 0 0,2 2 0,1-1 0,1 1 1,1 0-1,2 1 0,1-1 0,1 25-239,1 4 168,3 1-1,2 0 1,3-1-1,3 0 1,3 4-168,-10-53 17,54 232 610,10-2 0,10-4-1,23 29-626,-74-211 29,-2 1 0,-3 2 0,-2 0 0,-3 0 0,-2 2-1,-3 0 1,-2 0 0,-2 11-29,-6-56 12,3 81 101,-4 0 0,-4 0-1,-15 73-112,16-142 22,-2 0 0,-1 0 0,0-1-1,-2 0 1,-1 0 0,-1-1 0,-1-1 0,-1 1-1,-1-2 1,-1 0 0,-1-1 0,-1-1-1,0 0 1,-2-1 0,0-1 0,-2 0-22,1-6 28,0-1 1,0 0 0,-1-1-1,-1-2 1,0 0-1,0-1 1,0-1 0,-1-2-1,0 0 1,0-1-1,0-1 1,-15-1-29,-98 1-2211,115-2 1526,72-38-10078,-29 18-2347</inkml:trace>
  <inkml:trace contextRef="#ctx0" brushRef="#br0" timeOffset="-1284.035">192 4189 5145,'0'0'1571,"0"0"-469,0 0 1240,0 0-34,0 0-589,-8 4-733,4-2-859,1 0 0,-1 0 0,1 0 1,-1 1-1,1-1 0,0 1 1,0 0-1,0 0 0,0 0 0,1 1 1,-1-1-1,1 0 0,0 1 1,0 0-1,0-1 0,0 1 0,0 0 1,1 0-1,0 0 0,0 0 0,0 0 1,0 1-1,1-1 0,0 0 1,0 0-128,-2 3 125,1 0 1,0 1 0,1-1 0,0 0 0,0 0 0,0 0 0,1 0 0,0 0 0,1 0-1,-1 0 1,1 0 0,1 0 0,-1 0 0,1-1 0,0 1 0,1-1 0,-1 0 0,1 0-1,1 0 1,-1-1 0,1 1 0,0-1 0,0 0 0,0 0 0,1-1 0,0 0-1,0 0 1,0 0 0,0-1 0,0 1 0,1-2 0,0 1 0,0 0-126,12 4 83,0-1 0,1 0 0,-1-2 0,1 0 0,0-1 0,0-1 0,0 0 0,0-2 0,0-1 0,0 0 0,0-1 0,0-1 0,0-2 0,0 1 0,9-5-83,-23 4-7,1 1-1,-1-1 0,0 0 1,-1 0-1,1 0 0,-1-1 1,0 0-1,0 0 0,-1 0 1,0-1-1,0 1 0,0-1 0,-1 0 1,0 0-1,-1 0 0,1-1 1,-1 1-1,-1 0 0,1-1 1,-1 0-1,-1 1 0,1-1 1,-1 0-1,-1 1 0,1-1 1,-1 1-1,-1-1 0,1 0 1,-1 1-1,-1 0 0,1 0 0,-1-1 1,0 1-1,-1 1 0,0-1 1,0 1-1,0-1 0,-5-4 8,-2-3 66,0 1 0,-1 0 0,0 1 0,-1 0 0,-1 1 0,0 0 0,0 1-1,-1 1 1,0 0 0,-1 1 0,0 1 0,0 0 0,0 1 0,-1 1 0,0 0-1,0 2 1,0 0 0,-1 0 0,1 2 0,-16 0-66,27 4-81,1 0 1,0 0-1,0 0 0,0 1 1,0 0-1,0 0 0,1 0 1,0 0-1,0 1 0,0 0 1,0 0-1,1 0 0,0 0 1,0 0-1,0 1 0,0-1 1,1 1-1,0 0 0,0 0 1,1 0-1,0 0 0,0 0 1,0 0-1,1 0 0,0 0 1,0 0-1,0 0 0,1 0 1,0 0-1,0 0 0,2 6 81,-3-5-437,1 62-6814,5-49 1654</inkml:trace>
  <inkml:trace contextRef="#ctx0" brushRef="#br0" timeOffset="1898.82">1395 1539 6105,'0'0'959,"0"0"-41,0 0 1490,0 0-809,0 0-923,0 0-236,0-6 387,1 3-703,-1-1-1,0 1 1,0 0 0,-1 0-1,1 0 1,-1-1-1,0 1 1,1 0-1,-1 0 1,-1 0 0,1 0-1,0 0 1,-1 0-1,1 0 1,-1 1-1,0-1 1,0 1 0,0-1-1,0 1 1,-1-1-1,1 1 1,-1 0-1,1 0 1,-1 0 0,0 1-1,1-1 1,-1 1-1,0-1 1,0 1-1,0 0 1,0 0 0,-3 0-125,-1-1 17,0 1 0,0 0 0,1 1 0,-1-1 0,0 1 0,0 1 0,0-1 0,0 1 0,0 0 0,1 1 0,-1-1 0,1 1 0,-1 1 0,1-1 0,-1 1 0,1 0 0,0 1 0,1 0 0,-1 0 0,0 0 0,1 0 0,0 1 0,0 0 0,0 0 0,1 0 0,0 0 0,0 1-1,0 0 1,1 0 0,-1 0 0,2 0 0,-1 0 0,1 1 0,-1 1-16,-10 27 373,2 0 0,1 0 0,2 1 0,2 0-1,1 1 1,1-1 0,3 1 0,0 0 0,3-1-1,1 1 1,8 35-373,98 339 1228,-133-411-6577,-23-41-3065,25 16 3172</inkml:trace>
  <inkml:trace contextRef="#ctx0" brushRef="#br0" timeOffset="2178.71">956 2039 7794,'0'0'3623,"0"0"-1892,0 0-1083,0 0-153,3 0 300,348-3 2942,-228-32-8124,-109 24-287</inkml:trace>
  <inkml:trace contextRef="#ctx0" brushRef="#br0" timeOffset="2612.293">1796 1770 5673,'0'0'1687,"0"0"964,0 0-707,0 0-875,0 0-403,0 0 176,-18-4 0,-58-12-54,72 17-748,0 0 1,1 0-1,-1 1 0,0-1 0,1 1 1,-1 0-1,1 0 0,0 0 0,0 0 1,0 0-1,0 1 0,0 0 1,0-1-1,0 1 0,1 0 0,0 0 1,-1 1-1,1-1 0,1 0 0,-1 1 1,0-1-1,1 1 0,-1 0 0,1 0 1,0-1-1,0 5-40,-2 1 105,-6 14 217,2 1 0,1 0 0,1 0 0,1 1 0,1-1 0,1 1 0,2 0 0,1 12-322,-1-32 21,0-1 0,0 0 1,1 1-1,0-1 1,0 0-1,0 1 0,1-1 1,-1 0-1,1 0 0,0 0 1,0 0-1,0-1 1,1 1-1,-1 0 0,1-1 1,0 0-1,0 1 1,0-1-1,0 0 0,1-1 1,-1 1-1,1-1 1,0 1-1,-1-1 0,1 0 1,0 0-1,0-1 0,1 1 1,-1-1-1,1 0-21,137 12-1071,-125-13 512,25-13-4273,-13-19-4173,-23 24 6382,7-8 590</inkml:trace>
  <inkml:trace contextRef="#ctx0" brushRef="#br0" timeOffset="2911.611">2102 1739 6465,'0'0'841,"0"0"-121,0 0 1563,0 0-575,0 0-798,0 0-458,1 7 379,-5 20-459,0 0 0,-2 0 0,-1 0 0,-1-1 1,-1 0-1,-1 0 0,-1-1 0,-2-1 0,0 0 0,-2 0 1,-2 1-373,-22 44 215,24-38-256,-1 2-502,12-33-9996,4-19 3639</inkml:trace>
  <inkml:trace contextRef="#ctx0" brushRef="#br0" timeOffset="3198.98">1919 1835 6425,'0'0'759,"0"0"123,0 0 1521,0 0-377,0 0-483,0 0-242,13 23-346,93 158 1183,19-69-1633,-58-87-7037,-59-24 536</inkml:trace>
  <inkml:trace contextRef="#ctx0" brushRef="#br0" timeOffset="3977.982">2248 1626 6977,'0'0'429,"0"0"-24,0 0 1123,0 0 9,0 0-573,0 0-271,7 5 154,18 20-231,0 1 1,-2 2-1,-1 0 0,-2 1 0,-1 1 0,-1 1 0,-1 1 0,-2 0 1,-1 1-1,-2 1 0,7 28-616,41 91 602,-56-144-619,2 1 16,-1 0 0,-1 1 0,1-1 0,-2 1 0,1 0 0,-2 0 0,1 1 0,-2-1 0,1 0 0,-2 1 0,1-1 0,-2 5 1,0-13-92,0-1 0,0 1 0,0-1 0,0 1-1,-1-1 1,1 0 0,-1 0 0,0 1 0,1-1 0,-1 0-1,0 0 1,0-1 0,0 1 0,-1 0 0,1-1 0,0 1 0,-1-1-1,1 0 1,-1 0 0,1 0 0,-1 0 0,1 0 0,-1 0 0,0-1-1,1 1 1,-3-1 92,-26 3-5658,26-5 473,4-7-427</inkml:trace>
  <inkml:trace contextRef="#ctx0" brushRef="#br0" timeOffset="9864.981">1057 1152 1528,'0'0'3814,"0"0"-2559,0 0-852,-9 21-157,-48 120 149,1 33 3385,25-46-2042,5 2 0,6 0-1,5 2 1,4 77-1738,12-183 81,0 0 0,2-1 0,1 1 0,1-1 0,1 0 1,1 0-1,2 0 0,0-1 0,1-1 0,2 1 0,0-2 0,2 0 0,0 0 0,1-1 0,2-1 1,5 5-82,8 8-141,1-1 0,2-1 0,1-2 0,2-1 0,0-2 0,2-1 0,1-2 1,12 3 140,-36-22-2249,-7-9-4078,-3-6 769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06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13 689 5801,'0'0'1180,"0"0"-733,0 0 388,0 0 2339,0 0-1646,-7 1-251,2 160 2010,6-155-3250,0 0 0,1-1 0,0 1-1,0 0 1,0-1 0,1 1 0,0-1 0,0 0 0,0 1-1,1-1 1,-1-1 0,1 1 0,1-1 0,-1 1 0,0-1-1,1 0 1,0-1 0,0 1 0,0-1 0,0 0 0,1 0-1,-1-1 1,1 0 0,0 0 0,-1 0 0,1 0 0,0-1-1,0 0 1,0 0 0,0-1 0,0 0 0,0 0-1,0 0 1,1-1 0,-1 1 0,-1-1 0,1-1 0,0 1-1,0-1 1,0 0 0,-1-1 0,1 1 0,-1-1 0,0 0-1,0-1 1,0 1 0,4-4-37,-3 3-30,0 0-1,-1 0 1,0-1-1,0 0 0,0 0 1,0 0-1,0-1 1,-1 1-1,0-1 1,-1 0-1,1 0 1,-1-1-1,0 1 1,-1-1-1,1 1 1,-1-1-1,0 0 0,-1 0 1,0 0-1,0 0 1,-1 0-1,1 0 1,-1 0-1,-1 0 1,0 0-1,0 0 1,0 0-1,-1 1 1,1-1-1,-2 0 0,1 1 1,-1-1-1,0 1 1,0 0-1,-1-1 1,0 2-1,0-1 1,0 0-1,-3-2 31,-4 2-43,0-1-1,0 1 0,-1 1 0,1 0 1,-1 1-1,0 0 0,0 0 1,-1 1-1,1 1 0,-1 0 1,1 1-1,-1 1 0,1 0 1,-1 0-1,0 1 0,-7 2 44,17-2-38,0 1 1,0-1-1,1 1 0,-1 0 0,0-1 0,1 2 0,0-1 0,-1 0 0,1 0 0,0 1 0,0-1 0,0 1 0,0-1 0,1 1 0,-1 0 0,1 0 0,-1 0 1,1 0-1,0 0 0,0 0 0,1 0 0,-1 0 0,0 0 0,1 1 0,0-1 0,0 0 0,0 0 0,0 0 0,0 1 0,1-1 0,0 0 0,-1 0 0,1 0 1,0 0-1,0 0 0,1 0 0,-1 0 0,1 0 0,-1-1 0,1 1 0,0 0 0,0-1 0,0 1 0,1-1 0,-1 0 0,0 0 0,3 2 38,87 25-4606,-50-26 610</inkml:trace>
  <inkml:trace contextRef="#ctx0" brushRef="#br0" timeOffset="420.959">327 702 4993,'0'0'1712,"0"0"-361,0 0 2074,0 0-1095,0 0-718,0 0-745,-5-1-229,6 1-621,-1 1 0,1-1 1,0 1-1,0-1 1,-1 1-1,1 0 0,-1-1 1,1 1-1,0 0 0,-1 0 1,1-1-1,-1 1 1,0 0-1,1 0 0,-1 0 1,1 0-1,-1-1 0,0 1 1,0 0-1,0 0 1,0 0-1,1 0 0,-1 0 1,0 0-1,0 0 0,-1 0 1,1 0-1,0 0 1,0-1-1,0 1 0,-1 0 1,1 0-1,0 0 0,-1 0 1,1 0-1,-1-1 1,1 1-1,-1 0 0,1 0 1,-1-1-1,0 1 1,1 0-1,-1-1 0,0 1 1,1-1-1,-1 1 0,0-1 1,0 1-1,0-1 1,1 1-1,-1-1 0,0 0 1,0 1-1,0-1 0,0 0 1,0 0-1,0 0 1,0 0-1,0 0 0,1 0 1,-1 0-1,0 0 0,0 0 1,0 0-18,73 155 738,-49-113-727,-2 1-1,-2 0 1,-2 2 0,-2 0 0,-2 1 0,2 16-11,-15-60-1,2 0-31,-1 1-1,0 0 0,1 0 0,-1 0 0,0 0 0,0 0 1,0 0-1,-1 0 0,1 0 0,-1 0 0,0 0 1,0 1-1,0-1 0,0 0 0,0 0 0,-1 0 0,1 0 1,-1 0-1,0 0 0,0 0 0,0 0 0,0 0 1,-1 0-1,1 0 0,-1 0 0,0-1 0,0 1 0,0-1 1,0 1-1,0-1 0,0 0 0,-1 0 0,1 0 1,-1 0-1,1 0 0,-1 0 0,0-1 0,0 0 0,1 1 1,-1-1-1,0 0 0,0 0 0,-1 0 0,0-1 33,-4 2-41,1-2 0,-1 1-1,0-1 1,0 0-1,0-1 1,0 1 0,0-2-1,0 1 1,1-1 0,-1 0-1,1-1 1,-1 0-1,1 0 1,0 0 0,0-1-1,0 0 1,0-1 0,1 1-1,0-1 1,0-1-1,0 1 1,1-1 0,-1 0-1,1 0 1,1 0-1,-1-1 1,1 0 0,0 0-1,1 0 1,0 0 0,0 0-1,0-1 1,1 0-1,0 1 42,6-3 19,0 0-1,1 1 1,-1 0 0,2 0-1,0 0 1,0 1-1,0 0 1,1 0-1,0 0 1,1 1-1,-1 0 1,1 1-1,1 0 1,-1 0-1,1 0 1,0 1 0,1 1-1,-1-1 1,1 2-1,0-1 1,0 1-1,2 0-18,20-12-3,64-28-2609,-59 25-1426</inkml:trace>
  <inkml:trace contextRef="#ctx0" brushRef="#br0" timeOffset="793.608">797 600 6545,'0'0'5396,"0"0"-2276,0 0-1692,0 0-668,0 0-4,0 0-78,-7 2-265,-3 5-336,0 1 0,0 0 0,0 1 0,1 0 0,1 0 0,0 1 0,0 0 0,0 0 0,2 1 0,-1 0-1,1 0 1,1 1 0,0-1 0,1 1 0,0 0 0,0 1 0,2-1 0,-1 0 0,2 1 0,0 0 0,0-1 0,1 1 0,2 12-77,2-17 62,1 0 0,0 0 0,1 0 0,-1-1 0,2 0 0,-1 0 1,1 0-1,0-1 0,0 0 0,1 0 0,-1-1 0,1 0 0,1-1 0,-1 1 1,1-2-1,-1 1 0,1-1 0,0 0 0,0-1 0,1 0 0,-1-1 0,0 0 0,1 0 1,-1-1-1,0 0 0,7-1-62,12 5-354,20 1-1413,-20-8-4926,-23-2 1855,-4-7 138</inkml:trace>
  <inkml:trace contextRef="#ctx0" brushRef="#br0" timeOffset="1067.963">1175 594 6161,'0'0'1423,"0"0"1377,0 0-156,0 0-571,0 0-1239,0 0-312,-3 13 229,-95 232 1104,77-209-1887,-40 55-2313,52-85-1078,3-8-3663,6-10 3694</inkml:trace>
  <inkml:trace contextRef="#ctx0" brushRef="#br0" timeOffset="1366.937">994 667 7538,'0'0'88,"0"0"809,0 0 2639,0 0-1299,0 0-1232,0 0-681,0 0-88,5 4 194,200 192 2396,-139-149-4551,-64-46 1317,1-1 0,-1 1-1,1-1 1,-1 1-1,1-1 1,-1 0-1,1 0 1,-1 0 0,1 0-1,0 0 1,-1-1-1,1 1 1,-1-1 0,0 0-1,1 0 1,-1 1-1,1-2 1,-1 1-1,0 0 1,0 0 0,0-1-1,0 1 1,0-1-1,0 1 1,0-1-1,0 0 1,-1 0 0,1 0-1,-1 0 1,1-1 408,12-19-2555</inkml:trace>
  <inkml:trace contextRef="#ctx0" brushRef="#br0" timeOffset="1667.674">1291 478 6241,'0'0'1226,"0"0"480,0 0-463,0 0-499,0 0-140,0 0 256,17 11-49,2 1-438,-1 2 0,0 0 0,0 0 0,-2 2 0,0 0 1,-1 1-1,0 1 0,-2 0 0,4 6-373,-2 10 302,-2 1 0,-2 1 1,0 0-1,-3 0 0,-1 1 0,-2 0 0,-1 0 1,-2 0-1,-1 0 0,-3 10-302,-25 48-3837,9-77-1563</inkml:trace>
  <inkml:trace contextRef="#ctx0" brushRef="#br0" timeOffset="2318.901">1721 0 6305,'0'0'758,"0"0"-437,0 0 481,0 0 2012,0 0-1254,0 0-394,11 14-34,159 204 2303,-140-147-3159,-3 1-1,-4 2 1,-2 0 0,-4 1-1,-4 1 1,-2 1 0,-4 0-1,-3 0 1,-5 39-276,1-106-74,-16 294 2338,-31-166-4038,-47-27-7347,61-90-1660</inkml:trace>
  <inkml:trace contextRef="#ctx0" brushRef="#br0" timeOffset="4882.281">2479 720 1568,'0'0'4225,"0"0"-3018,0 0-1035,0 0-105,0 0 677,0 0 2313,-10-5-1653,-34-14-740,20 19 3225,16 28-4249,8-21 737,-12 166 748,13-171-1113,0 1 1,0-1 0,0 1 0,0-1 0,1 0 0,0 0 0,-1 0 0,1 1-1,0-1 1,0-1 0,0 1 0,0 0 0,0 0 0,0-1 0,1 1 0,-1-1-1,0 0 1,1 0 0,-1 0 0,1 0 0,0 0 0,-1 0 0,1-1-1,0 1 1,-1-1 0,1 0 0,0 0 0,-1 0 0,1 0 0,0 0 0,0-1-1,-1 1 1,1-1 0,-1 1 0,1-1 0,0 0 0,-1 0 0,1 0 0,-1-1-1,0 1 1,1-1 0,-1 1 0,0-1 0,0 0 0,0 1 0,0-1 0,0 0-1,-1 0 1,2-3-13,78-116 85,-80 118-91,1-1 1,-1 0-1,0 1 1,-1-1-1,1 1 1,-1-1-1,1 0 0,-1 0 1,0 1-1,0-1 1,-1 0-1,1 1 0,-1-1 1,0 0-1,0 1 1,0-1-1,0 1 1,-1-1-1,1 1 0,-1 0 1,0-1-1,0 1 1,0 0-1,0 0 1,-1 0-1,1 1 0,-1-1 1,0 1-1,0-1 1,0 1-1,0 0 1,0 0-1,0 0 0,-1 0 1,1 1-1,-4-2 6,0-1-20,0 1 0,0 0 0,0 0-1,0 0 1,-1 0 0,1 1 0,-1 1-1,0-1 1,0 1 0,1 1 0,-1-1-1,0 1 1,0 1 0,0 0 0,0 0-1,1 0 1,-1 1 0,0 0 0,1 0-1,-1 1 1,1 0 0,0 0-1,0 1 1,0 0 0,1 0 0,-1 1-1,1-1 1,0 1 0,0 1 0,1-1-1,-1 1 1,1 0 0,1 0 0,-1 1-1,1-1 1,0 1 0,0 0 0,1 0-1,0 1 1,0-1 0,1 1 0,0-1-1,0 4 21,3-7-277,1-1-1,-1 0 0,1 0 0,0 0 1,0 0-1,1 0 0,-1 0 0,1-1 0,-1 1 1,1-1-1,0 1 0,0-1 0,0 0 0,0 0 1,0-1-1,0 1 0,0 0 0,1-1 1,-1 0-1,1 0 0,-1 0 0,1 0 0,-1-1 1,1 1-1,-1-1 0,1 0 0,0 0 0,-1 0 1,1-1-1,0 1 0,-1-1 0,1 0 1,-1 0-1,1 0 0,-1 0 0,0-1 0,1 1 1,-1-1 277,-1 2-308,46-11-6611</inkml:trace>
  <inkml:trace contextRef="#ctx0" brushRef="#br0" timeOffset="5220.368">2418 147 5801,'0'0'3396,"0"0"-73,0 0-1669,0 0-587,0 0-265,0 0-88,-8-3-458,8 3-250,-1-1 0,1 1-1,-1-1 1,0 1 0,1-1 0,-1 1 0,0 0-1,1-1 1,-1 1 0,0 0 0,1-1 0,-1 1-1,0 0 1,0 0 0,1 0 0,-1 0 0,0 0 0,0 0-1,1 0 1,-1 0 0,0 0 0,0 0 0,1 0-1,-1 0 1,0 1 0,1-1 0,-1 0 0,0 0-1,0 1 1,1-1 0,-1 1 0,1-1 0,-1 0-1,0 1 1,1-1 0,-1 1 0,1-1 0,-1 1-1,1 0 1,-1-1 0,1 1 0,0 0 0,-1-1 0,1 1-1,0 0 1,-1-1 0,1 1 0,0 0 0,0 0-1,0-1 1,-1 1 0,1 0-6,13 55 729,-3-24-324,35 159 1441,51 156-383,-18-233-1626,-38-95-3437,4-24-5236,-32-6 2812,-3-4 2913</inkml:trace>
  <inkml:trace contextRef="#ctx0" brushRef="#br0" timeOffset="5518.147">3023 469 7706,'0'0'396,"0"0"1339,0 0-470,0 0-256,-5 20-56,-48 129 1609,-115 113 353,148-207-2724,18-48-4178,1-6-4674,3-19 2577</inkml:trace>
  <inkml:trace contextRef="#ctx0" brushRef="#br0" timeOffset="5782.204">2806 527 6433,'0'0'7345,"0"0"-4721,0 0-1681,0 0-547,0 0-148,0 0 63,6 4 118,23 19 29,-1 1-1,-1 1 1,-1 2-1,-1 0 0,-2 2 1,0 1-1,-3 0 1,3 7-458,56 73 317,-25-62-792,-8-47-7245,-28-14-1150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13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1572 6249,'0'0'939,"0"0"103,0 0 2166,0 0-1733,0 0-734,0 0 235,14 0 85,372 33 3083,-327-4-6105,-72-17-5519,-6-9-1026</inkml:trace>
  <inkml:trace contextRef="#ctx0" brushRef="#br0" timeOffset="361.676">68 1816 6705,'0'0'1587,"0"0"1743,0 0-1892,0 0-372,0 0 193,21 1-16,165 14 1325,-49 31-3141,-52-39-6189,-57-7 1686</inkml:trace>
  <inkml:trace contextRef="#ctx0" brushRef="#br0" timeOffset="1263.531">1459 356 5633,'0'0'2071,"0"0"1609,0 0-1921,0 0-852,0 0 313,0 0-117,-9-9-316,8 9-781,-3-5 109,0 1-1,-1 0 0,0 0 0,0 0 0,0 1 1,-1-1-1,1 1 0,-1 1 0,1-1 1,-1 1-1,0 0 0,0 0 0,0 1 0,0-1 1,0 1-1,-1 1 0,-5-1-114,0 5 113,0 1 1,-1 0-1,1 1 1,1 0-1,-1 0 1,1 2-1,1-1 0,-1 1 1,1 1-1,1 0 1,-1 0-1,1 1 0,1 0 1,0 1-1,1 0 1,0 0-1,0 0 1,1 1-1,1 0 0,0 0 1,0 1-1,1-1 1,0 5-114,-16 51 284,3 2 1,4 0 0,2 0 0,3 1-1,4 0 1,2 1 0,4-1-1,3 0 1,3 0 0,3-1 0,15 52-285,-1 38 672,1 17-149,9-1 0,7-3 0,8-1 0,19 30-523,-58-173 12,2-1-3,-2-1-1,0 2 0,-2-1 1,-1 1-1,-1 1 0,-2-1 0,-1 1 1,-1 0-1,-1 1 0,-2-1 1,-3 22-9,-5-37 6,0-1 0,-1 0 0,-1-1 1,0 1-1,-1-2 0,-1 0 0,1 0 1,-2-1-1,0 0 0,0-1 0,-1-1 1,0 0-1,-1-1 0,0 0 0,0-1 0,0-1 1,-1 0-1,0-2 0,0 1 0,0-2 1,-1 0-1,-3-1-6,-47 10 8,-1-4 0,0-2 0,-1-3 0,-14-4-8,79 2-35,1-1 0,-1 1 0,1-1 0,-1 1 1,1-1-1,-1 0 0,1 0 0,-1-1 0,0 1 0,1-1 0,-1 0 1,1 0-1,0 0 0,-1 0 0,1 0 0,0-1 0,-1 0 0,1 1 1,0-1-1,0 0 0,1-1 0,-1 1 0,0 0 0,1-1 0,-1 0 0,1 1 1,0-1-1,0 0 0,0 0 0,0 0 0,0 0 0,1-1 0,0 1 1,-1 0-1,1-1 0,0 1 0,1-1 0,-1 1 0,1-1 0,-1 0 1,1 1-1,0-3 35,37-121-6676,-3 67-763</inkml:trace>
  <inkml:trace contextRef="#ctx0" brushRef="#br0" timeOffset="1908.914">1452 3361 6737,'0'0'566,"0"0"832,0 0 3608,0 0-2297,0 0-968,0 0 462,-14-2-209,-40-7-739,53 9-1238,0-1 0,0 1 0,0 0 0,0-1 0,0 1 0,0 0 0,0 0 1,0 0-1,-1 0 0,1 0 0,0 0 0,0 0 0,0 1 0,0-1 0,0 0 0,0 1 0,0-1 0,0 0 0,0 1 0,0-1 0,0 1 0,0 0 1,1-1-1,-1 1 0,0 0 0,0-1 0,0 1 0,1 0 0,-1 0 0,0 0 0,1-1 0,-1 1 0,1 0 0,-1 0 0,1 0 0,-1 0 0,1 0 0,0 0 1,0 0-1,-1 0 0,1 1 0,0-1 0,0 0 0,0 0 0,0 0 0,0 0 0,0 0 0,0 0 0,1 0 0,-1 0-17,0 7 98,-3 0-86,2-1 1,-1 1-1,1 0 1,0 0-1,0 0 1,1 0-1,0-1 1,1 1-1,0 0 1,0 0-1,1 0 1,0 0 0,0-1-1,0 1 1,1-1-1,0 0 1,1 0-1,0 0 1,0 0-1,0 0 1,1-1-1,0 0 1,0 0-1,1 0 1,-1-1-1,1 0 1,0 0-1,1 0 1,1 0-13,3 1-15,1-1 1,-1 0 0,1-1 0,0 0 0,1-1 0,-1-1-1,1 1 1,-1-2 0,1 0 0,0-1 0,-1 0-1,1 0 1,0-2 0,-1 1 0,1-2 0,-1 0 0,0 0-1,0-1 1,0-1 0,0 0 0,-1 0 0,0-1-1,0-1 1,0 0 0,-1 0 0,0-1 0,0 0 0,-1-1-1,0 0 1,5-7 14,-10 9-38,-1-1 0,0 1 0,-1 0 1,1-1-1,-2 0 0,1 1 0,-1-1 0,0 0 0,0 0 0,-1 0 0,0 1 0,-1-1 0,0 0 0,0 0 0,0 0 0,-1 1 0,0-1 0,-1 1 1,0-1-1,0 1 0,0 0 0,-1 0 0,0 0 0,-1 1 0,1-1 0,-1 1 0,0 0 0,-1 1 0,0-1 0,1 1 0,-2 0 0,1 0 1,-1 1-1,-4-3 38,-79-18-1722,75 24 957,1 1 0,-1 1 1,0 0-1,0 1 0,1 0 1,-1 2-1,1-1 0,0 2 1,0 0-1,0 1 0,1 0 1,0 1-1,-5 3 765,16-9-6408</inkml:trace>
  <inkml:trace contextRef="#ctx0" brushRef="#br0" timeOffset="2907.936">1755 296 7458,'0'0'274,"0"0"316,0 0 1773,0 0-696,0 0-607,0 0 23,5 0 171,3-3-1181,0-1 0,-1 1 0,0-2 0,0 1 1,0-1-1,-1 0 0,1 0 0,-1-1 0,-1 0 0,1 0 1,-1 0-1,0-1 0,0 0 0,0 0 0,-1 0 0,-1 0 1,1-1-1,0-1-73,13-19 75,-13 23-22,4-7 126,1 1 0,-2-1 1,1-1-1,-2 1 1,0-1-1,0-1 1,-1 1-1,-1-1 1,0 1-1,1-13-179,-5 26 562,-5 73 1349,-32 391 2244,37-463-4275,52-25-8248,-30 10-54</inkml:trace>
  <inkml:trace contextRef="#ctx0" brushRef="#br0" timeOffset="8389.937">1941 1434 7842,'0'0'2763,"0"0"-957,0 0-894,0 3-199,-43 115 4216,-183 289-3902,222-398-761,-3 5-2946,0-22-5389,5-6 664</inkml:trace>
  <inkml:trace contextRef="#ctx0" brushRef="#br0" timeOffset="8727.235">1664 1472 6433,'0'0'1465,"0"0"1597,0 0-1423,0 0-75,19 21 74,108 138 810,-72-74-1347,97 118 1554,-151-202-2710,-1 0 0,1 0 1,0-1-1,-1 1 1,1 0-1,0 0 0,-1 0 1,1-1-1,0 1 1,0 0-1,0-1 0,0 1 1,-1-1-1,1 1 0,0-1 1,0 1-1,0-1 1,0 0-1,0 0 0,0 1 1,0-1-1,0 0 1,0 0-1,1 0 0,-1 0 1,0 0-1,0 0 0,0 0 1,0 0-1,0-1 1,0 1-1,0 0 0,0-1 1,0 1-1,0 0 1,0-1-1,-1 1 0,1-1 1,0 0-1,0 1 0,0-1 1,0 0-1,-1 1 1,1-1-1,0 0 0,-1 0 1,1 0-1,-1 0 1,1 1-1,-1-1 0,1 0 1,-1 0-1,1 0 0,-1 0 1,0 0-1,0 0 1,1 0-1,-1-1 55,8-67-5727,-8 63 5150,1-29-5147</inkml:trace>
  <inkml:trace contextRef="#ctx0" brushRef="#br0" timeOffset="9313.488">2114 1143 6025,'0'0'1591,"0"0"1349,0 0-1527,0 0-933,0 0-288,0 0 372,-4 1 229,23 4 1911,-13-6-2603,-1 0-1,1 1 0,-1 0 1,1 0-1,-1 1 0,0-1 1,1 1-1,-1 0 0,1 0 1,-1 1-1,0 0 0,0 0 0,0 0 1,0 0-1,0 1 0,-1 0 1,1 0-1,4 4-100,-7 5 137,1 0 1,-1 0-1,-1 1 0,0-1 1,-1 1-1,-1-1 0,1 0 1,-2 1-1,0-1 1,0 0-1,-1 0 0,-4 9-137,-51 176 1415,60-194-1401,0 0 0,0-1-1,1 1 1,-1-1 0,1 1-1,0-1 1,0 0-1,0 0 1,0 0 0,0-1-1,0 1 1,0-1 0,1 1-1,-1-1 1,0 0 0,1 0-1,-1-1 1,1 1 0,-1-1-1,1 0 1,-1 1 0,1-2-1,-1 1 1,1 0 0,-1-1-1,1 1 1,-1-1-1,1 0 1,-1 0 0,1-1-14,11 1 52,59-16 280,-74 17-358,0 0-4,0 0-202,-26 33-6788,18-24 2597</inkml:trace>
  <inkml:trace contextRef="#ctx0" brushRef="#br0" timeOffset="10108.385">2524 1674 6209,'0'0'1283,"0"0"912,0 0 593,0 0-641,0 0-1012,0 0-103,-3 11 1171,203 11 1868,-39-9-3513,-153-12-1917,-1-2-12508,-7-3 5600</inkml:trace>
  <inkml:trace contextRef="#ctx0" brushRef="#br0" timeOffset="10528.793">2692 1423 1344,'0'0'4699,"0"0"-3494,0 0-1033,0 0 603,0 0 2134,0 0-1433,0 13-478,-23 192 4027,12-162-4550,1-1 1,3 1 0,1 1-1,2-1 1,2 1 0,3 32-476,10-114-7819,-4 16 1743</inkml:trace>
  <inkml:trace contextRef="#ctx0" brushRef="#br0" timeOffset="11173.842">3090 1594 5521,'0'0'2021,"0"0"1451,0 0-1527,0 0-930,0 0-661,0 0-168,1-11 207,6-34 155,-4 41-442,-1 1 0,1-1-1,0 0 1,0 1 0,1 0-1,-1 0 1,1 0 0,-1 0 0,1 0-1,0 1 1,0-1 0,0 1-1,0 0 1,1 0 0,-1 1-1,0 0 1,1-1 0,-1 1-1,1 1 1,0-1 0,-1 1-1,1-1 1,-1 1 0,1 1-106,-1-2 42,0 1 0,0 0 0,0 0 0,0 0 1,0 0-1,0 1 0,0 0 0,0 0 0,0 0 0,0 0 0,0 0 1,-1 1-1,1 0 0,0-1 0,-1 2 0,0-1 0,1 0 0,-1 1 1,0-1-1,0 1 0,0 0 0,-1 0 0,1 0 0,-1 0 0,1 1 1,-1-1-1,0 0 0,0 1 0,-1 0 0,1-1 0,-1 1 0,0 0 1,0 0-1,0 0 0,0 0 0,-1 0 0,0 0 0,1 0 0,-1 0 1,-1 2-43,3 23 200,-1 1 1,-2-1 0,-1 0 0,-1 0 0,-1 0 0,-2 0 0,-1-1 0,-1 0 0,-6 12-201,-9 17-140,13-87-443,2-79 56,11 107 507,-1 0 0,0 0 0,1 0 0,0 0 0,-1 1 0,1-1-1,0 1 1,0 0 0,-1 0 0,1 0 0,0 0 0,0 0 0,0 1 0,1-1-1,-1 1 1,0 0 0,0 0 0,0 0 0,0 0 0,0 0 0,0 1 0,0-1-1,0 1 1,0 0 0,0 0 0,0 0 0,0 1 0,0-1 0,-1 1 0,1-1-1,-1 1 1,1 0 0,0 0 20,12 8 74,0 0 1,0-1-1,1-1 0,1-1 0,-1 0 0,1-1 0,0-1 1,1 0-1,-1-2 0,1 0 0,0 0 0,0-2 0,0 0-74,55-11 439,-29-16-4878,-33 15-3431</inkml:trace>
  <inkml:trace contextRef="#ctx0" brushRef="#br0" timeOffset="11707.276">3866 1681 312,'0'0'5389,"0"0"-2936,0 0 1657,0 0-2076,0 0-1183,0 0-270,4 0 1279,184 8 1264,-52 10-1553,-135-18-1765,0 2 471,-1-2-4416,-4 0-1487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28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344 296 6553,'0'0'1599,"0"0"2518,0 0-1903,0 0-1156,0 0-285,0 0 147,-5 6-338,-261 352 2525,254-345-3355,-15 14 337,6-20-4435,11-18-4034,7-4 4063</inkml:trace>
  <inkml:trace contextRef="#ctx0" brushRef="#br0" timeOffset="337.595">65 261 5537,'0'0'2115,"0"0"1369,0 0-1777,0 0-511,0 0 330,15 20-17,115 170 1219,1 19-1140,-104-189-4160,-5-17-4637,-14-3 545</inkml:trace>
  <inkml:trace contextRef="#ctx0" brushRef="#br0" timeOffset="781.722">433 0 5721,'0'0'1128,"0"0"9,0 0 1778,0 0-1216,0 0-1020,0 0-183,0 4 259,69 106 3556,-41-76-3394,-10-14-567,-1 2 0,0 0 0,-2 0 0,-1 2 0,-1 0 0,-1 0 0,-1 1 0,-1 1 0,-1 0 0,-1 0 0,-1 0 0,-2 1 1,-1 0-1,0 16-350,-2-23 36,-2-1 0,0 1 0,-1 0 0,-1-1 0,-1 1 0,-1-1 1,0 0-1,-2 0 0,0 0 0,-1-1 0,-4 7-36,-42 57-2419,-58 7-6638,83-77-994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27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38 6369,'0'0'738,"0"0"-414,0 0-241,0 0 319,0 0 1239,1-5-972,-9-28 1390,-26 43 3782,-8 47-6256,36-46 880,-13 19-128,1 1 1,2 1-1,1 1 1,1 0-1,2 1 0,2 0 1,1 1-1,1 0 1,2 0-1,2 1 0,1 0 1,2 34-338,6-54 74,1 1 1,0-1-1,1-1 0,1 1 1,0-1-1,2 0 1,-1-1-1,2 0 0,0 0 1,0-1-1,1-1 1,1 0-1,0-1 0,0 0 1,2-1-1,-1 0 1,1-1-1,0-1 0,1-1 1,0 0-1,0-1 1,0 0-1,1-1 0,5 0-74,4-40-6976,-17 13 432</inkml:trace>
  <inkml:trace contextRef="#ctx0" brushRef="#br0" timeOffset="1101.824">412 381 6889,'0'0'342,"0"0"-165,0 0 271,0 0 1395,0 0-544,0 0-727,3 3-191,7 1-37,-1-1 0,1 0 0,-1 0 1,1 0-1,0-2 0,0 1 0,0-1 1,0-1-1,0 1 0,0-2 0,0 1 1,0-2-1,3 0-344,28 1 408,106 1 500,-135 14-994,-12-11-3984,0-3 342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41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1 7810,'0'0'980,"0"0"1938,0 0-952,-3 22-445,-34 141 792,13-100-2073,-4-1 0,-2-2 1,-3 0-1,-2-3 0,-34 41-240,69-98-246,0 0 0,0-1 0,0 1-1,0 0 1,0-1 0,0 1 0,0 0-1,-1-1 1,1 1 0,0 0 0,0-1-1,0 1 1,-1 0 0,1 0-1,0-1 1,0 1 0,-1 0 0,1 0-1,0-1 1,0 1 0,-1 0 0,1 0-1,0 0 1,-1-1 0,1 1 0,0 0-1,-1 0 1,1 0 0,0 0 0,-1 0-1,1 0 1,0 0 0,-1 0 0,1 0-1,-1 0 1,1 0 0,0 0 0,-1 0-1,1 0 1,0 0 0,-1 0 0,1 0-1,0 1 1,-1-1 0,1 0 0,0 0 246,0-21-4549</inkml:trace>
  <inkml:trace contextRef="#ctx0" brushRef="#br0" timeOffset="261.354">25 110 5329,'0'0'2159,"0"0"1054,0 0-1717,0 0-690,0 0 334,0 0 156,13 24-83,97 192 1108,-86-168-1958,-17-28-297,1-1 1,1 0-1,0-1 1,2 0-1,0 0 1,1-1-1,0-1 1,2 0-1,0 0 1,0-2-1,2 0 1,0 0-1,15 9-66,8-11-3599,-26-12-991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41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72 504 7258,'0'0'194,"0"0"624,0 0 2158,0 0-1539,0 0-887,-8 2-56,6-2-415,0 1 0,-1-1 0,1 1 1,0 0-1,0 0 0,-1 0 0,1 0 0,0 1 0,0-1 0,0 0 1,1 1-1,-1 0 0,0-1 0,1 1 0,-1 0 0,0 0 1,1 0-1,0 0 0,0 0 0,-1 0 0,1 0 0,1 0 0,-1 1 1,0-1-1,0 0 0,1 0 0,-1 1 0,1-1 0,0 1 0,0-1 1,0 0-1,0 1 0,0-1 0,0 1 0,1-1 0,-1 0 1,1 2-80,-2 3 66,0 1 1,0-1-1,1 1 1,0-1 0,0 1-1,1-1 1,0 1 0,0-1-1,1 1 1,0-1 0,0 0-1,1 0 1,-1 0 0,2 0-1,-1 0 1,1-1-1,0 0 1,0 1 0,1-1-1,0-1 1,0 1 0,0-1-1,0 0 1,1 0 0,0 0-1,0-1 1,1 0-1,-1 0 1,1-1 0,0 0-1,3 2-66,-3-2 19,1 0-1,0 0 0,0-1 0,0 0 1,0 0-1,0-1 0,1 0 1,-1 0-1,0-1 0,1 0 0,-1 0 1,0-1-1,0 0 0,1-1 0,-1 0 1,0 0-1,0 0 0,-1-1 0,1-1 1,0 1-1,-1-1 0,0 0 1,0-1-1,0 0 0,-1 0 0,1 0 1,-1-1-1,0 0 0,-1 0 0,0-1 1,0 1-1,0-1 0,0 0 1,-1-1-1,-1 1 0,1-1 0,-1 1 1,0-1-1,-1 0 0,2-8-18,-3 9 3,1 0-1,-2 0 1,1 0-1,-1 0 1,0 0 0,0 0-1,-1 0 1,0 0-1,0 0 1,-1 0-1,0 1 1,0-1-1,-1 0 1,1 1 0,-1 0-1,-1-1 1,1 1-1,-1 1 1,0-1-1,0 0 1,-1 1 0,0 0-1,0 0 1,0 0-1,-1 1 1,1 0-1,-1 0 1,0 0-1,0 1 1,0-1 0,-1 2-1,1-1 1,-1 1-1,0 0 1,1 0-1,-1 0 1,0 1 0,-4 0-3,3-1-23,0-1 1,-1 2 0,1-1 0,-1 1-1,1 0 1,-1 1 0,1 0 0,-1 0-1,1 1 1,-1 0 0,1 1-1,-1 0 1,1 0 0,0 1 0,0-1-1,0 2 1,0-1 0,1 1 0,-1 1-1,1-1 1,0 1 0,0 0 0,1 1-1,0 0 1,0 0 0,0 0 0,0 1-1,1 0 1,0 0 0,1 0 0,-1 0-1,2 1 1,-1 0 0,1 0 0,0 0-1,0 0 1,1 0 0,0 1 22,1-5-215,1-1-1,0 1 1,0-1-1,0 1 1,0-1-1,0 1 1,1-1-1,-1 1 1,1-1-1,0 0 1,0 1-1,0-1 1,1 0 0,-1 0-1,1 1 1,0-1-1,0-1 1,0 1-1,0 0 1,0 0-1,0-1 1,1 1-1,-1-1 1,1 0-1,0 0 1,0 0 0,0 0-1,0 0 1,0 0-1,0-1 1,0 0-1,2 1 216,34 7-5280</inkml:trace>
  <inkml:trace contextRef="#ctx0" brushRef="#br0" timeOffset="355.582">331 6 6425,'0'0'1521,"0"0"1515,0 0-1386,0 0-504,0 0-75,0 0-363,-6-2-55,6 1-631,0 1 0,-1 0 0,1-1-1,0 1 1,-1 0 0,1-1 0,-1 1 0,1 0-1,-1 0 1,1 0 0,0 0 0,-1-1 0,1 1-1,-1 0 1,1 0 0,-1 0 0,1 0 0,-1 0-1,1 0 1,-1 0 0,1 0 0,-1 0 0,1 0-1,-1 0 1,1 1 0,0-1 0,-1 0 0,1 0-1,-1 0 1,1 1 0,-1-1 0,1 0 0,0 0-1,-1 1 1,1-1 0,0 0 0,-1 1 0,1-1-1,0 0 1,-1 1 0,1-1 0,0 1 0,0-1-1,-1 0 1,1 1 0,0-1 0,0 1 0,0-1-1,0 1 1,0-1 0,0 1 0,0-1 0,0 1-1,-1-1 1,2 0 0,-1 1 0,0-1 0,0 1-1,0-1 1,0 1 0,0-1 0,0 1 0,0-1-1,1 1 1,-1-1 0,0 0 0,0 1 0,1-1-1,-1 1-21,23 53 1312,-6-18-607,143 472 2660,-158-503-3643,19 47 866,0-24-5767,-21-27 1076,0-1-1147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43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6329,'0'0'929,"0"0"-737,0 0 1696,0 0 208,0 0-1151,0 0-57,0 0-240,141 27 528,-112-27-168,1 0-263,0 0-457,-3-4-8,-5-1-280,-5 3 48,-4 2-128,-13 0-408,0 0-2161,-5 0-5065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44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0 224,'0'0'6649,"0"0"-5888,0 0 2543,0 0-1951,0 0-161,0 0-144,158 9 328,-121-9-431,0 0-225,-3 0-408,-1 0-304,-6 0 48,-2 0-56,-6 9-112,-1 4-584,-1 1-1529,-7-6-983,0-1-6082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51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272 2 6305,'0'0'1502,"0"0"1777,0 0-1670,0 0-360,0 0-64,0 0-292,-8-2 82,7 133 2132,-24 340 357,48-422-5429,-21-72-4811,-2-2-449</inkml:trace>
  <inkml:trace contextRef="#ctx0" brushRef="#br0" timeOffset="261.608">1 318 6425,'0'0'4793,"0"0"-3400,0 0-217,0 0 256,0 0-384,138 20-471,-93-15-57,6-1-520,11 0 144,5-1-136,2-3-16,0 0-200,20 0-384,-20 0-1841,-14-9-552</inkml:trace>
  <inkml:trace contextRef="#ctx0" brushRef="#br0" timeOffset="628.362">1140 82 7722,'0'0'4202,"0"0"-2011,0 0-1107,0 0-650,0 0-18,-1 13 833,-64 162 1463,-184 141-1688,277-384-14228,-13 33 7871</inkml:trace>
  <inkml:trace contextRef="#ctx0" brushRef="#br0" timeOffset="929.173">831 114 6889,'0'0'693,"0"0"844,0 0 1437,0 0-1799,0 0-507,0 0 510,14 16 252,206 258 2044,-200-236-3367,47 68 1374,-65-104-1643,0 1 0,0-1 0,1 1 0,-1-1 1,1 0-1,-1 0 0,1 0 0,0 0 0,0 0 0,0 0 1,0-1-1,0 0 0,0 1 0,0-1 0,1 0 0,-1-1 1,0 1-1,1-1 0,-1 1 0,0-1 0,1 0 0,-1 0 1,0 0-1,1-1 0,-1 1 0,0-1 0,1 0 0,-1 0 1,0 0-1,0 0 0,3-2 162,15-15-5452,-5-3-4461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45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855 519 6129,'0'0'982,"0"0"-653,0 0 127,0 0 1427,0 0-396,0 0-361,-8-11-399,-25-34 17,-42 35 1553,69 11-2174,-12 5 122,0 1-1,1 0 0,0 1 0,1 1 0,-1 1 0,2 0 0,-1 1 0,2 1 0,-1 0 0,2 1 0,0 0 0,0 1 0,1 1 0,1 0 0,0 1 0,1 0 0,1 0 0,-1 4-244,-5 22 387,2 1-1,3 0 1,0 0 0,3 1-1,2 0 1,2 1-1,1-1 1,3 1-1,4 24-386,-4 29 468,21 346 948,-9-346-1384,6 36 26,-6 1 1,-5 1-1,-8 47-58,-1-165 9,0-1 1,-2 1 0,0 0-1,-1-1 1,-1 1-1,-1-1 1,0-1 0,-1 1-1,-1-1 1,0 0 0,-2-1-1,1 0 1,-2 0-1,0-1 1,-1-1 0,0 0-1,-1 0 1,-11 8-10,14-17-7,0 0-1,1-1 1,-2 0-1,1-1 1,0 0 0,0 0-1,-1-1 1,1 0 0,-1-1-1,1 0 1,-1-1-1,1 0 1,0-1 0,-1 0-1,1-1 1,0 0-1,0 0 1,0-1 0,1 0-1,-1-1 1,1 0 0,0 0-1,1-1 1,-1 0-1,1-1 1,0 0 0,1 0-1,-3-4 8,-40-72-2121,72 23-4080,8 35 495,2 5-901</inkml:trace>
  <inkml:trace contextRef="#ctx0" brushRef="#br0" timeOffset="501.787">573 2679 6569,'0'0'7058,"0"0"-4404,0 0-1942,0 0-309,0 0 550,-7 20 736,-21 63-378,27-75-1255,1-1 1,0 0 0,0 0 0,1 0 0,0 1 0,0-1 0,0 0 0,1 0 0,0 0 0,1-1 0,-1 1 0,1 0-1,0-1 1,1 0 0,0 1 0,0-2 0,0 1 0,1 0 0,0-1 0,0 0 0,0 0 0,0 0 0,1-1-1,0 1 1,0-2 0,0 1 0,1 0 0,-1-1 0,1-1 0,-1 1 0,1-1 0,0 0 0,0 0 0,0-1-1,1 0 1,-1 0 0,3-1-57,-1 3-25,2-1 0,-1 0-1,0-1 1,0 0 0,0-1-1,1 0 1,-1-1 0,0 0-1,0 0 1,1-1 0,-1 0-1,0-1 1,-1 0 0,1-1-1,-1 0 1,1 0 0,-1-1-1,0 0 1,-1-1 0,1 0-1,-1 0 1,0-1 0,-1 0-1,0 0 1,0-1 0,0 0-1,-1 0 1,0-1 0,-1 0-1,0 0 1,0 0-1,-1 0 1,0-1 0,-1 1-1,1-4 26,-3 3-10,0-1 0,-1 0 0,0 0 0,-1 1 0,0-1 0,-1 0 0,0 1 0,-1-1 0,0 1 0,0 0 0,-1 0 0,-1 0 0,0 1 0,0-1 0,0 1 0,-2 0 0,1 1 0,-1-1 0,0 1 0,0 1 0,-1-1 0,0 1 0,-1 0 0,1 1 0,-1 0 0,-1 1 0,1 0 0,-1 0 0,0 1 0,0 0 0,-5-1 10,7 1-44,-1 0 0,1 1 0,-1 0 1,1 0-1,-1 1 0,0 0 0,0 1 0,0 0 1,0 0-1,0 1 0,0 0 0,0 0 0,-1 2 44,9 14-4226,14-9-1056</inkml:trace>
  <inkml:trace contextRef="#ctx0" brushRef="#br0" timeOffset="1440.555">978 312 6513,'0'0'862,"0"0"54,0 0 714,0 0-419,0 0-343,0 0 188,9-4 108,-1 0-1004,0-1 0,0 0-1,0-1 1,-1 0 0,1 0-1,-1-1 1,-1 1 0,1-2-1,-1 1 1,-1-1 0,1 0 0,-1 0-1,0 0 1,-1-1 0,3-6-160,37-176 3190,-44 191-2741,5 33 447,6 441 3941,-24-459-11001,-4-15-9</inkml:trace>
  <inkml:trace contextRef="#ctx0" brushRef="#br0" timeOffset="2617.625">1319 1210 6553,'0'0'635,"0"0"-375,0 0 206,0 0 1517,0 0-260,0 0-575,-10-15 3184,-30 60-3259,-225 360 235,246-353-1591,17-28-3018,2-24 93,0 0-2107,0-4-2059</inkml:trace>
  <inkml:trace contextRef="#ctx0" brushRef="#br0" timeOffset="2970.974">988 1290 6345,'0'0'778,"0"0"73,0 0 1541,0 0-737,0 0-332,3 19 514,32 120 687,-23-114-2224,1-1 0,1-1 0,1 0 0,1-1 0,1-1 0,0 0 0,2-1 0,1-1 0,0-1 0,1-1-1,7 3-299,-7-4-147,16 8-970,-12-17-7054,-19-7 1899</inkml:trace>
  <inkml:trace contextRef="#ctx0" brushRef="#br0" timeOffset="3544.215">1517 986 6425,'0'0'705,"0"0"-451,0 0-123,0 0 380,0 0 1361,0 0-748,4-2-665,3-1-270,1 1 0,0-1 0,0 1 0,0 1 0,0 0 0,0 0 0,1 0 0,-1 1 0,0 0 0,0 1 0,1 0 0,-1 0 0,0 1 0,0 0 0,0 0 0,-1 1 0,1 0 0,-1 0 0,1 1 0,-1 0 0,0 0 0,0 1 0,-1 0 0,1 0-189,-4 2 104,-1 1-1,-1-1 1,1 1 0,-1-1 0,0 1 0,-1-1 0,0 1 0,0-1 0,-1 1-1,0 0 1,0-1 0,0 0 0,-1 1 0,0-1 0,-1 0 0,0 0 0,0 0-1,0 0 1,-1 0 0,0-1 0,0 0 0,-1 0 0,0 0 0,0 0-1,0-1 1,-1 1-104,4-4 19,-1 0 0,1 0-1,0 1 1,0-1-1,0 1 1,0-1-1,0 1 1,0 0 0,1 0-1,0-1 1,-1 1-1,1 0 1,0 0 0,0 1-1,1-1 1,-1 0-1,1 0 1,-1 0-1,1 1 1,0-1 0,0 0-1,0 0 1,1 0-1,-1 1 1,1-1 0,0 0-1,0 0 1,0 0-1,0 0 1,0 0-1,1 0 1,-1 0 0,1-1-1,0 1 1,0 0-1,0-1 1,0 0 0,0 1-1,1-1 1,-1 0-1,1 0 1,-1 0 0,1 0-1,0-1 1,0 1-1,0-1 1,0 1-19,81 9 824,-27 7-6512,-33-14 1474,-1-1-2082</inkml:trace>
  <inkml:trace contextRef="#ctx0" brushRef="#br0" timeOffset="11367.499">1045 972 4849,'0'0'1519,"0"0"-878,0 0-483,0 0-58,0 0 368,-9 23 1319,-135 354 5332,132-353-6861,1 0 1,1 1-1,1 0 1,2 0-1,0 0 1,2 1-1,0 0 1,2 1-1,1-1 1,1 0 0,1 1-1,2-1 1,0 1-1,2-1 1,1 0-1,1-1 1,1 1-1,1-1 1,9 18-259,-2-19 63,1-1 0,1 0 0,0-1 0,2-1 0,1-1 0,0-1 0,1 0 1,1-2-1,1-1 0,1 0 0,0-2 0,0 0 0,2-2 0,0-1 0,8 2-63,-31-12-343,0 0-4559,-3-1 531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54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233 420 7634,'0'0'396,"0"0"1617,0 0 437,0 0-959,0 0-713,0 0 609,-1 28 234,-12 189 836,6 159-187,26-326-2885,2-60-6345,-15-11 952</inkml:trace>
  <inkml:trace contextRef="#ctx0" brushRef="#br0" timeOffset="263.782">1 754 4241,'0'0'2552,"0"0"-2031,0 0 3503,0 0-3103,0 0-345,0 0-72,0 0 1064,74 0-408,-34 0-391,7 2-273,7 5-424,5-1 72,6-1-144,-1-3-216,0-2-544,3 0-897,-15-7-967,-15-8-6978</inkml:trace>
  <inkml:trace contextRef="#ctx0" brushRef="#br0" timeOffset="833.738">666 567 8194,'0'0'1287,"0"0"1639,0 0-1174,0 0-810,0 0-476,0 0 305,17-15-207,59-45-72,-73 58-481,0-1-1,1 1 0,-1 0 1,1 0-1,-1 0 0,1 0 1,0 0-1,0 1 0,0 0 1,0 0-1,0 0 0,0 0 1,0 1-1,0 0 0,0 0 1,0 0-1,0 0 0,0 0 0,0 1 1,0 0-1,0-1 0,0 2 1,0-1-1,0 0 0,0 1 1,0 0-1,-1 0 0,1 0 1,-1 0-1,0 0 0,1 1 1,-1 0-1,0-1 0,0 1 1,-1 0-1,1 1 0,-1-1 1,1 0-1,-1 1 0,0-1 1,0 1-1,0 1-10,5 9 18,-1 0 0,-1 0 0,0 0 0,-1 1 1,-1 0-1,0 0 0,-1 0 0,0 0 0,-1 0 1,-1 1-1,0-1 0,-2 0 0,1 0 0,-2 0 0,0 0 1,-1 0-1,0-1 0,-1 1 0,-1-1 0,0 0 0,-1-1 1,0 1-1,-1-2 0,-1 1 0,0-1 0,-1 0 0,0-1 1,-1 0-1,0 0 0,0-1 0,-1-1 0,-2 1-18,14-9-1,-1-1 0,1 1 0,-1 0 0,1 0 0,-1-1 0,1 1 0,-1 0 0,0-1 0,1 1 0,-1-1 0,0 1 0,1-1 0,-1 1 0,0-1 0,0 1 0,0-1 0,1 0 0,-1 0 0,0 1-1,0-1 1,0 0 0,0 0 0,0 0 0,0 0 0,1 0 0,-1 0 0,0 0 0,0 0 0,0 0 0,0 0 0,0 0 0,1-1 0,-1 1 0,0 0 0,0-1 0,0 1 0,0-1 0,1 1 0,-1-1 0,0 1 0,1-1 0,-1 1 0,0-1 0,1 1 0,-1-1-1,1 0 1,-1 0 0,1 1 0,-1-1 0,1 0 0,-1 0 0,1 1 0,0-1 0,-1 0 0,1 0 0,0 0 0,0 0 0,0 0 1,0-60-94,2 50 84,-3 7 18,1 0 0,0 0 1,0 0-1,1 0 0,-1 0 0,1 0 0,0 0 0,0 0 0,0 0 0,1 0 1,-1 0-1,1 1 0,0-1 0,0 0 0,0 1 0,1 0 0,-1-1 0,1 1 1,0 0-1,0 0 0,0 1 0,0-1 0,0 1 0,1-1 0,-1 1 0,1 0 0,-1 0 1,1 1-1,0-1 0,0 1 0,0-1 0,0 1 0,0 1 0,0-1 0,0 0 1,0 1-1,0 0 0,0 0 0,0 0 0,0 1 0,0-1 0,0 1 0,0 0 1,0 0-1,1 0-8,61 51 183,-59-45-165,0 0 1,0-1-1,1 0 0,0 0 1,0-1-1,0 1 0,1-2 1,-1 1-1,1-1 1,1-1-1,-1 0 0,0 0 1,1 0-1,-1-1 0,7 0-18,-4-1-19,0-1 1,0 0-1,0 0 0,0-1 0,0-1 0,0 0 0,0-1 0,-1 0 0,1-1 0,-1 0 0,0-1 0,0 0 0,0 0 0,4-5 19,67-86-8155,-66 60 491</inkml:trace>
  <inkml:trace contextRef="#ctx0" brushRef="#br0" timeOffset="1150.104">1007 0 5537,'0'0'5425,"0"0"-3302,0 0-1589,0 0-309,0 0 79,0 0 654,27 15 238,3-1-856,-12-5-169,0 0-1,0 0 0,-1 2 0,0 0 0,-1 1 1,0 1-1,-1 1 0,12 13-170,0 5 496,-2 0-1,-1 2 1,-2 0 0,-1 2 0,-1 0 0,-3 1-1,-1 1 1,-1 1 0,5 27-496,-9-23 103,-3 0 1,-1 0-1,-2 0 1,-2 1-1,-1 0 1,-3-1-1,-2 1 1,-1 0-1,-3 3-103,-56 118-1333,1-68-3117,17-36-1089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7:57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60 439 6225,'0'0'5009,"0"0"-2815,-9 23-744,-27 80-619,33-97-769,1 0 1,0 0-1,0 0 1,0 0-1,1 0 1,0 0-1,1 0 0,-1 1 1,1-1-1,0 0 1,0 0-1,1 1 1,0-1-1,0 0 1,1 0-1,0 0 1,0 0-1,0 0 1,0 0-1,1-1 1,0 1-1,0-1 0,1 0 1,-1 1-1,1-2 1,1 1-1,-1 0 1,0-1-1,1 0 1,0 0-1,0 0 1,0-1-1,4 2-62,5 1 28,0 0 0,1-2 1,-1 1-1,1-2 0,0 0 0,1-1 0,-1-1 0,0 0 0,0-1 1,1 0-1,-1-1 0,4-2-28,-13 3-36,0-1 1,-1 0-1,1-1 1,0 1 0,0-1-1,-1 0 1,1-1-1,-1 1 1,0-1-1,0 0 1,0 0-1,0-1 1,0 0-1,-1 0 1,1 0-1,-1 0 1,0 0-1,0-1 1,-1 0-1,0 0 1,1 0 0,-2 0-1,1 0 1,0-1-1,-1 1 1,0-1-1,-1 0 1,1 1-1,-1-1 1,0 0-1,0 0 1,-1 0-1,0 0 1,0 0-1,0 0 1,-1 0 0,1 0-1,-2 1 1,1-1-1,-1 0 1,1 0-1,-2 1 1,1-1-1,-1 1 1,1 0-1,-1 0 1,-3-4 35,-2-1 7,1 1 0,-1 1 0,0-1 0,-1 1 0,0 1 0,-1 0 0,1 0 0,-1 0 0,0 2 0,-1-1 0,1 1 0,-1 1 0,0 0 0,-1 0 0,1 1 0,0 0 0,-1 1 0,0 1 0,0 0 0,1 0 0,-1 1 0,0 1 0,0 0 0,-8 2-7,15-1-31,-1 1 0,1-1 0,-1 1 0,1 1 1,0-1-1,0 1 0,0 0 0,1 0 0,0 0 0,-1 1 0,2 0 0,-1-1 1,0 1-1,1 1 0,0-1 0,0 0 0,0 1 0,1-1 0,0 1 1,0 0-1,0 0 0,1 0 0,0 0 31,0-2-308,0 0 1,1 0-1,0 0 0,-1 0 1,1 0-1,1 1 1,-1-1-1,1 0 0,-1 0 1,1 0-1,0 0 0,0-1 1,1 1-1,-1 0 1,1 0-1,0-1 0,0 1 1,0-1-1,1 1 1,-1-1-1,1 0 0,0 0 308,23 17-7915</inkml:trace>
  <inkml:trace contextRef="#ctx0" brushRef="#br0" timeOffset="322.145">223 1 5697,'0'0'4797,"0"0"-2219,0 0-1318,0 0-455,0 0-89,0 0 191,-7 16 126,2-6-884,1 0 1,1 0-1,0 0 0,0 0 0,1 0 0,1 0 0,-1 1 1,2-1-1,-1 0 0,1 1 0,1-1 0,0 1 1,0-1-1,1 0 0,3 7-149,26 99 690,5-1 1,5-2-1,6-2 1,4-2-691,-51-108-42,29 40-1446,-4-44-7978,-19-13 2294</inkml:trace>
  <inkml:trace contextRef="#ctx0" brushRef="#br0" timeOffset="621.642">930 205 7362,'0'0'256,"0"0"-200,0 0 3872,0 0-2975,0 0 663,-131 171-200,86-102-327,1 2-385,4-8-136,8-8-248,7-12-216,8-12-112,7-11 64,5-9-112,3-7-504,2-4-816,0-20-2553,0-2-3457</inkml:trace>
  <inkml:trace contextRef="#ctx0" brushRef="#br0" timeOffset="868.237">547 283 6121,'0'0'1169,"0"0"-673,0 0 3465,0 0-2145,49 118-40,-22-56-367,3 7-289,2 0-304,0-2-56,3-10-224,2-8-152,2-9-304,1-9 0,-3-11-80,-5-6-832,0-14-992,-7 0-2385,-8-7-2521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00.0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0 6601,'0'0'657,"0"0"31,0 0 1453,0 0-646,0 0-845,0 0-90,-10 12 2657,324 3 620,-204-17-3707,-109 2 33,21 1-1200,-23-1 865,1 0 1,0 0 0,0 0-1,-1 1 1,1-1 0,0 0-1,0 0 1,-1 1 0,1-1 0,0 0-1,0 0 1,0 1 0,-1-1-1,1 0 1,0 1 0,0-1-1,0 0 1,0 0 0,0 1-1,0-1 1,0 0 0,0 1-1,0-1 1,-1 0 0,2 1 0,-1-1-1,0 0 1,0 1 0,0-1-1,0 0 1,0 1 0,0-1-1,0 0 1,0 1 0,0-1-1,1 0 1,-1 1 0,0-1-1,0 0 1,0 0 0,1 1 0,-1-1-1,0 0 1,0 0 0,0 1-1,1-1 1,-1 0 0,0 0-1,1 0 1,-1 0 0,0 1-1,1-1 1,-1 0 171,-18 7-6733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00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6513,'0'0'897,"0"0"3375,0 0-2991,0 0-161,0 0 240,141 11-271,-101-11-25,2 0-584,2 0-232,1 0-160,-3 2-88,-8 0 0,-6 3 120,-9-3-280,-14 0-888,-5-2-2873,0 0-4225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0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71 8458,'0'0'2047,"0"0"2194,0 0-2013,0 0-1158,0 0-115,0 0 174,7-4-36,9-6-1010,0 1 0,0 1 1,1 1-1,0 0 0,0 1 1,1 1-1,0 0 0,0 2 1,0 0-1,0 1 0,0 1 1,4 0-84,-19 3-21,1-1 1,-1 1-1,0 0 0,0 0 1,0 0-1,0 1 0,-1-1 1,1 1-1,-1-1 1,1 1-1,-1 0 0,0 0 1,0 0-1,0 0 0,0 0 1,-1 0-1,1 1 1,-1-1-1,0 1 0,0-1 1,0 1-1,-1-1 0,1 1 1,-1 0-1,1-1 1,-1 1-1,-1-1 0,1 1 1,0 0-1,-1-1 0,0 1 1,0-1-1,0 1 1,0-1-1,0 1 0,-1-1 1,1 0-1,-1 0 0,0 0 1,0 0-1,-2 3 21,-73 37 796,107-70-1273,-23 23 377,-1 0 0,0 0 0,1 1-1,0-1 1,0 2 0,0-1 0,0 1 0,0 0 0,1 0-1,-1 1 1,0 0 0,1 0 0,-1 1 0,1 0 0,-1 0 0,1 1-1,-1-1 1,1 2 0,-1-1 0,0 1 0,1 0 0,-1 1-1,0 0 1,-1 0 0,1 0 0,0 1 0,-1 0 0,0 1 0,0-1-1,0 1 1,4 4 100,-2 5 2,0-1 0,-1 1 0,-1 0-1,0 0 1,-1 1 0,0 0 0,-1 0-1,-1 0 1,0 0 0,-1 1-1,-1-1 1,-1 0 0,0 14-2,-1-24 57,1-1 0,-1 0 0,0 0 0,0-1 0,-1 1 0,1 0 0,-1 0 0,1 0 0,-1-1 0,-1 1 0,1-1 0,0 0 0,-1 1 0,1-1 0,-1 0 0,0-1 0,0 1 0,-1 0 0,1-1 0,0 0 0,-1 1 0,1-1 0,-1-1 0,0 1 0,0-1 0,1 1 0,-1-1 0,0 0 0,-4 0-57,-121 15 1277,111-15-1337,16 0 14,-1 0 0,0-1 1,0 1-1,0 0 0,0-1 0,0 0 0,0 0 0,0 1 0,0-2 0,0 1 0,0 0 1,1-1-1,-1 1 0,0-1 0,0 0 0,0 0 0,0 0 0,1 0 0,-1-1 0,0 1 0,1-1 1,-1 1-1,1-1 0,0 0 0,0 0 0,0 0 0,-1 0 0,2 0 0,-1-1 0,0 1 1,0-1-1,0-1 46,3-43-6626,9 23 175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02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532 540 7538,'0'0'0,"0"0"0,-89 136 16,47-74 24,0 0-40,2-6 1728,6-5-1208,2-2-520,7-16-1264,8-6-1969</inkml:trace>
  <inkml:trace contextRef="#ctx0" brushRef="#br0" timeOffset="343.186">226 538 6265,'0'0'1515,"0"0"1767,0 0-1527,0 0-249,23 16-166,163 123 630,-35 12-1559,-118-142-3311,-14-21-2303,-6-7-3866</inkml:trace>
  <inkml:trace contextRef="#ctx0" brushRef="#br0" timeOffset="998.78">829 2 6329,'0'0'1834,"0"0"1201,0 0-1881,0 0-819,0 0-23,21-1 0,67 1-8,-85 0-284,-1 0 1,0 0-1,1 1 1,-1-1-1,1 1 1,-1 0-1,0 0 0,0 0 1,1 0-1,-1 0 1,0 0-1,0 1 1,0-1-1,0 1 1,0-1-1,-1 1 0,1 0 1,0-1-1,-1 1 1,1 0-1,-1 0 1,0 0-1,1 1 1,-1-1-1,0 0 0,0 0 1,-1 1-1,1-1 1,0 0-1,-1 1 1,0-1-1,1 1 1,-1-1-1,0 0 1,0 1-1,0-1-20,1 7 155,1 0-103,0 1 0,0 0 0,-1 0 0,-1 0 0,0 0 1,0 0-1,-1 0 0,0 0 0,0 0 0,-1-1 0,-1 1 0,0 0 0,0-1 1,-1 0-1,0 1 0,0-2 0,-1 1 0,0 0 0,-1-1 0,0 0 0,0 0 1,-1-1-1,-6 7-52,13-15-20,1 1 0,-1 0 0,0-1 1,1 1-1,-1-1 0,1 1 0,-1 0 1,0-1-1,0 1 0,1-1 0,-1 1 1,0-1-1,0 1 0,1-1 0,-1 1 0,0-1 1,0 1-1,0-1 0,0 1 0,0-1 1,0 1-1,0-1 0,0 1 0,0-1 1,0 0-1,0 1 0,0-1 0,0 1 1,0-1-1,-1 1 0,1-1 0,0 1 1,0-1-1,-1 1 0,1-1 0,0 1 0,-1 0 1,1-1-1,0 1 0,-1-1 0,1 1 1,0 0-1,-1-1 0,0 1 20,8-2 95,0 1-1,0 0 0,0 1 1,1 0-1,-1 0 1,0 0-1,0 1 1,0 0-1,0 0 0,0 1 1,0 0-1,-1 0 1,1 1-1,-1-1 0,1 1 1,-1 1-1,0-1 1,0 1-1,0 0 1,-1 1-1,1-1 0,-1 1 1,0 0-1,0 1 1,-1-1-1,0 1 1,0 0-1,0 0 0,0 0 1,-1 0-1,0 1 1,-1-1-1,1 1 0,-1 0 1,0 0-1,-1 0 1,0 0-1,0 0 1,0 0-1,-1 0 0,0 0 1,-1 0-1,1 0 1,-1 0-1,-1 3-94,-4-3 94,0 0 0,-1 0 0,1-1 0,-1 0 0,-1 0 0,1 0 0,-1-1 1,0-1-1,0 1 0,0-1 0,0 0 0,-1-1 0,0 0 0,0 0 0,1-1 0,-2 0 0,-5 0-94,-12 4-247,-21 3-269,18-6-8659,19-3-1130</inkml:trace>
  <inkml:trace contextRef="#ctx0" brushRef="#br0" timeOffset="1643.737">1 1169 6553,'0'0'1013,"0"0"1106,0 0-115,0 0-820,0 0-486,0 0 470,6 5 362,9 3-1210,1-1 0,0-1 0,0 0 0,1-2 0,-1 0 0,1 0 0,0-2 0,0 0 0,0-1 0,0 0 0,0-1 0,0-2 0,1 0-320,28 2 387,774 1 1382,-794 9-6707,-58 6-1327,3-7-884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07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416 376 6553,'0'0'1442,"0"0"2579,0 0-1554,0 0-1475,0 0-516,-11 26 494,-81 171 1293,-106 159-1435,182-344-2893,3-12-2456,10 0 3000,-7 0-5063</inkml:trace>
  <inkml:trace contextRef="#ctx0" brushRef="#br0" timeOffset="315.893">38 434 5473,'0'0'4593,"0"0"-1551,0 0-1600,0 0-1027,0 0 102,0 0 690,18 15 26,105 119 676,-44 31 141,52 82-1117,-71-191-1548,-17-77-3449,-28-11-45,-4-5-2323</inkml:trace>
  <inkml:trace contextRef="#ctx0" brushRef="#br0" timeOffset="826.909">602 76 6737,'0'0'1421,"0"0"1653,0 0-1706,0 0-884,0 0 147,0 0 236,21-12-80,66-39-449,-85 50-313,0-1 0,0 1 0,1 0 0,-1-1 0,0 1 0,1 0 0,-1 0 0,0 1 0,1-1 0,-1 1 0,1-1 0,0 1 0,-1 0 0,1 0 0,-1 0 0,1 0 0,-1 0 0,1 0 0,-1 1 0,1-1 0,-1 1 0,1 0 0,-1 0-1,1 0 1,-1 0 0,0 0 0,0 0 0,0 1 0,1-1 0,-1 1 0,0 0 0,-1-1 0,1 1 0,0 0 0,0 0 0,-1 0 0,0 0 0,1 0 0,-1 1 0,0-1 0,0 0 0,0 1 0,0-1 0,0 2-25,15 96 726,-16-90-673,-1 1 1,0 0-1,-1-1 1,0 1-1,-1-1 1,0 0-1,0 0 1,-1 0-1,0 0 1,-1 0-1,0-1 1,-1 0-1,0 0 1,0 0-1,-1-1 1,-1 1-54,-22 40 97,70-40 34,129-8 485,-163 3-5450,-6-2 3245,0 3-3874</inkml:trace>
  <inkml:trace contextRef="#ctx0" brushRef="#br0" timeOffset="1328.603">1 1181 6177,'0'0'1565,"0"0"1409,0 0-1469,0 0-778,0 0 64,0 0 256,0 5 90,0-3-1060,0 0 0,0 0 0,0 1 0,1-1-1,-1-1 1,1 1 0,-1 0 0,1 0 0,0 0-1,0 0 1,-1 0 0,2 0 0,-1-1 0,0 1-1,0-1 1,0 1 0,1 0 0,-1-1 0,1 0-1,-1 1 1,1-1 0,-1 0 0,1 0 0,0 0-1,0 0 1,0 0 0,-1 0 0,1-1 0,0 1-1,0-1 1,0 1 0,0-1 0,0 1-1,0-1 1,0 0 0,0 0 0,0 0 0,0 0-1,0-1 1,0 1 0,2-1-77,78 2 914,0-3 1,1-4-1,-2-4 0,48-13-914,-24 6 337,51 7-725,-139 36-4499,-18-4-1839,-1-14-602</inkml:trace>
  <inkml:trace contextRef="#ctx0" brushRef="#br0" timeOffset="2044.164">379 1472 6001,'0'0'3026,"0"0"1056,0 0-2621,0 0-1034,0 0 409,0 0 108,25-15-139,81-47-430,-8 37-199,-95 27-168,0 1 0,0-1-1,0 1 1,0 0 0,0 0 0,-1 0-1,1 1 1,-1-1 0,0 0-1,0 1 1,0 0 0,0-1 0,-1 1-1,0 0 1,1 0 0,-1 0 0,-1 0-1,1 0 1,-1 0 0,1 0-1,-1 0 1,0 0 0,0 0 0,-1 0-1,0 0 1,1 0 0,-1 0-1,0 0 1,-1 1-8,1 13 83,1 0-31,-2 1 0,0 0 0,-1 0 1,-1-1-1,0 1 0,-2-1 0,0-1 0,-1 1 0,-7 13-52,11-26-36,1 1 0,-2 0-1,1-1 1,-1 1 0,1-1-1,-1 0 1,-1 0 0,1-1-1,-1 1 1,0-1 0,0 0-1,0 0 1,0-1 0,-1 0 0,1 0-1,-1 0 1,0 0 0,0-1-1,0 0 1,0 0 0,0-1-1,-1 1 1,1-1 0,0-1-1,-1 1 1,1-1 0,-1 0-1,1-1 1,0 0 0,-3 0 36,7-1-11,-1 1 0,1-1 0,0 0 0,0 0 0,0 0 0,0 0 0,0 0 0,0 0 0,0 0 0,1-1 0,-1 1 0,1-1-1,0 1 1,0-1 0,0 0 0,0 1 0,0-1 0,0 0 0,1 0 0,-1 0 0,1 1 0,0-1 0,0 0 0,0 0 0,0 0 0,0 0 0,1 1 0,-1-1 0,1 0 0,0 0 0,0 1 0,0-1 0,0 0 0,0 1 0,1-1 0,-1 1 0,1-1 0,0 1 0,-1 0 0,1 0 0,0 0 0,0 0 0,1 0 0,-1 0 0,1 0 11,12-2 92,-1 1 1,1 1-1,0 0 1,-1 1-1,1 0 1,0 2-1,0-1 1,0 2-1,-1 0 1,14 4-93,5-1 172,-3 0-86,-1-1-1,1-2 0,0-1 1,0-1-1,0-2 0,0 0 1,-1-2-1,1-2 0,17-5-85,-5-20-3057,-27-18-7082,-12 27 5306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0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1 5705,'0'0'1304,"0"0"125,0 0 1125,0 0-1095,0 0-753,0 0 619,0 19 143,1 286 2692,1-282-4159,0 1 0,2-1 1,1 0-1,1 0 0,0 0 1,2-1-1,1 0 0,0 0 1,2-1-1,10 15-1,-16-30-707,0-17-7917,-5-4 737</inkml:trace>
  <inkml:trace contextRef="#ctx0" brushRef="#br0" timeOffset="298.321">1 361 6433,'0'0'1057,"0"0"1983,0 0-1936,0 0-231,0 0-129,0 0 312,155 13 264,-118-13-327,-2-2-753,-3-3-168,-2 1-72,-1 2 72,1-1-72,0-1 0,-1 2-16,16-7-641,-11 0-1919,-2-2-6098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12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0 265 5513,'0'0'2158,"0"0"1259,0 0-1294,0 0-942,0 0-255,0 0 25,15-16-2,51-49-355,-62 61-559,1 0 0,0 1 0,-1-1 0,1 1 0,1 1 0,-1-1 0,0 1 0,1 0 0,-1 0 0,1 0 0,-1 1 0,1 0 0,0 0 0,0 0 0,0 1 0,-1 0 0,1 0 0,0 0 0,0 1 0,0 0 0,1 0-35,-3 2 11,0-1 1,0 1 0,-1 0-1,1 0 1,-1 0 0,0 1-1,0-1 1,0 1 0,-1 0 0,1 0-1,-1-1 1,0 2 0,0-1-1,0 0 1,0 0 0,-1 1-1,0-1 1,0 0 0,0 1-1,0 0 1,-1-1 0,0 1-1,0-1 1,0 1 0,0-1 0,-1 1-1,1-1 1,-2 4-12,2-3 26,0 16 16,0 0 1,-1 0-1,-1 0 1,-1 0-1,-1-1 0,-1 1 1,-1-1-1,0 0 0,-7 12-42,-70 116-100,82-147 82,0 1-1,0-1 1,0-1-1,0 1 1,0 0-1,-1 0 1,1 0-1,0-1 1,0 1-1,0 0 1,-1-1-1,1 1 1,0-1-1,-1 1 1,1-1-1,0 0 1,-1 0-1,1 0 0,-1 1 1,1-1-1,0 0 1,-1-1-1,1 1 1,0 0-1,-1 0 1,1-1-1,0 1 1,-1 0-1,1-1 1,0 0-1,-1 1 1,1-1-1,0 0 1,0 1-1,0-1 1,0 0-1,0 0 0,0 0 1,0 0-1,0 0 1,0 0-1,0 0 1,0-1-1,1 1 1,-1 0-1,0 0 1,1-1-1,-1 1 1,1 0-1,0 0 1,-1-1-1,1 1 1,0-1-1,0 1 1,0 0-1,0-1 1,0 0 18,-13-83-602,14 8 459,35 77 82,98 142 643,-121-133-467,1-2 0,0 1 0,0-2 0,0 0 0,1 0 0,0-2 0,0 0 0,0 0 0,0-2 0,1 0 0,-1 0 0,1-1 0,-1-1 0,15-2-115,47-35-311,-43-12-5215,-18 19-2980</inkml:trace>
  <inkml:trace contextRef="#ctx0" brushRef="#br0" timeOffset="320.439">1199 0 7682,'0'0'5594,"0"0"-3516,0 0-1577,-14 25 94,-96 166 2259,-104 145-520,190-315-3605,8-27-6416,8-12 824</inkml:trace>
  <inkml:trace contextRef="#ctx0" brushRef="#br0" timeOffset="567.574">798 93 8082,'0'0'1008,"0"0"2617,0 0-2913,0 0 992,0 0-391,50 141-49,-21-97-48,3-2-432,6 0 152,-1-4-600,2-4 1,-7-6-281,0 1-56,-7-4-72,-3-3-393,3 0-1231,-8-6-2081,-4-7-1672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11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 1 6129,'0'0'3789,"0"0"-1447,0 0-963,-2 21-206,13 176 1893,10 92-876,-22-234-3253,11-50-7646,-2-5-763</inkml:trace>
  <inkml:trace contextRef="#ctx0" brushRef="#br0" timeOffset="239.585">0 372 3633,'0'0'8474,"0"0"-6154,0 0-1648,0 0-568,0 0 496,0 0 673,144-2-601,-78-7-144,11-2-352,0-2-120,-8 1-56,5-3-1112,-22-1-3737,-13 5-4185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13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171 575 4689,'0'0'2729,"0"0"2094,0 0-1921,0 0-1593,0 0-668,0 0 167,-3 11 567,-15 236 2174,19-183-3102,41 776 3341,-67-322-2846,20-474-927,-3 33 78,-2 0 0,-5 0 0,-2-2 0,-4 0 0,-8 14-93,-26 124 309,47-249-2253,8 6-1627,0 1-4686</inkml:trace>
  <inkml:trace contextRef="#ctx0" brushRef="#br0" timeOffset="1868.157">411 3012 7866,'0'0'1524,"0"0"2933,0 0-1599,0 0-1498,0 0-861,0 0 29,-10 13 264,-3 6-527,2 0 1,0 0-1,0 1 0,2 1 0,1 0 1,0 0-1,2 0 0,-3 13-265,7-28 27,0-1 0,0 1-1,1-1 1,-1 1 0,1-1 0,0 1 0,1 0-1,-1 0 1,1-1 0,1 1 0,-1 0 0,1 0-1,0-1 1,0 1 0,0 0 0,1-1 0,0 1-1,0-1 1,0 0 0,1 0 0,-1 0 0,1 0-1,1 0 1,-1 0 0,1-1 0,0 1-1,0-1 1,0 0 0,0-1 0,1 1 0,-1-1-1,1 1 1,4 1-27,-1-2-9,0 0 0,0 0-1,0 0 1,1-1 0,-1 0-1,0-1 1,1 0 0,-1 0-1,1-1 1,0 0 0,-1-1 0,1 0-1,-1 0 1,0-1 0,1 1-1,-1-2 1,0 0 0,0 0-1,0 0 1,0-1 0,-1 0 0,1 0-1,-1-1 1,0 0 0,-1 0-1,1-1 1,-1 1 0,0-2-1,0 1 1,-1-1 0,0 1-1,0-2 1,-1 1 0,1 0 0,-2-1-1,1 0 1,-1 0 0,0 0-1,-1 0 1,1 0 0,-2-1-1,1 0 10,-2 2 20,0-1-1,0 0 0,-1 1 0,1-1 0,-2 1 0,1-1 0,-1 1 0,0 0 0,-1-1 0,0 1 0,0 0 0,0 0 0,-1 1 0,0-1 0,0 1 0,-1 0 0,0 0 0,0 0 0,0 1 0,-1 0 0,1 0 0,-1 0 0,0 0 1,-1 1-1,-3-1-19,-101-32 2360,123 75-6483,18-20-2298,5-7-2258</inkml:trace>
  <inkml:trace contextRef="#ctx0" brushRef="#br0" timeOffset="2803.361">401 460 808,'0'0'4885,"0"0"-3478,0 0-475,0 0 2393,0 0-242,0 0-1396,1-4-1008,133-271 4985,-40 95-5508,-94 180-90,0 1-1,1-1 1,-1 0 0,1 1-1,-1-1 1,0 1-1,1-1 1,-1 0 0,1 1-1,-1-1 1,1 0-1,-1 0 1,1 0 0,0 1-1,-1-1 1,1 0-1,-1 0 1,1 0 0,-1 0-1,1 0 1,0 0-1,-1 0 1,1 0 0,0 0-66,-3 37 179,7 411 1423,-6-446-1704,1 1 1,0-1 0,0 0 0,0 0 0,0 0 0,1 1 0,-1-1 0,0 0 0,1 0 0,0 0-1,-1 0 1,1 1 0,0-1 0,0 0 0,0-1 0,1 1 0,-1 0 0,0 0 0,1 0-1,-1-1 1,1 1 0,-1-1 0,1 1 0,0-1 0,0 1 0,-1-1 0,1 0 0,0 0 0,0 0-1,0 0 1,0 0 0,1-1 0,-1 1 0,0-1 0,0 1 0,0-1 0,1 0 0,-1 0-1,0 0 1,0 0 0,0 0 0,1 0 0,-1-1 0,0 1 0,0-1 0,0 1 0,0-1 0,1 0 101,19-12-5142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26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5513,'0'0'1216,"0"0"-767,0 0-329,0 0-66,0 0 525,0 3 7529,11 4-6886,227-2 52,-190-11-857,-15 2-1434,-10 3-3163,-23 1-1437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26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6313,'0'0'883,"0"0"-543,0 0-278,0 0 34,0 0 256,0 0 524,5 10-59,14 31-252,-17-38-410,1-1 0,-1 1 1,0-1-1,1 0 1,0 0-1,-1 0 1,1 0-1,0 0 0,0-1 1,0 1-1,0-1 1,0 0-1,1 0 1,-1 0-1,0 0 1,0 0-1,1-1 0,-1 0 1,0 1-1,1-1 1,-1-1-1,1 1 1,-1 0-1,0-1 0,0 0 1,2 0-156,11 0 411,101 14 1231,-38-10-1068,-79-3-496,0 0 170,0 0 90,0 0 109,0 0-15,0 0-232,0 0-15,0 0-140,0 0-73,0 0-180,0 0-500,0-7-5342,0-2-620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35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0 271 280,'0'0'5496,"0"0"-3585,0 0 28,0 0-473,0 0-517,0 0-362,2 5 155,-2-4-708,1-1 0,-1 1 0,1 0 0,-1-1 0,1 1 0,0-1 0,-1 1 0,1 0 0,0-1 1,-1 0-1,1 1 0,0-1 0,-1 1 0,1-1 0,0 0 0,0 1 0,0-1 0,-1 0 1,1 0-1,0 0 0,0 1 0,0-1 0,0 0 0,-1 0 0,1 0 0,0-1 0,0 1 1,0 0-1,0 0 0,-1 0 0,1-1 0,0 1 0,0 0 0,0-1 0,-1 1 0,1 0 0,0-1 1,-1 1-1,1-1 0,0 1 0,-1-1 0,1 0 0,-1 1 0,1-1 0,0 0 0,-1 1 1,0-1-1,1 0 0,-1 1 0,1-1 0,-1 0 0,0 0 0,0 0 0,1 1 0,-1-1 1,0 0-1,0 0 0,0 0 0,0 0 0,0 1 0,0-1 0,0 0 0,0 0 0,0 0 1,-1 0-1,1 1 0,0-1 0,0 0 0,-1 0 0,1 0-34,8-14 185,106-226 2554,-114 341-1350,-17 288 138,17-388-1559,0 0 74,0 0-100,0 0-16,0 0-338,8-45-5976,1 21 779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35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7394,'0'0'108,"0"0"656,0 0 2386,0 0-1457,0 0-704,0 0-66,4-9 1056,6 3-1948,1 0 1,0 0 0,0 1-1,0 0 1,0 1 0,1 0-1,0 1 1,0 1 0,0 0-1,0 0 1,0 1 0,9 1-32,-18 2-10,0 0 0,0 1 1,0-1-1,-1 1 0,1 0 1,-1 0-1,1 0 0,-1 0 1,0 0-1,0 0 0,-1 0 1,1 1-1,-1-1 0,1 1 1,-1-1-1,0 1 0,0 0 1,-1 0-1,1-1 0,-1 1 1,0 0-1,0 0 0,0-1 1,0 1-1,-1 0 0,0 0 1,1-1-1,-1 1 0,0-1 1,-1 1-1,1-1 0,-2 4 10,-88 104-550,96-116 554,0 0 1,0 0 0,0 0 0,1 1 0,-1 0 0,1 0 0,0 1 0,1-1 0,-1 1 0,1 0 0,-1 1 0,1 0 0,0 0 0,-1 0 0,1 1 0,0 0 0,0 1 0,0-1 0,0 1 0,1 0 0,5 2-5,-8 1 60,-1 0 1,0 0 0,1 1 0,-1 0 0,-1 0 0,1 0 0,0 0 0,-1 1 0,0-1 0,0 1 0,0 0 0,-1 0 0,0 0 0,0 0 0,0 0 0,0 0 0,-1 1 0,0-1 0,0 1-1,0-1 1,-1 1 0,0-1 0,0 1 0,0-1 0,-1 1 0,1-1 0,-1 1 0,-1 1-61,2 6 355,-4-7-290,0-1 0,0 1 0,0-1 0,-1 0 0,0 0 0,0-1 1,0 0-1,0 1 0,-1-2 0,1 1 0,-1-1 0,0 1 0,0-2 0,-1 1 0,1-1 0,0 0 0,-1 0 0,1 0 0,-1-1 0,0 0 0,0-1 0,1 1 0,-1-1 0,0-1 0,-1 1-65,-74 4-2673,45-4-6989,37 0 4271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36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1400,'0'0'4560,"0"0"-3358,0 0-969,0 0 299,0 0 1643,0 0-510,2 9-535,-2-7-1047,0 1-1,1-1 0,-1 0 0,0 0 0,1 1 1,0-1-1,-1 0 0,1 0 0,0 0 0,0 0 0,0 0 1,1 0-1,-1 0 0,0 0 0,1 0 0,-1-1 1,1 1-1,0 0 0,-1-1 0,1 1 0,0-1 0,0 0 1,0 0-1,0 0 0,0 0 0,0 0 0,0 0 1,1 0-1,-1-1 0,0 1 0,0-1 0,1 1 0,-1-1 1,0 0-1,1 0 0,-1 0 0,0 0 0,0 0 1,1-1-1,0 0-82,607-24 4948,-522 24-5712,-57 1-2525,-30 0 488,-2 1-222,-7 2-1360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36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74 7826,'0'0'1659,"0"0"1119,0 0-467,0 0-724,0 0-656,0 0-70,5-2-234,15-8-198,-1 0-357,1 1-1,-1 1 0,1 1 1,1 0-1,-1 2 0,1 0 1,0 1-1,0 1 1,1 1-1,6 1-71,-25 4-7,1 1 0,-1 0 0,1 0 0,-1 0 0,0 0 1,-1 0-1,1 1 0,-1-1 0,0 1 0,0 0 0,0 0 0,-1 0 0,1-1 1,-1 1-1,0 0 0,-1 1 0,1-1 0,-1 0 0,0 0 0,-1 0 0,1 0 1,-1 0-1,0 0 0,0 0 0,0 0 0,-1 0 0,1 0 0,-1-1 0,-1 1 1,1 0-1,-1-1 0,-1 2 7,2-1 38,-1-1-1,0 0 1,0 0 0,0 0 0,0 0-1,-1 0 1,1-1 0,-1 1 0,0-1-1,0 0 1,0 0 0,0-1 0,-1 1 0,1-1-1,-1 0 1,0 0 0,0-1 0,1 1-1,-1-1 1,0 0 0,0 0 0,-1-1-38,16-39-452,-5 35 419,0 1 1,1 0 0,-1 1 0,0-1 0,1 1 0,0 0 0,-1 0-1,1 1 1,0-1 0,0 1 0,0 1 0,0-1 0,0 1 0,0 0-1,0 0 1,0 1 0,0 0 0,0 0 0,-1 0 0,1 1-1,0 0 1,-1 0 0,1 0 0,-1 1 0,1 0 0,-1 0 0,0 0-1,0 0 1,-1 1 0,1 0 0,-1 0 0,0 0 0,0 1 0,0-1-1,0 1 1,-1 0 0,0 0 0,2 5 32,0-5 81,0 1 0,0 0 0,-1 1 0,0-1 0,-1 1 1,1-1-1,-1 1 0,-1 0 0,1 1 0,-1-1 0,0 0 0,-1 1 0,0-1 0,0 1 0,0-1 0,-1 1 1,0-1-1,-1 1 0,0-1 0,0 1 0,0-1 0,-1 1 0,0-1 0,-1 0 0,0 0 0,0 0 1,0 0-1,-1-1 0,0 1 0,0-1 0,-1 1-81,-2 1 103,0-2-1,-1 1 1,0-1 0,0 0 0,0 0-1,-1-1 1,1 0 0,-1-1 0,0 0 0,-1 0-1,1-1 1,-1 0 0,1-1 0,-1 0-1,0-1 1,0 1 0,-9-2-103,16-1-61,1 0 0,-1-1 0,1 1-1,0-1 1,-1 0 0,1 0 0,0 0 0,0 0 0,0 0 0,0 0 0,0 0-1,1-1 1,-1 1 0,1-1 0,0 1 0,-1-1 0,1 1 0,0-1 0,0 0-1,1 0 1,-1 0 0,1 1 0,-1-1 0,1 0 0,0 0 0,0 0 0,0 0-1,0 0 1,1 0 0,-1 1 0,1-1 0,0 0 0,0 0 0,0 0 0,0 1-1,1-2 62,43-33-7507,-20 21-3626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38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1 443 6057,'0'0'5720,"0"0"-2466,0 0-2012,0 0-625,0 0 354,0 0 355,3-4-478,169-168-335,-159 157-591,0 0 0,-1-1 0,-1-1 0,0 0 0,-2 0-1,0-1 1,0 0 0,-2 0 0,0-1 0,-2 0 0,0 0-1,0 0 1,0-20 78,-5 38 158,0 29 635,-54 407 3880,54-423-4773,-2-10 51,1 0-1,0 0 1,1 0-1,-1 1 1,0-1 0,1 0-1,-1 1 1,1-1 0,0 1-1,-1-1 1,1 0 0,1 1-1,-1-1 1,0 1 0,0-1-1,1 0 1,-1 1 0,1-1-1,0 0 1,0 1 0,0-1-1,0 0 1,0 0 0,0 0-1,1 0 1,-1 0 0,1 0-1,-1 0 1,1-1 0,0 1-1,0 0 1,0-1 0,0 1-1,0-1 1,0 0 0,0 0-1,0 0 1,0 0 0,0 0-1,1 0 1,-1 0 0,0-1-1,1 1 1,-1-1 0,1 0-1,-1 0 1,0 0 0,1 0-1,-1 0 1,1 0 49,22-54-7335,-16 12 305,-5 1-1002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39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5657,'0'0'1300,"0"0"-145,0 0 1745,0 0-1435,0 0-758,0 0 60,-5 0 3889,143-1-2333,-120 74-1692,-18-63-477,-40 128 880,17-88-833,26-47-184,0 0-1,0-1 0,1 1 1,-1-1-1,1 0 0,0 0 1,-1 0-1,1 0 0,0 0 1,0-1-1,0 0 0,0 0 1,1 0-1,-1 0 0,0-1 1,0 0-1,1 1 0,-1-1 1,0-1-1,0 1 0,0-1 1,1 0-1,-1 0 1,0 0-1,0 0 0,0-1-16,5 2-2,95-11 149,-114 24-5878,-10 1-384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40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11 7210,'0'0'241,"0"0"210,0 0 1670,0 0 768,0 0-728,0 0-1089,-16 12 756,115 0 457,303-35 306,-203 11-2818,-199 12 79,0 0-415,-13 0-1281,-45 4-6432,40-3 2150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44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1 394 6489,'0'0'777,"0"0"-32,0 0 1261,0 0-494,0 0-850,0 0-144,7-10 51,98-220 1762,-66 77 3102,-39 198-4503,-2 45 274,4-1 0,4 0-1,4-1 1,8 23-1204,-2-75-863,-2-49-6661,-7-5-1210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43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7 130 7314,'0'0'1033,"0"0"2924,0 0-1191,0 0-1514,0 0-446,0 0-353,2-12-99,-1 6-340,0 1 1,0 0-1,0-1 1,1 1-1,-1 0 1,1 0-1,1-1 1,-1 2 0,1-1-1,0 0 1,0 0-1,0 1 1,0 0-1,1-1 1,0 1-1,0 1 1,0-1 0,0 1-1,1-1 1,0 1-1,-1 0 1,1 1-1,0-1 1,2 0-15,-4 2 19,-1-1 1,1 1-1,0 0 1,0 0-1,-1 0 1,1 0-1,0 0 0,0 1 1,0-1-1,0 1 1,0 0-1,0 0 1,0 0-1,0 0 0,0 0 1,0 1-1,0-1 1,0 1-1,0 0 1,0 0-1,-1 0 0,1 0 1,0 1-1,-1-1 1,1 1-1,-1-1 1,1 1-1,-1 0 1,0 0-1,1 0 0,-1 0 1,0 1-1,-1-1 1,1 0-1,0 1 1,-1-1-1,2 3-19,25 112 1335,-28 101-20,-2-211-1445,-1-1 1,0 1-1,0-1 1,0 0-1,-1 0 1,0 0-1,0-1 1,0 1-1,-1-1 1,1 0-1,-1 0 1,-1-1-1,1 1 1,-1-1-1,1 0 1,-1-1-1,0 0 1,-1 0 0,1 0-1,0 0 1,-1-1-1,0 0 1,1 0-1,-1-1 1,0 0-1,0 0 1,0-1-1,0 0 1,0 0-1,0 0 1,1-1-1,-1 0 1,0-1-1,-3 0 130,8 0-7,1 1 0,-1-1 0,0 0 0,1 0 0,-1 0 0,1 0 0,0 0-1,0 0 1,-1 0 0,1 0 0,1-1 0,-1 1 0,0 0 0,0-1 0,1 1 0,0-1-1,-1 1 1,1 0 0,0-1 0,0 1 0,0-1 0,1 1 0,-1-1 0,0 1 0,1 0-1,0-1 1,-1 1 0,1 0 0,0 0 0,0-1 0,0 1 0,1 0 0,-1 0 0,0 0-1,1 0 1,1-1 7,5-1 102,0 1 0,0 0 0,0 0 0,0 1 0,0 0 0,0 0 0,1 1 0,-1 0 0,1 1 0,-1-1-1,1 2 1,-1-1 0,1 1 0,-1 1 0,1-1 0,-1 2 0,0-1 0,0 1 0,0 0 0,0 0 0,-1 1 0,1 0 0,0 2-102,52 17-102,77-15-1361,-114-20-2868</inkml:trace>
  <inkml:trace contextRef="#ctx0" brushRef="#br0" timeOffset="454.278">627 117 6529,'0'0'1547,"0"0"2732,0 0-1505,0 0-1137,0 0-223,0 0-242,2 8 284,-3 25-229,15 63-320,-13-96-868,0 0 1,0 0-1,0 0 0,0-1 0,0 1 1,0 0-1,0-1 0,0 1 0,0-1 0,0 1 1,0-1-1,0 0 0,-1 1 0,1-1 0,0 0 1,0 0-1,-1 1 0,1-1 0,0 0 0,-1 0 1,1 0-1,-1 0 0,1 0 0,-1 0 1,1 0-1,-1 0 0,0 0 0,1 0 0,-1 0 1,0 0-1,0 0 0,0 0 0,0 0 0,0 0 1,0 0-1,0-1 0,0 1 0,0 0 0,-1 0 1,1 0-1,0 0 0,-1 0 0,1 0 1,-1 0-1,1 0 0,-1 0 0,1 1 0,-1-1 1,0 0-1,1 0 0,-1 0 0,0 1 0,0-1 1,1 0-1,-1 1 0,0-1 0,0 0 1,0 1-1,0-1 0,0 1 0,0 0 0,0-1-39,-29-6 1653,24 5-4532,11 2-8944,11 0-5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42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156 396 336,'0'0'672,"0"0"-672</inkml:trace>
  <inkml:trace contextRef="#ctx0" brushRef="#br0" timeOffset="513.87">198 151 5857,'0'0'842,"0"0"-540,0 0-149,0 0-76,0 0 427,-1-11 1643,-11-53 679,-9-12 6296,20 148-6991,1 376 696,-1-442-2880,0 0-1,0 0 1,1 0-1,0 0 1,0 0-1,0 0 1,1 0-1,0 0 0,0 0 1,0-1-1,1 1 1,-1 0-1,2-1 1,-1 1-1,0-1 1,1 0-1,0 1 0,0-1 1,1-1-1,0 1 1,-1 0-1,1-1 1,1 0-1,-1 0 1,1 0-1,0-1 0,-1 1 1,1-1-1,1 0 1,-1 0-1,0-1 1,3 1 53,-5-5-470,-1 0 1,1 0-1,-1-1 1,1 1-1,-1-1 0,0 1 1,0-1-1,0 0 1,0 0-1,0 0 1,-1 0-1,1 0 1,-1 0-1,0 0 1,0-1-1,0 1 0,0 0 1,-1-1-1,0 1 1,1-1-1,-1 1 1,0-1-1,-1 1 1,1 0-1,0-1 1,-1 1-1,0 0 1,0-1-1,-1-2 470,1-13-3663,1-26-3716</inkml:trace>
  <inkml:trace contextRef="#ctx0" brushRef="#br0" timeOffset="769.524">0 336 888,'0'0'5833,"0"0"-823,0 0-3362,0 0-784,0 0-544,0 0 320,0 0 841,57 46-441,-12-46-592,4 0-120,3-2-104,0-9-128,-3 0-192,1-7-656,-13 5-4305,-10 2-4913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4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43 7610,'0'0'926,"0"0"2325,0 0-1231,0 0-941,0 0-475,0 0-193,9-2 35,169-13 144,-175 18-562,1 0 1,-1 0-1,0 0 1,0 0-1,-1 1 1,1-1-1,-1 1 1,1 0-1,-1 0 1,0 0-1,-1 0 1,1 0-1,-1 0 1,0 0-1,0 1 1,0-1-1,0 0 0,-1 1 1,1-1-1,-1 1 1,-1-1-1,1 0 1,0 1-1,-1-1 1,0 1-1,0-1 1,0 0-1,-1 0 1,0 0-1,1 0 1,-1 0-1,-1 0 1,1 0-1,0-1 1,-1 1-1,0-1 0,-3 4-27,-28 10 729,16-16 2399,26-28-13100,-3 14 3781</inkml:trace>
  <inkml:trace contextRef="#ctx0" brushRef="#br0" timeOffset="1134.682">21 105 6409,'0'0'797,"0"0"249,0 0 1790,0 0-1420,0 0-896,0 0 103,13-5 639,178-92 1046,-189 97-2293,1-1 1,-1 1-1,0-1 1,0 1-1,0 0 0,0 0 1,0 0-1,0 0 1,1 0-1,-1 0 0,0 1 1,0-1-1,0 1 0,0-1 1,0 1-1,0 0 1,0 0-1,0 0 0,0 0 1,-1 0-1,1 0 1,0 1-1,0-1 0,-1 0 1,1 1-1,-1-1 1,0 1-1,1 0 0,-1 0 1,0-1-1,0 1 0,0 0 1,0 0-1,0 0 1,0 0-1,-1 0 0,1 0 1,-1 0-1,1 0 1,-1 0-1,0 1 0,0-1-15,15 101 1238,-62 1 345,15-55-1373,27-42-189,0 0 0,-1-1 1,1 1-1,-2-1 0,1 0 0,-1-1 1,1 0-1,-2 0 0,1 0 1,0-1-1,-1 0 0,0 0 0,0-1 1,-8 3-22,10-5-7,0 1 0,0-1 1,0 2-1,1-1 1,-1 0-1,0 1 1,1 0-1,0 0 0,0 1 1,0 0-1,0-1 1,0 2-1,1-1 0,0 0 1,0 1-1,0 0 1,0 0-1,1 0 0,0 0 1,0 1-1,0-1 1,0 1-1,1 0 0,0 0 1,1 0-1,-1 0 1,1 0-1,0 0 1,0 3 5,1-7 8,0 0 0,0-1 0,0 1 0,0 0 0,0 0-1,0 0 1,0 0 0,0 0 0,1-1 0,-1 1 0,1 0-1,-1 0 1,1 0 0,0-1 0,0 1 0,0 0 0,0-1-1,0 1 1,0-1 0,0 1 0,1-1 0,-1 0 0,0 1-1,1-1 1,-1 0 0,1 0 0,-1 0 0,1 0 0,0 0-1,-1 0 1,1 0 0,0-1 0,0 1 0,-1-1-1,1 1 1,0-1 0,0 0 0,0 0 0,0 0 0,0 0-1,0 0 1,-1 0 0,1 0 0,0 0 0,0-1 0,0 1-1,0-1 1,-1 1 0,1-1 0,1-1-7,4-1 69,1-1 0,-1 1 0,0-2 0,0 1 0,-1-1 0,0 0 1,1-1-1,-2 1 0,1-1 0,-1 0 0,0-1 0,0 1 0,0-1 0,-1 0 0,0 0 0,1-4-69,18-24 108,-20 34-116,-1 0-1,0 0 0,1 0 0,-1 0 0,0 0 0,1 0 1,0 1-1,-1-1 0,1 1 0,-1-1 0,1 1 0,-1 0 0,1 0 1,0 1-1,-1-1 0,1 0 0,-1 1 0,1-1 0,-1 1 1,1 0-1,-1 0 0,0 0 0,1 0 0,-1 1 0,0-1 0,0 0 1,0 1-1,0 0 0,0-1 0,0 1 0,0 0 0,0 0 0,-1 0 1,1 0-1,-1 0 0,1 1 0,-1 0 9,29 20 21,-20-19-6,1-1 1,-1 0 0,1 0-1,0-1 1,0-1-1,0 1 1,0-2-1,1 0 1,-1 0 0,0-1-1,0 0 1,0-1-1,0 0 1,-1-1 0,1 0-1,-1-1 1,3-1-16,39-9-63,-36-26-4722,-2 15 1459,5 1-2828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37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4 856,'0'0'5053,"0"0"-2804,0 0 1722,0 0-1564,0 0-1100,0 0-376,1-4 161,-4 180 3576,-4 78-4146,37-183-1323,20-56-7730,-39-15 2297</inkml:trace>
  <inkml:trace contextRef="#ctx0" brushRef="#br0" timeOffset="246.664">0 280 6449,'0'0'1225,"0"0"2808,0 0-2977,0 0-240,0 0 456,0 0-624,0 0 112,72 47-311,-45-43-145,3-4-176,4 0-32,3 0-96,15 0 0,-5-7-800,-7-6-3641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46.04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550 152 3305,'0'0'2487,"0"0"-1522,0 0-700,0 0-197,0 0 36,-9 2-74,-1 1 0,-49 11 2306,50-10 2433,16-3 3618,356 24-7033,-393-7-1058,-34-6-582,-1-2 1,1-3 0,-1-3-1,-1-3 1,-23-5 285,-21-11-368,180 13-2989,443 15 2984,-439-13-1178,-19 0-2758</inkml:trace>
  <inkml:trace contextRef="#ctx0" brushRef="#br1" timeOffset="5286.922">281 1 6209,'0'0'1819,"0"0"2896,0 0-1997,0 0-1533,0 0-198,0 0 217,-7 3 251,-21 9-350,21-9-505,7-3-211,139 19 1195,203 2-1107,-442-22-217,1 4 0,-1 5 0,-94 20-260,-12 34 523,205-62-527,0 0 1,0 1-1,-1-1 1,1 1-1,0-1 1,0 1-1,0-1 1,0 1 0,0 0-1,1-1 1,-1 1-1,0 0 1,0 0-1,0 0 1,1 0-1,-1 0 1,0-1 0,1 1-1,-1 1 1,1-1-1,-1 0 1,1 0-1,-1 0 1,1 0-1,0 0 1,0 0 0,-1 0-1,1 0 1,0 1-1,0-1 1,0 0-1,0 0 1,0 0-1,1 0 1,-1 1 0,0-1-1,0 0 1,1 0-1,-1 0 1,1 0-1,-1 0 1,1 0 0,-1 0-1,1 0 1,0 0-1,-1 0 1,1 0-1,0 0 1,0-1-1,0 1 1,0 0 0,0 0-1,0 0 4,56 32 78,-21-25 2,1-2-1,-1-1 0,1-1 0,0-2 0,0-2 0,31-4-79,-22 2 27,301-46 158,-595 59 181,-39 23-338,279-33-38,88 0-2,43 0 73,0-5 0,0-5 0,-1-6 0,1-5-61,-187 3 227,-322 1-230,253 18-25,-18-2 67,150 0-95,7 0-104,226-4 338,-1-10 0,52-17-178,-257 29 26,-834 4 382,1256 14-463,-232-19 183,-370 10 688,147-5-788,-37 12-125,58-6-167,317-31 157,-479 13 699,91 8-2762,0 2-4294,57 0-4138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56.46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283 1 200,'0'0'6072,"0"0"-783,0 0-2256,-28 24-1441,2-3-1246,10-9-144,0 1 0,1 1 0,0 0 0,1 0-1,1 1 1,1 1 0,0 1 0,1-1 0,0 2 0,-7 17-202,3 1 631,2 0 0,2 1 1,1 0-1,1 1 0,3 0 0,1 1 1,1-1-1,3 36-631,0-66 32,1 0 1,0 0-1,0 1 1,1-1-1,0 0 0,1 0 1,-1 0-1,2 0 0,-1-1 1,1 1-1,0 0 0,1-1 1,-1 0-1,2 0 1,-1 0-1,1 0 0,0-1 1,0 0-1,1 0 0,-1 0 1,1 0-1,1-1 1,-1 0-1,1-1 0,0 1 1,0-1-1,0-1 0,1 1 1,-1-1-1,1 0 0,0-1 1,0 0-1,0 0 1,0-1-1,0 0 0,0 0 1,0-1-33,14-2-17,0-2 0,0 0 1,0-1-1,-1-1 0,0-1 1,0-1-1,-1-1 0,0-1 1,-1-1-1,0 0 0,0-1 1,-1-2-1,-1 1 0,0-2 1,-1 0-1,-1-1 0,0-1 1,-1 0-1,-1-1 0,-1 0 1,0-1-1,1-5 17,-8 16-38,1 0 0,-1-1 0,0 0 0,-1 0 0,0 0 0,0 0 0,-1-1-1,-1 1 1,1-1 0,-2 0 0,1 0 0,-1 0 0,-1 0 0,1 0 0,-2 1 0,1-1 0,-2 0 0,1 0 0,-1 0 0,-1 0 0,0 1 0,0-1 0,-1 1 0,0 0 0,0 0 0,-1 1 0,0-1-1,-1 1 1,0 0 0,0 0 0,-1 1 0,-2-3 38,-7 3 147,-1 0-1,0 0 1,0 2 0,0 0-1,-1 1 1,0 0-1,0 2 1,0 0 0,0 1-1,0 1 1,0 0-1,0 2 1,0 0 0,1 1-1,-1 1 1,0 0-1,1 1 1,0 1-1,0 1 1,1 1 0,0 0-1,0 1 1,1 0-1,-9 8-146,16-11 34,1 1 0,0-1-1,1 1 1,-1 0-1,2 0 1,-1 1 0,1 0-1,0 0 1,0 0-1,1 1 1,0-1 0,1 1-1,0 0 1,0 0-1,1 0 1,0 0 0,0 1-1,1-1 1,1 1-1,0-1 1,0 1 0,0-1-1,1 0 1,1 1-1,0-1 1,0 0 0,0 0-1,2 0 1,-1 0-1,1 0 1,0-1 0,0 0-1,1 1 1,1-2-1,-1 1 1,1-1 0,0 0-1,1 0 1,0 0-1,0-1 1,2 2-34,5 0-95,0-1-1,1 0 1,-1-1-1,1 0 1,1-1-1,-1-1 1,1-1-1,0 0 1,-1-1-1,1 0 1,0-1-1,0-1 1,0-1-1,0 0 1,0-1-1,0-1 1,0 0-1,-1-2 1,1 1 95,-3-1-363,0 1 0,-1-1 1,1-1-1,-1 0 0,0-1 1,-1-1-1,0 1 0,0-2 0,0 1 1,-1-2-1,0 1 0,-1-1 1,0-1-1,3-5 363,-8 9-145,0 0 0,0 0 0,0-1 0,-1 0 0,0 0 0,0 0 0,-1 0 0,0 0 0,0 0 0,-1-1 0,0 1 0,-1-1 0,0 1 0,0 0 0,-1-1 0,0 1 0,0-1 0,-1 1 0,0 0 1,0 0-1,-1 0 0,0 0 0,-2-3 145,0 3 220,1 0 1,-1 0-1,0 1 1,-1 0 0,0 0-1,0 0 1,0 1 0,-1 0-1,0 0 1,0 0 0,-1 1-1,1 0 1,-1 1-1,0 0 1,0 0 0,-1 0-1,1 1 1,-1 1 0,0-1-1,0 1 1,-6 0-221,0 1 229,-1 1 0,1 1 1,0 0-1,0 1 0,0 1 0,0 0 1,0 1-1,1 0 0,-1 2 1,1-1-1,1 2 0,-1 0 0,1 0 1,0 2-1,0-1 0,1 2 0,1-1 1,-1 2-1,2-1 0,-1 2 0,1-1 1,1 1-1,0 1 0,-2 5-229,9-17-69,1 1-1,0-1 1,0 1-1,0-1 0,-1 1 1,1 0-1,1-1 1,-1 1-1,0 0 0,0 0 1,1-1-1,-1 1 1,1 0-1,-1 0 0,1 0 1,0 0-1,0 0 1,0 0-1,0 0 1,0 0-1,0 0 0,0 0 1,1-1-1,-1 1 1,1 0-1,-1 0 0,1 0 1,0 0-1,0-1 1,0 1-1,0 0 0,0-1 1,0 1-1,0-1 1,1 1-1,-1-1 1,0 1-1,1-1 0,-1 0 1,1 0-1,-1 0 1,1 0-1,0 0 0,0 0 1,-1 0-1,1-1 1,0 1-1,0 0 0,0-1 1,0 0-1,0 1 1,0-1-1,-1 0 0,1 0 1,1 0 69,47 2-6148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58.07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159 46 6161,'0'0'6194,"0"0"-3399,0 0-1461,0 0-584,0 0-58,-14 25 202,-40 85 12,51-102-795,1 1 1,0 0-1,1 0 1,-1 0 0,2-1-1,-1 1 1,1 0 0,1 0-1,0 0 1,0 0-1,1 0 1,0 0 0,0-1-1,1 1 1,0-1 0,0 0-1,1 0 1,0 0-1,1 0 1,0 0 0,0-1-1,0 0 1,1 0 0,0-1-1,1 1 1,-1-1-1,1-1 1,0 1 0,1-1-1,0 0-111,-1-1-7,0 0-1,0 0 1,1-1-1,0 0 1,-1 0-1,1-1 1,0 0 0,0 0-1,0-1 1,0 0-1,0 0 1,1-1-1,-1 0 1,0-1-1,0 1 1,0-2-1,0 1 1,0-1-1,0 0 1,0-1-1,-1 0 1,1 0-1,-1-1 1,1 0 0,-1 0-1,-1 0 1,1-1-1,-1 0 1,1-1-1,-1 1 1,-1-1-1,1 0 1,-1-1-1,0 1 1,-1-1-1,1 0 1,-1 0-1,-1 0 1,1-1 0,-1 1-1,-1-1 1,1 0-1,-1 0 1,-1 0-1,1 0 8,-1-3-6,0 0 0,-1 0 0,0-1 0,0 1 0,-1 0-1,-1 0 1,1 0 0,-2 0 0,0 0 0,0 1 0,-1-1 0,0 1 0,-1 0-1,0 0 1,-1 0 0,0 1 0,0 0 0,-1 0 0,0 1 0,-1-1 0,1 1-1,-2 1 1,1 0 0,-1 0 0,0 1 0,-1 0 0,1 0 0,-1 1 0,0 0-1,-1 1 1,1 0 0,-4 0 6,6 2 62,-1 1 0,0 0 0,0 0 0,0 1 0,1 0 0,-1 1 0,0 0 0,0 0 0,1 1 0,-1 0-1,0 1 1,1-1 0,0 2 0,0-1 0,0 1 0,0 0 0,1 1 0,-1 0 0,1 0 0,0 1 0,0 0 0,1 0 0,0 0 0,0 1 0,1 0-1,-1 0 1,1 0 0,1 1 0,0-1 0,0 1 0,0 1 0,1-1 0,0 0 0,0 3-62,-5 6 36,1 0 1,1 0-1,0 0 0,1 1 1,1-1-1,1 1 0,1 0 1,0 0-1,1 0 0,1 1 1,1-1-1,1 3-36,-1-18 1,0 0 1,0 1-1,0-1 0,0 0 0,1 0 1,-1 0-1,1 0 0,0-1 0,0 1 1,0 0-1,1-1 0,-1 1 0,0-1 1,1 0-1,0 0 0,-1 0 0,1 0 1,0 0-1,0 0 0,0-1 1,0 0-1,1 1 0,-1-1 0,0 0 1,0-1-1,1 1 0,-1-1 0,0 1 1,1-1-1,-1 0 0,1 0 0,-1 0 1,3-1-2,112-28 39,-104 22-53,0-1 0,-1-1-1,0 0 1,0-1-1,-1-1 1,0 1-1,-1-2 1,-1 0 0,1 0-1,-2-1 1,0 0-1,0 0 1,-2-1-1,1 0 1,-2-1 0,0 0-1,-1 0 1,0 0-1,-1 0 1,-1-1-1,0 0 1,0-15 14,-4 26 4,0 1 0,0-1 0,0 0 0,-1 1 1,1-1-1,-1 1 0,0-1 0,-1 1 0,1 0 0,-1 0 0,0 0 0,0 0 1,0 0-1,0 1 0,-1-1 0,1 1 0,-1 0 0,0 0 0,0 1 0,0-1 0,0 1 1,-1-1-1,1 1 0,-1 1 0,1-1 0,-1 1 0,1-1 0,-1 1 0,0 1 1,0-1-1,0 1-4,-157-4 337,156 4-304,0 0 0,0 1-1,0-1 1,0 1 0,0 1-1,1-1 1,-1 1-1,0 0 1,1 0 0,-1 1-1,1 0 1,0 0 0,0 0-1,0 0 1,0 1-1,1 0 1,0 0 0,-1 0-1,1 0 1,1 1 0,-1 0-1,1-1 1,-1 1 0,1 1-1,1-1 1,-1 0-1,1 1 1,0-1 0,0 1-1,0 1-32,2-3-27,1-1-1,-1 1 1,1 0-1,-1-1 1,1 1-1,0-1 1,1 1-1,-1-1 1,1 1-1,-1-1 1,1 0-1,0 0 1,0 0-1,0 0 1,1 0-1,-1 0 1,1-1-1,-1 1 1,1-1-1,0 1 1,0-1-1,0 0 1,0 0-1,0-1 1,1 1-1,-1 0 1,1-1-1,0 0 28,4 4-133,68 32-2142,2-10-2995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8:59.49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175 75 6001,'0'0'1026,"0"0"704,0 0 813,0 0-1012,0 0-542,-22 7-94,-66 28 220,83-32-1023,1-1 0,0 1 0,0 1 0,1-1 0,-1 1 0,1-1 0,-1 1-1,1 0 1,0 0 0,0 0 0,1 1 0,0-1 0,-1 1 0,1-1 0,1 1 0,-1 0 0,1 0 0,0 0 0,0 0 0,0 0 0,0 0-1,1 0 1,0 0 0,1 3-92,-2 1 132,-1 0-15,0-1 1,0 1-1,1 0 0,0-1 1,1 1-1,0 0 0,1 0 1,-1-1-1,2 1 0,-1 0 1,1-1-1,0 1 1,1-1-1,0 1 0,0-1 1,1 0-1,0-1 0,1 1 1,-1-1-1,2 1 0,-1-2 1,1 1-1,0 0 0,0-1 1,0 0-1,1-1 1,0 1-1,0-1 0,1-1 1,-1 1-1,1-1 0,5 1-117,-2-1-7,1-2 0,-1 0-1,1 0 1,0-1 0,0-1-1,0 0 1,-1 0 0,1-1-1,0 0 1,0-1 0,-1-1-1,1 0 1,-1-1 0,0 0-1,0 0 1,0-1 0,-1 0-1,1-1 1,-1-1 0,-1 1-1,1-2 1,-1 1 0,0-1-1,-1 0 1,0-1 0,0 0-1,-1-1 1,0 1 0,-1-1-1,0 0 1,0-1 0,-1 0-1,-1 0 1,0 0 0,0 0-1,-1 0 1,0-1 0,-1 0-1,-1 1 1,0-1 0,0 0-1,-1-8 8,-2 9 33,-1 1 0,0 0 0,-1-1 1,1 1-1,-2 0 0,0 1 0,0-1 0,0 1 0,-1 0 0,-1 1 0,0-1 0,0 1 0,0 0 0,-1 1 0,0 0 0,-1 0 0,1 1 0,-1 0 0,0 0 0,-1 1 0,0 0 1,1 1-1,-1 0 0,-1 0 0,1 1 0,-1 1 0,1 0 0,-1 0 0,0 1 0,1 0 0,-1 1 0,0 0 0,-9 2-33,15-1 41,-1 0-1,1 0 0,-1 0 1,1 1-1,0 0 1,-1 0-1,1 1 0,0-1 1,0 1-1,1 0 1,-1 0-1,1 1 0,-1-1 1,1 1-1,0 0 1,0 0-1,1 0 1,-1 1-1,1 0 0,0-1 1,0 1-1,0 0 1,1 0-1,0 0 0,0 1 1,-1 4-41,-21 149 96,24-152-99,1 0-1,0 0 1,0 0-1,0 0 0,1-1 1,0 1-1,1-1 1,-1 1-1,1-1 1,0 0-1,1 0 1,-1 0-1,1-1 1,0 1-1,1-1 1,0 0-1,-1 0 1,1 0-1,1-1 0,-1 0 1,1 0-1,0 0 1,0 0-1,0-1 1,0 0-1,0-1 1,1 1-1,-1-1 1,1 0-1,0-1 1,0 0-1,-1 0 1,1 0-1,0-1 0,0 0 1,0 0-1,1-1 4,5 1-15,0-1-1,-1 0 0,1-1 0,0-1 1,-1 0-1,1 0 0,-1-1 1,0-1-1,0 0 0,-1-1 0,1 0 1,-1-1-1,0 0 0,-1-1 0,0 0 1,0 0-1,-1-1 0,0 0 1,0-1-1,-1 0 0,-1-1 0,1 1 1,-2-1-1,0-1 0,0 1 0,-1-1 1,0 0-1,-1 0 0,0-1 1,-1 1-1,0-1 0,-1 0 0,-1 1 1,0-4 15,-5 9 32,0 1 0,0-1 0,-1 1 0,0 0 0,0 0 0,0 1 1,-1-1-1,1 1 0,-1 1 0,-1-1 0,1 1 0,-1 0 1,0 0-1,1 1 0,-1 0 0,-1 0 0,1 0 0,0 1 0,-1 0 1,1 1-1,-1 0 0,0 0 0,1 1 0,-1-1 0,0 2 0,0-1 1,1 1-1,-1 0 0,0 1-32,1-3 28,0 1 1,0 0-1,0 1 0,0-1 1,0 1-1,0 0 1,0 1-1,1 0 1,-1 0-1,0 0 0,1 1 1,0 0-1,-1 0 1,1 1-1,1 0 0,-1 0 1,0 0-1,1 1 1,0-1-1,0 1 0,0 1 1,1-1-1,0 1 1,0-1-1,0 1 0,0 0 1,1 1-1,0-1 1,1 0-1,-1 1 1,1 0-1,1-1 0,-1 2-28,4-1-158,0 1 1,0-1-1,1 1 0,0-1 0,0 0 0,0 0 0,1 0 0,0 0 1,1-1-1,0 1 0,0-1 0,0-1 0,0 1 0,1-1 0,0 0 0,0 0 1,1 0-1,-1-1 0,1 0 0,0 0 0,0-1 0,0 0 0,1 0 1,0 0 157,67 30-5874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00.57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147 159 5873,'0'0'824,"0"0"-209,0 0 792,0 0 752,0 0-590,0 0-338,0-14 237,0-58 1078,0 71-1815,0 1 99,0 5 36,-22 268 2372,22-271-3217,13 148 952,-12-145-964,0-1 1,0 1-1,1-1 1,-1 1-1,1-1 1,1 0-1,-1 0 1,1 0-1,-1 0 1,1 0-1,0 0 1,0-1-1,1 0 1,-1 1-1,1-1 1,-1 0-1,1-1 1,0 1-1,0-1 1,1 1-1,-1-1 1,0-1-1,1 1 1,-1-1-1,1 1 1,-1-1-1,1 0 1,0-1-1,-1 1 1,3-1-10,5-4 12,0-1 0,-1 0 1,1 0-1,-2-1 0,1 0 0,0-1 0,-1-1 1,-1 1-1,1-2 0,-1 1 0,0-1 1,-1-1-1,0 1 0,-1-1 0,0-1 0,0 1 1,-1-1-1,-1-1 0,0 1 0,0-1 0,-1 1 1,0-1-1,-1-1 0,-1 1 0,1-9-12,1 11 7,0-1-1,0 1 0,-1-1 1,-1 1-1,0-1 0,0 0 1,-1 0-1,-1 0 0,0 0 1,0 0-1,-1 0 0,0 0 1,-1 1-1,0-1 0,-1 0 1,0 1-1,-1-1 1,0 1-1,-1 0 0,0 0 1,0 1-1,-1 0 0,0 0 1,-1 0-1,0 0 0,0 1 1,-1 0-1,0 1 0,0 0 1,-1 0-1,0 1 0,0 0 1,0 0-1,-1 1 0,0 0 1,0 1-1,-8-2-6,8 4 91,0 1 0,-1 1 0,1 0-1,-1 0 1,1 1 0,-1 1 0,1 0 0,0 0 0,-1 1-1,1 0 1,1 0 0,-1 2 0,0-1 0,1 1 0,0 0-1,0 1 1,0 0 0,1 0 0,0 1 0,0 0 0,1 1-1,0-1 1,0 1 0,1 1 0,0-1 0,0 1 0,-4 10-91,5-11 1,0 2 1,0-1-1,1 0 1,1 1-1,-1 0 1,1 0-1,1 0 1,0 0-1,1 0 1,0 0-1,0 0 1,1 1 0,1 7-2,2-14-90,0 0 0,1 0 1,-1-1-1,1 1 1,0-1-1,0 0 0,0 0 1,0-1-1,1 1 1,-1-1-1,1 0 0,0 0 1,0 0-1,-1-1 1,1 0-1,0 0 0,0 0 1,0 0-1,0-1 1,0 0-1,0 0 0,1 0 1,-1-1-1,0 0 1,0 0-1,-1 0 0,1 0 1,0-1-1,0 0 0,0 0 1,-1 0-1,5-3 90,-3 1-207,0 0 0,0-1 0,0 1 1,0-1-1,-1-1 0,0 1 0,0-1 0,-1 0 0,1 0 0,-1-1 0,0 1 0,-1-1 0,0 0 0,0 0 0,0 0 0,-1 0 0,0 0 0,0-1 0,-1 1 0,0 0 0,0-1 0,-1 0 0,0 1 1,0-1-1,-1 1 0,0-1 0,0 1 0,-1-2 207,2 7-44,-1 0 0,1 0 0,0 0 0,-1 0 0,1 0-1,-1 0 1,0 0 0,0 0 0,0 0 0,0 1 0,0-1 0,0 0 0,0 1 0,0-1 0,-1 1 0,1-1 0,-1 1 0,1-1 0,-1 1 0,1 0 0,-1 0 0,0 0 0,0 0 0,1 0 0,-1 0 0,0 1 0,0-1 0,0 0 0,0 1 0,0 0 0,0-1 0,0 1-1,0 0 1,0 0 0,0 0 0,0 0 0,0 1 0,0-1 0,0 0 0,0 1 0,0-1 0,0 1 0,0 0 0,0 0 0,1 0 0,-1 0 0,0 0 0,0 0 44,-13 63-11284,14-36 5887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18.010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449 59 2697,'0'0'4561,"0"0"1273,0 0-3304,-21-2-1419,-71-6-238,82 9-675,-1 1-1,0 0 1,0 1-1,1 0 0,-1 0 1,1 1-1,0 1 0,0-1 1,1 2-1,-1-1 1,1 1-1,0 1 0,1 0 1,-1 0-1,1 0 0,1 1 1,0 0-1,0 1 1,0 0-1,1 0 0,0 0 1,1 1-1,0 0 0,1 0 1,0 0-1,-1 4-197,-5 5 130,1 2 0,1-1 0,1 1 0,1 0 0,1 1 0,0-1 0,2 1 0,1 0 0,0 0 0,2 0 0,0 0 0,1 0 0,3 9-130,1-24 6,0 0 1,0 0-1,0-1 1,1 1-1,0-1 0,0-1 1,1 1-1,0-1 1,0 0-1,0-1 1,0 1-1,1-2 0,0 1 1,-1-1-1,1 0 1,1 0-1,-1-1 1,0 0-1,1-1 0,-1 0 1,1 0-1,-1-1 1,1 0-1,-1 0 1,1-1-1,-1 0 0,0-1 1,1 0-1,-1 0 1,0 0-1,0-1 1,0-1-1,4-2-6,-1 3-25,0-1-1,-1-1 1,1 0 0,-1 0-1,-1-1 1,1-1 0,-1 1 0,0-2-1,0 1 1,-1-1 0,0 0-1,0-1 1,-1 0 0,0 0-1,-1 0 1,0-1 0,0 0 0,-1 0-1,-1-1 1,0 0 0,0 1-1,-1-1 1,0-1 0,-1 1 0,0 0-1,-1 0 1,0-1 0,0 1-1,-2-1 1,1 1 0,-2-1-1,-1-6 26,-2 8 51,-2-1-1,1 1 0,-2 1 0,1-1 1,-1 1-1,-1 0 0,0 1 0,0 0 1,0 0-1,-1 1 0,0 0 0,0 1 1,-1 0-1,0 1 0,0 0 0,0 1 1,-1 0-1,0 0 0,1 2 0,-1-1 1,0 1-1,0 1 0,0 0 0,-1 1 1,1 0-51,6 0 47,1 0 0,0 0 0,0 0 0,0 1 0,-1-1 0,1 1 1,0 0-1,0 1 0,0-1 0,0 1 0,1 0 0,-1 0 0,0 1 1,1-1-1,-1 1 0,1 0 0,0 0 0,0 1 0,0-1 0,1 1 0,-1 0 1,1 0-1,0 0 0,0 0 0,0 0 0,0 1 0,1 0 0,0-1 1,0 1-1,0 0 0,0 0 0,1 0 0,0 0 0,0 0 0,0 2-47,-1 0 16,0 1 0,1 0-1,0 0 1,0 0 0,1 0-1,0 0 1,0 0 0,1 0-1,0 0 1,0 0 0,1 0-1,0 0 1,0 0 0,1-1-1,0 1 1,0-1 0,1 0-1,0 0 1,0 0 0,1 0-1,0-1 1,0 0 0,1 0-1,-1 0 1,1-1 0,0 1-1,1-1 1,-1-1 0,1 1-1,0-1 1,0-1 0,0 1-1,1-1 1,-1 0 0,1-1-1,6 2-15,-1-2-76,1-1-1,-1 0 1,1-1-1,0 0 0,-1-1 1,1 0-1,-1-2 0,1 1 1,-1-1-1,0-1 0,0-1 1,0 0-1,-1 0 0,1-1 1,-1-1-1,-1 0 0,1-1 1,-1 0-1,-1 0 0,1-1 1,-2-1-1,1 0 0,-1 0 1,-1-1-1,1 0 0,-2 0 1,0-1-1,0 0 0,-1 0 1,-1 0-1,0-1 0,0 0 1,-2 0-1,1-1 0,-2 1 1,0-1-1,0-2 77,0 9 5,0 0 1,0 0 0,-1 0-1,0 0 1,0 0-1,0 0 1,-1 0-1,0-1 1,-1 1 0,0 0-1,0 0 1,0 0-1,-1 0 1,0 0-1,0 0 1,-1 1 0,0-1-1,0 1 1,0 0-1,-1 0 1,0 0-1,0 0 1,-1 0 0,0 1-1,0 0 1,0 0-1,0 0 1,-1 1-1,0-1 1,0 1 0,0 1-1,0-1 1,0 1-1,-5-1-5,-6 4 116,1 2 0,-1 0 0,1 0 0,0 2 0,0 0 0,0 1 0,0 0 0,1 1 0,0 1 0,0 1 0,0 0 0,1 1 0,1 0 0,-1 1 0,2 0 0,-1 1 0,1 1 0,1 0 0,0 1 0,1 0 0,0 0 0,1 1 0,1 0 0,0 1 0,1 0 0,-3 10-116,6-20 3,1-1 1,0 1-1,0 0 1,0 0-1,1 0 1,0 1-1,0-1 1,0 1 0,1-1-1,0 1 1,0-1-1,0 1 1,1 0-1,-1-1 1,1 1-1,1 0 1,-1 0 0,1-1-1,0 1 1,0 0-1,1-1 1,0 0-1,0 1 1,0-1-1,0 0 1,1 0 0,0 0-1,0 0 1,0 0-1,1-1 1,0 1-1,0-1 1,0 0 0,0 0-1,0-1 1,1 1-1,0-1 1,-1 0-1,5 2-3,5-3-132,0 1 0,0-1 0,0-1 0,0-1 0,0 0 0,0-1 0,0 0 0,0-1 0,0-1 0,0 0 0,0-1 0,-1 0 0,1-1 0,-1-1 0,-1 0 0,1 0 0,-1-2 0,0 1 0,0-2 0,-1 1 0,-1-2 0,1 1 0,-1-1 0,-1-1 0,0 0 0,0 0 0,-1-1 0,-1 0 0,0 0 0,0-1 0,-1 0 0,-1 0 0,0 0 0,-1-1 0,-1 1 0,0-1 0,0 0 1,-2 0-1,1-9 132,-3 17 5,-1 0 1,1 0-1,-1 1 1,0-1-1,-1 0 1,1 1 0,-1-1-1,0 1 1,-1 0-1,1 0 1,-1 0 0,0 1-1,0-1 1,-1 1-1,1 0 1,-1 0-1,0 0 1,0 1 0,0 0-1,0 0 1,-1 0-1,1 0 1,-1 1 0,0 0-1,0 0 1,-3 0-6,-162-20 1400,158 21-1267,-1 0 1,1 2-1,0-1 0,-1 1 0,1 1 1,0 0-1,0 1 0,0 1 0,1 0 0,-1 0 1,1 2-1,0-1 0,0 1 0,0 1 1,1 0-1,0 1 0,1 0 0,0 1 1,0 0-1,0 0 0,1 1 0,1 0 0,0 1 1,0 0-1,1 0 0,0 1 0,1-1 1,1 1-1,0 1 0,0 0-133,3-6-9,0 0 0,1 0-1,0 0 1,0 1 0,1-1 0,0 0-1,0 0 1,0 1 0,1-1 0,0 0-1,1 0 1,0 0 0,0 0 0,0 0 0,1-1-1,0 1 1,0-1 0,1 1 0,-1-1-1,1 0 1,1 0 0,-1-1 0,1 1-1,0-1 1,0 0 0,1-1 0,0 1 0,-1-1-1,1 0 1,1 0 0,-1-1 0,1 0-1,-1 0 1,1 0 0,0-1 0,0 0-1,0 0 1,0-1 0,3 0 9,163 7-3416,-77-55-7314,-80-11 3418,-16 33 5425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20.813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431 156 14547,'0'0'2079,"0"0"-1140,0 0-687,0 0 122,0 0 630,0 0-200,-25-10-161,-80-26-387,101 35-234,0 0-1,1 1 1,-1 0 0,0-1 0,0 1 0,1 1 0,-1-1 0,0 1-1,0-1 1,1 1 0,-1 0 0,1 0 0,-1 1 0,1-1-1,-1 1 1,1-1 0,0 1 0,-1 0 0,1 1 0,0-1 0,1 0-1,-1 1 1,0 0 0,1 0 0,-1-1 0,0 3-22,-6 4 119,-3 2 16,0 1 0,1 0 0,0 1 0,1 1 1,0-1-1,1 1 0,1 1 0,0 0 0,1 0 1,1 0-1,0 1 0,1 0 0,1 0 0,0 0 1,1 1-1,0 8-135,4-21 34,-1 0 0,1 1 1,0-1-1,0 0 0,0 0 0,1 1 1,0-1-1,-1 0 0,2 0 0,-1-1 1,0 1-1,1 0 0,-1-1 1,1 1-1,0-1 0,0 0 0,1 0 1,-1 0-1,0-1 0,1 1 1,0-1-1,0 0 0,-1 0 0,1 0 1,1 0-1,-1-1 0,0 1 0,0-1 1,0 0-1,1 0 0,-1-1 1,1 1-1,-1-1 0,3 0-34,159-12 447,-150 6-452,1 0 0,-1 0 0,0-2 0,0 0 0,-1-1 0,0-1 0,0 0 0,-1-1 0,-1 0 0,0-1 0,10-12 5,-17 19-11,-1-2 0,0 1 1,0 0-1,0-1 0,-1 0 0,0 0 0,0-1 0,0 1 0,-1-1 0,-1 0 0,1 1 0,-1-1 0,-1 0 0,1 0 0,-1-1 1,-1 1-1,1 0 0,-1 0 0,-1 0 0,0-1 0,0 1 0,0 0 0,-1 0 0,0 0 0,-1 0 0,-1-4 11,-5 1 76,0 0 0,-1 0 0,0 0 0,0 2 0,-1-1 0,0 1 0,-1 1-1,0 0 1,0 0 0,-1 1 0,0 1 0,0 0 0,0 1 0,-1 0 0,0 1 0,0 1-1,0 0 1,0 1 0,-1 1 0,1 0 0,-4 0-76,9 1 15,1 0-1,0 0 1,-1 0-1,1 1 1,0 1-1,0-1 1,0 1-1,0 1 1,0-1-1,0 1 1,0 1 0,1-1-1,0 1 1,0 1-1,0-1 1,0 1-1,1 0 1,-1 1-1,1 0 1,1 0-1,-1 0 1,1 0 0,0 1-1,0 0 1,1 0-1,0 0 1,0 1-1,1-1 1,0 1-1,0 0 1,1 0-1,-1 3-14,0 0 0,-1-1-1,2 1 0,-1-1 0,1 1 0,1 0 0,0 0 0,0 0 0,1 0 0,1 0 0,0-1 0,0 1 0,1 0 1,1 0-1,-1-1 0,2 1 0,-1-1 0,2 0 0,-1 0 0,1 0 0,1-1 0,0 0 0,0 0 0,1 0 1,0-1-1,0 1 0,1-2 0,0 1 0,0-1 0,1-1 0,0 1 0,0-2 0,0 1 0,1-1 0,0 0 0,9 2 1,-4-1-103,0 0-1,0-1 0,0-1 0,0-1 0,1 0 0,0-1 0,-1 0 0,1-2 0,0 0 0,0 0 0,-1-1 1,1-1-1,-1-1 0,1-1 0,-1 0 0,0 0 0,0-2 0,0 1 0,-1-2 0,0 0 0,0-1 0,-1-1 0,0 0 1,6-5 103,-14 4-25,0 0 1,-1-1 0,0 1-1,-1-1 1,0 0 0,0 0 0,-2 0-1,1 0 1,-1-1 0,-1 1-1,0 0 1,0 0 0,-1-1 0,-1 1-1,1 0 1,-2 0 0,0 0 0,0 0-1,-1 1 1,0-1 0,-1 1-1,0 0 1,-1 0 0,0 1 0,-1-1-1,1 2 1,-2-1 0,1 1-1,-7-6 25,8 4 88,-1 0 0,0 1-1,-1 0 1,0 0-1,0 1 1,-1 0-1,0 0 1,0 1-1,-1 0 1,0 0 0,0 1-1,-1 1 1,1 0-1,-1 0 1,0 1-1,-1 0 1,1 1 0,-1 1-1,1 0 1,-1 0-1,0 1 1,0 0-1,0 1 1,1 1-1,-1 0 1,0 0 0,0 1-1,1 1 1,-1 0-1,1 0 1,0 1-1,-9 5-87,3 4 13,0 1-1,1 1 0,1 0 1,0 1-1,1 1 0,1 0 1,0 1-1,2 0 0,0 1 0,1 0 1,1 1-1,0 0 0,2 1 1,0-1-1,2 1 0,0 1 1,1-1-1,2 1 0,0-1 0,1 1 1,1 0-1,2 10-12,-1-25-1,2 1 1,-1 0-1,1-1 0,1 1 0,-1-1 0,1 0 1,0 0-1,1-1 0,0 1 0,0-1 0,0 0 1,1 0-1,-1 0 0,1-1 0,1 0 0,-1 0 1,1-1-1,0 0 0,0 0 0,0 0 0,1-1 1,-1 0-1,1-1 0,-1 1 0,1-2 0,0 1 1,0-1-1,7 1 1,2 0-43,0-1 0,0 0 0,0-1 1,0 0-1,0-2 0,0 0 0,0-1 0,0 0 1,-1-1-1,1-1 0,-1-1 0,-1-1 0,5-2 43,-8 4-18,0-2 0,0 0 0,0 0 0,-1-1-1,0-1 1,-1 1 0,0-2 0,0 1 0,-1-2-1,0 1 1,-1-1 0,0 0 0,-1-1 0,0 0 0,-1 0-1,0-1 1,-1 1 0,0-1 0,-1 0 0,-1 0-1,0-1 1,-1 1 0,0-1 0,-1 0 0,0 1 0,-1-1-1,-1 0 1,0 1 0,-1-1 0,-3-10 18,2 16 19,-1 0 0,-1 0 0,1 1 0,-1-1 0,-1 1 0,1 0 1,-1 0-1,-1 1 0,1 0 0,-1 0 0,0 0 0,0 1 0,-1 0 0,1 0 0,-1 1 0,0 0 1,0 1-1,-1-1 0,1 2 0,-1-1 0,1 1 0,-1 0 0,0 1 0,0 0 0,0 0 1,-4 1-20,-4 0 25,0 0 1,1 1 0,-1 1 0,0 0 0,0 1 0,1 1 0,0 1 0,0 0 0,0 1 0,0 1 0,1 0-1,0 1 1,-10 8-26,11-7 21,1 1 1,0 0-1,0 1 0,1 1 0,1 0 0,0 0 0,0 1 0,1 0 0,1 1 0,1 0 0,0 1 1,0 0-1,1 0 0,1 0 0,1 1 0,0 0 0,1 0 0,1 0 0,1 1 0,0-1 0,1 1 0,1 12-21,1-23 0,0 0 0,0-1-1,1 1 1,0-1-1,0 0 1,0 1-1,1-1 1,0 0-1,0 0 1,0-1-1,1 1 1,-1-1-1,1 1 1,0-1-1,1 0 1,-1-1-1,1 1 1,-1-1 0,1 0-1,0 0 1,0 0-1,0-1 1,1 1-1,-1-1 1,1-1-1,-1 1 1,5 0 0,161 10-73,-158-12 31,1-1-1,0 0 0,-1-1 1,1 0-1,-1-1 1,0 0-1,0-1 0,0-1 1,-1 0-1,1-1 1,-1 0-1,0-1 0,-1 0 1,0-1-1,0-1 1,0 1-1,-1-1 0,-1-1 1,0 0-1,0-1 1,0 1-1,-2-2 1,1 1-1,-1-1 0,-1 0 1,0 0-1,-1-1 1,0 0-1,-1 0 0,-1 0 1,2-12 42,-4 20-81,0-1-1,0 1 1,0-1 0,-1 1-1,0-1 1,0 1 0,-1-1 0,0 1-1,1-1 1,-2 1 0,1 0 0,-1-1-1,0 1 1,0 0 0,0 0 0,-1 0-1,1 0 1,-1 0 0,-1 1-1,1 0 1,0-1 0,-1 1 0,0 0-1,0 0 1,0 1 0,-1 0 0,1-1-1,-1 1 1,0 1 0,0-1-1,0 1 1,0 0 0,-5-2 81,8 4-232,1 0 0,-1 0 0,1 1 0,-1-1 1,1 1-1,-1-1 0,1 1 0,-1-1 0,1 1 0,-1 0 0,1-1 1,0 1-1,-1 0 0,1 0 0,0 0 0,0 0 0,-1 0 0,1 1 0,0-1 1,0 0-1,1 0 0,-1 1 0,0-1 0,0 1 0,1-1 0,-1 1 1,0-1-1,1 1 0,0-1 0,-1 1 0,1-1 0,0 1 0,0-1 0,0 1 1,0 0-1,0-1 0,0 1 0,0-1 0,0 1 0,1-1 0,-1 1 1,1-1-1,0 2 232,-2 3-1374,1 33-7594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21.997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388 81 6145,'0'0'674,"0"0"635,0 0 3052,-23-8-1821,-75-26-1023,92 32-1347,0 0 0,0 1 0,0 0 0,0 0 0,0 0-1,0 1 1,-1 0 0,1 0 0,0 0 0,0 1 0,0 0 0,0 1-1,0-1 1,0 1 0,0 0 0,1 0 0,-1 1 0,0 0 0,1 0 0,0 0-1,0 0 1,0 1 0,0 0 0,0 0 0,1 0 0,0 1 0,0-1-1,0 1 1,1 0 0,-1 1 0,0 0-170,-4 9 208,1 0 1,0 0-1,0 1 1,2 0-1,0 0 0,1 0 1,0 1-1,2-1 1,-1 17-209,1-26 54,1 0 0,0 0-1,0 1 1,1-1 0,0 0 0,0 0 0,1 1 0,0-1 0,0 0 0,0 0 0,1 0 0,0 0 0,1 0 0,0 0-1,0-1 1,0 1 0,1-1 0,0 0 0,0 0 0,0 0 0,1 0 0,0-1 0,0 0 0,0 0 0,1 0 0,0-1-1,0 1 1,0-2 0,0 1 0,0 0 0,1-1 0,0-1 0,0 1 0,0-1 0,3 1-54,6 0 21,0 0 1,0-2-1,0 0 1,0 0 0,0-1-1,0-1 1,0-1-1,-1-1 1,1 0-1,0 0 1,6-4-22,-15 5-16,0-1-1,0 1 1,0-1 0,-1-1 0,1 1 0,-1-1-1,0 0 1,0 0 0,0-1 0,-1 0 0,0 0 0,0 0-1,0-1 1,0 0 0,-1 1 0,0-2 0,0 1-1,-1 0 1,0-1 0,0 0 0,0 1 0,-1-1-1,0 0 1,0 0 0,-1-1 0,0 0 16,0-1-9,0 1 0,-1 0 0,0 0 1,-1 0-1,0 0 0,0 0 0,-1 0 1,0 0-1,0 0 0,-1 0 0,0 1 1,0-1-1,0 1 0,-1 0 0,-1 0 1,1 0-1,-1 0 0,0 1 0,-1 0 1,1 0-1,-1 0 0,0 1 0,-1 0 1,1 0-1,-1 0 0,0 1 0,0 0 1,-1 1-1,1-1 0,-7-1 9,-1 0 30,1 0 0,-1 0 0,0 2 0,0 0-1,0 0 1,-1 2 0,1 0 0,-1 1 0,1 0 0,0 1 0,-1 1 0,1 0-1,0 1 1,-6 2-30,14-3 12,0 1 0,0-1 0,0 1-1,1 0 1,-1 1 0,1 0 0,0 0-1,0 0 1,0 1 0,0-1 0,1 2-1,0-1 1,0 0 0,0 1 0,1 0-1,-1 0 1,2 1 0,-1-1 0,1 1-1,0-1 1,0 1 0,0 0 0,1 0-1,0 1 1,1-1 0,0 0 0,0 0-1,0 1 1,1-1 0,0 1-12,1-2 14,-1-1 0,1 1 0,0-1 0,1 1 0,-1-1 0,1 1-1,0-1 1,1 0 0,-1 0 0,1 0 0,0 0 0,0-1 0,1 1 0,-1-1 0,1 0 0,0 0 0,0 0 0,0 0 0,1-1 0,-1 1 0,1-1 0,0-1-1,0 1 1,0 0 0,0-1 0,0 0 0,1 0 0,-1-1 0,1 0 0,1 1-14,174 15 55,-171-17-71,1-1 0,-1 0 0,-1 0 0,1-1-1,0 0 1,0 0 0,-1-1 0,1-1 0,-1 1 0,0-2-1,0 1 1,0-1 0,-1-1 0,1 1 0,-1-1-1,-1-1 1,1 0 0,-1 0 0,0 0 0,-1-1 0,0 0-1,0 0 1,0 0 0,-1-1 0,-1 0 0,1 0 0,-1 0-1,-1-1 1,0 1 0,0-1 0,-1-2 16,0 4-8,0 0 0,-1-1-1,0 1 1,-1-1 0,0 1 0,0-1 0,-1 1 0,0 0-1,0-1 1,-1 1 0,0 0 0,-1 0 0,0 0 0,0 0-1,-1 0 1,1 1 0,-2-1 0,1 1 0,-1 0 0,0 0 0,-1 1-1,1 0 1,-1 0 0,0 0 0,-1 0 0,0 1 0,1 0-1,-2 1 1,1-1 0,0 2 0,-1-1 0,0 1 0,0 0-1,-2-1 9,2 3 10,0 1 0,-1 0-1,1 0 1,0 0-1,0 1 1,0 0-1,0 1 1,0 0-1,0 0 1,0 1-1,1 0 1,-1 0 0,1 0-1,0 1 1,0 0-1,0 1 1,0 0-1,1 0 1,0 0-1,0 1 1,0 0-1,1 0 1,-1 0 0,1 1-1,1-1 1,0 1-1,0 1 1,0-1-1,1 0 1,0 1-1,0 0 1,-1 5-10,3-7 0,0 0 0,0 0 0,0 0 0,0 0 0,1 0 0,0 1 0,1-1 0,-1 0 0,1 0 0,0 0 0,1 0 0,0 0 0,-1 0 0,2 0 0,-1-1 0,1 1 1,0-1-1,0 0 0,0 1 0,1-1 0,0-1 0,0 1 0,0-1 0,0 1 0,1-1 0,0 0 0,0-1 0,0 1 0,0-1 0,1 0 0,-1 0 0,1-1 0,-1 1 0,1-1 0,0-1 0,5 2 0,3 2-56,0 0 0,0-1 0,0 0 0,1-1 0,-1-1 0,1 0 1,0-1-1,0 0 0,-1-2 0,1 0 0,0 0 0,-1-1 0,1-1 0,-1 0 0,1-1 0,-1-1 0,-1 0 0,1-1 0,-1-1 0,0 0 0,0 0 0,-1-1 0,0-1 0,1-1 56,-10 6-6,-1 0 1,1 0-1,0 0 0,-1 0 0,0 0 1,0-1-1,0 1 0,-1-1 0,1 1 0,-1-1 1,0 0-1,-1 0 0,1 1 0,-1-1 0,0 0 1,0 0-1,0 0 0,-1 1 0,1-1 1,-1 0-1,-1 0 0,1 1 0,0-1 0,-1 1 1,0-1-1,0 1 0,-1 0 0,1 0 0,-1 0 1,0 0-1,0 0 0,0 0 0,0 1 1,-3-2 5,-4-5 7,0 1-1,-1 0 1,-1 0 0,1 1 0,-2 1 0,1 0 0,-1 0 0,1 2 0,-2-1 0,1 2 0,-6-2-7,7 2 89,-1 0-1,0 0 0,0 1 1,0 1-1,0 0 0,0 1 1,-1 0-1,1 1 0,0 1 1,0 0-1,-1 1 0,1 0 1,0 1-1,0 0 0,1 1 1,-1 1-1,1 0 0,0 0 1,0 1-1,0 1 0,1 0 1,0 1-1,1 0 0,-1 0 1,1 1-1,1 1 0,0-1 1,0 2-1,0 1-88,8-8-86,0 0 0,0 0 0,0 0 0,1 0 0,-1 0 0,1 0 0,0 0-1,0 0 1,1 0 0,-1 0 0,1 0 0,0 0 0,0 0 0,0 0 0,1 0 0,-1 0 0,1 0 0,0-1 0,0 1 0,0-1-1,1 1 1,-1-1 0,1 0 0,0 0 0,0 0 0,0 0 0,0-1 0,0 1 0,1-1 0,-1 0 0,1 0 0,-1 0-1,1 0 1,0 0 0,0-1 0,0 0 0,0 0 0,0 0 0,0 0 0,0-1 0,0 1 0,0-1 0,0 0 0,1-1 86,47 14-6224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24.378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233 1 6793,'0'0'1271,"0"0"2421,0 0-2156,0 0-1069,0 0 272,-17 25 1041,-2 2-1259,9-15-310,1 1 0,0 0-1,1 0 1,0 1 0,1 0 0,1 1-1,0-1 1,1 1 0,0 0 0,-1 14-211,2-20 129,1-1 1,0 1-1,0 0 1,1 0 0,0 0-1,0 0 1,1 1-1,1-1 1,-1 0-1,1 1 1,1-1 0,0 0-1,0 0 1,1 0-1,0 0 1,1 0 0,0 0-1,0 0 1,1-1-1,0 1 1,0-1-1,1 0 1,0 0 0,0-1-1,1 1 1,0-1-1,1-1 1,-1 1-1,1-1 1,0 0 0,1 0-130,3-3 13,1-1 0,-1 1 1,1-2-1,0 0 1,-1 0-1,1-1 1,0 0-1,0-1 0,-1-1 1,1 0-1,-1 0 1,1-1-1,-1 0 1,0-1-1,0-1 0,0 0 1,-1 0-1,0-1 1,0 0-1,0-1 1,-1 0-1,0 0 0,0-1 1,0 0-1,-1-1 1,-1 0-1,0 0 1,0 0-1,0-1 1,-1 0-1,-1-1 0,0 1 1,0-1-1,-1 0 1,0 0-1,-1-1 1,-1 1-1,1-1 0,-2 1 1,0-1-1,0 0 1,-1-6-14,-1 9 10,-1 0-1,0 0 1,0 0 0,-1 1 0,0-1 0,-1 1 0,0 0-1,0 0 1,0 0 0,-1 0 0,0 1 0,-1-1 0,0 2-1,0-1 1,0 0 0,-1 1 0,0 0 0,0 1 0,-1 0 0,0 0-1,1 0 1,-2 1 0,-4-2-10,-4-2 25,0 1 0,-1 1 0,1 0 1,-2 1-1,1 1 0,0 1 0,-1 0 0,1 2 0,-1 0 0,0 1 0,-2 1-25,11 2 26,0 0-1,0 1 1,1 0-1,-1 1 1,1 0-1,0 0 1,0 1-1,1 0 1,0 1-1,0-1 1,1 2-1,-1-1 1,1 1-1,1 0 1,0 1-1,0-1 1,1 1-1,0 0 1,0 1-1,1-1 0,0 1 1,1 0-1,0 0 1,0 0-1,1 0 1,1 0-1,0 1 1,0-1-1,1 1 1,0-1-1,1 0 1,0 1-1,0-1 1,1 0-1,1 0 1,0 0-1,0 0 1,1 0-1,0 0 0,1-1 1,0 0-1,0 0 1,1 0-1,0-1 1,1 0-1,0 0 1,0 0-1,0-1 1,4 2-26,0-2-9,0-1 1,0 0 0,1-1-1,0 0 1,0-1 0,0 0-1,1-1 1,-1 0 0,1-1-1,0-1 1,-1 0 0,1 0-1,0-1 1,0-1 0,0 0-1,-1-1 1,1 0 0,-1-1-1,1-1 1,-1 0 0,0 0-1,0-1 1,-1-1 0,1 0-1,-1 0 1,0-1 0,-1-1-1,0 0 1,0 0 0,-1-1-1,0 0 1,5-7 8,-11 9-23,0 0 1,0 0-1,0 0 1,-1-1-1,0 1 1,-1-1-1,0 1 1,0-1-1,0 0 0,-1 1 1,0-1-1,-1 0 1,1 0-1,-2 1 1,1-1-1,-1 1 1,0-1-1,-1 1 0,1 0 1,-1 0-1,-1 0 1,0 0-1,0 0 1,0 1-1,0 0 1,-1 0-1,0 0 0,-1 0 1,1 1-1,-5-3 23,-3-4 53,0 1-1,-1 0 0,0 1 0,0 1 0,-1 1 0,-1 0 0,1 0 1,-1 2-1,-1 0 0,1 1 0,-1 0 0,0 1 0,-5 1-52,16 2 49,-1 0 0,1 0-1,-1 1 1,0 0 0,1 0 0,-1 1-1,1 0 1,-1 0 0,1 1 0,0 0-1,-1 0 1,1 0 0,0 1-1,0-1 1,0 1 0,1 1 0,-1-1-1,1 1 1,0 0 0,0 1-1,0-1 1,0 1 0,1 0 0,0 0-1,0 0 1,0 1 0,0-1-1,1 1 1,0 0 0,0 0 0,1 0-1,-1 4-48,-6 11 52,1 1 0,0 1 0,2-1-1,1 1 1,1 0 0,1 0 0,1 1 0,1-1-1,1 1 1,1-1 0,1 0 0,2 7-52,-1-22-27,0 1 0,1-1 1,0 0-1,1 0 0,0 0 0,0-1 0,0 0 1,1 0-1,0 0 0,1-1 0,-1 1 1,1-2-1,0 1 0,1-1 0,0 0 1,-1 0-1,1-1 0,1 0 0,-1-1 1,1 0-1,-1 0 0,1-1 0,0 0 0,0 0 1,0-1-1,0 0 0,0-1 0,0 0 1,0 0-1,0-1 0,0 0 0,0-1 1,0 0-1,0 0 0,-1-1 0,1 0 1,-1 0-1,0-1 0,0 0 0,0-1 1,0 0-1,-1 0 0,1 0 0,4-7 27,-3 4-68,-2-1 0,1 0-1,-1-1 1,0 0 0,-1 0 0,0-1-1,-1 1 1,0-1 0,-1 0-1,0-1 1,-1 1 0,0-1 0,0 1-1,-2-1 1,1 0 0,-1 0 0,-1 0-1,0 0 1,-1 0 0,-1 0-1,-1-10 69,1 15-9,1-1 1,-1 0-1,-1 0 0,1 1 0,-1-1 0,-1 1 0,1 0 0,-1 0 0,-1 0 0,1 0 0,-1 1 0,0-1 1,-1 1-1,1 1 0,-1-1 0,0 1 0,-1 0 0,1 0 0,-1 1 0,0 0 0,0 0 0,-1 1 0,1-1 1,0 2-1,-1-1 0,0 1 0,0 0 0,0 1 0,0 0 0,0 0 0,0 0 0,-2 1 9,-51 33-2329,36 9-3393,11-8-2914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10.51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3007 1312 6001,'0'0'2019,"0"0"2646,0 0-2337,0 0-1378,0 0-61,0 0 104,-11 6-210,11-6-786,-35 26 654,82-10 1222,38-16-1580,1-4 1,-1-3 0,0-4-1,10-6-293,105-5-2462,-134 20-2346,1 1-4388,-43 1 6604</inkml:trace>
  <inkml:trace contextRef="#ctx0" brushRef="#br0" timeOffset="638.881">3212 1796 2785,'0'0'4645,"0"0"837,0 0-3140,0 0-1565,0 0-28,0 0 75,21-14-176,68-44-417,-87 56-229,1 0 1,-1 0 0,1 0-1,0 1 1,-1-1-1,1 1 1,0 0 0,0 0-1,0 0 1,0 0 0,0 0-1,0 1 1,0-1-1,0 1 1,1 0 0,-1 0-1,0 0 1,0 0 0,0 0-1,0 1 1,0-1-1,0 1 1,0 0 0,0 0-1,0 0 1,0 1 0,0-1-1,0 0 1,-1 1-1,1 0 1,-1 0 0,1 0-1,-1 0 1,0 0 0,0 0-1,0 1 1,0-1 0,0 1-1,0-1 1,0 1-1,-1 0 1,0 0 0,1-1-1,-1 2-2,24 122 59,-25-125-59,-1 185-80,-1-179 41,-2 0 0,1 0-1,-1-1 1,0 1 0,-1-1 0,1 0-1,-1 0 1,0 0 0,-1-1-1,1 0 1,-1 0 0,0 0 0,-1-1-1,1 0 1,-1 0 0,0 0 0,0-1-1,0 0 1,0 0 0,0-1-1,-1 0 1,1-1 0,-1 1 0,1-1-1,-1-1 1,0 1 0,1-1-1,-1 0 1,0-1 0,1 0 0,-1 0-1,1-1 1,-4-1 39,9 2 23,0 1 0,0-1 0,0 0-1,0 0 1,0 0 0,0 0 0,0 0 0,0 0 0,1-1 0,-1 1-1,0-1 1,1 1 0,-1-1 0,1 1 0,0-1 0,-1 0 0,1 0-1,0 0 1,0 0 0,0 0 0,0 0 0,1 0 0,-1 0-1,1 0 1,-1 0 0,1 0 0,-1 0 0,1 0 0,0-1 0,0 1-1,0 0 1,0 0 0,1 0 0,-1 0 0,1 0 0,-1-1 0,1 1-1,0 0 1,-1 0 0,1 0 0,0 1 0,0-1 0,1 0 0,-1 0-1,0 0 1,1 1 0,-1-1 0,1 1 0,-1-1 0,1 1 0,0-1-1,-1 1 1,1 0 0,0 0 0,0 0 0,0 0 0,0 0-1,0 0 1,1 0-23,19-6 67,0 0-1,0 0 1,0 2 0,1 1-1,-1 1 1,1 1-1,0 1 1,0 1 0,0 1-1,3 1-66,192-20 1195,-144-12-3270,-25 1-4944,-16 4-440</inkml:trace>
  <inkml:trace contextRef="#ctx0" brushRef="#br0" timeOffset="2433.891">5399 858 5129,'0'0'1428,"0"0"-303,0 0 1060,0 0-903,25-5-618,76-13-33,-100 17-574,1 1 0,0-1 0,0 1 0,-1 0 0,1 0 0,0 0 0,0-1 0,0 2 0,-1-1 0,1 0 0,0 0 0,0 1 0,-1-1 0,1 1 0,0-1 1,-1 1-1,1-1 0,0 1 0,-1 0 0,1 0 0,-1 0 0,1 0 0,-1 0 0,0 1 0,1-1 0,-1 0 0,0 0 0,0 1 0,0-1 0,0 1 0,0-1 0,0 1 0,0 0 0,0-1 0,-1 1 0,1 0 0,-1-1 0,1 1 0,-1 0 0,0 1-57,2 5 353,11 228 3660,-13-215-3878,-1 1 0,-1-1 1,0 0-1,-2 0 0,-1 0 1,0 0-1,-2-1 0,0 0 0,-1 0 1,-1-1-1,-5 8-135,11-26-49,-1 0 0,1 0 0,-1 0 0,1 0 0,-1 0 0,1-1 0,-1 1 0,0-1 0,1 0 0,-1 0 0,0-1 0,1 1 0,-1-1 1,1 1-1,-1-1 0,1 0 0,-1-1 0,1 1 0,0-1 0,-1 1 0,1-1 0,0 0 0,0 0 0,0 0 0,1-1 0,-1 1 0,0-1 0,1 1 0,-1-1 0,1 0 0,0 0 0,0 0 0,0 0 0,1 0 0,-1-1 0,1 1 0,-1 0 0,1-1 0,0-2 49,-6-6-50,0 1 0,1-1 0,0 0 1,1-1-1,1 1 0,0-1 0,1 0 0,0 0 0,1-1 0,0 1 0,1-10 50,55 28 531,12 35 1131,-55-31-1584,1-1-1,1 0 1,-1-1 0,1 0 0,1-1-1,-1-1 1,1 0 0,0 0-1,0-2 1,0 0 0,1 0 0,-1-1-1,6-1-77,52-2-4575,-44-2-1675</inkml:trace>
  <inkml:trace contextRef="#ctx0" brushRef="#br0" timeOffset="2800.62">6010 1018 7162,'0'0'8275,"0"0"-3828,0 0-3061,0 0-906,0 0 101,0 0 530,-1 17-380,-5 112-168,6-128-553,1 0 1,-1-1-1,1 1 0,0 0 0,-1-1 1,1 1-1,0 0 0,-1-1 1,1 1-1,0-1 0,0 1 0,0-1 1,-1 1-1,1-1 0,0 0 1,0 0-1,0 1 0,0-1 0,0 0 1,0 0-1,0 0 0,0 0 1,-1 0-1,1 0 0,0 0 1,0 0-1,0 0 0,0 0 0,0-1 1,0 1-1,0 0 0,0-1 1,-1 1-1,1-1 0,0 1 0,0-1 1,0 1-1,-1-1 0,1 1 1,0-1-1,-1 0 0,1 1 0,-1-1 1,1 0-1,0 1 0,-1-1 1,0 0-1,1 0 0,-1 0 0,1 0 1,-1 1-1,0-1 0,1 0-10,0-3 17,0 1-1,0 0 0,0 0 0,0 0 0,-1-1 1,1 1-1,-1 0 0,0 0 0,0-1 0,0 1 0,0 0 1,0-1-1,-1 1 0,1 0 0,-1-1 0,0 1 1,0 0-1,-1 0 0,1 0 0,0 0 0,-1 0 1,0 0-1,0 0 0,0 1 0,0-1 0,0 1 1,0-1-1,-1 1 0,1 0 0,-1 0 0,0 0 0,1 0 1,-1 0-1,0 1 0,0-1 0,0 1 0,0 0 1,-1 0-1,1 0 0,0 0 0,0 0 0,-1 1 1,-1-1-17,4 1-506,29 11-11383,-6-11 3499</inkml:trace>
  <inkml:trace contextRef="#ctx0" brushRef="#br0" timeOffset="3199.837">6353 860 7514,'0'0'8444,"0"0"-5443,0 0-2228,0 0-375,0 0 753,-2 23 82,-8 191-245,10-210-982,-1 1-1,2-1 1,-1 0-1,0 1 1,1-1-1,0 0 1,0 0-1,0 1 1,0-1-1,1 0 1,0 0-1,-1 0 1,1 0-1,1-1 1,-1 1-1,1 0 1,-1-1-1,1 0 1,0 1-1,0-1 0,1 0 1,-1-1-1,1 1 1,-1-1-1,1 1 1,0-1-1,0 0 1,0 0-1,0-1 1,0 1-1,0-1 1,0 0-1,0 0 1,1 0-1,-1-1 1,0 0-1,1 0 1,-1 0-1,1 0 1,-1 0-1,0-1 1,1 0-1,-1 0 1,0 0-1,1 0-5,3-3 0,0 0 0,0 0 0,0 0 0,-1-1 1,1 0-1,-1 0 0,0-1 0,-1 0 0,1 0 0,-1-1 0,-1 0 0,1 0 0,-1 0 0,0-1 1,-1 1-1,0-1 0,0 0 0,0-1 0,-1 1 0,-1 0 0,1-1 0,-1 0 0,-1 0 0,0 1 1,0-1-1,0 0 0,-1 0 0,-1 0 0,1 0 0,-2 0 0,1 0 0,-1 1 0,0-1 0,-1 1 1,0-1-1,0 1 0,-1 0 0,0 0 0,-1 0 0,-4-6 0,-1 4 71,0 0-1,0 0 0,-1 2 1,-1-1-1,1 1 1,-1 1-1,-1 0 1,1 0-1,-1 2 1,0-1-1,-1 2 1,1 0-1,-1 0 1,0 1-1,0 1 1,0 0-1,0 1 1,0 1-1,0 0-70,9 0-51,0 1 0,1 0 0,-1 0 0,1 0 1,0 0-1,-1 1 0,1 0 0,0 0 0,0 0 0,0 0 0,0 1 0,0-1 0,1 1 0,-1 0 1,1 0-1,0 0 0,-1 1 0,1-1 0,1 1 0,-1 0 0,1-1 0,-1 1 0,1 0 0,0 1 1,0-1-1,1 0 0,0 1 0,-1-1 0,1 0 0,0 3 51,1-3-510,-1 1-1,1-1 1,-1 0 0,1 1-1,1-1 1,-1 1-1,0-1 1,1 0 0,0 1-1,0-1 1,1 0 0,-1 0-1,1 0 1,0 0-1,0 0 1,0 0 0,0 0-1,1-1 1,-1 1 0,4 2 510,23 18-8061</inkml:trace>
  <inkml:trace contextRef="#ctx0" brushRef="#br0" timeOffset="3800.956">6677 0 6313,'0'0'1717,"0"0"2809,0 0-2116,0 0-1150,0 0-328,0 0-196,-8 14 3,5-9-671,0 0 48,-1 0-1,1 0 1,1 0 0,-1 0-1,1 0 1,0 0-1,0 1 1,0-1-1,1 1 1,0 0-1,0-1 1,1 1-1,-1 0 1,1 0-1,0-1 1,1 1 0,-1 0-1,1-1 1,1 1-1,-1 0 1,1-1-1,0 2-115,27 53 711,3-2-1,2-1 1,2-2 0,13 11-711,129 222 553,-150-202-427,-4 0 0,-4 2-1,-3 1 1,-4 0 0,-4 1 0,-4 0 0,-5 0 0,-2 0 0,-5 0 0,-4-1 0,-22 85-126,29-131 64,-3 1-1,-1-1 0,-2 0 0,-2-1 1,-2-1-1,-2 0 0,-1 0 1,-3-2-1,-1 0 0,-1-2 0,-2 0 1,-2-2-1,-11 11-63,34-42-9,0 0 0,-1-1-1,0 1 1,1-1 0,-1 0-1,0 0 1,-1 0 0,1-1 0,0 1-1,-1-1 1,1 0 0,-1-1-1,0 1 1,0-1 0,1 1 0,-1-2-1,0 1 1,0 0 0,0-1-1,0 0 1,0 0 0,0-1 0,0 1-1,-1-1 10,-5-19-1393,12-25-1481,11-8-3966,13 5-1980</inkml:trace>
  <inkml:trace contextRef="#ctx0" brushRef="#br0" timeOffset="1636.972">4710 660 6545,'0'0'7467,"0"0"-4079,0 0-1689,-3 23 245,-38 320 2857,40-303-4730,-1-20-110,0 1-1,2-1 1,1 0 0,0 1-1,1-1 1,2 0 0,0 0 0,0 0-1,2-1 1,1 0 0,5 11 39,-12-30-150,1 0 0,-1 0-1,0-1 1,0 1 0,0 0 0,1-1 0,-1 1 0,0 0 0,0 0-1,1 0 1,-1-1 0,0 1 0,1 0 0,-1 0 0,0 0 0,1 0 0,-1-1-1,0 1 1,1 0 0,-1 0 0,1 0 0,-1 0 0,0 0 0,1 0-1,-1 0 1,0 0 0,1 0 0,-1 0 0,0 0 0,1 0 0,-1 0 0,0 1-1,1-1 1,-1 0 0,0 0 0,1 0 0,-1 0 0,0 1 0,1-1-1,-1 0 1,0 0 0,0 1 0,1-1 0,-1 0 0,0 0 0,0 1 0,1-1-1,-1 0 1,0 1 0,0-1 0,0 0 0,0 1 0,1-1 150,-3-34-8503,-4 4 2601</inkml:trace>
  <inkml:trace contextRef="#ctx0" brushRef="#br0" timeOffset="1889.481">4315 1107 3649,'0'0'11634,"0"0"-9297,0 0-1409,0 0-128,0 0 728,0 0-231,185 18-601,-111-31-48,8-7-640,4-3-16,15-1-104,-24 6-2977,-20 5-6441</inkml:trace>
  <inkml:trace contextRef="#ctx0" brushRef="#br0" timeOffset="-863.269">3166 683 6513,'0'0'1735,"0"0"3324,0 0-2421,-12 20-1351,0-3-952,5-7-93,1 0-1,-1 0 1,2 0-1,0 1 1,0 0 0,1 0-1,0 0 1,1 0-1,0 1 1,1-1-1,-1 12-241,0-15 107,2 1-1,-1-1 0,1 1 0,0 0 0,1-1 0,0 1 1,1 0-1,-1-1 0,2 1 0,-1 0 0,1-1 0,0 0 1,1 1-1,0-1 0,1 0 0,-1 0 0,1-1 1,1 1-1,0-1 0,0 0 0,0 0 0,1 0 0,-1-1 1,2 0-1,-1 0 0,1 0 0,0-1 0,0 0 1,0 0-1,1-1 0,0 0 0,0-1 0,0 1 0,1-1-106,3-2-22,0-1-1,0 0 0,0 0 1,0-2-1,0 1 0,0-2 0,-1 1 1,1-1-1,-1-1 0,1 0 1,-1-1-1,-1 0 0,1-1 1,-1 0-1,1-1 0,-2 0 0,1 0 1,-1-1-1,0 0 0,-1-1 1,0 0-1,0 0 0,-1-1 0,0 1 1,-1-2-1,0 1 0,0-1 1,-1 0-1,-1 0 0,0 0 1,0-1-1,-1 1 0,-1-1 0,0 0 1,-1 0-1,0 0 0,0 0 1,-1-3 22,1 8 0,0 0 1,0 0 0,0 0-1,-1 0 1,0 0 0,0 0-1,-1 0 1,0 0 0,0 0-1,-1 0 1,0 0 0,0 1-1,0-1 1,-1 1 0,0-1-1,0 1 1,-1 0 0,0 0-1,0 0 1,0 1 0,0-1-1,-1 1 1,0 0 0,0 0-1,-1 1 1,1 0 0,-1 0-1,0 0 1,0 1 0,0-1-1,-1 1 1,-4-1-1,3 0-2,-1 1 1,1 0-1,-1 1 1,1-1-1,-1 2 1,0-1-1,0 1 1,1 1-1,-1-1 0,0 2 1,0-1-1,0 1 1,0 0-1,1 1 1,-1 0-1,0 1 1,1-1-1,0 2 0,-1-1 1,1 1-1,1 0 1,-1 1-1,1 0 1,-1 0-1,1 1 1,1 0-1,-1 0 0,1 0 1,0 1-1,1 0 1,-1 0-1,1 0 1,1 1-1,-1 0 1,1-1-1,1 2 1,0-1-1,0 0 0,0 1 1,1-1-1,0 1 1,1 0-1,0 1 2,1-6-281,0 0 0,1 0 0,0 1 0,0-1 0,0 0-1,0 0 1,1 0 0,-1 0 0,1 0 0,0 0 0,0 0 0,1-1-1,-1 1 1,1-1 0,-1 1 0,1-1 0,0 0 0,1 0 0,-1 0 0,0-1-1,1 1 1,0-1 0,-1 0 0,1 0 0,0 0 0,0 0 0,0-1-1,0 1 1,0-1 0,1 0 0,0 0 281,42 10-5777</inkml:trace>
  <inkml:trace contextRef="#ctx0" brushRef="#br0" timeOffset="-382.985">3702 298 7009,'0'0'7465,"0"0"-4741,0 0-1793,0 0-136,0 0 243,0 0-446,8-8-334,-3 2-241,1 0-1,0 1 0,1 0 0,-1 0 0,1 1 1,0 0-1,0 0 0,1 0 0,-1 1 0,1 0 1,-1 1-1,1-1 0,0 2 0,0-1 0,0 1 1,0 0-1,0 1 0,0 0 0,0 0 1,8 1-17,-11 2-6,-1 0 0,0 0 1,1 1-1,-2-1 0,1 1 1,0-1-1,-1 1 0,0 0 1,1 1-1,-2-1 0,1 1 1,0-1-1,-1 1 0,0 0 1,0 0-1,0-1 0,-1 2 1,0-1-1,0 0 1,0 0-1,0 0 0,-1 0 1,0 1-1,0-1 0,-1 0 1,1 0-1,-1 0 0,0 1 1,0-1 5,1 3 5,-2 1 24,0 0 1,0 0-1,0-1 1,-1 1-1,-1-1 0,1 1 1,-2-1-1,1 0 1,-1 0-1,0-1 0,0 1 1,-1-1-1,0 0 1,0-1-1,-1 0 1,0 0-1,-6 4-29,-35 41 1376,48-49-1366,0 0-1,0 1 1,0-1 0,0 0-1,1 0 1,-1 0 0,1 1-1,0-1 1,-1 0 0,1 0-1,0 0 1,0 0 0,0 0-1,1 0 1,-1-1-1,0 1 1,1 0 0,-1 0-1,1-1 1,-1 1 0,1-1-1,0 0 1,0 1 0,0-1-1,0 0 1,0 0-1,0 0 1,0 0 0,0 0-1,0-1 1,0 1 0,0-1-1,1 1 1,-1-1 0,0 0-1,0 0 1,2 0-10,0 1 37,111 22 70,-65-21-8064,-49-2 1969</inkml:trace>
  <inkml:trace contextRef="#ctx0" brushRef="#br0" timeOffset="-1643.924">2360 869 6905,'0'0'3876,"0"0"-913,-9 28-1357,-51 181 929,23 35 1752,32-79-4229,6-157-2220,4-18-9052,-4 3 10158,-2-18-3745,-5-2 3564</inkml:trace>
  <inkml:trace contextRef="#ctx0" brushRef="#br0" timeOffset="-1395.772">2021 1252 8202,'0'0'1504,"0"0"4217,0 0-4360,0 0-761,0 0-72,0 0 696,126 0 376,-64 0-703,5-5-393,2 1-456,0-1 64,-2-4-112,19-6-392,-16-1-2097,-11-1-3616</inkml:trace>
  <inkml:trace contextRef="#ctx0" brushRef="#br0" timeOffset="-23205.51">435 187 5881,'0'0'4968,"0"0"-907,0 0-2421,0 0-1078,0 0-137,0 0 49,-21 24 455,-148 203 753,131-157-1354,3 2 0,2 2 1,4 1-1,4 1 0,2 1 0,4 1 1,4 1-1,3 1 0,3 0 0,4 0 1,3 0-1,4 1 0,8 36-328,-2-65 123,2-1-1,3 0 0,2-1 1,2 0-1,2-1 1,2-1-1,3-2 0,1 0 1,2-1-1,3-2 1,1 0-1,2-3 0,27 26-122,279 277 859,-337-343-1412,0 0-1,0 0 1,0 0-1,0 0 1,0-1 0,0 1-1,-1-1 1,1 1-1,0-1 1,0 0-1,0 1 1,-1-1 0,1 0-1,0 0 1,-1-1-1,1 1 1,-1 0-1,1 0 1,-1-1 0,0 1-1,1-1 1,-1 1-1,0-1 1,0 1-1,0-1 1,0 0 0,-1 0-1,1 1 1,0-1-1,-1 0 1,1 0-1,-1 0 554,4-4-3057,13-22-1138</inkml:trace>
  <inkml:trace contextRef="#ctx0" brushRef="#br0" timeOffset="-3949.369">682 511 7738,'0'0'959,"0"0"1725,0 0-661,0 0-442,-5 22-324,-1 2-891,2-1-1,0 1 1,1 0-1,1 1 1,1-1-1,1 0 1,2 0-1,0 0 1,2 0-1,0 0 1,2 0-1,0-1 1,6 12-366,-4-23 102,0 1 0,1-1 0,0-1-1,0 0 1,2 0 0,-1-1 0,1-1 0,1 1 0,0-2 0,0 1 0,0-2 0,1 0-1,3 1-101,-9-5 14,0 0-1,0 0 0,-1-1 0,2 0 0,-1 0 0,0 0 0,0-1 0,0 0 1,1-1-1,-1 0 0,0 0 0,1 0 0,-1-1 0,0 0 0,0-1 0,1 1 0,-1-1 1,0-1-1,-1 1 0,1-1 0,0-1 0,-1 1 0,0-1 0,1 0 0,-2 0 1,6-5-14,0-3-56,-2-1-1,1 1 1,-2-1 0,0-1 0,0 0 0,-1 0 0,-1 0 0,0-1 0,-1 0 0,-1 0 0,0 0 0,-1-1 0,-1 1 0,0-1 0,-2 0 0,1 1 0,-2-1 0,0 0 0,-1-2 56,1 7 6,-1 0-1,-1 0 1,1 0-1,-2 0 0,1 1 1,-1 0-1,-1 0 1,0 0-1,-1 0 1,1 1-1,-2 0 0,1 0 1,-1 0-1,-1 1 1,0 0-1,0 0 1,0 1-1,-1 0 0,0 1 1,0 0-1,-1 0 1,0 1-1,0 0 0,0 1 1,0 0-1,-1 1 1,1 0-1,-1 0 1,-3 1-6,5 0-127,0 1 1,0 0-1,-1 0 1,1 1-1,0 0 1,0 1-1,-1 0 1,1 0-1,0 1 1,0 0-1,0 1 1,1 0-1,-1 0 1,1 1-1,-1 0 1,1 1 0,0 0-1,1 0 1,-1 0-1,1 1 1,0 0-1,0 1 1,1-1-1,0 1 1,0 0-1,1 1 1,0 0-1,0 0 1,0 0-1,1 0 1,1 0-1,-1 1 1,1 0-1,1 0 1,0 0-1,0 0 1,0 2 126,3-7-298,0 0 1,1-1-1,-1 1 1,1 0-1,0-1 0,0 1 1,0-1-1,0 1 1,1-1-1,-1 0 0,1 0 1,0 0-1,0 0 1,0-1-1,0 1 0,0-1 1,0 1-1,1-1 1,0-1-1,-1 1 0,1 0 1,0-1-1,0 1 1,-1-1-1,1 0 0,0-1 1,0 1-1,0-1 1,0 1-1,0-1 0,0-1 1,0 1-1,4-1 298,50 5-4988</inkml:trace>
  <inkml:trace contextRef="#ctx0" brushRef="#br0" timeOffset="-3310.876">1280 138 5065,'0'0'2207,"0"0"1339,0 0-1337,0 0-524,0 0-478,0 0-458,6-8-468,-1 2-253,0 1 0,1 0 0,0 0 1,0 0-1,1 1 0,-1-1 0,1 1 0,0 1 0,0 0 1,0 0-1,0 0 0,1 1 0,-1 0 0,1 0 0,-1 1 1,1-1-1,7 1-28,-5 0 0,-7 0 0,-1 0-1,1 0 0,-1 0 0,1 0 0,-1 0 0,1 0 0,0 1 0,-1-1 0,1 1 0,0 0 1,0 0-1,-1 0 0,1 0 0,0 0 0,0 1 0,-1-1 0,1 1 0,0-1 0,-1 1 1,1 0-1,-1 0 0,1 1 0,-1-1 0,1 0 0,-1 1 0,0-1 0,0 1 0,0 0 0,0 0 1,0 0-1,0 0 0,0 0 0,0 0 0,-1 0 0,1 1 0,-1-1 0,0 1 0,0-1 1,0 1-1,0-1 0,0 1 0,0 0 0,-1-1 0,1 2 1,-2 8 93,-1 0 0,0 0 0,-1 0 1,-1-1-1,1 1 0,-2-1 0,1 0 0,-2 0 0,1 0 0,-1-1 1,-1 0-1,0 0 0,-1-1 0,0 1 0,0-2 0,0 1 0,-1-1 1,-1-1-1,-9 7-93,2-11 1629,45-37-1351,-26 31-286,0 0 0,-1 0 0,1 0 0,0 0 0,1 1 0,-1-1 0,0 1 0,1-1 1,-1 1-1,1 0 0,0 0 0,-1 0 0,1 1 0,0-1 0,0 1 0,1-1 0,-1 1 0,0 0 0,0 0 0,0 0 1,1 1-1,-1-1 0,0 1 0,1 0 0,-1 0 0,1 0 0,-1 0 0,0 1 0,1-1 0,-1 1 0,0 0 0,0 0 0,1 0 1,-1 0-1,0 1 0,0-1 0,0 1 0,0 0 0,-1 0 0,1 0 0,0 0 0,-1 0 0,1 0 0,-1 1 0,0-1 1,0 1-1,0 0 0,0 0 0,0 0 8,8 133 1043,-13-131-952,1 0 1,-1-1-1,0 1 1,-1-1-1,1 0 1,-1 0-1,1 0 1,-1 0 0,-1-1-1,1 1 1,0-1-1,-1 0 1,0 0-1,1-1 1,-1 1-1,0-1 1,0 0 0,-1-1-1,1 1 1,0-1-1,0 0 1,-1 0-1,0-1-91,-33 14-414,10 5-1569,11-1-3487,11-9-1087</inkml:trace>
  <inkml:trace contextRef="#ctx0" brushRef="#br0" timeOffset="-2727.126">563 1296 6137,'0'0'815,"0"0"-519,0 0-238,0 0 731,0 0 2385,0 0-1169,-8 4-924,-27 12-71,31-9 2419,26-1-2895,247-2 2559,128-56-3031,-339 41-411,119-12-4707,-176 32 1317,-26 27-3600,1-19 2163</inkml:trace>
  <inkml:trace contextRef="#ctx0" brushRef="#br0" timeOffset="-2062.54">907 1643 8010,'0'0'2091,"0"0"2336,0 0-2326,0 0-1233,0 0-176,0 0 375,-5 1 32,-8-2-220,44-8-637,55-10-160,-82 18-83,-1-1-18,1 0 0,0 0-1,0 0 1,0 0 0,0 1 0,0 0 0,0 0 0,0 0 0,0 0 0,1 1 0,-1-1 0,0 1 0,0 0 0,1 0 0,-1 1 0,0-1 0,0 1 0,0 0 0,1 0 0,-1 1 0,0-1 0,0 1 0,-1 0 0,1 0 0,0 0-1,-1 0 1,1 1 0,-1-1 0,0 1 0,1 0 0,-1 0 0,-1 0 0,1 1 0,0-1 0,-1 1 0,0-1 0,0 1 0,0 0 0,0 0 0,0 0 0,-1 0 0,0 0 0,1 0 19,-2 3 27,0 0-1,0-1 1,-1 1 0,1 0 0,-1-1 0,-1 1 0,1 0 0,-1-1-1,-1 0 1,1 1 0,-1-1 0,0 0 0,0 0 0,-1-1 0,1 1-1,-1-1 1,0 0 0,-1 0 0,0 0 0,1 0 0,-2-1 0,1 0-1,0 0 1,-1 0 0,0-1 0,1 1 0,-2-1 0,1-1 0,-6 3-27,11-5 173,1 0-100,0 0-58,53-26-648,-46 22 575,0 1 0,0 0 0,1 0 0,-1 1 0,1 0 0,-1 0 0,1 1 0,0 0 0,-1 0 0,1 1 0,0 0 0,0 0 0,0 1 0,-1 0 0,1 0 0,0 1 0,-1 0 0,1 0 0,-1 1 0,0 0 0,0 1 0,0-1 0,0 1 0,0 0 0,-1 1 0,0 0 0,0 0 1,0 0-1,-1 0 0,1 1 0,-1 0 0,0 0 0,-1 1 0,0-1 0,0 1 0,0 0 0,-1 0 0,0 0 0,0 1 0,-1-1 0,0 1 0,0-1 0,0 6 58,-2-8 114,0 0 0,-1 0 0,1 1 0,-1-1 0,0 0 0,0 0 0,0 0 0,-1 0 0,0 0 0,0 0 0,0 0 0,0 0 0,-1-1 0,0 1 0,0-1 0,0 0 0,-1 0 0,1 0 0,-1 0 0,0-1 0,0 1 0,0-1 0,-1 0 0,1 0 0,-1-1 0,1 1 0,-6 1-114,-4 3 174,-1-1-1,1-1 1,-1-1-1,0 0 1,-1 0 0,1-2-1,0 0 1,-1 0-1,0-2 1,1 0-1,-1 0 1,-12-3-174,26 1-256,0-1-1,0 1 0,0 0 1,0-1-1,1 1 1,-1-1-1,1 1 1,0-1-1,0 0 1,0 1-1,0-1 0,0 0 1,1 0-1,-1 0 1,1 0-1,0 0 1,0 1-1,0-1 1,0 0-1,0 0 0,0 0 1,1 0-1,0 0 1,-1 0-1,1 1 1,0-1-1,0 0 1,1 1-1,-1-1 0,1 0 1,-1 1-1,1-1 257,18-32-6041</inkml:trace>
  <inkml:trace contextRef="#ctx0" brushRef="#br1" timeOffset="17187.894">507 2834 7594,'0'0'1317,"0"0"1596,0 0-837,0 0-701,0 0-701,0 0-61,-20 4 82,-79 15 269,99-19-837,0 0-76,0 0 47,0 0 12,31-1 75,-7-4-119,0-1-1,0-1 1,0-1 0,-1-1-1,0-1 1,-1-1 0,11-7-66,18-8 97,1029-498 554,-217 171 674,16 37-1,73 22-1324,-163 8 252,-183 59-25,-263 106 3279,-284 97-3381,0-2 0,-2-2 0,-2-4 0,37-26-125,-66 44-1,0 2-1,1 0 1,1 2 0,0 1 0,0 1 0,1 2-1,-1 0 1,20 0 1,57-13-32,81-94 447,-9-3 77,-176 116-254,-1 0-2,0 0 13,0 0-133,0 0 23,0 0-87,0 0 0,0 0-4,0 0-65,0 0 31,0 0-60,0 0-54,0 0-23,0 0-415,0 0-466,0 0-700,0 0-1007,0 0-1508,0 0-2875,2-6 3495,1-4-92</inkml:trace>
  <inkml:trace contextRef="#ctx0" brushRef="#br1" timeOffset="18200.485">7530 160 9706,'0'0'2018,"0"0"3124,0 0-3068,0 0-1719,0 0-164,-4 24 271,-11 173 1373,16-193-1806,0 1-1,0-1 0,0 0 0,1 0 0,-1 0 0,1 0 1,0 0-1,0 0 0,1-1 0,-1 1 0,1-1 1,0 1-1,-1-1 0,2 0 0,-1 0 0,0 0 1,0-1-1,1 1 0,0-1 0,-1 0 0,1 0 0,0 0 1,0 0-1,0-1 0,1 1 0,-1-1 0,0 0 1,0 0-1,1-1 0,-1 1 0,0-1 0,1 0 1,-1 0-1,4-1-28,146-36 398,-147 34-386,0 0-1,-1 0 1,0-1 0,0-1 0,0 1 0,0-1 0,-1 1 0,0-2 0,0 1 0,0 0 0,0-1 0,-1 0-1,0 0 1,0-1 0,-1 1 0,0-1 0,0 1 0,0-1 0,-1 0 0,0 0 0,0-1 0,-1 1 0,0 0-1,0 0 1,-1-1 0,0 1 0,0 0 0,0-1 0,-2-4-12,-3 4 4,0 0 1,0 1-1,-1 0 1,0 0-1,0 0 0,-1 0 1,0 1-1,0 0 1,0 1-1,-1 0 0,0 0 1,0 0-1,0 1 0,0 0 1,-1 1-1,0 0 1,1 0-1,-1 1 0,0 0 1,-1 0-1,1 1 1,0 0-1,0 1 0,-4 0-4,8-2-43,0 0-1,0 1 0,-1-1 0,1 1 0,0 0 0,-1 0 0,1 1 0,-1-1 1,1 1-1,-1 1 0,1-1 0,-1 1 0,1 0 0,-1 0 0,1 0 0,0 1 1,0 0-1,0 0 0,0 0 0,0 1 0,0 0 0,0 0 0,1 0 1,-1 0-1,1 1 0,0-1 0,0 1 0,0 0 0,1 0 0,0 1 0,-1-1 1,1 1-1,1 0 0,-1-1 0,1 1 0,0 1 0,0-1 0,0 2 44,1 29-3952,6-12-2208,10-3-4915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33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7898,'0'0'3692,"0"0"-1948,0 0-758,0 0-428,3 1 58,184 6 3291,-48-18-2194,-142 29-4202,-9-3-698,-3-1-1833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34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6953,'0'0'978,"0"0"1437,0 0-341,0 0-503,0 0-280,0 0-47,17 2-82,331 5 836,-313-4-2117,13 0-1292,-17-6-3894,-13-2-2153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50.22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200 11 1360,'0'0'11185,"0"0"-6969,0 0-3044,0 0-457,0 0 42,0 0 174,-13-3-229,5 1-594,5 1-77,0 0 0,0 0 0,0 0 0,0 1 1,0-1-1,0 1 0,0-1 0,0 1 0,0 0 1,0 0-1,0 1 0,0-1 0,0 1 0,-1-1 1,1 1-1,0 0 0,1 0 0,-1 0 0,0 0 1,0 1-1,0-1 0,1 1 0,-1 0 0,1 0 0,-1 0 1,-1 2-32,-9 16 218,0 1 1,1 1-1,2 0 1,0 0-1,2 1 1,0 0-1,1 0 1,2 1-1,0 0 1,2 0-1,0 0 1,2 1-1,0-1 1,4 21-219,-4-38 32,1-1 0,1 1-1,-1 0 1,1-1 0,0 1 0,1-1 0,0 1 0,0-1-1,0 0 1,1 0 0,-1 0 0,1 0 0,1 0 0,-1-1-1,1 1 1,0-1 0,1 0 0,-1 0 0,1 0 0,0-1-1,0 0 1,0 0 0,1 0 0,-1 0 0,1-1 0,0 0-1,0 0 1,0-1 0,0 0 0,1 0 0,-1 0-1,1-1 1,-1 1 0,1-2 0,-1 1 0,1-1 0,2 0-32,-7 1 1,1-1 0,-1 0 0,1 1 1,0-1-1,-1 0 0,1 0 1,0-1-1,-1 1 0,1-1 0,-1 1 1,1-1-1,-1 0 0,1 0 0,-1 0 1,1 0-1,-1 0 0,0 0 0,0-1 1,1 1-1,-1-1 0,0 0 1,0 1-1,-1-1 0,1 0 0,0 0 1,0 0-1,-1 0 0,0-1 0,1 1 1,-1 0-1,0-1 0,0 1 1,0-1-1,0 1 0,-1-1 0,1 1 1,-1-1-1,1 1 0,-1-1 0,0 0 1,0 1-1,0-1 0,-1-1-1,3 1-7,-1 0 0,-1-1 0,1 1 0,0 0 0,-1-1 0,1 1 0,-1-1 0,0 1 0,0 0 0,-1-1 0,1 1 0,-1-1 0,1 1 0,-1 0 0,0 0 0,-1-1 0,1 1 0,0 0-1,-1 0 1,0 0 0,1 0 0,-1 1 0,0-1 0,-1 0 0,1 1 0,0-1 0,-1 1 0,1 0 0,-1 0 0,0 0 0,0 0 0,0 0 0,0 1 0,0-1 0,0 1 0,0 0 0,0 0 0,-1 0 0,1 0 0,0 1 0,-1-1 0,1 1 0,-2 0 7,2 0-61,1 1 0,0 0 0,0 0 0,0 0 0,0 0 0,0 1 0,0-1 0,0 0 0,0 1 0,0 0 0,1-1 0,-1 1 0,1 0 0,-1 0 0,1 0 0,0 0 0,-1 0 0,1 0 0,0 0 0,0 0 0,1 0 0,-1 1 0,0-1 0,1 0 0,0 1 0,-1-1 0,1 0 0,0 1 0,0-1 0,0 0 61,3 46-7006,7-36 1322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51.296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123 1 3793,'0'0'10281,"0"0"-6729,0 0-2610,0 0-531,0 0 51,0 0 68,-15 13-69,5-5-373,3-3-23,1 1 1,-1 0-1,1 0 1,0 0-1,0 0 1,1 1-1,0 0 1,0 0-1,0 1 1,1-1-1,0 1 0,1 0 1,0 0-1,0 0 1,0 2-66,-4 27 301,1 0-1,2 0 1,2 0-1,1 1 1,2-1 0,1 0-1,7 30-300,-7-58 38,1 0 0,0 0 0,1-1 0,0 1 0,0-1 0,1 0 0,-1 0 0,2 0 0,-1-1 0,1 0 0,1 0 0,-1 0 0,1-1 0,0 0 1,1 0-1,-1-1 0,1 0 0,0 0 0,0-1 0,1 0 0,-1 0 0,1-1 0,0 0 0,0-1 0,0 0 0,0 0 0,1-1 0,-1 0 0,0 0 0,1-1 0,-1-1 0,0 1 0,0-2 0,1 1 0,-1-1 0,3-2-38,-6 1 9,-1-1-1,0 1 1,0-1 0,0-1 0,0 1 0,-1-1 0,1 0-1,-1 0 1,-1 0 0,1 0 0,-1-1 0,0 1 0,0-1-1,0 0 1,-1 0 0,0 0 0,0 0 0,-1 0 0,1-1 0,-1 1-1,-1 0 1,1-1 0,-1 1 0,0-1 0,-1 1 0,1 0-1,-2-5-8,1 7 17,-1 0-1,0 0 1,0 1-1,0-1 1,0 0-1,0 1 1,-1-1-1,1 1 1,-1 0-1,0-1 0,0 1 1,0 1-1,-1-1 1,1 0-1,-1 1 1,1 0-1,-1 0 1,0 0-1,0 0 1,0 1-1,0-1 0,0 1 1,0 0-1,0 0 1,0 0-1,-1 1 1,1 0-1,0 0 1,0 0-1,-1 0 1,1 0-1,0 1 0,0 0 1,-1 0-1,1 0 1,0 0-1,0 1 1,0 0-1,1-1 1,-1 2-1,0-1 1,1 0-1,-1 1 0,1-1 1,0 1-1,0 0 1,-3 3-17,-49 97-2003,39-28-7098,13-41-1269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35.86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215 1005 6369,'0'0'7377,"0"0"-4317,0 0-1879,0 0-543,0 0 415,0 0 171,-9 0-140,44 0-932,15-2-120,-39 0-46,1 1 0,0 0 1,0 0-1,0 1 0,0 1 0,-1 0 0,1 0 0,0 1 0,-1 1 0,1 0 0,-1 1 0,0 0 0,0 1 0,7 3 14,-15-3-25,0 0 0,-1 0-1,1 0 1,-1 0-1,-1 0 1,1 1 0,-1-1-1,0 1 1,0-1-1,0 1 1,-1-1-1,1 1 1,-2-1 0,1 1-1,0-1 1,-1 1-1,0-1 1,-1 1 0,1-1-1,-1 0 1,0 0-1,0 1 1,-1-1 0,1-1-1,-1 1 1,0 0-1,0-1 1,-1 1 0,1-1-1,-1 0 1,0 0-1,0-1 1,-1 1 0,1-1-1,-1 0 1,0 0-1,1 0 1,-1 0-1,-3 0 26,-100 35 1391,107-38-958,1 0-83,0 0-3,0 0 28,32 0-234,-25-1-163,0 1-1,0-1 1,0 1-1,0 0 1,0 1-1,0 0 1,0 0-1,0 0 1,0 1-1,0 0 1,-1 0-1,1 1 1,-1 0-1,1 0 1,-1 0-1,0 1 1,0 0-1,-1 0 1,1 0-1,-1 1 1,0 0-1,1 1 23,1 2 13,0-1-1,0 2 0,-1-1 1,0 1-1,-1 0 0,1 0 1,-2 0-1,1 1 0,-2-1 1,1 1-1,-1 0 0,-1 0 0,1 1 1,-2-1-1,1 0 0,-2 1 1,1 5-13,-5-11 61,0 1 1,-1 0 0,1-1 0,-1 0 0,0 0-1,0 0 1,0-1 0,-1 0 0,0 0-1,1 0 1,-2-1 0,1 0 0,0 0-1,0 0 1,-1-1 0,0 0 0,1 0-1,-1-1 1,0 1 0,0-2 0,0 1-1,0-1 1,-5 0-62,-4 3 168,0 0-1,-1-2 1,1 1-1,-1-2 1,1 0-1,-1-2 1,1 1 0,-1-2-1,1 0 1,0-1-1,0-1 1,1 0-1,-1-1 1,-6-4-168,11-16-582,49 0-4876,-13 17-913</inkml:trace>
  <inkml:trace contextRef="#ctx0" brushRef="#br0" timeOffset="-953.342">62 583 6329,'0'0'883,"0"0"345,0 0 2317,0 0-1218,0 0-932,0 0-668,3-8 132,17-44 215,-3 11-265,-1-1 1,-2 0 0,-3-1 0,-1 0 0,-1-1 0,-3 0 0,-1-21-810,-5 513 2111,1-434-2094,1 0 0,0 0 0,1 0 0,1-1 0,0 1 0,1-1 0,0 0 0,1 0 0,0-1 0,1 1 0,1-1 0,1 1-17,-3-10-439,-5-3-9240,-3-4 1376</inkml:trace>
  <inkml:trace contextRef="#ctx0" brushRef="#br0" timeOffset="-704.463">0 836 6569,'0'0'6690,"0"0"-5066,0 0-648,0 0 329,0 0 39,0 0 352,146 5-1192,-99-5-111,5 0-313,0 0-32,-5 0 24,-3 0-128,-4 0 56,-8 0-209,0 0-1319,-10 0-3233,-9 0-2464</inkml:trace>
  <inkml:trace contextRef="#ctx0" brushRef="#br0" timeOffset="2893.779">1046 501 4281,'0'0'2296,"0"0"-789,0 0 1715,0 19-1345,10 325 4779,22-106-5005,-31-236-1272,3 9-1849,-2-16-3783,-2-11-339</inkml:trace>
  <inkml:trace contextRef="#ctx0" brushRef="#br0" timeOffset="3192.713">925 883 6425,'0'0'1366,"0"0"1217,0 0-886,0 0-817,0 0 124,0 0-136,3 8-96,-1-5-701,0 1-1,0-1 1,0 0-1,0 1 1,0-1-1,1 0 1,0 0-1,-1 0 1,1-1-1,0 1 1,0-1-1,1 1 1,-1-1-1,0 0 1,1 0-1,-1-1 1,1 1-1,0-1 1,0 0-1,-1 0 1,1 0-1,0 0 0,0-1 1,0 1-1,0-1 1,0 0-1,2 0-70,3 0 8,184 2 918,-69-19-5060,-97 10-674</inkml:trace>
  <inkml:trace contextRef="#ctx0" brushRef="#br0" timeOffset="3696.214">1725 727 5761,'0'0'4632,"0"0"-694,0 0-2284,0 0-629,-1-19-111,-7-144 1458,32 62-1684,-4 12 2951,-20 98-3585,-1 93 704,4 1 1,5-1-1,14 68-758,17-86-918,-50-79-9162,-7-5 2792</inkml:trace>
  <inkml:trace contextRef="#ctx0" brushRef="#br0" timeOffset="3950.373">1592 1056 8106,'0'0'725,"0"0"2293,0 0-937,0 0-641,0 0-33,0 0 83,15 1 166,212-18 1427,-62 2-4875,-86 8-4394,-62 5 3163,1 0-2797</inkml:trace>
  <inkml:trace contextRef="#ctx0" brushRef="#br0" timeOffset="4524.103">1913 1263 6345,'0'0'8225,"0"0"-4774,0 0-1940,0 0-365,0 0-221,0 0-195,7-9-572,-2 3-161,1 0 0,0 0-1,0 0 1,0 1-1,1-1 1,0 1 0,0 1-1,0 0 1,0 0-1,1 0 1,-1 1 0,1 0-1,0 0 1,0 1-1,0 0 1,0 0 0,1 1-1,7 0 4,-11 1-8,-1 0 1,1 1-1,0-1 0,0 1 1,-1 0-1,1 1 0,0-1 0,-1 1 1,0 0-1,1 0 0,-1 0 1,0 1-1,0 0 0,0-1 0,0 1 1,-1 1-1,1-1 0,-1 0 1,0 1-1,0 0 0,0 0 0,0 0 1,-1 0-1,1 0 0,-1 0 1,0 1-1,-1-1 0,1 1 1,-1-1-1,0 1 0,0 0 0,0 3 8,13 234-277,-41-135 152,24-105 163,0 0 1,0 0 0,-1 0 0,1-1 0,0 1 0,-1-1-1,0 0 1,1 0 0,-1 0 0,1-1 0,-1 1 0,0-1-1,0 0 1,1 0 0,-1 0 0,0 0 0,0-1-1,1 1 1,-1-1 0,0 0 0,1 0 0,-1-1 0,1 1-1,0-1 1,-1 1 0,1-1 0,-3-2-39,-34-46 67,51 47-351,218 27 285,-201-23 53,4 1 127,-1-1-1,0-2 0,0-1 0,1-1 0,-1-2 1,-1-1-1,1-1 0,2-3-180,27-41-4562,-52 33-2598</inkml:trace>
  <inkml:trace contextRef="#ctx0" brushRef="#br0" timeOffset="5816.173">3151 405 5249,'0'0'2229,"0"0"1943,0 0-1724,0 0-535,0 0-292,0 0-69,-6-5 443,5 176 790,0-107-2362,0 12-223,2-1 1,4 1 0,3-1-1,5 5-200,-1-48-284,-8-28-7016,-3-7 1930</inkml:trace>
  <inkml:trace contextRef="#ctx0" brushRef="#br0" timeOffset="6079.227">2874 887 6433,'0'0'929,"0"0"3696,0 0-3753,0 0 600,0 0 168,0 0-311,136-9-489,-86 1-336,2-1-456,2 2 48,0 3-96,1-1 48,-6 5-144,-2-2-48,5 0-1256,-15-1-2625,-5-3-2593</inkml:trace>
  <inkml:trace contextRef="#ctx0" brushRef="#br1" timeOffset="16413.415">2645 1245 5521,'0'0'1999,"0"0"1715,0 0-788,0 0-881,0 0-726,0 0-84,-3-2-15,2 1-1187,0 1 0,0 0 0,0 0 0,1 1 0,-1-1 0,0 0 1,0 0-1,0 0 0,0 0 0,0 1 0,0-1 0,1 0 0,-1 1 0,0-1 0,0 1 0,0-1 0,1 1 1,-1-1-1,0 1 0,1 0 0,-1-1 0,0 1 0,1 0 0,-1 0 0,1-1 0,-1 1 0,1 0 0,0 0 1,-1 0-1,1-1 0,0 1 0,-1 0 0,1 0 0,0 0 0,0 0 0,0 0 0,0 0 0,0 0 0,0-1 1,0 1-1,0 0 0,0 0 0,0 0 0,0 0 0,1 0 0,-1 0 0,0 0 0,1-1 0,-1 1 0,1 0 1,-1 0-1,1 0 0,-1-1 0,1 1 0,-1 0 0,1-1 0,0 1 0,-1-1 0,1 1 0,0 0 0,-1-1 1,1 1-1,0-1 0,0 1-33,1 1 33,0 1 0,0 0 0,0 0 0,1-1 0,-1 1 0,1-1 0,-1 0 0,1 0 0,0 0 0,-1 0 0,1 0 0,0-1 0,0 1 0,1-1 0,-1 0 0,0 0 0,0 0 1,1 0-1,-1 0 0,0-1 0,1 0 0,-1 1 0,0-1 0,1-1 0,-1 1 0,1 0 0,2-1-33,-6 1 125,-6-12-74,-61-30-280,65 68-5327,11-12-934</inkml:trace>
  <inkml:trace contextRef="#ctx0" brushRef="#br1" timeOffset="16998.618">2907 1292 6937,'0'0'7896,"0"0"-4980,0 0-1981,0 0-586,0 0-37,0 0-123,8-6-13,-6 3-178,0 0 1,0 1 0,0 0 0,1-1 0,-1 1 0,1 0 0,0 0 0,-1 0-1,1 1 1,0-1 0,0 1 0,0-1 0,0 1 0,1 0 0,-1 0 0,0 0-1,0 1 1,1-1 0,-1 1 0,0 0 0,0 0 0,1 0 0,-1 0-1,0 1 1,1-1 0,-1 1 0,0 0 0,0 0 0,0 0 0,1 0 0,-1 0-1,-1 1 1,1-1 0,0 1 0,0 0 0,0 0 0,-1 0 0,1 0 0,-1 1-1,0-1 1,0 1 0,0-1 0,0 1 0,0 0 0,1 2 1,-1 3 60,-1 0 1,0 1 0,0-1-1,-1 0 1,0 1-1,0-1 1,-1 1 0,0-1-1,0 0 1,-1 1-1,0-1 1,-1 0 0,0 0-1,0-1 1,-1 1-1,1-1 1,-2 1 0,1-1-1,-1 0 1,0-1-1,-1 1 1,1-1 0,-1 0-1,0 0 1,-7 4-61,17-13-63,0 0 1,-1 1 0,1-1-1,0 1 1,1 0 0,-1 1-1,0-1 1,0 1-1,1-1 1,-1 1 0,1 1-1,-1-1 1,1 1-1,-1-1 1,1 1 0,0 0-1,-1 1 1,1-1 0,-1 1-1,1 0 1,-1 0-1,0 1 1,1-1 0,-1 1-1,0 0 1,0 0 0,3 2 61,0 10 129,0 0-1,-1 0 0,-1 1 0,0 0 0,-1 0 0,-1 0 0,0 1 0,-1-1 0,-1 1 0,0-1 1,-1 1-1,-2 13-127,2-25 132,-2 0-32,0 1-1,-1-1 0,0 0 1,0 0-1,0 0 0,-1 0 1,1-1-1,-1 1 1,0-1-1,0 0 0,0 0 1,0-1-1,-1 1 1,1-1-1,-1 0 0,1 0 1,-1 0-1,0-1 0,0 1 1,1-1-1,-1 0 1,0-1-1,0 1 0,0-1 1,-1 0-100,-2 2 12,-120 19-1549,43-27-3234,49-9-1451</inkml:trace>
  <inkml:trace contextRef="#ctx0" brushRef="#br1" timeOffset="17547.208">2274 463 6729,'0'0'4840,"0"0"-2598,0 0-1092,0 0-1,0 0-73,0 0-150,3 2-227,-2-2-646,0 1-1,0-1 1,0 0 0,0 1 0,0-1 0,0 0-1,0 0 1,0 1 0,0-1 0,0 0 0,0 0 0,0 0-1,0 0 1,0-1 0,0 1 0,1 0 0,-1 0 0,0-1-1,0 1 1,0 0 0,-1-1 0,1 1 0,0-1 0,0 1-1,0-1 1,0 1 0,0-1 0,0 0 0,-1 0 0,1 1-1,0-1 1,-1 0 0,1 0 0,0 0 0,-1 0 0,1 0-1,-1 0 1,0 1 0,1-1 0,-1 0 0,0 0-1,1-1 1,-1 1 0,0 0 0,0 0 0,0 0 0,0 0-1,0 0 1,0 0 0,0 0 0,0 0 0,0 0 0,-1 0-1,1 0 1,0 0 0,-1 0 0,1 0 0,-1 0 0,1 0-1,-1 0 1,1 0 0,-1 1 0,0-1 0,0-1-53,1 1 9,-1-1 9,-1 0 0,1 0 0,-1 0 0,1 0-1,-1 1 1,0-1 0,0 0 0,0 1 0,0-1 0,0 1 0,0-1 0,0 1 0,0 0 0,0 0 0,-1 0 0,1 0 0,0 1 0,-1-1 0,1 1 0,-1-1 0,1 1-1,-1 0 1,1 0 0,-1 0 0,1 0 0,-1 0 0,1 1 0,0-1 0,-1 1 0,1-1 0,-1 1 0,1 0 0,0 0 0,0 0 0,-1 0 0,1 1 0,0-1 0,0 0 0,0 1-1,0 0 1,1-1 0,-1 1 0,0 0 0,0 0-18,1 45-4541,1-30-553</inkml:trace>
  <inkml:trace contextRef="#ctx0" brushRef="#br1" timeOffset="18151.228">2447 274 4537,'0'0'7595,"0"0"-4029,0 0-1699,0 0-361,0 0 278,0 0-818,10-14-597,-6 10-354,0-3-12,0 1 0,1 0 0,0 0 0,0 0 0,0 1 0,1 0 1,0 0-1,0 0 0,0 1 0,1 0 0,-1 0 0,1 0 0,0 1 0,0 0 0,0 1 1,1-1-1,-1 1 0,1 0-3,-4 1-6,0-1 0,0 1 0,0 0 0,0 0 0,0 0 0,0 0 0,0 1 0,0-1 1,0 1-1,0 0 0,0 0 0,0 1 0,0-1 0,0 1 0,0 0 0,0 0 0,0 0 0,0 1 0,0-1 1,0 1-1,-1 0 0,1 0 0,-1 1 0,1-1 0,-1 0 0,0 1 0,0 0 0,0 0 0,0 0 0,-1 0 0,1 0 1,-1 1-1,0-1 0,0 1 0,0-1 0,0 1 0,1 4 6,-2-1 51,-1 1 1,1-1-1,-1 1 0,-1-1 0,1 0 1,-1 1-1,0-1 0,-1 1 0,0-1 1,0 0-1,-1 0 0,0 0 0,0 0 1,0-1-1,-1 1 0,0-1 1,0 0-1,-1 0 0,1 0 0,-1 0 1,-1-1-1,1 0 0,-1 0 0,0 0 1,-1 0-52,6-25 369,3 18-394,1-1 1,0 0-1,-1 1 0,1 0 0,0 0 1,1 0-1,-1 0 0,0 0 0,0 0 1,1 1-1,-1 0 0,1-1 1,0 1-1,-1 1 0,1-1 0,0 0 1,-1 1-1,1 0 0,0 0 0,-1 0 1,1 0-1,0 1 0,0-1 0,-1 1 1,1 0-1,-1 0 0,1 0 1,-1 1-1,1-1 0,-1 1 0,0 0 1,1 0-1,0 1 25,2 11 161,-1 0 1,0 1 0,-1-1-1,0 1 1,-1 0-1,-1 0 1,-1 1 0,0-1-1,-1 0 1,0 0-1,-1 1 1,-2 4-162,2-16 42,0 0 1,0 0-1,0 1 1,-1-1-1,1 0 0,-1-1 1,0 1-1,0 0 1,-1 0-1,1-1 0,-1 1 1,0-1-1,0 0 1,0 0-1,0 0 1,0 0-1,-1-1 0,1 1 1,-1-1-1,0 0 1,1 0-1,-1 0 0,0-1 1,0 1-1,-1-1 1,1 0-1,0 0 0,-2 0-42,-62 11-1920,9-10-4060,24-2-2057</inkml:trace>
  <inkml:trace contextRef="#ctx0" brushRef="#br1" timeOffset="18894.652">722 1692 5617,'0'0'1965,"0"0"1921,0 0-1938,0 0-1028,0 0-338,0 0 139,-9 5 106,-27 19-388,35-24-417,0 1 0,0-1-1,0 1 1,1 0 0,-1 0 0,0-1 0,1 1-1,-1 0 1,0 0 0,1 0 0,-1 0 0,1 0 0,-1 0-1,1 0 1,0 0 0,-1 0 0,1 0 0,0 0-1,0 0 1,0 0 0,0 0 0,0 0 0,0 0 0,0 0-1,0 0 1,0 0 0,0 0 0,1 0 0,-1 1-1,0-1 1,1-1 0,-1 1 0,1 0 0,-1 0-1,1 0 1,-1 0 0,1 0 0,-1 0 0,1 0 0,0-1-1,0 1 1,0 0 0,-1-1 0,1 1 0,0 0-1,0-1 1,0 1 0,0-1 0,0 1 0,0-1 0,0 0-1,0 1 1,0-1 0,0 0 0,0 0 0,0 0-1,0 0 1,0 0 0,0 0 0,0 0 0,0 0 0,0 0-1,1 0 1,-1-1 0,0 1 0,0 0 0,0-1-22,1 1 35,-1 0 1,0 1-1,1-1 1,-1 0-1,0-1 1,1 1 0,-1 0-1,0 0 1,0-1-1,1 1 1,-1 0 0,0-1-1,0 1 1,1-1-1,-1 0 1,0 1-1,0-1 1,0 0 0,0 0-1,0 0 1,0 1-1,0-1 1,0 0-1,0-1 1,0 1 0,-1 0-1,1 0 1,0 0-1,-1 0 1,1 0 0,-1-1-1,1 1 1,-1 0-1,0-1 1,1 1-1,-1 0 1,0 0 0,0-1-1,0 1 1,0 0-1,0-1 1,0 1-1,0 0 1,-1-1 0,1 1-1,0 0 1,-1-1-1,1 1 1,-1 0 0,0 0-1,1 0 1,-1-1-1,0 1-35,-3-3 58,0 2 0,0-1 0,0 0 0,-1 1-1,1 0 1,-1 0 0,1 0 0,-1 0 0,0 1 0,0 0-1,0 0 1,0 0 0,0 1 0,1-1 0,-1 1 0,0 0-1,0 1 1,-4 0-58,5-1-39,3 0-537,8 10-3617,6-2-529</inkml:trace>
  <inkml:trace contextRef="#ctx0" brushRef="#br1" timeOffset="19329.336">851 1565 5417,'0'0'2546,"0"0"2566,0 0-2718,0 0-1265,0 0 87,0 0-289,21-13-154,66-41-411,-86 52-360,0 1 0,0-1-1,0 1 1,0 0-1,0-1 1,0 1 0,0 0-1,0 0 1,0 0 0,1 0-1,-1 0 1,1 0 0,-1 0-1,0 0 1,1 0 0,-1 1-1,1-1 1,0 0 0,-1 1-1,1 0 1,0-1-1,-1 1 1,1 0 0,0 0-1,-1 0 1,1 0 0,0 0-1,-1 0 1,1 0 0,0 1-1,-1-1 1,1 0 0,-1 1-1,1 0 1,-1-1 0,1 1-1,-1 0 1,1 0-1,-1 0 1,1 0 0,-1 0-1,0 0 1,0 0 0,1 0-1,-1 0 1,0 1 0,0-1-1,0 1 1,0-1 0,-1 0-1,1 1 1,0 0 0,-1-1-1,1 1 1,-1-1-1,1 1 1,-1 0 0,1 1-2,-21 78-30,-82 78 127,101-158-76,1 0 1,-1-1 0,1 1-1,-1 0 1,1-1-1,-1 1 1,1 0-1,-1 0 1,1 0-1,0-1 1,-1 1 0,1 0-1,0 0 1,0 0-1,0 0 1,0 0-1,0-1 1,0 1-1,0 0 1,0 0-1,0 0 1,0 0 0,0 0-1,0 0 1,1-1-1,-1 1 1,0 0-1,1 0 1,-1 0-1,0-1 1,1 1-1,-1 0 1,1 0 0,-1-1-1,1 1 1,0 0-1,-1-1 1,1 1-1,0-1 1,-1 1-1,1-1 1,0 1-1,0-1 1,0 1 0,-1-1-1,1 0 1,0 1-1,0-1 1,0 0-1,0 0 1,-1 0-1,1 0 1,0 0-1,0 1 1,0-2 0,0 1-1,0 0 1,0 0-22,68-2 1568,-54 0-1408,128-43 814,-74-23-4037,-53 40-1822</inkml:trace>
  <inkml:trace contextRef="#ctx0" brushRef="#br1" timeOffset="20027.143">552 254 7802,'0'0'488,"0"0"1412,0 0-38,0 0 29,-2 21-504,-2 64-261,3-83-1035,1 0 1,0 0-1,-1 0 1,1 0-1,0 0 1,0 0-1,1 0 1,-1 0 0,0 0-1,1 0 1,-1 0-1,1 0 1,-1 0-1,1 0 1,0 0-1,0-1 1,0 1-1,0 0 1,0 0 0,0-1-1,1 1 1,-1-1-1,0 1 1,1-1-1,-1 0 1,1 1-1,0-1 1,-1 0 0,1 0-1,0 0 1,0 0-1,0-1 1,0 1-1,-1 0 1,1-1-1,0 1 1,0-1 0,0 0-1,0 1 1,0-1-1,0 0 1,0 0-1,0-1 1,0 1-1,0 0 1,0-1 0,0 1-1,0-1 1,2 0-92,2 0 475,-4 0-415,0-1 1,0 1 0,0-1 0,0 0 0,-1 0 0,1 0 0,-1 0 0,1 0-1,-1 0 1,1 0 0,-1 0 0,0-1 0,0 1 0,0-1 0,-1 1-1,1 0 1,-1-1 0,1 1 0,-1-1 0,0 0 0,0 1 0,0-1 0,0 1-1,0-1 1,0 1 0,-1-1 0,1 1 0,-1-1 0,0 1 0,0 0 0,0-1-1,0 1 1,0 0 0,0-1 0,-1 1 0,1 0 0,-1 0 0,1 0-1,-1 0 1,0 1 0,0-1 0,0 0-61,-33-1-937,7 18-4502,22-3-11</inkml:trace>
  <inkml:trace contextRef="#ctx0" brushRef="#br1" timeOffset="20493.715">737 89 6145,'0'0'4117,"0"0"165,0 0-2212,0 0-802,0 0 22,0 0 196,5-3-569,16-10-841,1 0 0,0 1 0,1 2 0,1 0 0,-1 1 0,1 1 0,18-2-76,-40 12 5,0-1 0,-1 1-1,1 0 1,-1 0-1,0 0 1,0 1 0,1-1-1,-1 0 1,0 0-1,-1 1 1,1-1 0,0 0-1,-1 1 1,1-1-1,-1 1 1,0-1-1,0 1 1,0-1 0,0 1-1,0-1 1,-1 1-1,1-1 1,-1 0 0,1 1-1,-1-1 1,0 0-1,-1 3-4,-111 289 849,115-292-826,-1 0 1,1-1 0,0 1 0,0-1-1,0 1 1,0-1 0,0 0 0,0 0-1,0 0 1,0 0 0,1 0-1,-1 0 1,0 0 0,1-1 0,-1 1-1,0-1 1,1 0 0,-1 0 0,1 0-1,-1 0 1,0 0 0,1 0 0,-1-1-1,1 1 1,-1-1 0,0 0 0,0 1-1,1-1 1,-1 0 0,0 0-1,0-1 1,0 1 0,0 0 0,0-1-1,2-1-23,172-115 407,-197 140-6371,3-6-835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42.562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1 122 4001,'0'0'5136,"0"0"546,0 0-3192,0 0-1488,0 0-702,0 0 12,7-15-39,25-47-96,-28 58-147,0 0-1,1 0 0,-1 0 0,0 1 0,1 0 0,0 0 1,0 0-1,0 0 0,0 1 0,0 0 0,1 0 0,-1 1 0,1-1 1,-1 1-1,1 0 0,-1 0 0,1 1 0,0 0 0,-1 0 1,1 0-1,1 1-29,5-1 185,-8-1-167,0 1 1,0-1-1,-1 1 0,1 0 1,0 0-1,0 0 0,0 1 1,0-1-1,0 1 0,0 0 1,-1 0-1,1 1 0,0-1 1,-1 1-1,1-1 0,-1 1 1,0 0-1,1 1 0,-1-1 1,0 0-1,0 1 0,-1 0 1,1 0-1,0 0 0,-1 0 1,0 0-1,0 0 0,0 0 1,0 1-1,0-1 0,-1 1 1,1 0-1,-1-1 0,0 1 1,0 0-1,0 0 0,-1 0 1,1 0-1,-1-1 0,0 3-18,2 23 15,-1 1-1,-1 0 1,-2-1-1,-1 1 1,-1-1-1,-2 0 0,-1 0 1,-1-1-1,-1 0 1,-1 0-1,-9 14-14,-11 34-184,15-117-928,16-45 1009,55 88 35,10 45 650,-58-39-436,1-1 0,0 0 1,0-1-1,0 0 0,0 0 0,1-1 1,0 0-1,0-1 0,1 0 1,-1-1-1,1 0 0,0 0 0,5-1-146,-2 0 149,0-1-1,0 0 0,0-1 1,1-1-1,-1 0 0,0-1 1,0 0-1,0-1 0,-1-1 1,1 0-1,-1-1 0,0-1 1,0 0-1,7-4-148,34-66-2918,-47 49-4677</inkml:trace>
  <inkml:trace contextRef="#ctx0" brushRef="#br1" timeOffset="8263.306">871 216 6081,'0'0'1811,"0"0"2160,0 0-1991,0 0-1307,0 0-314,0 0 652,0-4-129,0-10 891,0 30-879,0 32 587,12-51 2428,-14-48-4225,2 50-1285,0 1-3375,4 0 1211,9 0-3457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46.91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 0 6857,'0'0'449,"0"0"5,0 0 1328,0 0 84,0 0-881,0 0-471,-1 6 4122,8 0-4287,82 10 34,0-4-1,1-4 1,0-4 0,75-6-383,-70 1 177,-115 11-78,11-4-2128,2-4-6402,7-2 3481</inkml:trace>
  <inkml:trace contextRef="#ctx0" brushRef="#br0" timeOffset="653.798">328 321 7418,'0'0'196,"0"0"245,0 0 1203,0 0-541,0 0-652,1 5-220,11 23 797,17-97 1731,-12-60-380,-17 129-2392,0 9-28,3 336 4779,12-317-5626,12-50-7526,-15 4 311</inkml:trace>
  <inkml:trace contextRef="#ctx0" brushRef="#br0" timeOffset="2851.062">731 309 6953,'0'0'131,"0"0"-950,0 0 442,0 0 1190,-5-1-877,-13-2 9261,13 113-6595,5-110-2579,1-1-1,-1 1 1,0-1 0,0 0 0,0 1-1,0-1 1,1 1 0,-1-1 0,0 0-1,1 1 1,-1-1 0,0 1-1,1-1 1,-1 1 0,1-1 0,-1 1-1,1 0 1,-1-1 0,1 1 0,-1-1-1,1 1 1,-1 0 0,1-1-1,-1 1 1,1 0 0,0 0 0,-1 0-1,1-1 1,0 1 0,-1 0 0,1 0-1,-1 0 1,1 0 0,0 0-1,-1 0 1,1 0 0,0 0 0,-1 1-1,1-1 1,-1 0 0,1 0 0,0 0-1,-1 1 1,1-1 0,-1 0 0,1 0-1,-1 1 1,1-1 0,-1 1-1,1-1 1,-1 1 0,1-1 0,-1 0-1,1 1 1,-1-1 0,0 1 0,1 0-1,-1-1 1,0 1 0,1-1-1,-1 1 1,0-1 0,0 1 0,0 0-1,0-1 1,1 1 0,-1 0 0,0 0-23,0-3 55,1 0-1,-1 1 1,0-1 0,1 0 0,-1 1 0,0-1 0,0 0 0,0 1 0,0-1 0,-1 0 0,1 1 0,0-1 0,-1 0 0,1 1 0,-1-1-1,1 1 1,-1-1 0,0 1 0,0-1 0,0 1 0,1-1 0,-1 1 0,-1 0 0,1 0 0,0-1 0,0 1 0,0 0 0,-1 0 0,1 0 0,0 0-1,-1 0 1,1 1 0,-1-1 0,1 0 0,-1 1 0,0-1 0,1 1 0,-1-1 0,1 1 0,-1 0 0,0 0 0,1 0 0,-1 0 0,0 0-1,1 0 1,-1 0 0,0 0 0,1 1 0,-1-1 0,0 0 0,1 1 0,-1 0 0,0 0-55,-8 38-1392,27-17-4736,-5-21-147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59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5905,'0'0'1419,"0"0"1118,0 0-229,0 0-599,0 0-516,0 0-186,38-2 2090,-3 2-2563,259 0-253,-293 0-627,4 0-1176,-5 2-2970,0-2-1808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09:59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7602,'0'0'184,"0"0"4769,0 0-3345,0 0-224,0 0 25,0 0-25,0 0-176,121 24-216,-86-24-591,-3 2-393,0-2 112,-5 2-112,1 1-16,-4-1-152,3 0-617,13-2-911,-5 0-1497,-8 0-2648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0:0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0 133 6281,'0'0'1551,"0"0"1803,0 0-1472,0 0-840,0 0-314,0 0 335,15-16-150,49-52-198,-58 63-663,-1 0-1,1 1 1,0-1 0,0 1-1,1 1 1,-1-1-1,1 1 1,0 0 0,0 0-1,0 1 1,0 0-1,0 1 1,1-1 0,-1 1-1,0 0 1,1 1-1,-1 0 1,0 0 0,1 1-52,-6-1 2,1 3 2,0-1 1,-1 1-1,1 0 1,-1 1-1,0-1 1,0 0-1,0 1 1,0-1-1,0 1 1,-1-1-1,0 1 0,1 0 1,-1 0-1,-1 0 1,1 0-1,-1 0 1,1-1-1,-1 1 1,0 0-1,0 0 1,-1 0-1,1 0 1,-1 0-1,0 0 0,0 0 1,0 0-1,-1-1 1,1 1-1,-1 0-4,-7 13-37,-1 0-1,0 0 1,-1-1-1,-1-1 1,0 0-1,-1-1 1,-1 0 0,0-1-1,-1 0 1,-11 7 37,-14 14-44,41-32 90,0 0 1,0 0 0,0 0 0,0-1 0,0 1 0,1 0-1,-1-1 1,1 1 0,-1-1 0,1 0 0,0 1 0,-1-1-1,1 0 1,0 0 0,0 0 0,0 0 0,0 0-1,0-1 1,0 1 0,0 0 0,0-1 0,0 0 0,0 1-1,0-1 1,0 0 0,0 0 0,0 0 0,0 0 0,0-1-1,0 1 1,0-1 0,0 1 0,0-1 0,0 1 0,0-1-1,1-1-46,3 2 110,247-10 1409,-242 9-1836,4-2-642,-7-2-8301,-8 5-973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0:00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1736,'0'0'4376,"0"0"-3148,0 0-440,0 0 1678,0 0-612,0 0-788,14 3 319,222 0 2649,-144-18-3644,129-16 332,-73 31-3981,-137 4 480,-7 1-1955,-3 2-4123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0:01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239 2 5513,'0'0'1909,"0"0"1345,0 0-1050,0 0-470,0 0-313,0 0-348,-7-2-352,-3 6-644,0 0 0,1 0 0,-1 0 0,1 1 0,0 1 1,0 0-1,0 0 0,1 1 0,0 0 0,0 0 0,1 0 0,0 1 0,0 1 0,1-1 0,0 1 0,0 0 0,1 0 0,0 1 0,1-1 0,-2 7-77,-6 5 288,3-9-148,2 0 1,0 0-1,0 1 1,2 0 0,-1 1-1,2-1 1,-1 1 0,2 0-1,0 0 1,1 0 0,0 0-1,1 1 1,0-1 0,2 0-1,-1 1-140,5-8 40,-1 0-1,1 0 1,0 0-1,1-1 1,-1 1-1,1-1 0,0-1 1,1 1-1,0-1 1,0 0-1,0-1 1,0 0-1,0 0 1,1 0-1,0-1 0,0 0 1,0-1-1,0 1 1,0-2-1,1 1 1,-1-1-1,0 0 1,1-1-1,-1 0 0,1 0 1,7-2-40,-11 2 5,10 2-5,1 0 0,0-1 0,0 0 0,0-2 1,-1 0-1,1 0 0,0-2 0,-1 0 0,1 0 1,-1-2-1,0 0 0,0 0 0,-1-2 0,1 0 1,-1 0-1,-1-2 0,4-2 0,-16 9 13,1-1-1,-1 0 1,0 0 0,0 0 0,0 0 0,0 0-1,0 0 1,-1 0 0,1 0 0,-1 0 0,0 0-1,0 0 1,0 0 0,0 0 0,-1-1 0,1 1-1,-1 0 1,0 0 0,0 0 0,0 0 0,0 0-1,0 1 1,0-1 0,-1 0 0,0 0-1,1 1 1,-1-1 0,0 1 0,0 0 0,-1-1-1,1 1 1,0 0 0,-1 0 0,1 1 0,-1-1-1,0 0 1,1 1 0,-1 0 0,0-1 0,0 1-1,0 0 1,0 1 0,0-1 0,0 0 0,0 1-1,0 0 1,0-1 0,-1 1 0,1 1 0,0-1-1,0 0 1,0 1 0,0-1 0,-2 2-13,-5-5 67,0 1 0,0 1 1,0 0-1,0 0 1,0 1-1,0 0 0,0 1 1,0 0-1,0 1 0,0 0 1,0 0-1,0 1 1,1 0-1,-1 1 0,1 0 1,0 0-1,0 1 1,1 0-1,-1 1 0,1 0 1,-6 6-68,13-11-62,0 0 1,0 0 0,0 0-1,0 0 1,1 0 0,-1 0-1,0 0 1,1 1 0,-1-1-1,0 0 1,1 0 0,0 1-1,-1-1 1,1 0 0,0 1-1,0-1 1,-1 0 0,1 1 0,0-1-1,1 0 1,-1 1 0,0-1-1,0 0 1,0 1 0,1-1-1,-1 0 1,1 1 0,-1-1-1,1 0 1,-1 0 0,1 0-1,0 0 1,0 1 0,-1-1-1,1 0 1,0 0 0,0 0-1,0 0 1,0-1 0,0 1-1,0 0 1,1 0 0,-1-1-1,0 1 1,0 0 0,0-1 0,1 0-1,-1 1 1,0-1 0,1 1-1,-1-1 1,0 0 0,1 0-1,-1 0 1,0 0 0,1 0-1,-1 0 1,0 0 0,1-1-1,-1 1 1,0 0 61,91-5-8203,-32-10-3688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0:03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78 6305,'0'0'1719,"0"0"3712,0 0-2592,0 0-1687,0 0-603,0 0-201,9-9-16,-3 3-297,1 0 0,0 0 0,0 1 0,1 0 0,-1 0 0,1 1 0,0 0 0,0 0 0,1 0 1,-1 1-1,1 1 0,0 0 0,0 0 0,0 0 0,0 1 0,2 0-35,5 1 21,-14-2-17,1 1-1,0 1 0,0-1 1,-1 0-1,1 1 0,0-1 1,0 1-1,0 0 1,0 0-1,0 0 0,0 0 1,-1 0-1,1 1 1,0-1-1,0 1 0,0 0 1,-1 0-1,1 0 1,0 0-1,-1 1 0,1-1 1,-1 1-1,1-1 1,-1 1-1,0 0 0,0 0 1,0 0-1,0 0 1,0 0-1,0 0 0,0 1 1,-1-1-1,1 1 1,-1-1-1,0 1 0,1 0 1,-1 0-4,-3 7 44,0 1 0,-1-1 0,0 1 0,0-1 0,-1 0 0,-1 0 0,0 0 0,0-1 0,0 0 1,-1 0-1,-1 0 0,0 0 0,0-1 0,0-1 0,-1 1 0,0-1 0,-1 0 0,0-1 0,0 0 0,0 0 0,-1-1 0,1 0-44,23-12-99,0 1 0,0 0 0,1 1 1,0 1-1,0 1 0,0 0 0,0 1 0,1 0 0,-1 1 0,13 1 99,-22 5-7,-1-1 0,0 1 1,0 0-1,-1 0 0,1 1 0,-1-1 1,0 1-1,-1 0 0,1 0 1,-1 0-1,0 0 0,-1 1 0,0-1 1,0 1-1,0 0 0,-1-1 0,0 1 1,0 0-1,0 0 0,-1 0 1,0 0-1,-1 0 0,1 0 0,-2 2 7,3-6 75,-1 0 0,0 1-1,1-1 1,-1 0-1,0 0 1,-1 0 0,1 0-1,0 0 1,-1 0-1,0 0 1,0 0 0,0 0-1,0 0 1,0 0-1,0-1 1,-1 1-1,1 0 1,-1-1 0,0 1-1,0-1 1,0 0-1,0 1 1,0-1 0,-1 0-1,1 0 1,-1 0-1,1-1 1,-1 1 0,1-1-1,-1 1 1,0-1-1,0 0 1,0 0-1,0 0 1,0 0 0,0-1-1,0 1 1,0-1-1,0 0 1,0 0 0,0 0-1,0 0 1,-3-1-75,-49-5-1830,45-6-2985,3-9-4153,4 12 4452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0:03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8266,'0'0'6965,"0"0"-3619,0 0-2225,0 0-491,0 0 249,0 0 329,4 0-323,811-57 414,-707 52-1573,-62 5-4220,-45 0-614,-1 0-3574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0:04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226 1 4153,'0'0'9631,"0"0"-5570,0 0-2998,0 0-692,0 0 106,0 0 118,-16 1-396,3-1-176,8 0-21,1 0 0,-1 0 0,1 0 0,-1 0-1,1 1 1,0-1 0,-1 1 0,1 0 0,0 1 0,-1-1 0,1 1 0,0 0-1,0 0 1,0 0 0,0 0 0,1 1 0,-1-1 0,1 1 0,-1 0 0,1 0-1,-1 2-1,-10 13 126,2 1-1,0-1 0,2 2 1,0 0-1,1 0 1,1 1-1,0 0 0,2 0 1,1 1-1,0-1 0,2 1 1,0 0-1,2 0 0,0 1 1,1-1-1,2 6-125,2-19 23,-1-1-1,1 0 1,1 0 0,-1 0-1,1-1 1,1 1-1,-1-1 1,1 0-1,1-1 1,-1 0 0,1 0-1,0 0 1,1-1-1,-1 0 1,1 0 0,0 0-1,0-1 1,0-1-1,1 0 1,-1 0 0,1 0-1,0-1 1,0 0-1,0-1 1,0 0 0,0 0-1,0-1 1,0 0-1,0-1 1,0 0-1,0 0 1,0-1 0,3-1-23,-8 2-1,0 0 0,0 0 1,0 0-1,0-1 1,0 1-1,0-1 0,-1 0 1,1 0-1,-1-1 0,1 1 1,-1-1-1,0 1 1,0-1-1,0 0 0,0 0 1,0-1-1,-1 1 0,1 0 1,-1-1-1,0 0 1,0 1-1,-1-1 0,1 0 1,-1 0-1,1 0 0,-1 0 1,-1 0-1,1 0 1,0 0-1,-1-1 0,0 1 1,0 0-1,0 0 0,-1 0 1,1 0-1,-1 0 1,0-1-1,0 1 0,0 0 1,-1 1-1,0-1 0,1 0 1,-1 0-1,0 1 1,-1-1-1,1 1 0,-3-3 1,-2 2 26,0 1 0,0-1-1,0 2 1,0-1 0,-1 1-1,1 0 1,-1 0 0,0 1-1,0 0 1,1 0 0,-1 1-1,0 0 1,0 0 0,0 1-1,0 0 1,1 1 0,-1 0-1,1 0 1,-1 0 0,1 1-1,0 0 1,0 0-1,0 1 1,0 0 0,0 0-1,1 1 1,0 0 0,0 0-1,0 0 1,1 1 0,-6 6-26,8-8-190,0 1 1,0-1-1,0 1 1,0 0-1,1 0 0,0 0 1,0 1-1,0-1 1,1 0-1,-1 1 1,1-1-1,1 1 1,-1-1-1,1 1 0,0 0 1,0-1-1,0 1 1,2 3 189,9 14-4801,13-11-2858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0:01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1 1240,'0'0'4651,"0"0"-2630,0 0 1687,0 0-505,0 0-1014,0 0-758,0 3 26,14 318 4777,12-201-13861,-27-118 2540,-1-1-1027</inkml:trace>
  <inkml:trace contextRef="#ctx0" brushRef="#br0" timeOffset="316.903">0 234 6265,'0'0'1143,"0"0"867,0 0 32,0 0-926,0 0-455,0 0 284,10 31 1826,-2-28-2536,1 1 1,-1-1-1,1-1 1,-1 0-1,1 0 0,0 0 1,-1-1-1,1-1 0,0 1 1,0-1-1,0-1 1,0 0-1,0 0 0,0-1-235,18 0 514,154-11-688,-159 13-2277,-8 0-2899,-6 0-3556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0:07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1 5961,'0'0'3025,"0"0"1905,-20 19-2717,12-11-2080,-13 11 362,2 0 0,0 2 0,2 0-1,0 1 1,1 1 0,1 0 0,-7 18-495,17-34 130,1 1 0,0 0 0,0 0 0,1 0 0,0 1 0,0-1 0,1 1 0,1 0 0,-1 0 1,1 0-1,1 0 0,-1-1 0,1 1 0,1 0 0,0 0 0,0 0 0,1 0 0,0 0 0,1-1 0,-1 1 1,2-1-1,-1 0 0,1 0 0,0 0 0,1 0 0,0-1 0,0 0 0,1 0 0,3 4-130,7-3 61,1 0 0,0-1 0,0-1-1,0-1 1,1 0 0,0-1 0,0-1 0,0-1-1,0 0 1,0-1 0,1-1 0,-1-1-1,0-1 1,12-2-61,-26 3-18,1 0-1,0 0 1,-1-1 0,0 1-1,1-1 1,-1 0-1,0 0 1,0-1 0,0 1-1,0-1 1,0 0 0,-1 0-1,1 0 1,-1 0-1,0 0 1,0-1 0,0 0-1,0 1 1,-1-1-1,0 0 1,1-1 0,-1 1-1,-1 0 1,1 0-1,-1-1 1,1 1 0,-1-1-1,-1 0 1,1 1 0,0-1-1,-1 1 1,0-1-1,0 0 1,-1 1 0,1-1-1,-1 0 1,0 1-1,-1-1 19,-1-1 17,-1 1-1,0-1 0,0 1 1,-1 0-1,1 1 0,-1-1 1,0 1-1,0 0 0,-1 0 1,1 0-1,-1 1 0,0 0 1,0 0-1,0 0 0,0 1 1,-1 0-1,1 0 0,-1 1 1,1 0-1,-1 0 0,1 0 1,-1 1-1,0 0 0,1 0 1,-1 1-1,1 0 0,-1 0 1,-2 1-18,8-2 14,-5 0-34,1 0 1,-1 0 0,0 1-1,0-1 1,1 2-1,-1-1 1,1 1 0,-1-1-1,1 1 1,-1 1-1,1-1 1,0 1 0,0 0-1,0 0 1,1 1-1,-1-1 1,1 1 0,0 0-1,0 0 1,0 1 0,0-1-1,1 1 1,0-1-1,0 1 1,0 0 0,0 1-1,1-1 1,0 0-1,0 1 1,0-1 0,1 1-1,0-1 1,0 1-1,0 6 21,3-10-341,1 1 0,-1-1 0,1 0 0,0 0 1,0 0-1,0 0 0,0 0 0,0 0 0,0-1 0,1 0 0,-1 1 0,0-1 0,1-1 0,-1 1 0,1 0 0,-1-1 0,1 0 0,-1 1 0,1-1 0,-1-1 0,1 1 0,-1-1 0,1 1 0,-1-1 0,1 0 0,-1 0 0,0 0 341,13 0-2663,36-3-5597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0:06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55 298 6529,'0'0'1966,"0"0"1772,0 0-2085,14-19-1088,105-142-95,-80 82-273,-33 41 2940,-6 37-2117,0 1-153,-1 4-294,-12 35 89,3 0 0,1 1 0,2 0 0,2 0 0,1 0 0,2 1 0,2 0 0,5 39-662,36 10-121,-2-77-5330,-31-13-513</inkml:trace>
  <inkml:trace contextRef="#ctx0" brushRef="#br0" timeOffset="469.026">379 96 6569,'0'0'5548,"0"0"-3605,0 0-1485,0 0-34,0 0 293,24-4-186,165-16-283,-186 24-205,0 0-1,-1-1 0,0 1 1,0 0-1,0 0 0,-1 0 1,1 0-1,-1 0 0,0 1 1,0-1-1,-1 0 1,1 1-1,-1-1 0,0 0 1,0 1-1,0-1 0,-1 0 1,1 1-1,-1-1 1,0 0-1,0 1 0,-1-1 1,1 0-1,-1 0 0,0 0 1,-1 1-43,-124 169 1449,62-98-863,66-74-578,-1 0-1,0-1 1,1 1 0,0-1 0,-1 1 0,1 0-1,0-1 1,0 0 0,0 1 0,0-1 0,0 0-1,0 1 1,1-1 0,-1 0 0,0 0-1,0 0 1,1 0 0,-1 0 0,1 0 0,-1 0-1,1-1 1,-1 1 0,1 0 0,0-1 0,-1 0-1,1 1 1,0-1 0,-1 0 0,1 0 0,0 1-1,-1-1 1,1-1 0,0 1 0,-1 0 0,1 0-1,0-1 1,-1 1 0,1-1 0,0 1-1,-1-1 1,1 0 0,-1 1 0,1-1 0,-1 0-1,1 0-7,8 0 115,220-12 631,-181 11-2748,-48 2-977,-1 1-2804,0 4-670</inkml:trace>
  <inkml:trace contextRef="#ctx0" brushRef="#br0" timeOffset="900.564">1 647 5281,'0'0'1107,"0"0"-584,0 0-332,0 0 349,0 0 1468,0 0-41,10 5-615,20 3-800,1-2 1,0-1-1,-1-2 0,1 0 0,0-3 0,1 0 0,-1-2 0,-1-1 0,1-2 0,0-1 0,1-1-552,71-9 638,187-8 163,-228 22-4334,0 2-3752,-59 0 2506,-2 2 2912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0:05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0 5025,'0'0'2786,"0"0"2838,0 0-2609,0 0-1963,0 0-712,0 0 90,3 22 686,11 291 2742,-13-131-2781,6-189-6153,-16-66-6203,-7 37 6384</inkml:trace>
  <inkml:trace contextRef="#ctx0" brushRef="#br0" timeOffset="211.449">0 358 6361,'0'0'4745,"0"0"-2848,0 0-681,0 0-120,0 0-7,0 0 295,0 0-344,89 32-504,-47-32-160,5 0-264,3-5-64,2-4-96,19-4-784,-9 2-1192,-8 0-4642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0:08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1645 6041,'0'0'1787,"0"0"2236,0 0-1634,0 0-1455,0 0-487,0 0 149,14 4 52,256 12 3155,2-24-3134,-270 8-3082,-2 1-2664,-2 4-2049</inkml:trace>
  <inkml:trace contextRef="#ctx0" brushRef="#br0" timeOffset="328.716">119 1892 6361,'0'0'1565,"0"0"2252,0 0-1853,0 0-704,26 1-206,265-17 1350,-82-15-4125,-208 31-2419,-3-1-1221,-6-1 1767</inkml:trace>
  <inkml:trace contextRef="#ctx0" brushRef="#br0" timeOffset="5481.476">1266 1201 6081,'0'0'1814,"0"0"2250,0 0-1953,0 0-912,0 0 49,0 0 136,5-3-316,14-17-713,0 0-1,-2-1 0,0 0 0,-2-1 1,0-1-1,-1-1 0,-2 0 1,0-1-1,-2 0 0,2-7-354,-2 7 84,16-48 167,0 4 209,-31 128-187,-25 92 575,8-48 29,5 1 1,4 0-1,2 57-877,11-48 247,0-112-215,0-1-62,0 0-71,7-63-7955,1 31 1839,2 2-3141</inkml:trace>
  <inkml:trace contextRef="#ctx0" brushRef="#br0" timeOffset="5961.404">1802 739 6129,'0'0'1907,"0"0"1615,0 0-2099,0 0-994,0 0 437,0 0 531,8-1-113,263-56 2545,-268 57-3781,1 1 1,0-1-1,0 1 1,-1 0-1,1 1 1,-1-1-1,1 1 1,-1-1-1,1 1 1,-1 0-1,0 0 1,0 1-1,0-1 1,0 0-1,0 1 1,-1 0-1,1 0 1,-1 0-1,0 0 1,1 0-1,-1 0 1,-1 1-1,1-1 1,0 1-1,-1-1 0,0 1 1,0-1-1,0 1 1,0 0-1,0 3-48,13 125 1617,-14-121-1480,-18 462 3053,13-382-4762,5-146-5259,0 26 165</inkml:trace>
  <inkml:trace contextRef="#ctx0" brushRef="#br0" timeOffset="6209.125">1869 1156 5281,'0'0'8010,"0"0"-6130,0 0-559,0 0 63,131-24 416,-67 11-231,8-3-705,-3 3-256,-5 2-608,-12 4 120,-10 5-120,-10 2-216,-7 0-1056,-15 2-1369,-3 9-3200,-7-2-2209</inkml:trace>
  <inkml:trace contextRef="#ctx0" brushRef="#br0" timeOffset="6930.624">1219 1717 6345,'0'0'714,"0"0"194,0 0 1610,0 0-92,0 0-613,0 0-551,5 0-223,272 48 4772,-137-33-4647,1-6 1,0-6 0,92-11-1165,59-37 217,-290 45-596,-2 0-225,-49 8-11630,28-1 3553</inkml:trace>
  <inkml:trace contextRef="#ctx0" brushRef="#br0" timeOffset="7673.462">2029 2061 6449,'0'0'6208,"0"0"-3526,0 0-1800,0 0 18,0 0 498,0 0 41,-7-7-579,5 4-819,0 1 0,0-1 1,0 1-1,-1-1 0,1 1 1,-1 0-1,0 0 1,1 0-1,-1 1 0,0-1 1,0 1-1,0-1 0,0 1 1,0 0-1,0 0 0,-1 0 1,1 1-1,0-1 0,0 1 1,-1 0-1,1 0 0,0 0 1,-1 0-1,1 0 0,0 1 1,0-1-1,-1 1 0,1 0 1,0 0-1,0 0 0,0 1 1,0-1-1,0 1 0,-2 1-41,-20 13 184,1 2 0,1 0-1,1 1 1,0 1-1,2 1 1,0 1-1,2 1 1,0 1-1,1 0 1,2 1 0,0 1-1,2 0 1,1 1-1,-5 17-183,14-35 14,0 0-1,0 1 1,1-1-1,0 1 1,1 0-1,0-1 1,0 1 0,1 0-1,0 0 1,1 0-1,0-1 1,1 1-1,0 0 1,0-1-1,1 1 1,0-1-1,1 0 1,0 0-1,1 0 1,-1-1-1,2 1 1,-1-1-1,1 0 1,0-1-1,1 1 1,0-1 0,0-1-1,4 4-13,4 0 44,1 0-1,0-1 1,0-1-1,1 0 1,0-1-1,1-1 1,-1-1-1,1 0 1,0-1-1,0-1 1,1-1-1,-1 0 1,1-2 0,3 0-44,-14-3 16,1-1 0,-1 1 0,0-1 1,0-1-1,-1 0 0,1 0 0,-1-1 1,0 1-1,0-1 0,-1-1 0,0 0 1,0 1-1,0-2 0,-1 1 0,0-1 1,-1 1-1,0-2 0,0 1 0,0 0 0,-1-1 1,0 1-1,-1-1 0,0 0 0,0 0 1,-1 0-1,0 0 0,-1-3-16,-26 11 635,-307 34-566,319-28-2322,39-1-2936,9-3-650</inkml:trace>
  <inkml:trace contextRef="#ctx0" brushRef="#br0" timeOffset="10612.085">2590 127 7682,'0'0'4442,"0"0"-2182,0 0-1157,0 0-376,-10-8 364,-171-92 3566,139 92-4562,-1 3 1,0 1-1,0 3 1,0 1-1,0 2 0,0 2 1,1 1-1,-1 3 1,1 2-1,1 1 0,0 2 1,0 2-1,1 1 0,2 3 1,-1 1-1,2 1 1,1 3-1,1 1 0,-10 10-95,36-29 17,5-3 5,-1-1 0,1 1 0,0 0-1,0 0 1,0 0 0,1 1-1,-1-1 1,1 1 0,0 0-1,0 0 1,0 0 0,0 0 0,1 1-1,0-1 1,0 1 0,0-1-1,0 1 1,1 0 0,0 0-22,-37-5 385,6 3-368,1 1-1,-1 2 1,1 1 0,0 1-1,1 2 1,0 1-1,1 1 1,0 1 0,0 2-1,2 1 1,0 1-1,1 1 1,1 2 0,0 0-1,2 2 1,0 0-1,2 2 1,0 0-1,2 2 1,0 0 0,2 1-1,1 0 1,2 2-1,0 0 1,0 5-17,10-25 15,0 0 0,1 0 0,0 0 0,0 0-1,1 0 1,0 0 0,1 1 0,0-1 0,0 1 0,1 0 0,0-1 0,1 1-1,0-1 1,1 1 0,0-1 0,0 0 0,1 0 0,0 0 0,0 0 0,1 0 0,1-1-1,-1 1 1,1-1 0,1 0 0,5 6-15,5-1 271,-53-39-24,31 20-246,-1 2 0,1-1 1,-2 0-1,1 1 0,0 1 1,-1-1-1,1 1 0,-1 0 1,0 1-1,0 0 0,0 0 1,0 1-1,-1 0 0,1 0 1,0 1-1,0 0 0,-1 1 1,1 0-1,0 0 0,0 0 1,0 1-1,0 0 0,0 1 1,0 0-1,0 0 0,1 1 1,0 0-1,0 0 0,0 0 1,0 1-1,-2 2-1,-2 12 7,1 0 0,0 1 0,2 0 0,0 1 0,1-1 0,1 2 0,1-1 1,1 0-1,1 1 0,1 0 0,1 0 0,0-1 0,2 1 0,1 0 0,0 0 0,2 0-7,1 2 6,1-1-1,1 0 1,1 0-1,1-1 1,1 0 0,1 0-1,1-1 1,0-1-1,2 0 1,1-1-1,0 0 1,1-1-1,7 5-5,80 109 7,-101-129-6,0-1 0,0 1-1,-1-1 1,1 1 0,0-1 0,-1 1 0,0 0 0,0 0-1,0 0 1,0 0 0,0 0 0,-1 0 0,1 0-1,-1 0 1,1 0 0,-1 0 0,0 0 0,-1 0 0,1 0-1,0 0 1,-1 0 0,0 0 0,0 0 0,0 0 0,0 0-1,0-1 1,0 1 0,-1 0 0,1-1 0,-1 1 0,0-1-1,0 1 1,0-1 0,0 0 0,0 0 0,0 0-1,-1 0 1,1 0 0,-1 0 0,1 0 0,-1-1 0,-2 1-1,-9 12 6,1 1 0,0 0 1,0 0-1,2 1 0,0 1 1,1 0-1,1 0 0,0 1 1,2 0-1,0 1 0,1 0 1,0 0-1,2 0 0,0 2-6,2-13 2,-4 12-9,0-1 0,2 1 0,1 0 1,0 1-1,2-1 0,0 0 0,1 1 0,1-1 0,1 0 0,1 1 0,1-1 0,0 0 0,2-1 0,0 1 0,1-1 0,1-1 0,1 1 0,1-1 1,0-1-1,8 10 7,-4-9-6,1 0 0,0-1 0,1-1 0,1 0 0,1-2 0,0 0 0,1-1 0,0 0 0,1-2 1,1 0-1,-1-1 0,2-2 0,-1 0 0,5 0 6,35 84 792,-54-80-790,0-1-1,0 0 1,1 0 0,0-1-1,1 0 1,0 0 0,1-1 0,0 0-1,1-1 1,-1 0 0,1 0-1,1-2 1,0 1 0,-1-1-1,2-1 1,-1 0 0,1-1-1,0 0 1,0-1 0,0 0-1,0-1 1,0-1 0,8 0-2,8 0-11,0-1 0,0-2 1,0-1-1,-1-1 0,1-1 1,-1-2-1,0-1 1,0-1 10,-19 6 4,1-1 0,-1 0 0,0 0 1,0-1-1,-1 0 0,1-1 0,-1 0 1,0 0-1,-1-1 0,1 0 1,-1 0-1,-1-1 0,1 1 0,-1-2 1,-1 1-1,0-1 0,0 1 0,0-1 1,-1-1-1,-1 1 0,1-1 1,-2 1-1,1-1 0,0-5-4,-5 24-9,1-1-1,0 1 0,0 0 1,1 0-1,1-1 1,-1 1-1,1 0 1,1-1-1,-1 1 0,2-1 1,-1 1-1,1-1 1,0 0-1,1 0 1,0 0-1,0 0 1,1-1-1,0 0 0,0 0 1,0 0-1,1 0 1,0-1-1,1 0 1,-1 0-1,1-1 1,0 0-1,1 0 0,-1 0 1,1-1-1,8 3 10,10-1 6,0-1-1,0-1 0,1-1 1,-1-1-1,1-2 0,0 0 1,-1-2-1,1-1 0,-1-1 1,0-1-1,0-2 0,0 0 1,-1-2-1,0-1 0,1-2-5,155-102-2,-106 130-810,-44-17 829,0-2 1,-1-1 0,1-2 0,-1 0 0,-1-2-1,1-2 1,-1 0 0,-1-2 0,0-1 0,-1-2-1,0 0 1,-1-2 0,-1-1 0,11-10-18,-25 20 16,0-1 0,0-1-1,-1 1 1,-1-1 0,0-1 0,0 0-1,-1 0 1,0-1 0,-1 0 0,0 0 0,-1-1-1,-1 0 1,0 0 0,0 0 0,-1-1 0,-1 1-1,0-1 1,-1 0 0,-1 0 0,0 0 0,-1 0-1,0 0 1,-1 1 0,-1-1 0,0 0 0,-1 0-1,0 1 1,-1-1 0,-1 1 0,0 0 0,-1 0-1,-7-11-15,-112-110 592,123 133-592,80 9-298,-66-6 254,0 0 0,1 0 0,-1-1 0,0-1 0,0 0 0,1-1 0,-1 0 0,0-1 0,0 0 0,0-1 0,4-1 44,-5-4-7,0 0 1,-1-1-1,0 0 1,-1-1-1,1 0 1,-2 0-1,0-1 1,0 0-1,-1 0 1,0-1-1,-1 0 1,0 0-1,-1-1 1,0 1 0,-1-1-1,-1 0 1,0 0-1,-1-1 1,0 1-1,-1 0 1,0-1-1,-1 1 1,-1-1-1,0 1 1,-1-1-1,-1 1 1,0-3 6,3-3-5,-7-54 100,-2 0 1,-4 1-1,-2 1 1,-14-33-96,-2-15-13,-13-37 313,44 155-256,2 7-51,0 0 1,1 1-1,0-2 0,0 1 1,0 0-1,1-1 0,0 1 1,0-1-1,0 0 0,1 0 1,-1-1-1,1 1 0,1-1 1,-1 0-1,0 0 0,1-1 1,0 0-1,0 0 0,0 0 1,4 1 6,-7-3 1,0 1-1,1-1 1,-1 0 0,0 0 0,1 0 0,-1-1 0,0 1-1,1-1 1,-1 0 0,1 0 0,-1 0 0,1 0 0,-1-1-1,0 0 1,1 1 0,-1-1 0,0 0 0,1 0 0,-1-1-1,0 1 1,0-1 0,0 0 0,0 1 0,0-1 0,0 0-1,-1-1 1,1 1 0,-1 0 0,0-1 0,1 0 0,-1 1-1,0-1 1,0 0 0,-1 0 0,1 0 0,-1 0 0,1-1-1,-1 1 1,0-1-1,17-139-86,-23 118 97,-2 1-1,0 0 0,-1 0 0,-1 1 0,-1 0 0,-1 1 0,-1 0 0,-2 0 1,0 2-1,-1-1 0,0 2 0,-2 0 0,0 1 0,-1 1 0,-9-5-10,-176-163 318,202 185-319,0-1 1,1 1-1,-1 0 0,0-1 1,1 1-1,-1 0 1,0-1-1,0 1 0,1 0 1,-1 0-1,0-1 1,0 1-1,1 0 1,-1 0-1,0 0 0,0 0 1,0 0-1,1 0 1,-1 0-1,0 0 0,0 1 1,1-1-1,-1 0 1,0 0-1,0 1 0,1-1 1,-1 0-1,0 1 1,1-1-1,-1 1 0,0-1 1,1 1-1,-1-1 1,1 1-1,-1-1 0,1 1 1,-1 0-1,1-1 1,-1 1-1,1 0 0,-1-1 1,1 1-1,0 0 1,0-1-1,-1 1 1,1 0-1,0 0 0,0 0 1,0-1-1,0 1 1,0 0-1,0 0 0,0-1 1,0 1-1,0 0 1,0 0-1,0 0 0,0-1 1,1 1 0,-6 51-148,5-50 136,-1 0 1,1 0-1,-1 0 1,1 0-1,0 0 0,0 0 1,0 0-1,0-1 0,0 1 1,0 0-1,0 0 0,1 0 1,-1 0-1,1 0 0,-1 0 1,1-1-1,0 1 1,0 0-1,0 0 0,0-1 1,0 1-1,0 0 0,0-1 1,0 0-1,1 1 0,-1-1 1,1 0-1,-1 1 0,1-1 1,-1 0-1,1 0 1,0 0-1,-1 0 0,1-1 1,0 1-1,0 0 0,0-1 1,0 1-1,-1-1 0,1 0 1,0 1-1,0-1 1,0 0-1,0 0 0,0-1 1,0 1-1,0 0 0,0 0 12,2-5-17,0 1 0,0-1 0,-1 0 0,1 0-1,-1 0 1,-1 0 0,1-1 0,-1 1 0,0-1 0,0 1-1,0-1 1,-1 0 0,0 0 0,0 0 0,0 0 0,-1-4 17,3-2 4,-1-1 0,0 1 0,-1 0 0,0-1 0,-1 1 0,-1 0 0,0-1 0,0 1 0,-1 0 0,-1 0 0,0 0 0,-1 0 0,0 0 0,-1 1 0,0 0 1,0 0-1,-1 0 0,-1 1 0,0-1 0,0 1 0,-1 1 0,-1 0 0,-6-6-4,-1 1 15,-1 2 0,0 0 1,0 1-1,-1 1 0,0 1 1,-1 0-1,0 2 0,-1 0 0,1 1 1,-1 0-1,0 2 0,-1 1 0,1 0 1,-1 2-1,1 0 0,-1 1 0,1 1 1,-8 2-16,27-3-41,-1 0 1,0-1 0,1 1-1,-1 1 1,1-1 0,-1 0-1,1 0 1,-1 1-1,0-1 1,1 1 0,-1-1-1,1 1 1,0-1 0,-1 1-1,1 0 1,-1 0 0,1 0-1,0 0 1,0 0 0,0 0-1,-1 0 1,1 0-1,0 0 1,0 1 0,1-1-1,-1 0 1,0 1 0,0-1-1,1 1 1,-1-1 0,0 1-1,1-1 1,0 1 0,-1-1-1,1 1 1,0-1 0,0 1-1,0-1 1,0 1-1,0 0 1,0-1 0,0 1-1,1 1 41,34 67-3495,-17-39 1662,-13 14-5716,-5-31 2101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0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0 6241,'0'0'748,"0"0"133,0 0 1615,0 0-782,0 0-710,-11 2 103,-19 2-324,-35 4 3686,59-4-4434,1 0 1,0 1 0,0 0-1,1 0 1,-1 0 0,1 0-1,0 1 1,1 0 0,-1 0-1,1 0 1,0 0 0,1 0-1,0 0 1,0 1 0,0-1-1,0 1 1,1 0 0,0 2-36,0-6 22,-16 191 1834,20-190-1815,1-1 0,-1 1-1,1 0 1,0-1-1,0 0 1,0 0-1,0 0 1,0-1 0,1 1-1,-1-1 1,1 0-1,0 0 1,-1-1-1,1 1 1,0-1 0,0 0-1,0 0 1,0-1-1,0 0 1,0 0 0,0 0-1,0 0 1,0-1-1,0 1 1,0-1-1,0-1 1,0 1 0,4-2-41,-1 1 19,-1-1 0,1 1 0,0-1 0,-1 0 0,1-1 0,-1 0 0,0 0 0,0-1 0,-1 0 0,1 0 0,-1 0 1,0-1-1,-1 0 0,1 0 0,-1 0 0,0-1 0,-1 0 0,1 0 0,-1 0 0,-1 0 0,1-1 0,-1 1 0,-1-1 0,1 0 0,-1 0 1,-1 0-1,0 0 0,0 0 0,0 0 0,-1-1 0,0 1 0,-1 0 0,0-1-19,-3 3 22,0 1 0,-1 0 0,0-1 0,0 1 0,0 1 0,-1-1 0,1 1 0,-1 0 0,0 0 0,0 1 0,-1 0 0,1 0 0,-1 0 0,1 1 0,-1 0 0,0 0-1,0 1 1,0 0 0,0 0 0,0 0 0,0 1 0,0 0 0,0 1 0,0-1 0,0 1 0,0 1 0,0-1 0,0 1 0,0 1 0,1-1 0,-1 1 0,1 0 0,0 0 0,-3 3-22,0 2 26,1 1-1,0 0 1,0 0 0,1 0-1,0 1 1,0 1 0,1-1-1,1 1 1,0 0 0,0 0-1,1 0 1,1 1 0,0-1 0,0 1-1,1 0 1,0 0 0,1 0-1,1 0 1,0 0 0,1 0-1,0 0 1,0 0 0,2 2-26,0-8 9,0-1 1,0 1 0,1-1 0,0 0 0,0 0-1,0 0 1,0 0 0,1-1 0,0 1-1,0-1 1,0-1 0,0 1 0,1-1 0,0 1-1,-1-2 1,1 1 0,0-1 0,0 0 0,0 0-1,1 0 1,-1-1 0,0 0 0,1 0-1,-1-1 1,1 0 0,-1 0 0,0 0 0,1-1-1,-1 0 1,1 0 0,-1-1 0,0 1-1,0-2 1,0 1 0,0 0 0,0-1 0,-1 0-1,1-1 1,-1 1 0,0-1 0,0 0-1,4-4-9,-3 2 17,-1-1-1,0 0 0,-1 1 0,1-2 0,-2 1 0,1 0 0,-1-1 0,0 0 0,0 1 0,-1-1 0,0-1 0,0 1 1,-1 0-1,0 0 0,-1 0 0,1-1 0,-2 1 0,1 0 0,-1 0 0,-1-1 0,1 1 0,-1 0 0,-1 0 0,1 0 1,-1 1-1,-1-1 0,1 1 0,-1 0 0,-1-1 0,1 2 0,-1-1 0,-1 0 0,1 1 0,-1 0 0,0 1 1,0-1-1,-1 1 0,1 0 0,-1 1 0,0-1 0,-1 1 0,1 1 0,-1-1 0,1 1 0,-1 1 0,0 0 0,0 0 1,0 0-1,-7 0-16,11 2 10,1 1 0,-1-1 1,1 1-1,-1-1 0,0 1 0,1 0 1,0 1-1,-1-1 0,1 1 1,0-1-1,-1 1 0,1 0 1,0 0-1,0 0 0,1 1 1,-1-1-1,0 1 0,1-1 0,-1 1 1,1 0-1,0 0 0,0 0 1,0 0-1,1 1 0,-1-1 1,1 0-1,-1 1 0,1-1 0,0 1 1,0-1-1,1 1 0,-1 0-10,-13 124 245,14-127-245,-2 6-1,0 0-1,1 1 0,-1-1 0,1 0 0,1 0 0,0 1 1,0-1-1,0 0 0,1 1 0,0-1 0,0 0 0,1 0 1,-1 1-1,2-1 0,-1-1 0,1 1 0,0 0 0,1-1 1,-1 1-1,1-1 0,1 0 0,-1 0 0,1-1 0,0 1 1,0-1-1,1 0 0,-1-1 0,1 1 0,0-1 1,0 0-1,1 0 0,-1-1 0,1 0 0,0 0 0,4 1 2,-4-4 10,0 1 0,-1-1 0,1 0 0,0-1 0,-1 1 0,1-1 0,-1-1 0,1 1 0,-1-1 0,1-1 0,-1 1 0,0-1 0,0 0 0,0 0 0,-1 0 0,1-1 0,-1 0 0,0 0 0,0-1 0,0 1-1,0-1 1,-1 0 0,0 0 0,0-1 0,0 1 0,-1-1 0,0 0 0,0 0 0,0 0 0,0-2-10,0 0 10,0 0 0,0 0-1,-1-1 1,0 1 0,0-1 0,-1 0-1,0 1 1,0-1 0,-1 0-1,-1 0 1,1 0 0,-1 1 0,-1-1-1,0 0 1,0 1 0,0 0 0,-1-1-1,-1 1 1,1 0 0,-1 0-1,0 1 1,-1-1 0,0 1 0,0 0-1,-1 0 1,0 1 0,0-1 0,0 1-1,-1 1 1,0-1 0,0 1 0,0 0-1,-1 1 1,0 0 0,0 0-1,0 1 1,0-1 0,0 2 0,-1-1-1,1 1 1,-1 1 0,0 0 0,1 0-1,-1 0 1,0 1 0,0 0 0,-7 2-10,10 2 12,0 1 0,0 0 1,0 0-1,0 0 0,1 1 1,0-1-1,0 1 0,1 0 1,0 1-1,0-1 1,0 1-1,1 0 0,0 0 1,0 0-1,1 0 0,0 1 1,0-1-1,0 1 0,1-1 1,0 1-1,1-1 0,0 1 1,0 0-1,1-1 1,-1 1-1,2 3-12,-3-6-5,0 1 0,-1 0 1,2-1-1,-1 1 0,1 0 0,0-1 1,0 1-1,0 0 0,1 0 0,0-1 1,0 1-1,0-1 0,1 1 0,0-1 1,0 1-1,0-1 0,1 0 0,0 0 1,0 0-1,0 0 0,1-1 0,-1 1 1,1-1-1,0 0 0,0 0 0,0 0 1,1-1-1,0 0 0,-1 1 0,1-1 1,0-1-1,1 1 0,-1-1 0,0 0 1,1 0-1,-1-1 0,1 1 0,-1-1 1,3 0 4,1-2-8,1 0 1,-1 0-1,0-1 1,0 0-1,0-1 1,0 0-1,0 0 1,-1-1-1,1 0 1,-1-1-1,0 1 1,-1-2-1,1 1 1,-1-1-1,0 0 1,0-1-1,0 1 1,-1-1-1,0-1 1,-1 1-1,0-1 1,0 0-1,0 0 1,-1 0-1,0-1 1,-1 0-1,0 1 1,0-1-1,-1 0 1,0-1-1,-1 1 1,0 0-1,0 0 1,-1-1-1,0 1 1,-1 0 0,0-1-1,0 1 1,-2-6 7,-4 6 9,0-1 0,-1 1 0,1 1 0,-1-1 0,-1 1 0,0 1 0,0 0 0,-1 0 1,1 0-1,-1 1 0,-1 1 0,1 0 0,-1 0 0,0 1 0,0 1 0,0 0 0,-1 0 1,1 1-1,-1 0 0,1 1 0,-1 0 0,0 1 0,1 1 0,-12 1-9,19-2 11,1 1 1,0 0-1,-1 0 0,1 0 0,0 0 1,0 0-1,0 1 0,0-1 0,0 1 1,0 0-1,0 0 0,0 0 0,1 0 1,-1 0-1,1 1 0,0-1 0,0 1 0,0 0 1,0 0-1,0-1 0,0 1 0,1 0 1,-1 0-1,1 1 0,0-1 0,0 0 1,0 0-1,0 1 0,1-1 0,-1 0 1,1 2-12,-9 114-50,9-109 53,0-6-23,0-1 0,0 1 0,0 0 0,0-1 0,1 1 0,0 0 0,0-1 0,0 1 0,0-1 0,0 0 0,1 1 0,0-1 0,-1 0 0,1 0 0,0 0 0,1 0 0,-1 0 0,0 0 0,1-1 0,0 1 0,0-1 0,0 1 20,22 4-2831,6-12-3874,-15-5-2470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05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 7746,'0'0'4853,"0"0"-2095,0 0-1202,0 0-520,-15 1 1394,-7 96-2011,12 98-481,16-113-2519,7-36-5877,-7-30 225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05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6513,'0'0'777,"0"0"-577,0 0 2392,0 0-343,0 0-625,0 0-776,0 0-104,5 94-88,-5-76-215,0-1-353,0 1-80,0 0-8,0-2-144,0 4-1345,-5-7-959,0 0-3434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05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6569,'0'0'889,"0"0"-609,0 0 3680,0 0-2679,0 0-633,0 0 80,0 0 56,-7 67-424,7-60-192,0 2-168,0-1-144,0 1-1080,0 0-448,0 0-1553,0 2-3568,-3 0 5512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05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6673,'0'0'649,"0"0"-489,0 0-112,0 0 2752,0 0-1111,0 0-665,0 0-448,-7 113 96,7-102-336,0-2-80,0 0-256,0-2-280,0 2-792,0-3-825,0 1-8865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06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6673,'0'0'673,"0"0"-313,0 0 4057,0 0-2721,0 0-992,0 0-400,0 0 104,-24 87-192,24-80-216,0-3 0,0-1-368,0-3-1072,0 0-1025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09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237 153 6081,'0'0'895,"0"0"133,0 0 1812,0 0-1584,0 0-733,0 0-247,-10 0 239,-22 0 77,-41-2 4279,72 43-3440,23 51-586,-21-90-822,0 0-1,0 1 1,0-1 0,0 0-1,0 0 1,0 1 0,1-1-1,-1 0 1,1 0 0,-1-1-1,1 1 1,0 0 0,-1 0-1,1-1 1,0 1 0,0-1-1,1 0 1,-1 0 0,0 1-1,0-1 1,0 0 0,1-1-1,-1 1 1,1 0 0,-1-1-1,0 0 1,1 1-1,-1-1 1,1 0 0,-1 0-1,1 0 1,-1 0 0,1-1-1,-1 1 1,1-1 0,-1 0-1,0 1-22,2-4 37,-1 0-1,0 1 0,0-1 0,-1 0 1,1 0-1,-1-1 0,0 1 1,0-1-1,0 1 0,0-1 0,-1 1 1,0-1-1,0 0 0,0 0 1,-1 1-1,0-1 0,1 0 0,-2 0 1,1 0-1,0 0 0,-2-2-36,2 1 31,1 2-13,0 0 1,-1 0 0,1 0 0,-1 0 0,0 0-1,0 0 1,-1 0 0,1 0 0,-1-1 0,0 2 0,0-1-1,0 0 1,-1 0 0,0 0 0,1 0 0,-1 1 0,0-1-1,-1 1 1,1 0 0,0-1 0,-1 1 0,0 0 0,0 1-1,0-1 1,0 0 0,0 1 0,-1-1 0,1 1-1,-1 0 1,1 0 0,-1 1 0,0-1 0,0 1 0,1 0-1,-1 0 1,0 0 0,0 0 0,0 1 0,-1-1 0,1 1-1,0 0 1,0 1 0,-2-1-19,1-1 65,0 1 0,0-1-1,0 1 1,0 0 0,0 0 0,0 1-1,-1-1 1,1 1 0,0 0 0,0 0-1,1 1 1,-1 0 0,0 0 0,0 0-1,1 0 1,-1 1 0,1-1 0,0 1-1,0 0 1,0 1 0,0-1 0,1 1-1,-1-1 1,1 1 0,0 0 0,0 1-1,0-1 1,0 0 0,1 1 0,0-1-1,0 1 1,0 0 0,0 0 0,1 0-1,0 0 1,0 0 0,0 0 0,1 4-65,0-5-2,1 0 0,0 0 0,0 0 1,0 0-1,1 0 0,-1-1 1,1 1-1,0 0 0,0-1 0,0 0 1,1 1-1,-1-1 0,1 0 0,0 0 1,0-1-1,0 1 0,0 0 1,0-1-1,0 0 0,1 0 0,-1 0 1,1 0-1,0 0 0,-1-1 1,1 1-1,0-1 0,0 0 0,0-1 1,0 1-1,0 0 0,2-1 2,5 2-6,-1-1-1,0 0 1,1 0-1,-1-1 1,1 0 0,-1-1-1,1 0 1,-1-1-1,0 0 1,0-1-1,0 0 1,4-2 6,-8 2-50,1-1-1,0 1 1,-1-1 0,0-1 0,0 1 0,0-1-1,-1 0 1,0-1 0,0 1 0,0-1-1,0 0 1,-1 0 0,0-1 0,0 1 0,-1-1-1,0 0 1,0 0 0,-1 0 0,1 0 0,-2 0-1,1-1 1,-1 1 0,0-1 0,0 1-1,-1-1 1,0 1 0,-1-1 0,1 1 0,-2-6 50,-4 6 7,-1 1 0,1 0 0,-1 0 0,0 1-1,-1 0 1,1 0 0,-1 1 0,0 0 0,0 0 0,0 0 0,-1 1 0,1 1 0,-1 0 0,0 0 0,0 0 0,0 1 0,1 0 0,-1 1 0,0 0 0,0 0 0,-1 1-7,8 0 46,-1-1 0,1 0-1,0 1 1,0 0-1,0-1 1,0 1 0,0 0-1,0 0 1,0 0 0,0 0-1,1 1 1,-1-1-1,0 0 1,1 1 0,-1-1-1,0 1 1,1-1 0,0 1-1,-1 0 1,1 0 0,0 0-1,0 0 1,0 0-1,0 0 1,1 0 0,-1 0-1,0 0 1,1 0 0,-1 0-1,1 0 1,0 0-1,0 0 1,0 1 0,0-1-1,0 0 1,0 0 0,1 0-1,-1 0 1,1 2-46,22 90 82,-18-82-89,1 1 0,0-1 0,1-1 1,0 1-1,1-1 0,0-1 0,1 1 0,0-1 0,0-1 0,1 0 1,1 0-1,-1-1 0,1 0 0,1-1 0,0 0 0,0-1 0,0 0 1,0-1-1,1-1 0,0 0 0,0 0 0,0-1 0,0-1 0,1 0 1,-1-1-1,1 0 0,-1-1 0,13-2 7,-19-3-46,0 1-1,-1-1 1,0 0-1,0-1 1,0 0-1,0 0 1,-1 0 0,0 0-1,-1-1 1,1 0-1,-1 0 1,-1 0 0,1-1-1,-1 1 1,0-1-1,-1 0 1,0 1-1,0-1 1,-1 0 0,0 0-1,0-1 1,-1 1-1,0 0 1,0 0 0,-1 0-1,0 0 1,0 0-1,-1 0 1,0 0-1,-1 0 1,1 1 0,-2-1-1,1 1 1,-1 0-1,0 0 1,-1-1 46,-4-2 31,-1 0 0,-1 0 0,0 0 0,0 2 0,-1-1 0,0 1 0,0 1 0,-1 0 0,0 1 0,0 1 0,0-1 0,-1 2 0,0 0 0,0 1 0,0 0 1,0 1-1,0 1 0,-1 0 0,1 1 0,0 1 0,-1 0 0,-12 3-31,21-1 49,1 2-1,0-1 1,-1 1 0,1 0 0,1 0 0,-1 0 0,1 1-1,0-1 1,0 1 0,0 0 0,1 0 0,0 1 0,1-1-1,-1 1 1,1-1 0,0 1 0,1 0 0,-1 0 0,1 0 0,1-1-1,-1 1 1,1 0 0,1 0 0,-1 0 0,1 0 0,0 0-1,1 0 1,-1 0 0,1-1 0,1 1 0,-1-1 0,1 1-1,0-1 1,1 0 0,0 0 0,0 0 0,0 0-49,-1-2-28,0 0-1,-1 0 1,2 0 0,-1 0-1,0-1 1,1 1 0,0-1 0,0 0-1,0 0 1,0 0 0,0 0-1,1-1 1,-1 0 0,1 0 0,-1 0-1,1 0 1,0-1 0,0 0 0,0 0-1,0 0 1,0 0 0,0-1-1,0 0 1,0 0 0,0 0 0,0-1-1,0 0 1,0 0 0,-1 0-1,1 0 1,0-1 0,0 0 0,-1 0-1,1 0 1,-1 0 0,0-1-1,1 0 1,-1 0 0,0 0 0,-1 0-1,1-1 1,-1 1 0,1-1 0,-1 0-1,0 0 1,0 0 0,-1 0-1,1-1 1,-1 1 0,0-1 0,0 0-1,-1 1 1,1-1 0,-1-2 28,0 2-27,0 0 0,-1 0 0,0 0 0,0 0 0,0 0 0,-1 0 0,0 0 0,0 0 0,0 0 0,0 0 0,-1 0 0,0 1 0,0-1 0,0 0 0,-1 1 0,1 0 0,-1-1 1,0 1-1,0 0 0,-1 0 0,1 1 0,-1-1 0,0 1 0,0 0 0,0 0 0,0 0 0,-1 0 0,1 1 0,-1 0 0,1 0 0,-1 0 0,0 0 0,0 1 0,0 0 0,0 0 0,0 0 0,-1 0 27,-138-11-738,61 49-3841,59-11-358,7-5-1688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10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74 332 7154,'0'0'192,"0"0"-82,0 0 412,0 0 1645,0 0-1012,-9 9-1278,-49 48-944,52-46 3895,7-29 37,0-247-832,3 220-4607,1-15-5388,-5 40 5359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10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5 162 6449,'0'0'833,"0"0"-609,0 0-96,0 0 3160,0 0-1695,0 0-929,0 0-448,0-13-112,0 4-104,0-4 32,0-3-32,0-4-280,0-4-856,0-12-4538,-5 5 329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10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1 218 6409,'0'0'4617,"0"0"-2688,0 0-1153,0 0-464,0 0 0,0 0-72,0 0 40,15-53-104,-10 42-176,0 0 56,-1 0-56,-1-5-8,-3-2-456,0-2-1560,0-11-3521,0 7 207,-7 1 4882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11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1 210 6385,'0'0'2513,"0"0"2608,0 0-3633,0 0-728,0 0-551,0 0-145,0 0-64,2-54 0,3 30-96,0-1-833,-5-3-1031,0-15-2193,0 8-936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11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10 174 5473,'0'0'1585,"0"0"-641,0 0 4697,0 0-3433,0 0-1431,0 0-449,0 0-176,-10-38 0,10 20-152,0 3 96,8-3-96,-1 0-352,-4-6-1305,-3-1-1151,0 7-2930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1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5 194 7274,'0'0'192,"0"0"-184,0 0 4817,0 0-2225,0 0-1208,0 0-903,0 0 87,-5-20-200,5 11-152,0-2-136,0-4-80,0-1-16,5-4-736,-2-2-2305,-3-9-3536,0 4 223,-8 5 5058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11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1 159 6481,'0'0'809,"0"0"1431,0 0 3057,0 0-3496,0 0-769,0 0-576,0 0-136,0-29-304,0 18-16,0-5-88,0-2-416,5 3-784,0-12-1897,-5 5-3609,0 2 273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12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3 110 5417,'0'0'1641,"0"0"5744,0 0-5112,0 0-1225,0 0-384,0 0-424,0 0-136,-3-9-104,3-2-552,0-5-776,8 1-1217,-8-10-496,0 8-1640,0 1-1944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12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15 223 6425,'0'0'937,"0"0"4720,0 0-2985,0 0-1415,0 0-689,0 0-416,0 0-72,-15-78-80,15 56-560,5-3-1817,2 3-2264,-4-9-120,-3 9 2041,0-1 655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12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15 203 6345,'0'0'897,"0"0"4856,0 0-3489,0 0-935,0 0-209,0 0 192,0 0-672,-15-40-560,15 16-80,0-8-72,10 4-592,3 3-880,-8 1-1233,-3 6-2184,-2 7-360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34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1 270 6361,'0'0'1634,"0"0"1561,0 0-1693,0 0-475,0 0 308,0 0-60,11-19-560,67-136 893,-46 60-961,-19 125-32,50 101 2314,-55-118-2898,1-1 0,0-1 0,1 1 1,0-1-1,1-1 0,0 0 1,0-1-1,1 0 0,1 0 0,-1-2 1,1 1-1,0-2 0,1 0 1,0 0-1,0-1 0,0-1 1,1 0-1,-1-1 0,1-1 0,0 0 1,7 0-32,-15-2 0,1 1 1,-1-1-1,1 0 0,-1 0 1,1-1-1,-1 0 1,1-1-1,-1 0 0,1 0 1,-1 0-1,0-1 1,0 0-1,0 0 1,-1-1-1,1 0 0,-1 0 1,0 0-1,0-1 1,0 0-1,-1 0 1,0-1-1,0 1 0,0-1 1,0 0-1,-1-1 1,0 1-1,0-1 0,-1 1 1,0-1-1,0 0 1,-1 0-1,0-1 1,0 1-1,0-1 0,-1 1 0,1 2-38,0 0 0,-1 0 0,1 0 1,-1 0-1,0 0 0,-1 0 0,1 0 0,-1 0 0,0-1 0,0 1 0,-1 0 0,0 0 0,0 0 0,0 0 0,0 0 0,-1 0 0,1 0 0,-1 0 0,-1 0 0,1 1 0,-1-1 0,1 1 0,-1 0 0,-1 0 0,1 0 0,0 0 0,-1 0 0,0 1 0,0-1 1,0 1-1,0 0 0,-1 0 0,1 1 0,-1 0 0,0-1 0,1 1 0,-1 1 0,0-1 0,0 1 0,0 0 0,0 0 0,-1 0 0,0 1 38,3 0 21,-1 0 0,0 1-1,1 0 1,-1 0 0,0 0 0,1 0 0,-1 1-1,1 0 1,0-1 0,-1 1 0,1 0 0,0 0-1,0 1 1,0-1 0,0 1 0,1-1 0,-1 1-1,1 0 1,0 0 0,-1 0 0,1 0 0,1 1-1,-1-1 1,0 1 0,1-1 0,0 1 0,0-1-1,0 1 1,0 0 0,0-1 0,1 1 0,-1 0-1,1 0 1,0 2-21,-1 3 45,0 0-1,1 0 0,0 0 0,0 0 1,1 0-1,0 0 0,1 0 0,0 0 1,0 0-1,1-1 0,0 1 0,0-1 1,1 0-1,3 5-44,6-2 5,1 0-1,0-1 1,0 0 0,1-1-1,1-1 1,-1-1 0,1 0 0,1-1-1,-1 0 1,1-2 0,0 0-1,0 0 1,0-2 0,1 0-1,-1-1 1,0-1 0,1-1 0,-1 0-1,0-1 1,1-1 0,1-1-5,56-22-3029,-33-4-4234,-24 14-504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38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26 658 7938,'0'0'2391,"0"0"-1068,0 0-420,0 0-31,12-11 93,75-124 480,-75 92-1598,-2-1 1,-2 0-1,-2 0 1,-2-1-1,-2 0 1,-2-22 152,-41-65 2061,39 129-1817,0-1 0,0 1 0,-1 0 0,1 0 0,-1 0 0,0 0 0,0 0 0,0 0 1,0 1-1,0-1 0,-1 1 0,1 0 0,-1 0 0,0 0 0,1 1 0,-1-1 0,0 1 0,0 0 1,0 0-1,-3 0-244,4 3 24,-1 1 0,0 0 0,1 0 0,-1 0 0,1 0 0,0 0 0,0 1 0,0-1 0,0 1 1,1 0-1,-1 0 0,1 0 0,0 0 0,0 0 0,1 0 0,-1 1 0,1-1 0,0 1 0,0-1 0,0 1 1,1-1-1,0 1 0,-1-1 0,2 1 0,-1 0 0,0-1 0,1 1 0,1 1-24,-3 0 27,-2 13 4,1 0 0,1 1 0,0 0 0,2-1 0,0 1 0,1-1 0,1 1 0,1-1 0,0 0 0,1 0 1,2 0-1,0-1 0,1 0 0,0 0 0,2-1 0,0 0 0,0-1 0,2 0 0,0-1 0,1 0 0,1-1 0,0 0 0,0-1 0,2-1 0,-1 0 0,18 9-31,44-9-2106,-59-70-152,-18 49 2202,-1 7 51,0 1 0,0 0 0,1-1 0,-1 1 0,1 0 0,-1-1 0,1 1 0,-1-1 0,1 1 0,0-1 0,-1 1 0,1-1 0,0 1 0,0-1 0,0 1 0,0-1 0,1 1 0,-1-1 0,0 1 0,1-1 0,-1 1 0,1-1 0,-1 1 0,1-1 0,0 1 0,-1 0 1,1 0-1,0-1 0,0 1 0,0 0 0,0 0 0,0 0 0,0 0 0,1 0 0,-1 0 0,0 0 0,0 0 0,1 0 0,-1 1 0,0-1 0,1 0 0,-1 1 0,1-1 0,-1 1 0,1 0 0,-1 0 0,1-1 0,-1 1 0,1 0 0,-1 0 0,1 0 0,-1 0 0,1 1 0,-1-1 0,1 0 0,-1 1 1,1-1-1,-1 1 0,1-1 0,-1 1 5,51 58 1051,30 18 1889,-80-76-2922,0 1-1,0-1 1,1 1-1,-1-1 1,1 0-1,-1 0 1,1 0-1,-1 0 1,1-1-1,0 1 1,-1-1-1,1 0 1,0 1-1,-1-1 1,1 0-1,0-1 1,-1 1-1,1 0 1,0-1 0,-1 1-1,1-1 1,0 0-1,-1 0 1,1 0-1,-1 0 1,0-1-1,1 1 1,-1 0-1,0-1 1,0 0-1,0 0 1,0 1-1,0-1 1,0 0-1,0-1 1,-1 1-1,2-2-17,-2-7-182,0-1-1,0 1 0,-1-1 0,-1 1 1,0-1-1,0 1 0,-2-1 1,1 1-1,-1 0 0,-1 0 1,0 0-1,0 0 0,-1 1 0,0 0 1,-2-1 182,3 8 3,-1 1 0,1 0 0,-1 0 0,0 0-1,0 0 1,0 1 0,0 0 0,0 0 0,0 0 0,0 1 0,0-1 0,0 1 0,0 0 0,0 1 0,0-1 0,0 1 0,0 0 0,0 1 0,0-1 0,0 1 0,0 0 0,1 0 0,-1 0 0,1 1 0,-1-1-1,1 1 1,0 0 0,0 1 0,0-1 0,0 0 0,1 1 0,0 0 0,-2 1-3,-16 28-497,16-7-3984,5-18-2454</inkml:trace>
  <inkml:trace contextRef="#ctx0" brushRef="#br0" timeOffset="681.618">577 422 11058,'0'0'6510,"0"0"-3035,0 0-1948,0 0-1007,0 0 58,0 0 297,-1 19-463,-5 61-75,7-75-339,-1 0 0,1 0 1,0 0-1,0 0 0,0 0 0,1 0 0,0 0 1,-1 0-1,2-1 0,-1 1 0,1-1 0,-1 1 1,1-1-1,0 0 0,1 0 0,-1 0 0,1-1 1,0 1-1,0-1 0,0 0 0,0 0 0,0 0 1,1-1-1,-1 1 0,1-1 0,0 0 1,-1 0-1,1-1 0,0 0 0,0 0 0,0 0 1,0 0-1,1-1 0,-1 1 0,0-1 0,0-1 1,0 1-1,0-1 0,0 0 0,0 0 0,0 0 1,0-1-1,2 0 2,-1-3-170,0 1 0,-1-1 0,1-1 0,-1 1 0,0-1 0,-1 0 1,1 0-1,-1 0 0,0-1 0,-1 0 0,1 1 0,-1-1 0,-1 0 0,1-1 0,-1 1 1,0 0-1,-1-1 0,0 1 0,0-1 0,-1 1 0,0-1 0,0 1 0,-1-1 0,1 1 1,-2-1-1,1 1 0,-2-4 170,2-16-546,0 24 533,0 0 0,1 0 0,-1 0 0,0 0 0,1 0 0,0 0 0,0 0 0,0 0 0,0 0 0,0 0 0,0 0 0,1 0 0,0 0 0,-1 0 0,1 0 0,0 0 0,0 0 0,1 0 0,-1 1 0,1-1 0,-1 1 0,1-1 0,0 1 0,0-1 1,0 1-1,0 0 0,0 0 0,1 0 0,-1 0 0,1 0 0,-1 1 0,1-1 0,-1 1 0,1-1 0,0 1 0,0 0 0,0 0 0,0 0 0,0 1 0,0-1 0,0 1 0,0 0 0,1-1 13,10 5 12,0-1-1,0 2 0,-1 0 1,1 0-1,-1 1 0,0 1 1,-1 0-1,0 1 0,0 0 1,-1 1-1,0 0 1,0 1-1,-1 0 0,0 1 1,-1 0-1,0 1 0,-1 0 1,0 0-1,-1 0 0,0 1 1,-1 0-1,-1 0 1,3 11-12,-8-22-98,0 1 1,-1-1-1,0 0 1,1 1-1,-1-1 1,0 0-1,0 1 1,0-1 0,0 0-1,-1 0 1,1 0-1,0 0 1,-1 0-1,0 0 1,1 0 0,-1-1-1,0 1 1,0-1-1,0 1 1,0-1-1,0 0 1,0 1-1,-1-1 1,1 0 0,0-1-1,-1 1 1,1 0-1,0-1 1,-1 1-1,1-1 1,-1 1-1,1-1 1,-1 0 0,1 0-1,-1-1 1,1 1-1,0 0 1,-1-1-1,1 1 1,-1-1 0,1 0-1,0 0 1,0 0-1,-1 0 1,1 0-1,0-1 1,0 1-1,0-1 98,-7 1-119,9 1 201,1 0 1,-1 0 0,1 0 0,-1 0 0,1 0 0,-1 0 0,1-1 0,-1 1 0,0 0 0,1 0 0,-1 0 0,1-1 0,-1 1 0,0 0 0,1-1-1,-1 1 1,0 0 0,1-1 0,-1 1 0,0-1 0,0 1 0,1 0 0,-1-1 0,0 1 0,0-1 0,0 1 0,1-1 0,-1 1 0,0-1 0,0 1 0,0 0-1,0-1 1,0 1 0,0-1 0,0 1 0,0-1 0,0 1 0,0-1 0,0 1 0,0-1 0,-1 1 0,1-1 0,0 1 0,0-1 0,0 1 0,-1 0-1,1-1 1,0 1-83,42-2 202,0-1 0,-1-2-1,1-2 1,-1-1-1,0-3 1,-1-1-1,18-9-201,7-30-1288,-31 5-6411,-12 14-2686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35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86 6793,'0'0'8685,"0"0"-5730,0 0-2267,0 0-430,0 0 317,0 0 426,12 4-207,60 35 73,-78-42-930,1 0 0,-1 0 0,0 0 0,-1 1 0,1 0 0,0 0 1,-1 1-1,1 0 0,-1 0 0,1 0 0,-1 1 0,1-1 1,-1 2-1,1-1 0,-1 1 0,1 0 0,-1 0 0,1 1 1,-1 0-1,1 0 0,0 1 0,0-1 0,0 1 0,0 0 1,1 1-1,-5 3 63,3 1 9,1 0 1,0 0 0,0 0-1,1 1 1,0 0 0,1 0 0,-1 0-1,2 1 1,0-1 0,0 1-1,0 0 1,1 0 0,1 0-1,0 0 1,0 0 0,1 1-1,0-1 1,1 0 0,0 0-1,1 2-9,2-6 39,1 0 0,-1-1 0,1 1 0,1-1 0,-1 0 0,1 0 0,0-1 0,0 1 0,0-1 0,1-1-1,-1 1 1,1-1 0,0 0 0,0-1 0,0 1 0,0-2 0,0 1 0,1-1 0,-1 0 0,1 0 0,-1-1 0,1 0 0,-1 0 0,0-1 0,1 0-1,-1 0 1,2-1-39,2 2-52,105-15-1874,-46-19-5137,-41 10-2145</inkml:trace>
  <inkml:trace contextRef="#ctx0" brushRef="#br0" timeOffset="599.047">536 115 6465,'0'0'5791,"0"0"-2706,0 0-1489,0 0 18,0 0 213,4 24-66,25 166-350,-29-186-1446,0 0-1,0-1 0,1 1 1,0-1-1,0 1 0,0-1 0,0 1 1,1-1-1,-1 0 0,1 0 1,0 1-1,-1-1 0,2 0 1,-1-1-1,0 1 0,1 0 0,-1-1 1,1 1-1,0-1 0,-1 0 1,1 0-1,0 0 0,1 0 1,-1 0-1,0-1 0,3 2 36,-3-44-1133,-17-115 98,13 155 1037,0 0-8,0 0 0,0-1 0,0 1 0,0-1 0,0 1 0,1-1 1,-1 1-1,0-1 0,1 1 0,-1-1 0,1 1 0,-1-1 1,1 0-1,0 1 0,0-1 0,0 0 0,0 1 0,0-1 0,0 0 1,0 1-1,0-1 0,1 0 0,-1 1 0,1-1 0,-1 0 1,1 1-1,0-1 0,-1 1 0,1-1 0,0 1 0,0 0 0,0-1 1,0 1-1,0 0 0,1 0 0,-1-1 0,0 1 0,0 0 1,1 0-1,-1 0 0,1 1 0,-1-1 0,1 0 0,-1 0 0,1 1 1,-1-1-1,1 1 0,1-1 6,8-2 65,0 0-1,0 1 1,1 0 0,-1 1-1,1 0 1,-1 1 0,1 0-1,-1 1 1,1 0 0,-1 1-1,0 0 1,1 1 0,-1 0-1,0 1 1,-1 0 0,1 1 0,-1 0-1,0 0 1,0 1 0,0 1-1,-1 0 1,0 0 0,0 0-1,-1 1 1,0 1 0,0-1-1,-1 1 1,1 2-65,3 13 242,-10-19-217,0 0 0,1 0 0,-1 0 1,1-1-1,1 1 0,-1 0 0,1-1 0,-1 1 0,1-1 0,1 0 0,-1 0 1,0 0-1,1-1 0,0 1 0,0-1 0,0 0 0,0 0 0,1 0 0,-1 0 0,1-1 1,-1 0-1,1 0 0,0 0 0,0 0 0,0-1 0,0 0 0,3 1-25,-4-2-19,-1 1 0,1-1 0,-1 0 0,1 0 0,-1 0-1,1 0 1,-1-1 0,1 1 0,-1-1 0,1 0 0,-1 0 0,1 0 0,-1-1-1,0 1 1,0-1 0,0 1 0,1-1 0,-2 0 0,1 0 0,0-1 0,0 1-1,-1-1 1,1 1 0,-1-1 0,0 0 0,0 0 0,0 0 0,0 0 0,0 0-1,-1 0 1,1 0 0,-1-1 0,0 1 0,0-1 0,0 1 0,-1-1 0,1 1-1,-1-1 1,0 1 0,0-1 0,0-2 19,3-8-77,-1-1-1,0 0 1,-1 0 0,-1 1-1,0-1 1,-1 0 0,-1 0-1,0 1 1,-1-1 0,0 1-1,-1 0 1,-1 0 0,0 0-1,-5-7 78,10 21-17,0 1-1,0-1 1,0 1-1,-1-1 1,1 1-1,0-1 1,0 1-1,-1-1 1,1 1-1,0-1 1,-1 0-1,1 1 1,0-1-1,-1 1 1,1-1-1,0 0 1,-1 1-1,1-1 1,-1 0-1,1 1 1,-1-1-1,1 0 0,-1 0 1,1 0-1,-1 1 1,1-1-1,-1 0 1,1 0-1,-1 0 1,0 0-1,1 0 1,-1 0-1,1 0 1,-1 0-1,1 0 1,-1 0-1,1 0 1,-1-1-1,1 1 1,-1 0-1,1 0 1,-1 0-1,1-1 1,-1 1-1,1 0 1,-1-1-1,1 1 1,-1 0-1,1-1 1,0 1-1,-1 0 1,1-1-1,0 1 1,-1-1-1,1 1 1,0-1-1,-1 1 1,1-1-1,0 1 1,0-1 17,6 48-7506,5-30-696</inkml:trace>
  <inkml:trace contextRef="#ctx0" brushRef="#br0" timeOffset="1080.153">1356 19 5977,'0'0'2317,"0"0"3395,0 0-2844,0 0-1585,0 0-172,0 0-211,-4-3-570,-4-10 147,38 13 142,-8 0-472,-9 0-59,-10 0-89,0-1 0,0 0 0,0 1 0,0 0 0,0 0 0,0 0-1,0 0 1,0 0 0,0 1 0,0-1 0,-1 1 0,1 0-1,0-1 1,0 2 0,0-1 0,-1 0 0,1 0 0,0 1-1,-1-1 1,0 1 0,1 0 0,-1 0 0,0 0 0,0 0 0,0 0-1,0 1 1,0-1 0,0 0 0,-1 1 0,1 0 0,-1-1-1,0 1 1,1 0 1,3 19 82,-1 0 0,0 0 0,-2 0 0,0 0 0,-2 0-1,0 1 1,-2-1 0,-2 12-82,-9 66 454,71-86-460,84-15-930,-120-16-776,-33-72-11360,-5 61 9972,-9 3 2171</inkml:trace>
  <inkml:trace contextRef="#ctx0" brushRef="#br0" timeOffset="1296.604">1295 183 6369,'0'0'6210,"0"0"-4202,0 0-1152,0 0-32,0 0 617,0 0-545,148 5-432,-96-14-240,2-7-32,-4 3-192,-8 0 0,-10 4 0,-10 4-184,-10 5-808,-9 0-3185,-3 0-768,0 0 440,0 5 2617</inkml:trace>
  <inkml:trace contextRef="#ctx0" brushRef="#br0" timeOffset="1637.198">1779 137 5873,'0'0'1297,"0"0"779,0 0 1683,0 0-1483,0 0-821,0 0 134,12 12 112,88 109 690,-96-114-2350,0-1 0,1 1 0,0-1 0,0 0 1,1 0-1,0-1 0,0 0 0,0 0 0,0 0 0,1 0 0,0-1 1,0 0-1,0-1 0,1 0 0,-1 0 0,1 0 0,-1-1 1,1 0-1,0-1 0,0 0 0,0 0 0,0 0 0,0-1 0,0 0 1,0-1-1,0 0 0,0 0 0,7-2-41,-10-2-1,1 0 0,-1 0 0,0 0 0,-1 0 0,1-1 0,-1 0 0,0 0 0,0 0 0,-1 0 0,0 0 0,0-1 0,-1 0 0,1 1 0,-1-1 0,-1 0 0,1 0 0,-1 0 0,-1 0 0,1-1 0,-1 1 0,0 0 0,-1 0-1,0 0 1,0 0 0,-1-3 1,2-12-50,0 19 39,-1 0 1,1 0-1,0 0 0,-1 0 0,0 1 1,1-1-1,-1 0 0,0 0 0,0 1 1,-1-1-1,1 1 0,-1-1 0,1 1 1,-1-1-1,0 1 0,0 0 0,0 0 1,0 0-1,0 0 0,0 0 0,0 0 1,-1 1-1,1-1 0,-1 1 0,1 0 1,-1-1-1,0 1 0,1 0 0,-1 0 1,0 1-1,0-1 0,0 1 0,0-1 1,1 1-1,-1 0 0,0 0 0,0 0 1,0 1-1,0-1 0,0 1 0,0-1 11,-114 45-1950,91-9-4163,25-26 30</inkml:trace>
  <inkml:trace contextRef="#ctx0" brushRef="#br0" timeOffset="2233.969">2066 137 6009,'0'0'9350,"0"0"-6025,0 0-1783,0 0 31,0 0-354,0 0-331,17 19-465,58 60-253,-72-75-178,0-1 1,0 0-1,0 1 1,1-1-1,-1-1 1,1 1-1,0 0 1,0-1-1,0 0 1,0 0-1,0 0 1,0 0-1,1-1 0,-1 1 1,1-1-1,-1 0 1,1-1-1,-1 1 1,1-1-1,-1 0 1,1 0-1,-1 0 1,1-1 7,13 1-409,-12-3-163,-1 0 0,0 0 0,0 0 1,0-1-1,-1 0 0,1 0 0,-1 0 0,0 0 0,0-1 0,0 1 0,-1-1 0,1 0 0,-1 0 0,-1-1 1,1 1-1,-1-1 0,1 1 0,-2-1 0,2-1 572,9-18-594,39-37 1553,-50 61-863,1-1-1,-1 1 1,0 0-1,0 0 1,1 0-1,-1 0 1,1 1-1,-1-1 1,1 0-1,-1 1 1,1-1-1,-1 1 1,1-1-1,0 1 1,-1 0-1,1-1 1,0 1-1,-1 0 1,1 0-1,0 0 1,-1 0-1,1 1 1,0-1-1,-1 0 1,1 1 0,-1-1-1,1 1 1,0 0-1,-1-1 1,1 1-1,-1 0 1,0 0-1,1 0 1,-1 0-1,0 0 1,1 0-1,-1 0 1,0 1-1,0-1 1,0 0-1,0 1 1,0-1-1,-1 0 1,1 1-1,0 1-95,66 131 1623,-65-134-1615,-1 0 0,0 0 0,1 0 0,-1 0 0,0-1 0,1 1 0,-1 0-1,0-1 1,1 1 0,-1-1 0,0 1 0,1-1 0,-1 0 0,0 1 0,0-1 0,0 0-1,0 0 1,0 0 0,0 0 0,0 0 0,0 0 0,0 0 0,0 0 0,0 0-1,-1 0 1,1-1 0,0 1 0,-1 0 0,1 0 0,-1-1 0,0 1 0,1 0-1,-1-1 1,0 1 0,0-1 0,0 1 0,0 0 0,0-1 0,0 1 0,0-1-1,0 1 1,0 0 0,-1-1 0,1 1 0,-1 0 0,1-1 0,-1 1-8,3-15 55,-1 12-70,0-1 0,0 1 0,0-1 1,0 1-1,1 0 0,0-1 0,0 1 0,0 0 1,0 0-1,1 0 0,-1 0 0,1 1 0,0-1 0,0 1 1,1 0-1,-1 0 0,1 0 0,-1 0 0,1 0 1,0 1-1,0 0 0,0 0 0,0 0 0,1 0 1,-1 0-1,0 1 0,1 0 0,-1 0 0,1 0 0,0 1 1,-1-1-1,1 1 0,-1 0 0,1 0 0,0 1 1,-1-1-1,1 1 0,-1 0 0,1 1 0,-1-1 1,0 1-1,1-1 0,-1 1 0,0 1 0,0-1 0,3 3 15,146 204 4347,-111-188-4904,-11-22-3298,-15-2-1878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31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65 605 6057,'0'0'1241,"0"0"988,0 0 564,0 0-254,0 0-841,0 0-227,-7-1-463,5 1-954,0-1 0,0 1-1,1 0 1,-1 0 0,0 0 0,0 0 0,0 0-1,0 1 1,0-1 0,1 0 0,-1 1 0,0-1-1,0 1 1,1 0 0,-1 0 0,0 0-1,1 0 1,-1 0 0,1 0 0,-1 0 0,1 0-1,0 0 1,-1 1 0,1-1 0,0 1 0,0-1-1,0 1 1,0-1 0,0 1 0,0-1 0,0 1-1,1 0 1,-1 0 0,0-1 0,1 1-1,0 0 1,-1 0 0,1 0 0,0 0 0,0 0-1,0-1 1,0 1 0,0 0 0,1 0 0,-1 0-1,0 0 1,1-1 0,0 2-54,-1 2 129,-2-1-90,0 0 0,1 0 0,0 0 0,0 1 0,0-1-1,1 0 1,-1 0 0,1 1 0,0-1 0,0 0 0,1 0 0,-1 1 0,1-1 0,0 0 0,0 0 0,0 0 0,1 0 0,-1 0 0,1 0 0,0 0 0,0 0 0,0-1 0,1 1 0,-1-1 0,1 0 0,0 1 0,0-1 0,0-1-1,0 1 1,1 0 0,-1-1 0,1 1 0,0-1 0,-1 0 0,1 0 0,0-1 0,0 1 0,0-1 0,0 0 0,1 0-39,3 0-38,1 0 0,0-1 0,0 0 0,-1-1 0,1 0 0,0 0 0,-1-1 0,1 0 0,-1-1 0,0 0 0,1 0 0,-1 0 0,-1-1 0,1 0 0,0-1 0,-1 0 0,0 0 0,0-1 0,-1 1 0,1-1 0,-1-1 0,-1 1 0,1-1 0,-1 0 0,0-1 0,-1 1 0,1-1 0,-1 0 0,-1 0 0,0 0 0,0 0 0,-1-1 0,0 1 0,0-1 0,-1 1 0,0-1 0,0 0 0,-1 0 0,0 1 0,-1-1 0,-1-7 38,-2 11-95,0 1-1,0-1 0,-1 1 0,1 0 0,-1 0 1,0 1-1,0 0 0,-1 0 0,1 0 0,-1 0 1,1 1-1,-1 0 0,0 0 0,0 0 0,0 1 1,0 0-1,0 0 0,0 0 0,0 1 1,0 0-1,0 0 0,0 1 0,0 0 0,0 0 1,0 0-1,0 1 0,0 0 0,0 0 0,-2 1 96,0 0-36,0 1 0,0 0 1,0 0-1,1 1 0,-1 0 0,1 1 0,0-1 0,1 1 0,0 0 0,0 1 0,0 0 0,0 0 0,1 0 0,0 0 0,1 1 0,0 0 0,0 0 0,0 0 0,1 0 0,1 1 0,-1-1 0,1 1 0,1 0 1,-1 6 35,2-12-108,0 0 1,0-1 0,1 1 0,-1 0 0,1 0 0,0-1 0,0 1 0,0 0 0,0-1-1,0 1 1,0-1 0,1 1 0,0-1 0,-1 0 0,1 0 0,0 0 0,0 1 0,0-2-1,0 1 1,0 0 0,0 0 0,1-1 0,-1 1 0,1-1 0,-1 0 0,1 0 0,-1 0 0,1 0-1,0 0 1,0 0 0,-1-1 0,1 1 0,0-1 0,0 0 0,0 0 0,2 0 107,105-8-3877,-52-12 263,-8-4-2642</inkml:trace>
  <inkml:trace contextRef="#ctx0" brushRef="#br0" timeOffset="567.707">149 250 5569,'0'0'1243,"0"0"205,0 0 2647,-19-20-1828,-60-60-998,49 64 1210,30 22-2428,8 28 513,1 0-1,1 0 1,2-1-1,1 0 1,2-1 0,14 24-564,-18-36 92,125 203 679,-128-212-744,1 0 0,0-1 0,1 1 0,1-2 0,-1 0 0,1 0 0,1-1 0,0 0 0,0-1 0,0 0 0,1-1 0,0 0 0,0-1 0,0-1 0,1 0 0,0-1 0,3 1-27,-10-3-37,-1 1 1,1-1 0,-1 0-1,1-1 1,-1 0-1,1 0 1,-1 0-1,1-1 1,-1 1-1,1-2 1,-1 1-1,1-1 1,-1 0-1,0 0 1,0-1-1,0 0 1,0 0-1,0 0 1,-1 0-1,0-1 1,1 0-1,-1-1 1,-1 1 0,1-1-1,0 0 1,-1 0-1,0 0 1,-1 0-1,1-1 1,-1 0-1,0 1 1,0-1-1,-1 0 1,1-1-1,-1 1 1,-1 0-1,1-1 37,-1 3-33,1-1 0,-1 1 0,0 0 0,0-1 0,-1 1 0,1-1 0,-1 1 0,0-1 0,0 1-1,-1-1 1,1 1 0,-1-1 0,0 1 0,0-1 0,0 1 0,-1 0 0,0 0 0,0 0 0,0 0 0,0 0 0,0 0-1,-1 0 1,0 0 0,0 1 0,0 0 0,0-1 0,0 1 0,-1 0 0,1 1 0,-1-1 0,0 1 33,-1 58 185,4-50-161,2 1 0,-1-1-1,1 0 1,0 1 0,0-1-1,1 0 1,0 0 0,0 0-1,0 0 1,1 0 0,-1-1-1,2 1 1,-1-1 0,1 1-1,-1-1 1,1 0 0,1-1-1,-1 1 1,1-1 0,-1 0-1,1 0 1,1 0 0,-1 0-1,0-1 1,1 0 0,0 0 0,0-1-1,0 0 1,0 0 0,0 0-1,0-1 1,0 1 0,0-1-1,1-1 1,-1 1 0,0-1-1,3-1-23,-5 3 10,1-1 0,-1 0 0,0-1 0,0 1 0,1-1 0,-1 0 0,0 0 0,1 0-1,-1 0 1,0-1 0,1 0 0,-1 0 0,0 0 0,0 0 0,0-1 0,0 1 0,0-1 0,0 0 0,0-1-1,-1 1 1,1 0 0,-1-1 0,1 0 0,-1 0 0,0 0 0,0 0 0,-1-1 0,1 1 0,-1-1 0,1 1-1,-1-1 1,0 0 0,0 0 0,-1 0 0,1 0 0,-1 0 0,0 0 0,0-1 0,0 1 0,-1 0-1,1 0 1,-1-1-10,-3-1 2,0 0-1,0 0 1,0 0-1,-1 1 0,0-1 1,0 1-1,0 0 1,0 1-1,-1-1 1,0 1-1,0-1 0,0 2 1,-1-1-1,1 0 1,-1 1-1,0 0 0,0 1 1,0-1-1,0 1 1,-1 0-1,1 1 1,0-1-1,-1 1 0,1 0 1,-1 1-1,1 0 1,-1 0-1,0 0 0,1 1 1,-1 0-1,1 0 1,0 1-1,-1 0-1,3-2-36,1 1-1,0-1 1,-1 1 0,1 0-1,0 0 1,0 1 0,-1-1-1,1 1 1,0-1 0,1 1-1,-1 0 1,0 0 0,0 1-1,1-1 1,-1 0-1,1 1 1,0-1 0,0 1-1,0 0 1,0 0 0,0 0-1,1 0 1,-1 0 0,1 0-1,0 0 1,0 1 0,0-1-1,0 0 1,1 1 0,-1-1-1,1 0 1,0 1 0,0-1-1,0 1 1,0-1-1,1 0 1,-1 1 0,1-1-1,0 2 37,66 13-4081,-54-19 3243,44 0-3711,-5-7-1910</inkml:trace>
  <inkml:trace contextRef="#ctx0" brushRef="#br0" timeOffset="1303.002">1083 465 6409,'0'0'1943,"0"0"3453,0 0-2640,0 0-1876,0 0 164,0 0 714,1 23-429,0-9-1211,-1 7-9,1 1 1,1-1 0,1 0-1,1 0 1,1 0 0,1 0-1,1-1 1,1 1-110,-8-22-58,0 0 0,1 0 1,-1 0-1,1-1 0,-1 1 0,1 0 0,0 0 0,-1 0 1,1 0-1,0 0 0,0 0 0,0 0 0,0 1 0,0-1 0,0 0 1,0 0-1,0 1 0,0-1 0,0 1 0,0-1 0,0 1 1,0-1-1,0 1 0,1-1 0,-1 1 0,0 0 0,0 0 0,1 0 1,-1 0-1,0 0 0,0 0 0,1 0 0,-1 0 0,0 0 1,0 0-1,0 1 0,1-1 0,-1 1 0,0-1 0,0 1 0,0-1 1,0 1-1,0 0 0,0-1 0,0 1 0,0 0 0,0 0 1,0 0-1,0-1 0,0 1 0,0 0 0,-1 0 0,1 1 0,0-1 1,-1 0-1,1 0 0,-1 0 0,1 0 0,-1 0 0,0 1 1,0-1-1,1 0 0,-1 0 0,0 1 58,47-197-388,-46 195 391,1-1 0,-1 1-1,1-1 1,0 1 0,-1 0 0,1 0 0,-1 0-1,1 0 1,-1 0 0,1 0 0,0 0 0,-1 0-1,1 0 1,-1 1 0,1-1 0,-1 1 0,1-1-1,-1 1 1,1-1 0,-1 1 0,1 0 0,-1 0-1,0 0 1,0 0 0,1 0 0,-1 0 0,0 0-1,0 0 1,0 1 0,0-1 0,0 0 0,0 1-1,-1-1 1,1 0 0,0 1 0,-1-1 0,1 1 0,-1-1-1,1 1 1,-1-1 0,0 1 0,1 0 0,-1-1-1,0 1 1,0-1 0,0 1 0,-1-1 0,1 2-3,2 2 42,8 22 240,-9-21-237,0 0 0,1 0 0,-1-1 0,1 1 0,0 0 0,1-1 0,-1 0 0,1 1 0,0-1 0,0 0 0,1 0 0,0-1 0,0 1 0,0-1 0,0 0 0,0 0 1,1 0-1,0 0 0,0-1 0,0 0 0,0 0 0,1 0 0,-1-1 0,1 0 0,-1 0 0,1 0 0,0 0-45,58-10-1028,-54 5 158,-1-1 0,0 1 0,0-1-1,-1-1 1,1 0 0,-1 0-1,0 0 1,0-1 0,0-1 0,-1 1-1,0-1 1,0 0 0,-1-1-1,5-6 872,9-28-1113,-13-4 3562,-7 44 2508,-17 23 1840,5 29-4131,10-47-2632,1 0 0,-1 0 0,1 1-1,0-1 1,0 0 0,0 0 0,0 1 0,1-1 0,0 1 0,-1-1 0,1 1 0,0-1 0,1 0-1,-1 1 1,1-1 0,-1 1 0,1-1 0,0 0 0,0 0 0,0 1 0,1-1 0,-1 0 0,1 0-1,0 0 1,0 0 0,0-1 0,0 1 0,0 0 0,1-1 0,-1 1 0,1-1 0,-1 0 0,1 0-1,0 0 1,0 0 0,0-1 0,0 1 0,0-1 0,0 0 0,1 0 0,-1 0 0,0 0 0,1 0-1,-1-1 1,0 1 0,1-1 0,2 0-35,0 2-50,0-1-1,0 0 1,0 0-1,0 0 1,0-1 0,0 0-1,0 0 1,0 0-1,0-1 1,0 0-1,0 0 1,0 0-1,0-1 1,0 0 0,0 0-1,-1-1 1,1 1-1,-1-1 1,0 0-1,0-1 1,0 1 0,0-1-1,-1 0 1,1 0-1,-1-1 1,0 1-1,0-1 1,-1 0-1,1 0 1,-1 0 0,0-1-1,-1 1 1,1-1-1,-1 1 1,0-1-1,0 0 1,-1 0 0,0 0-1,0 0 51,-4-1-20,-1 1 0,1-1 1,-2 1-1,1 0 0,-1 1 0,1-1 0,-2 1 0,1 0 0,-1 0 0,1 0 1,-1 1-1,0 0 0,-1 0 0,1 0 0,-1 1 0,0 0 0,0 1 1,0-1-1,0 1 0,0 1 0,0-1 0,0 1 0,-1 0 0,1 1 0,-1 0 1,1 0-1,0 0 0,-1 1 0,-3 1 20,5-1-33,1-1-1,0 1 1,0 0 0,0 0-1,0 1 1,1 0 0,-1-1-1,0 2 1,1-1 0,-1 0-1,1 1 1,-1 0 0,1 0-1,0 0 1,1 1 0,-1-1-1,0 1 1,1 0 0,0 0-1,0 0 1,0 0-1,0 1 1,1-1 0,0 1-1,0-1 1,0 1 0,0 0-1,1 0 1,0 0 0,0 0-1,0 0 1,0 0 0,1 0-1,0 0 1,0 1 0,1-1-1,-1 0 1,1 0 0,1 4 33,0-5-463,-1-1 0,1 0 1,0 0-1,1 0 0,-1 0 0,0 0 1,1-1-1,-1 1 0,1-1 0,0 1 1,0-1-1,0 0 0,0 0 1,1 0-1,-1-1 0,0 1 0,1-1 1,-1 0-1,1 0 0,-1 0 0,1 0 1,0 0-1,-1-1 0,1 0 1,0 0-1,-1 0 0,1 0 0,0 0 1,-1-1-1,1 1 0,0-1 1,-1 0-1,1-1 463,32-5-2900</inkml:trace>
  <inkml:trace contextRef="#ctx0" brushRef="#br0" timeOffset="1831.963">1773 1 5825,'0'0'8174,"0"0"-4767,0 0-1588,0 0-428,0 0 6,0 0-745,-15 6-384,11-4-242,0-1-1,0 1 1,0 0 0,0 0-1,0 1 1,0-1 0,0 1-1,1-1 1,-1 1 0,1 0 0,0 1-1,0-1 1,0 1 0,1-1-1,-1 1 1,1 0 0,-1 0-1,1 0 1,1 0 0,-1 0-1,0 0 1,1 0 0,0 1 0,0-1-1,0 1 1,1-1 0,0 0-1,-1 1 1,2-1 0,-1 3-26,-1 43 141,2-1 0,2 0 1,3 0-1,1-1 1,12 39-142,-15-74 20,0 0 1,1 0-1,0 0 1,1-1 0,1 0-1,0 0 1,0 0 0,1-1-1,0 0 1,1-1 0,1 0-1,-1 0 1,2-1 0,-1 0-1,1-1 1,0 0-1,1-1 1,0 0 0,0-1-1,1 0 1,-1-1 0,1-1-1,5 2-20,-4-2-88,0-1 0,1 0 0,-1 0-1,1-2 1,-1 0 0,1 0 0,0-2 0,-1 0-1,1 0 1,-1-1 0,1-1 0,-1-1 0,0 0-1,10-4 89,-19 4-168,-1 1-1,0-1 1,0-1-1,0 1 1,0 0-1,-1-1 1,0 0-1,0 0 0,0 0 1,0 0-1,-1 0 1,0 0-1,0-1 1,-1 1-1,1-1 1,-1 0-1,0 1 0,0-1 1,-1 0-1,0 1 1,0-1-1,0 0 1,-1 0-1,0-2 169,0 3-19,0-1-1,0 0 1,0 0 0,-1 0-1,0 1 1,0-1-1,0 1 1,-1-1-1,0 1 1,0 0 0,0 0-1,-1 0 1,1 1-1,-1-1 1,0 1 0,-1 0-1,1 0 1,-1 0-1,1 1 1,-1-1 0,0 1-1,-1 1 1,-1-2 19,4 4 60,0 0 0,0 1 0,0 0-1,0-1 1,0 1 0,0 0 0,0 0 0,0 0 0,0 1 0,0-1 0,1 1 0,-1 0 0,1-1 0,-1 1-1,1 0 1,0 0 0,-1 1 0,1-1 0,0 0 0,0 1 0,1 0 0,-1-1 0,1 1 0,-1 0 0,1 0-1,0-1 1,0 1 0,0 0 0,0 0 0,0 0 0,1 1 0,0-1 0,-1 0 0,1 0 0,0 0 0,0 0 0,1 0-1,-1 0 1,1 0 0,0 0 0,-1 0 0,1 0 0,1 0 0,0 2-60,-3 6 379,0-4-351,-1-1-1,1 1 1,0-1 0,0 1-1,1 0 1,0-1-1,0 1 1,0 0 0,1-1-1,0 1 1,1-1 0,-1 1-1,1-1 1,0 1 0,1-1-1,-1 0 1,1 0-1,1 0 1,-1-1 0,1 1-1,0-1 1,0 0 0,1 0-1,-1 0 1,1 0-1,0-1 1,0 0 0,1 0-1,-1 0 1,1-1 0,0 0-1,2 1-27,11-1-318,1-1 0,-1-1 0,1-1-1,0-1 1,-1-1 0,1 0 0,-1-1 0,0-1-1,0-1 1,0-1 0,0-1 0,-1 0 0,0-1-1,-1-1 1,0-1 0,0 0 0,-1-1 0,0-1-1,-1-1 1,10-9 318,-9 9-6412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30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1 6953,'0'0'1461,"0"0"3114,0 0-1874,0 21-750,-25 177 2549,-45-26-3276,34-102-6908,34-69-1745,-2-6 3485,-3-11-876,0-5 3356</inkml:trace>
  <inkml:trace contextRef="#ctx0" brushRef="#br0" timeOffset="240.301">1 96 7258,'0'0'748,"0"0"1404,0 0 1001,0 0-1700,0 0-778,0 0 315,8 15 462,18 32-21,-14-19-1154,1-1 1,2 0-1,0-2 1,1 1 0,2-2-1,1 0 1,0-1-1,2-2 1,0 1 0,2-2-1,0-1 1,1-1-1,1-1 1,1-2 0,0 0-278,11-7-1919,-13-6-3713,-13-2-1371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27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1 445 6265,'0'0'1627,"0"0"2059,0 0-1209,0 0-1222,0 0-667,0 0 351,7 22 467,62 141 246,-49-127-1447,-11-19-131,-1 0 0,2 0 1,0-1-1,1-1 0,1 0 0,0 0 0,1-1 0,1-1 1,0 0-1,1 0-74,-14-12-19,1 0-1,0 0 1,-1 0 0,1 0 0,-1 0 0,1 0-1,0-1 1,0 1 0,0-1 0,-1 1 0,1-1 0,0 1-1,0-1 1,0 0 0,0 0 0,0 0 0,-1 0-1,1 0 1,0-1 0,0 1 0,0-1 0,0 1-1,-1-1 1,1 1 0,0-1 0,0 0 0,-1 0 0,1 0-1,-1 0 1,1 0 0,-1 0 0,1 0 0,-1-1-1,0 1 1,1 0 0,-1-1 0,0 1 0,0-1-1,0 0 1,0 1 0,0-1 0,0-1 19,27-86-1187,-23 66 1029,25-83-544,-28 106 705,0-1 1,0 0-1,-1 1 0,1-1 0,0 1 1,0 0-1,0-1 0,0 1 0,0 0 1,-1 0-1,1 0 0,0 0 0,0 1 0,0-1 1,0 0-1,0 1 0,-1 0 0,1-1 1,0 1-1,0 0 0,-1 0 0,1 0 1,-1 0-1,1 0 0,-1 0 0,1 0 1,-1 0-1,1 1 0,-1-1 0,0 0 0,0 1 1,0 0-1,0-1 0,0 1 0,0-1 1,0 1-1,-1 0 0,1 0 0,0-1 1,-1 1-1,1 0 0,-1 0 0,0 0 0,0 0 1,0 0-4,3 4 54,10 14 141,-10-11-157,0-1-1,1 1 1,0-1 0,1 0 0,0 0 0,0-1 0,1 1-1,0-1 1,0-1 0,1 1 0,0-1 0,0 0 0,0 0 0,1-1-1,-1 0 1,1 0 0,1-1 0,-1 0 0,1-1 0,-1 1 0,1-2-1,0 1 1,0-1 0,8 1-38,-13-6 13,-1 1 0,1 0-1,-1-1 1,0 0 0,0 0 0,-1 0-1,1 0 1,-1 0 0,1 0 0,-1-1 0,0 1-1,0-1 1,0 0 0,-1 1 0,1-1-1,-1 0 1,0 0 0,0 0 0,0 0-1,-1 0 1,1 0 0,-1 0 0,0 0-1,0 0 1,-1 0 0,1 0 0,-1-1 0,0 1-1,0 1 1,0-1 0,-1 0 0,1 0-1,-1 0 1,0 1 0,0-1-13,-7-6 18,0 0 0,-1 0 0,-1 1 0,0 1 1,0 0-1,0 0 0,-1 1 0,0 0 0,0 1 0,-1 1 0,0 0 0,0 0 1,0 2-1,0-1 0,-1 2 0,0 0 0,1 0 0,-1 1 0,0 1 0,0 0 0,1 1 1,-3 1-19,14-1-13,-1 1-1,0-1 1,1 0 0,-1 1 0,1 0 0,0 0 0,-1 0 0,1 0 0,0 0-1,0 0 1,0 0 0,1 0 0,-1 1 0,0-1 0,1 1 0,0 0 0,0-1-1,-1 1 1,2 0 0,-1 0 0,0-1 0,0 1 0,1 0 0,0 0 0,-1 0-1,1 0 1,0 0 0,0 0 0,1 0 0,-1 0 0,1 0 0,-1-1 0,1 1-1,0 0 1,0 0 0,0 0 0,1-1 0,-1 1 0,1-1 0,-1 1 0,1-1-1,0 0 1,0 1 0,1 0 13,3 3-250,0 0 1,0 0-1,1-1 0,0 1 0,0-2 0,0 1 1,0-1-1,1 0 0,0-1 0,0 1 1,0-2-1,0 1 0,0-1 0,0 0 0,1-1 1,5 1 249,88 4-6791,-41-6-1782</inkml:trace>
  <inkml:trace contextRef="#ctx0" brushRef="#br0" timeOffset="772.718">715 570 7466,'0'0'893,"0"0"2831,0 0-1115,0 0-1067,0 0-739,0 0 86,-11 19 162,-28 63-410,40-79-608,-1 1 0,0-1 0,1 1 0,0 0 0,0-1 1,0 0-1,0 1 0,1-1 0,0 0 0,-1 1 0,1-1 1,0 0-1,0 0 0,1 0 0,-1-1 0,0 1 1,1-1-1,0 1 0,0-1 0,0 0 0,0 0 0,0 0 1,0 0-1,0-1 0,0 1 0,1-1 0,-1 0 1,1 0-1,-1 0 0,1 0 0,-1 0 0,1-1 0,3 0-33,1 4-45,1-2 0,0 1 0,0-1 0,0-1 0,1 1-1,-1-2 1,0 1 0,0-1 0,1 0 0,-1-1 0,0 0 0,0-1-1,0 0 1,0 0 0,0-1 0,0 0 0,0-1 0,-1 0-1,0 0 1,0-1 0,0 0 0,0 0 0,-1-1 0,0 0-1,0 0 1,0 0 0,-1-1 0,0 0 0,0-1 0,-1 1 0,0-1-1,0 0 1,-1 0 0,0-1 0,0 1 0,1-9 45,-4-4-96,-2-1-1,-1 1 1,-1 0 0,0-1 0,-2 1-1,0 1 1,-1-1 0,-1 1 0,-1 0-1,-1 1 1,-1-1 0,-1 2 0,0 0-1,-1 0 1,-1 1 0,-1 0 0,0 1 0,-1 1-1,-12-9 97,-3-12 58,-63-67 1533,91 105-1528,0 0 1,0 1 0,0-1 0,0 0 0,1 1-1,-1 0 1,1-1 0,0 1 0,-1 0-1,1-1 1,1 1 0,-1 0 0,0 0 0,1 0-1,-1 0 1,1 0 0,0 0 0,0 0-1,0 0 1,0 0 0,1 0 0,-1-1 0,1 1-1,0 0 1,0 0 0,0 0 0,0 0-1,1 1-63,8 43 285,2-2 0,2 1-1,2-2 1,2 0-1,1-1 1,3-1 0,1 0-1,3-2 1,0-1-1,7 3-284,-27-33 4,0 0 1,1 0-1,0-1 0,0 0 0,1-1 0,0 1 0,0-1 0,1-1 0,-1 0 0,2 0 1,-1-1-1,1 0 0,-1 0 0,1-1 0,0-1 0,1 0 0,-1 0 0,1-1 0,-1 0 1,1 0-1,0-2 0,0 1 0,-1-1 0,7-1-4,-12 0-61,-1-1 1,1 1-1,0-1 1,-1 0-1,0 0 0,1 0 1,-1-1-1,0 0 1,0 1-1,0-1 0,-1-1 1,1 1-1,-1 0 1,1-1-1,-1 0 0,-1 0 1,1 0-1,0 0 1,-1 0-1,0-1 0,0 1 1,0-1-1,0 1 1,-1-1-1,0 0 1,0 1-1,0-4 61,12-135-2595,-13 142 2584,43 101 1790,-40-95-1747,1 1 0,1 0 0,-1-1 0,1 0 0,0 0 0,0 0 0,0-1 0,1 0-1,0 0 1,0 0 0,0-1 0,0 1 0,0-2 0,1 1 0,-1-1 0,1 0 0,-1 0 0,1 0 0,0-1 0,0 0 0,0-1 0,0 1 0,0-1 0,0-1 0,0 1 0,0-1 0,5-2-32,-8 0 9,0 0 1,0-1-1,0 0 1,-1 0-1,1 0 0,-1 0 1,0 0-1,0-1 1,-1 1-1,1-1 1,-1 0-1,0 0 1,0 1-1,0-2 1,-1 1-1,0 0 0,0 0 1,0 0-1,-1 0 1,0-1-1,0 1 1,0 0-1,0 0 1,-1-1-1,0 1 1,0 0-1,0 0 1,-1 0-1,0 0 0,0 0 1,0 0-1,0 1 1,-4-5-10,4 4 4,-1 1 0,0-1 0,0 1 0,0 0 1,-1 0-1,1 1 0,-1-1 0,0 1 0,0-1 0,0 1 1,-1 0-1,1 1 0,-1-1 0,0 1 0,1 0 1,-1 0-1,0 1 0,0-1 0,0 1 0,0 0 0,0 0 1,-1 1-1,1-1 0,0 1 0,0 0 0,0 1 0,0-1 1,-1 1-1,1 0 0,0 1 0,0-1 0,0 1 0,1 0 1,-1 0-1,0 0 0,1 1 0,-1-1 0,1 1 0,-2 2-4,-14 97-538,21-99 279,1 1 0,-1-1 0,1 0 1,-1 0-1,1 0 0,0-1 1,0 1-1,1 0 0,-1-1 0,0 1 1,1-1-1,0 0 0,-1 0 0,1 0 1,0 0-1,0 0 0,0-1 1,0 1-1,0-1 0,1 0 0,-1 0 1,0 0-1,0 0 0,1-1 0,-1 1 1,1-1-1,-1 0 0,1 0 0,-1 0 1,0-1-1,1 1 0,0-1 259,-2 1-269,40 1-5017</inkml:trace>
  <inkml:trace contextRef="#ctx0" brushRef="#br0" timeOffset="1734.502">1718 441 6161,'0'0'1754,"0"0"2399,0 0-1238,0 0-1182,0 0-943,0 0-303,4 3-137,56 87 2139,-55-79-2436,0-1-1,1 1 1,0-1-1,1 0 1,0 0-1,0-1 1,1 0-1,0 0 1,1-1-1,0 0 1,7 4-53,-14-15-30,0 0 1,0 0 0,-1 0-1,1 0 1,-1-1-1,0 1 1,0-1-1,0 1 1,0-1-1,-1 1 1,1-1-1,-1 1 1,0-1 0,0 1-1,-1-1 1,1 1-1,-1-1 1,1 0-1,-1 1 1,0 0-1,0-1 1,-1 1-1,0-3 30,-15-116-866,18 118 805,1 1 1,-1-1 0,0 1-1,1 0 1,0-1 0,0 1 0,0 0-1,0 0 1,1 0 0,-1 0-1,1 1 1,0-1 0,0 1-1,-1 0 1,2-1 0,-1 1 0,0 0-1,0 1 1,1-1 0,-1 1-1,1-1 1,-1 1 0,1 0-1,-1 0 1,1 1 0,0-1 0,0 1-1,-1-1 1,1 1 0,1 1 60,73-6-5445,-77 5 5365,58 24-6271,-17 27 5727,19 14 8993,-40-79-2550,-16-46-4636,-5 57-905,0 2-262,0 0 0,0 0 0,1-1 0,-1 1 0,0 0-1,0 0 1,0 0 0,-1-1 0,1 1 0,0 0 0,0 0 0,0 0 0,-1 0 0,1 0 0,-1 0 0,1-1 0,-1 1 0,1 0 0,-1 0-1,0 0 1,1 0 0,-1 1 0,0-1 0,0 0 0,0 0 0,0 0 0,0 1 0,0-1 0,0 0 0,0 1 0,0-1 0,0 1 0,0-1 0,0 1-1,0 0 1,0-1 0,0 1 0,0 0 0,-1 0 0,1 0 0,0 0 0,0 0 0,0 0 0,-1 0 0,1 0 0,0 0 0,0 0 0,0 1-1,0-1 1,0 0 0,0 1 0,-1-1 0,1 1 0,0 0 0,0 0-16,-4 4 13,0 0 0,1 1 1,0 0-1,0 0 0,0 0 0,1 1 0,0-1 1,0 1-1,0-1 0,1 1 0,0 0 0,1 0 1,-1 0-1,1 0 0,1 0 0,-1 1 0,1-1 1,1 0-1,-1 0 0,1 1-13,0-4 5,0 0 0,0-1 1,0 1-1,0 0 0,1-1 0,-1 1 0,1-1 0,0 1 0,0-1 1,0 0-1,1 0 0,-1 0 0,1 0 0,0 0 0,0-1 0,-1 1 1,2-1-1,-1 1 0,0-1 0,0 0 0,1-1 0,-1 1 0,1 0 1,0-1-1,-1 0 0,1 0 0,0 0 0,0 0 0,0-1 0,-1 0 1,1 1-1,0-1 0,0-1 0,0 1 0,0 0 0,0-1 0,0 0 1,-1 0-1,1 0 0,0-1 0,-1 1 0,4-2-5,-3 1-18,0-1-1,0 0 0,-1 1 1,1-1-1,-1 0 0,1-1 1,-1 1-1,0-1 1,0 1-1,-1-1 0,1 0 1,-1 0-1,1 0 1,-1 0-1,-1-1 0,1 1 1,-1 0-1,1-1 0,-1 1 1,0-1-1,-1 0 1,1 1-1,-1-1 0,0 0 1,0-1 18,-1 2-18,1 0 0,0 1-1,0-1 1,0 0 0,0 0 0,1 1 0,-1-1 0,1 0 0,0 1 0,0-1 0,0 0-1,1 1 1,-1 0 0,1-1 0,0 1 0,0 0 0,0 0 0,0 0 0,1 0-1,-1 0 1,1 0 0,0 1 0,0-1 0,-1 1 0,2 0 0,-1 0 0,0 0 0,0 0-1,1 1 1,-1-1 0,1 1 0,-1 0 0,1 0 0,0 0 0,-1 0 0,4 0 18,3 2-26,0 1 1,-1 0-1,1 0 1,-1 1-1,1 0 1,-1 1-1,0 0 1,0 1-1,0-1 1,-1 2 0,0-1-1,0 1 1,0 0-1,-1 1 1,1 0-1,-2 0 1,1 0-1,-1 1 1,0 0-1,-1 0 1,0 1-1,3 5 26,-8-11-55,1-1-1,-1 0 0,0 1 0,0-1 0,-1 0 0,1 1 0,0-1 1,-1 0-1,1 1 0,-1-1 0,0 0 0,0 0 0,0 0 0,0 0 1,0 0-1,0 0 0,0 0 0,-1 0 0,1 0 0,-1 0 0,1-1 0,-1 1 1,0-1-1,0 1 0,0-1 0,0 0 0,0 1 0,0-1 0,0 0 1,0 0-1,0-1 0,0 1 0,-1 0 0,1-1 0,0 1 0,0-1 1,-1 0-1,1 0 0,0 0 0,-1 0 0,1 0 0,0 0 0,-1-1 56,-16 7-1,192-39 2654,17 29-5065,-167 4 1683,-10 0-4421</inkml:trace>
  <inkml:trace contextRef="#ctx0" brushRef="#br0" timeOffset="2200.299">3203 427 10306,'0'0'2070,"0"0"1983,0 0-2449,0 0-1177,0 0-132,-11 14 218,-36 46 43,45-57-516,1-1 1,-1 1-1,0 0 0,1 0 0,-1 0 0,1 0 1,0 0-1,0 0 0,0 0 0,0 0 0,0 0 0,1 0 1,-1 1-1,1-1 0,0 0 0,0 0 0,0 0 1,1 1-1,-1-1 0,1 0 0,0 0 0,0 0 0,0 0 1,0 0-1,0 0 0,1 0 0,-1 0 0,1 0 1,0-1-1,0 1 0,0 0 0,0-1 0,0 0 0,0 1 1,1-1-1,-1 0 0,1 0 0,0-1 0,-1 1 1,1 0-1,0-1 0,0 0 0,0 1 0,2-1-40,4 3 52,-1-1 0,1-1 0,-1 0 0,1 0 0,-1 0 0,1-1 0,0-1 0,0 1 0,0-2 0,0 1 0,-1-1 0,1 0 0,0-1-1,-1 0 1,1 0-52,-4-1-112,0-1 0,0 1 0,-1-1 0,0 0 0,0 0 0,0 0 0,0 0 0,0-1 0,-1 0 0,0 1 0,0-1 0,0-1 0,-1 1 0,1 0 0,-1-1 0,-1 1 0,1-1 0,-1 1 0,0-1 0,0 0 0,0 1 0,-1-1 0,0 0 0,0 0 0,-1 1 0,1-1 0,-1 0 0,-1-2 112,-1 4-64,0 0-1,-1 0 1,1 0 0,-1 0 0,0 0 0,1 1 0,-2 0 0,1 0-1,0 0 1,-1 0 0,1 1 0,-1 0 0,0 0 0,0 0 0,0 0-1,0 1 1,0 0 0,0 0 0,0 0 0,0 1 0,0-1 0,-1 1-1,1 0 1,0 1 0,0-1 0,0 1 0,0 0 0,-1 1 0,1-1-1,1 1 1,-1 0 0,0 0 0,0 1 0,1-1 0,-1 1 0,1 0-1,0 0 1,0 0 0,0 1 0,-2 1 64,5-3-34,0-1 0,-1 0 0,1 1 1,0-1-1,0 1 0,0-1 0,0 1 0,0-1 0,0 1 0,0 0 1,1-1-1,-1 1 0,1 0 0,-1 0 0,1 0 0,-1 0 0,1-1 1,0 1-1,0 0 0,0 0 0,0 0 0,0 0 0,1 0 1,-1-1-1,0 1 0,1 0 0,-1 0 0,1-1 0,0 1 0,0 0 1,0 0-1,-1-1 0,2 1 0,-1-1 0,0 1 0,0-1 0,0 0 1,1 1-1,-1-1 0,0 0 0,1 0 0,-1 0 0,1 0 1,0 0-1,-1 0 0,1 0 0,0 0 0,0-1 0,-1 1 0,1-1 1,0 0-1,0 1 0,0-1 0,0 0 0,-1 0 0,1 0 1,0 0-1,0 0 0,0 0 0,0-1 0,0 1 0,-1-1 0,2 0 34,37 1-3015,-3-4-2785</inkml:trace>
  <inkml:trace contextRef="#ctx0" brushRef="#br0" timeOffset="2740.217">3270 0 5265,'0'0'7682,"0"0"-4440,0 0-1719,0 0-746,0 0 93,-6 21 525,-1-1-1017,-15 115 859,26-108-1103,2 0 0,0-1 0,2 0-1,1 0 1,1-1 0,0 0 0,3-1 0,0 0 0,1-1 0,1 0 0,1-1 0,11 11-134,-18-26-12,0 0 1,1 0-1,0-1 1,0 0-1,1-1 0,-1 0 1,1-1-1,0 0 1,1 0-1,-1-1 1,1-1-1,-1 0 1,1 0-1,0-2 0,-1 1 1,1-1-1,0-1 1,4 0 11,-13-2-80,0 0 0,0 0 0,0 0 1,0-1-1,-1 1 0,1-1 0,-1 1 1,0-1-1,0 0 0,0 0 0,0 0 1,-1 0-1,0 0 0,0 0 0,0 0 0,0 0 1,0-1-1,-1 1 0,0 0 0,0-1 1,0 1-1,-1 0 0,1 0 0,-1-1 1,0 1-1,0 0 0,0 0 80,0-12-371,1-87 31,-20 114 1911,9 4-1482,2 0 0,0 1 0,0 0 1,2 1-1,0 0 0,1 0 0,0 0 0,2 1 0,0 0 0,1-1 0,-1 14-89,5-29 6,-1 1-1,1-1 1,0 1-1,-1 0 1,1-1-1,1 1 1,-1-1-1,0 0 1,0 1-1,1-1 0,-1 0 1,1 0-1,0 0 1,0 0-1,0 0 1,0 0-1,0-1 1,0 1-1,0 0 1,0-1-1,1 0 1,-1 0-1,1 1 1,-1-1-1,1-1 0,-1 1 1,1 0-1,0-1 1,-1 1-1,1-1 1,0 0-1,-1 0 1,3 0-6,97-5 170,-85 0-803,0-1 1,0-1-1,-1 0 0,0-2 0,0 0 1,-1 0-1,0-2 0,0 0 0,-1 0 1,-1-1-1,7-9 633,-10 9-6595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26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79 783 5905,'0'0'6639,"0"0"-4338,0 0-1772,0 0-182,0 0 812,0 0-71,2-13-599,116-424-301,-114 420-213,-1 0-1,-1 0 1,0 0 0,-2 0-1,0-1 1,0 1-1,-2 0 1,0 0 0,-1 0-1,-1 0 1,0 0-1,-1 1 1,-1-1-1,-1 1 1,0 1 0,-1-1-1,-1 0 26,7 13 21,0 1-1,1 0 1,-1 0-1,0-1 0,0 1 1,0 1-1,0-1 1,-1 0-1,1 0 0,-1 1 1,1-1-1,-1 1 1,1 0-1,-1 0 1,0 0-1,1 0 0,-1 0 1,0 1-1,0-1 1,0 1-1,1 0 1,-1 0-1,0 0 0,0 0 1,0 0-1,0 0 1,1 1-1,-1 0 1,0-1-1,0 1 0,1 0 1,-1 0-1,0 1 1,1-1-1,-1 0 1,1 1-1,0 0 0,-1-1 1,1 1-1,0 0 1,0 0-1,0 0 1,0 0-1,1 1 0,-1-1 1,0 1-1,1-1 1,0 1-1,0-1 0,-1 1 1,2 0-1,-1-1 1,0 1-1,0 0 1,1 0-1,0 0 0,-1 2-20,-8 32 602,2-1-1,1 1 1,1 1-1,3-1 1,1 1-1,2 20-601,-1-36 128,0 0-1,1 0 1,1 0-1,1-1 0,1 1 1,1-1-1,1 0 1,1 0-1,0-1 1,2 1-1,0-2 1,2 1-1,0-2 1,1 1-1,1-1 0,0-1 1,1-1-1,1 0 1,1 0-1,0-2 1,1 0-1,0-1 1,8 4-128,-21-14-4,-1-1 1,1 1 0,0-1 0,-1 0 0,1 0 0,0-1 0,0 1 0,0-1-1,0 0 1,0 0 0,1 0 0,-1-1 0,0 1 0,0-1 0,1 0 0,-1 0-1,0 0 1,0-1 0,1 0 0,-1 0 0,0 0 0,0 0 0,0 0 0,0-1-1,0 0 1,-1 0 0,1 0 0,0 0 0,-1-1 0,1 1 0,-1-1 0,0 0-1,0 0 1,0 0 0,1-2 3,-2-2-35,0 0 1,-1 0-1,0 0 0,0 0 0,-1 0 0,0 0 0,0 0 1,0-1-1,-1 1 0,0 0 0,-1 0 0,1 0 0,-1 1 1,-1-1-1,1 0 0,-1 1 0,-1-1 0,0 0 35,5 39-408,-1-25 408,1 0 1,-1-1-1,1 1 0,1 0 0,-1-1 1,1 1-1,0-1 0,1 1 0,0-1 0,0 0 1,0 0-1,1 0 0,-1 0 0,1-1 0,1 0 1,-1 1-1,1-2 0,0 1 0,0 0 0,0-1 1,1 0-1,-1 0 0,1-1 0,0 1 0,0-1 1,1-1-1,-1 1 0,0-1 0,1 0 0,0 0 1,-1-1-1,1 0 0,0 0 0,0-1 0,-1 0 1,1 0-1,0 0 0,0-1 0,2-1 0,-4 0 1,0-1 0,-1 0 0,0 0 0,1-1 0,-1 1 0,0-1 0,0 0 0,-1 0 0,1 0 0,-1-1 0,0 1 0,0-1 0,-1 1 0,1-1 0,-1 0 0,0 0 0,0-1 0,-1 1 0,0 0 0,0 0 0,0-1 0,0 1 0,-1 0 0,0-1 0,0 1 0,0-1 0,-1 1 0,0-1 0,0 1 0,0 0 0,0 0 0,-1 0 0,0-1 0,0 1 0,-1 1 0,1-1 0,-1 0 0,-1 0-1,-1 1-69,1 0 1,-2 0 0,1 1 0,0 0 0,-1 0-1,1 0 1,-1 0 0,0 1 0,0 0 0,0 1-1,0-1 1,0 1 0,-1 0 0,1 1 0,0-1-1,0 1 1,-1 0 0,1 1 0,0 0 0,0 0-1,0 0 1,0 1 0,0-1 0,0 2 0,0-1-1,0 0 1,1 1 0,-1 0 0,1 1 0,0-1-1,0 1 1,0 0 0,0 0 0,1 1 0,-1-1-1,-2 5 69,29 19-8349,6-24 1537</inkml:trace>
  <inkml:trace contextRef="#ctx0" brushRef="#br0" timeOffset="398.619">837 429 6329,'0'0'7430,"0"0"-4449,0 0-1750,0 0-454,0 0 127,0 0-354,-24 6-333,-77 22-162,98-28-64,0 1 1,0 0-1,-1 0 1,1 1-1,0-1 1,0 1-1,0-1 1,0 1 0,0 0-1,1 0 1,-1 0-1,1 0 1,-1 1-1,1-1 1,0 1-1,0 0 1,0-1-1,0 1 1,0 0-1,1 0 1,-1 0 0,1 0-1,0 1 1,0-1-1,0 0 1,0 0-1,0 1 1,1-1-1,-1 2 9,42 3-282,130-37-388,-165 33 691,-1 0 0,0 0-1,0 0 1,0 1 0,-1 0 0,1 0 0,-1 1-1,0-1 1,-1 1 0,0 0 0,1-1-1,-2 2 1,1-1 0,-1 0 0,0 0-1,0 1 1,0-1 0,-1 1 0,0 0 0,-1-1-1,0 1 1,0 0 0,0-1 0,0 1-1,-1 0 1,-1 1-21,0-3 45,0-1 0,-1 0 0,1 0 0,-1 0 0,0-1-1,0 1 1,0-1 0,-1 0 0,1 1 0,-1-2 0,0 1 0,0 0-1,0-1 1,0 1 0,0-1 0,0 0 0,-1-1 0,1 1 0,-1-1 0,1 0-1,-2 0-44,-3 3 17,-82 22-1101,28-23-5077,44-5-175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23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82 136 6569,'0'0'1550,"0"0"2552,0 0-1509,0 0-999,-6-14-121,-15-42-150,16 42 9,5 29 33,-2 93-579,-2-61-704,2 0 0,2 0 1,2-1-1,2 1 0,3 0 0,1-1 0,2-1 0,2 1 0,17 39-82,-3-42-1320,-7-15-4159,-13-19 1716,0-2-3628</inkml:trace>
  <inkml:trace contextRef="#ctx0" brushRef="#br0" timeOffset="284.76">408 0 6081,'0'0'985,"0"0"2943,0 0-2903,-35 161 335,25-88-416,1 7 448,6 0-383,3-4 55,0-8-200,7-8-736,13-11 136,0-13-208,-3-9-56,1-14-168,-9-11-576,-4-2-3041,-5 0-2512</inkml:trace>
  <inkml:trace contextRef="#ctx0" brushRef="#br0" timeOffset="787.634">0 552 6105,'0'0'1773,"0"0"835,0 0-1138,0 0-713,28-3 101,171-25 1073,68 8-883,-260 21-1011,0 0 0,0 0 0,0 0 0,0 1-1,0 0 1,-1 0 0,1 1 0,-1-1 0,1 2 0,-1-1 0,0 1-1,0 0 1,0 0 0,0 0 0,-1 1 0,0 0 0,0 0 0,0 0-1,-1 1 1,0 0 0,0 0 0,0 0 0,-1 0 0,1 0 0,-1 1-1,-1-1 1,0 1 0,0 0 0,0 0 0,0 0 0,-1 0 0,-1 0-1,1 3-36,1 5 54,-2-12-50,0-1 0,-1 1 0,1-1 0,0 1 1,1-1-1,-1 1 0,0-1 0,1 1 0,-1-1 0,1 1 1,0-1-1,0 0 0,0 1 0,0-1 0,0 0 0,0 0 1,1 1-1,-1-1 0,1 0 0,-1-1 0,1 1 0,0 0 1,0 0-1,0-1 0,0 1 0,0-1 0,0 0 1,0 1-1,1-1 0,-1 0 0,0 0 0,1 0-4,0-5 20,1 0 1,-1 0-1,-1 0 0,1 0 0,-1 0 0,1 0 1,-1-1-1,0 1 0,-1-1 0,1 1 0,-1-1 1,0 0-1,0 0 0,0 0 0,-1 1 0,1-1 1,-1 0-1,-1 0 0,1 0 0,-1-3-20,0 0-58,0 1 0,0-1 0,0 1 0,-1 0 0,0 0 1,0 0-1,-1 0 0,0 0 0,0 1 0,-1-1 0,1 1 0,-2 0 0,1 0 0,-1 0 0,1 0 0,-1 1 0,-1 0 0,1 0 0,-1 0 0,0 1 0,0 0 0,-1 0 0,1 0 0,-1 1 0,1 0 0,-1 0 0,0 1 1,0 0-1,-1 0 0,1 1 0,0 0 0,0 0 0,-1 0 0,1 1 0,-7 1 58,11-1-27,0 0-1,0 0 1,-1 0 0,1 1 0,0 0-1,0 0 1,0 0 0,0 0-1,0 0 1,0 0 0,0 1 0,0-1-1,0 1 1,1 0 0,-1 0 0,1 0-1,-1 0 1,1 1 0,0-1 0,0 1-1,0-1 1,0 1 0,0 0 0,0-1-1,1 1 1,-1 0 0,1 0-1,0 0 1,0 0 0,0 1 0,1-1-1,-1 0 1,1 0 0,-1 0 0,1 1-1,0-1 1,0 0 0,1 0 0,-1 1-1,1-1 1,-1 0 0,1 0 0,1 1 27,-1 0-159,0 0 1,0 0 0,1 0 0,0 0-1,-1-1 1,2 1 0,-1-1 0,0 1 0,1-1-1,-1 0 1,1 0 0,0 0 0,0 0-1,0-1 1,0 1 0,1-1 0,-1 1 0,1-1-1,-1 0 1,1-1 0,0 1 0,0-1-1,0 1 1,0-1 0,0 0 0,0-1 0,0 1-1,0-1 159,36 9-4653</inkml:trace>
  <inkml:trace contextRef="#ctx0" brushRef="#br0" timeOffset="1809.958">791 503 6241,'0'0'1033,"0"0"626,0 0 1026,0 0-433,-6 22-549,-17 74-540,23-90-1119,0-1 0,1 1 0,0 0 0,0-1 1,0 0-1,1 1 0,-1-1 0,1 0 0,1 0 1,-1 0-1,1 0 0,-1 0 0,2 0 0,-1-1 1,0 0-1,1 1 0,0-1 0,0 0 0,0-1 1,0 1-1,1-1 0,-1 0 0,1 0 0,0 0 1,0-1-1,0 1 0,0-1 0,0-1 0,0 1 1,1-1-1,-1 0 0,1 0 0,-1 0 1,1-1-1,-1 1 0,1-2 0,-1 1 0,1 0 1,-1-1-1,1 0 0,-1-1 0,1 1 0,-1-1 1,0 0-1,0 0 0,0 0 0,0-1 0,4-2-44,-4 0-42,1 1 1,-1-1-1,0 0 0,0-1 0,0 1 0,-1-1 0,0 0 0,0 0 1,0 0-1,-1 0 0,0-1 0,0 1 0,0-1 0,-1 0 0,0 0 0,-1 0 1,1 0-1,-1 0 0,-1-1 0,1 1 0,-1 0 0,-1 0 0,1 0 1,-1-1-1,0 1 0,-2-4 42,-1-8-88,-2 1 1,1 0-1,-2 0 1,-1 0-1,0 1 1,-1 0-1,-1 1 0,0-1 1,-6-5 87,-40-34 970,52 79-298,5 0-586,0-1 1,2 0-1,1 0 1,1 0-1,0-1 1,2 1-1,0-1 1,2-1-1,0 1 1,1-2-1,1 1 0,1-1 1,0-1-1,2 0 1,0-1-1,1 0 1,1-1-1,0-1 1,1-1-1,7 5-86,-19-16-20,0 0-1,0 0 0,0 0 0,0 0 0,1-1 0,-1 0 0,1 0 1,-1-1-1,1 1 0,0-1 0,-1 0 0,1-1 0,0 1 1,0-1-1,0 0 0,-1-1 0,1 0 0,0 1 0,0-2 1,-1 1-1,1-1 0,-1 0 0,1 0 0,-1 0 0,0-1 0,0 0 1,0 0-1,0 0 0,0-1 0,-1 1 0,1-1 0,-1 0 1,0 0-1,0-1 0,-1 1 0,1-1 0,-1 0 0,0 0 1,0 0-1,-1 0 0,0-1 0,0 1 0,1-4 21,0-18-96,-2-1-1,0 0 0,-2 0 1,-2 1-1,0-1 0,-1 1 1,-2 0-1,-1 0 0,-1 1 1,-1 0-1,-2 0 0,0 1 1,-2 0-1,0 1 0,-2 0 1,-1 1-1,-3-1 97,16 103 1873,8-47-1746,1-1 1,1 0-1,2-1 1,1 0 0,1 0-1,2-1 1,1 0 0,1-2-1,1 1 1,12 12-128,-21-32-8,0-1 0,1 0 1,0 0-1,1-1 0,-1 0 0,1 0 0,0-1 1,0-1-1,1 1 0,-1-1 0,1-1 1,0 0-1,0 0 0,0-1 0,1 0 1,-1-1-1,0 0 0,1-1 0,-1 0 1,1-1-1,-1 0 0,2 0 8,-8 0-40,0 0 0,0 0 0,0 0 0,0-1-1,0 1 1,0-1 0,0 0 0,-1 0 0,1 0 0,-1-1-1,1 1 1,-1-1 0,0 0 0,0 0 0,0 0 0,-1 0 0,1 0-1,-1-1 1,1 1 0,-1-1 0,0 0 0,0 1 0,-1-1 0,1 0-1,-1 0 1,0 0 0,0 0 0,0-1 0,-1 1 0,1 0-1,-1 0 1,0 0 0,0-1 0,-1 1 0,1 0 0,-1 0 0,0 0-1,0-1 41,-23-18 1481,23 23-1299,1 0-108,60 36-405,64-28 190,-121-10 146,-1 1 0,0-1 1,0 0-1,0 0 0,0 0 1,0-1-1,-1 1 0,1 0 1,-1-1-1,1 1 0,-1-1 1,0 0-1,0 1 0,0-1 1,0 0-1,-1 0 0,1 1 1,-1-1-1,0 0 0,1 0 1,-1 0-1,0 0 0,-1 1 1,1-1-1,0 0 0,-1 0 1,0 0-1,0 1 0,0-1 1,0 0-1,0 1 0,0-1 1,0 1-1,-1-1 0,0 1 1,1 0-1,-1-1 0,0 1 1,0 0-1,0 0 0,-1 0-5,0-2 35,0 1 0,0-1 0,-1 1 0,1 0 0,-1 0 0,0 0 0,0 1 0,0-1 0,-1 1 0,1 0 0,0 0 0,-1 0 0,1 1 0,-1 0 0,0 0 0,1 0 0,-1 0 0,0 1 0,0-1 0,1 1 0,-1 0 0,0 1 0,0-1 0,1 1 0,-1 0 0,0 0 0,1 1 0,-1-1 0,1 1 0,-1 0 0,1 0 0,0 1 0,0-1 0,0 1 0,0 0 0,0 0 0,1 0 0,-1 1-1,1-1 1,0 1 0,0-1 0,0 1 0,1 0 0,-1 1 0,1-1 0,0 0 0,0 0 0,0 1 0,1 0 0,0-1 0,0 1 0,0 0 0,0 3-35,5 48-1098,-2-54 856,0 1 0,-1-1-1,1 0 1,0 0 0,0 0 0,0-1 0,1 1 0,-1 0 0,0-1 0,1 1 0,-1-1 0,1 0-1,-1 0 1,1 0 0,0 0 0,-1 0 0,1-1 0,0 1 0,0-1 0,-1 0 0,1 0 0,0 0-1,0 0 1,0 0 0,2-1 242,96-26-10981,-71 3 8888</inkml:trace>
  <inkml:trace contextRef="#ctx0" brushRef="#br0" timeOffset="2298.472">1819 505 4281,'0'0'1966,"0"0"-961,0 0 478,0 0 824,0 0-258,2-10-346,0-7-1207,-1 17-394,-1 0 0,0 1 1,1-1-1,-1 0 0,0 1 0,1-1 0,-1 0 0,1 1 1,-1-1-1,1 0 0,-1 0 0,1 0 0,-1 1 1,0-1-1,1 0 0,-1 0 0,1 0 0,-1 0 0,1 0 1,0 0-1,-1 0 0,1 0 0,-1 0 0,1 0 1,-1 0-1,1 0 0,-1 0 0,1-1 0,-1 1-102,79 118 3157,-75-114-3180,0 0-1,0-1 0,0 1 0,1-1 1,-1 0-1,1 0 0,0-1 0,0 0 1,0 0-1,0 0 0,0 0 0,1-1 1,-1 1-1,0-1 0,1-1 0,-1 1 0,1-1 1,-1 0-1,0 0 0,1-1 0,-1 1 1,1-1-1,-1 0 0,0-1 0,2 0 24,-2-2-170,0-1-1,0 0 1,0 0-1,-1-1 1,0 1-1,0-1 1,0 0-1,0 0 0,-1 0 1,0 0-1,-1-1 1,1 1-1,-1-1 1,-1 0-1,1 0 1,-1 1-1,0-1 0,-1 0 1,1 0-1,-1 0 1,-1 0-1,1 0 1,-1 0-1,-1-1 171,2-1 269,25 16 2122,157 176-3,-188-188-2369,-1-1 0,1 1 1,0-2-1,1 1 0,0 0 0,0-1 0,0 0 0,0 0 0,1-1 0,1 1 0,-1-1 0,1 0 0,0 0 1,1 0-1,0 0 0,0 0-19,6 3-2,0 0 1,0 0-1,0 0 1,0 1-1,1 0 1,0 0-1,0 0 1,0 0-1,0 1 0,1 0 1,-1 0-1,1 0 1,0 1-1,0 0 1,0 0-1,0 0 1,0 1 1,1-2-1,85-30-1496,2 9-3907,-85 23-4616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44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3 6553,'0'0'7167,"0"0"-3582,0 0-1646,0 0-928,0 0-77,0 0 91,-4-2-495,3 2-502,0 0 0,0 0 0,-1 1 0,1-1 1,0 0-1,0 0 0,0 1 0,-1-1 1,1 1-1,0 0 0,0-1 0,0 1 0,0 0 1,0-1-1,0 1 0,0 0 0,0 0 1,0 0-1,1 0 0,-1 0 0,0 0 1,0 0-1,1 0 0,-1 0 0,1 0 0,-1 0 1,1 0-1,-1 1 0,1-1 0,0 0 1,0 0-1,0 1 0,-1-1 0,1 0 0,0 0 1,0 1-1,1-1 0,-1 0 0,0 0 1,0 1-1,1-1 0,-1 0 0,0 0 1,1 0-1,-1 0 0,1 1 0,0-1 0,-1 0 1,1 0-1,0 0 0,0 0 0,-1 0 1,1-1-1,1 2-28,-2 1 81,1 1 0,0-1 0,-1 0 1,1 1-1,0-1 0,1 0 0,-1 0 0,0 0 0,1 0 1,0 0-1,0 0 0,0 0 0,0-1 0,0 1 1,0 0-1,1-1 0,-1 0 0,1 0 0,0 0 0,0 0 1,0 0-1,0 0 0,0 0-81,-2-2 197,-1 0 251,0 0-214,-2-16-69,2 15-226,0 0 0,0 0 0,1 0 1,-1 0-1,0 0 0,0 0 0,0 0 0,-1 0 0,1 0 1,0 0-1,0 0 0,-1 0 0,1 0 0,0 0 0,-1 0 0,1 0 1,-1 0-1,1 0 0,-1 1 0,1-1 0,-1 0 0,0 0 1,1 1-1,-1-1 0,0 0 0,0 1 0,1-1 0,-1 0 0,0 1 1,0-1-1,0 1 0,0 0 0,0-1 0,0 1 0,0 0 0,0-1 1,0 1-1,0 0 0,0 0 0,0 0 0,0 0 0,0 0 1,0 0 60,-2 46-17926,3-27 15642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44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6241,'0'0'2102,"0"0"3714,0 0-3053,0 0-1824,0 0-467,0 0 67,0 10 367,-1 7-666,-1-10-145,1-1-1,0 1 1,0 0-1,1-1 1,0 1-1,0 0 1,1-1-1,0 1 1,0 0-1,0-1 1,1 1-1,0-1 1,0 0-1,1 1 1,0-1-1,0 0 1,0-1-1,1 1 1,3 4-95,-5-12 192,-1-1 1,1 1-1,-1 0 1,1-1-1,-1 1 1,0-1-1,1 0 1,-2 1-1,1-1 1,0 0-1,0 0 1,-1 0-1,1 0 1,-1 1-1,0-1 1,0 0-1,0 0 1,-1 0-1,1 0 1,0 0-1,-1 1 1,0-1-1,0 0 1,0 0-1,0 1 1,0-1-1,0 1 1,-1-1-1,1 1 1,-1-1-193,-20-5 2238,12 8-4901,2 1-6000,10-1-1076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41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68 7938,'0'0'422,"0"0"1087,0 0 1874,0 0-1384,0 0-1095,0 0-349,-15-20 1472,15 19-2022,-1-1 0,1 1 0,0-1-1,-1 1 1,1-1 0,0 0 0,0 1-1,0-1 1,0 1 0,1-1 0,-1 0-1,0 1 1,1-1 0,-1 1 0,1-1-1,-1 1 1,1-1 0,0 1 0,0 0-1,0-1 1,0 1 0,0 0 0,0 0 0,0-1-1,0 1 1,0 0 0,0 0 0,0 0-1,1 0 1,-1 1 0,1-1 0,-1 0-1,0 0 1,1 1 0,-1-1 0,1 1-1,-1-1 1,1 1 0,0 0 0,-1 0-1,1 0 1,-1-1 0,1 2 0,0-1-1,-1 0 1,1 0 0,-1 0 0,1 1-1,-1-1 1,1 1 0,-1-1 0,1 1-1,-1-1 1,1 1 0,-1 0 0,0 0 0,1 0-1,-1 0 1,0 0 0,0 0 0,0 0-1,0 0 1,0 1 0,0-1 0,0 0-1,0 0 1,0 1-5,14 36 23,-1 0 0,-2 1 0,-1 0 0,-3 0 1,-1 1-1,-2 1 0,-1-1 0,-3 1 0,-1-1 0,-3 16-23,3-52-32,0-3 6,1 0 1,-1 0-1,0 0 1,1 0-1,-1 0 1,0 0 0,0 0-1,0 0 1,0 0-1,0 0 1,0 0-1,0 0 1,0 0-1,0 0 1,0 0-1,-1 0 1,1 0-1,0 0 1,-1-1 0,1 1-1,0 0 1,-1 0-1,1 0 1,-1 0-1,0 0 1,1-1-1,-1 1 1,0 0-1,1-1 1,-1 1 0,0 0-1,0-1 1,1 1-1,-1-1 1,0 1-1,0-1 1,0 0-1,0 1 1,0-1-1,0 0 1,0 1-1,0-1 1,0 0 0,0 0-1,0 0 1,0 0-1,0 0 1,0 0-1,1 0 1,-1 0-1,0-1 1,0 1-1,0 0 1,0 0-1,0-1 1,0 1 0,0-1-1,0 1 1,0-1-1,1 1 26,-49-39-815,-73-77 348,127 129 482,8 1 41,1-1 1,0 0 0,1-2 0,1 1-1,-1-2 1,2 0 0,-1-1 0,1 0-1,1-2 1,-1 0 0,1-1 0,1 0-1,-1-2 1,1 0 0,0-1 0,-1-1 0,1-1-1,0 0 1,0-2 0,0 0 0,0-1-1,0-1 1,2-1-57,88-67-57,-80 24-5106,-23 29-741</inkml:trace>
  <inkml:trace contextRef="#ctx0" brushRef="#br0" timeOffset="1088.937">983 188 6225,'0'0'7131,"0"0"-4230,0 0-2142,0 0-553,0 0 168,0 0 274,6 11 76,45 81-188,-47-89-530,-5-36-363,-1 27 346,-2 0 0,1 0 0,-1 0-1,1 0 1,-2 1 0,1-1-1,-1 1 1,1 0 0,-1 0-1,-1 1 1,1 0 0,-1 0 0,1 0-1,-1 0 1,0 1 0,-1 0-1,1 0 1,-1 1 0,1 0-1,-1 0 1,1 0 0,-1 1 0,0 0-1,0 0 1,0 1 0,0 0-1,0 0 1,0 0 0,0 1-1,1 0 1,-1 1 0,0-1 0,1 1-1,-1 0 1,1 1 0,-7 3 11,7 3 63,-1 1 0,1-1 0,1 1 0,-1 1 0,2-1 0,0 1 0,0 0 0,1 0 0,0 0 0,1 0 0,0 0 0,0 1 0,2-1 0,-1 1 0,1-1 0,1 1 0,0-1 0,1 0 0,0 1 0,1-1 0,0 0 0,1 0 0,0-1 0,0 1 0,1-1 0,1 0 0,0 0 0,0 0 0,4 3-63,2-2 15,2 0 0,0-1 0,0 0 0,0-1 1,1 0-1,1-1 0,-1-1 0,1-1 0,1 0 1,-1-1-1,1-1 0,0 0 0,0-1 0,0-1 0,0-1 1,0 0-1,1-2 0,-1 1 0,0-2 0,0-1 0,11-2-15,-23 4 1,1 1 0,0-1 0,-1 0-1,1-1 1,-1 0 0,1 0 0,-1 0-1,0 0 1,0-1 0,0 0 0,0 0-1,0 0 1,-1-1 0,1 1 0,-1-1-1,0 0 1,0 0 0,0-1 0,-1 1-1,1-1 1,-1 0 0,0 0 0,-1 0-1,1 0 1,-1 0 0,0-1 0,0 1-1,-1-1 1,0 1 0,0-1 0,0 0-1,0 1 1,-1-1 0,0 0 0,0 0-1,-1 1 1,1-1 0,-1 0 0,-1 1-1,1-1 1,-1 1 0,0-1 0,0 1-1,0 0 1,-1 0 0,0 0 0,0 0-1,-2-3 0,-30-17 1617,47 50-1429,-1-12-232,2 0 0,0 0-1,0-1 1,1-1 0,1 0 0,0-1 0,0-1 0,1 0 0,0-1-1,0 0 1,1-2 0,0 0 0,0-1 0,1 0 0,-1-2 0,1 0-1,0-1 1,0-1 0,0 0 0,9-2 44,-24-1-78,0-1 0,0 0 0,-1 1-1,1-1 1,-1 0 0,0 0 0,0-1 0,0 1 0,0 0 0,-1-1 0,1 1-1,-1-1 1,0 0 0,0 1 0,0-1 0,-1 0 0,1 1 0,-1-1-1,0 0 1,0 0 0,0 0 0,0 1 0,-1-1 0,0 0 0,1 0 0,-1 1-1,-1-1 1,1 1 0,0-1 0,-1 1 0,0-1 0,0 1 0,0 0-1,-2-2 79,-32-55 666,45 105 688,-6-35-1316,1 1 1,0-1 0,0 0 0,1 0 0,1-1 0,-1 1-1,2-1 1,-1 0 0,1-1 0,0 0 0,1 0 0,0 0-1,0-1 1,1 0 0,0-1 0,0 0 0,0 0 0,1-1-1,0 0 1,0-1 0,0 0 0,1 0 0,-1-1 0,1-1-1,7 2-38,98-31-3030,-111 24 2457,-1 0-1,0 0 1,0-1 0,0 1-1,-1-1 1,1 0-1,-1 0 1,0 0 0,0 0-1,0 0 1,-1-1 0,1 1-1,-1-1 1,0 0-1,-1 0 1,1 0 0,-1 0-1,0 0 1,0 0 0,0 0-1,-1-5 574,1-30-4430,-1 4 2436</inkml:trace>
  <inkml:trace contextRef="#ctx0" brushRef="#br0" timeOffset="1455.942">1885 255 7674,'0'0'605,"0"0"1697,0 0 1059,0 0-1204,0 0-406,0 0 6,10 19-18,86 144 361,-72-129-1870,-17-23-235,0-1-1,0 1 1,1-1-1,0-1 1,1 1-1,0-1 1,0-1-1,1 0 1,0 0-1,1-1 1,1 0 5,-28-58-2214,12 45 2206,1 1-1,-1-1 1,1 1-1,1-1 1,-1 0 0,1 0-1,0-1 1,1 1-1,0 0 1,0-1 0,0 1-1,0 0 1,1-1-1,0 1 1,1-1 0,-1 1-1,1 0 1,0-1-1,1 1 1,0 0 0,0 0-1,0 0 1,0 0-1,1 0 1,0 0 0,1 1-1,-1-1 1,1 1 0,0 0-1,0 0 1,1 0-1,-1 1 1,1 0 0,0 0-1,0 0 1,0 0-1,1 1 1,0 0 0,-1 0-1,1 0 1,6-1 8,22-1-844,17 1-6794,16-1-1837,-52 3 8686</inkml:trace>
  <inkml:trace contextRef="#ctx0" brushRef="#br0" timeOffset="2005.483">2382 266 5337,'0'0'895,"0"0"-376,0 0-204,0 0 765,0 0 3213,6-4-1355,-4 4-2788,0-1 1,0 1 0,0-1-1,0 1 1,1 0 0,-1 0 0,0 0-1,0 0 1,0 0 0,0 0-1,0 1 1,0-1 0,1 1 0,-1-1-1,0 1 1,0 0 0,-1 0 0,1 0-1,0 0 1,0 0 0,0 0-1,0 0 1,-1 1 0,1-1 0,-1 1-1,1-1 1,-1 1 0,0 0-1,1-1 1,-1 1 0,0 0 0,0 0-1,0 0 1,0 0 0,-1 0-1,1 0 1,0 0 0,-1 0 0,0 0-1,1 0 1,-1 0 0,0 0-1,0 1-150,6 9 522,4 8-272,-7-10-167,0-1 1,0 0-1,1 0 1,0 0-1,1 0 1,0 0-1,0-1 1,1 0-1,0 0 1,0-1-1,1 1 1,0-1-1,1-1 1,-1 1-1,1-1 1,0-1-1,1 0 1,-1 0-1,1 0 1,0-1-1,0 0 1,1-1-1,3 1-83,-6-52-168,-6 27 12,-2 10 82,0 1 0,1 0 0,0-1 0,1 1 0,0 0-1,1 0 1,0 0 0,0 0 0,1 0 0,0 0 0,1 0-1,0 1 1,1 0 0,0 0 0,0 0 0,1 0 0,0 1-1,0 0 1,1 0 0,5-4 74,-8 10-2,0 1 0,1 0 0,-1 0 0,0 0 0,1 0 0,-1 1 0,0 0 0,1 0 0,-1 0 0,1 0 0,-1 1 0,0 0 0,1 0 0,-1 0 0,0 0 0,0 1 0,0-1 0,0 1 0,0 0 0,0 0 0,0 1 0,-1-1 0,1 1-1,-1 0 1,0 0 0,1 0 0,-1 0 0,-1 1 0,1-1 0,0 1 0,-1-1 0,0 1 0,0 0 0,0 0 0,0 0 0,-1 0 0,1 0 0,-1 2 2,37 43-12,-36-45 18,0-1 1,1 0-1,0 0 1,0 0-1,0 0 1,0 0-1,1-1 1,-1 1-1,1-1 1,-1 0-1,1 0 1,0 0-1,0-1 1,-1 1-1,1-1 1,0 0-1,1 0 1,-1-1-1,0 1 1,0-1-1,0 1 1,0-2-1,0 1 1,1 0-1,-1-1 1,0 1-1,0-1 1,0 0 0,0-1-1,0 1 1,0-1-1,-1 0 1,1 1-1,0-2 1,-1 1-1,1 0 1,-1-1-1,0 1 1,0-1-1,0 0 1,0 0-1,0-1 1,-1 1-1,1 0 1,-1-1-1,0 1 1,0-1-1,0 0 1,0-3-7,0 3 15,0-1 0,-1 0 1,1 1-1,-1-1 0,0 0 1,-1 0-1,1 0 0,-1 0 1,0 0-1,0 0 0,-1 1 1,1-1-1,-1 0 0,0 0 1,0 0-1,-1 1 0,1-1 1,-1 0-1,0 1 0,-1 0 1,1-1-1,-1 1 0,1 0 1,-1 0-1,-1 1 0,1-1 1,0 0-1,-1 1 0,0 0 1,0 0-1,0 0 0,0 0 1,0 1-1,0 0 0,-1 0 1,1 0-1,-1 0 0,0 0 1,1 1-1,-1 0 0,0 0 1,0 1-1,0-1 0,0 1 1,1 0-1,-5 0-15,5 2-172,0 0-1,1-1 1,-1 2 0,1-1 0,-1 0-1,1 1 1,0-1 0,0 1-1,0 0 1,0 0 0,0 0 0,1 0-1,-1 1 1,1-1 0,0 1-1,0-1 1,0 1 0,1 0-1,-1 0 1,1 0 0,0 0 0,0 0-1,0 0 1,1 0 0,-1 0-1,1 0 1,0 0 0,0 0-1,1 1 1,-1-1 0,1 1 172,-1 10-6605</inkml:trace>
  <inkml:trace contextRef="#ctx0" brushRef="#br0" timeOffset="2655.057">3229 188 5209,'0'0'10045,"0"0"-6663,0 0-2617,0 0-314,0 0 365,-2 20-226,-7 66-83,11-81-489,-1 0 1,1-1 0,0 1-1,0-1 1,0 1 0,1-1-1,-1 0 1,1 0 0,0 0-1,1 0 1,-1 0 0,1-1-1,-1 1 1,1-1 0,0 0-1,0 0 1,0 0 0,1-1-1,-1 0 1,1 0 0,-1 0-1,1 0 1,0-1 0,0 1-1,-1-1 1,1 0 0,0-1-1,0 1 1,3-1-19,-6 0-1,0 1-25,0 0 0,-1 0 1,1 0-1,0-1 0,0 1 1,-1-1-1,1 1 0,0-1 1,0 0-1,0 0 0,0 0 0,-1 0 1,1 0-1,0 0 0,0 0 1,0-1-1,0 1 0,-1-1 1,1 1-1,0-1 0,0 0 0,-1 1 1,1-1-1,0 0 0,-1 0 1,1 0-1,-1 0 0,0-1 1,1 1-1,-1 0 0,0-1 0,0 1 1,1-1-1,-1 1 0,0-1 1,0 1-1,-1-1 0,1 0 1,0 1-1,-1-1 0,1 0 26,9-53-594,-9 42 533,1 0 1,0 0-1,0 0 1,1 0-1,1 1 0,0-1 1,1 1-1,1 0 1,0 0-1,0 1 1,1-1-1,0 2 1,2-3 60,-4 12-10,-1 0 0,1 0 1,0 0-1,0 0 1,-1 1-1,1 0 1,0 0-1,0 0 0,0 0 1,-1 1-1,1 0 1,0 0-1,-1 0 0,1 1 1,0-1-1,-1 1 1,0 0-1,1 0 1,-1 1-1,0-1 0,0 1 1,0 0-1,-1 0 1,1 0-1,-1 1 1,0-1-1,0 1 0,0 0 1,0 0-1,0 0 1,-1 0-1,0 0 1,0 1-1,0-1 0,0 1 10,1-1 6,7 9 14,-5-8 8,0 0 0,-1 0 0,1 0 0,-1 0-1,-1 1 1,1 0 0,-1 0 0,0 0 0,0 0 0,0 1 0,-1-1 0,0 1-1,-1-1 1,1 1 0,-1 0 0,0-1 0,-1 1 0,0 0 0,0 3-28,-4-6 28,-1 0 1,0-1-1,0 1 1,0-1-1,-1 0 0,1 0 1,-1 0-1,1-1 1,-1 0-1,0 0 1,0-1-1,0 1 1,0-1-1,0 0 1,0-1-1,0 0 1,-5 0-29,385 5 2278,-363-10-7729,-10-2-908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54.8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6225,'0'0'7083,"0"0"-4053,0 0-1666,0 0-502,0 0-13,0 0 716,16 0-428,247 15 418,-214-10-1957,-17-5-3814,-14 0-1581,-13 0-1201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55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4417,'0'0'2060,"0"0"-459,0 0 1570,0 0-1361,23 5-413,178 21 3775,-189-27-5030,0 1-1,0 0 1,0 1-1,-1 1 1,1 0-1,0 0 1,-1 1-1,1 0 1,-1 1-1,0 0 1,7 5-142,19-2-6464,-34-7 5070,5 0-3715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53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427 280 6361,'0'0'3586,"0"0"1054,0 0-2174,0 0-1578,0 0-188,-26 19 359,-153 132 1159,-33 118-994,202-248-1734,10-27-5288,6-15 1175,0-5-3443</inkml:trace>
  <inkml:trace contextRef="#ctx0" brushRef="#br0" timeOffset="268.942">41 356 5705,'0'0'5992,"0"0"-3391,0 0-1065,0 0 347,21 18-14,69 59-68,160 258 1265,-206-319-4578,-9-45-4507,-20 3-613</inkml:trace>
  <inkml:trace contextRef="#ctx0" brushRef="#br0" timeOffset="804.001">533 0 6281,'0'0'4749,"0"0"-2197,0 0-1714,0 0-572,0 0-89,0 0 363,12 0 84,94 1 307,-101 3-784,0 0 0,0 1 0,-1 0 0,1 0 0,-1 0 0,0 0 0,-1 1 0,0 0 0,1 0 0,-2-1 0,1 2 0,-1-1 0,0 0 0,0 0 0,0 1 0,-1-1 0,0 1 0,-1-1 0,1 1 0,-1-1 0,-1 1 0,1 0-1,-1-1 1,0 1 0,0-1 0,-1 0 0,0 1 0,0-1 0,-1 0 0,-2 5-147,-17 30 533,-7 55-363,103-65-59,131-27 1282,-218 27-10114,-2-17 421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51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18 101 6225,'0'0'799,"0"0"296,0 0 2339,0 0-1480,0 0-803,-17-2 5029,20-5-6155,0 1 0,0 0 1,1 0-1,0 0 0,0 1 1,0-1-1,1 1 1,-1 0-1,1 0 0,1 1 1,-1-1-1,1 1 0,-1 0 1,1 1-1,0-1 0,0 1 1,1 1-1,-1-1 0,1 1 1,-1 0-1,1 0 0,0 1 1,0 0-1,-1 0 0,4 0-25,-7 4-19,0 0 0,0 0 0,0-1 0,-1 2 0,0-1 0,1 0 0,-1 0-1,-1 1 1,1-1 0,0 1 0,-1 0 0,0-1 0,1 1 0,-2 0 0,1 0 0,0 0-1,-1 0 1,0 0 0,1 0 0,-2-1 0,1 1 0,-1 2 19,2 0 3,2 59-101,-3 0 0,-2 0 1,-4 0-1,-2 0 0,-3-1 0,-3 0 1,-11 27 97,25-90-20,0 0 0,0-1 1,0 1-1,0 0 0,0-1 1,0 1-1,0 0 0,0 0 1,0-1-1,-1 1 0,1 0 1,0-1-1,0 1 0,-1 0 1,1-1-1,0 1 0,-1-1 1,1 1-1,-1-1 0,1 1 1,-1 0-1,1-1 0,-1 0 1,1 1-1,-1-1 0,0 1 1,1-1-1,-1 0 0,1 1 0,-1-1 1,0 0-1,1 0 0,-1 1 1,0-1-1,0 0 0,1 0 1,-1 0-1,0 0 0,1 0 1,-1 0-1,0 0 0,0 0 1,1 0-1,-1 0 0,0-1 1,1 1-1,-1 0 0,0 0 1,1-1-1,-1 1 0,0 0 1,1-1-1,-1 1 0,1 0 1,-1-1-1,1 1 0,-1-1 1,1 1-1,-1-1 0,1 0 1,-1 1-1,1-1 0,-1 1 1,1-1 19,-28-46-409,25 41 332,-46-108-71,63 114 172,40 37 13,-44-29 44,-1 0-1,2-1 0,-1 0 0,1-1 0,0 0 0,0-1 0,0 0 1,1-1-1,0 0 0,0 0 0,0-2 0,10 2-80,-6-3 80,0 0 0,0-2 0,-1 0 0,1 0 0,0-1-1,0-1 1,-1-1 0,0 0 0,0-1 0,3-2-80,20-8-3914,-25 8-2261</inkml:trace>
  <inkml:trace contextRef="#ctx0" brushRef="#br0" timeOffset="1319.981">885 41 6385,'0'0'993,"0"0"-865,0 0-128,0 0-3105</inkml:trace>
  <inkml:trace contextRef="#ctx0" brushRef="#br0" timeOffset="1703.541">594 210 8082,'0'0'1748,"0"0"3240,0 0-2512,0 0-1622,0 0-593,0 0 99,9 30 547,5-23-598,0-1 0,0-1 0,1 0 0,0 0 0,0-2 0,0 0 0,0 0 0,1-1 0,-1-1 0,1-1 0,-1 0 0,1-1-1,14-3-308,26 2 318,-40 3-3706,-1 0-3750,-3-1 1640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1:57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0 5857,'0'0'1166,"0"0"825,0 0 1831,0 0-1397,0 0-1361,0 0-352,-3 1 48,-66 91 2027,-202 308-816,239-346-2317,28-45-3443,2-4-3805,2-16 1265</inkml:trace>
  <inkml:trace contextRef="#ctx0" brushRef="#br0" timeOffset="345.419">1 92 7258,'0'0'972,"0"0"2362,0 0-1693,0 0-1175,0 0 106,0 0 775,16 6 116,93 56 52,104 293 3214,-130-292-4805,-49-57-2536,1-9-3849,-16-4-4278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04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75 5705,'0'0'5321,"0"0"-2871,0 0-1178,0 0-638,0 0-65,-16 9 452,5-4-763,6-3-180,1-1 0,-1 1 0,1 0 0,0 0 1,-1 0-1,1 1 0,0 0 0,1 0 0,-1 0 1,0 0-1,1 0 0,0 1 0,-1-1 0,2 1 0,-1 0 1,0 0-1,1 0 0,-1 0 0,1 1 0,0-1 1,1 0-1,-1 1 0,0 2-78,0 1 105,-1 0 1,1 0-1,1 1 1,-1-1-1,2 0 0,-1 1 1,1-1-1,0 1 1,1-1-1,0 1 0,0-1 1,1 0-1,0 0 1,0 0-1,1 0 0,0 0 1,0 0-1,1 0 1,0-1-1,0 0 0,1 0 1,0 0-1,0 0 1,1-1-1,0 0 0,0 0 1,0 0-1,1-1 1,0 0-1,0-1 0,0 1 1,1-1-1,5 2-105,-4-2 31,1 0 0,0 0 0,0-1 0,0-1-1,0 0 1,1 0 0,-1-1 0,0 0 0,1-1 0,-1 0 0,1-1-1,-1 0 1,1 0 0,-1-1 0,0-1 0,0 1 0,0-2 0,0 1-1,-1-2 1,1 1 0,-1-1 0,0 0 0,0-1 0,-1 0 0,0-1-1,0 0 1,0 0 0,-1 0 0,0-1 0,0 0 0,-1-1 0,0 1-1,-1-1 1,0 0 0,0-1 0,-1 1 0,0-1 0,0 0 0,-1 0-1,-1 0 1,0 0 0,0-1 0,0-7-31,-3 10-7,0 1 0,0-1 0,-1 1 0,0-1 0,0 1 0,-1 0 0,0 0 0,0 0 0,-1 1 0,0-1 0,0 1 0,0-1 0,-1 1 0,0 1 0,0-1 0,-1 1 0,1 0 0,-1 0 0,0 0 0,-1 1 0,1 0 0,-1 0 0,0 1 0,0 0 7,-177-52-112,178 53 69,1 0 0,-1 1 0,0-1 0,1 1 0,-1 0 1,0 1-1,0-1 0,1 1 0,-1 1 0,0-1 0,0 1 0,1 0 0,-1 0 0,0 0 0,1 1 0,-1 0 0,1 0 0,0 0 1,-1 1-1,1 0 0,0 0 0,1 0 0,-1 0 0,0 1 0,1 0 0,0 0 0,0 0 0,0 0 0,1 1 0,-1 0 0,1-1 1,0 1-1,0 0 0,1 1 0,-1-1 0,1 0 0,0 1 0,0 1 43,17 110-7595,10-71-115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05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6361,'0'0'722,"0"0"386,0 0 2482,0 0-1417,0 0-1437,0 0-63,83 5 4388,164 4-2998,-241 1-4576,-38 6-5405,5-9 983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05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6889,'0'0'517,"0"0"52,0 0 1390,0 0-453,0 0-438,0 0-30,10 9 130,32 27 71,57-24 1313,-72-14-2060,140 2 1376,-95 0-6343,-57-1-298,-2-4-2011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09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 6305,'0'0'1565,"0"0"2247,0 0-1723,0 0-1005,0 0-98,0 0 446,-4 19-166,-38 124 925,-81 41-909,57-115-3736,66-68 1321,4-33-7904,-1 2 3705,5 3 1404</inkml:trace>
  <inkml:trace contextRef="#ctx0" brushRef="#br0" timeOffset="282.584">1 30 6793,'0'0'783,"0"0"874,0 0 671,0 0-1101,0 0-252,0 0 573,5 17-98,72 141 1833,160 85-669,-208-225-5461,-8-13-2808,-10-4-1411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06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396 321 6529,'0'0'1535,"0"0"2184,0 0-1472,0 0-779,0 0-558,0 0 224,-9 10-91,-210 284 2968,84-79-6341,122-200-2266,-1-14-3190,9-1 2463</inkml:trace>
  <inkml:trace contextRef="#ctx0" brushRef="#br0" timeOffset="369.091">23 330 6361,'0'0'847,"0"0"23,0 0 1532,0 0-1053,0 0-501,0 0 282,18 10 397,59 36-76,-72-41-1251,0 0 0,0 0 0,-1 1 0,1-1 0,-1 1 0,0 0 0,-1 0 0,0 1 0,0-1 0,0 1 0,-1-1 0,1 1 0,-2 0 0,1 0 0,0 5-200,4 13 466,4 13 415,-9-28-812,0 1 1,1-1 0,0 1-1,0-1 1,1 0 0,1 0-1,0 0 1,0-1 0,0 1 0,2-1-1,-1 0 1,1 0 0,0 0-1,1-1 1,0 0 0,0-1-1,1 1 1,-1-1 0,2-1-1,-1 1 1,1-2 0,0 1-1,0-1 1,1 0 0,-1-1 0,2 0-70,119-10-2145,-54-34-6318,-46 11-760</inkml:trace>
  <inkml:trace contextRef="#ctx0" brushRef="#br0" timeOffset="1051.054">646 9 6513,'0'0'646,"0"0"157,0 0 1611,0 0-737,0 0-1055,0 0-378,-7 0 2426,30 0-2069,-17-2-527,-1 0 0,1 1-1,0 0 1,0 0-1,-1 0 1,1 0 0,0 1-1,0 0 1,0 0-1,0 1 1,0 0-1,0 0 1,-1 0 0,1 1-1,0-1 1,-1 1-1,1 1 1,-1-1 0,0 1-1,0 0 1,0 0-1,0 0 1,0 1 0,-1 0-1,1 0 1,-1 0-1,0 0 1,-1 1-1,1-1 1,-1 1 0,1 0-1,-2 0 1,1 0-1,0 1 1,-1-1 0,0 1-1,0-1 1,0 5-74,-26 67 1129,2 17-1163,97-80 278,90-14-1874,-161 2-996,-4 0-1988,0 0-1913</inkml:trace>
  <inkml:trace contextRef="#ctx0" brushRef="#br0" timeOffset="2401.806">1412 347 6329,'0'0'723,"0"0"369,0 0 2152,0 0-917,0 0-839,0 0-474,0 3-142,-4 200 4750,-5-79-5101,9-100-912,14 100 1150,-12-122-967,-1 0 0,0 0 0,1 0 0,-1 0-1,1 0 1,-1 0 0,1 0 0,0 0 0,0-1 0,0 1 0,0-1-1,0 1 1,0-1 0,1 0 0,-1 0 0,0 0 0,1 0-1,-1 0 1,0 0 0,1-1 0,-1 1 0,1-1 0,-1 0 0,1 0-1,0 0 1,-1 0 0,1 0 0,-1 0 0,1-1 208,5-6-5973,-7-12 2571,-1 14 1802,0-24-3909</inkml:trace>
  <inkml:trace contextRef="#ctx0" brushRef="#br0" timeOffset="2666.576">1236 670 6481,'0'0'537,"0"0"-287,0 0-84,0 0 547,0 0 1974,0 0-1608,5-1-419,184-16 4339,19-1-5034,-78-17-3886,-76 17-1997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10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6385,'0'0'918,"0"0"-82,0 0 1455,0 0-1236,0 0-640,0 0 109,14 3 255,292 27 4253,-289-29-5268,12 2 612,-10-3-6863,-14 0-1856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11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66 4481,'0'0'2859,"0"0"1933,0 0-2184,0 0-1349,0 0-401,0 0 26,-4-9-452,1 3-402,2 6-28,1-1 0,-1 0 1,0 0-1,0 0 1,1 0-1,-1 0 0,1 0 1,-1 0-1,1 0 1,-1 0-1,1 0 0,-1 0 1,1 0-1,0 0 0,0 0 1,-1 0-1,1 0 1,0 0-1,0 0 0,0-1 1,0 1-1,1 0 1,-1 0-1,0 0 0,0 0 1,1 0-1,-1 0 0,0 0 1,1 0-1,-1 0 1,1 0-1,-1 0 0,1 0 1,0 0-1,-1 0 1,1 0-1,0 1 0,0-1 1,0 0-1,0 0 0,-1 1 1,1-1-1,0 0 1,0 1-1,0-1 0,0 1 1,0 0-1,0-1 1,1 1-1,-1 0 0,0 0 1,0-1-1,0 1 0,0 0 1,0 0-1,0 0 1,0 0-1,1 0 0,-1 1 1,0-1-1,0 0 1,0 1-3,127-9 141,-124 12-87,0-1 0,0 1 0,-1 0-1,0 1 1,0-1 0,0 0 0,0 1 0,0-1 0,-1 1 0,0 0-1,0 0 1,-1 0 0,1 0 0,-1 0 0,0 1 0,0-1 0,-1 0-1,1 0 1,-1 1 0,0-1 0,-1 0 0,1 1 0,-1-1 0,0 0-54,1 2 43,0 18 97,-25 277 496,23-299-644,0-1 0,1 0 0,-1 0-1,0 0 1,0 0 0,0 0 0,-1 0 0,1-1-1,0 1 1,-1-1 0,1 1 0,0-1-1,-1 0 1,0 0 0,1 0 0,-1 0-1,0-1 1,1 1 0,-1-1 0,0 1-1,0-1 1,0 0 0,1 0 0,-1 0-1,0-1 1,0 1 0,1-1 0,-1 1 0,0-1-1,1 0 1,-1 0 0,0 0 0,1 0-1,0-1 1,-1 1 0,1-1 0,0 0-1,-1 1 1,1-1 0,0 0 0,0 0-1,1 0 1,-1 0 0,0-1 0,1 1 0,-1 0-1,1-1 1,0 1 0,0-1 0,-1 1-1,2-1 1,-1 0 0,0 0 0,1 1-1,-1-1 1,1 0 0,0 0 8,0 1-8,0 0 1,0-1-1,0 1 1,1 0-1,-1 0 1,1 0-1,-1 0 1,1 0-1,0 0 1,0 0-1,0 0 1,0 0-1,0 0 1,0 0-1,0 1 0,1-1 1,-1 0-1,1 1 1,-1-1-1,1 1 1,0 0-1,-1-1 1,1 1-1,0 0 1,0 0-1,0 0 1,0 0-1,0 1 1,0-1-1,0 0 0,0 1 1,0 0-1,0-1 1,1 1-1,-1 0 1,0 0-1,0 0 1,0 0-1,0 0 8,95 10-19,12 33-118,-95-35 151,1 0-1,0-2 1,0 0 0,1 0-1,0-2 1,0 0 0,0 0 0,0-2-1,10 1-13,-18-4-101,0 0-1,1-1 0,-1 0 1,0 0-1,-1-1 0,1 1 1,0-2-1,-1 1 1,1-1-1,-1-1 0,0 1 1,0-1-1,-1 0 0,0-1 1,0 1-1,0-1 0,0 0 1,2-5 101,58-77-11668,-63 84 10802,22-36-3835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16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16 6225,'0'0'718,"0"0"-225,0 0 868,0 0 1010,0 0-968,-7 0-714,-33 1 681,33 46 964,6-25-2138,1 1 1,1-1 0,0 1 0,2-1 0,1 0 0,0 0-1,2 0 1,2 4-197,-5-19 1,-1-1 1,1 1-1,0-1 0,0 0 0,1 0 1,0 0-1,0-1 0,0 1 0,1-1 1,0 0-1,0-1 0,0 1 0,1-1 1,-1 0-1,1 0 0,0 0 0,0-1 1,0 0-1,1 0 0,-1-1 1,1 1-1,-1-2 0,1 1 0,0-1 1,0 0-1,0 0 0,-1-1 0,6 0-1,-4 0-7,-1-1 0,1 0 0,0 0 0,-1-1-1,1 0 1,-1 0 0,1-1 0,-1 0 0,0 0 0,0-1-1,-1 0 1,1 0 0,-1-1 0,0 0 0,0 0 0,0 0-1,-1 0 1,0-1 0,0 0 0,0 0 0,-1-1-1,1 1 1,-2-1 0,1 0 0,-1 0 0,0 0 0,0-1-1,-1 1 1,0-1 7,1 1 4,-1 1 0,0-1 0,0 1 0,0-1 0,-1 0 0,0 0 0,0 0 0,-1 0 0,0 0 0,0 0 0,-1 0 0,0 1 0,0-1 0,0 0 0,-1 0 0,0 1 0,0-1 0,-1 1 0,0-1 0,0 1-1,0 0 1,-1 0 0,0 1 0,0-1 0,0 1 0,-1 0 0,0 0 0,0 0 0,0 0 0,-1 1 0,1 0 0,-1 0 0,0 1 0,0 0 0,-5-2-4,-4-1-13,-1 1 1,1 0-1,-1 1 0,0 1 1,-1 0-1,1 2 1,-1 0-1,1 0 0,0 2 1,-1 0-1,1 1 0,-1 0 1,1 2-1,0-1 0,1 2 1,-1 0-1,-10 6 13,-8 32-1686,61-2-5911,7-25-1065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16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14 992,'0'0'4873,"0"0"-2646,0 0 1287,0 0-2236,0 0-822,0 0 131,20 0 528,273-13 1061,-274 12-2217,-16 4-5898,-21 4-602,1-3 5430,-6 1-283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17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6465,'0'0'686,"0"0"-339,0 0-238,0 0 282,0 0 1157,0 0-418,6 6-446,136 39 3963,-109-40-4747,63 6 766,-41-17-6354,-39-4-780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19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6 6129,'0'0'726,"0"0"-375,0 0-265,0 0 430,0 0 1697,0 0-702,-9-1-656,-29-3-203,46 14 4019,33 40-4010,54 48 673,-73-80-1083,0 1-1,-1 1 1,-1 1-1,-1 1 1,-1 1-1,-1 0 0,-1 1 1,-1 1-1,-1 0 1,-2 1-1,0 1 1,-2 0-1,0 0 1,-2 1-1,1 11-250,-7-22 51,-1-1-1,-1 1 0,0-1 0,-1 0 0,-1 1 0,-1-1 1,0 0-1,-1 0 0,0 0 0,-2 0 0,0-1 0,0 0 1,-2 0-1,0-1 0,0 0 0,-11 13-50,7-10-508,-44 50 445,34-52-3582,-3-7-4037,12-7-3429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19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11 6329,'0'0'827,"0"0"-101,0 0 1646,0 0-345,0 0-622,0 0-331,-5-10 3243,-18 36-3933,1 0-1,1 2 0,2 1 1,0 0-1,2 2 0,1 0 0,2 0 1,1 2-1,1-1 0,-3 20-383,11-39 79,1 0-1,0 1 0,1-1 1,0 1-1,1 0 0,1 0 0,0 0 1,0-1-1,2 1 0,0 0 1,0-1-1,1 1 0,1-1 1,0 0-1,1 0 0,1 0 1,0-1-1,0 1 0,1-1 1,1-1-1,0 0 0,0 0-78,25 21 98,1-2-1,2-2 1,0-1-1,2-2 1,1-1 0,1-2-1,19 6-97,-14-19-2954,-15-12-2326,-3-2-2392</inkml:trace>
  <inkml:trace contextRef="#ctx0" brushRef="#br0" timeOffset="2748.083">921 158 6857,'0'0'1114,"0"0"2225,0 0-1904,-18 24-617,-105 147 1296,42-58-335,-47 80-3681,125-187 214,3-6-8266,0-7 8571</inkml:trace>
  <inkml:trace contextRef="#ctx0" brushRef="#br0" timeOffset="3033.506">612 276 7530,'0'0'2710,"0"0"-682,0 0-229,12 19-289,115 219 3256,-117-216-4319,-5-8-311,0 0 0,2 0 1,-1-1-1,2 0 1,0 0-1,0-1 1,1 0-1,1 0 1,0-1-1,0-1 1,1 1-1,0-2 1,9 6-138,22-10-327,-28-14-2798,-6-6-2732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28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1 784,'0'0'4980,"0"0"-3546,0 0-1256,0 0 606,0 0 2189,0 0-1478,-4 1-620,22 8 4495,128 9-4753,-99-16-785,53 0 798,-34-6-5161,-49-11-3772,-10 2 5154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28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0 225 6345,'0'0'1286,"0"0"1100,0 0-1143,0 0-584,0 0 51,0 0 61,15 0 103,45 1 22,-58-2-860,0 0 1,1 1-1,-1-1 1,1 0-1,-1 0 1,0 0-1,0-1 1,0 1-1,1 0 1,-1-1-1,0 0 1,-1 1-1,1-1 1,0 0-1,0 0 1,-1 0-1,1 0 1,-1 0-1,0 0 1,0-1-1,0 1 1,0 0-1,0-1 1,0 1-1,0 0 1,0-2-37,2-6 159,43-158 3175,-30 213-756,-21 371 348,5-416-2963,0 0-207,5-6-4667,0-5-1506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1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1 7098,'0'0'168,"0"0"-119,0 0 434,0 0 1510,0 0-542,0 0-614,0 12 352,25 84 1409,81 22-792,-83-96-1584,-1 1 1,-1 0-1,-2 2 1,0 0-1,-1 1 1,-2 1-1,4 10-222,-14-15 171,-1 0 0,0 0 0,-2 1 0,-1-1-1,-1 1 1,-1-1 0,-1 1 0,-1-1-1,-1 1 1,0-1 0,-2 0 0,-1 0-1,0 0 1,-2-1 0,-1 0 0,0-1 0,-1 0-1,-1 0 1,-1-1 0,-6 6-171,-15 67-984,61-83-7589,-2-9-434</inkml:trace>
  <inkml:trace contextRef="#ctx0" brushRef="#br0" timeOffset="8986.888">1 436 6361,'0'0'737,"0"0"-69,0 0 1535,0 0-169,0 0-877,0 0-645,10-10-58,-3 2-362,-3 3-1,0 0-1,0 0 1,1 0 0,-1 0-1,1 1 1,0-1 0,1 1-1,-1 1 1,1-1 0,0 1-1,0 0 1,0 0 0,0 1-1,0-1 1,1 1 0,-1 1-1,2-1-90,-3 4 33,0 0 0,0 1 0,0-1-1,0 1 1,-1 0 0,1 0 0,-1 1 0,0-1-1,0 1 1,0 0 0,0 0 0,-1 0-1,1 1 1,-1-1 0,0 1 0,0 0 0,-1 0-1,0 0 1,0 0 0,0 0 0,0 1-1,-1-1 1,0 0 0,0 1 0,0-1-1,-1 1 1,1-1 0,-2 1 0,1-1 0,0 1-1,-1-1 1,0 1 0,0-1 0,-1 0-1,0 1 1,-1 3-33,2 0 33,-1 6-12,-1-1 1,0 1-1,-1-1 1,-1 0-1,0 0 1,-1 0-1,0-1 1,-1 0-1,-1 0 1,0-1-1,-1 0 1,0 0-1,-1-1 1,-3 3-22,13-14 5,-1 1 1,0 0-1,0 0 0,0-1 0,1 1 1,-1 0-1,0-1 0,0 1 0,0-1 1,0 1-1,0-1 0,0 1 0,0-1 1,0 0-1,0 0 0,0 1 0,0-1 1,0 0-1,0 0 0,0 0 1,0 0-1,0 0 0,0 0 0,0 0 1,0-1-1,0 1 0,0 0 0,0-1 1,0 1-1,0 0 0,0-1 0,0 1 1,0-1-1,0 0 0,0 1 0,0-1 1,0 0-1,1 1 0,-1-1 0,0 0 1,1 0-1,-1 0 0,0 1 1,1-1-1,-1 0 0,1 0 0,-1 0 1,1 0-1,0 0 0,-1 0 0,1 0 1,0 0-1,0 0 0,0 0 0,0 0 1,0-1-1,0 1 0,0 0 0,0 0 1,0 0-1,0 0 0,1 0 1,-1 0-1,0 0 0,1 0 0,-1 0-5,7-76-154,-5 75 152,1 1 0,0-1 0,-1 1 0,1-1 0,0 1 0,-1 0 0,1 0-1,0 1 1,0-1 0,0 0 0,0 1 0,0 0 0,0 0 0,0 0 0,0 0 0,0 0-1,0 0 1,0 1 0,0-1 0,0 1 0,0 0 0,-1 0 0,1 0 0,0 1-1,0-1 1,-1 0 0,1 1 0,-1 0 0,0 0 0,1-1 0,-1 1 0,0 1-1,0-1 1,0 0 0,0 0 0,0 1 0,0 1 2,10 5 68,12 5 42,2-2 1,0 0-1,0-2 0,1 0 1,0-2-1,1-1 1,0-2-1,0 0 0,0-2 1,0-1-1,1-1 1,-1-2-1,19-3-110,-21 4 30,33-8-1642,-39-1-2942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17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0 6265,'0'0'715,"0"0"-31,0 0 1337,0 0 871,0 0-659,0 0-1070,-12 11-246,-106 149 2004,-59 180-1437,172-329-1416,1 0 0,1 0 0,0 1 0,1-1 0,0 1 0,0 0 0,1-1 0,1 1 0,0 0 0,1 0 0,0 0 0,1-1 0,0 1 0,1-1 0,0 1 0,1-1 0,0 0 0,1 0 0,0-1 0,0 1 1,1-1-1,1 0 0,0-1 0,0 1 0,4 2-68,12 9 57,1-2 1,1 0-1,1-2 1,0 0-1,2-2 1,-1-1 0,2-2-1,-1 0 1,2-2-1,0-1 1,0-2-1,8 1-57,-11 0-4875,-19-5-701</inkml:trace>
  <inkml:trace contextRef="#ctx0" brushRef="#br0" timeOffset="3034.904">830 289 3369,'0'0'2523,"0"0"-751,0 0 1760,0 0-1288,0 0-677,0 0-525,-3-3-162,2 2-843,0 0 0,1 0 0,-1 1 0,0-1 0,0 0 0,0 0 0,1 1 0,-1-1 0,0 1 0,0-1 0,0 0 1,0 1-1,0 0 0,0-1 0,0 1 0,0 0 0,-1-1 0,1 1 0,0 0 0,0 0 0,0 0 0,0 0 0,0 0 0,0 0 0,0 0 0,0 1 0,-1-1 0,1 0 0,0 1 0,0-1 0,0 0 0,0 1 1,0-1-1,0 1 0,0 0 0,1-1 0,-1 1 0,0 0 0,0-1 0,0 1 0,1 0 0,-1 0 0,0 0 0,1 0 0,-1 0 0,0 0 0,1 0 0,-1 0 0,1 0 0,0 0 0,-1 0 0,1 0 0,0 0 1,0 0-1,0 0 0,0 0 0,-1 0 0,2 0 0,-1 1-37,-16 29 323,-8 12-94,2 1-1,2 2 1,2 0-1,1 1 1,3 0-1,2 1 1,-3 30-229,16-69-350,-3 13-3224,-7-20-9008,2-7 10659</inkml:trace>
  <inkml:trace contextRef="#ctx0" brushRef="#br0" timeOffset="3381.207">551 354 7666,'0'0'81,"0"0"439,0 0 1703,0 0-646,0 0-413,5 19 229,17 63-144,-18-71-990,1 0 1,0 0-1,1-1 0,0 0 1,1 0-1,0 0 1,0-1-1,1 0 0,0 0 1,1-1-1,7 6-259,0 0 299,153 114 508,-129-122-6108,-32-6 2503,7 0-4854</inkml:trace>
  <inkml:trace contextRef="#ctx0" brushRef="#br0" timeOffset="8801.03">1406 234 7074,'0'0'81,"0"0"443,0 0 1595,0 0-353,0 0-871,0 0-330,-4-3 74,4 3-592,-1-1-1,0 1 1,1-1 0,-1 1 0,0-1-1,1 1 1,-1 0 0,0-1 0,0 1-1,1 0 1,-1 0 0,0 0 0,0-1-1,1 1 1,-1 0 0,0 0-1,0 0 1,0 0 0,1 0 0,-1 1-1,0-1 1,0 0 0,1 0 0,-1 0-1,0 1 1,0-1 0,1 0 0,-1 1-1,0-1 1,1 0 0,-1 1 0,0-1-1,1 1 1,-1-1 0,1 1 0,-1 0-1,1-1 1,-1 1 0,1-1 0,-1 1-1,1 0 1,0 0 0,-1-1-1,1 1 1,0 0 0,0-1 0,-1 1-1,1 0 1,0 0 0,0 0 0,0-1-1,0 1 1,0 0 0,0 0 0,0-1-1,0 1 1,0 0 0,0 0 0,1 0-1,-1-1 1,0 1 0,0 0 0,1-1-1,-1 1 1,1 0 0,-1-1-1,0 1 1,1 0 0,-1-1 0,1 1-47,-1 13 29,-7 325 4677,29-235-4675,-19-102-983,-2-2-3720,-1 0-1163</inkml:trace>
  <inkml:trace contextRef="#ctx0" brushRef="#br0" timeOffset="9130.469">1174 554 7586,'0'0'2156,"0"0"-1052,0 0-694,0 0-228,19-3-67,150-23 491,-68 19 484,-58 7-4529,-17 0-2390,-21 0 3544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30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6665,'0'0'521,"0"0"-521,0 0-1369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34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98 2937,'0'0'15611,"0"0"-13235,0 0-2023,0 0 31,0 0 280,0 0-192,0 0-376,52-13 152,-15 22-248,0-2-8,-3-1 8,1-4 0,-8 3-128,-5-3-304,-4 0-2177,-8-2-1896,-10 0-1400</inkml:trace>
  <inkml:trace contextRef="#ctx0" brushRef="#br0" timeOffset="247.118">122 254 6809,'0'0'777,"0"0"3832,0 0-3865,0 0 392,0 0 184,0 0 33,0 0-449,77 22-312,-58-22-448,1 0-48,0 0-96,5 2 24,-3-2-112,0 0-1720,8 0-4226,-8 0-695,-5-6 5168</inkml:trace>
  <inkml:trace contextRef="#ctx0" brushRef="#br0" timeOffset="648.365">562 132 6161,'0'0'7991,"0"0"-5095,0 0-2183,0 0 30,0 0 549,9 22 14,30 71-366,-35-84-894,0 0 0,0-1 0,1 1 0,0-1-1,1 0 1,0 0 0,0-1 0,1 1 0,0-2 0,0 1 0,0-1 0,1 0 0,0 0-1,0-1 1,0 0 0,1 0 0,0-1 0,0-1 0,0 1 0,0-1 0,1-1 0,-1 0-1,1 0 1,0-1 0,-1 0 0,1 0 0,0-1 0,-1-1 0,1 0 0,0 0-1,-1 0 1,10-4-46,-10 3 10,1-1 0,-1 0 0,-1-1-1,1 0 1,0 0 0,-1-1 0,0 0-1,0 0 1,0-1 0,-1 0 0,0-1-1,0 1 1,0-1 0,-1-1 0,0 1-1,-1-1 1,0 0 0,0 0 0,0-1-1,-1 1 1,0-1 0,-1 0 0,0 0-1,-1 0 1,1-1 0,-2 1 0,1-1-1,-1 1 1,-1-1 0,0 1 0,0-1-1,-1 1 1,0-1 0,-1 1 0,0-2-10,-4 2 35,-1 0 1,0 1-1,0-1 1,-1 1-1,0 1 0,0 0 1,-1 0-1,0 0 1,0 1-1,-1 0 1,0 1-1,0 0 1,0 1-1,0 0 0,-1 0 1,0 1-1,0 1 1,0 0-1,0 0 1,0 1-1,0 0 1,0 1-1,0 0 0,0 1 1,0 1-1,-3 0-35,9-2-53,1 1-1,0-1 0,-1 1 1,1 0-1,0 0 0,0 0 1,-1 1-1,1 0 0,0 0 1,0 0-1,1 0 0,-1 0 1,0 1-1,1 0 0,0-1 1,-1 1-1,1 0 0,0 1 1,1-1-1,-1 1 0,0-1 1,1 1-1,-1 2 54,-28 60-8605,20-31-512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33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15 6369,'0'0'4904,"0"0"-1739,0 0-1260,0 0-984,0 0 16,0 0 936,0 25 70,0 382 993,0-400-3604,3 29 1721,3-28-3698,3-4-3854,-7-4 555</inkml:trace>
  <inkml:trace contextRef="#ctx0" brushRef="#br0" timeOffset="215.214">1 290 6305,'0'0'4793,"0"0"-2440,0 0-1177,0 0-400,0 0 144,0 0-223,133 16-33,-86-16-408,3-2-104,-3-7-152,-3-5-328,-12 3-3761,-9 0-4929</inkml:trace>
  <inkml:trace contextRef="#ctx0" brushRef="#br0" timeOffset="774.547">579 104 8170,'0'0'1647,"0"0"1759,0 0-1598,0 0-1006,0 0 47,0 0 259,12-17-137,38-48-512,-47 62-450,-1 1 1,1 0-1,0 0 1,0 0-1,0 1 0,1-1 1,-1 1-1,0-1 0,1 1 1,-1 0-1,0 0 1,1 1-1,-1-1 0,1 1 1,0-1-1,-1 1 0,1 0 1,-1 1-1,1-1 1,-1 1-1,1-1 0,-1 1 1,1 0-1,-1 0 0,0 1 1,1-1-1,-1 1 1,0-1-1,0 1 0,0 0 1,0 0-1,0 1 0,-1-1 1,1 0-1,-1 1-9,10 14 24,-1 1 0,-1 0-1,-1 0 1,-1 1 0,0 0-1,-1 0 1,-1 1 0,-1 0-1,-1 0 1,-1 0 0,-1 1-1,0-1 1,-2 1 0,0 0-1,-1-1 1,-2 9-24,3 4-11,0-29-11,1-1 0,-1 1 0,0-1 0,0 1-1,-1 0 1,1-1 0,-1 1 0,1-1 0,-1 0 0,0 1-1,0-1 1,-1 0 0,1 1 0,-1-1 0,1 0 0,-1 0-1,0 0 1,0 0 0,-1-1 0,1 1 0,0 0 0,-1-1 0,0 0-1,1 0 1,-1 1 0,0-2 0,0 1 0,0 0 0,0 0-1,-1-1 1,1 0 0,0 0 0,-1 0 0,1 0 0,-1 0-1,1-1 1,-1 1 0,1-1 0,-1 0 0,1 0 0,-1 0-1,-1-1 23,2-3-31,0 0-1,1-1 0,-1 1 0,1-1 1,0 1-1,1-1 0,-1 0 1,1 0-1,0 1 0,0-1 0,0 0 1,1 0-1,0 0 0,0 0 1,0 0-1,0 0 0,1 0 0,0 0 1,1-4 31,-2 7-4,0 1 1,1-1 0,-1 0 0,0 1 0,0-1 0,1 0 0,-1 1 0,1-1-1,0 1 1,-1-1 0,1 1 0,0-1 0,0 1 0,0-1 0,0 1 0,0 0-1,0-1 1,0 1 0,1 0 0,-1 0 0,0 0 0,1 0 0,-1 0 0,0 0-1,1 1 1,-1-1 0,1 0 0,0 1 0,-1-1 0,1 1 0,-1-1-1,1 1 1,0 0 0,-1 0 0,1 0 0,0 0 0,0 0 0,-1 0 0,1 0-1,0 1 1,-1-1 0,1 0 0,-1 1 0,1-1 0,-1 1 0,1 0 0,1 0 3,69 42 237,-62-33-127,1-1 0,0 0-1,0-1 1,1-1-1,0 0 1,0 0 0,1-1-1,0 0 1,0-1 0,0-1-1,0 0 1,1-1 0,0 0-1,0-1 1,0-1-1,0 0 1,0-1 0,0 0-1,12-3-109,18-62-3043,-38 39-2972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32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235 20 4241,'0'0'2987,"0"0"2580,0 0-2991,0 0-1661,0 0-124,0 0 355,0-6 161,3-7 254,-9 60-565,-9 1-694,-2-1 0,-3 0-1,-1-2 1,-2 0-1,-5 3-301,2-2 66,3-6-389,15-29-5,1 0 0,0 1 0,0 0 0,2 0 0,-1 1 0,2 0 0,-1-1 0,2 2 0,0-1 0,-1 9 328,21-15-7490,-7-9 3132</inkml:trace>
  <inkml:trace contextRef="#ctx0" brushRef="#br0" timeOffset="362.572">8 122 6065,'0'0'1370,"0"0"1357,0 0-426,0 0-1092,0 0-793,0 0 74,6-5 538,-4 4-998,-1 0 31,0-1 0,0 1 0,0 0 0,0 0-1,0 0 1,1 0 0,-1 0 0,0 0 0,1 1 0,-1-1-1,1 0 1,-1 1 0,1-1 0,-1 1 0,1-1 0,-1 1 0,1 0-1,-1-1 1,1 1 0,0 0 0,-1 0 0,1 0 0,0 0-1,-1 1 1,1-1 0,-1 0 0,1 1 0,-1-1 0,1 1 0,-1-1-1,1 1 1,-1 0 0,1 0 0,-1 0 0,0-1 0,1 1-1,-1 0 1,0 1 0,0-1 0,0 0 0,0 0 0,0 0 0,0 1-1,0-1 1,0 1 0,-1-1 0,1 1-61,133 348 4778,-133-347-4957,0-1-1,0 0 0,0 0 1,0 0-1,0 0 1,1 0-1,-1-1 0,0 1 1,1 0-1,0 0 1,-1-1-1,1 1 0,0-1 1,0 0-1,0 1 0,0-1 1,0 0-1,0 0 1,0 0-1,0-1 0,1 1 1,-1 0-1,0-1 1,0 0-1,1 1 0,-1-1 1,0 0-1,1 0 0,-1 0 1,0 0-1,0-1 1,1 1-1,-1-1 0,0 1 1,0-1-1,0 0 1,1 0-1,-1 0 0,0 0 1,0 0-1,0-1 180,9-16-5692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40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10866,'0'0'5121,"0"0"-2976,0 0-1673,0 0-344,0 0 72,0 0 824,0 0-584,-5 67-56,27-56 57,10-4-345,5-3-96,5-4-88,0 0-113,-2 0-727,-6 0-352,1-11-1777,-8 0-3624,-10-3-121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40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2 153 3001,'0'0'7681,"0"0"-4839,0 0-2163,0 0 60,0 0 781,0 0-68,-1-3 1891,6-10-2966,-4 12-359,10-8 23,0 0-1,-1-1 1,0 0-1,0-1 1,-1 0-1,0 0 1,-1-1-1,-1 0 1,0 0 0,0-1-1,0-2-40,-7 122 1238,5 210 753,-5-315-2010,-1 1 1,1-1 0,0 0-1,0 0 1,0 1-1,0-1 1,0 0 0,1 0-1,-1 0 1,1 1 0,-1-1-1,1 0 1,0 0-1,0 0 1,0 0 0,0 0-1,0 0 1,0 0-1,0-1 1,1 1 0,-1 0-1,1 0 1,-1-1 0,1 1-1,0-1 1,0 0-1,0 0 1,0 1 0,-1-1-1,1 0 1,1 0-1,-1-1 1,0 1 0,0 0-1,0-1 1,0 1 0,0-1-1,1 0 1,-1 0-1,0 0 1,0 0 0,2 0 18,51-34-7213,-30 5 25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41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6601,'0'0'11947,"0"0"-9426,0 0-2521,0 0-73,0 0-23,0 0-168,0 0 264,55-2 0,-23 11 0,0-2 72,-5-1-96,0-1 24,0-1-8,-2-4 8,-3 2-1120,1-2-240,-4 0-3153,-6-2-3921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41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5801,'0'0'7322,"0"0"-5218,0 0-1576,0 0-280,0 0 8,0 0 289,0 0-289,104 24-184,-79-24-72,-1 0-16,1 0-384,2 0-4257,-5 0-1377,-4 0 3298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42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95 185 4849,'0'0'9733,"0"0"-6735,0 0-2439,-3 21-433,-1 170 740,8-183-818,0-1 0,1 0 0,0-1 1,0 1-1,1-1 0,0 0 0,0 0 1,0 0-1,1-1 0,0 0 0,0-1 1,0 1-1,0-1 0,1-1 0,0 0 1,0 0-1,0 0 0,0-1 0,0 0 1,0 0-1,1-1 0,-1 0 0,0-1 0,1 0 1,-1 0-1,1 0 0,-1-1 0,0-1 1,0 0-1,1 0 0,-1 0 0,0-1 1,-1 0-1,1 0 0,7-5-48,-3-2 20,0 0-1,0 0 1,-1-2-1,0 1 1,-1-1-1,-1-1 1,0 0-1,0 0 1,-1-1-1,-1 1 1,0-2-1,-1 1 1,-1-1-1,0 0 1,-1 0-1,-1-1 1,0 1-1,-1-1 1,-1 1-1,0-1 1,-1 0 0,-1-1-20,1 10 45,-1 1 0,0 0 0,0 0 1,-1 0-1,1 0 0,-2 0 1,1 0-1,0 0 0,-1 0 0,0 1 1,-1-1-1,1 1 0,-1 0 1,0 0-1,0 0 0,-1 1 0,1-1 1,-1 1-1,0 0 0,0 1 1,0-1-1,-1 1 0,1 0 0,-1 0 1,0 0-1,0 1 0,0 0 1,0 0-1,-1 1-45,-12-5 48,0 2-1,-1 0 1,1 1 0,-1 1 0,0 0-1,1 2 1,-1 0 0,0 2 0,0 0-48,9 1-232,0 0 1,1 1-1,-1 0 1,1 0 0,0 1-1,0 1 1,0 0-1,1 0 1,0 1 0,0 0-1,1 1 1,-7 7 231,-2 0-1382,-23 21-4496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2:39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1 7074,'0'0'2035,"0"0"4201,0 0-3500,0 0-1614,-17 22-163,-113 149 861,-170 188-2875,298-356 706,-19 15-2475,6-20-2775,8-9-283</inkml:trace>
  <inkml:trace contextRef="#ctx0" brushRef="#br0" timeOffset="270.865">0 94 7514,'0'0'856,"0"0"2075,0 0-1669,0 0-361,0 0 973,12 23 4,92 147 564,-72-138-2337,2-1 0,1-2 0,2-1 0,0-2 0,2-1 1,1-2-1,23 9-105,0 2-1469,-60-33 893,6 5-1661,-3-2-2602,-6-4-2177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3:36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1127 5945,'0'0'810,"0"0"-494,0 0-207,0 0 578,0 0 2126,-1 0 3836,168-74-5702,662-385 1293,-561 318-1063,6 13-1,155-45-1176,-430 173 3,0 0-1,1 0 1,-1 0 0,0 0 0,1 0-1,-1 0 1,0-1 0,1 1 0,-1 0 0,1 0-1,-1 0 1,0-1 0,1 1 0,-1 0-1,1-1 1,-1 1 0,0 0 0,1-1-1,-1 1 1,1-1 0,-1 1 0,1-1-1,0 1 1,-1-1 0,1 1 0,-1-1 0,1 1-1,0-1 1,0 0 0,-1 1 0,1-1-1,0 0 1,0 1 0,0-1 0,-1 0-1,1 1 1,0-1 0,0 0 0,0 1 0,0-1-1,0 0-2,-9 26-30,0 0 1,1 1-1,2-1 0,0 1 0,2 1 0,1-1 0,1 1 1,1 16 29,1-42-6,0-1 32,0 0 58,0-37 10,-37-311-58,37 348-124,104 65-245,57 78 286,-161-140 79,0-1 1,-1 1-1,0 0 0,1-1 1,-1 1-1,0-1 0,-1 1 1,1-1-1,0 0 0,-1 1 1,1-1-1,-1 0 0,0 0 1,1 0-1,-1 0 0,0 0 1,0 0-1,-1-1 0,1 1 1,0-1-1,0 1 0,-1-1 1,1 0-1,-1 0 0,1 0 1,-1 0-1,1-1 0,-1 1 1,0-1-1,1 1 0,-1-1 1,0 0-1,0 0 0,1 0 1,-1 0-1,0-1 0,1 1 1,-1-1-1,0 0-32,-16 5 53,-105 19 124,111-14-1274,17-7-7888,9-2 3228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3:37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56 6977,'0'0'206,"0"0"613,0 0 2364,0 0-1352,0 0-1041,0 0-368,-12 4 420,5-2-668,4-2-89,-1 1 0,0 0 0,1 0 0,-1 1-1,0-1 1,1 1 0,0-1 0,-1 1 0,1 0-1,0 1 1,0-1 0,0 0 0,0 1 0,1 0 0,-1-1-1,1 1 1,-1 0 0,1 1 0,0-1 0,0 0 0,0 1-1,0 1-84,-6 21 360,0 1-1,3 0 0,0 0 0,1 1 1,2-1-1,1 1 0,1 0 0,2 10-359,-2-32 11,1 1-1,0-1 1,1 0-1,-1 1 1,1-1-1,0 0 1,1 0-1,0 0 1,0 0 0,0-1-1,1 1 1,-1-1-1,1 1 1,0-1-1,1-1 1,-1 1-1,1-1 1,0 1-1,0-2 1,1 1-1,-1 0 1,1-1-1,0 0 1,0 0-1,0-1 1,0 0-1,0 0 1,0 0 0,1 0-1,-1-1 1,1 0-1,-1-1 1,1 0-1,-1 0 1,1 0-1,-1 0 1,6-2-11,-4-2-27,0 0 1,-1-1-1,1 0 1,-1 0-1,0-1 1,0 0-1,-1 0 0,0 0 1,0-1-1,0 0 1,-1 0-1,0-1 1,0 1-1,-1-1 1,0 0-1,0 0 1,-1-1-1,0 1 1,-1-1-1,0 1 1,0-1-1,0 0 0,-1 0 1,-1 0-1,0 0 1,0 0-1,0 0 1,-2-5 26,3 1 6,0 0 0,-1 0 0,-1 0 0,0 0 0,0 0 0,-2 0 0,1 0 0,-2 1 0,0-1 0,0 1 0,-1 0 0,0 0 0,-1 1 0,-1-1 0,0 1 0,0 1 0,-1-1 0,0 1 0,-1 1 0,0-1 1,-1 2-1,0-1 0,-7-4-6,12 11-3,1 0 1,0 1-1,-1-1 1,0 1-1,1 0 1,-1 0 0,0 1-1,1-1 1,-1 1-1,0 0 1,0 0-1,1 1 1,-1-1 0,0 1-1,0 0 1,1 1-1,-1-1 1,1 1-1,-1 0 1,1 0 0,0 0-1,0 0 1,0 1-1,0 0 1,0 0-1,1 0 1,-1 0 0,1 0-1,0 1 1,0 0-1,0-1 1,0 1 0,0 0 2,-69 144-545,66-95-126,6-51 517,0 0 1,0 0-1,0 0 0,0 0 1,0 0-1,1 0 0,-1 0 1,1 0-1,-1 0 0,1 0 1,0 0-1,-1 0 0,1-1 1,0 1-1,1 0 0,-1 0 1,0-1-1,0 1 0,1-1 1,-1 1-1,1-1 0,-1 0 1,1 1-1,-1-1 0,1 0 1,0 0-1,0 0 0,0 0 1,-1-1-1,1 1 0,0 0 1,0-1-1,0 1 0,1-1 154,6 2-578,1-1 0,-1 0 0,0-1 0,0 0 0,1-1 0,-1 1 0,0-2 0,0 1-1,0-1 1,0-1 0,0 0 0,0 0 0,-1-1 0,4-1 578,29-17-987</inkml:trace>
  <inkml:trace contextRef="#ctx0" brushRef="#br0" timeOffset="244.408">302 94 6081,'0'0'1630,"0"0"2614,0 0-1720,0 0-1068,0 0-357,-3 20 314,-2 3-1052,1 0 1,1 1 0,1-1 0,1 1 0,2-1 0,0 1 0,1 0-1,1-1 1,1 0 0,2 0 0,0 0 0,2 3-362,-6-21-24,1 1 0,-1 0 1,1-1-1,1 0 0,-1 0 0,0 0 0,1 0 1,0 0-1,1-1 0,-1 1 0,1-1 0,-1-1 1,1 1-1,0 0 0,1-1 0,-1 0 1,0 0-1,2 0 24,4-20-2988,5-62-4985,-9 39 1550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3:39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0 216 5857,'0'0'839,"0"0"-43,0 0 1049,0 0-676,0 0-483,0 0-15,7 0 434,161-3 3260,11-1-3317,-177 4-2367,-8 2-2804,-12 1 2350,16-3 840,-31 4-3220,-2 1 1090</inkml:trace>
  <inkml:trace contextRef="#ctx0" brushRef="#br0" timeOffset="295.302">99 338 5961,'0'0'731,"0"0"309,0 0 2412,0 0-1699,0 0-1095,36 5 1598,-30-5-2316,223-10 1639,-154-3-3857,-4-8-4145,-48 11 3451</inkml:trace>
  <inkml:trace contextRef="#ctx0" brushRef="#br0" timeOffset="806.421">697 343 4761,'0'0'2386,"0"0"1620,0 0-2015,0 0-1392,0 0-140,21-22 444,133-152 1026,-149 166-1764,3-1 56,-1-1 0,0 0 1,0 0-1,-1-1 0,-1 0 0,1 0 0,-2 0 1,0 0-1,0-1 0,-1 0 0,1-8-221,-4 20 240,0 0 95,0 5 449,-17 301 2321,12-193-4275,5-113-2241,0 0-1017,0 0-1305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3:41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52 6241,'0'0'695,"0"0"-245,0 0 1238,0 0 735,0 0-785,0 0-558,1-9 166,4-25-215,-4 26-295,-1 11-264,-36 370 2959,40-71-2313,26-240-1410,-23-117-2432,-8 47 2665,-1-1-1,1 0 0,1 0 1,-1 0-1,2 0 0,-1 0 1,1 0-1,0 1 0,1-1 1,0 0-1,1 1 0,-1-1 1,2 1-1,-1 0 0,1 0 1,0 0-1,1 0 0,0 1 1,0-1-1,1 1 0,0 1 1,0-1-1,0 1 0,1 0 1,0 1-1,0-1 0,0 1 1,1 1-1,0-1 0,0 1 1,0 1-1,0-1 0,1 1 1,-1 1-1,2 0 60,-2 1 17,0 1 0,0 0 0,0 0 0,0 1 0,0 0 0,0 0 0,0 1 0,0 0 0,-1 1 0,1-1 0,-1 1 0,1 1 0,-1 0 0,0 0 0,-1 0 0,1 1 0,-1 0 0,0 0 0,0 0 0,0 1 0,-1 0 0,1 0 0,-2 0 0,1 1 0,-1 0 0,0 0 0,0 0 0,0 1-17,2 3 30,-1 0 0,0 0 0,-1 0 0,0 0 0,0 1 0,-1-1 0,-1 1 0,0 0 0,0 0 0,-1 0 0,-1 0 0,-1 11-30,-2-18 12,-1 0 0,0-1-1,-1 1 1,1-1 0,-1 0-1,1 0 1,-1-1 0,-1 0 0,1 0-1,0 0 1,-1 0 0,1-1-1,-1 0 1,0 0 0,1 0 0,-1-1-1,0 0 1,0 0 0,0 0-1,0-1 1,-1 0 0,1 0 0,-5-2-12,-13 4-45,17-1 0,-1 1 0,1-1 1,-1 0-1,0-1 0,1 0 1,-1 0-1,0 0 0,0-1 1,1 0-1,-1-1 0,1 0 1,-1 0-1,1-1 0,0 1 1,0-2-1,0 1 0,0-1 1,0 0-1,1 0 0,0-1 1,-6-4 44,12 5-290,0 1 0,-1-1 0,1 1 1,0 0-1,1-1 0,-1 1 0,1-1 1,-1 1-1,1 0 0,0-1 0,0 1 1,1 0-1,-1 0 0,0 0 0,1-1 1,0 2-1,0-1 0,0 0 0,0 0 1,0 1-1,1-1 0,-1 1 0,1 0 1,0-1-1,-1 1 0,1 0 0,0 1 1,0-1-1,0 1 0,1-1 0,-1 1 1,2-1 289,1-2-898,36-22-3479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3:42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85 6409,'0'0'6620,"0"0"-4219,0 0-1625,0 0-246,0 0 552,21-9-13,153-51 594,-68 44-3244,-108 23-3862,-13 6 1550,-5-4 1069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3:42.4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3329,'0'0'7104,"0"0"-3622,0 0-1983,0 0-328,0 0-215,22-1-170,165-4 134,-125 7-935,20 0-1399,-31-7-6317,-34-2 2894,-4-5 3380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3:43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1 328 5817,'0'0'907,"0"0"43,0 0 2104,0 0-1510,0 0-677,0 0-27,19-7 299,63-23-216,-73 25-857,0 0 0,0-1 1,0 0-1,-1-1 0,0 1 0,0-2 1,0 1-1,-1-1 0,-1 0 1,1 0-1,-1-1 0,0 0 0,-1 0 1,0-1-1,-1 1 0,0-1 1,0 0-1,-1 0 0,0 0 0,0-5-66,5-100 629,-8 115-625,0 0-43,0 44-88,0 485 5290,2-521-5940,5-43-9017,-7 13 4427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3:4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74 5977,'0'0'784,"0"0"-319,0 0 445,0 0 2599,0 0-998,0 0-1074,1-7-578,7-6 503,-9 64 689,1-21-1593,-1-23-397,0-4-51,0-1 0,0 0 0,0 1 0,0 0 0,1-1 0,-1 1 0,1-1 0,-1 1 1,1 0-1,0 0 0,0-1 0,0 1 0,0 0 0,1-1 0,-1 1 0,1 0 0,0-1 0,-1 1 0,1-1 1,0 1-1,1-1 0,-1 1 0,0-1 0,1 0 0,-1 0 0,1 1 0,0-1 0,-1 0 0,1-1 1,0 1-1,0 0 0,1 0 0,-1-1 0,0 1 0,0-1 0,1 0 0,-1 0 0,1 0 0,-1 0 1,1 0-1,-1 0 0,1-1 0,0 1 0,-1-1 0,1 0 0,0 0 0,0 0 0,-1 0 0,1 0 1,2-1-12,-2-3-37,0 0-1,0 0 0,0-1 1,-1 1-1,0-1 0,0 0 1,0 0-1,-1 0 0,0 1 1,1-1-1,-2-1 0,1 1 1,-1 0-1,1 0 0,-1 0 1,-1 0-1,1 0 0,-1 0 1,0 0-1,0 0 0,0 0 1,-1 0 38,-2-3-20,0 0 0,0 0 0,-1 1 0,0-1 0,0 1 0,-1 1 0,0-1 0,0 1 0,-1 0 0,0 0 0,0 1 0,0 0 0,-1 0 0,1 1 0,-1 0 0,0 0 0,0 0 0,-1 1 0,1 1 0,-1-1 0,1 2 0,-1-1-1,-8 0 22,9 6 42,0 0 0,0 0 0,1 1 0,-1 0 0,1 0 0,0 1 0,0 0 0,1 0 0,0 1 1,0 0-1,1 0 0,-1 0 0,1 1 0,1-1 0,0 1 0,0 0 0,0 0 0,1 1 0,0-1 1,1 1-1,0 0 0,0-1 0,1 1 0,0 0 0,1 3-43,-5 2 66,2-1 1,0 1-1,0-1 0,1 1 1,1 0-1,1 0 0,0 0 0,0 0 1,1-1-1,1 1 0,0 0 1,1-1-1,1 1 0,0-1 1,1 0-1,0 0 0,1 0 0,0-1 1,1 0-1,1 0 0,0-1 1,0 0-1,1 0 0,0-1 0,1 0 1,0-1-1,1 0 0,0 0 1,0-1-1,1-1 0,0 0 1,0 0-1,1-1 0,0-1 0,0 0 1,0-1-1,0 0 0,8 0-66,-14-3 14,0 0-1,0 0 0,1-1 1,-1 0-1,0 0 0,1-1 1,-1 0-1,0 0 0,0-1 1,0 0-1,0 0 0,0 0 1,0-1-1,-1 0 0,1-1 1,-1 1-1,0-1 0,0 0 1,4-4-14,58-38-3321,-20 23-1679,-26 12 1557,10-5-4012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3:44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56 1360,'0'0'10919,"0"0"-7021,0 0-3097,0 0-411,0 0 483,0 0 448,7-1-532,141-27 1649,-47 8-4457,-62 14-9370,-63 8 2064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3:45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5657,'0'0'4461,"0"0"-757,0 0-2445,0 0-774,0 0 406,0 0 342,12 4 96,227 16 2709,-212-19-4061,33-3-1014,-25-12-5474,-23 7 267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3:47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1 217 5337,'0'0'1890,"0"0"1589,0 0-1526,0 0-848,0 0-277,0 0 550,5 1-15,89 3 760,54 5-3268,-137-8 267,11 1-2096,-2-5-3454,-11-4 822</inkml:trace>
  <inkml:trace contextRef="#ctx0" brushRef="#br0" timeOffset="549.911">520 26 2817,'0'0'4643,"0"0"613,0 0-2942,0 0-1513,0 0-142,0 0-127,20-5-140,65-16-242,-79 21-141,0 1 1,0 0 0,0 0 0,-1 0-1,1 1 1,0-1 0,-1 1-1,1 1 1,-1-1 0,0 1-1,1 0 1,-1 0 0,-1 0-1,1 1 1,0 0 0,-1 0-1,0 0 1,0 0 0,0 1-1,0 0 1,-1 0 0,0 0 0,0 0-1,0 0 1,0 0 0,-1 1-1,0-1 1,0 1 0,-1 0-1,0 0 1,0-1 0,0 1-1,0 0 1,-1 0 0,0 0-1,0 0 1,-1 0 0,0 3-10,3 1 13,0 0 1,-1 1-1,0-1 0,-1 1 1,0-1-1,-1 1 0,0-1 1,-1 0-1,0 1 0,0-1 1,-1 0-1,0 0 0,-1-1 1,0 1-1,-1-1 0,0 1 1,0-1-1,-1-1 0,0 1 1,-1-1-1,0 0 0,0-1 1,-1 1-1,-6 4-13,11-12-6,-1 1 0,1-1-1,0 1 1,-1-1 0,1 0 0,-1 0 0,1-1 0,-1 1 0,1-1-1,-1 1 1,1-1 0,0 0 0,-1-1 0,1 1 0,0-1 0,0 1 0,0-1-1,0 0 1,0 0 0,0 0 0,1 0 0,-1-1 0,1 1 0,-1-1-1,1 1 1,0-1 0,0 0 0,0 0 0,0 0 0,1 0 0,-1 0-1,1 0 1,0-1 0,0 1 0,0 0 0,0-1 0,0 1 0,1-1-1,0 1 1,0-1 0,0 1 0,0-1 0,0 1 0,1-1 0,-1 1-1,1 0 1,0-1 0,0-1 6,2 3 1,1 0 1,-1 0-1,0-1 0,0 2 0,1-1 0,0 0 0,-1 1 1,1 0-1,0 0 0,-1 0 0,1 0 0,0 0 1,0 1-1,0 0 0,0-1 0,-1 1 0,1 1 0,0-1 1,0 1-1,0-1 0,0 1 0,-1 0 0,1 1 0,0-1 1,-1 1-1,4 1-1,88 49 325,-83-44-288,0 0 0,0 0-1,1-1 1,0-1 0,0 0 0,0-1 0,1 0 0,0-1-1,0 0 1,12 0-37,-21-2-32,0-1-1,0 0 0,0 0 1,0 0-1,1 0 0,-1-1 1,0 0-1,0 0 0,0 0 1,0-1-1,1 0 0,-1 0 1,0 0-1,0-1 0,0 1 1,-1-1-1,1 0 1,0-1-1,-1 1 0,1-1 1,-1 0-1,0 0 0,0 0 1,0-1-1,0 1 0,-1-1 1,1 0-1,-1 0 0,0 0 1,0 0-1,-1-1 0,1 1 1,-1-1-1,0 0 0,0 0 1,0 0-1,-1 0 33,0-49-8388,-3 33 5104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4:02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3297 4462 6225,'0'0'1617,"0"0"1814,0 0-1112,0 0-804,0 0-277,0 0-70,1-5-245,2-2-841,-1 0-1,1 1 1,0-1 0,1 1 0,-1-1-1,2 1 1,-1 1 0,0-1-1,1 0 1,0 1 0,0 0 0,1 0-1,0 1 1,-1-1 0,1 1-1,1 0 1,-1 1 0,1 0 0,-1 0-1,1 0 1,0 1 0,0 0-1,0 0 1,0 0 0,0 1 0,0 0-1,1 1 1,-1 0 0,1 0-82,-1 3-3,0 1 1,-1 0 0,1 1-1,-1-1 1,0 1-1,0 0 1,-1 1 0,1-1-1,-1 1 1,0 0-1,-1 1 1,1-1 0,-1 1-1,-1-1 1,1 1-1,-1 1 1,0-1 0,-1 0-1,0 1 1,0-1-1,-1 1 1,1 0 0,-2-1-1,1 1 1,-1 7 2,4 5 14,-1-1 1,-1 1-1,-1 0 1,0-1-1,-2 1 1,0 0-1,-1 0 0,-1-1 1,-1 1-1,-1-1 1,0 0-1,-1 0 1,-9 17-15,12-33-31,-1 0 0,1 0 0,-1 0-1,0 0 1,0-1 0,0 1 0,0-1 0,0 0 0,0 0 0,0-1 0,-1 1 0,1-1 0,-1 0-1,1 0 1,-1-1 0,0 1 0,1-1 0,-1 0 0,1 0 0,-1 0 0,0-1 0,1 0 0,-1 0-1,1 0 1,-1 0 0,1-1 0,0 1 0,-1-1 0,1 0 0,0-1 0,0 1 0,0-1 0,1 1 0,-1-1-1,1 0 1,-1-1 0,1 1 0,0-1 0,0 1 0,1-1 0,-1 0 0,1 0 0,0 0 0,-1-2 31,-64-119-1262,73 126 995,68 43 330,-61-35 48,0 0-1,1-1 1,0 0 0,0-1-1,0-1 1,1 0 0,0-1-1,0 0 1,0-2 0,1 1-1,13 0-110,-14-4-1,-1-1-1,0 0 1,1-1-1,-1 0 1,0-1-1,0-1 0,-1 0 1,1-1-1,-1 0 1,0-1-1,0-1 1,-1 0 1,40-29-4709,-6-8-4743,-28 24 7307</inkml:trace>
  <inkml:trace contextRef="#ctx0" brushRef="#br0" timeOffset="418.519">3922 4431 3817,'0'0'3498,"0"0"3098,0 0-3355,0 0-2140,0 0-461,0 0 951,-3 27-156,-9 89-610,11-108-795,0 0 1,0-1 0,1 1 0,0 0 0,0-1 0,1 1 0,-1 0 0,2-1-1,-1 1 1,1-1 0,0 1 0,1-1 0,0 0 0,0 0 0,1 0 0,-1 0-1,1-1 1,1 0 0,-1 1 0,1-1 0,0-1 0,1 1 0,0-1 0,-1 0-1,1 0 1,1-1 0,-1 0 0,1 0 0,0 0 0,0-1 0,0 0 0,0 0-1,0-1 1,1 0 0,-1 0 0,1-1 0,-1 1 0,1-2 0,0 1 0,-1-1-1,1 0 1,0-1 0,-1 0 0,1 0 0,-1-1 0,7-2-31,-1-2-61,-1-1 0,0 0 0,0-1 0,-1 0 0,0-1 1,0 0-1,-1-1 0,0 0 0,-1 0 0,0-1 0,-1-1 0,0 1 0,0-1 0,-2 0 1,1-1-1,-2 0 0,1 0 0,-2 0 0,0-1 0,0 1 0,-2-1 0,1 0 0,-2 0 1,0 0-1,-1 0 0,0 0 0,-1 0 0,0 0 0,-3-7 61,3 15-9,-1 1 1,-1 0-1,1 0 0,-1 0 1,0 0-1,0 0 0,-1 0 0,1 1 1,-1 0-1,0 0 0,0 0 1,0 0-1,-1 0 0,1 1 0,-1 0 1,0 0-1,0 0 0,0 1 1,0-1-1,-1 1 0,1 0 0,-1 1 1,1-1-1,-1 1 0,0 1 1,1-1-1,-1 1 0,0-1 0,1 2 1,-1-1-1,0 1 0,1-1 1,-1 2-1,1-1 0,-1 1 0,1-1 1,-1 2-1,1-1 0,0 0 1,0 1-1,0 0 0,0 0 0,1 1 1,-1-1-1,-1 2 9,-3 4-8,0-1 1,0 2-1,0-1 0,1 1 1,0 0-1,1 1 0,0-1 1,1 1-1,0 1 1,1-1-1,0 1 0,1 0 1,0 0-1,1 1 0,1-1 1,-1 1-1,2-1 0,0 1 1,0 2 7,1-12-99,1 0 0,-1-1 1,0 1-1,1-1 0,-1 1 0,1-1 1,0 1-1,0-1 0,0 1 0,0-1 1,0 1-1,1-1 0,-1 0 1,1 0-1,-1 0 0,1 0 0,0 0 1,0 0-1,0 0 0,0-1 0,0 1 1,0-1-1,0 1 0,0-1 1,1 0-1,-1 0 0,1 0 0,-1 0 1,2 0 98,2 1-565,1 0 1,0-1 0,-1 0-1,1-1 1,0 1 0,0-1-1,-1-1 1,1 1-1,0-1 1,0 0 0,-1 0-1,1-1 1,-1 0 0,1 0-1,-1-1 1,0 0 0,0 0-1,1-1 565,63-63-3300,-46 35 1794</inkml:trace>
  <inkml:trace contextRef="#ctx0" brushRef="#br0" timeOffset="663.754">4312 4451 264,'0'0'5037,"0"0"-2736,0 0 891,0 0-1131,0 0 198,12 19-87,83 161 3079,-91-171-5093,0-1-1,1 0 1,0 0 0,0 0-1,1-1 1,0 0 0,0 0-1,1 0 1,0-1 0,0 1-1,1-2 1,-1 1 0,1-1-1,0-1 1,4 3-158,91 1-4983,-81-19-878,-8-5-539</inkml:trace>
  <inkml:trace contextRef="#ctx0" brushRef="#br0" timeOffset="-87068.835">7147 494 6513,'0'0'1561,"0"0"2657,0 0-1605,0 0-1062,0 0-218,0 0-77,-7 8-283,-245 312 1767,175-205-5032,96-117-7126,-4-17 1907</inkml:trace>
  <inkml:trace contextRef="#ctx0" brushRef="#br0" timeOffset="-86793.26">6870 485 8162,'0'0'2006,"0"0"2102,0 0-2355,0 0-1238,0 0 55,0 0 605,13 22-153,115 173 425,-116-178-1501,1 0-1,1-1 1,0-1 0,1 0 0,1-1 0,1-1 0,-1 0 0,2-1-1,18 9 55,59 0-6154,-63-21 73,-4 0-1522</inkml:trace>
  <inkml:trace contextRef="#ctx0" brushRef="#br0" timeOffset="-86535.866">7609 601 6121,'0'0'8850,"0"0"-7458,0 0-823,0 0 263,0 0 8,0 0-56,0 0-624,136 9 24,-104-9-184,0 0-272,-2 0-2136,-8 0-4362,-10 0 321</inkml:trace>
  <inkml:trace contextRef="#ctx0" brushRef="#br0" timeOffset="-86316.982">7631 761 1168,'0'0'5777,"0"0"-4560,0 0 3448,0 0-3529,0 0 328,0 0 25,0 0-177,84 18-264,-54-18-144,-6 0-816,3 2 56,-4 0-136,1-2-16,11 0-288,-5 0-1592,-6 0-5450</inkml:trace>
  <inkml:trace contextRef="#ctx0" brushRef="#br0" timeOffset="-86032.437">8375 679 4865,'0'0'9498,"0"0"-6817,0 0-1825,0 0-376,0 0 968,0 0 41,0 0-1121,7 0-112,15 0-208,6 2-40,6 0-8,1-2 160,2 0-328,0 0 104,-2 0-1913,-8-4-1800,-10-5-2128</inkml:trace>
  <inkml:trace contextRef="#ctx0" brushRef="#br0" timeOffset="-85431.935">8743 574 5873,'0'0'1665,"0"0"1457,0 0-1565,0 0-767,0 0 67,0 0 313,24-13 115,75-38-528,-95 48-690,1 0 0,-1 0 1,1 1-1,0-1 0,0 1 0,0 1 1,0-1-1,0 0 0,1 1 1,-1 0-1,0 1 0,1-1 1,-1 1-1,1 0 0,-1 0 0,0 1 1,1-1-1,-1 1 0,0 0 1,0 1-1,1-1 0,-1 1 1,0 0-1,0 1 0,-1-1 0,1 1 1,0 0-1,-1 0 0,0 0 1,0 1-1,0-1 0,0 1 1,0 0-1,-1 0 0,1 0 0,-1 1 1,0 0-68,5 9 102,-2 0-1,1 0 1,-2 1 0,0 0 0,-1 0 0,0 0-1,-1 0 1,-1 0 0,-1 1 0,0-1 0,-1 1-102,0-7-21,2-5 35,-1 0 0,0-1 0,-1 1 0,1 0 0,-1 0 1,1-1-1,-1 1 0,0 0 0,0 0 0,-1 0 0,1-1 0,-1 1 0,0 0 1,0 0-1,0-1 0,-1 1 0,1-1 0,-1 1 0,0-1 0,1 0 0,-2 0 1,1 1-1,0-1 0,-1-1 0,1 1 0,-1 0 0,0-1 0,0 1 0,0-1 1,0 0-1,0 0 0,-1 0 0,1 0 0,0-1 0,-1 1 0,0-1 0,1 0 1,-1 0-1,0 0 0,-1 0-14,3-1-26,0 0 0,0 1 0,0-1 0,0 0 0,0 0 0,0 0 0,0-1 0,0 1 0,0 0 0,0-1 0,0 1 0,1-1 0,-1 1 0,0-1 0,0 0 0,0 0 0,1 0 0,-1 0 0,0 0 0,1-1 0,-1 1 0,1 0 0,-1-1 0,1 1 0,0-1 0,0 1 0,-1-1 0,1 0 0,0 1 0,0-1 0,1 0 0,-1 0 0,0 0 0,1 1 0,-1-1 0,1 0 0,-1 0 0,1 0 0,0 0 0,0 0 0,0 0 0,0 0 0,0 0 0,0 0 0,1 0 0,-1 0 0,1 0 0,-1 0 0,1 0 0,0 0 0,0-1 26,2 1-14,0 0-1,-1 0 0,1 0 0,0 0 1,0 0-1,0 0 0,1 1 1,-1 0-1,0 0 0,0 0 0,1 0 1,-1 0-1,1 0 0,-1 1 1,0 0-1,1-1 0,-1 2 0,1-1 1,-1 0-1,1 0 0,-1 1 1,1 0-1,-1 0 0,0 0 0,0 0 1,1 0-1,-1 1 0,0 0 1,0-1-1,0 1 0,2 2 15,6 4 42,0 0-1,1 0 0,0-2 1,0 1-1,0-2 0,1 1 1,0-2-1,0 0 0,0 0 1,1-1-1,-1-1 0,1 0 1,-1-1-1,1-1 0,0 0 1,0 0-1,-1-2 0,1 0 1,8-2-42,41-29-1028,-28-1-5094,-14 7-1977</inkml:trace>
  <inkml:trace contextRef="#ctx0" brushRef="#br0" timeOffset="-83533.47">9437 103 6305,'0'0'1427,"0"0"2081,0 0-1352,0 0-703,0 0-352,0 0 46,-21 0-132,-151 0 1163,157 0-2008,-1160 28 2166,1117-24-2155,0-2 1,1-3-1,-1-3 1,0-2 0,-32-8-182,47 4 46,-1 3 1,0 1-1,0 2 1,-1 2-1,1 2 1,0 2-1,-1 2 1,1 2-1,-8 4-46,-14 4 92,0-2-1,-1-4 0,0-2 0,-43-4-91,-147-2 36,255 37-459,-11 148 465,-4 35 190,9 1-1,12 38-231,40 92-100,-44-350 94,-1 1 0,1-1 0,0 1 0,0 0 0,0-1 0,0 1 0,0-1 0,1 1 0,-1-1 0,0 1 0,1-1-1,-1 1 1,1-1 0,-1 1 0,1-1 0,0 0 0,0 1 0,0-1 0,0 0 0,0 1 0,0-1 0,0 0 0,0 0 0,0 0 0,0 0 0,0 0-1,1 0 1,-1-1 0,0 1 0,1 0 0,-1-1 0,1 1 0,-1 0 0,1-1 0,-1 0 0,1 1 0,-1-1 0,1 0 0,-1 0 0,1 0 0,-1 0 0,1 0-1,0 0 1,-1 0 0,1-1 0,-1 1 0,1-1 0,-1 1 0,1-1 0,-1 1 0,0-1 0,1 0 0,-1 0 0,0 1 0,1-1 0,-1 0 0,0 0 0,0 0-1,0-1 1,0 1 0,0 0 0,0 0 0,0-1 0,0 1 0,0-1 6,7-2 73,14-5-83,0 0 1,0 2-1,1 1 1,0 1-1,0 0 1,1 2-1,-1 1 0,1 1 1,-1 1-1,6 1 10,65-5 14,897-84-494,-758 64 420,211-52 60,-373 61 4,1 2-1,0 3 0,1 4 1,-1 3-1,1 3 0,34 6-3,85 22 862,-170-29-764,1 0-1,-1-1 1,0-1 0,0-1 0,0-1-1,0-1 1,-1-1 0,0-1 0,0 0-1,5-5-97,41-14 26,-60 13-5,-1 0 0,0 0 0,-1-1 0,-1 1 0,0-1 0,0 0 0,-2 0 0,0-1 0,-1 1 0,0 0 0,-2-1 0,1 1 0,-4-15-21,3 15 3,-3-16-171,-2 0 0,-2 0-1,-1 1 1,-1 0 0,-1 0 0,-2 1 0,-15-25 168,-1-7-210,26 55 199,-9-15-21,1-1-1,1 0 0,1-1 1,1-1-1,1 1 0,1-1 1,0 0-1,2 0 1,1-1-1,2 1 0,0-1 1,1 1-1,2-11 33,64-76 382,-42 102-9870,-5-2 1831</inkml:trace>
  <inkml:trace contextRef="#ctx0" brushRef="#br0" timeOffset="-79703.045">12704 141 10162,'0'0'3082,"0"0"502,0 0-2321,0 0-1037,0 0 12,-15 28 396,-104 188 997,-122 164-1557,239-378-1135,1-2-2694,1-2-1617</inkml:trace>
  <inkml:trace contextRef="#ctx0" brushRef="#br0" timeOffset="-79432.988">12331 249 6385,'0'0'3273,"0"0"-984,0 0-137,52 138-648,-22-93-255,-1-1-409,6-2-224,-1-2-440,1-4 64,0-3-240,-1 1 0,3-5-16,3-5 80,2 1-248,20-8-688,-8-6-2289,-12-6-2992</inkml:trace>
  <inkml:trace contextRef="#ctx0" brushRef="#br0" timeOffset="-79148.22">13248 547 9706,'0'0'4105,"0"0"-2033,0 0-1239,0 0-777,0 0 584,0 0 64,160 0-336,-120 3-304,0 1-24,-3-2 8,-8 3-96,-2-1 48,-9-2-1000,-11 3-3385,-7-5-4697</inkml:trace>
  <inkml:trace contextRef="#ctx0" brushRef="#br0" timeOffset="-78892.325">13248 734 7930,'0'0'976,"0"0"3137,0 0-2985,0 0-440,0 0 768,0 0-471,0 0 15,133 5-344,-98-5 168,-3 0-648,-5 0-128,0 2-48,1 2-96,-11 1-1040,-2-3-5105</inkml:trace>
  <inkml:trace contextRef="#ctx0" brushRef="#br0" timeOffset="-78269.115">14095 674 6409,'0'0'5359,"0"0"-3065,0 0-1617,0 0-477,0 0 172,0 0 232,13-13-217,4-4-298,6-4 41,-1-1 0,-1-1 0,-1-1 0,-1-1 0,-1 0-1,-1-1 1,-1-1 0,0-6-130,5-33 3317,-21 66-3098,0 0-90,0 15 159,59 373 3606,-10-283-3938,-19-142-14608,-22 10 5783</inkml:trace>
  <inkml:trace contextRef="#ctx0" brushRef="#br0" timeOffset="-76095.69">14708 1 6041,'0'0'7403,"0"0"-4622,0 0-2042,0 0-391,0 0 688,-22 3 55,-179 25 1135,-542-13-722,-453-8-1244,713 39-836,341-54-119,139 11 682,0 0-1,0 0 1,0 0-1,0 1 1,1-1-1,0 1 1,-1 0-1,1 0 1,1 0-1,-1 0 1,0 0-1,1 0 1,0 0-1,0 0 1,0 0-1,1 1 1,-1-1 0,1 0-1,0 1 1,0-1-1,1 2 14,-2 6 63,-20 565 1575,-11-109-995,32-468-667,0 0 54,0 0-48,0 0 14,453-17-1455,-22-10 1548,110 20-89,-140 5 157,-15-21 466,226-47-623,-162 52 783,-447 19-769,0 0-1,0-1 1,-1 1-1,1-1 1,0 0 0,0 0-1,0 0 1,0 0 0,0 0-1,0-1 1,-1 1 0,1-1-1,0 0 1,0 1 0,-1-1-1,1-1 1,0 1 0,-1 0-1,1-1 1,-1 1-1,1-1 1,-1 0 0,0 0-1,0 0 1,0 0 0,0 0-1,0 0 1,0 0 0,-1-1-1,1 1 1,-1-1 0,1 1-1,-1-1 1,0 1-1,0-1 1,0 0 0,-1 0-1,1 0 1,-1 1 0,1-1-1,-1 0 1,0 0 0,0 0-14,0-12-10,-1 1 1,-1-1-1,0 1 0,-1-1 1,0 1-1,-1 0 1,-1 0-1,0 1 1,-1-1-1,-1 1 1,0 0-1,-3-3 10,-7-10-144,1-2 0,2 0 0,0 0 0,2-1 0,1-1 1,1 0-1,2 0 0,1-1 0,1 0 0,2 0 0,0-10 144,14-307 1712,-10 348-1600,0 0-48,0 0-32,0 0-48,0 0 47,-55-46 433,48 45-1018,0 1-1,-1 0 1,1 0-1,0 1 0,-1 0 1,1 0-1,0 0 1,0 1-1,0 0 1,0 1-1,0 0 1,0 0-1,1 0 0,-1 1 1,-1 1 554,-39 16-4962,-37 2-2472,53-18 5873</inkml:trace>
  <inkml:trace contextRef="#ctx0" brushRef="#br0" timeOffset="-33762.91">5 2575 104,'0'0'5285,"0"0"-3336,0 0 462,0 0-27,0 0-763,-1 4-361,-2 12-473,2-12-87,1-4-69,0 0-59,0 0-245,0 0-50,5-9-69,134-86 327,-103 76-529,2 2 0,0 2 0,1 2 0,0 1 1,1 2-1,0 1 0,1 3 0,0 1 0,0 2 0,0 2 1,33 3-7,-40-3-20,-31 1 16,3-1-1,1 0-1,-1 0 0,0 0 0,1 1 1,-1 0-1,1 1 0,-1-1 1,0 1-1,1 1 0,-1-1 1,0 1-1,0 0 0,0 0 1,0 1-1,0 0 0,0 0 1,-1 0-1,0 0 0,1 1 0,-1 0 1,0 0-1,-1 1 0,1-1 1,1 3 5,16 20-105,-1 5 317,2-2-1,2 0 0,0-2 0,2-1 0,1-1 0,1-1 0,1-1 1,2-2-1,0-1 0,1-2 0,0-1 0,2-2 0,15 5-211,-15-13 17,1-1-1,0-2 0,0-2 1,0-1-1,1-2 1,-1-1-1,0-2 0,0-2 1,0-1-1,0-2 1,-1-1-1,-1-2 0,0-1 1,0-2-1,-1-1 1,-1-1-1,24-17-16,206-135 47,-190 116-34,2 3 0,2 4 1,3 3-1,0 4 0,57-19-13,-106 48-4,1 1 0,0 2 0,0 1 0,0 1-1,0 1 1,1 2 0,-1 2 0,1 0 0,-1 2-1,0 2 1,0 1 0,0 1 0,-1 1 0,28 12 4,130 66-3,-120-51 2,1-3 0,2-4-1,2-2 1,0-4-1,51 9 2,-29-19 28,0-5 0,1-3 0,0-4 0,47-9-28,-27-8-4,-2-5 0,-1-5 0,-1-5 1,8-8 3,292-75-77,-100 43 147,207-82-70,-466 135-3,0 3 0,1 2 1,0 3-1,1 2 0,0 2 1,1 3-1,46 2 3,100 74-37,-129-48 53,2-4 0,0-3 1,0-4-1,35 1-16,207 44-1,-104 16-48,-160-51 37,1-3-1,1-3 1,0-2 0,1-2-1,1-3 1,16 0 12,-38-8 2,1-2 0,-1-1-1,0-2 1,0-1 0,0-2 0,-1-1-1,0-2 1,0-1 0,9-5-2,502-283 48,-526 289-49,0 0 0,1 1 1,0 0-1,0 2 0,0 0 0,1 2 0,0 0 0,0 1 0,0 1 1,0 2-1,0 0 0,0 0 0,0 2 0,0 1 0,0 1 1,0 0-1,-1 2 0,1 0 0,12 7 1,165 116-2,-161-100-6,2-1-1,1-2 0,1-2 0,1-2 1,37 14 8,-23-21 9,1-2 1,0-3 0,0-2-1,1-2 1,-1-3 0,1-3-1,0-2 1,27-6-10,757-164-160,-534 150 333,263 17-173,-315 7-26,-151-9-40,1-6 0,-2-3 0,0-6 0,-2-4 0,0-4-1,1-6 67,209-55-25,-278 82 50,1 3 0,-1 1 0,1 1-1,-1 2 1,1 1 0,0 2 0,0 1 0,0 2 0,-1 2-1,0 1 1,0 1 0,-1 2 0,0 1 0,0 2-1,2 3-24,45 23 34,2-3-1,1-3 0,2-4 1,1-4-1,30 2-33,-11-13-22,-1-4 1,1-6-1,0-3 0,55-10 22,-60-9 11,-1-4 0,-1-4 0,-1-5 0,-2-4 0,-2-3 0,-1-5 0,9-10-11,-69 37 5,121-60 9,-39 17 21,3 6 1,3 4 0,13 1-36,-92 38 27,0 1 0,0 3 0,1 1 0,0 1 0,-1 3-1,14 2-26,-34 2 92,0 1 0,0 1-1,0 1 1,-1 0 0,0 2 0,0 0-1,-1 2 1,0 0 0,0 1-1,13 11-91,53 26 285,-48-30-273,1-1 0,0-2 1,1-2-1,1-2 0,0-1 0,0-2 0,1-2 0,0-2 1,0-1-1,0-2 0,0-2 0,0-2 0,0-2 1,0-1-1,9-4-12,486-131 202,-378 157-241,-124-7 37,218 0-335,-238-40-3607,-17 4-1605,-8-1-60</inkml:trace>
  <inkml:trace contextRef="#ctx0" brushRef="#br0" timeOffset="-10370.362">1703 3553 6913,'0'0'877,"0"0"1686,0 0-355,0 0-1105,0 0-789,16 9 909,228-2 878,-210-1-3040,18 0-9469,-40-8 6261</inkml:trace>
  <inkml:trace contextRef="#ctx0" brushRef="#br0" timeOffset="-12112.602">568 3466 2617,'0'0'2740,"0"0"-1512,0 0-928,0 0 626,0 0 2356,0 0-1214,10-10-859,30-30-193,-30 31 2305,-14 22-3397,4-12 213,-159 237 8,-38 81-261,193-314-2605,13-35-48,-3 11-693,4-16-5839</inkml:trace>
  <inkml:trace contextRef="#ctx0" brushRef="#br0" timeOffset="-11789.515">297 3457 6057,'0'0'5140,"0"0"-2859,0 0-1355,0 0-403,0 0 261,7 23 365,13 42-565,4-2 1,2 0-1,3-1 0,22 32-584,55 40-910,-99-116-2319,-6-13-6423,-1-5 8871</inkml:trace>
  <inkml:trace contextRef="#ctx0" brushRef="#br0" timeOffset="-11421.383">828 3670 5209,'0'0'1308,"0"0"79,0 0 2394,0 0-1470,0 0-1488,0 0-447,6 0 178,258-10 3203,-194 9-6563,-69 1-949,-1 0-716</inkml:trace>
  <inkml:trace contextRef="#ctx0" brushRef="#br0" timeOffset="-11136.693">887 3833 6281,'0'0'2994,"0"0"-611,0 0-905,0 0-195,0 0-13,0 0-329,16 1-361,120 24-444,-9-4-1158,-41-25-6281,-50-1 2603</inkml:trace>
  <inkml:trace contextRef="#ctx0" brushRef="#br0" timeOffset="-9633.845">2320 3204 5961,'0'0'958,"0"0"-230,0 0 1286,0 0-562,0 0-460,0 0-338,0-6 66,1-3 626,-2 63 431,-8 288 1651,16-315-4180,-2-45-2263,-7-4 2567,0 18 436,1-1 1,0 1-1,0 0 0,0-1 0,1 1 1,-1-1-1,1 1 0,0 0 0,1-1 0,-1 1 1,1-1-1,0 1 0,0 0 0,0-1 0,0 1 1,1 0-1,0 0 0,-1 0 0,2 0 1,-1 0-1,0 1 0,1-1 0,0 1 0,0-1 1,0 1-1,0 0 0,0 0 0,1 0 1,-1 1-1,1-1 0,0 1 12,4-1 11,0 0-1,0 1 1,0 1 0,0-1-1,0 1 1,0 0 0,1 1 0,-1 0-1,0 1 1,0-1 0,0 1-1,1 1 1,-1 0 0,0 0-1,0 1 1,-1-1 0,1 2 0,-1-1-1,1 1 1,-1 0 0,0 1-1,-1-1 1,1 2 0,-1-1-1,0 1 1,0-1 0,0 2 0,-1-1-1,0 0 1,0 1 0,-1 0-1,0 0 1,0 1 0,-1-1-1,1 1 1,-2 0 0,1 0 0,-1 0-1,0 0 1,-1 0 0,0 0-1,0 0 1,-1 1 0,0-1-1,-1 5-10,-2-9 13,-1 0 0,1 0-1,-1 0 1,0 0-1,0-1 1,-1 1-1,1-1 1,-1 0-1,0-1 1,1 1 0,-1-1-1,0 0 1,0 0-1,-1 0 1,1-1-1,0 0 1,-1 0-1,1 0 1,0-1 0,-1 1-1,1-1 1,-1-1-1,1 1 1,-1-1-1,1 0 1,-2 0-13,-3 1 39,4 0 3,-1 0-1,0 1 1,1-2 0,-1 1 0,1-1 0,0 0-1,-1 0 1,1-1 0,0 0 0,0 0-1,-1-1 1,2 1 0,-1-1 0,0 0 0,1-1-1,-1 0 1,1 1 0,-3-4-42,4-19-3229,12 21-1581</inkml:trace>
  <inkml:trace contextRef="#ctx0" brushRef="#br0" timeOffset="-9088.881">3129 3124 728,'0'0'4722,"0"0"-3321,0 0-692,0 0 1597,0 0-710,0-11-529,2-46 1175,0 85 1436,-4 34-2371,0-8-533,-1 9 49,1-46-741,1 1 1,0 0-1,1 0 1,1 0-1,0-1 0,2 1 1,0-1-1,1 1 1,1-1-1,0 0 0,2 1-82,0-8 384,-3-6-2277,-3-1-6470,-1-12 3738</inkml:trace>
  <inkml:trace contextRef="#ctx0" brushRef="#br0" timeOffset="-8834.313">2941 3317 7642,'0'0'0,"0"0"0,0 0 2864,0 0-1511,0 0-857,0 0 240,136 18 8,-89-18-32,-3 0-192,3 0-456,-7-2-128,-8 2-696,-10 0-1584,-12 0-1553,-8 0 1888</inkml:trace>
  <inkml:trace contextRef="#ctx0" brushRef="#br0" timeOffset="-8485.377">2901 3713 7154,'0'0'609,"0"0"1238,0 0-381,0 0-767,0 0-225,0 0 229,14 4 807,8 2-1125,1-1 0,0-1 1,0-2-1,0 0 0,0-1 0,0-1 1,0-1-1,9-3-385,153-12 45,-162 22-2903,-10 2-1944,-1-1-3495</inkml:trace>
  <inkml:trace contextRef="#ctx0" brushRef="#br0" timeOffset="-6971.112">3783 3277 6041,'0'0'684,"0"0"309,0 0 1926,0 0-1277,0 0-952,0 0-159,1 20 855,49 266 2923,-48-273-4273,1 0 1,0 0 0,2 0-1,-1-1 1,1 1 0,1-1-1,0 0 1,1-1 0,0 1 0,1-1-1,0-1 1,1 0 0,0 0-1,0 0 1,1-1 0,1-1-1,-1 0 1,1 0 0,0-1-1,1 0 1,0-1 0,0-1-1,0 0 1,1 0 0,0-1-1,7 1-36,-16-8-73,1 1 0,-1-1 0,0 0 0,0-1-1,-1 1 1,1-1 0,-1 1 0,0-1 0,0 0 0,0-1-1,0 1 1,-1 0 0,1-1 0,-1 1 0,0-1 0,-1 0-1,1 0 1,-1 0 0,0 1 0,0-1 0,0 0 0,-1-1-1,0 1 1,0 0 0,0 0 0,-1 0 0,1 0 0,-1 0 0,-1-2 73,-39-256-965,26 200 955,-31-317 1189,46 380-1166,-1-1 0,1 1 0,-1-1 0,1 1 0,0-1 0,-1 0 0,1 1 0,0-1 0,0 0 0,-1 1 1,1-1-1,0 0 0,0 1 0,0-1 0,0 0 0,0 1 0,0-1 0,0 0 0,0 0 0,0 1 0,0-1 0,0 0 1,0 1-1,1-1 0,-1 0 0,0 1 0,0-1 0,1 0 0,-1 1 0,1-1 0,-1 1 0,0-1 0,1 1 1,-1-1-1,1 1 0,-1-1 0,1 1 0,-1-1 0,1 1 0,0 0 0,-1-1 0,1 1 0,-1 0 0,1-1 1,0 1-1,-1 0 0,1 0 0,0 0 0,0-1 0,-1 1 0,1 0 0,0 0 0,-1 0 0,1 0 0,0 0 0,-1 0 1,1 1-1,0-1 0,-1 0 0,1 0 0,0 0 0,-1 1 0,1-1-13,16 1 33,457-19 1009,467 4 1283,-346-28-2126,-147 4 83,-329 38-681,-152-4-4080,-7-5-3889,-4-2-954</inkml:trace>
  <inkml:trace contextRef="#ctx0" brushRef="#br0" timeOffset="-5850.208">4409 3181 7058,'0'0'77,"0"0"687,0 0 2165,0 0-1829,0 0-811,-1 7-141,-8 403 5767,8-408-5910,1 1 0,-1 0 0,1-1 0,0 1 0,0 0 0,0-1 0,1 1 0,-1 0 0,1-1 0,-1 1 0,1-1 0,0 1 0,0-1 0,0 1 0,0-1 0,0 0 0,1 1 0,-1-1 0,1 0 0,-1 0 0,1 0 0,0 0 0,0 0 0,0 0 0,0-1 0,0 1 0,0-1 0,1 1-5,-3-2 19,0-8-50,-1 1 1,1-1-1,1 0 1,-1 1 0,2-1-1,-1 0 1,1 1 0,0 0-1,0-1 1,1 1-1,0 0 1,0 0 0,0 0-1,1 1 1,0-1-1,1 1 1,0 0 0,-1 0-1,2 0 1,-1 1 0,1 0-1,0 0 1,0 0-1,0 1 1,1 0 0,-1 0-1,1 0 1,0 1-1,0 0 1,0 1 0,1-1-1,-1 2 1,1-1-1,-1 1 1,1 0 0,-1 0-1,2 1 31,-2 4-4,0 0 1,0 1-1,-1 0 0,1 1 0,-1-1 0,-1 1 0,1 0 0,-1 1 0,0-1 1,0 1-1,-1 0 0,0 0 0,0 1 0,-1-1 0,0 1 0,0 0 0,-1 0 1,0 0-1,0 0 0,-1 0 0,0 0 0,0 4 4,-1-8 1,2-1 9,-1-1 0,0 1 1,0 0-1,-1-1 0,1 1 0,0 0 0,-1 0 0,1-1 0,-1 1 0,0 0 0,0 0 1,0 0-1,-1-1 0,1 1 0,-1 0 0,1 0 0,-1-1 0,0 1 0,0 0 1,0-1-1,0 1 0,-1-1 0,1 1 0,-1-1 0,1 0 0,-1 0 0,0 1 1,0-1-1,0 0 0,0 0 0,0-1 0,0 1 0,-1 0 0,1-1 0,0 0 0,-1 1 1,0-1-1,1 0 0,-1 0 0,1 0 0,-3 0-10,-7-1-4,-1-1 0,1 0 0,0 0 0,0-1 0,0-1 0,0 0 0,0 0 0,1-1 0,0-1 0,-1 0 0,2-1 0,-1 0 0,1 0 0,0-1 0,0 0 0,0-1 0,1 0 0,1-1 0,-1 0 0,1 0 4,1-1-1033,19 5-8556,-7 5 9662,16 0-2704</inkml:trace>
  <inkml:trace contextRef="#ctx0" brushRef="#br0" timeOffset="-5265.73">4584 3248 7322,'0'0'2028,"0"0"-636,0 0-614,0 0-271,-2-5 121,1 3-557,1 0 1,0 1-1,-1-1 0,1 0 1,0 0-1,0 0 1,0 0-1,0 1 1,0-1-1,1 0 1,-1 0-1,1 0 0,-1 1 1,1-1-1,-1 0 1,1 1-1,0-1 1,0 0-1,0 1 1,0-1-1,0 1 0,0-1 1,0 1-1,1 0 1,-1-1-1,0 1 1,1 0-1,-1 0 1,1 0-1,-1 0 0,1 0 1,0 0-1,-1 1 1,1-1-1,0 0 1,-1 1-1,1-1 1,0 1-1,0 0 0,0 0 1,0 0-1,1 0-71,83-16 1630,-84 19-1600,1-1 1,-1 1-1,0 0 0,0 0 1,0 1-1,0-1 0,0 0 1,-1 1-1,1-1 0,-1 1 1,0-1-1,0 1 0,0 0 1,-1-1-1,1 1 0,-1 0 1,0 0-1,0-1 0,0 1 1,-1 0-1,1-1 0,-2 4-30,2-1 67,-29 70 270,12-52-284,16-23-48,0 0 0,0 1-1,0-1 1,0 0-1,0 1 1,1-1 0,-1 0-1,0 1 1,1-1 0,-1 1-1,1-1 1,-1 1 0,1-1-1,0 1 1,0-1-1,0 1 1,0 0 0,0-1-1,0 1 1,0-1 0,0 1-1,0-1 1,1 1 0,-1-1-1,1 1 1,-1-1-1,1 1 1,0-1 0,-1 1-1,1-1 1,0 0 0,0 0-1,0 1 1,0-1 0,0 0-1,0 0 1,0 0-1,1 0 1,-1 0 0,0 0-1,0 0 1,1-1 0,-1 1-1,1 0 1,-1-1 0,1 1-1,-1-1 1,1 1-1,-1-1 1,1 0 0,-1 0-1,1 1-4,89 6 376,-84-7-343,73-8-52,-70 8-10841,-8 0 8505</inkml:trace>
  <inkml:trace contextRef="#ctx0" brushRef="#br0" timeOffset="-4932.055">5036 3599 6065,'0'0'5337,"0"0"-2280,0 0-1407,0 0-915,0 0 107,0 0 44,-1 0-191,128 0 975,-70 0-9029,-57 0 2919</inkml:trace>
  <inkml:trace contextRef="#ctx0" brushRef="#br0" timeOffset="-4514.634">5434 3293 5841,'0'0'5864,"0"0"-3553,0 0-1486,0 0-420,0 0 890,-2 19 135,-42 225 218,41-190-1695,26-54 149,153-50-110,-80 43-2972,-92 11 2461,-9 8-11252,0-22 11384</inkml:trace>
  <inkml:trace contextRef="#ctx0" brushRef="#br0" timeOffset="-4235.763">5553 3310 6185,'0'0'1478,"0"0"2383,0 0-2065,0 0-633,0 0 253,-3 19 38,-24 368 2223,27-386-3679,2 10-1799,6-11-4179,-3-4 1719</inkml:trace>
  <inkml:trace contextRef="#ctx0" brushRef="#br0" timeOffset="-3556.07">5775 3419 720,'0'0'6051,"0"0"844,0 0-4535,0 0-2039,0 0-199,0 0-18,4 13 295,5 19 46,-7-19-334,0 0 1,2 0-1,-1-1 0,2 1 0,0-1 1,0 0-1,1 0 0,0 0 1,1-1-1,1 0 0,8 10-111,-14-20 73,1 1 1,0 0-1,0-1 0,0 1 0,1-1 0,-1 0 0,0 0 0,0-1 0,1 1 0,-1 0 1,0-1-1,1 0 0,-1 0 0,0 0 0,1 0 0,-1-1 0,0 1 0,1-1 1,-1 0-1,0 0 0,0 0 0,1 0 0,-1-1 0,0 1 0,0-1 0,-1 0 0,1 1 1,0-1-1,-1-1 0,1 1 0,-1 0 0,1-1 0,-1 1 0,0-1 0,0 0 0,0 1 1,-1-1-1,1 0 0,-1 0 0,2-3-73,3-7-18,0 1 0,0-1 0,-2 0 0,1-1 0,-2 1 0,0-1 1,0 0-1,-1 0 0,-1 0 0,-1 0 0,0 0 0,0 0 0,-1 0 0,-2-4 18,1 16-13,-1-1 0,0 0 0,0 1 0,0 0-1,0-1 1,0 1 0,0 1 0,-1-1 0,1 0 0,0 1-1,-1-1 1,0 1 0,1 0 0,-1 1 0,0-1 0,1 0-1,-1 1 1,0 0 0,0 0 0,1 0 0,-1 0-1,0 1 1,0-1 0,1 1 0,-1 0 0,1 0 0,-1 1-1,0-1 1,1 1 0,0-1 0,-1 1 0,1 0 0,0 0-1,0 1 1,0-1 0,1 1 0,-1-1 0,0 1 0,1 0-1,-2 2 14,-2 1-92,1 0-1,-1 0 0,1 0 0,0 1 1,1 0-1,0 0 0,0 0 0,0 1 0,1-1 1,0 1-1,0 0 0,1 0 0,0 0 0,1 0 1,0 0-1,0 0 0,0 0 0,1 0 1,0 1-1,1-1 0,0 2 93,2-7-451,1 0-1,-1-1 1,0 1-1,1-1 1,0 0-1,0 0 1,-1 0 0,1 0-1,0 0 1,0-1-1,1 0 1,-1 0-1,0 0 1,0 0 0,1-1-1,-1 0 1,0 0-1,1 0 1,-1 0-1,0 0 1,0-1 0,1 0-1,-1 0 1,0 0-1,0-1 1,0 1-1,0-1 1,0 0 0,0 0-1,-1 0 452,61-69-983,-43-22 6319,-21 92-3247,0 15 480,-1 25-173,12 104 2216,-10-139-4557,0 1 0,1-1 0,0 0 1,0 1-1,0-1 0,0 0 1,1 0-1,0 0 0,0-1 0,0 1 1,0-1-1,0 1 0,1-1 1,-1 0-1,1 0 0,0-1 0,0 1 1,0-1-1,0 0 0,0 0 1,1 0-1,-1 0 0,1-1 0,-1 0 1,1 0-1,0 0 0,-1-1 1,4 1-56,65-16-1847,-20-76-9985,-43 53 6848</inkml:trace>
  <inkml:trace contextRef="#ctx0" brushRef="#br0" timeOffset="-3101.459">6413 3304 5961,'0'0'7132,"0"0"-4204,0 0-1852,0 0-156,0 0 246,0 0 197,4-3-719,7-2-433,-8 5-190,-1-1 1,1 0-1,-1 0 0,1 0 0,-1 0 0,0-1 0,0 1 0,0 0 0,1-1 0,-1 0 0,0 0 0,-1 1 0,1-1 0,0 0 0,-1 0 0,1-1 0,-1 1 0,1 0 0,-1 0 0,0-1 0,0 1 0,0-1 0,0 1 0,-1-1 0,1 1 0,-1-1 0,1 1 0,-1-2-21,0 2-30,1-1 0,-1 1-1,0 0 1,0 0 0,0-1 0,0 1 0,0 0-1,0 0 1,-1-1 0,1 1 0,-1 0-1,0 0 1,1 0 0,-1 0 0,0 0 0,0 0-1,0 0 1,-1 0 0,1 0 0,0 0-1,-1 0 1,1 1 0,-1-1 0,0 1 0,1-1-1,-1 1 1,0 0 0,0-1 0,0 1-1,0 0 1,0 0 0,0 1 0,0-1 0,0 0-1,0 1 1,-1-1 0,1 1 0,0-1-1,0 1 1,-1 0 0,1 0 0,0 0 0,0 1-1,-1-1 1,1 0 0,0 1 0,0-1-1,0 1 1,-1 0 0,1 0 30,-8 2 35,1 1 0,-1 0-1,1 1 1,-1 0 0,1 0 0,1 1 0,-1 0 0,1 0-1,0 1 1,1 0 0,-1 1 0,1 0 0,1 0-1,0 0 1,0 1 0,0 0 0,1 0 0,0 0 0,1 1-1,0 0 1,1 0 0,0 0 0,0 0 0,1 0-1,1 0 1,-1 1 0,2-1 0,-1 5-35,0-8 54,0 0 0,1 0 0,0 0 0,0-1 1,0 1-1,0 0 0,1 0 0,0-1 0,1 1 0,0 0 0,0-1 0,0 0 1,1 1-1,-1-1 0,2 0 0,-1 0 0,1 0 0,0-1 0,0 1 0,0-1 1,1 0-1,-1 0 0,1-1 0,1 1 0,-1-1 0,1 0 0,-1-1 0,1 1 0,0-1 1,0 0-1,1-1 0,-1 1 0,1-1 0,-1-1 0,1 1 0,1-1-54,11 2 187,0-1-1,-1-2 1,1 0 0,0 0-1,0-2 1,0 0-1,-1-2 1,1 0-1,-1 0 1,0-2-1,0-1 1,-1 0-1,0-1 1,0 0 0,0-2-1,-1 0 1,3-4-187,-19 14-78,0 0 1,-1 0 0,1 0-1,0-1 1,-1 1-1,1 0 1,0 0 0,-1-1-1,1 1 1,0 0 0,0 0-1,-1-1 1,1 1-1,0 0 1,0-1 0,0 1-1,-1 0 1,1-1-1,0 1 1,0 0 0,0-1-1,0 1 1,0 0 0,0-1-1,0 1 1,0 0-1,0-1 1,0 1 0,0-1-1,0 1 1,0 0 0,0-1-1,0 1 1,0 0-1,0-1 78,-39 12-3774,-7 8-2385,2 1 37</inkml:trace>
  <inkml:trace contextRef="#ctx0" brushRef="#br0" timeOffset="-915.561">1888 3935 992,'0'0'4142,"0"0"-2657,0 0-1139,0 0-237,0 0-55,-9-2 13,3 1 315,-45-11-959,21-7 5102,31 10 607,43 23-5249,-19-6 127,-1-2 1,2 0 0,-1-1 0,0-2-1,1-1 1,0-1 0,0 0 0,-1-3-1,2 0-10,75 2 34,437 78-127,356-77 90,-352-62 395,-109 31-6,-92 8 1143,335-65-1529,-462 54 451,0 10 0,12 10-451,111-12 944,-268 14 2209,-70 11-2965,0 0-100,0 0-69,0 0 50,-18-4-1215,-74-12-16397,74 10 15629</inkml:trace>
  <inkml:trace contextRef="#ctx0" brushRef="#br0" timeOffset="3444.239">7384 3526 5601,'0'0'1794,"0"0"1596,0 0-1802,0 0-639,0 0-96,0 0 63,78 0 2782,194-22 318,-195 13-5718,-78 7-4746,-5 2 1059</inkml:trace>
  <inkml:trace contextRef="#ctx0" brushRef="#br0" timeOffset="3771.412">7453 3737 6313,'0'0'1319,"0"0"1806,0 0-1183,0 0-1066,0 0-464,0 0 117,7 3 73,29 6-458,1-2 0,0-2 0,1 0 0,-1-3 0,1-1 0,-1-2 0,4-2-144,15 1 7,141-31-2985,-150 18-1687</inkml:trace>
  <inkml:trace contextRef="#ctx0" brushRef="#br0" timeOffset="6302.318">8580 3342 6057,'0'0'744,"0"0"62,0 0 1617,0 0-820,23 1-628,192 19 3503,-188-12-4061,20 3-3266,-40-14-508,3-8-2731</inkml:trace>
  <inkml:trace contextRef="#ctx0" brushRef="#br0" timeOffset="6844.392">9252 3295 4729,'0'0'2535,"0"0"2698,0 0-2839,0 0-1755,0 0-303,0 0 252,12-13 18,7-6-529,-2 0 0,0-1 0,-2-1 0,0-1 0,-1 0 1,-1-1-1,3-9-77,4-61 2018,-20 92-1566,0 11-40,0 38-276,-3-25 40,2 1 0,1 0 1,0 0-1,2 0 0,1 0 0,1-1 1,0 1-1,2-1 0,1 0 0,1-1 0,1 1 1,1-2-1,8 15-176,39-35-5496,12-46-4059,-37 20 5218</inkml:trace>
  <inkml:trace contextRef="#ctx0" brushRef="#br0" timeOffset="7349.738">10221 2792 6001,'0'0'1010,"0"0"753,0 0 513,0 0-1214,0 0-635,0 0 541,0 18 752,17 352 4080,-16-363-6269,12 59 1542,-3-49-3075,5-10-3444,-14-7-623</inkml:trace>
  <inkml:trace contextRef="#ctx0" brushRef="#br0" timeOffset="7612.718">10001 3088 4441,'0'0'2032,"0"0"2281,0 0-2896,0 0-521,0 0-144,0 0 184,128-33-296,-83 31-192,4 2-272,1 0-168,-3 0-8,-5 0-72,-5 0-712,-10 0-992,-10 2-1305,-7 0-1536,-8 0 3265</inkml:trace>
  <inkml:trace contextRef="#ctx0" brushRef="#br0" timeOffset="8010.625">10060 3453 7586,'0'0'2087,"0"0"1756,0 0-1720,0 0-1089,0 0-263,0 0 129,20 0-305,359 8-1567,-324-3-2853,-20-5-3926,-20-2 2736</inkml:trace>
  <inkml:trace contextRef="#ctx0" brushRef="#br0" timeOffset="9879.564">10972 3168 7058,'0'0'849,"0"0"2542,0 0-1618,0 0-145,4 24 118,2 15-1054,3 0 1,1 0 0,1-1-1,3-1 1,1 0-1,7 11-692,-17-37 28,-1-1-1,1-1 0,1 1 0,0-1 0,0 0 0,1 0 1,0-1-1,0 1 0,1-2 0,0 1 0,0-1 0,1 0 0,0-1 1,1 0-1,-1-1 0,1 1 0,0-2 0,0 0 0,0 0 1,1 0-1,-1-2 0,2 1-27,4-49-674,-34-294-1476,-3 97 2211,32-143 319,-10 314 1500,34 72-1595,249 40-51,13-22-87,273-18-147,-40-27 162,136-42 477,-91 3-538,208-26-87,-576 90 31,-126 4 266,0-4 0,0-3 0,0-4 0,16-6-311,117-20 719,-163 30-776,-51 5-19,0 0 16,35 67 93,-9-53-13,-18-32-5150,-8 2-2667,0-2 1020</inkml:trace>
  <inkml:trace contextRef="#ctx0" brushRef="#br0" timeOffset="11147.561">11595 3270 5753,'0'0'1020,"0"0"-662,0 0 193,0 0 1813,0 0-377,0 0-1156,6-7-580,2-2 46,-1-1 1,1 0-1,-2 0 1,1-1-1,-2 0 1,1 0-1,-2 0 1,1-1-1,-1 0 1,-1 0-1,0 0 1,-1 0-1,0-2-297,-2 6 227,2-6 1165,-4 64-1056,5 281 2969,1-316-3394,3 14-57,-9-17-5763,-1-12-135,0-6 2437,2-7 1329</inkml:trace>
  <inkml:trace contextRef="#ctx0" brushRef="#br0" timeOffset="11665.212">11837 2890 6145,'0'0'732,"0"0"-385,0 0 489,0 0 2074,22-4-1423,184-29 2237,-205 32-3718,0 1 0,0 0 0,1-1 0,-1 1-1,0 0 1,0 0 0,0-1 0,0 1 0,0 0 0,0 0 0,0 0 0,1 0 0,-1 1 0,0-1 0,0 0 0,0 0 0,0 1 0,0-1 0,0 0-1,0 1 1,0-1 0,0 1 0,0 0 0,0-1 0,0 1 0,0 0 0,0-1 0,-1 1 0,1 0 0,0 0 0,-1 0 0,1 0 0,0 0-1,-1 0 1,1 0 0,-1 0 0,1 0 0,-1 0 0,0 0 0,1 0 0,-1 0 0,0 0 0,0 0 0,0 0 0,0 0 0,0 1 0,0-1 0,0 0-1,0 0 1,0 0 0,0 0 0,-1 0 0,1 0 0,0 0 0,-1 0 0,1 0 0,-1 0 0,1 0 0,-1 0 0,0 0 0,0 0-6,-46 66 29,44-63-5,-194 207 1673,196-210-1673,-1 0 0,1-1 0,0 1 1,0 0-1,0 0 0,0 0 0,0 0 0,1 0 0,-1 1 0,0-1 0,0 0 0,1 0 0,-1 0 0,1 1 0,-1-1 1,1 0-1,-1 1 0,1-1 0,0 0 0,0 1 0,-1-1 0,1 1 0,0-1 0,0 0 0,1 1 0,-1-1 0,0 1 0,0-1 1,1 0-1,-1 1 0,0-1 0,1 0 0,0 0 0,-1 1 0,1-1 0,0 0 0,0 0 0,-1 0 0,1 0 0,0 0 0,0 0 1,0 0-1,0 0 0,0 0 0,1 0 0,-1 0 0,0-1 0,0 1 0,0 0 0,1-1 0,-1 1 0,1-1-24,82 6 1823,-64-7-1497,13-1-38,-1-1-1,0-2 1,0-1 0,-1-2 0,1-1-1,-1-1 1,-1-2 0,16-9-288,-121 85-15477,65-50 10879</inkml:trace>
  <inkml:trace contextRef="#ctx0" brushRef="#br0" timeOffset="12423.897">12736 3213 6161,'0'0'893,"0"0"319,0 0 1370,0 0-454,0 0-304,22 0-232,168-9 2255,-48 0-1281,-80 9-8838,-33-8-2122,-17-4 4872</inkml:trace>
  <inkml:trace contextRef="#ctx0" brushRef="#br0" timeOffset="12860.563">13512 2901 5433,'0'0'7539,"0"0"-5090,0 0-2004,0 0 16,0 0 596,0 0-94,10-2-291,-5 1-580,-4 0-63,0 1 0,1-1 0,-1 0 0,0 1 0,0-1 0,0 1 0,0 0 0,0-1 0,1 1 0,-1 0 0,0 0 0,0 0 0,1 0 0,-1 0 0,0 0 0,0 0 0,1 0-1,-1 0 1,0 0 0,0 1 0,0-1 0,0 1 0,1-1 0,-1 1 0,0-1 0,0 1 0,0-1 0,0 1 0,0 0 0,0 0 0,0 0 0,0-1 0,-1 1 0,1 0 0,0 0 0,0 0 0,-1 0 0,1 0 0,-1 1 0,1-1 0,-1 0 0,1 0-1,-1 0 1,1 0 0,-1 1 0,0-1 0,0 0 0,0 0 0,0 1 0,0-1 0,0 0 0,0 0 0,0 0 0,0 1-29,-49 206 1908,34-165-1846,17-41-113,-1 1-1,1-1 1,0 0 0,0 0 0,0 0 0,0 0 0,0 0-1,0-1 1,0 1 0,1 0 0,-1-1 0,1 0-1,-1 0 1,1 0 0,-1 0 0,1 0 0,0 0 0,-1-1-1,1 1 1,0-1 0,0 1 0,0-1 0,-1 0-1,1-1 1,0 1 0,0 0 0,-1-1 0,1 1-1,0-1 1,-1 0 0,1 0 0,0 0 0,-1 0 0,1 0-1,-1-1 1,0 1 0,1-1 0,0-1 51,24-1-89,137 0-169,-104 5-9111,-59-6 5847,-1-8 2427,0 13 613,0-20-2354</inkml:trace>
  <inkml:trace contextRef="#ctx0" brushRef="#br0" timeOffset="13128.986">13717 2817 6889,'0'0'1635,"0"0"2721,0 0-2370,-2 22-775,0 288 5098,50-4-4585,-42-298-3219,19-6-13256,-13-10 10008</inkml:trace>
  <inkml:trace contextRef="#ctx0" brushRef="#br0" timeOffset="14365.404">14177 3164 1384,'0'0'7355,"0"0"-1966,0 0-3684,0 0-1277,0 0 52,0 0 123,-5-3-293,4 3-297,-1 0 0,0-1 0,0 1 0,0 0 0,0 0 0,0 0 0,0 0 0,0 1 0,0-1 0,0 1 0,0-1 0,0 1 0,0-1 0,1 1 0,-1 0 0,0 0 0,0 0 0,1 0 0,-1 0 0,1 0 0,-1 0 0,1 1 0,-1-1 0,1 1 0,0-1 0,-1 1 0,1-1 0,0 1 0,0 0 0,0-1 0,0 1 0,1 0 0,-1 0 0,0 0 0,1 0 0,0 0 0,-1 0 0,1 0 0,0 0 0,0-1 0,0 1 0,0 0 0,0 0 0,0 0 0,1 0 0,-1 0-13,0-1 49,-1 0 1,1 1-1,-1-1 0,1 0 1,0 0-1,-1 0 0,1 0 1,0 1-1,0-1 0,0 0 1,0 0-1,0 1 0,0-1 1,0 0-1,0 0 0,1 0 1,-1 1-1,0-1 0,1 0 1,-1 0-1,1 0 0,-1 0 1,1 0-1,0 0 1,-1 0-1,1 0 0,0 0 1,0 0-1,0 0 0,-1 0 1,1-1-1,0 1 0,0 0 1,0-1-1,0 1 0,1 0 1,-1-1-1,0 1 0,0-1 1,0 0-1,0 1 0,0-1 1,1 0-1,-1 0 0,0 0 1,0 0-1,0 0 0,1 0 1,-1 0-1,0 0 0,0 0 1,1 0-1,-1-1 0,0 1 1,0-1-1,0 1-49,2-3 78,-1 0 0,0 0 0,0 0 0,0-1 1,0 1-1,0-1 0,-1 1 0,0-1 0,0 1 0,0-1 0,0 0 0,0 1 0,-1-1 0,1 0 0,-1 0 0,0 0 0,0 1 1,-1-1-1,1 0 0,-1 0 0,0 1 0,0-3-78,-21-6-864,-1 23-3860,21 4-165,2-1-2614</inkml:trace>
  <inkml:trace contextRef="#ctx0" brushRef="#br0" timeOffset="14864.292">14464 3175 5281,'0'0'1930,"0"0"1679,0 0-1790,0 0-888,0 0 97,0 0 385,4-9-458,22-37-463,-15 31-212,-2 0 0,0-1 0,-1-1-1,-1 1 1,0-1 0,-1-1 0,-1 1 0,0-1 0,-2 0 0,0 0-1,0-9-279,0 1 1397,3 38-999,7 44 41,10 394 2805,-12-402-3255,-10-48 63,-1-6-175,0-89-7408,0 61 420</inkml:trace>
  <inkml:trace contextRef="#ctx0" brushRef="#br0" timeOffset="15639.647">15168 2679 5129,'0'0'1050,"0"0"-548,0 0-288,0 0-77,0 0 602,0-20 2247,-1-59-1574,1 80-1326,-1-1-1,1 1 1,-1 0-1,1 0 1,-1 0-1,1-1 1,-1 1-1,1 0 1,-1-1-1,0 1 1,1 0-1,-1-1 1,0 1-1,0-1 1,1 1-1,-1-1 1,0 0-1,0 1 1,0-1-1,0 0 1,0 1-1,1-1 1,-1 0-1,0 0 1,0 0-1,0 0 0,0 0 1,0 0-1,0 0 1,0 0-1,0 0 1,0 0-1,1-1 1,-1 1-1,0 0 1,0-1-1,0 1 1,0 0-1,1-1 1,-1 1-1,0-1 1,0 1-1,1-1 1,-1 0-1,0 1 1,1-1-1,-1 0 1,1 1-1,-1-1 1,0 0-1,1 0 1,0 0-1,-1 1 1,1-1-1,0 0 1,-1 0-1,1 0 1,0-1-86,-108 206 5226,91-165-4871,2 1-1,2 0 0,2 1 0,1 0 0,2 1 0,2 0 0,1 12-354,5-44 20,0 0-1,0 0 0,1 0 1,0 0-1,1-1 0,0 1 1,1 0-1,0-1 0,0 1 1,1-1-1,1 0 0,-1 0 1,1 0-1,1-1 0,-1 0 1,2 0-1,-1 0 0,1-1 1,0 0-1,0 0 0,1-1 1,0 0-1,0 0 0,1-1 1,-1 0-1,1 0 0,0-1 1,9 3-20,125 28-326,-83-39-3313,-28-26-5399,-27 8 5356</inkml:trace>
  <inkml:trace contextRef="#ctx0" brushRef="#br0" timeOffset="15908.811">15289 3117 2937,'0'0'11450,"0"0"-8553,0 0-2033,0 0-520,0 0 472,0 0 448,0 0-95,82-20-737,-31 9-200,4 0-144,-6 0-88,-4 0-1024,-13-1-1121,-7-12-2864,-11 2-1120,-9 2-153</inkml:trace>
  <inkml:trace contextRef="#ctx0" brushRef="#br0" timeOffset="16327.743">15746 2795 2665,'0'0'4067,"0"0"2062,0 0-3396,0 0-1910,0 0-580,0 0 185,17-4-28,53-11-171,-67 15-224,0 0 1,0 0-1,0 0 0,0 0 0,0 1 1,-1-1-1,1 1 0,0 0 0,0 0 1,-1 0-1,1 0 0,-1 0 0,1 1 1,-1-1-1,1 1 0,-1-1 1,0 1-1,0 0 0,0 0 0,0 0 1,0 0-1,0 1 0,0-1 0,-1 0 1,1 1-1,-1-1 0,0 1 0,1-1 1,-1 1-1,0 0 0,-1-1 0,1 1 1,0 0-1,-1 0 0,0 0 0,0-1 1,1 1-1,-2 0 0,1 0 1,0 0-1,0 0 0,-1 0 0,0-1 1,1 1-1,-1 0 0,0-1 0,-1 1 1,1 0-1,0-1 0,-1 0 0,1 1 1,-1-1-1,0 1-5,-63 73 316,59-71-276,0-1-1,0 1 0,0 1 0,0-1 0,1 1 0,0 0 1,0 0-1,1 1 0,-1-1 0,1 1 0,1 0 1,-1 0-1,1 0 0,1 1 0,-1-1 0,1 1 1,0 0-1,1-1 0,0 1 0,0 0-39,75 15 363,60-17-314,-79-10-6916,-37-2 2844,-5-3 2495</inkml:trace>
  <inkml:trace contextRef="#ctx0" brushRef="#br0" timeOffset="16665.579">15941 2597 1712,'0'0'10532,"0"0"-7238,0 0-2722,0 0-302,0 0 391,0 0 410,21 23-299,67 79-77,-67-76-407,-1 1 0,-1 1 0,-1 1 0,-2 0-1,-1 1 1,-1 1 0,-2 1 0,-1-1 0,0 6-288,-4-18 40,-1 0-1,-1 0 1,0 1-1,-2 0 1,0 0-1,-1 0 1,-1 0 0,-1 1-1,-1-1 1,-1 0-1,0 0 1,-2 0-1,0-1 1,-1 1 0,-4 6-40,-66 77-635,34-73-6584,35-29 1175</inkml:trace>
  <inkml:trace contextRef="#ctx0" brushRef="#br0" timeOffset="18725.013">9025 3762 7009,'0'0'717,"0"0"1527,0 0-82,0 0-619,0 0-100,0 0 56,1 0 1452,11-1-2405,79 0-480,-1 3 1,0 5-1,0 3 1,-1 4-1,0 5-66,187 24-19,-22-25-523,227-16 542,-231-4-170,132-13 187,78-24-17,155-10-53,568-19-142,-348 1 718,-481 62-204,-183 6-279,0-7 0,82-18-40,85 0 1808,-136 6-722,-178 2-2666,-23-19-8177,-5 27 6804,-11 1 736</inkml:trace>
  <inkml:trace contextRef="#ctx0" brushRef="#br0" timeOffset="19849.65">12106 4153 5921,'0'0'760,"0"0"5,0 0 1678,0 0-235,0 0-966,0 0-773,11-6-17,9-2-190,-1 1-1,1 1 0,1 1 0,-1 1 1,1 0-1,-1 2 0,1 0 0,0 1 1,5 2-262,-23-1 13,0 1 1,0 0-1,0 0 1,0 1 0,0-1-1,0 0 1,-1 1-1,1 0 1,0 0-1,-1 0 1,1 0 0,-1 0-1,0 0 1,0 0-1,1 1 1,-2-1 0,1 1-1,0 0 1,0 0-1,-1-1 1,0 1 0,1 0-1,-1 0 1,0 0-1,0 0 1,-1 1 0,1-1-1,-1 0 1,0 0-1,1 0 1,-1 0-1,-1 2-13,-7 110 319,2-97-304,-1 0 0,-1 0 0,-1-1 0,0 0 0,-2 0 0,1-1 0,-2-1 0,0 0 0,-1 0 0,-1-1 0,0-1 0,-1 0-1,0-1 1,-8 5-15,20-15-24,0 0-1,1 1 0,-1-1 0,0 0 0,0-1 1,0 1-1,-1 0 0,1-1 0,0 0 0,-1 0 0,1 0 1,0 0-1,-1 0 0,1-1 0,-1 1 0,1-1 1,-1 0-1,0 0 0,1-1 0,-1 1 0,1-1 0,0 1 1,-1-1-1,1 0 0,-1 0 0,1-1 0,0 1 1,0-1-1,0 1 0,0-1 0,0 0 0,0 0 1,0-1-1,0 1 0,1-1 0,0 1 0,-1-1 0,1 0 1,0 1-1,0-1 0,0 0 0,1-1 0,-1 1 1,1 0-1,-1 0 0,1-1 0,0 1 0,1-1 0,-1 1 1,0-1-1,1 0 25,0-73-226,63 74 607,79 100 731,-126-91-849,1 0 1,0-2-1,0 0 1,0-1-1,0 0 1,1-2-1,-1 0 1,1-1-1,-1 0 1,16-3-264,-3-9-1700,-20-6-7721,-10 8 755</inkml:trace>
  <inkml:trace contextRef="#ctx0" brushRef="#br0" timeOffset="20436.504">12734 4293 4729,'0'0'2970,"0"0"3354,0 0-3242,0 0-1822,0 0-107,0 0 268,1-3-650,3 61 236,-2-75 704,-2 16-1709,1 0-1,-1 0 1,0 1 0,1-1 0,-1 0 0,0 0-1,0 0 1,1 0 0,-1 0 0,0 0-1,0 0 1,0 1 0,0-1 0,0 0 0,-1 0-1,1 0 1,0 0 0,0 0 0,-1 0-1,1 1 1,0-1 0,-1 0 0,1 0 0,-1 0-1,1 1 1,-1-1 0,1 0 0,-1 0-1,1 1 1,-1-1 0,0 1 0,1-1 0,-1 1-1,0-1 1,0 1 0,0-1 0,1 1-1,-1-1 1,0 1 0,0 0 0,0-1 0,0 1-1,0 0 1,1 0 0,-1 0 0,0 0-1,0 0 1,0 0 0,0 0 0,0 0 0,0 0-1,0 0 1,1 1 0,-1-1 0,0 0-1,0 0 1,0 1-2,-2 0-9,1-1 0,-1 1 0,1 0 0,-1 0-1,1 1 1,0-1 0,0 1 0,-1-1 0,1 1 0,0 0-1,0-1 1,0 1 0,1 0 0,-1 0 0,0 1 0,1-1-1,-1 0 1,1 0 0,0 1 0,0-1 0,0 1 0,0-1 0,0 1-1,0-1 1,1 1 0,-1 0 0,1-1 0,0 1 0,0 0-1,0-1 1,0 1 0,0 0 0,0-1 0,1 1 0,-1 0-1,1-1 1,0 1 0,0-1 0,0 1 0,0-1 0,0 1-1,1-1 1,-1 0 0,1 0 0,-1 0 0,1 1 0,0-2-1,0 1 1,0 0 0,0 0 0,0 0 0,0-1 0,1 0-1,1 2 10,-2-2 2,0 0-1,0 0 1,0 0 0,0 0-1,1 0 1,-1 0-1,0 0 1,1-1-1,-1 1 1,1-1-1,-1 0 1,0 0-1,1 0 1,-1 0-1,1 0 1,-1 0-1,0-1 1,1 1-1,-1-1 1,1 0-1,-1 1 1,0-1-1,0 0 1,0 0-1,1-1 1,-1 1-1,0 0 1,0-1-1,-1 1 1,1-1-1,0 0 1,0 1-1,-1-1 1,1 0 0,-1 0-1,0 0 1,1 0-1,-1 0 1,0-1-1,0 1 1,0 0-1,-1 0 1,1-1-1,0 0-1,0-9-21,0 10 4,0-1-1,0 1 1,1 0-1,-1 0 0,-1 0 1,1-1-1,0 1 1,-1 0-1,1-1 1,-1 1-1,0 0 1,1-1-1,-1 1 1,0-1-1,-1 1 1,1-1-1,0 1 0,-1 0 1,1-1-1,-1 1 1,0 0-1,0-1 1,0 1-1,0 0 1,0 0-1,0 0 1,0 0-1,-1 0 1,1 0-1,-1 0 0,0 1 1,1-1-1,-1 0 1,0 1-1,0-1 1,0 1-1,0 0 1,0 0-1,-1 0 1,1 0-1,0 0 1,0 0-1,-1 0 0,1 1 1,0-1-1,-1 1 1,1 0-1,-3-1 18,-38 53-2807,29-9-4944,10-19-448</inkml:trace>
  <inkml:trace contextRef="#ctx0" brushRef="#br0" timeOffset="21127.006">13122 4293 5657,'0'0'1786,"0"0"2171,0 0-1155,0 0-1381,0 0-650,0 0 17,16-15-22,118-108-283,-124 112-459,0 0 0,-1-1 1,0 0-1,-1 0 0,-1 0 1,0-1-1,0-1 0,-1 1 1,-1-1-1,0 0 1,-1 0-1,-1 0 0,0-1 1,-1 1-1,0-8-24,10 60 1392,5 106 1462,26 112-440,-43-252-2410,1 0 0,0 0-1,0-1 1,1 1 0,-1 0 0,1-1-1,0 1 1,0-1 0,0 1 0,1-1-1,-1 0 1,1 0 0,-1 0 0,1 0-1,0-1 1,0 1 0,0-1 0,1 0-1,-1 1 1,0-1 0,2 0-4,21-41-8719,-25 36 7014,7-19-6284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4:25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5961,'0'0'4162,"0"0"-570,0 0-1614,0 0-995,0 0-274,0 0 79,28-2-70,208-23 1649,-84 1-1118,-150 24-1386,-2 0-442,0 0-737,-3 1-914,-34 17-7214,15-8 4396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4:25.4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50 5977,'0'0'1531,"0"0"1694,0 0-1341,0 0-1114,0 0-351,0 0 339,15 0 271,230-11 2394,-168-2-1940,-15 3-2027,-42 7-7223,-38-1 3042,0-4 1599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4:26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33 7178,'0'0'0,"0"0"0,-69 127 2904,32-69-2144,-5 0-480,2-7-280,0-5 8,6-8-8,4-4 0,8-12-592,5-4-2056,2-16-241,7-2 809,1 0 1263</inkml:trace>
  <inkml:trace contextRef="#ctx0" brushRef="#br0" timeOffset="364.442">57 0 5577,'0'0'1527,"0"0"910,0 0-388,0 0-975,0 0-222,0 0 658,13 14 21,76 106 1068,-77-92-2325,2-1 0,2 0 0,0-1 1,2-1-1,0-1 0,2-1 0,0 0 0,2-1 0,0-1 0,2-2 0,0 0 0,1-1 1,7 2-275,-32-20-73,15 12-2195,-12-5-5986,-3-6 3539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4:29.8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7642,'0'0'1669,"0"0"1821,0 0-881,0 0-1515,0 0-718,0 0-151,9 2 436,436-1 2926,-438-1-3670,85-5 39,-33-10-3428,-44-5-6528,-15 13 9119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4:30.2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0 298 6241,'0'0'1426,"0"0"2356,0 0-1509,0 0-1117,0 0-588,0 0 93,5-17 14,52-124 403,-5 3-206,-52 137-741,0 1 1,0 4-100,-22 342 2560,21-316-2319,0-19-221,0 0 1,0 1-1,1-1 0,0 0 0,1 1 0,1-1 0,0 0 0,0 1 0,1-1 1,0 0-1,1-1 0,1 1 0,-1-1 0,2 0 0,3 6-52,0-10-986,-6-26-11774,-3 13 12426,0-7-2611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4:31.7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5945,'0'0'674,"0"0"154,0 0 1603,24 0-462,189-23 1251,-28-10 62,-187 49-4861,-29 12-6336,18-20-476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4:30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6 6065,'0'0'655,"0"0"-435,0 0 238,0 0 1427,0 0-232,-2-6 4727,1 48-4854,-1-17-1284,1-1-1,1 1 0,1 0 1,1 0-1,1 0 0,2-1 0,0 0 1,1 1-1,2-2 0,0 1 1,1-1-1,2-1 0,3 6-241,-13-27-640,1 1 1181,-2-2-7787,0-12 1230</inkml:trace>
  <inkml:trace contextRef="#ctx0" brushRef="#br0" timeOffset="328.387">5 240 6041,'0'0'794,"0"0"-566,0 0-120,0 0 324,0 0 1042,0 0-584,-4 17 12,70-14 1805,60-21 285,-2 0-6277,-122 18-396,-2 1 47,0 3 1531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4:45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6265,'0'0'611,"0"0"-339,0 0 314,0 0 1799,0 0-373,0 0-504,-1-20 3010,235 42-3127,-95-6-1346,0-6 0,0-6 0,45-7-45,-3 0 12,418-14 273,-164-17 130,-15 1 280,-382 29 196,-23 2-1136,-45 1-5337,-1 1-2210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4:46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10 104 6345,'0'0'742,"0"0"302,0 0 2269,0 0-1038,0 0-736,0 0-498,-10-25 1435,11 22-2431,-1-1 1,1 0-1,0 1 0,0-1 1,0 1-1,1 0 1,-1-1-1,1 1 1,0 0-1,0 0 0,0 0 1,0 0-1,0 0 1,1 1-1,-1-1 1,1 1-1,0-1 1,-1 1-1,1 0 0,0 0 1,1 0-1,-1 0 1,0 1-1,0-1 1,1 1-1,-1 0 1,1 0-1,-1 0 0,1 1 1,-1-1-1,4 1-45,116-4 0,-112 8-3,-1 0 0,1 0-1,-1 1 1,0 1 0,0 0 0,-1 0 0,0 1 0,0 0-1,0 0 1,-1 1 0,0 0 0,-1 1 0,0 0-1,0 0 1,0 0 0,-2 1 0,1 0 0,-1 0-1,0 0 1,-1 1 0,-1 0 0,1 0 0,-2 0 0,1 0-1,-2 0 1,0 0 0,0 1 0,0-1 0,-2 0-1,1 1 1,-2 1 3,-1-4-20,-1-1-1,0 0 1,-1 0-1,0-1 1,0 1-1,0-1 1,-1 0-1,0-1 1,-1 1 0,1-1-1,-1 0 1,0-1-1,-1 0 1,1 0-1,-1 0 1,0-1-1,0 0 1,-1-1-1,1 0 1,-1 0-1,0 0 1,1-1-1,-1-1 1,0 0-1,0 0 1,0 0-1,0-1 1,0-1-1,0 0 1,0 0-1,-9-2 21,14 2-63,-1 0-1,0 0 0,1 0 0,-1 0 0,1-1 1,0 0-1,0 0 0,-1 0 0,1-1 0,0 1 0,1-1 1,-1 0-1,0 0 0,1 0 0,0 0 0,0-1 0,0 0 1,0 1-1,0-1 0,1 0 0,-1 0 0,1-1 0,0 1 1,1 0-1,-1-1 0,1 1 0,-1-1 0,1 1 0,0-3 64,52 0-36,94 62 758,-78-20-606,-36-23-54,0-1-1,1-2 1,0-1 0,0-2-1,1 0 1,0-3 0,0 0-1,20-3-61,-47 1 53,0-1-1,0 0 1,0-1-1,0 0 1,0 0 0,0 0-1,0 0 1,0-1-1,0 0 1,-1 0-1,1-1 1,-1 0-1,1 0 1,-1 0-1,0 0 1,0-1-1,0 0 1,-1 0-1,1 0 1,-1 0-1,0-1 1,0 0 0,-1 0-1,0 0 1,1 0-1,-2 0 1,1-1-1,0 0 1,-1 1-1,0-1 1,0-2-53,12-53-3192,-6 30-2151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4:54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1432,'0'0'4400,"0"0"-2942,0 0-15,0 0 776,0 0-724,0 0-706,9-2 1164,189-45 1627,-196 47-3577,0 1-1,0 0 0,0 0 1,0 0-1,0 0 1,0 0-1,0 0 0,-1 0 1,1 1-1,0-1 0,-1 1 1,1-1-1,-1 1 0,1 0 1,-1-1-1,0 1 0,1 0 1,-1 0-1,0 0 1,0 0-1,-1 0 0,1 0 1,0 0-1,-1 0 0,1 0 1,-1 1-1,0-1 0,0 0 1,1 0-1,-2 0 1,1 1-1,0-1 0,0 0 1,-1 0-1,1 0 0,-1 1-2,-16 87 238,10-75-184,-1 1 0,-1-1 0,-1-1 0,0 1 0,-1-2-1,0 1 1,-1-2 0,0 1 0,-1-2 0,0 0 0,-1 0 0,-4 1-54,19-13 28,0 0 0,0 0 0,-1 1 0,1-1 0,0 0 0,-1 0 1,1 0-1,0 0 0,-1 0 0,0 0 0,1 0 0,-1-1 0,0 1 0,1 0 0,-1 0 0,0 0 0,0 0 1,0 0-1,0 0 0,0-1 0,0 1 0,0 0 0,0 0 0,-1 0 0,1 0 0,0 0 0,-1 0 0,1 0 1,-1 0-1,1 0 0,-1 0 0,1 0 0,-1 0 0,0 0 0,1 0 0,-1 0 0,0 0 0,0 1 0,0-1 1,0 0-1,0 1 0,0-1 0,0 0 0,0 1 0,0-1 0,0 1 0,0 0 0,0-1 0,0 1 0,0 0 1,0 0-1,0-1 0,0 1 0,0 0 0,-1 0 0,1 0 0,0 1 0,0-1 0,0 0 0,0 0 0,0 0 1,0 1-1,-1-1-28,8-5-18,1-1 0,0 1 0,0 0 0,0 1 1,1-1-1,-1 2 0,1-1 0,0 1 1,0 0-1,1 0 0,-1 1 0,0 1 0,1-1 1,-1 1-1,1 1 0,0-1 0,-1 1 1,1 1-1,-1 0 0,1 0 0,-1 1 0,1-1 1,-1 2-1,0-1 0,0 2 0,0-1 1,0 1-1,0 0 0,-1 0 0,0 1 0,0 0 1,0 0-1,1 2 18,3 4-44,0 0 0,0 0 1,-1 1-1,0 0 0,-1 1 1,-1 0-1,0 1 0,-1 0 0,0 0 1,-1 0-1,-1 1 0,0 0 1,-1 0-1,-1 0 0,0 0 0,-1 1 1,-1 0-1,0 1 44,-1-15 18,0 1 1,1-1-1,-1 1 1,0-1 0,-1 1-1,1-1 1,0 1-1,-1-1 1,1 1-1,-1-1 1,0 0-1,0 1 1,0-1-1,0 0 1,0 0-1,0 1 1,-1-1-1,1 0 1,-1 0-1,1 0 1,-1-1-1,0 1 1,0 0-1,0-1 1,0 1-1,0-1 1,0 1-1,0-1 1,-1 0-1,1 0 1,0 0-1,-1 0 1,1-1-1,0 1 1,-1-1-1,1 1 1,-1-1-1,1 0 1,-1 0-1,1 0 1,-1 0-19,-173 3 838,102-4-2982,104-31-7817,-10 11 6815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4:5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105 885 6057,'0'0'1377,"0"0"1264,0 0-732,0 0-998,0 0-677,0 0 9,-8 3 72,-21 9 190,87-13 2077,315-182 130,34-4-1303,219-61-1409,238-32 1111,-975 306-14351,71-15 10347</inkml:trace>
  <inkml:trace contextRef="#ctx0" brushRef="#br0" timeOffset="845.715">1 1030 5977,'0'0'822,"0"0"-35,0 0 1600,0 0-496,0 0-722,0 0-474,12-9 140,38-26 168,-44 32-912,0 0-1,0 1 1,0 0 0,0 0-1,0 0 1,0 1-1,1-1 1,-1 1 0,1 1-1,-1 0 1,1-1 0,-1 2-1,0-1 1,1 1 0,-1 0-1,1 0 1,-1 1 0,0 0-1,0 0 1,0 1-1,0-1 1,0 1 0,-1 0-1,1 1 1,-1 0 0,0-1-1,0 2 1,0-1 0,0 0-1,0 2-90,9 4 247,297 196 1480,9-13 1,9-15-1,284 107-1727,-536-258 215,-77-27 87,0 0 92,0 0-52,0 0-178,0 0 69,0 0-206,0 0-153,0 0-152,0 1-396,0-1-1272,0 1-6411,0-1 732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00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4 6969,'0'0'455,"0"0"1416,0 0 670,0 0-838,0 0-708,0 0-123,0-4 915,1 32-1487,-2 0 1,-1-1-1,-1 1 1,-2-1-1,0 0 0,-2 0 1,-1-1-1,-2 3-300,-179 359 136,180-352-310,-5 20-2415,-5-33-8597,11-20 8268</inkml:trace>
  <inkml:trace contextRef="#ctx0" brushRef="#br0" timeOffset="419.882">0 150 5857,'0'0'1059,"0"0"387,0 0 948,0 0-1067,0 0-798,0 0-269,2 3 407,113 150 3678,-81-113-3962,2-2 1,1-1-1,2-1 1,1-3 0,32 20-384,-69-51-44,0-1 1,0 1 0,0 0 0,0 0 0,0 0-1,0 0 1,0 1 0,-1-1 0,1 1 0,-1-1-1,0 1 1,1 0 0,-2 0 0,1 0 0,0 0 0,0 0-1,-1 0 1,0 1 0,1-1 0,-1 0 0,-1 1-1,1-1 1,0 1 0,-1-1 0,0 1 0,0 2 43,0-5-1878,1-1-2068,3 0-627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03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1272,'0'0'4497,"0"0"-3281,0 0-483,0 0 1714,0 0-797,0 0-749,16 2-17,136-9 2144,15-2-2060,-120 36-1938,-47-3-7121,-5-20 5283,-7-3 1914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03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7378,'0'0'0,"0"0"4224,0 0-3015,0 0-465,0 0 216,0 0 560,153 9-999,-121-6-17,-2 1-504,-1 0 24,-1 5 48,-6-2-144,0 2-112,3 0-489,-3-5-847,10-4-744,-7 0-3202,0 0 2626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03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7258,'0'0'4338,"0"0"-687,0 0-2404,0 0-1048,0 0-50,0 0 457,13 0 9,116-1 1018,52 0-3845,-161 0-1977,-2-5-792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0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1 315 5801,'0'0'4030,"0"0"-1050,0 0-1268,0 0-1125,0 0-168,0 0 419,15-19-339,105-144 103,-87 31 1337,-31 520 763,11-337-8259,-13-51-753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05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0 108 7722,'0'0'2391,"0"0"2402,0 0-2269,0 0-1707,0 0-153,0 0 307,8-9-241,4-2-684,-1 2 0,1 0 0,0 0 0,1 1 0,0 0 0,1 1 0,-1 1 0,1 0 0,0 1 1,1 0-1,-1 2 0,9-2-46,85-2 134,-106 9-130,0-1 0,0 1 0,0 0 0,0 1 1,-1-1-1,1 0 0,-1 0 0,0 1 0,0-1 0,1 0 0,-1 1 0,-1 0 0,1-1 0,0 1 0,-1-1 0,1 1 0,-1 0 0,0-1 0,0 1 0,0 0 0,0-1 1,0 1-1,-1 0 0,1-1 0,-1 1 0,0 0 0,0-1-4,1 11 85,-3 1-78,-1 0 0,-1 0-1,0 0 1,0-1 0,-1 0 0,-1 0 0,-1 0 0,1-1-1,-2 0 1,0 0 0,0-1 0,-1 0 0,-1-1 0,1 0-1,-2-1 1,-4 3-7,21-55-232,0 41 194,1 0 0,-1-1 0,0 1 0,1 1 0,-1-1 0,1 1 0,-1 0 0,1 0 0,-1 1 0,1 0 0,0 0 0,-1 0 0,1 1 0,0-1 0,-1 1 0,1 1 0,-1-1 0,1 1 0,-1 0 0,0 0 0,0 0 0,0 1 0,0 0 0,0 0 0,0 0 0,-1 1 0,0-1 0,1 1 0,-1 0 0,-1 1 0,1-1 0,0 2 38,13 10-24,0 1 1,-2 1-1,0 1 1,-1 0-1,-1 0 1,-1 1-1,-1 1 0,0 0 1,4 16 23,-15-34 16,1 0 0,-1-1 0,0 1 1,0 0-1,0 0 0,-1 0 0,1-1 0,-1 1 0,0 0 0,1-1 1,-1 1-1,0-1 0,-1 1 0,1-1 0,0 1 0,-1-1 0,1 0 1,-1 1-1,0-1 0,0 0 0,0 0 0,0 0 0,0 0 0,0-1 1,0 1-1,0-1 0,-1 1 0,1-1 0,-1 0 0,1 0 0,-1 0 1,0 0-1,1 0 0,-1-1 0,0 1 0,1-1 0,-1 0 0,0 1 1,0-1-1,0 0 0,1-1 0,-1 1 0,0-1 0,0 1 0,1-1 1,-1 0-1,1 0 0,-1 0 0,0 0 0,1 0-16,-9 1 98,-184 0-920,113 0-9395,59 0 3153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06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6265,'0'0'634,"0"0"-386,0 0-140,0 0-69,0 0 326,16 1 2453,190 46 2596,319-37-3184,244 9-883,-657-11-1358,0-6-1,1-4 0,50-10 12,-132 7 396,-41 3-661,-48 7-2223,14 4-1872,4 0-1843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07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24 7618,'0'0'1592,"0"0"1021,0 0-902,0 0-1023,0 0-246,0 0 353,-5-2 164,-5-11-28,47 14 2,-11 0-754,10-2-52,-30-1-120,0 0-1,0 0 0,0 1 0,0 0 0,0 1 0,0-1 0,0 1 0,0 0 0,0 0 0,0 1 0,1 0 0,-1 0 0,-1 0 0,1 1 0,0 0 0,0 0 0,-1 0 0,1 1 0,-1 0 0,1 0 0,-1 0 0,0 1 0,-1 0 0,1 0 1,0 0-1,-1 0 0,0 1 0,0 0 0,-1 0 0,1 0 0,-1 0 0,0 0 0,0 1 0,-1-1 0,1 1 0,-1 0 0,0 0-6,0 4-2,0-1 0,0 1 1,-1-1-1,-1 1 0,1 0 0,-1-1 1,-1 1-1,0 0 0,0-1 0,-1 1 0,0-1 1,-1 1-1,0-1 0,0 0 0,-1 0 1,0 0-1,-1-1 0,0 0 0,0 1 0,-1-2 1,0 1-1,0-1 0,-1 0 0,0 0 1,0 0-1,-1-1 0,1 0 0,-1-1 0,-1 0 1,1 0-1,-1-1 0,0 0 0,0 0 1,0-1-1,0 0 0,-8 1 2,13-6 7,-1-1-1,1 1 1,0-1 0,1 1-1,-1-1 1,0 0 0,1-1 0,0 1-1,-1 0 1,1-1 0,1 0-1,-1 0 1,0 0 0,1 0-1,0 0 1,0-1 0,0 1-1,1 0 1,-1-1 0,1 0 0,0 1-1,1-1 1,-1 0 0,1 1-1,0-1 1,0 0 0,0 1-1,0-1 1,1 0 0,0 0-1,0 1 1,0-1 0,2-3-7,-2-16 3,0 23-4,0 0 1,-1-1-1,1 1 1,0 0-1,0 0 0,0 0 1,0 0-1,1 0 0,-1 0 1,0 0-1,0 1 1,0-1-1,1 0 0,-1 1 1,0-1-1,1 0 0,-1 1 1,1 0-1,-1-1 1,0 1-1,1 0 0,-1 0 1,1 0-1,-1 0 0,1 0 1,-1 0-1,1 0 1,-1 0-1,0 1 0,1-1 1,-1 0-1,1 1 0,-1-1 1,0 1-1,1 0 1,-1-1-1,0 1 0,0 0 1,1 0-1,-1 0 0,0 0 1,0 0-1,0 0 1,0 0-1,0 0 0,-1 0 1,1 1-1,0-1 0,0 1 1,27 23-46,-17-13 300,0 0-1,1-1 1,0-1 0,1 0 0,0 0 0,0-1 0,1-1-1,0 0 1,1-1 0,0-1 0,0 0 0,0-1 0,1-1-1,0 0 1,10 1-254,-11-4 43,-1 1-27,1-1-1,-1 0 1,0 0-1,1-2 1,-1 0 0,1 0-1,-1-1 1,0-1-1,0-1 1,13-4-16,83-67-5796,-67 35-1451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04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1 5673,'0'0'7907,"0"0"-5392,0 0-1872,0 0 101,-3 26 626,-9 211 2127,51-21-3082,-39-215-1285,1-5-3193,-2-11 492,-3-6-2591</inkml:trace>
  <inkml:trace contextRef="#ctx0" brushRef="#br0" timeOffset="238.551">1 265 5721,'0'0'1345,"0"0"4008,0 0-4729,0 0-216,0 0-280,0 0 1104,0 0 0,77 2-327,-33-2-785,5 3-120,21-3-600,-14 0-2201,-9 0-2200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11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6105,'0'0'4584,"0"0"-1731,0 0-1208,0 0-873,0 0-18,0 0 350,20 0-65,347 0 2214,-338 33-6404,-29 4-3413,-1-24 1729,1-1 69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11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6081,'0'0'1439,"0"0"2331,0 0-1948,0 0-976,0 0 633,0 0 125,16 3-477,42 4-106,1-2 0,0-3 0,-1-3 0,1-2 0,16-5-1021,-15 2 60,-35 5-7223,-22 1 907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12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1744,'0'0'4036,"0"0"-2100,0 0 1638,22 1-1312,174 0 2331,-143-11-2919,96 1 570,-80 37-7162,-47-28-479,1 0-4231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12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0 220 6329,'0'0'1053,"0"0"2099,0 0-867,0 0-848,0 0-680,0 0-184,11-14-81,77-123 308,-65 69 1439,-17 120-1104,-8 65 791,0-86-1716,0 0-1,2-1 0,1 1 0,2 0 0,1 0 0,1-1 1,2 0-1,3 10-209,-9-41-28,-1 1 0,0 0 0,0-1-1,1 1 1,-1 0 0,0 0 0,1-1 0,-1 1 0,0 0 0,0 0 0,1-1 0,-1 1 0,1 0 0,-1 0-1,0 0 1,1-1 0,-1 1 0,0 0 0,1 0 0,-1 0 0,1 0 0,-1 0 0,0 0 0,1 0 0,-1 0 0,1 0-1,-1 0 1,0 0 0,1 0 0,-1 0 0,1 1 0,-1-1 0,0 0 0,1 0 0,-1 0 0,0 0 0,1 1-1,-1-1 1,0 0 0,1 0 0,-1 1 0,0-1 0,0 0 0,1 0 0,-1 1 0,0-1 0,0 0 0,1 1 0,-1-1-1,0 1 1,0-1 0,0 0 0,0 1 0,1-1 0,-1 0 0,0 1 0,0-1 0,0 1 0,0-1 28,7-38-5420,-6 35 4502,2-24-5705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12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5817,'0'0'6418,"0"0"-3666,0 0-2072,0 0-208,0 0 897,0 0 39,0 0-264,143 5-160,-98-5-287,-3 0-361,0 0-80,-8 0-96,-1 0-320,-9 0-544,-2-7-1649,-7 5-3528,-2-5 544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10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 2969,'0'0'3648,"0"0"843,0 0-1916,0 0-1116,0 0-582,0 0-332,1 8 152,-4 14-254,0 1-1,-1-1 1,-1 1 0,-1-1 0,-1-1-1,-1 1 1,-1-1 0,-1-1-1,-1 0 1,-7 11-443,-3 9 203,-134 288-1651,132-331-11904,13-13 7661</inkml:trace>
  <inkml:trace contextRef="#ctx0" brushRef="#br0" timeOffset="317.83">0 105 7274,'0'0'4130,"0"0"-2417,0 0-708,0 0 642,17 16-282,301 270 3700,-139-166-5054,-111-117-7439,-47-12 1928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13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7138,'0'0'3870,"0"0"-2289,0 0-862,0 0-72,25-4 356,162-15 435,-183 20-1397,-1-1 1,1 1 0,-1-1 0,0 1 0,1 0 0,-1 1 0,0-1 0,0 0 0,0 1 0,0 0 0,0-1 0,0 1 0,0 0 0,-1 1 0,1-1 0,-1 0 0,0 1 0,1-1 0,-1 1 0,0 0 0,0 0 0,-1 0 0,1 0 0,-1 0 0,1 0 0,-1 0 0,0 1 0,0-1 0,0 0 0,-1 1 0,1-1 0,-1 1 0,0-1 0,0 0 0,0 1 0,0-1 0,-1 1 0,0 0-42,-31 134 360,-22-64-199,56-107 1019,4 27-1231,0 1 0,1-1 1,0 1-1,0 0 0,0 1 0,0-1 0,1 2 0,-1-1 0,1 1 1,0 0-1,0 0 0,0 1 0,1 0 0,-1 1 0,1 0 0,-1 0 1,0 1-1,1 0 0,-1 0 0,1 1 0,-1 0 0,7 2 51,-10 1 17,-1 1-1,1-1 1,-1 1 0,1 0-1,-2 0 1,1 1-1,0-1 1,-1 1-1,0 0 1,0 0-1,-1 0 1,0 0 0,0 0-1,0 0 1,-1 1-1,1-1 1,-2 1-1,1-1 1,-1 1 0,0-1-1,0 1 1,-1-1-1,0 1 1,0-1-1,0 0 1,-1 1-1,0-1 1,0 0 0,-1 0-1,1 0 1,-4 4-17,1-3 121,-1 0 1,0 0-1,0-1 1,0 0 0,-1 0-1,0-1 1,0 0-1,-1 0 1,1-1-1,-1 1 1,0-2-1,0 1 1,-1-1 0,1 0-1,-1-1 1,1 0-1,-1 0 1,0-1-1,1 0 1,-1-1-1,0 0 1,-4 0-122,-79-2-1510,37 1-1763,22 1-2559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14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5697,'0'0'822,"0"0"-26,33 10 1614,245 50 2565,738-53-1050,19-13-3807,-898 19-713,-225-21-2865,8-28-5388,59 20 6633</inkml:trace>
  <inkml:trace contextRef="#ctx0" brushRef="#br0" timeOffset="647.326">964 161 6065,'0'0'1021,"0"0"1158,0 0 1121,0 0-1922,0 0-565,0 0 94,0-5-42,1 1-807,1 1 0,0 0 0,0 0 0,0 0-1,0 0 1,0 0 0,1 1 0,-1-1 0,1 0 0,0 1 0,0 0 0,0 0 0,0 0 0,0 0 0,0 0 0,0 1 0,1-1 0,-1 1 0,1 0 0,-1 0 0,1 0 0,-1 0 0,1 1 0,-1-1 0,1 1 0,0 0 0,-1 0 0,1 1 0,0-1 0,-1 1 0,1-1 0,-1 1 0,1 0-58,0 3 11,0-1 0,-1 0 0,0 1-1,0 0 1,0 0 0,0 0 0,-1 0-1,1 0 1,-1 0 0,0 1 0,0-1-1,0 1 1,-1-1 0,0 1 0,0 0-1,0 0 1,0 0 0,-1-1 0,0 1-1,0 0 1,0 0 0,-1 0 0,1 0-1,-1-1 1,0 1 0,-1 0 0,1-1-1,-1 1 1,0-1 0,0 1 0,-1 0-11,-103 117 110,137-112-127,354-69 4937,-366 58-5659,-10 12-7181,-6-4 1849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16.2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1 869 5617,'0'0'2125,"0"0"3253,0 0-2731,0 0-1630,0 0 32,26-5-110,188-38 1526,-134 36-2512,-77 49-6901,-37-14-3018,14-18 8619</inkml:trace>
  <inkml:trace contextRef="#ctx0" brushRef="#br0" timeOffset="266.374">38 1087 6121,'0'0'913,"0"0"3776,0 0-2489,0 0-984,0 0-576,0 0 297,0 0 55,71 2-344,-36-2-640,2 0 232,3 0-232,2 0-16,0 0-168,2 0-656,-2-4-1625,10-9-2016,-10-3 456,-7 3 3057</inkml:trace>
  <inkml:trace contextRef="#ctx0" brushRef="#br0" timeOffset="750.073">1014 852 5721,'0'0'6808,"0"0"-3755,0 0-1877,0 0-488,0 0 87,0 0-31,15-1 199,315-25 1224,-688 70-6674,322-40 2096,12-3-4492,23-1 3770</inkml:trace>
  <inkml:trace contextRef="#ctx0" brushRef="#br0" timeOffset="2233.999">1646 594 5921,'0'0'620,"0"0"-352,0 0 354,0 0 1652,22-3-935,168-19 861,-101 20-265,-90 43-1057,-128 84-531,112-110-344,10-12 14,1 1 0,0 0 0,1 0 0,-1 0 0,1 1 0,0 0 0,0 0 0,0 0 0,0 0 0,1 1 0,0 0 0,0 0 0,1 0 0,0 0 0,0 1 0,0-1 0,1 1 0,0 0 0,0-1 0,0 1 0,1 0 0,0 0 0,1 0 0,0 0 0,0 1-17,5-3 146,0 0 0,1 0 1,-1 0-1,1-1 0,0 0 1,1 0-1,-1 0 1,1-1-1,-1 0 0,1 0 1,0-1-1,0 1 0,0-2 1,1 1-1,-1-1 0,0 0 1,1-1-1,-1 1 1,0-1-1,3-1-146,-10 1 17,22 3 310,0-1-1,-1-1 1,1 0-1,0-2 1,0-1-1,-1-1 1,1 0-1,-1-2 1,0 0-1,0-1 1,-1-2-1,3-1-326,-1-18-1383,-22-8-9971,-8 19 8031</inkml:trace>
  <inkml:trace contextRef="#ctx0" brushRef="#br0" timeOffset="5884.004">2291 38 4545,'0'0'1980,"0"0"1194,0 0 749,0 0-1784,0 0-946,0 0-409,-2-1 91,-15-2-797,1 0-1,-1 2 0,0 0 0,0 0 1,1 2-1,-1 0 0,0 1 1,1 1-1,0 0 0,-12 4-77,-26 4 71,-226 28-325,-2-12-1,-172-9 255,436-20 47,0 1 0,-1 1-1,1 1 1,0 0 0,0 2 0,0 0-1,0 0 1,1 2 0,-1 0 0,1 1 0,0 1-1,1 1 1,-1 0 0,-9 7-47,-11 77-37,30-63 83,2-1 0,0 1 0,2-1 0,2 1 1,0 0-1,2 0 0,1 0 0,1 0 0,2 0 1,1-1-1,1 0 0,1 0 0,2-1 0,4 9-46,-3 7 284,-2 1 0,-2 0 1,-2 0-1,-2 0 0,-2 1 0,-1 0 0,-3-1 0,-7 34-284,10-31 118,14-48 124,295-53-59,-114 57-497,-77 1-12,1-4 0,-1-6-1,44-11 327,-126 11-5,118-21 141,1 8 0,126 0-136,-14 41-1592,-247-40 4488,-22-86-3288,-138-339-79,88 122 566,49 313-99,0 0-1,-1 1 1,0 0-1,-1 0 1,0 0-1,0 0 1,0 1-1,-1 0 1,1 0-1,-2 0 1,1 1-1,-1 0 1,1 0-1,-1 1 1,0-1-1,-1 2 1,1-1-1,-1 1 1,0 0-1,0 0 1,0 1-1,0 0 1,-2 1 4,-200-12-140,159 14 130,17-4-211,52-7-1007,6 0-249,29-13-4690,1 0-4248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08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996 859 7122,'0'0'744,"0"0"1477,0 0 1523,0 0-1554,0 0-1418,0 0-69,20-13-159,148-109 81,-150 108-613,0-1 0,-1-1 0,-1 0 0,-1-2 0,0 0 0,-1 0-1,-1-1 1,-1-1 0,0 0 0,-2-1 0,2-4-12,-9-34 2259,-3 59-2049,0 0-44,0 17-30,0 483 3722,4-481-5168,0-57-9323,-4 16 1168</inkml:trace>
  <inkml:trace contextRef="#ctx0" brushRef="#br0" timeOffset="-879.88">0 703 6209,'0'0'1022,"0"0"1001,0 0 28,0 0-712,0 0-39,0 0 345,15 1-238,188-7 1865,-27-6-2652,-174 13-824,-1 0 0,1 1 0,-1-1 0,1 0 0,-1 1-1,0-1 1,0 1 0,0 0 0,0-1 0,0 1 0,0 0-1,0 0 1,0 0 0,-1-1 0,1 1 0,-1 0-1,1 0 1,-1 0 0,0 0 0,0 0 0,0 0 0,0 0-1,0 0 1,0 0 0,0 0 0,-1 0 0,1 0-1,-1 0 1,1 0 0,-1 0 0,0-1 0,0 1 0,0 0-1,0 0 1,0-1 0,0 1 0,0-1 0,-1 1 0,1-1-1,-1 1 205,-25 21-4673,0-5 130</inkml:trace>
  <inkml:trace contextRef="#ctx0" brushRef="#br0" timeOffset="-616.117">70 890 6209,'0'0'792,"0"0"1785,0 0 280,0 0-1145,0 0-832,0 0 248,0 0-231,93 2-153,-58-2-520,2 0-80,3 0-144,-1 0 64,1 4-80,-1 3 16,-7 2-664,8-5-1153,-13 1-2071,-2-5-153</inkml:trace>
  <inkml:trace contextRef="#ctx0" brushRef="#br0" timeOffset="11615.754">1663 0 5329,'0'0'828,"0"0"-626,0 0-61,0 0-34,0 0-53,0 0 4,13 4-6,38 10 481,-38-10 1708,-13-3-497,0-1-637,0 0 364,-18-1 884,-275-12 520,238 11-2841,0 2 0,1 3 0,-1 2 0,1 2 0,0 3 0,1 2 0,0 2 0,-21 11-34,60-19-12,1 1 0,0 0 0,0 1 0,1 0 0,0 1 0,0 1 0,1-1 0,1 2 0,-1 0 0,-5 9 12,10 101-65,68 139 628,43 221 1607,-70-166-2161,-33-314 1,0 1 0,-1-1 0,1 0 0,0 0 0,0 0 0,0 0 0,0 0 0,-1-1 0,1 1 0,0 0 0,0-1 0,1 0 0,-1 1 0,0-1 0,0 0 0,0 0 0,0 0 0,0 0 0,0-1 0,0 1 0,0 0 0,0-1 0,0 1 0,0-1 0,0 0 0,0 0 0,0 0 0,0 0 0,-1 0 0,1 0 0,0 0 0,-1-1 0,2-1-10,9-2 15,66-16-248,1 2-1,1 5 0,0 2 0,1 5 0,-1 3 0,1 3 1,28 5 233,7-3-497,85 17-662,-201-18 1223,4-61 420,3 0 1,2 1-1,3 0 1,3 1 0,7-16-485,39-189 59,-52 189-19,-3 1 0,-3-1 1,-4 0-1,-4-17-40,3 79 88,0-1-1,-1 1 1,0-1-1,-1 1 1,0 0-1,-1 0 1,0 0-1,-2 1 1,1 0-1,-1 0 1,-1 0-1,0 1 1,-1 1 0,-1-2-88,-89-6-62,76 15-37,0 2 0,0 0-1,-1 1 1,1 1 0,0 1-1,-1 2 1,1 0 0,1 1 0,-1 2-1,1 0 1,-14 7 99,-57 37-5072,35-11-2645,26-16 2429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36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7114,'0'0'1110,"0"0"1616,0 0-935,0 0-786,0 0-297,0 0 428,6 4 115,135 21 2150,-108-23-3169,17 0-425,-21-6-7081,-24 0 2581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37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1 114 6209,'0'0'1222,"0"0"2877,0 0-1663,0 0-1221,0 0-365,0 0 335,26-17 1607,69-62-1869,-92 77-925,-1 0 1,1 0 0,0 0-1,0 1 1,0-1 0,1 1-1,-1 0 1,0 0 0,0 0-1,1 0 1,-1 0-1,1 1 1,-1-1 0,1 1-1,-1 0 1,0 0 0,1 1-1,-1-1 1,1 1 0,-1-1-1,0 1 1,1 0-1,-1 1 1,0-1 0,0 0-1,0 1 1,0 0 0,0-1-1,0 1 1,0 0 0,0 1-1,-1-1 1,3 3 1,9 20 10,-1 1 0,0 1 0,-2 0 0,-2 1 0,0 0 0,-2 0 0,-1 1 0,-1 0 0,-1 0 0,-2 0 0,-1 0 0,-1 1 0,-3 12-10,4-41-4,-1 1-1,0-1 0,1 1 0,-1-1 1,0 0-1,0 1 0,0-1 0,0 1 1,0-1-1,0 1 0,-1-1 0,1 1 0,0-1 1,-1 1-1,1-1 0,-1 0 0,0 1 1,1-1-1,-1 0 0,0 1 0,0-1 0,0 0 1,0 0-1,0 0 0,0 0 0,0 0 1,0 0-1,0 0 0,0 0 0,-1 0 1,1 0-1,0-1 0,-1 1 0,1-1 0,0 1 1,-1-1-1,1 1 0,-1-1 0,1 0 1,-1 1-1,1-1 0,-1 0 0,1 0 0,-1 0 1,1-1-1,-1 1 0,1 0 0,-1 0 1,1-1-1,0 1 0,-1-1 0,0 0 5,-1 1-4,-129-23-1129,91 7 1137,39 15-11,10 2-145,192 40 1387,-191-40-1197,1-1-1,0 0 0,-1-1 1,1 0-1,-1 0 1,0-1-1,1-1 1,-1 1-1,0-1 1,0-1-1,0 0 1,-1 0-1,1 0 1,-1-1-1,0-1 0,-1 1 1,1-1-1,-1-1 1,0 1-1,0-1 1,-1 0-1,0-1 1,3-5-38,30-64-2253,-27 19-4022,-8 14-1121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59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6849,'0'0'2690,"0"0"886,0 0-1572,0 0-1088,0 0-23,0 0 142,15 0 74,282-6 934,-258-5-5226,-15-3-4405,-8 3-1980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00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312 437 6513,'0'0'1823,"0"0"1250,0 0-979,0 0-890,0 0-534,0 0-17,2-13 1272,-10 48-1741,-2-1 0,-2 0 0,-1-1 0,-1 0 0,-2-2 0,-1 1 0,-21 27-184,28-43 5,-157 229-1045,162-253-5791,2-51 3036,3 25 2014</inkml:trace>
  <inkml:trace contextRef="#ctx0" brushRef="#br0" timeOffset="284.102">6 468 3441,'0'0'2844,"0"0"1337,0 0-1734,0 0-846,0 0-396,22 26-214,68 85-344,-19 34 299,-47-79-825,-21-60-265,58 88 256,-22-82-2897,-33-17-1325,-6-6 2108,0 7 1174,0-13-637</inkml:trace>
  <inkml:trace contextRef="#ctx0" brushRef="#br0" timeOffset="848.519">419 10 5417,'0'0'1294,"0"0"2316,0 0-1803,0 0-1331,0 0-156,0 0 210,11-1 375,3-1-544,88-5 296,-99 7-613,-1 0-1,1 0 0,0 1 0,0-1 1,0 1-1,-1 0 0,1-1 0,0 1 1,0 0-1,-1 0 0,1 1 0,-1-1 1,1 1-1,-1-1 0,0 1 0,0 0 0,1 0 1,-1 0-1,0 0 0,-1 0 0,1 0 1,0 0-1,-1 1 0,1-1 0,-1 1 1,1-1-1,-1 1 0,0 0 0,0-1 1,-1 1-1,1 0 0,0 0 0,-1 0 1,0 1-44,0 11 217,-1 1 0,0-1 1,-2 0-1,1 0 0,-2 0 1,0-1-1,-1 1 0,0-1 1,-1 0-1,-3 4-217,-4 12 267,0 35 375,82-51 175,64-34-82,-113 27-1984,-17 14-3443,-3-11 1791,2 8-2001</inkml:trace>
  <inkml:trace contextRef="#ctx0" brushRef="#br0" timeOffset="1500.715">1059 762 6449,'0'0'540,"0"0"1366,0 0-641,0 0-849,-14 4-42,-66 27 1625,80-20 2432,25-2-3319,253-16 1842,-97-6-2290,-145 13-398,-30 0-3305,-2 0-3302,-10 0 483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15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27 720 5169,'0'0'1636,"0"0"1492,0 0-1836,0 0-856,0 0-161,0 0 398,-6 24 168,-15 75 11,22-93-774,0 0 0,0-1-1,0 0 1,1 1 0,-1-1 0,1 0 0,0 0 0,1 0 0,0 0 0,-1 0 0,1 0 0,1-1 0,-1 1-1,1-1 1,0 0 0,0 0 0,0-1 0,0 1 0,1-1 0,-1 0 0,1 0 0,0 0 0,0-1 0,0 1-1,0-1 1,0 0 0,2 0-78,-7-2 7,12 6 15,-1 0 1,1-1-1,0-1 1,0 0 0,0 0-1,1-1 1,-1-1-1,1 0 1,0 0 0,-1-1-1,1-1 1,0 0-1,0-1 1,-1-1 0,1 0-1,0 0 1,-1-1-1,0-1 1,0 0 0,0-1-1,0 0 1,-1 0-1,1-2 1,-1 1 0,-1-1-1,1-1 1,-1 0-1,-1-1 1,0 1 0,0-2-1,0 1 1,-1-1 0,-1-1-1,0 1 1,0-1-1,-1 0 1,0-1 0,-1 0-1,-1 0 1,0 0-1,2-6-22,-4 9 13,1 0-1,-2-1 0,1 1 1,-1 0-1,0-1 1,-1 1-1,0 0 0,-1-1 1,0 1-1,0 0 0,-1 0 1,0 0-1,-1 0 0,0 0 1,0 0-1,-1 0 1,0 1-1,-1 0 0,0 0 1,0 0-1,0 0 0,-1 1 1,0 0-1,-1 0 0,0 1 1,0-1-1,0 2 1,0-1-1,-1 1 0,0 0 1,0 0-1,-1 1 0,1 0 1,-1 1-1,0 0 0,0 0 1,-4 0-13,3 2 33,-1 1 0,1 0 0,-1 0 0,1 1 0,-1 1 0,1 0 0,0 0 0,0 1 0,-1 0 0,2 0 0,-1 1 0,0 1 0,1 0 0,0 0 0,0 1 0,0 0 0,1 0 0,0 1 0,0 0 0,1 0 0,0 1 0,0 0 0,-3 5-32,-1 2-193,1 0 0,0 0 1,1 1-1,0 0 1,2 1-1,0 0 0,0 0 1,2 1-1,0-1 1,1 1-1,1 0 0,1 1 1,0 3 191,1-20-165,1 1 0,-1-1 0,1 0 0,0 0-1,0 1 1,0-1 0,0 0 0,1 0 0,-1 1 0,0-1 0,1 0 0,0 0 0,-1 0 0,1 0 0,0 1 0,0-1 0,0-1 0,0 1 0,1 0 0,-1 0 0,0 0 0,1 0-1,0-1 1,-1 1 0,1-1 0,0 1 0,-1-1 0,1 0 0,0 0 0,0 0 0,0 0 0,0 0 0,1 0 0,-1 0 165,39 10-5268</inkml:trace>
  <inkml:trace contextRef="#ctx0" brushRef="#br0" timeOffset="351.446">314 82 5905,'0'0'3898,"0"0"-1648,0 0-420,0 0-300,0 0-510,0 0-43,-15-16 93,-42-49-149,57 65-909,0 1-1,0-1 0,1 1 0,-1-1 0,0 1 0,0-1 0,0 1 0,0-1 0,0 1 0,0-1 0,0 0 1,0 1-1,0-1 0,0 1 0,0-1 0,0 1 0,0-1 0,0 1 0,0-1 0,0 1 0,-1-1 0,1 1 0,0-1 1,0 0-1,-1 1 0,1-1 0,0 1 0,0-1 0,-1 0 0,1 1 0,0-1 0,-1 0 0,1 1 0,-1-1 0,1 0 1,0 0-1,-1 1 0,1-1 0,-1 0 0,1 0 0,-1 0 0,1 1 0,-1-1 0,1 0 0,-1 0 0,1 0 1,-1 0-1,1 0 0,0 0 0,-1 0 0,1 0 0,-1 0 0,0-1-11,2 4 62,91 281 2745,-22-98-2269,8-4-1,14 8-537,-85-177-88,-6-9-65,0 0 1,1 0 0,0 0 0,0 0 0,0 0-1,0-1 1,0 1 0,1-1 0,0 1 0,-1-1-1,1 0 1,1 0 0,-1 0 0,0 0 0,1-1-1,-1 1 1,1-1 0,0 0 0,0 0 0,0 0-1,1 0 153,10-56-11485,-15 26 8907</inkml:trace>
  <inkml:trace contextRef="#ctx0" brushRef="#br0" timeOffset="630.223">986 289 12635,'0'0'1795,"0"0"-608,0 0-517,-2 25 551,-29 171 1543,-130 239-1501,158-421-2037,-1 2-660,2-25-7013,2-17 5623,0-7-207</inkml:trace>
  <inkml:trace contextRef="#ctx0" brushRef="#br0" timeOffset="878.467">773 356 1032,'0'0'4576,"0"0"-146,0 0-2843,0 0-591,9 24 583,65 159 1111,-54-137-2305,3-2-1,1-1 1,2-1-1,2-1 1,2-1-1,2-2 1,1-1-1,2-1 1,16 11-385,-45-43-457,-1 0 0,1 0 1,0-1-1,0 0 0,1 0 0,-1-1 0,1 1 0,-1-1 0,1-1 1,0 1-1,-1-1 0,1 0 0,0-1 0,0 0 0,0 0 1,0 0-1,0-1 0,2 0 457,7-9-5607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5:34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522 587 5881,'0'0'2708,"0"0"1299,0 0-1729,0 0-1203,0 0-194,0 0 252,-5-8 59,2 2-1008,0 1 0,0 0 0,0 0 0,-1 1 1,0-1-1,0 1 0,0 0 0,0 0 0,-1 0 0,0 0 1,0 1-1,0 0 0,0 0 0,0 0 0,-1 1 0,1 0 1,-1 0-1,1 0 0,-1 1 0,0-1 0,-4 1-184,2-1 38,1 1 0,-1 0 0,0 1 0,0 0 0,0 0 0,1 1 0,-1 0 0,0 0 0,0 1 0,1 0 0,-1 0 0,1 0-1,0 1 1,0 1 0,0-1 0,0 1 0,0 0 0,1 0 0,-1 1 0,-4 5-38,-12 11 81,1 2-1,1 1 1,1 1-1,1 1 1,1 0 0,2 1-1,0 1 1,2 0-1,1 2 1,2-1 0,0 1-1,2 1 1,2 0-1,0 0 1,2 0 0,1 15-81,-4 14 198,3 0 1,3 0 0,2 0 0,3 0-1,3 1 1,2-2 0,12 40-199,-18-92 0,40 157 726,8-2 0,6-2-1,12 6-725,244 494 691,-289-591-686,-4 1 0,-2 0 0,-4 2 0,-3-1 0,-2 13-5,22 136 34,-21-167-11,-1 0-1,-3 1 1,-3 0 0,-2 0-1,-3 22-22,1-67 4,1 0-1,-2-1 1,1 1-1,-1-1 1,0 0-1,-1 1 1,0-1-1,0-1 1,-1 1-1,0-1 0,0 1 1,-1-1-1,0-1 1,0 1-1,0-1 1,-1 0-1,0-1 1,0 1-1,-1-1 1,1-1-1,-1 0 1,0 0-1,0 0 1,-1-1-1,0 0-3,-223 47 108,-74-38-1970,291-12 1221,28-22-7011,10-16-2053,-14 20 7686</inkml:trace>
  <inkml:trace contextRef="#ctx0" brushRef="#br0" timeOffset="3043.409">722 383 5905,'0'0'1242,"0"0"1316,0 0-416,0 0-774,0 0-321,0 0 57,13-12-78,95-121 16,-97 112-980,-1 0-1,0 0 0,-2-1 1,-1 0-1,0 0 0,-2-1 1,0 0-1,-2 0 1,1-17-62,21 129 2128,-7-12-970,-2 1 1,-4 1-1,1 73-1158,-13-150-1029,3 26 3339,0-21-6299,1-5-6892,-12 0 8130</inkml:trace>
  <inkml:trace contextRef="#ctx0" brushRef="#br0" timeOffset="24528.251">1360 2110 3449,'0'0'1763,"0"0"44,0 0 1951,0 0-1778,0 0-1125,0 0-472,4-15 114,-3 12-458,2-7 85,0 0 0,1 0 1,-1 0-1,2 1 1,-1 0-1,2 0 0,-1 0 1,1 0-1,0 1 1,1 0-1,0 0 0,6-5-124,-5 6 41,0 1 0,1 0 0,-1 1 0,1 0 0,0 0 0,1 1 0,-1 0 0,1 1 1,-1 0-1,1 0 0,0 1 0,0 0 0,1 1 0,-1 0 0,0 1 0,9 0-41,-13 4 7,1 1 1,-1 0 0,-1 0-1,1 1 1,-1 0 0,0 0-1,-1 0 1,1 0 0,-1 1-1,0-1 1,-1 1 0,1 0 0,-1 0-1,-1 1 1,0-1 0,0 1-1,0-1 1,-1 1 0,0 0-1,0-1 1,-1 1 0,0 0-1,0-1 1,-1 1 0,0 0-1,0-1 1,-1 2-8,2-3-5,-2 22-30,0-1-1,-2 0 0,-1 0 0,-1-1 1,-2 1-1,0-1 0,-1-1 0,-2 1 1,-1-2-1,-1 0 0,-1 0 0,0-1 1,-2-1-1,-1 0 0,-2 0 36,17-20 1,0 0 1,0 0-1,0 0 0,0 0 0,0 0 0,0 0 1,0-1-1,-1 1 0,1-1 0,-1 1 0,1-1 1,-1 0-1,1 0 0,-1 0 0,0 0 0,0-1 1,1 1-1,-1-1 0,0 0 0,0 0 1,0 1-1,0-2 0,1 1 0,-1 0 0,0-1 1,0 1-1,1-1 0,-1 0 0,0 0 0,1 0 1,-1 0-1,1 0 0,-1-1 0,1 1 0,-1-1 1,1 0-1,0 1 0,0-1 0,0 0 0,0 0 1,0-1-1,0 1 0,1 0 0,-1 0 1,1-1-1,-1 1 0,1-1 0,0 0 0,0 1 1,0-1-1,1 0 0,-1 1 0,0-2-1,-14-46-111,36 51 58,156 113 2106,-169-110-2005,1-1 0,0-1 0,0 0 0,0 0 0,0 0 1,1-1-1,-1-1 0,0 1 0,0-1 0,1-1 1,-1 0-1,0 0 0,0-1 0,0 0 0,0-1 0,0 0 1,0 0-1,0-1-48,26-57-2121,-35 20-4987,0 23 4749</inkml:trace>
  <inkml:trace contextRef="#ctx0" brushRef="#br0" timeOffset="39313.456">1140 1576 5937,'0'0'612,"0"0"678,0 0 208,0 0-605,0 0-258,-10-8-146,-30-27 166,40 35-607,-1-1-1,1 0 0,0 1 1,-1-1-1,1 1 0,-1-1 0,1 0 1,-1 1-1,1-1 0,-1 1 1,1-1-1,-1 1 0,1 0 1,-1-1-1,0 1 0,1 0 1,-1-1-1,0 1 0,1 0 1,-1 0-1,0 0 0,0-1 1,1 1-1,-1 0 0,0 0 1,1 0-1,-1 0 0,0 0 1,0 0-1,1 0 0,-1 1 0,0-1 1,1 0-1,-1 0 0,0 1 1,1-1-1,-1 0 0,0 0 1,1 1-1,-1-1 0,0 1 1,1-1-1,-1 1 0,1-1 1,-1 1-1,1-1 0,-1 1 1,1-1-1,0 1 0,-1 0 1,1-1-1,0 1 0,-1 0 1,1-1-1,0 1 0,0 0 0,-1-1 1,1 1-1,0 0 0,0 0 1,0-1-1,0 1 0,0 0 1,0-1-1,0 1 0,0 0 1,1 0-1,-1-1 0,0 1 1,0 0-48,-1 7 213,-93 538 3968,72-249-2595,23-281-1523,1 1 0,0-1 0,1 0 0,1 0 0,1 0 0,0 0 1,1-1-1,0 1 0,1-2 0,1 1 0,1-1 0,0 0 0,1-1 0,0 0 0,1 0 0,9 8-63,5-2 88,0-1 0,1-1-1,1-1 1,1-1 0,0-2-1,1 0 1,0-2 0,1-2-1,0 0 1,1-2 0,9 0-88,-37-6-619,17 4 381,-14-5-2811,-4-1-3309,-2-8 1356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11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425 282 5697,'0'0'1256,"0"0"2569,0 0-1627,0 0-820,0 0-634,0 0-237,0-10 464,-62 153 910,42-109-1647,-21 31-161,-3-2 0,-3-2 0,-2-1 0,-13 6-73,-15 21-520,54-43-3116,23-43 1405,0-3-886,0-8 2160,0-5 13</inkml:trace>
  <inkml:trace contextRef="#ctx0" brushRef="#br0" timeOffset="352.411">82 414 6369,'0'0'887,"0"0"2967,0 0-1336,0 0-1239,0 0-791,0 0-280,5 2 190,6 9-133,0 1 1,-1 0-1,-1 0 1,1 1 0,-2 0-1,0 0 1,-1 1-1,0 0 1,-1 1-1,0-1 1,-2 1 0,1 0-1,-2 1 1,0-1-1,0 6-265,7 37 756,-9-42-664,0 0 0,1-1 1,1 1-1,1-1 1,0 0-1,1 0 0,1-1 1,0 1-1,1-1 0,0 0 1,1-1-1,1 0 1,9 12-93,-17-23-48,1-1 0,-1 1-1,1-1 1,-1 1 0,1-1 0,-1 0 0,1 0 0,0 0 0,0 1 0,-1-2 0,1 1 0,0 0 0,0 0 0,0-1 0,0 1 0,0-1 0,0 1-1,0-1 1,0 0 0,1 0 0,-1 0 0,0 0 0,0 0 0,0 0 0,0-1 0,0 1 0,0 0 0,0-1 0,0 0 0,0 0 0,0 1 0,-1-1-1,1 0 1,0-1 0,0 1 0,1-1 48,23-43-7157,-18 19 2874</inkml:trace>
  <inkml:trace contextRef="#ctx0" brushRef="#br0" timeOffset="2111.63">601 20 4905,'0'0'1084,"0"0"1846,0 0-1432,0 0-479,-4-4 13,4 4-1256,-20-16 2459,25 24 456,35 26-2319,-1 2 0,-2 2 0,-1 2 0,-2 1 0,-2 1 0,-2 2 0,-2 1 0,-1 1 0,-3 1 0,-2 2 0,-2 0 0,-2 1 0,-3 1 0,-1 0 0,-1 14-372,-11-38 10,-1 1 0,-1-1 0,-2 1 0,0-1 0,-2 0 0,-1 0 0,-2 0 0,0 0 0,-2-1 0,0 0 0,-2-1 0,-3 3-10,-55 96-303,7-58-5180,45-57-1599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23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12 6857,'0'0'762,"0"0"2091,0 0-1416,0 0-698,-12 1 365,11 0 2985,119 1-3661,233-17 1518,-335 16-15777,-19 2 12984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23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7282,'0'0'289,"0"0"587,0 0 1386,0 0-596,0 0-630,0 0-49,15 3 254,411 45 1884,-400-42-6349,-25-15-3981,-12-6 4103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25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6081,'0'0'514,"0"0"203,0 0 1628,0 0-173,0 0-687,0 0-628,5-7-232,16-21-360,-16 18-133,0 1 1,2-1-1,-1 1 1,1 0-1,0 0 1,1 1-1,0 0 1,0 1-1,1-1 1,0 2-1,0-1 1,0 1-1,1 0 1,0 1-1,0 1 1,1-1-1,-1 1 1,1 1-1,0 0 0,9-1-132,-13 4-10,0-1 0,-1 1 0,1 0 0,0 1 0,-1 0 0,1 0-1,-1 0 1,1 1 0,-1 0 0,1 0 0,-1 1 0,0 0-1,0 0 1,0 0 0,-1 0 0,1 1 0,-1 0 0,0 1 0,0-1-1,0 1 1,-1 0 0,1 0 0,-1 0 0,0 0 0,-1 1-1,1 0 1,-1 0 0,0 0 0,-1 0 0,1 0 0,0 7 10,4 6-7,-1 1-1,-1 1 1,0-1 0,-2 1 0,-1 0 0,0 0 0,-1 0 0,-2 0 0,0-1 0,-1 1-1,-1 0 1,-1 0 0,-1-1 0,0 0 0,-2 0 0,0 0 0,-2-1 0,0 0 0,-1-1-1,0 0 1,-2 0 0,0-1 0,-1-1 0,-12 12 7,24-26-1,0 0-1,0 0 1,-1 0 0,1 0 0,0 0-1,-1 0 1,0-1 0,1 1 0,-1 0-1,0-1 1,0 0 0,0 1-1,0-1 1,0 0 0,0 0 0,0 0-1,0 0 1,0 0 0,-1 0-1,1-1 1,0 1 0,-1-1 0,1 0-1,0 0 1,-1 1 0,1-1 0,0-1-1,-1 1 1,1 0 0,0-1-1,-1 1 1,1-1 0,0 0 0,0 1-1,-1-1 1,1 0 0,0 0-1,0-1 1,0 1 0,0 0 0,0-1-1,1 1 1,-1-1 0,0 0 0,1 1-1,-1-1 1,0-2 1,-36-168-1240,61 184 1032,-3-2 325,1 0 1,0-1 0,1-1-1,-1-1 1,2-1 0,-1-1-1,0-1 1,1-1 0,0-1-1,0-1 1,0-1 0,0 0-1,0-2 1,-1-1 0,1-1-1,-1-1 1,0-1-1,17-7-117,-35 13-100,29-12-2038,-15-3-3427,-12 7 3448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26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5033,'0'0'902,"0"0"-577,0 0 505,0 0 2396,0 0-1315,0 0-858,0 0-435,25 3 1958,29 10-1329,0-3-1,0-1 1,1-4 0,52 0-1247,-22-5 253,-84 0-297,-1 0-140,0 0-751,-34-13-9315,21 8 8385,3 0 366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29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5601,'0'0'895,"0"0"-644,0 0 500,0 0 2200,0 0-1164,0 0-946,26-8 2261,187 36 1685,-56-30-3446,0-6 1,112-23-1342,-175 21-2048,-102 29-3243,-67 40-2185,35-32 5067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29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5873,'0'0'7789,"0"0"-5506,0 0-1823,0 0-213,0 0 339,22-7 268,187-46 1058,-206 53-1909,-1-1 0,1 1 0,-1 0 0,1 0 0,-1 0 0,1 0 0,-1 0 0,1 1 0,-1-1 0,1 1 0,-1-1 0,1 1 0,-1 0 0,0 0 0,1 0 0,-1 0 0,0 0 0,0 1 0,0-1 0,0 1 0,0-1 0,0 1 0,0 0 0,-1 0 0,1 0 0,0 0 0,-1 0 0,0 0-1,1 0 1,-1 0 0,0 1 0,0-1 0,0 0 0,-1 1 0,1-1 0,-1 1 0,1-1 0,-1 1 0,0-1 0,0 1 0,0-1 0,0 1 0,0-1 0,0 1 0,-1-1 0,1 1 0,-1-1 0,0 1-3,1 4 13,0 0 0,0-1 1,-1 1-1,0 0 0,0-1 0,-1 1 0,0-1 1,0 0-1,0 1 0,-1-1 0,0 0 1,0 0-1,0-1 0,-1 1 0,0-1 0,0 1 1,0-1-1,-1 0 0,1-1 0,-1 1 0,-1-1 1,1 0-1,0 0 0,-1-1 0,0 0 0,0 0 1,0 0-1,0 0 0,-1-1 0,1 0 1,0-1-1,-7 2-13,16-13-123,6 0 95,1 1 1,0 1-1,1 0 0,0 0 0,0 1 1,1 1-1,-1 0 0,1 0 1,1 1-1,-1 1 0,1 0 1,0 1-1,-1 0 0,2 1 0,-1 0 1,0 1-1,0 0 0,12 2 28,-19 2-7,-1 1 0,0-1-1,0 1 1,-1 0 0,1 0-1,-1 1 1,0-1 0,0 1 0,0 0-1,-1 0 1,1 1 0,-1-1-1,-1 0 1,1 1 0,-1 0-1,0 0 1,0 0 0,-1 0-1,1 0 1,-1 0 0,-1 0 0,1 0-1,-1 3 8,7 187 1325,-10-190-1293,0 0 1,0 0 0,-1 0-1,1-1 1,-1 1 0,-1-1-1,1 0 1,-1 0 0,0 0-1,0-1 1,0 0 0,0 0-1,-1 0 1,0 0 0,0-1 0,0 0-1,0 0 1,0-1 0,0 1-1,-1-2 1,1 1 0,-1-1-1,0 0 1,1 0 0,-1 0-1,0-1 1,0 0 0,1-1-1,-1 1 1,0-1 0,1-1 0,-1 1-1,0-1 1,1 0 0,0-1-1,0 1 1,-1-1 0,2 0-1,-1-1 1,0 0 0,1 0-1,-1 0 1,-1-3-33,-27-79-3910,54-4-4797,3 51 3351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30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6313,'0'0'226,"0"0"521,0 0 1926,0 0-1367,0 0-519,0 0-207,-3 6 342,-1-1-463,-4 10-107,5-1 2773,18-14-2131,335 1 2146,-146-5-5030,-199 1-4927,6-8 3361,-8 8 2210,10-8 145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27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394 611 3585,'0'0'2014,"0"0"-498,0 0 1674,0 0-1316,0 0-858,0 0-267,3-7 21,8-21 69,-8 21-93,-3 22-32,-8 29-249,-1-1-1,-3 0 1,-1-1 0,-2-1 0,-2 0-1,-2-1 1,-2-1 0,-1-1 0,-2-1-1,-1-1 1,-2-1 0,-1-1 0,-22 19-465,42-44 6,-84 96-760,76-111-10832,14-3 9959,0-11-738</inkml:trace>
  <inkml:trace contextRef="#ctx0" brushRef="#br0" timeOffset="313.323">31 655 4233,'0'0'2242,"0"0"1896,0 0-1944,0 0-1129,0 0 130,0 0 128,21 20 260,123 134 1082,-79-39-1618,58 75-898,-111-182-631,-4-30-7833,-8 2 2816</inkml:trace>
  <inkml:trace contextRef="#ctx0" brushRef="#br0" timeOffset="1034.803">616 33 4657,'0'0'1611,"0"0"1654,0 0-1210,0 0-974,0 0-691,0 0 7,16-5 87,-8 2-394,3-2 55,-1 1 0,1 1 1,-1-1-1,1 2 1,0 0-1,0 0 1,1 1-1,-1 0 1,0 1-1,0 0 1,0 1-1,1 0-145,-4 89 734,-103 14-5,94-103-647,31-6-196,-28 3 125,0 1-1,0-1 1,1 1-1,-1-1 1,0 1-1,1 0 0,-1 0 1,0 0-1,1 0 1,-1 0-1,1 1 1,-1-1-1,1 1 1,0-1-1,-1 1 0,1 0 1,-1 0-1,1 0 1,0 1-1,-1-1 1,1 1-1,-1-1 1,1 1-1,-1 0 0,1 0 1,-1 0-1,1 0 1,-1 0-1,0 0 1,0 1-1,0-1 1,0 1-1,0 0 0,0 0 1,0-1-1,0 1 1,-1 0-1,1 1 1,-1-1-1,1 0 1,-1 0-1,0 1 0,0-1 1,0 0-1,0 1 1,0-1-1,0 1 1,-1-1-1,0 1 0,1 0 1,-1-1-1,0 1 1,0 1-11,2 4 79,0 1 0,-1-1 1,0 1-1,0 0 1,-1 0-1,0 0 0,-1 0 1,0-1-1,0 1 0,-1 0 1,0-1-1,0 1 0,-1-1 1,0 0-1,-1 0 0,0 0 1,0 0-1,-1 0 0,0-1 1,0 0-1,0 0 1,-1 0-1,0-1 0,-1 0 1,1 0-1,-1 0 0,0-1 1,-1 0-1,1-1 0,-1 1 1,0-2-1,-5 3-79,-18 2 502,-38 12-3690,4 8-6775,42-15 7842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25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369 0 6457,'0'0'647,"0"0"2461,0 0-1481,0 0-787,11 6 1068,-53 112 1589,-162 192-2210,101-169-1147,87-110-370,7-11-4687,8-19-233,-1-1 4799,2 0-90,-2-2-827</inkml:trace>
  <inkml:trace contextRef="#ctx0" brushRef="#br0" timeOffset="337.735">40 134 3473,'0'0'1695,"0"0"-139,0 0 2168,0 0-1963,0 0-962,0 0 212,16 3 328,-6-1-1095,-3-1-144,-1 0 0,0 1 0,0-1 0,0 1 0,0 0 0,-1 1 0,1-1 1,0 1-1,-1 0 0,0 1 0,0-1 0,0 1 0,0 0 0,0 0 0,-1 0 1,0 1-1,1 1-100,19 32 854,-3 1 0,-1 1-1,-1 0 1,-3 2 0,5 20-854,34 83 792,-54-143-1293,20 37 989,-11-32-9228,-10-8 4781,0-5 2252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35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67 888,'0'0'11653,"0"0"-7738,0 0-2927,0 0-671,0 0 287,0 0 148,11-6-129,-9 4-597,9-6 30,1 1 1,0 0-1,0 1 1,1 0-1,0 1 1,0 1-1,0-1 1,0 2-1,1 0 1,0 1-1,6 0-56,-17 5-9,0 0 0,0 0 0,0 0 0,-1 1 0,0 0 0,1-1 0,-1 1-1,0 0 1,-1 0 0,1 0 0,-1 0 0,0 0 0,0 1 0,0-1 0,0 0 0,-1 1 0,0-1 0,0 0 0,0 1 0,0-1 0,-1 0-1,1 0 1,-2 5 9,2 2 14,-2 20 14,-2 0 1,-1 0-1,-1 0 0,-1-1 0,-2 0 0,-1 0 0,-2-1 0,0 0 0,-2-1 1,-1-1-1,-10 14-28,-45 31-211,68-70 196,1-1 0,-1 0 0,0 1 0,1-1 0,-1 0 0,0 0 0,0 0 0,0 0 0,0 0 0,0 0-1,0 0 1,0-1 0,-1 1 0,1-1 0,0 0 0,0 0 0,0 1 0,0-1 0,-1-1 0,1 1 0,0 0-1,0 0 1,0-1 0,0 1 0,0-1 0,-1 0 0,1 0 0,0 0 0,1 0 0,-1 0 0,0 0-1,0 0 1,0-1 0,1 1 0,-1 0 0,0-1 0,1 0 0,0 1 0,-1-1 0,1 0 0,0 0 0,-1 0 15,-1-2-21,0 0 0,0 1 1,1-1-1,-1 0 1,1 0-1,0-1 0,0 1 1,0 0-1,1-1 1,-1 1-1,1-1 0,0 0 1,1 1-1,-1-1 1,1 0-1,0 1 0,0-1 1,0 0-1,1 1 1,-1-1-1,1 0 0,0 1 1,1-1-1,-1 1 1,1-1-1,0 1 0,0 0 1,0 0-1,1 0 1,-1 0-1,1 0 0,0 0 1,0 1-1,0-1 1,1 1-1,-1 0 0,1 0 1,0 0-1,0 1 1,0-1-1,0 1 0,0 0 1,0 0-1,1 0 1,2 0 20,6 3 28,0 1 0,-1 0 0,1 1 0,0 0 0,-1 1 0,0 0 0,1 1 0,-2 1 1,1 0-1,-1 0 0,0 1 0,0 1 0,7 6-28,103 52 361,-112-62-362,1-1 0,0 0-1,-1 0 1,1 0-1,0-2 1,0 1-1,0-1 1,0-1 0,1 1-1,-1-2 1,0 1-1,0-2 1,0 1-1,0-1 1,0-1 0,-1 0-1,1 0 1,-1-1-1,1 0 1,-1-1-1,0 1 1,-1-2 0,1 0-1,-1 0 1,0 0-1,-1-1 1,1 0-1,-1-1 2,38-78-8821,-29 47 6099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33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566 403 6345,'0'0'2039,"0"0"437,0 0-1252,0 0-476,0 0-285,0 0-182,-12 7 149,-77 74 1195,-202 416 2003,282-476-3795,-13 22-172,4-26-3699,-8-33-2538,13-5 5615</inkml:trace>
  <inkml:trace contextRef="#ctx0" brushRef="#br0" timeOffset="263.355">121 447 6801,'0'0'1965,"0"0"274,0 0-791,0 0 119,22 28 15,132 173 486,-149-194-1991,17 27 36,1-1 0,2-2-1,1 0 1,2-1 0,1-2-1,0-1 1,13 6-113,-42-33-137,-1 0 0,1-1 0,0 1 0,-1-1 0,1 1 0,0-1 0,-1 1 0,1-1 0,0 1-1,0-1 1,0 1 0,0-1 0,0 1 0,-1-1 0,1 1 0,0-1 0,0 0 0,0 1 0,0-1 0,1 1 0,-1-1 0,0 1 0,0-1 0,0 1 0,0-1 0,0 1 0,1-1 0,-1 1-1,0-1 1,1 1 0,-1-1 0,0 1 0,0 0 0,1-1 0,-1 1 0,1-1 0,-1 1 0,0 0 0,1-1 0,-1 1 0,1 0 0,-1 0 0,1-1 0,-1 1 0,1 0 0,-1 0 0,1 0 0,-1 0-1,1-1 1,-1 1 0,1 0 0,0 0 0,-1 0 0,1 0 0,-1 0 0,1 0 0,-1 1 0,1-1 0,-1 0 0,1 0 0,-1 0 0,1 0 0,-1 1 0,1-1 0,-1 0 0,1 0 0,-1 1 0,1-1-1,-1 1 138,0-3 15,-2-22-4620</inkml:trace>
  <inkml:trace contextRef="#ctx0" brushRef="#br0" timeOffset="780.605">880 0 6785,'0'0'1745,"0"0"1013,0 0-1233,0 0-940,0 0-419,0 0 12,10 0 102,169 12 1173,-178-10-1408,1 1-1,-1-1 1,1 0-1,-1 1 0,0 0 1,0-1-1,0 1 1,-1 0-1,1-1 0,0 1 1,-1 0-1,0 0 1,0-1-1,0 1 1,0 0-1,0 0 0,0 0 1,-1-1-1,1 1 1,-1 0-1,0 0 0,0-1 1,0 1-1,0-1 1,0 1-1,-1-1 0,1 1 1,-1-1-1,1 0 1,-1 0-1,0 1 1,0-1-1,-2 1-44,-51 73 816,38-56-523,0 0-1,1 1 1,2 1-1,0 1 1,1 0-1,1 0 1,1 2-1,2-1 1,0 1-1,2 0 1,0 1-1,0 9-292,9-31 28,0 0 0,0 0 0,0 0-1,0-1 1,1 1 0,-1-1 0,1 0 0,0 1 0,0-1-1,0-1 1,0 1 0,1 0 0,-1-1 0,1 0-1,0 1 1,-1-1 0,1-1 0,0 1 0,0-1-1,0 1 1,0-1 0,1 0 0,-1-1 0,0 1 0,0-1-1,1 1 1,-1-1 0,0-1 0,0 1 0,1-1-1,-1 1 1,0-1 0,0 0 0,0-1 0,0 1-1,2-2-27,16 2 51,83-22 594,-41 5-2075,-20 13-3603,-38 6 248,-4 5 1959</inkml:trace>
  <inkml:trace contextRef="#ctx0" brushRef="#br0" timeOffset="1309.018">10 1067 1536,'0'0'6919,"0"0"-1550,0 0-3534,0 0-1375,0 0-232,-1 7 25,-1 4-321,1-9 138,0 0-1,0 0 0,0 0 0,1 1 1,-1-1-1,0 0 0,1 0 0,0 0 1,-1 1-1,1-1 0,0 0 0,0 0 1,0 1-1,1-1 0,-1 0 0,1 0 1,-1 1-1,1-1 0,0 0 0,-1 0 1,1 0-1,0 0 0,0 0 0,1 0 1,-1 0-1,0 0 0,1 0 0,-1-1 1,1 1-1,-1-1 0,1 1 0,0-1 1,0 1-1,0-1 0,0 0 0,0 0 1,1 1-70,275 4 3059,273-26-2212,-527 23-1042,9 10-4574,24 2-4921,-44-15 8825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37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36 6153,'0'0'4547,"0"0"-2312,0 0-710,0 0-319,-2-6-14,-7-18-309,7 18-208,-5 64 2444,2 973 2653,-49-466-5129,45-441-644,7-69-1,-2 1 1,-3-1 0,-2 0-1,-3-1 1,-2 3 1,-23 102 267,62-226-1986,5 26-2485,-15 22-593,4-6-3578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38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54 3065,'0'0'2880,"0"0"1657,0 0-1772,0 0-1122,0 0-587,0 0-292,5 1-58,212 13 4005,-179-30-6105,-28-23-9526,-10 26 8605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38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92 8514,'0'0'5080,"0"0"-3433,0 0-1619,0 0 532,18-10-19,120-63 801,-137 72-1292,1 0 0,0 0 0,0 0 0,0 0 0,0 0 1,0 1-1,0-1 0,0 1 0,0-1 0,0 1 0,0 0 0,0 0 1,0 0-1,0 0 0,0 0 0,0 1 0,0-1 0,0 0 0,0 1 1,0-1-1,0 1 0,0 0 0,0 0 0,0 0 0,-1 0 0,1 0 0,0 0 1,-1 0-1,1 1 0,0-1 0,-1 1 0,0-1 0,1 1 0,-1-1 1,0 1-1,0 0 0,0-1 0,0 1 0,0 0 0,0 0 0,0 0 1,-1 0-1,1 0-50,5 98 1554,-7-71-1371,1-23-167,1 1 0,-1-1 0,0 1 0,-1 0 1,0-1-1,0 1 0,0-1 0,-1 1 0,0-1 1,0 0-1,-1 0 0,1 0 0,-1 0 0,-1 0 1,1 0-1,-1-1 0,0 0 0,0 0 0,-1 0 1,1 0-1,-1 0 0,0-1 0,0 0 0,-1 0 0,1-1 1,-1 1-1,0-1 0,-3 1-16,42 32-969,-21-30 1043,-1-1 0,1-1 0,1 0 0,-1 0 0,1-1 0,-1-1 1,1 0-1,0-1 0,0 0 0,0-1 0,0-1 0,0 0 0,-1 0 0,1-1 1,0-1-1,-1 0 0,1-1 0,-1 0 0,0-1 0,-1-1 0,1 1 1,-1-2-1,0 0 0,0 0 0,-1-1 0,2-2-74,85-96-6239,-72 55-683,-11 5 2836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39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19 255 5265,'0'0'5795,"0"0"-2847,0 0-1567,0 0-787,0 0-398,0 0 125,-5 1-112,-9 2 368,14-3 122,25-18 994,-10 0-1540,0-1 0,-1 0 1,-1-1-1,0 0 0,-2-1 1,-1-1-1,0 0 0,-2 0 1,0-1-1,2-12-153,5 192 2533,15 384 718,-30-542-3271,1 1 0,-1 0 0,0-1 0,0 1 0,1 0 0,-1-1 0,0 1 0,1 0 0,-1-1-1,0 1 1,1 0 0,-1 0 0,1-1 0,-1 1 0,0 0 0,1 0 0,-1 0 0,1-1 0,-1 1 0,0 0 0,1 0 0,-1 0 0,1 0 0,-1 0 0,1 0-1,-1 0 1,0 0 0,1 0 0,-1 0 0,1 0 0,-1 1 0,1-1 0,-1 0 0,0 0 0,1 0 0,-1 0 0,1 1 0,-1-1 0,0 0 0,1 1 20,13-46-3421,-8 17-2297,-3 3-3398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48.47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229 74 5657,'0'0'1406,"0"0"1909,0 0-1493,0 0-702,-18 28 110,-54 100 343,65-113-1318,1 0 0,1 0 0,0 1-1,2-1 1,-1 1 0,2 0 0,0 0-1,1 0 1,1 0 0,0 0 0,2 14-255,0 19 573,-3-37-495,1 0 0,0 0 0,0 0 0,1-1 0,1 1 0,0 0 0,1-1 0,0 1 0,0-1 0,2 0 0,-1 0 0,1-1-1,1 1 1,0-1 0,0 0 0,1 0 0,0-1 0,1 0 0,0 0 0,0-1 0,1 0 0,0-1 0,0 1 0,1-2 0,0 1 0,0-2 0,1 1 0,0-1 0,-1-1 0,12 3-78,-10-4 16,1-1 0,0 0 1,0-1-1,0-1 0,0 0 0,0-1 0,0 0 0,0-1 1,0 0-1,-1-1 0,1 0 0,-1-1 0,1-1 1,-1 0-1,-1-1 0,1 0 0,-1-1 0,0 0 0,0 0 1,-1-1-1,0-1 0,-1 0 0,0 0 0,0-1 1,-1 0-1,0 0 0,-1-1 0,0 0 0,0 0 0,3-11-16,3-3-1,-2-1 0,-1 0 0,-1 0 0,-1-1 0,-2 0 0,0-1 0,-2 1 0,-1-1 0,-1 0 0,-2 0 0,0 1 0,-4-18 1,0 33 5,0 0-1,-1 0 0,0 1 1,-1-1-1,0 1 0,-1 0 1,0 1-1,0 0 0,-2 0 1,1 0-1,-1 1 0,0 1 1,-1-1-1,0 2 0,0-1 1,-1 1-1,0 1 0,0 0 1,-1 0-1,1 1 0,-1 1 1,0 0-1,-1 0 0,1 1 1,0 1-1,-1 0 0,0 1 1,1 0-1,-1 1 0,0 1 1,0 0-1,1 0 0,-1 1 1,1 1-1,-1 0 0,1 1 1,0 0-1,0 1 0,1 0 1,-5 3-5,-3 1 9,1 1 0,-1 1 1,1 0-1,1 2 0,0 0 1,1 0-1,1 2 0,0 0 0,0 1 1,2 0-1,0 1 0,1 0 0,1 1 1,0 1-1,2 0 0,0 0 1,1 1-1,1 0 0,0 0 0,2 0 1,1 1-1,0 0 0,1 0 1,2 0-1,0 20-9,3-31 7,1-1 0,1 0 1,-1 0-1,2 0 0,-1-1 0,1 1 1,0-1-1,1 0 0,0-1 0,0 1 1,0-1-1,1 0 0,0-1 1,1 1-1,-1-2 0,1 1 0,1-1 1,-1 0-1,0 0 0,1-1 0,0-1 1,0 1-1,1-2 0,-1 1 0,2-1-7,17 5 24,1-1 0,0-1 0,0-2 0,0-1 0,1-1 0,-1-1 0,24-4-24,-36 2 5,1 0-1,-1-1 1,0 0-1,0-1 1,0-1-1,0-1 1,-1-1-1,0 0 1,0-1 0,-1 0-1,0-2 1,0 1-1,-1-2 1,-1 0-1,0-1 1,0 0-1,-1-1 1,0 0-1,-2-1 1,1 0-1,-2-1 1,0 0-1,0 0 1,-2-1-1,0 0 1,0-1-1,-2 1 1,3-15-5,-7 16 0,-1 0 1,0 1-1,-1-1 1,-1 1-1,0-1 1,-1 1-1,-1 0 0,0-1 1,-1 2-1,0-1 1,-1 1-1,0 0 1,-2 0-1,1 0 0,-1 1 1,-1 0-1,0 1 1,-1 0-1,0 1 1,-1-1-1,0 2 0,-1 0 1,1 0-1,-2 1 1,-8-4-1,13 5 35,0 1 0,-1 1 0,0-1 0,0 1 0,0 1 0,0-1 0,-1 2 0,0-1 0,0 2 1,0-1-1,0 1 0,0 0 0,0 1 0,0 1 0,-1-1 0,1 2 0,0-1 0,-1 1 0,1 1 0,0 0 1,0 0-1,0 1 0,0 1 0,1-1 0,-1 2 0,1-1 0,0 1 0,0 0 0,1 1 0,-1 0 1,1 1-1,1-1 0,-1 2 0,1-1 0,-2 4-35,-2 9 5,2 1-1,1 0 1,1 1-1,0-1 1,2 1 0,1 1-1,0-1 1,2 0-1,0 1 1,2 0 0,0-1-1,1 1 1,2 2-5,-2-18 1,1 1 1,0-1-1,0 1 1,1-1-1,0 0 1,0 0-1,1 0 1,0 0-1,0 0 0,0-1 1,1 0-1,0 0 1,0 0-1,1-1 1,-1 1-1,1-1 1,0-1-1,1 1 1,-1-1-1,1 0 0,0-1 1,0 1-1,0-1 1,0-1-1,0 1 1,1-1-1,0-1 1,-1 1-1,1-1 0,0 0 1,-1-1-1,1 0 1,0 0-1,0-1 1,-1 0-1,1 0 1,-1-1-1,1 0 1,-1 0-1,1-1 0,-1 0 1,0 0-1,0-1 1,-1 1-1,6-5-1,0-1 1,0 0 0,-1-1 0,0 0 0,0-1 0,-1 0-1,0-1 1,-1 0 0,-1-1 0,0 0 0,0 0 0,-1-1-1,-1 0 1,-1 0 0,0 0 0,0 0 0,-1-1 0,-1 0 0,-1 0-1,0 0 1,-1 0 0,-1 0 0,0-1 0,-1 1 0,0 0 0,-3-9-1,3 18-7,0 0 0,-1 0 0,0 0 0,0 0-1,-1 0 1,1 1 0,-1-1 0,0 1 0,-1 0 0,1 0 0,-1 0 0,0 0 0,0 0 0,-1 1 0,0 0 0,1 0 0,-1 0 0,0 0 0,-1 1 0,1 0 0,-1 0 0,1 0 0,-1 1 0,0 0 0,0 0 0,0 1 0,0-1 0,0 1 0,-6 0 7,0 0-264,0 0 0,0 0 1,0 1-1,0 1 0,0 0 0,0 1 0,0 0 0,0 1 1,1 0-1,-1 1 0,1 0 0,0 1 0,0 0 1,1 1-1,-6 3 264,-82 76-8514,68-50 3796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51.579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517 1 4705,'0'0'1200,"0"0"649,0 0 851,-14 19-958,-9 12-1350,-3 1 444,1 2 1,2 1 0,2 0-1,1 2 1,1 0-1,3 1 1,-3 12-837,16-42 44,0-1 1,1 0-1,0 0 0,1 1 1,-1-1-1,1 1 0,1-1 1,0 1-1,0 0 0,0-1 1,1 1-1,0-1 0,0 1 1,1-1-1,0 0 0,1 1 1,-1-1-1,1 0 0,0 0 1,1-1-1,0 1 0,0-1 1,1 0-1,-1 0 1,1 0-1,0 0 0,1-1 1,-1 0-1,1 0 0,0-1 1,1 1-1,5 2-44,16 4 93,0-1 1,0-1-1,1-2 0,0 0 1,0-3-1,1 0 0,0-2 1,-1 0-1,1-3 0,0 0 1,-1-2-1,4-2-93,-13 2 35,0-1 0,-1-1 0,0-1 1,0-1-1,0-1 0,0 0 0,-1-1 0,-1-1 0,0-1 0,7-6-35,-16 11 3,0 1 1,-1-2-1,0 1 0,-1-1 0,1 0 1,-1 0-1,-1-1 0,1 1 0,-1-1 1,-1-1-1,1 1 0,-1-1 1,-1 1-1,0-1 0,0 0 0,0-1 1,-1 1-1,-1 0 0,0 0 0,0-1 1,-1 1-1,0-10-3,-6 7-110,1 1-1,-2 0 1,0 0 0,0 0-1,-1 1 1,0 0 0,-1 0-1,0 1 1,0 0 0,-1 1-1,0 0 1,-1 1 0,1 0-1,-2 0 1,1 1 0,-1 1 0,1 0-1,-2 0 1,1 1 0,0 1-1,-1 0 1,1 1 0,-1 0-1,0 1 1,-12 0 110,-4-5 52,0 1 0,0 2 0,0 1 0,0 1-1,-1 1 1,1 2 0,0 1 0,0 1 0,0 2 0,1 1 0,0 1 0,0 1 0,1 1 0,0 2-1,0 0 1,2 2 0,-1 1 0,2 1 0,0 1 0,1 2 0,1 0 0,1 1 0,-7 9-52,22-22 42,0-1 0,1 1 0,0 0 0,0 0 0,0 1 0,1-1 1,0 1-1,1 0 0,0 0 0,0 0 0,1 1 0,0-1 1,0 1-1,1-1 0,0 1 0,0-1 0,1 1 0,1 0 0,-1-1 1,1 1-1,1-1 0,-1 1 0,1-1 0,1 1 0,0-1 1,0 0-1,0 0 0,1 0 0,1-1 0,-1 0 0,1 1 0,0-1 1,6 5-43,17 3 61,1-2 1,0-1 0,1-2 0,0 0 0,1-2 0,0-2 0,0-1-1,0-1 1,1-1 0,-1-2 0,1-1 0,-1-2 0,13-2-62,-26 5-33,0-1 1,-1 0 0,1-2 0,-1 1-1,1-2 1,-1-1 0,0 0-1,0-1 1,0 0 0,0-2-1,-1 0 1,0-1 0,-1 0 0,0-1-1,0-1 1,-1-1 0,0 0-1,-1 0 1,0-2 0,-1 1-1,0-2 1,-1 1 0,-1-2 0,0 1-1,-1-2 1,0 1 0,-2-1-1,1 0 1,-2 0 0,0-1-1,-1 0 1,2-17 32,-5 26-10,1 0-1,-2-1 0,1 1 1,-1-1-1,-1 1 0,0-1 1,0 0-1,0 1 0,-1-1 1,-1 1-1,1-1 1,-1 1-1,-1 0 0,1 0 1,-1 0-1,-1 0 0,0 0 1,0 0-1,0 1 1,-1 0-1,0 0 0,0 0 1,-1 1-1,0-1 0,0 1 1,0 1-1,-1-1 0,0 1 1,0 0-1,-1 1 1,1 0-1,-1 0 0,0 0 1,0 1-1,-7-2 11,-7 2 92,0 1 0,-1 0 0,0 2 0,1 1-1,-1 0 1,1 2 0,0 0 0,-1 2 0,1 0 0,1 1 0,-1 2 0,1 0 0,1 1-1,0 1 1,0 1 0,0 1 0,2 1 0,0 0 0,0 1 0,1 1 0,1 1-1,0 0 1,1 1 0,1 1 0,1 0 0,1 1 0,0 1 0,1-1 0,1 2-1,1-1 1,1 1 0,1 1 0,1 0 0,0 0 0,2 0 0,1 0 0,0 1 0,2 13-93,1-27 20,1-1-1,1 1 0,0-1 0,0 1 0,1-1 0,0 0 0,0 0 1,1-1-1,0 1 0,0-1 0,1 1 0,0-1 0,0-1 0,0 1 0,1-1 1,0 0-1,1 0 0,-1 0 0,1-1 0,0 0 0,1-1 0,-1 1 0,1-1 1,-1-1-1,1 0 0,0 0 0,1 0 0,-1-1 0,0 0 0,1-1 0,-1 0 1,8 0-19,24 1 17,0-2 1,-1-2-1,1-1 1,-1-3-1,0-1 0,0-1 1,0-3-1,-2-1 1,1-2-1,-2-1 1,0-2-1,0-1 1,-2-2-1,0-2 1,-2 0-1,0-3 1,-2 0-1,-1-2 1,24-28-18,-44 47-21,0 0 1,-1-1-1,0 0 1,-1-1 0,1 1-1,-2-1 1,1-1-1,-2 1 1,1-1-1,-1 0 1,-1 0 0,0-1-1,-1 1 1,0-1-1,-1 0 1,0 0-1,0 0 1,-2 0 0,1-2 20,-6 8-35,1-1 0,-1 1 0,0-1 0,0 1 1,-1 1-1,1-1 0,-1 1 0,-1 0 0,1 0 0,-1 1 1,1 0-1,-1 0 0,-1 0 0,1 1 0,0 0 1,-1 1-1,0 0 0,1 0 0,-1 0 0,0 1 0,0 0 1,0 1-1,0-1 0,0 2 0,0-1 0,0 1 1,0 0-1,1 1 35,-20-3 46,1 2 1,0 0-1,-1 2 1,1 1-1,1 1 1,-1 2-1,1 0 1,0 1-1,0 2 1,1 1-1,0 0 1,1 2-1,1 1 1,0 0-1,1 2 1,0 0-1,1 2 1,1 0-1,1 1 1,1 1-1,0 0 1,-6 12-47,9-10 40,1 1 0,1 0 1,1 0-1,1 1 0,1 1 1,1-1-1,1 1 0,1 1 1,2-1-1,0 1 0,2 0 1,0 7-41,2-28 2,1 1 1,-1-1-1,1 0 1,0 0-1,0 1 1,1-1-1,-1 0 1,1 0-1,1 0 1,-1 0-1,0-1 1,1 1 0,0-1-1,0 1 1,1-1-1,-1 0 1,1 0-1,0 0 1,0-1-1,0 1 1,0-1-1,1 0 1,-1 0-1,1-1 1,0 1-1,-1-1 1,1 0-1,1 0 1,-1-1-1,0 1 1,0-1-1,0-1 1,1 1 0,-1-1-1,0 1 1,1-1-1,4-1-2,20 4-25,1-2 0,0-1 0,-1-1 0,1-2 0,0-1 0,-1-1 0,0-2 0,0 0 0,-1-3 0,4-2 25,-20 7-96,0-1 0,0 0 0,-1-1 0,0 0 0,0-1 0,-1 0 0,1-1 0,-2-1 1,0 1-1,0-2 0,-1 1 0,0-1 0,0-1 0,-1 0 0,-1 0 0,0 0 0,-1-1 0,0 0 0,-1 0 0,-1 0 0,0-1 0,0 0 1,-2 0 95,1 1 0,-1-1 1,0 1-1,-1 0 1,-1-1 0,0 1-1,-1 0 1,0 0-1,-1-1 1,-1 1 0,0 0-1,0 0 1,-2 1-1,1-1 1,-2 1 0,0 0-1,0 0 1,-1 1 0,0 0-1,-1 0 1,0 0-1,-1 1 1,0 1 0,-1-1-1,0 1 1,0 1-1,-1 0 1,0 1 0,0 0-1,-1 0 1,0 1-1,0 1 1,0 0 0,-1 0-1,0 2 1,-7-2-1,-17 1 114,-1 3 0,0 1 1,1 2-1,-1 1 0,1 2 0,0 1 1,0 2-1,0 2 0,2 2 0,-1 0 1,1 3-1,1 1 0,1 1 0,0 2 1,1 1-1,2 2 0,0 1 0,1 1 1,1 2-1,1 0 0,2 2-114,9-17 43,2 1-1,-1 1 1,2 0-1,-1 1 1,2 0-1,0 1 1,1 0-1,0 1 1,1 0-1,1 1 1,1 0-1,0 1 1,1-1 0,1 1-1,1 1 1,1-1-1,0 1 1,1 0-1,0 15-42,7-23 9,1 0 0,1 0 0,0 0 0,0-1 0,1 0 0,0-1 1,1 0-1,0 0 0,0 0 0,1-1 0,0 0 0,0-1 0,1 0 0,0 0 0,0-1 0,1-1 0,0 1 0,0-2 0,0 0 0,0 0 0,1-1 0,0 0 0,-1-1 0,1 0 0,0-1 0,0 0 0,3-1-9,34 2 2,1-2 0,0-1 0,-1-4 0,1-1 0,-1-2 0,-1-3 0,0-1 0,0-3 0,-1-2 0,-1-2 0,-1-2 0,1-2-2,-26 13-13,-1 0-1,-1-2 1,0 0-1,-1 0 1,0-2 0,0 0-1,-2-1 1,0 0-1,-1-2 1,0 1-1,-1-2 1,-1 0-1,-1 0 1,0-1-1,-2-1 1,0 1-1,-1-1 1,-1-1 0,-1 0-1,-1 0 1,1-9 13,-6 24-4,1 0 0,-1 0 0,0 1 0,-1-1 0,0 0 1,0 0-1,0 0 0,0 0 0,-1 1 0,0-1 0,0 0 1,0 1-1,-1 0 0,0-1 0,0 1 0,-1 0 0,1 1 1,-1-1-1,0 1 0,0-1 0,0 1 0,-1 0 0,1 1 1,-1-1-1,0 1 0,0 0 0,-1 0 0,1 0 0,0 1 1,-1 0-1,0 0 0,1 0 0,-1 1 0,0 0 1,0 0-1,0 1 0,0-1 0,0 1 0,-5 1 4,-18-1 80,0 1 0,-1 1-1,1 2 1,0 1 0,0 1-1,1 2 1,0 0 0,0 2-1,1 2 1,0 0 0,1 1-1,1 2 1,0 1 0,1 0-1,0 2 1,2 1 0,0 1-1,1 1 1,-6 9-80,21-25-3,0 0 0,1 0-1,0 1 1,0-1 0,0 1 0,1 0 0,0 1 0,0-1-1,1 1 1,-1 0 0,1-1 0,1 1 0,-1 1 0,1-1 0,1 0-1,-1 1 1,1-1 0,1 0 0,-1 1 0,1-1 0,1 1 0,-1 2 3,64 0-1033,3-30-2316,-3-15-4345,-7-9-1418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54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5601,'0'0'2343,"0"0"2750,0 0-1813,0 0-1544,0 0-259,0 0 56,2 0 2032,23 0-3561,370-18 781,-394 18-11558,-17 0 6630,2 0 2012,-1 0 722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54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1840,'0'0'4284,"0"0"520,0 0-2640,0 0-1102,0 0 190,0 0 27,15 0-196,473 0 848,-487 0-1963,-1 0 8,0 0-23,0 0 7,0 0-49,0 0-15,0 0-132,0 0-363,2-22-7872,1 11 6656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56.6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19 147 6433,'0'0'468,"0"0"1760,0 0 77,0 0-413,0 0-528,0-31 1344,0 26-2673,0 1-1,0-1 1,0 0-1,1 1 1,0-1-1,-1 1 1,1-1-1,1 1 1,-1 0-1,1-1 0,0 1 1,0 0-1,0 0 1,0 0-1,1 0 1,-1 1-1,1-1 1,0 1-1,0-1 1,1 1-1,-1 0 0,1 0 1,-1 0-1,1 1 1,0 0-1,0-1 1,0 1-1,0 0 1,1 1-1,-1-1 1,0 1-1,1 0 0,-1 0 1,1 0-1,-1 1 1,1-1-1,0 1-34,0 0-1,0-1 0,0 1 0,1 0 1,-1 1-1,0-1 0,0 1 0,0 0 0,0 0 0,0 0 0,0 1 0,0 0 0,-1 0 0,1 0 0,-1 1 0,1-1 0,-1 1 0,0 0 0,0 0 0,0 1 0,0-1 0,0 1 0,-1 0 0,0 0 0,0 0 0,0 0 1,0 1-1,-1-1 0,1 1 0,-1 0 0,0-1 0,-1 1 0,1 0 0,-1 0 0,0 0 0,0 3 1,2 16 6,-2 1-1,-1 0 1,0-1-1,-2 1 1,-1 0-1,-1-1 1,-1 0-1,-1 0 1,-1 0-1,-1-1 1,-1 0-1,-2 0 1,0-1-1,-1 0 1,-1-1 0,-1-1-1,0 0 1,-2-1-1,0 0 1,-19 15-6,35-33 1,-1 1 0,0-1 1,1 1-1,-1-1 0,0 1 1,0-1-1,0 0 0,0 1 1,0-1-1,0 0 0,0 0 1,0 0-1,0 0 0,0 0 1,-1 0-1,1 0 0,-1 0 1,1 0-1,0 0 0,-1-1 1,1 1-1,-1-1 0,0 1 1,1-1-1,-1 0 0,1 1 1,-1-1-1,0 0 0,1 0 1,-1 0-1,1 0 0,-1 0 1,0-1-1,1 1 0,-1 0 1,1-1-1,-1 1 0,1-1 1,-1 0-1,1 1 0,-1-1 1,1 0-1,0 0 0,-1 0 1,1 0-1,0 0 0,0 0 1,0 0-1,-1-1 0,1 1 1,1 0-1,-1-1 0,0 1 1,0 0-1,0-1 0,1 1 1,-1-1-1,1 1 0,-1-1 1,1-1-2,-2-164 133,3 166-125,1 0-1,0 1 0,0-1 1,0 1-1,0-1 1,0 1-1,0 0 1,0-1-1,0 1 1,0 0-1,0 0 1,-1 1-1,1-1 1,0 0-1,0 1 1,0-1-1,0 1 0,0-1 1,0 1-1,0 0 1,-1 0-1,1 0 1,0 0-1,-1 0 1,1 0-1,-1 0 1,1 1-1,-1-1 1,1 1-1,-1-1 1,0 1-1,0-1 1,0 1-1,0 0 0,0-1 1,0 1-1,0 0 1,0 1-8,2 1 117,6 5-9,0-1 0,0 0-1,0 0 1,1 0-1,0-2 1,1 1-1,0-1 1,0-1-1,0 0 1,0 0-1,1-1 1,0 0-1,0-1 1,0-1-1,0 0 1,0-1 0,1 0-1,-1 0 1,1-2-108,63-9-1854,-28-6-7157,-28 7 3724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57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6 6225,'0'0'8046,"0"0"-4767,0 0-2172,0 0-468,0 0 508,0 0 333,1 12-330,0-6-1046,-1-2-51,-1-1 0,1 1 0,0-1 0,0 1 0,0-1 0,1 1 0,0-1 0,-1 1 0,1-1 0,0 1 0,0-1 0,1 0 1,-1 0-1,1 1 0,0-1 0,0 0 0,0-1 0,0 1 0,0 0 0,0 0 0,1-1 0,-1 0 0,1 1 0,0-1 0,0 0 0,0 0 0,0 0 0,0-1 0,0 1 0,0-1 0,1 0 0,-1 0 0,0 0 0,1 0 0,2 0-53,-4-1 17,0 1-1,0-1 0,0 0 0,0 0 0,0 0 0,0 0 0,0 0 0,0 0 1,0-1-1,0 1 0,0-1 0,0 1 0,0-1 0,0 0 0,-1 0 1,1 1-1,0-1 0,0-1 0,-1 1 0,1 0 0,0 0 0,-1-1 1,0 1-1,1-1 0,-1 1 0,0-1 0,1 1 0,-1-1 0,0 0 1,0 0-1,-1 0 0,1 1 0,0-1 0,-1 0 0,1 0 0,-1 0 1,1 0-1,-1 0 0,0 0 0,0 0 0,0 0 0,0 0 0,0 0 1,0 0-1,-1 0 0,1 0 0,-1 0 0,0-2-16,-1 0 5,-1 0 0,1 0-1,-1 1 1,0-1 0,-1 1-1,1-1 1,0 1 0,-1 0 0,0 0-1,0 1 1,1-1 0,-2 1-1,1 0 1,0 0 0,0 0 0,-1 1-1,1-1 1,-1 1 0,1 0-1,-1 0 1,0 1 0,1-1-1,-1 1 1,0 0 0,1 1 0,-1-1-1,0 1 1,1-1 0,-1 2-1,1-1 1,-1 0 0,-1 2-5,-20 15-711,25-18 409,1 1 0,0 0-1,-1 0 1,1 0 0,0 0 0,0 0 0,0 0 0,0 0-1,0-1 1,0 1 0,0 0 0,0 0 0,0 0 0,0 0-1,0 0 1,1 0 0,-1 0 0,0 0 0,1-1 0,-1 1 0,1 0-1,-1 0 1,1 0 0,-1-1 0,1 1 0,-1 0 0,1-1-1,0 1 1,-1 0 0,1-1 0,0 1 0,0-1 0,-1 1-1,1-1 1,0 0 0,0 1 0,0-1 0,0 0 0,0 1-1,-1-1 1,1 0 0,0 0 0,0 0 0,0 0 0,0 0 0,0 0-1,0 0 303,26 1-2892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57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0 277 14723,'0'0'2265,"0"0"-1412,0 0-465,0 0 592,0 0 523,0 0-282,12-3-644,3-6-527,-1 0-1,0-1 1,-1 0-1,0-1 1,0 0-1,-1-1 1,-1-1-1,0 0 1,-1 0-1,0-1 0,-1-1 1,-1 1-1,0-1 1,-1-1-1,0 1 1,-1-1-1,-1 0 1,-1-1-1,1-7-49,3 203 2051,-2 206-520,-6-385-1601,0-1-1,0 1 0,0-1 0,1 1 0,-1 0 0,0-1 0,0 1 0,1 0 0,-1 0 0,0-1 0,0 1 0,1 0 0,-1 0 0,0-1 0,1 1 1,-1 0-1,0 0 0,1 0 0,-1-1 0,1 1 0,-1 0 0,0 0 0,1 0 0,-1 0 0,0 0 0,1 0 0,-1 0 0,1 0 0,-1 0 1,0 0-1,1 0 0,-1 0 0,1 0 0,-1 0 0,0 0 0,1 1 0,-1-1 0,0 0 0,1 0 0,-1 0 0,0 0 0,1 1 0,-1-1 0,0 0 1,1 0-1,-1 1 0,0-1 0,0 0 0,1 1 0,-1-1 0,0 0 0,0 1 71,15-35-7484,-15 34 7399,9-26-5768,2 2 2572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57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7346,'0'0'2327,"0"0"1407,0 0-1520,0 0-1223,0 0 69,0 0 407,-8 0 54,-4-1-1270,12 1-119,0 1 0,0-1 0,0 1 0,0-1 0,0 1 1,0-1-1,0 1 0,0-1 0,-1 0 0,1 1 0,0-1 0,0 1 0,0-1 0,-1 0 0,1 1 0,0-1 0,0 0 0,-1 1-132,36 7 424,-1-2 1,2-1 0,-1-2 0,0-1-1,0-2 1,20-3-425,25 1-133,-51-4-10231,-16 1 3451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59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0 5401,'0'0'687,"0"0"248,0 0 1913,0 0-1158,0 0-843,0 0-306,-4 2 221,-8 13 2886,43 0-1920,42 5-728,1-2 1,1-4-1,1-4 1,17-1-1001,34 6 176,131 8 184,-218-20-4513,-16-2-4495,-46-1 6170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00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3833,'0'0'2318,"0"0"2291,0 0-1895,0 0-1038,0 0-648,0 0 108,21-4 15,157-42 1258,-94 32-1206,-79 55-798,-10-26-293,-1-1 0,-1 0-1,0 0 1,0 0 0,-2-1-1,1 0 1,-2 0 0,0-1 0,0-1-1,-1 0 1,0 0 0,-1-1-1,-2 1-111,15-12 30,7-8-28,1 1 0,-1 0 0,2 0 0,-1 1 0,1 1 1,0 0-1,0 0 0,0 0 0,1 2 0,0-1 0,0 1 0,0 1 1,1 0-1,-1 1 0,1 0 0,0 0 0,-1 1 0,6 1-2,-10 5-10,-1 1-1,0-1 0,0 1 1,-1 1-1,1-1 0,-2 1 1,1 0-1,-1 0 0,0 0 1,0 1-1,-1-1 0,0 1 1,0 0-1,-1 0 0,0 0 1,0 0-1,-1 0 0,0 1 1,-1-1-1,1 0 11,0-2 40,1 1-1,-1-1 1,0 0 0,-1 0-1,1 0 1,-1 1 0,-1-1-1,1 0 1,-1 0 0,0 1-1,0-1 1,-1 0-1,1 0 1,-2 0 0,1-1-1,0 1 1,-1 0 0,0-1-1,-1 0 1,1 1 0,-1-1-1,-1 1-39,-6 5 38,3-1 14,0 0 0,0-1 0,-1 0 0,0-1 0,-1 0-1,0 0 1,0-1 0,-1 0 0,1-1 0,-1 0 0,-1-1 0,1 0 0,-1 0 0,0-2 0,0 1 0,0-2-1,-4 1-51,13-5-215,1 0 0,0 0 0,0-1 0,0 1 0,0-1 0,0 1 0,0-1 0,1 0-1,-1 1 1,1-1 0,0 0 0,0 0 0,0 0 0,0 0 0,0 0 0,1 0-1,0 0 1,-1-1 0,1 1 0,0 0 0,0 0 0,1 0 0,-1 0 0,1 0 0,-1 0-1,1-1 1,0 2 0,0-1 0,0 0 0,1 0 0,-1 0 0,1 0 0,1-2 215,20-33-6258,4 2 2699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0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5113,'0'0'1030,"0"0"-661,0 0 362,0 0 1539,0 0-715,0 0-930,-1 1-1617,4 5 11839,2-5-9601,490-25 839,-480 24-2277,4-3 445,-14-10-4298,8-23-4611,1 17 4515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02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0 466 6777,'0'0'2154,"0"0"1336,0 0-1711,14-20-936,98-168 360,-56 4 232,-50 110 2301,-8 227-1514,-1-35-959,5 0 0,5 1-1,6 7-1262,10-65 23,-16-107-3489,-8-68-10739,-5 78 11988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02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6569,'0'0'2473,"0"0"-813,0 0-866,0 0-174,5-4 279,11-2-437,1 0 1,0 2-1,0 0 1,0 0-1,0 2 1,1 0-1,-1 1 1,1 1 0,-1 0-1,1 2 1,-1 0-1,1 1-462,-16-3 52,0 1 32,-1 1-1,0 0 0,1-1 0,-1 1 0,0 0 1,0 0-1,0 0 0,0 0 0,0 0 1,0 0-1,-1 0 0,1 0 0,-1 0 1,1 0-1,-1 0 0,0 1 0,0-1 0,0 0 1,0 0-1,0 0 0,0 0 0,-1 1 1,1-1-1,-1 0 0,1 0 0,-1 0 1,0 0-1,0 0 0,0 0 0,0 0 0,0 0 1,0-1-1,-1 1 0,1 0 0,-1-1 1,1 1-1,-1-1 0,1 1 0,-1-1-83,-13 20 585,6-10-490,0-1-1,1 1 1,1 1-1,0 0 1,1 0-1,0 0 1,1 0-1,0 1 1,1 0-1,0 0 1,1 0 0,0 1-1,1 3-94,4-13 25,1-1 1,0 1-1,0-1 0,0 0 1,0 0-1,1 0 0,-1-1 1,1 1-1,-1-1 0,1 0 1,0 1-1,0-2 0,0 1 1,0 0-1,0-1 0,0 0 1,1 0-1,-1 0 0,0-1 1,1 1-1,-1-1 1,0 0-1,1 0 0,-1-1 1,0 1-1,3-1-25,129 0 579,-108-13-765,-13 5-3110,5 4-3810,-6 6 1605,-1 0-1805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03.5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193 0 5817,'0'0'183,"0"0"-90,0 0 775,0 0 2485,0 0-1552,0 0-1172,-23 8-95,-70 27 252,16 7 2534,128-38-94,72-2-2244,-1-5 1,0-5-1,-1-6 1,16-7-983,12 3 196,-123 16-3815,-6 2-3918,-44 0 3734,-5 4 1692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04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6177,'0'0'2816,"0"0"535,0 0-1939,0 0-1045,0 0 137,21-15 487,68-45-21,-82 56-864,0 0 1,0 1 0,0-1 0,0 2-1,1-1 1,-1 1 0,1 0 0,0 1-1,-1 0 1,1 0 0,0 1 0,0 0 0,-1 0-1,1 0 1,0 1 0,0 1 0,5 0-107,-9 2 36,1-1 1,-1 1-1,1 0 1,-1 0-1,0 0 1,-1 1-1,1-1 1,-1 1-1,0 0 1,0 0-1,-1 0 1,1 0-1,-1 0 1,0 1-1,0-1 1,-1 1 0,0-1-1,0 1 1,0 0-1,0-1 1,-1 1-1,0 0 1,0 0-1,-1-1 1,0 1-1,0 0 1,-1 4-37,1 6 74,-1 10-22,-1-1 0,-1-1 0,-2 1 0,0-1 0,-2 0 0,-1 0 0,0-1 0,-2 0 0,-1 0 0,0-2 0,-2 1 0,0-2 0,-2 0 0,0 0 0,-7 5-52,22-24-14,-1 1 1,1 0-1,0-1 0,-1 1 1,1-1-1,-1 1 0,0-1 1,1 0-1,-1 1 0,0-1 1,0 0-1,0 0 0,0-1 0,0 1 1,0 0-1,0-1 0,0 1 1,0-1-1,0 1 0,-1-1 1,1 0-1,0 0 0,0 0 1,0 0-1,0 0 0,0-1 1,0 1-1,-1-1 0,1 1 1,0-1-1,0 0 0,0 0 1,1 0-1,-1 0 0,0 0 1,0 0-1,0 0 0,1-1 1,-1 1-1,1-1 0,-1 1 0,1-1 1,-1 0-1,1 1 0,0-1 1,0 0-1,0 0 0,0 0 14,-31-100-950,31 89 927,0 10 12,0-1 1,0 1-1,0 0 1,0-1-1,1 0 1,-1 1-1,1-1 1,0 1 0,0-1-1,0 1 1,1-1-1,0 0 1,-1 1-1,1-1 1,0 1-1,0 0 1,1-1 0,-1 1-1,1 0 1,0 0-1,0 0 1,0 0-1,0 0 1,0 0-1,0 0 1,1 1 0,1-2 10,12 3 31,1 0 1,-1 2-1,0 0 1,0 0 0,0 2-1,0 0 1,-1 1-1,1 0 1,-1 1-1,8 4-30,113 24 1604,-118-31-1343,-1-2-1,1 0 0,-1-1 1,1-1-1,-1-1 0,0 0 0,1-1 1,-2-1-1,1-1 0,-1 0 1,11-6-262,82-87-6709,-83 57-539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04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3881,'0'0'1363,"0"0"22,0 0 2138,0 0-1630,0 0-1034,0 0 36,2 20 4277,13-14-4859,-1-1 0,1 0 0,0-1 1,0-1-1,1 0 0,-1-1 0,1-1 0,-1 0 1,1-2-1,3 0-313,4 2 331,445 7 1168,-469-5-4184,-14-17-9929,21 1 7669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6:58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1 885 5433,'0'0'5680,"0"0"-3283,0 0-1411,0 0-309,0 0 280,0 0 287,9-6-335,7-4-833,0-1 0,-1-1 1,-1-1-1,0 0 1,-1 0-1,0-2 1,-1 0-1,-1 0 1,0-1-1,-1 0 1,-1-1-1,0 0 1,-1 0-1,-1-1 0,-1 0 1,0 0-1,-2-1 1,0 0-1,-1 0 1,-1 0-1,0-8-76,-1-28 427,-1 67 452,-1 52-634,-1-1 444,3 0 1,2 1-1,4-2 0,2 1 0,6 15-689,-15-75-428,1-1 0,-1 1-1,1 0 1,0 0 0,0-1 0,1 1-1,-1-1 1,0 1 0,1-1-1,-1 1 1,1-1 0,0 0-1,0 0 1,0 0 0,0 0 0,0 0-1,0 0 1,1 0 0,-1-1-1,1 1 1,-1-1 0,1 0-1,-1 0 1,1 0 0,0 0 0,0 0 428,0-1-4169,2 0 2318</inkml:trace>
  <inkml:trace contextRef="#ctx0" brushRef="#br0" timeOffset="701.755">468 90 4841,'0'0'675,"0"0"-358,0 0 461,0 0 1728,0 0-591,0 0-664,21-13-228,70-40-87,-4 30 2471,-84 26-3228,-1 0 0,0 1 1,0 0-1,0-1 0,-1 1 0,1 0 0,-1 0 0,0 0 0,0 0 1,0 0-1,0 0 0,-1 0 0,0 0 0,0 0 0,0 0 0,0 0 1,-1 0-1,1 0 0,-1 0 0,0 0 0,-1 4-179,-68 138 1234,109-159-1058,-36 11-176,0 0 0,1 1-1,-1-1 1,0 1 0,1 0 0,-1 0 0,1 0 0,0 0 0,-1 0-1,1 1 1,-1 0 0,1 0 0,0 0 0,-1 0 0,1 0-1,0 1 1,-1 0 0,1-1 0,-1 1 0,1 1 0,-1-1 0,1 0-1,-1 1 1,0 0 0,0 0 0,0 0 0,0 0 0,0 0-1,0 0 1,0 1 0,-1 0 0,0-1 0,1 1 0,-1 0 0,0 0-1,0 0 1,0 1 0,-1-1 0,1 0 0,-1 1 0,0-1-1,0 1 1,0-1 0,0 2 0,9 177 1890,-11-178-1830,0 0 1,0-1-1,-1 1 0,1-1 1,-1 1-1,0-1 0,0 0 1,0 0-1,0 0 1,-1 0-1,1 0 0,-1 0 1,1 0-1,-1-1 0,0 0 1,0 1-1,-1-1 0,1 0 1,0 0-1,-1-1 0,1 1 1,-1-1-1,1 0 0,-1 0 1,0 0-1,1 0 1,-1-1-1,0 1 0,0-1-60,-49 8-3520,9-1-8856,31-5 9204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13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 5033,'0'0'5321,"0"0"-2622,0 0-1105,0 0-578,0 0-348,0 0 226,-3 12-114,-4 37-216,58-21 254,305-14 1716,-319 2-2175,-11-4-3360,-9-10-5757,-9-4 6327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05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0 5297,'0'0'1506,"0"0"2213,0 0-1720,0 0-1041,-11 21-31,-132 329 3499,98-210-3546,7 2 0,6 2 0,6 0 0,6 2 0,7 1 0,6 0 0,7 44-880,6-140 85,1 0 0,3-1 0,2 0 0,2-1 0,3 0 0,1-1 0,3-1-1,1-1 1,3-1 0,1 0 0,3-3 0,1 0 0,2-2 0,2-1 0,1-2 0,18 13-85,0 2 149,3-2 1,2-3-1,2-3 0,1-2 1,3-2-1,11 1-149,-74-41-105,0 0-1,0 0 1,0 0 0,0 0-1,0 0 1,1 0-1,-1 0 1,0-1-1,0 1 1,0-1 0,0 1-1,0 0 1,0-1-1,0 0 1,0 1 0,-1-1-1,1 1 1,0-1-1,0 0 1,0 0 0,-1 0-1,1 1 1,0-1-1,-1 0 1,1 0-1,0 0 1,-1 0 0,0 0-1,1 0 1,-1 0-1,1 0 1,-1 0 0,0 0-1,0 0 1,0-1-1,0 1 1,0 0 0,0 0-1,0 0 1,0 0-1,0 0 1,0 0-1,0 0 1,-1 0 0,1 0-1,0 0 1,-1 0-1,1 0 1,-1 0 0,1 0-1,-1 0 1,0 0-1,1 0 1,-1 0 0,0 0 105,0-17-4237,1-13-4766</inkml:trace>
  <inkml:trace contextRef="#ctx0" brushRef="#br0" timeOffset="4499.598">917 943 6073,'0'0'1282,"0"0"2721,0 0-1423,0 0-1233,0 0-228,6-11 4464,26-37-5463,-30 45-122,0 1-1,1 0 1,-1-1-1,1 1 0,0 1 1,-1-1-1,1 0 1,0 1-1,0-1 1,0 1-1,0 0 0,0 0 1,1 0-1,-1 0 1,0 1-1,0 0 0,0-1 1,1 1-1,-1 0 1,0 0-1,1 1 1,-1-1-1,0 1 0,0-1 1,0 1-1,1 0 1,-1 0-1,0 1 0,0-1 1,-1 0-1,1 1 1,0 0-1,0 0 1,-1 0-1,1 0 0,-1 0 1,1 0-1,-1 1 1,0-1-1,1 2 3,60 118-126,-56-92 103,-2 0 0,0 0 0,-2 0 0,-2 0 0,0 1 0,-2-1 0,-1 1 0,-3 3 23,6-31-44,-1-1-1,1 1 1,-1 0 0,0 0-1,0-1 1,0 1-1,-1 0 1,1 0 0,-1-1-1,1 1 1,-1 0 0,0-1-1,0 1 1,0-1 0,0 1-1,-1-1 1,1 1 0,-1-1-1,1 0 1,-1 0-1,0 0 1,0 0 0,0 0-1,0 0 1,0 0 0,0-1-1,0 1 1,-1-1 0,1 1-1,-1-1 1,1 0 0,-1 0-1,1 0 1,-1-1 0,0 1-1,1 0 1,-1-1-1,0 0 1,1 1 0,-1-1-1,0 0 1,0-1 0,1 1-1,-1 0 1,0-1 0,0 0-1,1 1 1,-1-1 0,1 0-1,-1 0 1,1-1-1,-1 1 1,1 0 0,-1-1 44,-4-3-148,-1-1 0,1 0 1,0-1-1,0 1 0,1-1 1,0 0-1,0-1 0,0 1 1,1-1-1,1-1 0,-1 1 1,1 0-1,1-1 0,-1 0 1,1-2 147,52 7 176,137 50 1039,-15-59-709,-161 6-2114,-9-4-4893,-1 9 4700,0-5-2677</inkml:trace>
  <inkml:trace contextRef="#ctx0" brushRef="#br0" timeOffset="5218.411">1794 574 1640,'0'0'7009,"0"0"-3462,0 0-2052,0 0-1007,-20 28 498,-62 95 319,72-106-915,1-1 0,1 2 0,0-1 0,2 1 1,0 0-1,1 0 0,0 1 0,2 0 0,-2 18-390,0 1 534,-7 248 2475,13-273-2929,1 1 1,1-1-1,0 0 1,1 0-1,0 0 1,1 0-1,1-1 1,0 0-1,0 0 1,1-1-1,1 1 1,0-1-1,0-1 1,1 0-1,1 0 1,0-1-1,0 0 1,8 5-81,85 29-3140,-101-42 3278,5-1-2413,1-8-8574,-8-4 9140</inkml:trace>
  <inkml:trace contextRef="#ctx0" brushRef="#br0" timeOffset="5520.306">1920 1203 14483,'0'0'3145,"0"0"-2289,0 0-584,0 0 320,0 0 216,0 0 441,0 0-761,119 0-184,-77-2-296,-3-3 88,-4 3-96,-5 0-72,-8 2-1369,-5 0-1447,-12 0-3370,-2-2 3234,-3-1 1784</inkml:trace>
  <inkml:trace contextRef="#ctx0" brushRef="#br0" timeOffset="6067.7">2489 923 6657,'0'0'1347,"0"0"4343,0 0-2939,0 0-1950,0 0-409,0 0-26,9-13 123,34-38-127,-40 49-311,-1 0 0,1 0 0,0 0 0,0 0 1,-1 1-1,1-1 0,0 1 0,0 0 0,1 0 1,-1 0-1,0 0 0,0 0 0,0 1 0,1 0 0,-1-1 1,0 1-1,1 0 0,-1 1 0,0-1 0,0 0 1,1 1-1,-1 0 0,0 0 0,0 0 0,0 0 0,0 0 1,0 1-1,0-1 0,0 1 0,0 0 0,-1 0 1,1 0-1,-1 0 0,1 0 0,-1 1 0,0-1 0,2 3-51,4 14 112,0 0 0,-1 1-1,-1 0 1,-1 1-1,0-1 1,-2 1-1,0-1 1,-2 1 0,0 0-1,-1 0 1,-1 0-1,-2 4-111,2 30 76,-5-4-316,5-49 103,1-1 0,-1 1 0,0 0 0,1-1 0,-1 1 0,0-1 0,0 1 0,0-1 0,0 0 0,0 1 0,-1-1 0,1 0 0,0 0 0,-1 0 1,1 0-1,0 0 0,-1 0 0,1 0 0,-1 0 0,0-1 0,1 1 0,-1-1 0,0 1 0,1-1 0,-1 1 0,0-1 0,1 0 0,-1 0 0,0 0 0,0 0 0,1 0 0,-1 0 0,0-1 1,1 1-1,-1 0 0,0-1 0,1 1 0,-1-1 0,0 0 0,0 0 137,-3-2-62,1 1-1,0-1 1,0 0 0,0-1-1,0 1 1,1-1 0,-1 1-1,1-1 1,0 0 0,0 0-1,1-1 1,-1 1 0,1-1-1,0 1 1,0-1 0,0 0-1,0 1 1,1-1 0,0 0-1,0 0 1,0 0 0,1 0-1,0 0 1,0 0 0,0-1 0,1 1 62,58-1 644,124 72 664,-173-63-1251,0-1 0,1-1 0,-1 0 0,0-1 0,1 0 0,-1 0 0,1-1 0,-1-1 0,0 1 0,0-2 0,0 1 0,0-1 0,0-1 0,0 0 0,-1 0 0,2-2-57,27-61-7784,-34 43 5065</inkml:trace>
  <inkml:trace contextRef="#ctx0" brushRef="#br0" timeOffset="6519.092">2797 380 12227,'0'0'1675,"0"0"-718,0 0-561,0 0-114,0 0 637,0 0-2,19 23-283,126 137-137,-127-143-459,4 0 75,0 1 0,-1 1-1,-1 1 1,0 1 0,-2 0 0,0 2 0,-2 0 0,-1 0 0,0 2 0,-2 0 0,-1 1 0,-1 0 0,-1 0 0,-1 1-1,-1 1 1,-1 3-113,-4-13 75,-1 1 1,-1 0-1,0 0 0,-1 0 0,-1 0 0,-1-1 0,-1 1 0,0 0 0,-2-1 0,0 0 0,-1 0 0,0 0 0,-2-1 1,0 0-1,-1 0 0,-1-1 0,0 0 0,-1-1 0,-1 0 0,-5 6-75,16-21 5,1 0-2,0 0-60,0 0-311,29-56-10836,-21 43 8761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17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26 13731,'0'0'1939,"0"0"-905,0 0-316,0 0 533,0 0 520,0 0-734,10 0 75,192-17 324,-201 16-1436,1 0-1,-1 0 1,1 0-1,-1 0 1,1 1-1,0-1 1,-1 0-1,1 1 1,0 0 0,-1-1-1,1 1 1,0 0-1,0 0 1,0 0-1,-1 0 1,1 0-1,0 0 1,0 0-1,-1 1 1,1-1-1,0 1 1,0-1 0,-1 1-1,1 0 1,-1-1-1,1 1 1,0 0-1,-1 0 1,0 0-1,1 1 1,-1-1-1,0 0 1,1 0-1,-1 1 1,0-1 0,0 0-1,0 1 1,0-1-1,0 1 1,-1 0-1,1-1 1,0 1-1,-1 0 1,1-1-1,-1 1 1,1 0-1,-1 0 1,0-1 0,0 1-1,0 0 1,0 0-1,0 1 1,-4 12 1,0 0-1,-1 0 0,-1-1 1,0 0-1,-1 0 1,-1 0-1,0-1 0,-1 0 1,0-1-1,0 0 1,-2 0-1,1-1 1,-2 0-1,1-1 0,-1 0 1,-10 5-1,-1-5 144,30-18-164,0 0 0,0 1 1,1 0-1,0 0 0,1 1 1,-1 0-1,1 1 0,0-1 1,0 2-1,1-1 0,-1 1 1,1 1-1,0 0 0,0 0 1,1 1-1,-1 0 0,0 1 0,1 0 1,-1 0-1,1 2 0,6 0 20,-9 3-7,0 1 0,0 1 0,0 0-1,-1 0 1,0 0 0,0 1 0,0 0-1,-1 0 1,0 1 0,-1-1-1,1 1 1,-1 1 0,-1-1 0,0 1-1,0 0 1,-1 0 0,0 0 0,0 0-1,-1 0 1,1 6 7,-1-8-3,1 0 0,-1 0 0,0 0 0,0 1-1,-1-1 1,0 1 0,0-1 0,-1 1 0,0-1 0,0 1 0,-1-1 0,1 1 0,-2-1-1,1 1 1,-1-1 0,-1 0 0,1 0 0,-1 0 0,0 0 0,-1 0 0,1-1 0,-1 1-1,-1-1 1,1 0 0,-1 0 0,0-1 0,-1 1 0,1-1 0,-1 0 0,-1 0 3,-14 10-25,-1-2 1,0-1 0,-1 0 0,0-2 0,-1-1-1,0 0 1,0-2 0,-1-1 0,0-1 0,0-1-1,0-1 1,0-1 0,-22-2 24,44-1-321,0 0 0,1-1-1,-1 1 1,1-1 0,0 0 0,0 0 0,-1 0 0,1 0-1,0 0 1,1 0 0,-1 0 0,0-1 0,1 1 0,-1-1-1,1 1 1,0-1 0,0 0 0,0 1 0,0-1 0,0 0-1,0 0 1,1 0 0,0 0 0,-1 0 0,1 0 0,0 1-1,0-1 1,1 0 0,-1 0 0,1 0 0,-1 0 0,1 0-1,0 1 1,0-1 0,0 0 321,0-17-1829,-1-16-712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13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240 489 5297,'0'0'1668,"0"0"2088,0 0-1642,0 0-999,0 0-371,0 0 232,-20 25 27,1-1-664,-94 154 1909,97-142-1741,1 0 1,3 0-1,0 1 0,3 1 1,1 0-1,1 0 0,3 0 1,1 1-1,2 0 0,1 0 1,2-1-1,2 6-507,2-29 20,-1 1 0,2-1 0,0 0 0,0 0 0,2-1 0,0 0 0,0 0 0,1-1 0,1-1 0,0 1 0,1-2-1,0 0 1,1 0 0,0-1 0,1-1 0,0 0 0,0 0 0,1-2 0,0 0 0,1-1 0,-1 0 0,1-1 0,0-1 0,5 0-20,-1-12-8640,-15-30 2976,-5 25 3926,0-14 3</inkml:trace>
  <inkml:trace contextRef="#ctx0" brushRef="#br0" timeOffset="700.344">376 949 3697,'0'0'2348,"0"0"2176,0 0-2042,0 0-1099,0 0 46,0 0-14,17 4-390,142 16 1362,-135-20-2739,49 0 2233,-49-1-5062,0 0-4271,-24 1 4108</inkml:trace>
  <inkml:trace contextRef="#ctx0" brushRef="#br0" timeOffset="1150.915">846 769 11026,'0'0'3737,"0"0"-1923,0 0-806,0 0-262,0 0 227,0 0-339,12-7-217,-11 6-408,3-2-3,-1 0 0,0 0-1,1 1 1,-1-1 0,1 1 0,0 0-1,0 0 1,-1 0 0,1 0-1,1 1 1,-1 0 0,0-1 0,0 2-1,0-1 1,1 0 0,-1 1 0,0 0-1,1 0 1,-1 0 0,0 1-1,1-1 1,-1 1 0,0 0 0,0 0-1,1 0 1,-1 1 0,0 0-1,0-1 1,-1 2 0,1-1 0,0 0-1,-1 1 1,1-1 0,-1 1 0,0 0-1,0 0 1,0 0 0,2 3-6,-3 3-7,0 0 1,0 0 0,-1 0-1,0 1 1,0-1 0,-1 0-1,0 0 1,-1 1 0,0-1-1,-1 0 1,0 0 0,0 0-1,-1 0 1,0 0 0,0-1-1,-1 1 1,0-1 0,-1 0-1,0 0 1,0 0 0,-1-1-1,1 0 1,-2 0-1,1 0 1,-1-1 0,-4 4 6,-60 93 2,70-102-3,0 1-1,0 0 1,0 0 0,0 1-1,0-1 1,0 0-1,1 0 1,-1 0 0,1 0-1,0 1 1,-1-1-1,1 0 1,0 1 0,0-1-1,0 0 1,1 0 0,-1 1-1,0-1 1,1 0-1,0 0 1,-1 0 0,1 0-1,0 1 1,0-1-1,0 0 1,1 0 0,-1-1-1,0 1 1,1 0 0,-1 0-1,1-1 1,-1 1-1,1-1 1,0 1 0,0-1-1,0 0 1,0 1 0,0-1-1,0 0 1,0 0-1,0-1 1,0 1 0,0 0-1,0-1 1,1 1-1,-1-1 1,0 0 0,2 0 1,117-2 329,0-47-333,-85 23-3053,-8-3-4260,-15 12 5415</inkml:trace>
  <inkml:trace contextRef="#ctx0" brushRef="#br0" timeOffset="1504.88">1048 306 13899,'0'0'1766,"0"0"-726,0 0-743,0 0 190,0 0 260,25 27 1,84 90-177,-81-81-314,-2 1 0,-1 1 0,-2 1 0,-2 1 0,-1 1 0,-2 1 0,-2 1 0,-2 0 1,-2 1-1,-2 0 0,-1 0 0,-3 1 0,-2 1 0,-1-1 0,-3 1 0,-1-1 0,-6 27-257,8-58-110,-1-1 0,-1 0 0,0 0 0,0 1-1,-2-1 1,1 0 0,-2 0 0,0 0 0,0-1 0,-1 0 0,-1 1-1,-6 9 111,-13-4-3512,6-28-4158,9-12 3146</inkml:trace>
  <inkml:trace contextRef="#ctx0" brushRef="#br0" timeOffset="2237.772">1562 46 2905,'0'0'3112,"0"0"1908,0 0-2966,0 0-1451,0 0 130,0 0 482,19-7-327,61-22-25,10 20 677,-87 10-1475,-1 0 0,0 1 1,0-1-1,0 1 0,-1 0 1,1-1-1,0 1 0,-1 0 1,1 0-1,-1 0 0,1 0 1,-1 0-1,0 0 0,0 1 1,0-1-1,0 0 0,-1 1 1,1-1-1,0 0 0,-1 1 0,0-1 1,1 1-1,-1-1 0,0 1 1,0-1-1,-1 0 0,1 3-65,-1 5 88,0 1 0,-1 0 0,0-1 1,-1 0-1,0 1 0,-1-1 0,0 0 0,0 0 0,-1-1 0,0 0 0,-1 1 0,0-2 0,-1 1 0,1-1 0,-2 0 0,1 0 0,-1-1 0,0 0 0,-3 2-88,10-9-42,32-3 98,-4-3 4,-23 4-57,1-1 0,0 1 0,0 1 0,0-1-1,0 1 1,0 0 0,1 0 0,-1 0 0,0 1 0,1 0 0,-1 0 0,0 0 0,0 1-1,1 0 1,-1 0 0,0 0 0,0 0 0,0 1 0,0 0 0,0 0 0,0 0 0,-1 1-1,1 0 1,-1 0 0,1 0 0,0 1-3,2 9-4,-1 0 1,0 1-1,-1 0 0,-1 0 0,0 0 0,-1 1 1,0-1-1,-1 1 0,-1 0 0,0-1 0,-1 1 1,-1 0-1,-1 9 4,1-18 63,0-1-1,0 1 1,0 0 0,-1-1 0,0 0-1,0 1 1,0-1 0,-1 0 0,0 0 0,0 0-1,0-1 1,0 1 0,-1-1 0,0 1-1,0-1 1,0 0 0,0-1 0,-1 1-1,1-1 1,-1 0 0,0 0 0,0 0 0,0-1-1,0 1 1,-1-1 0,1 0 0,-1-1-63,-154 21 656,143-28-3501,7-10-4716,7 5 2165</inkml:trace>
  <inkml:trace contextRef="#ctx0" brushRef="#br0" timeOffset="2981.101">596 1498 4729,'0'0'899,"0"0"-512,0 0 418,0 0 2204,0 0-1613,0 0-628,-21 6-138,-105 39 2808,145-39 729,70-3-2939,-80-3-905,801 15 1526,-528-17-3663,-281 7-2529,-21 16 230,-10-5 560,-2-2 1510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18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5097,'0'0'1195,"0"0"1069,0 0 428,0 0-1259,0 0-467,0 0 432,3 3 53,7 1-1142,-1 0 0,1 0 1,0-1-1,0-1 1,1 0-1,-1 0 1,0-1-1,1 0 1,-1-1-1,0 0 1,1-1-1,-1 0 0,8-1-309,24 0 1032,237-14 1248,-264 19-4383,10-3-9479,-15-9 8807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19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321 501 5249,'0'0'6726,"0"0"-4313,0 0-1476,0 0-545,-21 16 177,-133 125 1394,136-117-1539,2 1 0,0 0 0,1 1 0,2 1 0,0 0 0,2 1 0,1 0 0,2 1 0,0 0 0,2 0 0,1 1 0,2 0 0,1-1 0,1 1 0,1 5-424,1-23 91,1-1-1,0 1 1,0-1-1,1 1 1,1-1-1,0 0 0,0 0 1,1-1-1,0 1 1,1-1-1,0 0 1,1-1-1,0 0 1,0 0-1,1 0 1,1-1-1,-1 0 1,1 0-1,0-1 0,1 0 1,2 1-91,233 101-5,-168-81-397,-70-25 1954,-1-11-19120,-12-8 15444</inkml:trace>
  <inkml:trace contextRef="#ctx0" brushRef="#br0" timeOffset="299.998">457 952 3169,'0'0'7593,"0"0"-4592,0 0-1665,0 0-736,0 0 713,0 0-1,0 0-400,161 22-320,-102-22 240,-2 0-576,-8 0 185,-9 0-385,-13 0-56,-7-2-609,-13-7-2295,-4-2-4346,-3 2 4634</inkml:trace>
  <inkml:trace contextRef="#ctx0" brushRef="#br0" timeOffset="752.21">1139 739 14739,'0'0'2298,"0"0"-1283,0 0-755,0 0 107,0 0-170,0 0-81,22-12-83,69-36-29,-86 46-4,1-1 0,0 1 0,0 0 0,0 1 0,0 0 0,0-1 0,0 2 0,0-1 0,0 1 0,0 0 0,0 0 0,1 1 0,-1 0 0,0 0 0,0 0 0,0 1 0,-1-1 0,1 2 0,0-1 0,0 1 0,-1-1 0,0 2 0,0-1 0,1 0 0,-2 1 0,1 0 0,0 0 0,0 2 0,-2 0 50,-1 0-1,0 0 1,0 1-1,-1-1 1,0 0-1,0 1 1,0-1-1,-1 1 1,0-1-1,0 1 1,-1-1-1,1 0 0,-1 1 1,-1-1-1,1 0 1,-1 1-1,-1-1 1,1 0-1,-1 0 1,0-1-1,0 1 1,0 0-1,-1-1 1,0 0-1,0 0 1,0 0-1,-1-1 0,0 1 1,0-1-1,0 0 1,0 0-1,-1-1 1,0 1-50,-34 34 895,-81 105 1502,120-141-2393,0-1 0,0 1 0,0-1 0,1 1 0,-1 0 0,0-1 0,0 1 0,1 0 0,-1 0 0,1-1 0,0 1 0,0 0-1,-1 0 1,1 0 0,0 0 0,0-1 0,1 1 0,-1 0 0,0 0 0,1 0 0,-1-1 0,1 1 0,-1 0 0,1-1 0,0 1 0,0 0-1,-1-1 1,1 1 0,0-1 0,1 1 0,-1-1 0,0 1 0,0-1 0,1 0 0,-1 0 0,1 0 0,-1 0 0,1 0 0,-1 0-1,1 0 1,-1 0 0,1 0 0,0-1 0,0 1 0,0-1-4,92 8 84,-74-9-80,211-25-9923,-189 12 5714,-2-1 2344</inkml:trace>
  <inkml:trace contextRef="#ctx0" brushRef="#br0" timeOffset="1097.089">1584 272 5209,'0'0'8937,"0"0"-6289,0 0-2140,0 0-256,0 0 415,0 0 463,20 27 49,126 178 610,-124-177-1557,-1 1-1,-1 1 1,-2 1-1,-1 1 1,-1 0-1,-2 1 1,-2 1-1,0 0 1,-3 1-1,0 0 1,-3 0-1,-1 1-231,-1-12 10,-1 0 0,-2 1-1,-1-1 1,0 1 0,-2-1 0,-1 0-1,0 0 1,-2 0 0,-1 0-1,-1 0 1,-1-1 0,-1 0-1,-1-1 1,-1 0 0,-8 11-10,-14-10-2693,6-22-3543,21-1 4332,-10 0-4792</inkml:trace>
  <inkml:trace contextRef="#ctx0" brushRef="#br0" timeOffset="1681.295">1987 47 6329,'0'0'1522,"0"0"2859,0 0-2722,0 0-1315,0 0-87,0 0 578,25-7-91,78-21-162,-99 26-492,-1 1 1,1 0-1,0-1 1,0 1-1,0 1 1,0-1-1,0 0 1,0 1-1,0 0 1,0 0-1,0 0 1,0 1-1,0-1 1,0 1-1,0 0 1,0 0-1,0 0 1,0 1-1,0-1 1,-1 1-1,1 0 1,-1 0-1,1 0 1,-1 1-1,0-1 1,0 1-1,0 0 1,0 0-1,0 0 1,0 0-1,-1 0 1,0 1-1,0-1 1,1 2-91,13 124 1817,-16-109-1730,-40 109 941,11-68-752,30-59-272,0-1-1,0 1 1,0-1-1,0 0 0,0 1 1,0-1-1,1 0 1,-1 0-1,0 0 1,1 0-1,-1 0 1,0 0-1,1 0 0,-1-1 1,1 1-1,-1 0 1,1-1-1,0 1 1,-1-1-1,1 0 1,0 1-1,-1-1 0,1 0 1,0 0-1,-1 0 1,1 0-1,0 0 1,-1-1-1,1 1 1,0 0-1,-1-1 0,1 1 1,-1-1-1,2 0-3,6 1 46,339-16 1589,-350 16-1923,-45 9-13255,15 0 8791</inkml:trace>
  <inkml:trace contextRef="#ctx0" brushRef="#br0" timeOffset="2652.275">205 1746 5369,'0'0'2102,"0"0"2611,0 0-2338,0 0-1108,0 0 193,26 0 137,346-5 1449,851 10-3013,-950-30 1025,-273 25-1035,0-1 0,0 0 0,0 0 0,0 1 0,0-1 1,0 0-1,0 0 0,0 0 0,0 1 0,0-1 0,-1 0 1,1 0-1,0 1 0,0-1 0,-1 0 0,1 1 0,-1-1 1,1 0-1,0 1 0,-1-1 0,0 0 0,1 1 1,-1-1-1,1 1 0,-1-1 0,1 1 0,-1-1 0,0 1 1,0 0-1,1-1 0,-1 1 0,0 0 0,1-1 0,-1 1 1,0 0-1,0 0 0,0 0 0,1 0 0,-1 0 0,0 0 1,0 0-1,1 0 0,-1 0 0,0 0 0,0 0 0,0 0 1,1 0-1,-1 1 0,0-1 0,0 0 0,1 1 0,-1-1 1,0 0-1,1 1 0,-1-1 0,0 1-23,-91-2-4556,2 14-4745,44-1 5794</inkml:trace>
  <inkml:trace contextRef="#ctx0" brushRef="#br0" timeOffset="3261.548">1080 2241 3321,'0'0'6610,"0"0"-1730,0 0-2755,0 0-913,0 0 547,0 0-405,27-6-682,197-44-339,-221 48-336,1 1 0,-1 0 1,0 1-1,0-1 0,1 1 0,-1-1 0,0 1 1,1 0-1,-1 0 0,0 1 0,1-1 0,-1 1 0,0-1 1,0 1-1,1 0 0,-1 0 0,0 0 0,0 1 0,0-1 1,0 1-1,0 0 0,-1 0 0,1 0 0,0 0 1,-1 0-1,1 0 0,-1 1 0,0 0 0,0-1 0,0 1 1,0 0-1,0 0 0,-1 0 0,1 0 0,-1 0 0,0 0 1,0 0-1,0 0 0,0 0 0,-1 1 0,1-1 1,-1 0-1,0 2 3,1 27 19,-2-1 0,-1 1 1,-1-1-1,-2 1 1,-1-1-1,-2-1 0,-1 1 1,-1-1-1,-1-1 1,-2 0-1,-1 0 0,-1-2 1,-2 0-1,-1 0 0,-2 0-19,20-27 2,-3 6 40,0 0 0,0 0 0,0-1 0,-1 0 0,0 1 1,0-2-1,0 1 0,-1 0 0,1-1 0,-1 0 0,-1 0 0,1 0 0,0 0 0,-1-1 1,1 0-1,-1 0 0,0-1 0,0 0 0,-6 2-42,8-7 5,1 1-1,-1-1 1,1 0 0,-1 0 0,1 0-1,0 0 1,0 0 0,0-1 0,1 1-1,-1-1 1,1 0 0,0 0-1,0 0 1,0 0 0,0 0 0,1-1-1,0 1 1,0 0 0,0-1 0,0 1-1,1-1 1,0 1-5,-4-8-19,1-1 0,1 1 1,0 0-1,1 0 0,0-1 0,1 1 1,1-1-1,0 1 0,0 0 0,1-1 0,1 1 1,0 0-1,1-2 19,1 11-25,1-1 0,0 1 0,-1 1 0,1-1 0,0 1 0,0 0 0,1 0 0,-1 1 0,0 0 0,0 0 0,1 0 1,-1 1-1,1 0 0,-1 0 0,0 1 0,1-1 0,-1 1 0,0 1 0,0-1 0,1 1 0,-1 0 0,0 1 0,-1-1 0,1 1 0,0 1 0,0 0 25,3-1 2,36 11 7,0-3 0,1-2 1,0-1-1,0-3 0,0-1 0,1-3 0,0-2 0,5-2-9,53-21-633,-47-18-6707,-37 18 928</inkml:trace>
  <inkml:trace contextRef="#ctx0" brushRef="#br0" timeOffset="4061.564">2627 1 472,'0'0'5404,"0"0"46,0 0-3452,0 0-1427,0 0-299,0 0 163,-9 9 778,56 76 1397,20 24-728,-16-35-1502,-2 2-1,-4 2 0,-4 2 0,-2 2 1,-5 2-1,-3 0 0,-4 2 0,-4 2 1,-3 0-1,1 42-379,-15 87 531,-9 1 0,-10-1 0,-9-1 0,-29 106-531,47-299 105,4-10-51,-1 0 1,0 0-1,-1 0 1,0 0 0,-1 0-1,0 0 1,-1-1-1,0 1 1,-1-1 0,-1 0-1,0-1 1,0 1-1,-1-1 1,-1 0 0,0-1-1,0 0 1,-1 0-1,0-1 1,-1 0 0,0 0-1,0-1 1,-12 6-55,21-13-82,-1-1 1,0 0-1,1 1 1,-1-1 0,0 0-1,0 0 1,1 0-1,-1-1 1,0 1-1,1 0 1,-1-1-1,0 1 1,1-1-1,-1 1 1,1-1-1,-1 0 1,1 0-1,-1 1 1,1-1-1,-1 0 1,1 0 0,0-1-1,0 1 1,-1 0-1,1 0 1,0-1-1,0 1 1,0 0-1,0-1 1,1 1-1,-1-1 1,0 1-1,1-1 1,-1 0-1,0 1 1,1-1-1,0 0 1,0 1 0,-1-1-1,1 0 1,0 1-1,0-1 1,0 0-1,1 1 1,-1-1-1,0 0 1,1 1-1,-1-1 1,1 0-1,-1 1 1,1-1-1,0 1 1,-1-1-1,1 1 1,0-1 0,0 1-1,0 0 1,0-1-1,1 1 1,-1 0-1,0 0 1,0 0-1,1 0 1,-1 0-1,1 0 1,-1 0-1,1 0 82,26-40-5565,4 1-3443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28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 5673,'0'0'4768,"0"0"-2720,0 0-742,0 0-256,0 0 223,0 0-91,-5 1-77,6-1-1020,-1 1-1,0-1 1,0 0 0,1 1-1,-1-1 1,0 1-1,0-1 1,1 0 0,-1 1-1,0-1 1,0 1-1,0-1 1,0 1 0,0-1-1,1 0 1,-1 1-1,0-1 1,0 1-1,0-1 1,0 1 0,-1-1-1,1 1 1,0-1-1,0 1 1,0-1 0,0 0-1,0 1 1,0-1-1,-1 1 1,1-1 0,0 0-1,0 1 1,-1-1-1,1 1 1,0-1-1,-1 0 1,1 1 0,0-1-1,-1 0 1,1 0-1,0 1 1,-1-1-85,67 7 1041,-52-6-735,324 9 509,-318-4-1622,-28 22-10378,-10-19 8874,-14 1-214,0-2-126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29.0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43 5945,'0'0'612,"0"0"478,0 0 2304,0 0-1500,0 0-1214,0 0 145,9 13 1549,89-4 890,252-32-3703,-256-5-10249,-76 15 8803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36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5313,'0'0'1568,"0"0"2007,0 0-1762,0 0-873,0 0-123,0 0 367,1 7 59,0-4-1126,0 0 0,0 0 0,1-1 0,-1 1 0,1 0 0,0 0 1,0-1-1,0 1 0,0-1 0,0 1 0,0-1 0,1 0 0,-1 0 0,1 0 0,-1 0 1,1-1-1,0 1 0,0-1 0,0 1 0,0-1 0,0 0 0,0 0 0,0 0 0,0-1 1,0 1-1,0-1 0,0 0 0,1 0 0,-1 0 0,0 0 0,0 0 0,2-1-117,401 3 3044,-206-17-4242,-204 21-3280,-48 34-2971,20-19 4412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37.5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5825,'0'0'5445,"0"0"-2196,0 0-1575,0 0-882,0 0-60,0 0-61,10-5-184,7-5-279,1 0 1,-1 1-1,2 2 0,-1 0 1,1 0-1,0 2 1,0 0-1,1 2 0,0 0 1,-1 1-1,8 0-208,-24 4 15,1 1 0,-1-1 0,0 1 0,0-1-1,0 1 1,0 0 0,0 0 0,-1 0 0,1 1 0,-1-1 0,0 0 0,0 1-1,0 0 1,0-1 0,-1 1 0,1 0 0,-1 0 0,0 0 0,0 0-1,-1 0 1,1 0 0,-1 0 0,0 0 0,0 0 0,0 0 0,0 0-1,-1 0 1,0 0 0,0 0 0,0 2-15,0 9 112,-18 27 787,19-41-563,0-1-262,0 0-68,42-18-65,-36 13 39,1 1 1,0 1 0,0-1-1,0 1 1,1 0-1,-1 1 1,1 0-1,-1 0 1,1 0-1,0 1 1,-1 0-1,1 1 1,0 0-1,0 0 1,0 0 0,-1 1-1,1 0 1,0 1-1,-1 0 1,1 0-1,-1 1 1,1-1-1,-1 2 1,0-1-1,0 1 1,-1 0 0,1 0-1,-1 1 1,0 0-1,0 0 1,0 0-1,-1 1 1,0 0-1,0 0 1,0 0-1,-1 1 1,0 0-1,0-1 1,-1 2 0,1-1-1,-2 0 1,1 0-1,-1 1 1,0 0 19,-1-1 61,-1-1 0,0 1 0,0 0 0,-1 0 0,0 0 0,0 0 0,0-1 1,-1 1-1,0 0 0,0-1 0,-1 1 0,0-1 0,0 0 0,0 0 0,-1 0 0,0-1 0,0 1 1,0-1-1,-1 0 0,0 0 0,0 0 0,0-1 0,-1 1 0,1-1 0,-1-1 0,0 1 1,0-1-1,0 0 0,-1 0 0,1-1 0,-1 0 0,1 0 0,-1 0-61,-177 16 1438,182-18-1450,2 0-58,0 0-116,0 0-126,12-21-5319,18-11-3293,-17 16 5690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30.822"/>
    </inkml:context>
    <inkml:brush xml:id="br0">
      <inkml:brushProperty name="width" value="0.05" units="cm"/>
      <inkml:brushProperty name="height" value="0.05" units="cm"/>
      <inkml:brushProperty name="color" value="#008C3A"/>
    </inkml:brush>
    <inkml:brush xml:id="br1">
      <inkml:brushProperty name="width" value="0.05" units="cm"/>
      <inkml:brushProperty name="height" value="0.05" units="cm"/>
    </inkml:brush>
  </inkml:definitions>
  <inkml:trace contextRef="#ctx0" brushRef="#br0">1 354 5369,'0'0'782,"0"0"-405,0 0 399,0 0 2152,0 0-1096,0 0-707,4-7-368,23-39 961,-14 28-1344,-1 0-1,-1-1 1,0 0 0,-2-1 0,0 0-1,-1 0 1,-2-1 0,0 0-1,-1 0 1,0-1 0,0-19-374,-5 1 2144,0 39-1781,0 5-127,0 12 8,-4 28 123,2 0 0,2 0 0,2 0-1,1-1 1,3 1 0,2-1 0,1 0-1,2 0 1,3-1 0,1-1-1,1 0 1,3-1 0,19 30-367,-20-56-2822,-13-44-10431,-5 29 13075,0-17-3681</inkml:trace>
  <inkml:trace contextRef="#ctx0" brushRef="#br1" timeOffset="5532.719">67 349 6081,'0'0'438,"0"0"-181,0 0 713,0 0 1117,0 0-746,0 0-555,4 5-281,11 17 135,-34 1 1673,8-11-534,23-20 754,0-5-2385,-1 0 0,0 0 0,-1-1 0,-1 0 0,0-1 0,-1 0 0,0 0 0,-1-1 0,-1 0 1,-1 0-1,0-1 0,-1 1 0,0-1 0,-2 0 0,0 0 0,-1 0 0,-1 0 0,0 0 0,-1-1 1,-2-4-149,-4 49 1198,4 28-877,2 1-1,3-1 1,3 1-1,1-1 0,3 0 1,3-1-1,1 0 0,3-1 1,14 27-321,-26-71 239,-2-7-862,4-15-3268,41-8-8192,-22 12 8869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30.259"/>
    </inkml:context>
    <inkml:brush xml:id="br0">
      <inkml:brushProperty name="width" value="0.05" units="cm"/>
      <inkml:brushProperty name="height" value="0.05" units="cm"/>
      <inkml:brushProperty name="color" value="#008C3A"/>
    </inkml:brush>
    <inkml:brush xml:id="br1">
      <inkml:brushProperty name="width" value="0.05" units="cm"/>
      <inkml:brushProperty name="height" value="0.05" units="cm"/>
    </inkml:brush>
  </inkml:definitions>
  <inkml:trace contextRef="#ctx0" brushRef="#br0">218 93 5593,'0'0'456,"0"0"-252,0 0-157,0 0 12,0 0 648,0 0 2133,-9-1-1198,-8-2-2647,-7-2 8288,50 3-2626,139 1-2746,-83 0-3483,1 1-8599,-75 0 5666</inkml:trace>
  <inkml:trace contextRef="#ctx0" brushRef="#br1" timeOffset="5318.414">0 82 5385,'0'0'726,"0"0"-449,0 0-157,0 0 365,0 0 904,0 0-294,3 3-326,47 13 7572,50-20-7266,-81 2-149,278-10 1482,-274 19-2323,-23-7-202,1 1 1,0-1-1,0 1 1,-1-1-1,1 1 1,0-1-1,0 0 1,0 1-1,0-1 1,-1 0-1,1 0 1,0 0-1,0 0 1,0 1-1,0-1 1,0 0-1,0 0 0,0-1 1,-1 1-1,1 0 1,0 0-1,0 0 1,0-1-1,0 1 1,0 0-1,-1-1 1,1 1-1,0-1 1,0 1-1,-1-1 1,1 1-1,0-1 1,-1 1-1,1-1 1,0 0-1,-1 1 1,1-1-1,-1 0 1,1 0-1,-1 1 1,1-1-1,-1 0 1,0 0-1,1 0 1,-1 1-1,0-2 117,24-51-8648,-14 28 6657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29.674"/>
    </inkml:context>
    <inkml:brush xml:id="br0">
      <inkml:brushProperty name="width" value="0.05" units="cm"/>
      <inkml:brushProperty name="height" value="0.05" units="cm"/>
      <inkml:brushProperty name="color" value="#008C3A"/>
    </inkml:brush>
    <inkml:brush xml:id="br1">
      <inkml:brushProperty name="width" value="0.05" units="cm"/>
      <inkml:brushProperty name="height" value="0.05" units="cm"/>
    </inkml:brush>
  </inkml:definitions>
  <inkml:trace contextRef="#ctx0" brushRef="#br0">55 206 9162,'0'0'2667,"0"0"-1421,0 0-893,0 0 110,0 0 545,0 0 172,-4-13 50,-9-43-504,14 52-677,-1 0 1,1 0-1,0 0 1,1-1-1,-1 2 1,1-1-1,0 0 1,0 0-1,0 0 1,0 1-1,0 0 1,1-1-1,0 1 1,0 0-1,0 0 1,0 0-1,0 0 1,0 1-1,1-1 1,-1 1 0,1 0-1,0 0 1,-1 0-1,1 1 1,0-1-1,0 1 1,0 0-1,1 0 1,-1 0-1,0 1 1,0 0-1,0-1 1,0 1-1,1 1 1,-1-1-1,0 1 1,2 0-50,1-4 30,0 2 0,0-1 0,0 1 0,0 0 0,0 0 0,1 1 0,-1 0 1,0 1-1,1-1 0,-1 1 0,0 1 0,0-1 0,0 1 0,0 0 0,0 1 0,-1 0 0,1 0 0,0 0 0,-1 1 0,0 0 1,0 0-1,0 1 0,-1-1 0,0 1 0,1 0 0,-2 1 0,1-1 0,0 1 0,-1 0 0,0 0 0,-1 1 0,0-1 0,1 1 1,-2 0-1,1 0 0,-1-1 0,0 2 0,-1-1-30,2 13 40,-1 0 0,0 0 0,-2 0 0,0 0 0,-2 0-1,0 1 1,-1-1 0,-1-1 0,-1 1 0,0-1 0,-2 0 0,0 0 0,-1 0 0,-1-1 0,-1 0 0,0-1 0,-2 0 0,1-1 0,-7 6-40,16-20-13,1 0 0,-1 0 0,0 0 0,0 0 0,0-1 0,0 1 0,0 0 0,-1-1 0,1 0 0,0 1 0,-1-1 0,1 0 0,-1 0 0,1 0 0,-1-1 1,1 1-1,-1-1 0,0 1 0,1-1 0,-1 0 0,0 0 0,1 0 0,-1 0 0,0 0 0,1-1 0,-1 1 0,0-1 0,1 0 0,-1 0 0,1 0 0,-1 0 0,1 0 0,0 0 1,-1-1-1,1 1 0,0-1 0,0 0 0,0 1 0,0-1 0,0 0 0,0 0 0,1 0 0,-1 0 0,1-1 0,-1 1 0,1 0 0,0-1 0,0 1 0,0-1 0,0 1 0,0-3 14,-20-112-139,41 117 91,109 60 215,-61-19-97,-52-35 30,-1-1-1,1 0 0,-1-1 1,1-1-1,0-1 0,1 0 1,-1-1-1,0 0 1,0-2-1,1 1 0,-1-2 1,0-1-1,14-3-100,62-33-3360,-82 31-2484,-4 1 478</inkml:trace>
  <inkml:trace contextRef="#ctx0" brushRef="#br1" timeOffset="5280.375">20 133 5521,'0'0'839,"0"0"-28,0 0 1223,0 0-298,0 0-778,0 0-185,-2-6 321,-15-30 2572,16 36-3389,1 0 22,3-6-160,1 1-1,-1 0 1,1-1 0,0 2 0,0-1 0,1 0-1,-1 1 1,1 0 0,0 0 0,0 0-1,0 1 1,1 0 0,-1 0 0,1 0-1,0 0 1,0 1 0,6-2-139,-6 1 18,1 0 0,0 1 0,0 0 0,0 0 0,0 0 0,0 0 0,0 1 0,0 1 0,0-1 0,1 1 0,-1 0-1,0 1 1,0 0 0,0 0 0,0 0 0,0 1 0,0 0 0,0 0 0,0 1 0,0 0 0,-1 0 0,0 1 0,1 0 0,-1 0 0,-1 0 0,1 0 0,-1 1 0,1 0 0,-1 0 0,-1 1 0,1 0 0,-1-1 0,0 2-1,0-1 1,-1 0 0,0 1 0,0-1 0,0 1 0,-1 0 0,0 0 0,0 1-18,2 15 41,-1 0-1,-2 0 1,0 0-1,-1 0 1,-1 0-1,-2 0 1,0 0-1,-1 0 1,-2-1-1,0 0 1,-1 0-1,-1 0 0,-1-1 1,-11 18-41,20-38 16,0-1-1,-1 1 1,1 0-1,-1-1 1,1 1 0,-1 0-1,1-1 1,-1 1 0,0 0-1,1-1 1,-1 1 0,0-1-1,0 1 1,1-1-1,-1 0 1,0 1 0,0-1-1,1 0 1,-1 1 0,0-1-1,0 0 1,0 0-1,0 0 1,1 0 0,-1 0-1,0 0 1,0 0 0,0 0-1,0 0 1,0 0 0,1 0-1,-1 0 1,0-1-1,0 1 1,0 0 0,0-1-1,1 1 1,-1 0 0,0-1-1,1 1 1,-1-1-1,0 0 1,1 1 0,-1-1-1,0 1 1,1-1 0,-1 0-1,1 1 1,-1-1-1,1 0 1,0 0 0,-1 1-1,1-1 1,0 0 0,-1 0-1,1 0 1,0 0 0,0 1-1,0-1 1,0 0-1,0 0 1,0 0-16,-24-62-104,23 59 131,-8-21-57,5 11-90,18 29-9,-5-7 130,1 0 0,-1 0-1,1-1 1,0 0-1,1 0 1,-1-1 0,1-1-1,1 0 1,-1 0-1,1-1 1,0-1 0,0 0-1,0-1 1,0 0 0,0 0-1,0-1 1,1-1-1,-1 0 1,0-1 0,0 0-1,1-1 1,-1-1-1,59-8-680,-47 5-2364,-3-1-3401,-4 0 3146,-2-3 111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39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5641,'0'0'1413,"0"0"1811,0 0-1383,0 0-409,0 0-549,0 0 106,7-1 48,400 4 4234,-320-3-5263,-86 0-12,-1 0 7,0 0-158,0 0-705,0 0-686,3 0-3987,4 0 1487,0 0 2450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40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45 156 11747,'0'0'4629,"0"0"-2637,0 0-1347,0 0-18,0 0 356,0 0-209,8-19-362,29-62-242,-35 78-164,-1 0 0,1-1 0,0 1 0,0 0 0,0 0 0,0 0 0,1 0 0,-1 0 0,1 0-1,0 1 1,-1-1 0,1 1 0,0 0 0,1 0 0,-1 0 0,0 0 0,1 0 0,-1 1 0,1-1-1,-1 1 1,1 0 0,-1 0 0,1 1 0,0-1 0,0 1 0,-1 0 0,1 0 0,0 0 0,0 0 0,-1 0-1,1 1 1,0 0 0,0 0 0,-1 0 0,1 0 0,-1 1 0,1-1 0,-1 1 0,0 0 0,0 0 0,1 0-1,-1 0 1,-1 0 0,1 1 0,0 0 0,0-1 0,-1 1 0,0 0 0,2 3-6,5 20 28,0 1 1,-2 1 0,-1 0-1,-2 0 1,0 0-1,-2 0 1,-1 1 0,-1-1-1,-2 0 1,-1 1-1,-5 24-28,6-38-8,0 0 0,-1 0 0,0-1 0,-1 0 0,-1 0-1,0 0 1,-1 0 0,0-1 0,-1 1 0,-1-2-1,0 1 1,-1-1 0,0-1 0,-4 4 8,7-13-22,0-1 0,-1 0 1,1 0-1,0-1 0,-1 0 1,1 0-1,0 0 0,-1-1 1,1 0-1,0 0 0,0-1 1,-1 0-1,1 0 0,0 0 0,1 0 1,-1-1-1,0 0 0,1-1 1,0 1-1,-1-1 0,2 0 1,-1 0-1,0-1 0,1 1 1,0-1-1,0 0 0,0 0 1,0 0-1,1-1 0,0 1 0,0-1 1,1 0-1,-1 0 0,1 0 1,0 0-1,1 0 0,0 0 1,-1-6 21,5 9-14,-1 0 0,1 0 0,0 0 0,0 0 1,0 1-1,0-1 0,0 1 0,0 0 0,1 0 0,0 0 1,-1 0-1,1 1 0,0-1 0,-1 1 0,1 0 1,0 0-1,0 1 0,0-1 0,0 1 0,0-1 0,0 1 1,0 1-1,0-1 0,0 0 0,0 1 0,0 0 0,0 0 1,1 1 13,12-2-3,58 2 122,-49 1-33,1-1 0,0-2 1,-1 0-1,1-2 1,0 0-1,-1-2 0,0-1 1,0-1-1,0-2 1,-1 0-1,0-2 0,0 0 1,8-7-87,-5-12-3623,0-25-7284,-20 29 3724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41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5393,'0'0'770,"0"0"-458,0 0-190,0 0-90,0 0-1,0 0 664,-6 3 2155,-25 16 780,67-11 175,-11-1-3198,111 9 2257,0-6 0,125-9-2864,-163-1 445,-110 7 1039,9-7-2458,-10 0-1719,10 0-1615,2 2-3383,1 0 2550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39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85 445 6121,'0'0'3897,"0"0"-1144,0 0-954,0 0-648,0 0-492,0 0 59,6-16 65,123-292 935,-109 189 652,-20 118-1816,0 14 176,0 3-578,-3 39 238,3 0 1,1 0 0,3 0-1,3 0 1,2-1 0,2 0-1,2-1 1,3 0-1,18 39-390,-19-72 334,2 3-1183,-12-12-8182,-9-11 2027,-6 0 6072,8 0-200,-17 0-3325</inkml:trace>
  <inkml:trace contextRef="#ctx0" brushRef="#br0" timeOffset="269.498">1 788 8066,'0'0'3192,"0"0"821,0 0-2031,0 0-1198,0 0-106,0 0 742,6 0 100,36 2-979,1-1-1,-1-3 0,1-1 1,-1-3-1,0-1 1,10-5-541,32-3 47,12 5-1210,-33 11-7868,-49 1 4222,-5 4 2957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47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1344,'0'0'4331,"0"0"-2732,0 0 2029,0 0-1198,2-8-1172,13-8 896,-16 77 850,0-22-2446,-12 174 1073,71-200-1709,255-5 281,-146-36-1833,-153 20-1909,-13-8-3651,-3 7 5201</inkml:trace>
  <inkml:trace contextRef="#ctx0" brushRef="#br0" timeOffset="383.753">245 0 6673,'0'0'1303,"0"0"14,0 0 692,0 0-291,0 0-586,0 0-313,1 3 243,15 189 5483,-23 101-3092,0-58-2454,6-228-984,1-1 0,0 1 0,0-1 0,0 1 0,1-1 1,0 0-1,0 1 0,1-1 0,-1 0 0,1 0 0,1 0 0,-1 0 1,1 0-1,0 0 0,1-1 0,-1 1 0,1-1-15,-3-4 114,-1-1-108,-1-32-2332,-3-6-1900,-1-1-4265,5 16 4745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42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334 1 5697,'0'0'679,"0"0"85,0 0 1754,0 0-213,0 0-473,0 0-633,-3 7-654,-85 189 1964,36-61-1537,7 3 0,6 2 0,6 1 0,6 1 0,6 2 0,7 0 0,6 1 0,6 7-972,1-123 118,1 1 1,1-1-1,2 0 0,1 1 0,1-1 1,2-1-1,1 1 0,0-1 0,3 0 1,0-1-1,2-1 0,0 0 0,2 0 1,1-1-1,1-1 0,1-1 0,1 0 1,14 12-119,10-4 77,0-2-1,2-2 1,2-1 0,0-3 0,1-2 0,1-2 0,1-2 0,1-2-1,0-3 1,1-1 0,1-3-77,-49-24-10704,-4 9 8489,0-16-4318</inkml:trace>
  <inkml:trace contextRef="#ctx0" brushRef="#br0" timeOffset="4161.956">494 1157 6745,'0'0'497,"0"0"539,0 0 1932,0 0-1331,0 0-778,0 0-146,2 0 2665,15 2-3329,475-13 1158,-481 10-1011,-2-16-10795,-8 10 9595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55.2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31 6225,'0'0'7127,"0"0"-4754,0 0-1769,0 0-237,0 0 705,0 0 161,-11-1 348,92-20-1136,69 13-488,-145 8 38,-1 1 1,0-1-1,0 1 1,-1 0-1,1 1 0,0-1 1,0 1-1,-1-1 1,1 1-1,0 0 1,-1 1-1,0-1 0,0 0 1,1 1-1,-1 0 1,-1 0-1,1 0 1,0 0-1,-1 0 0,0 0 1,1 1-1,-1-1 1,-1 1-1,1 0 1,0 0-1,-1-1 0,0 1 1,0 0-1,0 0 1,0 0-1,-1 0 1,0 0-1,1 0 0,-2 3 5,1-4 13,0 1 0,0-1-1,-1 0 1,1 1 0,-1-1-1,0 0 1,0 0 0,0 0 0,-1 0-1,1 0 1,-1 0 0,1 0-1,-1 0 1,0-1 0,0 1-1,0 0 1,-1-1 0,1 0-1,0 0 1,-1 0 0,0 0-1,1 0 1,-1 0 0,0 0-1,0-1 1,0 0 0,0 1-1,0-1 1,-1 0 0,1 0-1,0-1 1,0 1 0,-1-1-1,1 0 1,-2 0-13,-18 6 50,198-45-1500,-169 38 1442,1 0 0,0 0-1,-1 1 1,1 0 0,0 0-1,0 1 1,-1-1 0,1 1 0,0 1-1,-1 0 1,1 0 0,-1 0-1,0 0 1,1 1 0,-1 0 0,0 1-1,-1-1 1,1 1 0,-1 0-1,0 0 1,0 1 0,0 0 0,0 0-1,-1 0 1,1 0 0,-2 1-1,1-1 1,0 1 0,-1 0-1,0 0 1,-1 0 0,3 6 8,-3-7 81,0 1 0,0-1 1,-1 0-1,0 1 0,0-1 1,0 1-1,0-1 0,-1 1 1,0-1-1,0 1 0,0-1 1,-1 1-1,0-1 0,0 1 1,0-1-1,-1 1 0,0-1 0,0 0 1,0 0-1,0 0 0,-1 0 1,0 0-1,0-1 0,0 1 1,-1-1-1,0 0 0,0 0 1,0 0-1,0 0 0,0-1 0,-1 0 1,-1 2-82,-11 2 65,0 0 0,0 0 0,-1-2-1,1 0 1,-1-1 0,0-1 0,0 0 0,-1-2 0,1 0 0,0-1 0,-1-1 0,1 0 0,-13-4-65,26 4-76,1 1 0,-1-1 0,1 0 0,-1 0 0,1-1 0,0 0 0,0 1 0,0-1 0,0-1 0,0 1 0,0 0 0,0-1 0,1 0 0,-1 0 0,1 0-1,0 0 1,0-1 0,0 1 0,0-1 0,1 0 0,-1 0 0,1 0 0,-1-3 76,-3-106-12051,17 79 9447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54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225 137 1240,'0'0'5105,"0"0"1900,0 0-3697,0 0-2161,0 0-715,0 0-140,-1 11 12,0-2-115,0 0 0,1 0 0,1 0 0,-1 0 0,1 0 0,1 0 0,0 0 0,0-1 1,1 1-1,0-1 0,0 1 0,1-1 0,0 0 0,0 0 0,4 4-189,78 95 500,-70-90-425,0 0 1,0 1 0,-2 1 0,-1 1-1,0 0 1,-1 0 0,-1 1-1,-1 1 1,3 12-76,-11-32 2,-1 0 1,0 1-1,0-1 0,1 0 0,-1 0 0,-1 1 0,1-1 1,0 1-1,-1-1 0,1 1 0,-1-1 0,0 1 0,0-1 1,0 1-1,0-1 0,0 1 0,0 0 0,-1-1 0,1 1 1,-1-1-1,0 0 0,1 1 0,-1-1 0,0 0 0,-1 1 1,1-1-1,0 0 0,-1 0 0,1 0 0,-1 0 0,0 0 1,1 0-1,-1 0 0,0-1 0,0 1 0,0-1 0,-1 1 1,1-1-1,0 0 0,-2 1-2,-27 0-399,1-1 1,-1-1-1,1-2 1,-1-1-1,1-1 1,0-2 0,1-1-1,-1-1 1,1-2-1,-12-6 399,40 16-5,0 0 1,0-1-1,0 1 0,0-1 0,-1 0 1,1 1-1,0-1 0,0 0 0,1 0 1,-1 1-1,0-1 0,0 0 0,0 0 1,0 0-1,1 0 0,-1 0 1,0 0-1,1 0 0,-1-1 0,1 1 1,0 0-1,-1 0 0,1 0 0,0 0 1,-1-1-1,1 1 0,0 0 0,0 0 1,0-1-1,0 1 0,0 0 0,1 0 1,-1 0-1,0-1 0,0 1 1,1 0-1,-1 0 0,1 0 0,-1 0 1,1-1-1,-1 1 0,1 0 0,0 0 1,0 0-1,-1 0 0,1 1 0,0-1 1,0 0-1,0 0 0,1 0 5,51-43-178,-51 42 169,37-20 0,-2-2 0,-1-2-1,-1-1 1,-2-2 0,0-1 0,-2-1 0,-2-2-1,0-1 1,-3-2 0,16-26 9,-39 57 2,0 0-1,0-1 1,-1 1-1,1-1 1,-1 1 0,-1-1-1,1 0 1,-1 0-1,0 0 1,0 0 0,0 0-1,-1 0 1,0 0-1,0 0 1,-1 0 0,0 0-1,0 1 1,0-1-1,-1 0 1,1 0 0,-1 0-1,-1 1 1,1-1-1,-1 1 1,-2-4-2,-6 3 50,0 1-1,0 0 1,0 0 0,-1 1-1,1 1 1,-1 0 0,0 0-1,0 1 1,0 1-1,0 0 1,0 0 0,-1 1-1,-2 1-49,10 1-56,0 1-1,0-1 0,0 1 0,1 0 0,-1 1 0,1-1 0,0 1 0,0-1 0,0 1 0,0 1 1,1-1-1,0 0 0,0 1 0,0 0 0,0-1 0,1 1 0,-1 0 0,1 0 0,1 1 1,-2 2 56,-6 11-983,-20 35-3675,1-5 117</inkml:trace>
  <inkml:trace contextRef="#ctx0" brushRef="#br0" timeOffset="466.215">1 810 7009,'0'0'1705,"0"0"1141,0 0-866,0 0-916,0 0-234,0 0 320,6 3-49,156 30 2421,103-29-2765,-151-6-762,-78 1-120,11-1-874,-18 5-5002,-27 0 1331,-1 3 2716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53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42 5641,'0'0'307,"0"0"-143,0 0-67,0 0 1068,0 0 2857,5-9-1503,17-24-1221,-16 37 2471,-2 52-2433,-4 416 1898,22-403-5177,-23-79-5315,-8-11 1726,-5-3 3346</inkml:trace>
  <inkml:trace contextRef="#ctx0" brushRef="#br0" timeOffset="253.647">0 424 6081,'0'0'4665,"0"0"-3384,0 0-457,0 0 192,0 0 24,156 0 112,-109 0-687,2 0-97,3 0-264,-2 0-88,-8 0-32,-8 7-560,-4 10-2545,-13-1-1440,0-5 2816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7:59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5521,'0'0'1154,"0"0"1009,0 0-165,0 0-1018,0 0-539,18-9 2147,319 14 1831,-320 2-4779,-16 5-4665,-1-10 3571,0-1-1212,0-1 775,2 0 904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00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264 616 6633,'0'0'-272,"0"0"134,0 0 170,0 0 697,3-7 2249,0-1-3078,4-13 3880,-2 37-748,-96 306 628,92-320-3651,0 0 1,1 0 0,-1-1-1,1 1 1,-1 0 0,1-1-1,0 0 1,0 1 0,0-1-1,0 0 1,0 0 0,0 1-1,0-2 1,0 1 0,0 0-1,0 0 1,0-1-1,1 1 1,-1-1 0,0 0-1,0 1 1,1-1 0,-1 0-1,0-1 1,0 1 0,1 0-1,-1 0 1,0-1 0,0 0-1,1 1 1,-1-1 0,1-1-10,13 1 49,134 0 923,-60 0-3393,-29 1-5516,-60-7 4814,-1-1 2606</inkml:trace>
  <inkml:trace contextRef="#ctx0" brushRef="#br0" timeOffset="269.01">467 590 4425,'0'0'6411,"0"0"-2836,0 0-1975,0 0-551,0 20 511,-7 348 2913,6-246-4577,2-70-5184,-6-32-3279,0-15 6555</inkml:trace>
  <inkml:trace contextRef="#ctx0" brushRef="#br0" timeOffset="1018.767">0 1385 5641,'0'0'1023,"0"0"500,0 0 119,0 0-418,0 0-217,27 4 88,162 12 1089,140-40 982,-263 19-2645,-52 5-2895,-7-1-3473,-29 5 3659,-2 2 813</inkml:trace>
  <inkml:trace contextRef="#ctx0" brushRef="#br0" timeOffset="1597.937">292 1612 6833,'0'0'2840,"0"0"3281,0 0-2710,0 0-2048,0 0-911,0 0-289,3-4-80,3-2-95,0 1 1,0 0-1,0 0 1,1 0-1,-1 1 1,1 0-1,0 0 1,1 1-1,-1 0 1,1 0-1,-1 1 1,1 0-1,0 0 1,0 1-1,0 0 1,-1 0-1,1 1 1,0 0-1,0 0 1,0 1-1,0 0 1,1 1 10,-4 2-8,-1 0 0,0 0-1,1 0 1,-2 1 0,1 0-1,-1 0 1,1 0 0,-1 0-1,-1 0 1,1 0 0,-1 1-1,0 0 1,0-1 0,0 1-1,-1 0 1,0 0-1,0 0 1,0 0 0,-1 0-1,0 0 1,0 0 0,-1 0-1,0-1 1,0 1 0,0 2 9,1 3-4,0 11-142,0-1 0,-1 1 0,-1-1 0,0 1 0,-2-1 0,-1 0-1,-1 0 1,0-1 0,-2 0 0,0 0 0,-10 16 146,15-33-14,-1-1 1,0 1-1,0-1 0,0 0 1,-1-1-1,1 1 0,0-1 0,-1 0 1,1 0-1,0 0 0,-1 0 1,1-1-1,-1 0 0,0 0 1,1 0-1,-1 0 0,1-1 0,-1 0 1,1 0-1,0 0 0,-1 0 1,1-1-1,0 0 0,0 0 1,0 0-1,0 0 0,0-1 0,0 1 1,1-1-1,-1 0 0,1 0 1,0 0-1,0-1 0,0 1 1,0-1-1,0 1 0,1-1 0,0 0 1,0 0-1,0 0 0,0 0 1,1-1-1,-1 1 0,1-1 14,2 3-1,-1 1 1,1-1-1,0 0 0,0 0 0,0 1 0,0-1 1,0 1-1,0-1 0,1 1 0,-1-1 0,0 1 1,1 0-1,-1-1 0,1 1 0,-1 0 0,1 0 1,0 0-1,-1 0 0,1 0 0,0 1 0,0-1 1,0 1-1,0-1 0,-1 1 0,1-1 0,0 1 1,0 0-1,0 0 0,0 0 0,0 0 0,0 0 1,0 1-1,0-1 0,0 1 0,0-1 0,-1 1 1,1-1-1,0 1 0,0 0 0,-1 0 0,2 0 1,14 0-1,62 0-640,214-18 1945,-275 13-2132,0-1 0,0-1 1,-1 0-1,0-1 0,0-1 0,0-1 0,-1 0 1,0-1-1,4-5 828,4-5-4286</inkml:trace>
  <inkml:trace contextRef="#ctx0" brushRef="#br0" timeOffset="2250.991">959 123 6233,'0'0'1427,"0"0"1990,0 0-2195,0 0-1213,-14-19 195,-41-56 243,30 47 2020,25 28-1347,0 0-317,0 3-213,2 9-238,1 0 1,1 0 0,0 0 0,1-1-1,0 0 1,0 0 0,1 0 0,1 0-1,0-1 1,0 0 0,8 7-353,6 13 356,121 163 1065,-84-121-1347,-4 3 0,-3 1 0,-3 3 0,-4 2 0,24 63-74,-46-78 54,-4 2 0,-2 0 0,-3 1 1,-3 0-1,-3 1 0,-4-1 0,-2 1 0,-4 11-54,-4-20 306,-3-1 1,-2 0 0,-3 0 0,-2-1 0,-4-1 0,-16 33-307,-17 53-306,44-122 618,3-6-3779,4-5-9502,3-11 6936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04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2937,'0'0'3272,"0"0"605,0 0-1892,0 0-558,0 0-234,0 0-125,11 0 753,293 22 2010,-221-20-4696,-88-1-6746,-3 1 4207,-4 2 2197,-8-2-932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04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4561,'0'0'2802,"0"0"1236,0 0-2039,0 0-1015,0 0 123,0 0-8,8 3 56,28 4-874,1-1 1,0-1-1,1-3 0,-1-1 1,0-1-1,14-4-281,43 2-1636,-76-5-7282,-11 1 7297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13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6249,'0'0'3288,"0"0"148,0 0-1614,0 0-1200,0 0-380,0 0-15,22-12 265,70-39-248,-88 48-227,-1 0-1,1 1 0,0 0 1,0-1-1,0 2 1,0-1-1,0 0 0,0 1 1,0 0-1,1 0 1,-1 0-1,0 0 0,1 1 1,-1-1-1,1 1 0,-1 0 1,1 1-1,-1-1 1,0 1-1,1 0 0,-1 0 1,0 0-1,0 1 1,1-1-1,-1 1 0,0 0 1,-1 0-1,1 0 1,0 1-1,-1 0 0,1-1 1,-1 1-1,0 0 1,0 1-1,0-1 0,0 0 1,0 1-1,-1 0 1,0-1-1,1 1 0,-2 0 1,1 0-1,0 1 0,-1-1 1,0 0-1,0 0 1,0 1-1,0-1 0,-1 0 1,1 1-1,-1-1 1,0 1-1,-1-1 0,1 1 1,-1 0-17,1 8 211,1-8-127,-1 0-1,1 1 1,-1-1-1,0 1 0,-1-1 1,1 1-1,-1-1 1,0 1-1,-1-1 1,1 0-1,-1 1 0,0-1 1,0 0-1,-1 0 1,0-1-1,0 1 0,0 0 1,0-1-1,-2 2-83,13-12 2,-1 1-1,1 0 0,0 0 1,0 1-1,1 0 1,-1 0-1,1 1 0,0 0 1,0 1-1,0 0 1,0 0-1,0 1 1,0 0-1,0 0 0,1 1 1,-1 1-1,0-1 1,0 1-1,0 1 0,0 0 1,0 0-1,0 1 1,0 0-1,0 1 0,-1-1 1,0 2-1,0-1 1,0 1-1,0 0 1,-1 1-1,0 0 0,0 0 1,4 5-2,-6-4 83,-1 0 1,1 0-1,-2 0 1,1 1 0,-1 0-1,0-1 1,0 1-1,-1 0 1,0 0-1,-1 0 1,0 0 0,0 1-1,0-1 1,-1 0-1,-1 1 1,1-1-1,-1 0 1,-1 0-1,1 0 1,-2 0 0,1 0-1,-1 0 1,0 0-1,0-1 1,-1 0-1,0 1 1,-1-1 0,1 0-1,-1-1 1,-1 0-1,1 1 1,-1-1-1,0-1 1,0 1-1,-1-1 1,0-1 0,1 1-1,-5 1-83,-3 0 134,-1-1-1,1 0 0,-1-1 1,0-1-1,0 0 0,0-1 1,0 0-1,0-2 0,-1 0 1,1 0-1,-2-2-133,-65-30-831,46-48-4358,59-1-3599,6 45 4532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13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5569,'0'0'1535,"0"0"1606,0 0-1230,0 0-507,0 0-381,0 0 51,-6 0 74,7 1-991,-1-1 0,0 1 0,0-1 0,0 1 0,1-1 0,-1 1 0,0-1 0,0 1 0,0-1 0,0 1 0,0-1 0,0 1 0,0-1 0,0 1 0,0-1 0,0 1 0,0-1 0,-1 1 0,1-1 0,0 1 0,0-1 0,0 1 0,-1-1 0,1 0 0,0 1-157,68 10 1836,97-2-329,-86-7-2624,-1 3-5674,-70-3 655,-5-2 3709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15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94 13571,'0'0'3509,"0"0"-2156,0 0-877,0 0-29,0 0 215,0 0-97,19-16-425,61-49-43,-77 63-95,0 0-1,0 1 0,0-1 0,1 1 1,-1 0-1,1 0 0,-1 0 0,1 0 0,-1 1 1,1-1-1,-1 1 0,1 0 0,-1 0 0,1 1 1,0-1-1,-1 1 0,1-1 0,-1 1 0,0 0 1,1 0-1,-1 1 0,0-1 0,1 1 1,-1 0-1,0-1 0,0 1 0,0 1 0,-1-1 1,1 0-1,0 1 0,-1-1 0,0 1 0,0 0 1,1 0-1,-1 0 0,-1 0 0,1 0 0,0 0 1,-1 1-1,0-1 0,0 0 0,0 1 1,0-1-1,0 1 0,-1-1 0,1 1 0,-1-1 1,0 3-2,3 2 88,8 24 48,-1 1 1,-1 0-1,-2 0 0,-1 1 1,-2 0-1,-1 0 0,-2 0 1,-1 1-1,-5 29-136,3-59 7,1 0-1,-1 0 1,0 0-1,0 0 1,-1-1-1,1 1 1,-1-1-1,0 0 1,-1 0-1,1 0 1,-1 0-1,1 0 1,-1-1-1,0 0 1,0 0-1,-1 0 1,1 0-1,-1 0 1,1-1-1,-1 0 1,0 0-1,0 0 1,0-1-1,0 0 1,0 0-1,0 0 1,0 0-1,0-1 1,-1 0-1,1 0 1,0 0-1,0-1 1,0 1-1,0-1 1,0 0-1,0-1 1,0 0-1,0 1 1,0-1-1,0-1 1,1 1-1,-1-1 1,1 0-1,0 0 1,0 0 0,0 0-1,0-1 1,0 0-1,1 0 1,0 0-1,0 0 1,0 0-1,0 0 1,0-1-1,1 0 1,0 1-1,0-1 1,0 0-1,0-2-6,3 3-17,0 0-1,0 0 1,0 0-1,0 0 1,1 1-1,0-1 1,-1 1-1,1-1 0,1 1 1,-1 0-1,0-1 1,1 1-1,0 1 1,-1-1-1,1 0 1,0 0-1,1 1 1,-1 0-1,0 0 1,1 0-1,-1 0 1,1 0-1,-1 1 1,1-1-1,0 1 1,0 0-1,0 0 1,2 0 17,117-16 62,-14 37 243,-98-16-262,1-1-1,-1 0 0,1 0 1,-1-1-1,1-1 1,0 1-1,0-2 0,-1 0 1,1 0-1,0-1 0,0-1 1,0 0-1,10-3-42,24-26-2529,-7-11-4837,-18 14 1553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14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139 343 2713,'0'0'3172,"0"0"1283,0 0-2200,0 0-1024,0 0-466,9-22 83,56-147 1270,-18 18 2267,-47 325-1696,6 196-1258,32-280-3108,-32-97-11154,-6-5 9535</inkml:trace>
  <inkml:trace contextRef="#ctx0" brushRef="#br0" timeOffset="306.811">1 754 5761,'0'0'598,"0"0"171,0 0 1300,0 0-342,0 0-559,0 0 194,7 3 218,19 3-773,1-1 1,0-1 0,-1-1-1,1-1 1,0-2-1,0-1 1,0-1 0,27-5-808,76-2-717,-82 9-2696,-1 0-4078,-28 0 5515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12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94 325 3529,'0'0'2790,"0"0"1311,0 0-2182,0 0-894,0 0-423,0 0 386,6-19-13,57-136 830,-13 5 2006,-50 150-3690,0 25 456,8 333 3119,24-271-3513,-6-57-3617,-26-30-409,0 0-1869,-5-2-163</inkml:trace>
  <inkml:trace contextRef="#ctx0" brushRef="#br0" timeOffset="298.807">8 588 7186,'0'0'2068,"0"0"1182,0 0-1151,0 0-1117,0 0-456,0 0 68,-7 0 1044,398-20 1138,-370 17-3234,54-5-934,-34 14-7709,-31 3 6495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18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5401,'0'0'676,"0"0"491,0 0 2502,0 0-1403,0 0-1487,0 0-377,23-3 1802,215 37 855,-218-33-2799,-9-2-174,0 1 1,0 1-1,0 0 0,0 0 0,0 1 1,0 1-1,0 0 0,-1 0 0,1 1 1,-1 0-1,0 1 0,0 0 0,6 4-86,-12-9-484,-4-10-6751,-1 5 5118,1-10-2674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17.9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20 9914,'0'0'1898,"0"0"2207,0 0-2252,0 0-1323,0 0-263,0 0 573,-4 21 432,-27 164 335,29-75-1338,2-110-282,0 0-42,153 13-202,-124-12 205,130-22-1248,-140 0-6551,-19 11 2890</inkml:trace>
  <inkml:trace contextRef="#ctx0" brushRef="#br0" timeOffset="325.039">250 0 6905,'0'0'1409,"0"0"3324,0 0-2433,0 0-1709,0 0 247,-5 24 701,-22 153 1783,28 166 736,25-271-4257,-19-72-2043,-4 0-1983,0 0-1297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17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4505,'0'0'2000,"0"0"2640,0 0-1697,0 0-1190,0 0-518,0 0-399,1 2-44,29 192 4616,-21-119-5229,39 183-142,-43-249 77,-2-3-2891,-5-8-9870,-11-9 9534</inkml:trace>
  <inkml:trace contextRef="#ctx0" brushRef="#br0" timeOffset="324.81">25 310 7009,'0'0'1539,"0"0"-770,0 0-375,-6 0 344,-13 1 367,43 3 927,18 2-359,220 16 3059,-149-22-7883,-45 0-2697,-60 0 3050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20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54 107 3265,'0'0'2814,"0"0"1835,0 0-2478,0 0-1386,0 0-415,0 0 284,-11 19 52,3-7-547,5-8-127,-1 0 1,1 0-1,0 0 1,0 1-1,0-1 1,1 1-1,-1 0 0,1 0 1,1 0-1,-1 0 1,0 0-1,1 0 1,0 0-1,1 1 1,-1-1-1,1 0 1,0 0-1,0 1 1,0-1-1,1 0 1,0 1-1,0-1 1,0 0-1,1 0 1,0 1-33,247 339 413,-233-289-826,-63-53 374,35-3 98,1-1 0,-1-1 0,1 0 0,-1-1 0,1 0 0,0 0 0,0-1 0,1-1 0,-1 0 0,1 0 0,0-1 0,0 0 0,1-1 0,0 0 0,0-1 0,0 0 0,1 0 0,-4-6-59,10 9 46,2-1 1,-1 1 0,1 0-1,0-1 1,0 1-1,0-1 1,1 1 0,-1 0-1,1-1 1,1 1 0,-1 0-1,1 0 1,0 0-1,0 0 1,0 0 0,1 0-1,0 1 1,0-1 0,0 1-1,0 0 1,1 0-1,0 0 1,0 0 0,0 0-1,0 1 1,0 0 0,1 0-1,-1 0 1,1 0-1,0 1 1,2-1-47,13-13 82,22-18-9,-23 20-45,0 0 1,-1-2 0,0 0-1,-1 0 1,-1-2 0,-1 0-1,-1-1 1,0 0 0,-1-1-1,-1-1 1,-1-1-29,-9 17 52,-1 0 0,0-1 0,0 1 0,0-1 1,-1 1-1,1-1 0,-1 1 0,0-1 0,-1 1 0,0-1 1,0 1-1,0-1 0,0 1 0,-1 0 0,0-1 0,0 1 0,0 0 1,-1 0-1,1 0 0,-1 1 0,0-1 0,-1 1 0,1-1 1,-1 1-1,0 0 0,0 1 0,0-1 0,-1 1 0,1-1 1,-1 1-1,0 1 0,0-1 0,0 1 0,0-1 0,0 2 1,0-1-1,-1 0 0,1 1 0,0 0 0,-1 0 0,1 1 0,-1 0 1,0 0-1,1 0 0,-1 0 0,1 1 0,-1 0 0,1 0 1,0 0-1,-1 1 0,1 0 0,0 0 0,0 0 0,-1 1-52,-6 6-351,1 1-1,0 0 1,0 0-1,1 1 1,0 1-1,1 0 1,0 0-1,1 0 1,0 1-1,1 1 1,1-1-1,0 1 1,1 0-1,-2 7 352,6-18-206,-21 56-5596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21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5937,'0'0'680,"0"0"35,0 0 1608,0 0-520,0 0-876,0 0-227,-1 11 1716,55-9-339,635 0 1911,-652-4-4383,-43 0-4911,-24 2 121,-4 0 2275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2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42 6673,'0'0'722,"0"0"2445,0 0-290,0 0-1143,0 0-666,0 0-139,16-4 450,13-4-1178,162-22 45,-188 32-247,0 0 1,0 0-1,0 0 1,-1 0-1,1 0 0,-1 1 1,1-1-1,-1 1 0,0 0 1,0 0-1,0-1 0,0 1 1,-1 1-1,1-1 1,-1 0-1,0 0 0,0 0 1,0 1-1,0-1 0,-1 1 1,1-1-1,-1 0 1,0 1-1,0-1 0,0 1 1,0-1-1,-1 1 0,1-1 1,-1 1-1,0-1 0,0 0 1,0 1-1,0-1 1,-1 0-1,1 0 0,-1 0 1,0 0-1,0 0 0,0-1 1,-1 2 0,-2 3 180,0 0 0,0 0 1,-1-1-1,0 0 1,0 0-1,0 0 0,-1-1 1,1 0-1,-1 0 0,-1-1 1,1 0-1,-1 0 1,1-1-1,-1 0 0,0 0 1,0 0-1,0-1 0,-1-1 1,1 1-1,-4-1-180,11-1 215,4-2-203,17-7-246,1 0 1,-1 1-1,2 2 1,-1 0-1,1 1 1,-1 1-1,1 1 1,1 0-1,-1 2 1,0 1 233,-18 0-23,0 1 0,0-1 1,-1 1-1,1 0 0,0 0 1,-1 0-1,1 0 0,0 1 1,-1-1-1,1 1 0,-1 0 1,0 0-1,0 0 0,0 1 1,0-1-1,0 1 0,0 0 1,-1-1-1,1 1 0,-1 0 1,0 1-1,0-1 0,0 0 1,0 1-1,0-1 0,-1 1 1,0-1-1,0 1 0,0 0 1,0-1-1,0 3 23,2 124-20,-7-124 121,0 1 0,0 0 1,-1-1-1,0 0 0,0 0 0,-1 0 0,0-1 1,0 0-1,0 0 0,0 0 0,-1-1 1,0 0-1,0 0 0,0 0 0,0-1 0,-1 0 1,1-1-1,-1 0 0,1 0 0,-1 0 1,0-1-1,0-1 0,0 1 0,0-1 0,0 0 1,0-1-1,0 0 0,1 0 0,-1-1 1,-7-2-102,-77-49 99,76 14-4551,16 25-508,0 2 467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24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42 5089,'0'0'874,"0"0"34,0 0 1626,0 0-270,0 0-525,0 0-593,-2-9-105,0 1-785,-3-16 341,-2 41 645,-9 131 3232,4-62-3490,4 0 0,3 0 0,5 0 0,4 20-984,-3-98-14,0 0 0,1 1 0,-1-1-1,2 0 1,-1 0 0,1-1 0,1 1 0,-1 0-1,1-1 1,1 0 0,-1 0 0,1 0 0,0 0 0,2 0 14,-5-42-11507,-38-37 4967,13 38 5374</inkml:trace>
  <inkml:trace contextRef="#ctx0" brushRef="#br0" timeOffset="281.556">0 418 4233,'0'0'2538,"0"0"1505,0 0-1930,0 0-704,25 1-127,179 16 1868,-163-11-3287,82 9 20,-40-20-4894,-38-7 566,-5-3 964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27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43 3689,'0'0'1894,"0"0"-1324,0 0-459,0 0 452,0 0 1752,0 0-863,4 8-634,9 25 337,-8-28 5513,0-7-3871,8-18-3108,-13 19 1017,5-5-678,0 1-1,0-1 0,0 1 0,0 1 0,1-1 1,0 1-1,0 0 0,0 0 0,0 1 1,0-1-1,1 1 0,0 1 0,0-1 0,-1 1 1,1 1-1,1-1 0,-1 1 0,0 0 0,0 1 1,0 0-1,0 0 0,1 0 0,-1 1 0,0 0 1,1 1-28,-1 3 16,1 0-1,-1 1 1,1 1 0,-2-1 0,1 1 0,-1 0 0,0 0 0,0 1 0,-1-1 0,0 2-1,0-1 1,-1 0 0,0 1 0,-1 0 0,0-1 0,0 1 0,-1 1 0,0-1 0,0 0 0,-1 1-1,-1-1 1,1 0 0,-1 1 0,-1-1 0,-1 8-16,4 4 41,-2-1-1,0 1 1,-1 0 0,-1 0 0,-1-1-1,-1 1 1,-1-1 0,0 0 0,-2 0-1,0-1 1,-10 18-41,-81 106-13,96-141-7,-1 0 0,0 0 0,1 0 0,-1-1-1,0 1 1,0-1 0,0 0 0,0 0 0,-1 0 0,1 0 0,0-1 0,0 1 0,0-1 0,-1 0 0,1 0 0,0 0 0,0 0 0,-1-1-1,1 1 1,0-1 0,0 0 0,0 0 0,0 0 0,0 0 0,0 0 0,0-1 0,0 0 0,0 1 0,1-1 0,-1 0 0,0 0 0,1 0 0,0-1-1,0 1 1,-1-1 0,1 1 0,1-1 0,-2-2 20,-59-111-1538,65 114 1493,0 0 0,0 1 0,0-1-1,0 0 1,0 1 0,0-1 0,0 1 0,0 0-1,0 0 1,1 1 0,-1-1 0,0 1 0,1-1-1,-1 1 1,1 0 0,-1 0 0,0 0 0,1 1-1,-1-1 1,0 1 0,1 0 0,-1 0 0,0 0-1,0 0 1,0 1 0,0-1 0,0 1 0,0 0-1,2 2 46,8 0 0,30 14 18,2-1 0,0-3 1,1-2-1,0-2 0,1-1 0,0-3 0,12-2-18,-50-3 32,0-1 0,0-1 0,0 0 1,0 0-1,0-1 0,0 0 0,-1 0 0,1-1 0,-1 0 0,0-1 0,1 1 0,-1-2 1,-1 1-1,1-1 0,3-3-32,34-44-3605,-13-8-4562,-20 33 6036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40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1 319 5089,'0'0'643,"0"0"80,0 0 1260,0 0 221,0 0-803,0 0-575,2-4-161,10-3 1878,-12 42-65,-2-10-2988,2 91 692,47-131-120,333-404-187,-318 374-6449,-42 41 3738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10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67 848 3017,'0'0'2081,"0"0"-296,0 0 1330,0 0-1398,0 0-632,0-10 135,0 4-1137,-1 3 21,1 0-1,-1 0 0,1 0 0,0 0 1,0 0-1,0 0 0,0 0 0,1 1 1,-1-1-1,1 0 0,0 0 0,-1 0 1,1 0-1,1 1 0,-1-1 0,0 0 1,1 1-1,-1-1 0,1 1 0,0 0 1,-1-1-1,1 1 0,1 0 0,-1 0 1,0 0-1,0 1 0,1-1 0,-1 0 1,1 1-1,0-1-103,3 0 23,-1 0 1,0 1-1,1-1 0,-1 1 0,1 1 1,-1-1-1,1 1 0,0 0 1,-1 0-1,1 0 0,0 1 0,-1 0 1,1 0-1,-1 0 0,0 1 1,1 0-1,-1 0 0,0 0 0,0 1 1,0 0-1,0-1 0,-1 2 1,1-1-1,-1 1 0,0-1 0,0 1 1,0 0-1,0 1 0,-1-1 0,1 1 1,-1-1-1,0 1 0,1 3-23,4 8 106,-1 0 0,0 1 0,-1 0 0,-1 0 0,0 1 0,-2-1-1,0 1 1,-1 0 0,0 0 0,-2 1-106,0 2 1,-2-1 0,0 0 0,-1 1 1,-2-1-1,0 0 0,0-1 0,-2 0 0,-1 0 0,0 0 0,-1-1 1,-1 0-1,-1 0 0,-1-1 0,0-1 0,-1 0 0,0-1 0,-2 0 1,1-1-1,-2-1 0,0 0 0,-2 0-1,17-11-37,-1 0 0,1-1 0,-1 1 0,0 0 0,0 0 0,1-1 0,-1 1 1,-1-1-1,1 0 0,0 0 0,0 0 0,0 0 0,-1 0 0,1 0 0,0 0 0,-1-1 0,1 1 0,0-1 0,-1 0 0,1 1 0,-1-1 0,1 0 0,-1-1 0,1 1 0,-1 0 0,1-1 1,0 1-1,-1-1 0,1 0 0,0 0 0,-1 0 0,1 0 0,0 0 0,0 0 0,0-1 0,0 1 0,0-1 0,0 1 0,0-1 0,1 0 0,-1 0 0,1 1 0,-1-1 0,1-1 0,-1 1 1,1 0-1,0 0 0,0 0 0,0-1 0,1 1 0,-1 0 0,0-1 0,1 1 0,-1-2 37,-8-154 451,9 157-439,0-1-1,0 1 1,0 0 0,0-1 0,0 1 0,0 0 0,0-1 0,1 1-1,-1 0 1,0 0 0,1-1 0,-1 1 0,1 0 0,0 0-1,-1 0 1,1 0 0,0 0 0,0 0 0,0 0 0,-1 0 0,1 0-1,0 0 1,0 0 0,1 0 0,-1 1 0,0-1 0,0 0-1,0 1 1,0-1 0,0 1 0,1-1 0,-1 1 0,0 0 0,1 0-1,-1-1 1,0 1 0,0 0 0,1 0 0,-1 0 0,0 0-1,1 0 1,-1 1 0,0-1 0,0 0 0,1 1 0,-1-1 0,0 1-1,0-1 1,1 1 0,-1-1 0,0 1 0,0 0 0,0 0-12,62 40 133,-20 0 117,-32-28-196,0 0 0,1 0 0,1-2 0,0 1 0,0-1 0,1-1 0,1-1 0,0 0 0,0-1 0,1 0 0,-1-1 0,2-1-1,-1-1 1,1 0 0,0-1 0,-1-1 0,3 0-54,-6-2-8,0 0 0,0-1 0,-1 0 0,1-1 0,0 0 0,-1-1 0,1-1 1,-1 0-1,0-1 0,0 0 0,0 0 0,10-6 8,33-48-9587,-47 46 7555</inkml:trace>
  <inkml:trace contextRef="#ctx0" brushRef="#br0" timeOffset="1944.684">1211 1210 6873,'0'0'3845,"0"0"-1703,0 0-775,0 0-583,26-5 2674,308 52-1435,-269-58-13630,-50 2 9491</inkml:trace>
  <inkml:trace contextRef="#ctx0" brushRef="#br0" timeOffset="29569.972">546 690 6369,'0'0'164,"0"0"933,4 14-34,10 42-458,-14-55-560,1 0 0,-1-1 0,1 1 0,0 0 0,-1-1 0,1 1 0,0 0 0,0-1 0,-1 1 0,1-1 0,0 1 0,0-1 0,0 1 0,0-1 0,0 0 0,-1 0 0,1 1-1,0-1 1,0 0 0,0 0 0,0 0 0,0 0 0,0 0 0,0 0 0,0 0 0,0 0 0,0 0 0,0-1 0,0 1 0,-1 0 0,1-1 0,0 1 0,0 0 0,0-1 0,0 1 0,-1-1 0,1 1 0,0-1 0,0 0 0,-1 1 0,1-1 0,0 0 0,-1 1 0,1-1 0,-1 0 0,1 0 0,-1 0 0,1 1 0,-1-1 0,0 0 0,1 0 0,-1 0 0,0 0-1,0 0 1,0 0 0,1 0 0,-1 0 0,0 0 0,0 1 0,0-1 0,-1 0 0,1 0-45,0 1 14,23-57 2488,-23 57-2352,0 0-98,0-2-19,0 1 0,0 0-1,0 0 1,0 0 0,0-1-1,0 1 1,1 0 0,-1 0-1,0 0 1,1 0 0,-1-1-1,1 1 1,0 0 0,-1 0-1,1 0 1,0 0-1,-1 0 1,1 1 0,0-1-1,0 0 1,0 0 0,0 0-1,0 1 1,0-1 0,0 0-1,0 1 1,0-1 0,0 1-1,0-1 1,1 1-1,-1 0 1,0 0 0,0-1-1,0 1 1,1 0 0,-1 0-1,0 0 1,0 0 0,0 0-1,1 0 1,-1 1 0,0-1-1,0 0 1,0 1-1,0-1 1,1 0 0,-1 1-1,0-1 1,0 1 0,0 0-1,0-1 1,0 1 0,0 0-1,0 0 1,-1 0 0,1 0-1,0-1 1,0 1 0,-1 0-1,1 0 1,0 0-1,-1 1 1,1-1 0,-1 0-1,1 0 1,-1 0 0,0 0-1,1 0 1,-1 1-33,233-471 521,-181 361-2064,-21 38-4067,-17 36 2803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42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18 254 1464,'0'0'4773,"0"0"1242,0 0-3037,0 0-1943,0 0-564,0 0-42,0-8 1205,-17 199-1413,28-188-229,3-6 18,0-1-1,-1-1 1,0 0 0,0-1-1,0 0 1,0-1-1,-1 0 1,0-1 0,-1 0-1,0-1 1,0-1 0,0-1-10,26-17 16,228-174-135,-154 115-4468,-68 53-1017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43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65 4993,'0'0'1742,"0"0"2667,0 0-2336,0 0-1176,0 0-272,0 0 341,9 0 131,333-17 2754,6-30-6200,-352 47-2503,-4 0 2683,-2-1 171,-20 1-4798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44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3425,'0'0'2290,"0"0"226,0 0-461,0 0-1201,0 0-432,0 0 303,9 5 175,14 2-444,0-1 1,0-1-1,1 0 1,0-2-1,0-1 1,0-1-1,0-1 0,0-1 1,0-1-1,0-2 1,-1 0-1,23-7-456,49-3 180,5 11-802,-59 3-2582,-1-2-4107,-27 0 3269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44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93 236 6409,'0'0'4008,"0"0"-2110,0 0-821,0 0-289,-9-6 310,6 4-883,2 0-153,0 1 0,0-1 0,0 0 0,0 1 1,-1-1-1,1 1 0,0-1 0,-1 1 0,0 0 0,1 0 1,-1 0-1,0 0 0,1 0 0,-1 0 0,0 0 0,0 0 1,0 1-1,0-1 0,0 1 0,0-1 0,0 1 0,0 0 1,0 0-1,0 0 0,0 0 0,0 0 0,0 0 0,0 1 1,0-1-1,0 0 0,1 1 0,-1 0 0,0-1 0,0 1 1,0 0-1,0 0 0,1 0 0,-1 0 0,1 1 0,-1-1 1,0 0-1,1 1 0,0-1 0,-1 1 0,1-1 0,0 1 1,0 0-63,0 16 86,1 0 0,0 0 0,2-1 1,0 1-1,1 0 0,1-1 0,0 1 1,1-1-1,1 0 0,1-1 0,1 1 1,0-2-1,0 1 0,2-1 0,0 0 0,1-1 1,0 0-1,1-1 0,1 0 0,0-1 1,14 10-87,48 46 427,-54-52-406,0 2 0,-2 0 0,0 1 0,-1 1 0,-1 0 0,0 2 0,-2 0-1,2 6-20,-14-24 6,-1-1-1,0 1 0,-1 0 0,1 0 0,-1 1 0,0-1 1,0 0-1,0 0 0,0 0 0,-1 1 0,1-1 0,-1 0 0,-1 1 1,1-1-1,0 0 0,-1 1 0,0-1 0,0 0 0,0 0 1,-1 0-1,1 0 0,-1 0 0,0 0 0,0 0 0,0 0 1,-1-1-1,1 1 0,-1-1 0,0 0 0,0 0 0,0 0 0,0 0 1,-1 0-1,1 0 0,-1-1 0,0 0 0,1 0 0,-1 0 1,0 0-1,0-1 0,0 1 0,-1-1 0,1 0 0,0 0 0,-1-1-4,-113 6 104,115-7-101,0 0 1,0 0-1,1 0 0,-1 0 1,0 0-1,1 0 0,-1-1 1,1 0-1,-1 1 0,1-1 1,0 0-1,0 0 0,0 0 1,0 0-1,0 0 0,0-1 1,0 1-1,1-1 1,-1 1-1,1-1 0,0 1 1,0-1-1,0 0 0,0 0 1,0 1-1,0-1 0,1 0 1,-1 0-1,1 0 0,0 0 1,0 0-1,0 0 0,0 0 1,1 0-1,-1 1 1,1-1-1,0 0 0,0-1-4,4-9-2,1-1-1,0 1 0,1 0 1,1 1-1,0 0 0,0 0 1,1 0-1,1 1 0,0 1 1,0 0-1,1 0 1,2 0 2,20-24-26,2-1 70,-8 12-144,0-1 0,-1-1 1,-2-1-1,-1-1 0,-1-1 1,-1-2-1,-1 0 0,-2 0 1,-1-2-1,-2 0 0,-1-1 1,-1-1-1,-2 0 0,-1 0 1,-2-1-1,2-22 100,-11 50 60,1 1 1,-1 0 0,-1 0-1,1-1 1,-1 1 0,0 0-1,0 0 1,-1 0-1,1 1 1,-1-1 0,-1 1-1,1-1 1,-1 1-1,0 0 1,0 1 0,0-1-1,-1 0 1,0 1 0,0 0-1,0 1 1,0-1-1,0 1 1,-1 0 0,0 0-1,1 0 1,-1 1-1,0 0 1,0 0 0,-1 0-1,1 1 1,0 0 0,-1 0-62,-6-1 110,-1 0-1,1 0 0,-1 1 0,0 1 0,1 0 1,-1 1-1,1 1 0,-1 0 0,1 0 0,0 2 0,-1-1 1,2 2-1,-1 0 0,-10 5-108,9-1-53,1 0 1,1 0-1,0 1 1,0 1-1,1 0 1,1 0-1,0 1 0,0 1 1,1 0-1,0 0 1,2 0-1,-1 1 1,2 0-1,-1 2 53,-15 59-3077,15 4-3382,7-35 1804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50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4 242 3937,'0'0'2358,"0"0"1768,0 0-1880,0 0-1145,0 0-505,0 6 2403,0 27-2399,-1-14-85,0-14-471,0 0 0,1 0-1,-1 0 1,1 0 0,0 0-1,0 0 1,1 0 0,-1 0-1,1 0 1,0 0 0,1 0-1,-1 0 1,1 0 0,0 0-1,0-1 1,1 1-1,-1-1 1,3 3-44,-1-6 58,0-1 1,1 1-1,-1-1 0,0 0 0,1 0 1,-1-1-1,1 1 0,-1-1 1,0 0-1,1 0 0,-1-1 0,0 1 1,0-1-1,0 0 0,0 0 0,0 0 1,-1-1-1,1 1 0,-1-1 1,1 0-1,-1 0 0,0 0 0,0 0 1,2-4-59,4 0 60,7-7 65,240-190 1221,-70 91-3440,-148 99-1461,0 11-3401,-24 3 5289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51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10 154 1792,'0'0'4329,"0"0"551,0 0-2605,0 0-1332,0 0-642,0 0-77,-7 60 1665,6-59-1880,1 1 0,-1 0-1,1-1 1,0 1 0,-1 0 0,1 0 0,0-1 0,0 1 0,0 0-1,0-1 1,1 1 0,-1 0 0,0 0 0,1-1 0,-1 1 0,1-1-1,-1 1 1,1 0 0,0-1 0,0 1 0,0-1 0,0 0-1,0 1 1,0-1 0,0 0 0,0 1 0,1-1 0,-1 0 0,0 0-1,1 0 1,-1 0 0,1 0 0,-1-1 0,1 1 0,-1 0 0,1-1-1,-1 1 1,1-1 0,0 1 0,-1-1 0,1 0 0,0 0-1,0 0 1,-1 0 0,1 0 0,0 0 0,-1 0 0,1 0 0,0-1-1,-1 1 1,1-1 0,0 1 0,-1-1 0,1 0-9,10 1 14,12-4 91,1-2 0,-1-1 1,-1 0-1,1-2 0,-1-1 1,-1 0-1,0-2 0,0-1 0,-1 0 1,-1-2-1,0 0 0,5-7-105,-2 5 41,102-83-1365,-123 98-2258,-4 4-248,-8 7 1731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58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85 123 4705,'0'0'1083,"0"0"-606,0 0-185,0 0 120,0 0 601,0 0 147,-9-6-447,5 2-405,-36-24-51,9 17 4018,31 11-3120,0 0-208,0 0-72,0 0-336,0 0-175,0 0-130,13 0 68,44 0 539,29 1-126,0-3 0,0-3 0,0-5 0,20-7-715,-103 13-6248,-1-8 2475,0 4 1231,4-9 567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59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0 294 13691,'0'0'2142,"0"0"-1258,0 0-325,0 0 428,0 0 175,0 0-395,3-17-349,43-122-320,-8 1 1292,-37 610 1420,30-344-2355,-2-80-3181,-28-47-1702,-2-1-1726,-1 0 2669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59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6649,'0'0'5822,"0"0"-3347,0 0-1584,0 0-251,0 0 109,4 0-51,376-24 1048,-318 22-4304,-58 12-3704,-6 10 3379,-6-8 837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00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70 6905,'0'0'6074,"0"0"-3568,0 0-1796,0 0-292,0 0-77,0 0 33,12-10-138,39-32-107,-48 40-131,0 0-1,0 0 1,1 0-1,-1 0 1,0 1-1,1-1 1,-1 1-1,1 0 1,0 0 0,-1 1-1,1-1 1,0 1-1,0-1 1,-1 1-1,1 0 1,0 1-1,0-1 1,-1 1-1,1-1 1,0 1 0,-1 0-1,1 1 1,-1-1-1,1 1 1,-1-1-1,0 1 1,1 0-1,-1 0 1,0 0-1,0 1 1,-1-1-1,1 1 1,0 0 0,-1-1-1,0 1 1,1 0-1,-1 1 1,0 0 2,6 8-3,-1 0 0,-1 1 0,0 0 0,0 0 0,-1 1 0,-1 0 0,0 0 0,-1 0 0,-1 0 0,0 0 0,-1 0-1,0 1 1,-1-1 0,-1 0 0,-2 14 3,-1-18-11,0-1-1,-1 0 0,1 1 0,-2-2 0,1 1 1,-1 0-1,-1-1 0,0 0 0,0-1 0,0 0 0,-1 0 1,0 0-1,0-1 0,-1 0 0,0-1 0,0 1 1,0-2-1,0 0 0,-1 0 0,0 0 0,-3 0 12,12-4 23,-1 0 0,0 0 0,0 0 0,1 0 0,-1-1 0,0 1 0,0 0 0,1-1 0,-1 1 0,1-1 0,-1 0 0,0 1 0,1-1 0,-1 0 0,1 0 0,-1 0 0,1 0 0,0 0 0,0 0 0,-1-1-1,1 1 1,0 0 0,0-1 0,0 1 0,0-1 0,0 1 0,0-1 0,1 1 0,-1-1 0,1 1 0,-1-1 0,1 0 0,-1 1 0,1-1 0,0 0 0,0 0 0,0 1 0,0-1 0,0 0 0,0 0 0,0 1 0,0-1 0,1 0 0,-1 1-1,1-1 1,-1 0 0,1 1 0,0-1 0,0 1 0,-1-1 0,1 1 0,0-1 0,0 1 0,1 0 0,-1-1 0,0 1 0,0 0 0,1 0 0,-1 0 0,0 0 0,1 0 0,-1 0 0,1 0 0,0 1 0,0-1-23,4-5 9,1 1 1,-1-1-1,1 2 1,-1-1-1,1 1 1,1 0-1,-1 0 1,1 1-1,-1 0 1,1 1-1,0-1 1,0 1-1,0 1 1,0 0-1,0 0 1,0 0-1,1 1 1,-1 0-1,0 1 1,0 0-1,0 0 1,0 1-1,0 0 1,0 0 0,0 1-1,0 0 1,-1 0-1,0 1 1,1 0-1,5 5-9,-4-1 62,0 0-1,1 0 1,0 0-1,0-1 1,1-1-1,-1 0 1,1 0-1,1-1 1,-1-1-1,1 0 1,0 0-1,0-1 1,0-1-1,0 0 0,0 0 1,1-1-1,-1-1 1,6 0-62,-13-1-36,0 0-1,0-1 1,0 1 0,0-1-1,-1 0 1,1 0 0,-1 0-1,1 0 1,-1-1 0,0 0-1,0 0 1,0 0 0,0-1-1,-1 1 1,1-1 0,-1 0-1,0 0 1,0 0 0,0 0-1,0 0 1,-1-1 0,1-1 36,20-66-9228,-22 49 6178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8:56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0 586 5977,'0'0'574,"0"0"1183,0 0 592,0 0-878,0 0-672,31-13 3643,305-13-1705,-260 16-3370,-76 12-762,0 3 740,4-3-3540,44-20-990,-19-2 2719</inkml:trace>
  <inkml:trace contextRef="#ctx0" brushRef="#br0" timeOffset="1467.362">796 77 5473,'0'0'5845,"0"0"-3621,0 0-1471,0 0-199,0 0-117,0 0 42,12-11-97,-4 5-336,-1 0-1,0 0 1,1 1-1,0-1 1,1 2-1,-1-1 1,1 1-1,0 0 0,-1 1 1,2 0-1,-1 1 1,0 0-1,1 0 1,7 0-46,-12 1 10,0-1 1,0 1-1,1 0 1,-1 1-1,0-1 1,0 1-1,0 0 1,1 1-1,-1-1 1,0 1-1,0 0 1,0 0 0,0 1-1,0-1 1,0 1-1,-1 0 1,1 1-1,0-1 1,-1 1-1,0 0 1,1 0-1,-1 0 1,0 0-1,-1 1 1,1 0-1,0-1 1,-1 1 0,0 1-1,0-1 1,-1 0-1,1 1 1,-1 0-1,0-1 1,0 1-1,0 0 1,0 0-1,-1 0 1,0 0-1,0 0 1,-1 1-11,2 1 65,0 0 0,-1 0 0,0 1-1,-1-1 1,0 0 0,0 1 0,0-1 0,-1 0 0,0 1-1,0-1 1,-1 0 0,0 0 0,0 0 0,-1 0 0,0 0 0,0 0-1,-1-1 1,1 0 0,-1 1 0,-1-1 0,1-1 0,-1 1 0,0-1-1,-4 4-64,7-26 363,10 14-376,1 1 1,0 1-1,0 0 0,0 0 1,0 1-1,0 0 0,0 0 1,0 1-1,0 0 0,0 1 0,0 0 1,0 0-1,0 1 0,-1 0 1,0 0-1,1 1 0,-1 1 1,-1-1-1,1 1 0,-1 0 1,1 1-1,-1 0 0,-1 0 1,1 0-1,-1 1 0,-1 0 0,1 1 13,6 5-63,-1 1 0,-1 0-1,0 1 1,-1 0-1,-1 1 1,0 0 0,-1 0-1,-1 1 1,0 0-1,-1 0 1,-1 0 0,-1 0-1,1 13 64,-3-26-2,-1 0 0,0 1 0,0-1 0,0 0 0,0 1 0,-1-1 0,1 0 0,-1 1 0,0-1 0,0 0 0,-1 0 0,1 0 0,-1 0 0,0 0 0,0 0 0,-1-1 0,1 1 0,-1-1 0,1 1 0,-1-1 0,0 0 0,0 0 0,-1 0 0,1 0 0,-1-1 0,1 1 0,-1-1 0,0 0 0,0 0 0,0 0 0,0-1 0,-1 1 2,-19 6 251,-2-1-1,1-1 1,-1-1-1,1-1 1,-1-1-1,-1-2 0,1 0 1,0-2-1,-2-1-250,-27 1 1440,-23-16 1246,94 8-2447,34 7-3973,0-8-5600,-30 4 6340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03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3209,'0'0'3562,"0"0"1936,0 0-2869,0 0-1542,0 0-420,0 0 83,0 0 36,3 0-399,278 1 897,-230 12-1641,-19-3-1397,0-5-4030,-26-6 3174,-3-5 1026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04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6081,'0'0'214,"0"0"874,0 0 2401,0 0-1913,0 0-845,0 0-96,8 2 448,394 34 2111,-377-37-4689,2-16-5923,-14-3 1761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06.8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42 5249,'0'0'2057,"0"0"5280,0 0-3984,0 0-1937,0 0-84,0 0-30,14-13 29,-4 8-1365,1 1 1,-1 0-1,1 0 0,0 1 1,0 1-1,0-1 0,1 2 1,-1 0-1,0 0 1,1 1-1,-1 0 0,0 1 1,7 2 33,-12 2-34,0 0 0,0 1 0,-1 0 0,0 0 1,0 0-1,-1 1 0,0 0 0,0-1 0,0 1 0,-1 1 1,0-1-1,0 1 0,-1-1 0,0 1 0,0 0 1,-1-1-1,0 1 0,-1 0 0,1 0 0,-1 0 1,-1 0-1,0 0 0,0 0 0,-1 1 34,2-3-41,0 4-16,-1 1-1,-1 0 1,0 0-1,-1-1 0,0 1 1,0-1-1,-1 0 0,-1 0 1,0 0-1,0 0 1,-1-1-1,0 0 0,0 0 1,-1 0-1,0-1 0,-1 0 1,0-1-1,0 0 1,0 0-1,-1 0 0,0-1 1,-1-1-1,1 1 1,-1-2-1,0 1 0,0-1 1,-1-1-1,1 0 0,-1 0 1,1-1-1,-1 0 1,0-1-1,0 0 0,-4-1 58,24-46-113,3 39 141,-1 1 0,1 1 0,0 0-1,0 0 1,1 2 0,-1-1 0,1 2 0,0-1 0,0 2 0,0 0 0,0 0-1,0 1 1,0 1 0,0 0 0,-1 1 0,1 0 0,0 1 0,-1 1 0,1 0-1,9 4-27,-6-1 233,0-1 0,0-1-1,1-1 1,0 0 0,0-1-1,0-1 1,1-1 0,-1 0-1,10-1-232,41-42-1566,-25-33-6260,-36 61 5413,13-31-462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05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109 212 13451,'0'0'1674,"0"0"-1038,0 0-146,0 0 715,0 0 44,0 0-577,-4-15-467,1 5-198,0 2 25,0-1 0,0 0 0,1 0 0,1 0 0,-1 0 0,2 0 0,-1 0 0,1-1 0,0 1 0,1 0 1,0 0-1,1 0 0,1-4-32,24-43 530,-17 79-539,22 406 4023,-14-385-4061,-4-42-7577,-14-6 1515,0-5 3062</inkml:trace>
  <inkml:trace contextRef="#ctx0" brushRef="#br0" timeOffset="270.518">0 568 5553,'0'0'1895,"0"0"2744,0 0-1962,0 0-1566,0 0-177,0 0 169,3 0-135,204-18 3077,-101 6-6517,0 6-8319,-88 6 9123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10.289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0 201 6121,'0'0'1101,"0"0"3238,0 0-1618,0 0-1156,0 0-414,0 0 4,2-4-213,109-193 118,-105 213-1592,8 94 2063,41 172 1521,-30-245-2985,-23-60-2630,-9-95-11941,7 91 9643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05.207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116 201 5601,'0'0'628,"0"0"449,0 0 2465,0 0-1178,0 0-853,0 0-589,-12-7 2216,77 9-2153,-38 0-736,-1-1-1,0-1 1,1-1-1,-1-1 1,0-2 0,0 0-1,0-2 1,22-8-249,-47 14 172,-153 16-86,139-16-87,1 2 0,-1 0 0,0 0 0,1 1 0,0 1 0,-1 0 0,1 1 0,1 0 0,-1 1 0,1 0 0,0 1 0,0 0 0,1 0 0,0 1 0,0 1 0,1 0 0,0 0 0,1 1-1,0 0 1,0 0 0,1 1 0,0 0 0,1 0 0,1 0 0,-1 1 0,2 0 0,0 0 0,-2 7 1,5-9 19,0-1 0,0 1 0,1 0 1,0 0-1,1 0 0,0 0 0,1 0 0,0 0 0,0 0 0,1-1 1,0 1-1,1-1 0,0 0 0,0 0 0,1 0 0,0-1 0,1 0 0,0 0 1,0 0-1,2 1-19,43 34-2,-50-43 37,-1 0 84,20-28 168,-9 18-301,0 0 0,0 1 0,0 1 0,1-1 0,1 2 0,-1 0 0,1 0 0,1 1 0,-1 1 0,1 0 0,0 1 0,0 0 0,0 1 0,0 1 0,0 0 0,1 1 0,-1 1 0,1 0 0,-1 1 0,1 0 0,-1 1 0,0 1 0,0 1 1,0-1-1,0 2 0,0 0 0,-1 1 0,0 0 0,0 1 0,5 4 14,-8-2-44,0 1 1,-1 0-1,0 0 1,-1 1-1,0 0 1,-1 0-1,0 1 1,-1-1-1,0 2 1,-1-1-1,0 1 1,-1 0-1,-1 0 1,0 0-1,0 0 1,-2 0 0,1 1-1,-2-1 1,0 1-1,0-1 1,-1 0-1,-1 1 1,-1 1 43,0-4 25,0-1 1,-1 0-1,0 1 1,-1-2 0,0 1-1,-1 0 1,0-1 0,0 0-1,-1-1 1,0 1-1,-1-1 1,0-1 0,0 1-1,0-2 1,-1 1 0,0-1-1,-1 0 1,1-1-1,-1 0 1,0 0 0,0-1-1,-1 0 1,1-1 0,-1-1-1,0 1 1,1-2-1,-1 1 1,0-2 0,0 1-1,0-1 1,0-1 0,0 0-1,0-1 1,0 0-1,0 0 1,1-1 0,-1-1-1,1 0 1,0 0 0,0-1-1,1 0 1,-2-1-26,-83-61 556,114 58-3451,68 5-6677,-43 2 6532</inkml:trace>
  <inkml:trace contextRef="#ctx0" brushRef="#br0" timeOffset="298.538">1201 730 6105,'0'0'4556,"0"0"-244,0 0-2520,0 0-892,0 0 84,0 0 561,-8 4 683,79-4-1530,97-24-529,-98 6-3896,-33 1-5547,-26 10 6756</inkml:trace>
  <inkml:trace contextRef="#ctx0" brushRef="#br1" timeOffset="4576.677">52 1195 2905,'0'0'2379,"0"0"-415,0 0 2081,0 0-2026,0 0-1287,0 0-377,4 1 180,31 7-5,-1-1 1,2-2-1,-1-2 1,0-1-1,1-1 1,14-3-531,-1 1 219,-37 1-164,92 2 357,0-5 1,0-5-1,0-4 0,0-5-412,11-5-663,-127 38-2085,-98 34-6249,74-40 8230</inkml:trace>
  <inkml:trace contextRef="#ctx0" brushRef="#br1" timeOffset="6476.536">912 161 6849,'0'0'1898,"0"0"568,0 0-1060,0 0-506,0 0 291,0 0 157,-4 17-177,-13 54-343,17-70-776,0 0 0,0 0 0,0 1 0,0-1-1,0 0 1,1 0 0,-1 0 0,0 0 0,0 1-1,1-1 1,-1 0 0,1 0 0,-1 0 0,1 0 0,-1 0-1,1 0 1,0 0 0,-1 0 0,1 0 0,0 0 0,0-1-1,0 1 1,0 0 0,0 0 0,0-1 0,0 1 0,0 0-1,0-1 1,0 1 0,0-1 0,0 0 0,0 1 0,0-1-1,1 0 1,-1 0 0,0 1 0,0-1 0,0 0 0,0 0-1,1 0 1,-1-1 0,0 1 0,0 0 0,0 0-1,0-1 1,1 1 0,-1 0 0,0-1 0,0 1 0,0-1-1,1 0-51,2 0 526,-8-45 1084,-23 41-4101,17 27-9266,10-15 7658</inkml:trace>
  <inkml:trace contextRef="#ctx0" brushRef="#br1" timeOffset="6943.165">1129 72 3137,'0'0'3379,"0"0"2322,0 0-3012,0 0-1525,0 0-266,0 0 265,-6-7-130,7 7-1022,0 1 0,0-1 0,1 0 0,-1 0 0,0 1 0,0-1 0,1 0 0,-1 0 0,0-1 0,0 1 0,0 0 0,1 0 0,-1 0 1,0-1-1,0 1 0,0-1 0,0 1 0,0-1 0,0 1 0,1-1 0,-1 0 0,0 1 0,-1-1 0,1 0 0,0 0 0,0 0 0,0 0 0,0 0 0,-1 0 0,1 0 0,0 0 0,-1 0 0,1 0 0,-1 0 0,1 0 0,-1 0 0,0-1 0,1 1 0,-1 0 0,0 0 0,0 0 0,0-1 0,0 1 0,0 0 0,0 0 1,0 0-1,0-1 0,-1 1 0,1 0 0,0 0 0,-1 0 0,1 0 0,-1-1 0,1 1 0,-1 0 0,1 0 0,-1 0 0,0 0 0,0 0 0,1 0 0,-1 1 0,0-1 0,0 0 0,0 0 0,0 0 0,0 1 0,0-1 0,0 1 0,0-1 0,-1 0-11,114-10-69,-108 13 65,-1 1 0,0-1 0,0 1-1,0-1 1,0 1 0,-1 0 0,1 0 0,-1 1 0,0-1 0,1 0 0,-2 1 0,1-1-1,0 1 1,-1 0 0,1 0 0,-1-1 0,0 1 0,0 0 0,-1 0 0,1 0 0,-1 0-1,0 0 1,0 0 0,0 0 0,-1 0 0,1 0 0,-1 0 0,0 0 0,0 0 0,-1 2 4,1 12 35,-63 190 417,64-203-512,19-5 15,9-2 149,-1-1 0,0-2 0,0-1 0,0-1 0,-1-1 0,0-1 0,10-6-104,15-5-47,-72 20-7728,-10 0 1424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10.671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73 166 3793,'0'0'6345,"0"0"-1152,0 0-3259,0 0-1515,0 0 145,0 0 472,-7 0 0,-17 0-558,18 0-334,6 0-228,11 1-102,-11-1 197,0 0-1,0-1 1,-1 1-1,1 0 1,0-1-1,0 1 1,0 0-1,-1-1 1,1 1 0,0 0-1,0-1 1,0 1-1,0 0 1,0-1-1,0 1 1,-1 0-1,1-1 1,0 1-1,0-1 1,0 1-1,0 0 1,0-1 0,1 1-1,-1 0 1,0-1-1,0 1 1,0-1-1,0 1 1,0 0-1,0-1 1,1 1-1,-1 0 1,0-1 0,0 1-1,0 0 1,1 0-1,-1-1 1,0 1-1,1 0 1,-1-1-11,-47-17-766,47 62-9048,13-35 7539,6-4 589</inkml:trace>
  <inkml:trace contextRef="#ctx0" brushRef="#br0" timeOffset="433.848">280 62 5401,'0'0'1630,"0"0"3294,0 0-2105,0 0-1523,0 0-166,0 0 79,7-9-459,24-27-271,59 20-299,-70 17-234,-18-1 51,0 0 0,1 1 1,-1-1-1,0 1 0,0-1 0,1 1 0,-1 0 0,0 0 0,0 0 0,0 0 0,0 0 1,0 0-1,0 0 0,0 1 0,0-1 0,-1 1 0,1 0 0,0-1 0,-1 1 1,1 0-1,-1 0 0,0 0 0,0 0 0,0 0 0,0 0 0,0 0 0,0 1 0,0-1 1,-1 0-1,1 0 0,-1 1 0,1-1 0,-1 0 0,0 1 0,0-1 0,0 0 0,-1 1 1,1-1-1,0 0 0,-1 0 0,0 2 3,-27 95 1101,22-88-1032,0-3 63,0 1 1,1 0-1,0 0 1,1 1-1,0-1 1,0 1 0,1 0-1,1 0 1,-1 0-1,2 0 1,-1 1-1,1-1 1,1 0 0,0 3-133,2-10 30,1-1 1,-1 0 0,1 0 0,0 0 0,0 0 0,-1 0 0,1-1-1,0 1 1,0-1 0,1 0 0,-1 1 0,0-2 0,0 1 0,1 0-1,-1-1 1,0 1 0,1-1 0,-1 0 0,0 0 0,1 0 0,-1-1-1,0 1 1,0-1 0,4-1-31,7 2 189,0-3-151,0-1 0,0-1 0,0 0 1,-1-1-1,0 0 0,0-1 0,0-1 0,-1 0 0,0 0 0,0-1 1,-1-1-1,0 0 0,-1 0 0,0-1 0,5-9-38,15-37-4056,-20-7-5801,-10 22 6230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18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49 6145,'0'0'364,"0"0"-148,0 0 530,0 0 2237,0 0-1430,0 0-487,-4-6 263,-13-16 147,27 17 3259,25 4-5356,-32 1 931,371-15 563,-439 33-11915,18-3 8375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18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6977,'0'0'1233,"0"0"655,0 0 305,0 0-1073,0 0-24,0 0 80,0 0 41,57 4-409,-17-2-240,9-2-336,6 0-80,4 0-112,3 0 64,-1 0-208,-1 0-232,4 0-3449,-15 0-2512,-12-2 5809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19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7378,'0'0'544,"0"0"4833,0 0-3001,131-2-847,-64-7-209,7 0 416,3-2-95,-1 2-825,-4 0-528,-5 5-288,-8-1-16,-15 5-232,-12 0-2105,-17 0-3744,-10 9-24,-5 2 5361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2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49 7762,'0'0'2536,"0"0"1538,0 0-2199,0 0-1358,0 0-63,0 0 37,12-3-4,271-43 684,-281 49-1179,0-1 0,0 0-1,0 0 1,0 1 0,0-1 0,-1 1 0,1 0 0,-1-1 0,0 1-1,1 0 1,-2 0 0,1 0 0,0 0 0,0 0 0,-1 0-1,0 0 1,1 0 0,-1 0 0,0 0 0,-1 0 0,1 0 0,0 0-1,-1 0 1,0 0 0,1 0 0,-1 0 0,-1 0 0,0 1 8,-75 113-365,-4 9 171,81-124 204,-1 1-1,1-1 1,0 1-1,0-1 1,0 0 0,0 1-1,0-1 1,1 0 0,-1 1-1,1-1 1,0 0 0,-1 0-1,1 1 1,0-1-1,0 0 1,0 0 0,1 0-1,-1 0 1,0 0 0,1 0-1,0-1 1,-1 1-1,1 0 1,0-1 0,0 1-1,-1-1 1,1 0 0,0 1-1,1-1 1,-1 0-1,0 0 1,0-1 0,0 1-1,1 0 1,-1-1 0,0 1-1,1-1 1,-1 0-1,0 1 1,1-1 0,-1-1-1,0 1 1,1 0 0,-1 0-1,0-1 1,1 1 0,-1-1-1,0 0 1,2-1-10,3 3 64,28 0 104,0-1 0,-1-2 0,1-1 0,-1-2 0,0-1 0,0-2 0,-1-1 0,0-2 0,15-7-168,5-17-3198,-10-11-4641,-20 17 3345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20.8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14859,'0'0'1901,"0"0"-1285,0 0-328,0 0 399,0 0 518,0 0-423,9 0 62,172 28 1351,-158-26-2620,101 1 691,-85-11-3351,-6-7-3717,-15 0 1201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21.9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99 3929,'0'0'8900,"0"0"-5256,0 0-2090,0 0-98,0 0 134,0 0-381,9-7-338,6-4-756,0 0 0,0 2 0,1-1 0,1 2 0,-1 0 0,1 1 0,1 1 1,-1 1-1,1 0 0,0 1 0,0 1 0,0 1 0,1 0 0,11 1-115,-28 4-14,1 1-1,-1-1 1,-1 1 0,1 0-1,0-1 1,-1 1 0,0 0-1,0 0 1,0 0 0,0 0-1,-1 0 1,1 0 0,-1 0-1,0 0 1,0 0 0,-1 0-1,1 0 1,-1 0 0,0 0-1,0-1 1,0 1 0,-1 0-1,1 0 1,-2 2 14,-7 12 15,0-1 1,-1 0-1,0-1 0,-2 0 1,0-1-1,0 0 1,-2-2-1,1 1 0,-8 4-15,-88 97 74,110-115-74,-1 1 1,1-1-1,-1 1 0,1-1 1,-1 1-1,1-1 1,-1 1-1,1 0 0,-1-1 1,1 1-1,0 0 1,-1-1-1,1 1 0,0 0 1,0 0-1,-1-1 0,1 1 1,0 0-1,0 0 1,0-1-1,0 1 0,0 0 1,0 0-1,0-1 0,0 1 1,1 0-1,-1-1 1,0 1-1,0 0 0,1 0 1,-1-1-1,0 1 1,1 0-1,-1-1 0,0 1 1,1 0-1,-1-1 0,1 1 1,-1-1-1,1 1 1,-1-1-1,1 1 0,0-1 1,-1 1-1,1-1 0,0 0 1,-1 1-1,1-1 1,0 0-1,-1 0 0,1 1 1,0-1-1,0 0 1,-1 0-1,1 0 0,0 0 1,0 0-1,55 0 149,-38-2-23,432-70 2184,-431 71-2450,47 4-2475,-64 3-2700,-4-3-3137,-4-1 5305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2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57 280 6385,'0'0'1618,"0"0"1435,0 0-998,6-24-867,54-154 1754,-24 100 932,-34 87-3702,23 555 2873,3-445-2912,-3-74-7853,-24-44-63</inkml:trace>
  <inkml:trace contextRef="#ctx0" brushRef="#br0" timeOffset="249.296">0 924 8450,'0'0'7673,"0"0"-5688,0 0-1305,0 0-336,0 0 648,139-35 489,-87 22-585,2-3-728,0 3 8,1 1-176,-8 4-640,-8 1-2129,-7 7-3800,-10 0 1680,-12 0 3872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19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88 7250,'0'0'2740,"0"0"1333,0 0-1599,0 0-1209,0 0-731,0 0 31,-3 20 941,-28 460 3188,50-436-5164,-17-43 148,0-1 0,0 0-1,0 0 1,0 0 0,0 0-1,0-1 1,0 1-1,0 0 1,0-1 0,0 0-1,0 1 1,0-1 0,0 0-1,0 0 1,0 0 0,-1 0-1,1 0 1,0-1-1,-1 1 1,1 0 0,-1-1-1,1 1 1,-1-1 0,0 0-1,0 1 1,0-1 0,1 0-1,-2 0 1,1 0 0,1-1 322,15-36-6002,-1-1 2940</inkml:trace>
  <inkml:trace contextRef="#ctx0" brushRef="#br0" timeOffset="381.931">290 150 13299,'0'0'3553,"0"0"-2196,0 0-857,0 21 806,-1 11-626,16 188 1892,-13-213-2547,-1 1-1,1 0 1,0-1-1,0 0 1,1 1-1,0-1 1,0 0-1,1 0 1,0-1-1,0 1 1,0-1-1,1 0 1,0 0-1,0 0 1,1-1-1,0 0 1,0 0-1,0 0 1,0-1-1,1 0 1,-1 0 0,1 0-1,0-1 1,0 0-1,1 0 1,-1-1-1,7 1-24,-7-1-24,0 0 0,0-1-1,-1 0 1,1 0 0,0-1 0,0 0-1,0 0 1,0 0 0,0-1 0,0 0-1,0-1 1,0 0 0,0 0 0,-1 0-1,1 0 1,-1-1 0,0 0 0,1-1-1,-1 0 1,-1 1 0,1-2 0,-1 1-1,1-1 1,-1 0 0,0 0 0,-1 0-1,0-1 1,1 1 0,-2-1 0,1 0-1,-1 0 1,0-1 0,0 1 0,0-1-1,-1 1 1,0-1 0,-1 0 0,1-4 24,4-10-95,-2-1 0,-1 1 0,0-1 1,-2 0-1,0 0 0,-2 0 0,0 0 0,-2 0 1,0 1-1,-1-1 0,-1 1 0,-2 0 1,0 0-1,-1 1 0,0 0 0,-12-18 95,16 33-6,-1-1 0,0 1 0,0 0 0,0 0-1,-1 1 1,0 0 0,0 0 0,0 0 0,0 0 0,0 1-1,-1 0 1,0 1 0,1-1 0,-1 1 0,0 1 0,0-1-1,0 1 1,0 0 0,-1 1 0,1 0 0,0 0 0,0 0-1,0 1 1,0 0 0,0 1 0,0-1 0,0 1 0,0 1-1,0-1 1,1 1 0,-1 0 0,1 1 0,0-1 0,0 1-1,0 0 1,1 1 0,-1 0 0,1 0 0,0 0 0,-1 2 6,-91 137-2743,61-37-2848,26-57 1242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19:14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69 825 4905,'0'0'1034,"0"0"338,0 0 2554,0 0-1613,0 0-994,0 0-53,-5 0 215,-12 2 244,36 2 805,42 3-784,-26-6-1514,-1-2 0,0-1 0,-1-2 0,1 0 0,0-3 0,12-5-232,-43 14-3993,-10 8 1710,-49 22-6891,30-18 5856</inkml:trace>
  <inkml:trace contextRef="#ctx0" brushRef="#br0" timeOffset="313.996">121 1138 2985,'0'0'2656,"0"0"3450,0 0-4146,0 0-392,0 0-423,0 0 415,0 0-736,138-7-216,-116 5-424,3 0-80,-5 0-104,0 2 0,-3 0-136,0 0-208,-2 4-480,0 1-4753,-3-3 1320,-2-2 1896</inkml:trace>
  <inkml:trace contextRef="#ctx0" brushRef="#br0" timeOffset="8346.766">1428 462 1872,'0'0'2886,"0"0"-1207,0 0 1258,0 0 622,0 0-1569,0 0-807,3-12 232,5-35 582,-9 46-1934,1 0 0,0 1 1,-1-1-1,1 0 1,-1 0-1,1 1 0,-1-1 1,0 0-1,1 1 1,-1-1-1,1 1 0,-1-1 1,0 1-1,0-1 1,1 1-1,-1-1 0,0 1 1,0 0-1,0-1 1,0 1-1,1 0 0,-1 0 1,0-1-1,0 1 1,0 0-1,0 0 0,0 0 1,0 0-1,1 0 1,-1 1-1,0-1 0,0 0 1,0 0-1,0 0 1,0 1-1,1-1 0,-1 0 1,0 1-1,0-1 1,0 1-1,1-1 0,-1 1 1,0-1-1,1 1 1,-1 0-1,1-1 0,-1 1 1,0 0-64,-6 9 119,0-1 1,0 1 0,1 1-1,0-1 1,1 1-1,0 0 1,1 0 0,0 0-1,1 1 1,1 0 0,-1-1-1,2 1 1,-1 0-1,2 0 1,0 0 0,1 9-120,-1-17 17,0 1 1,1 0-1,0-1 1,0 1 0,0-1-1,0 1 1,1-1-1,0 0 1,0 0 0,0 0-1,0 0 1,1 0-1,0 0 1,-1 0 0,1-1-1,1 1 1,-1-1-1,0 0 1,1 0 0,0 0-1,-1-1 1,1 1-1,0-1 1,0 0-1,1 0 1,-1 0 0,0 0-1,1-1 1,-1 0-1,1 0 1,-1 0 0,2 0-18,155 3 467,-148-5-481,0-1 0,-1-1 0,1 1 0,-1-2-1,1 0 1,-1 0 0,0-1 0,-1-1-1,1 0 1,-1-1 0,0 0 0,-1 0 0,0-1-1,0 0 1,0-1 0,-1 0 0,-1-1-1,1 0 1,-2 0 0,1-1 0,-1 0-1,-1 0 1,0-1 0,-1 1 0,0-1 0,-1-1-1,0 1 1,-1 0 0,0-1 0,-1 0-1,0 0 1,-1 0 0,-1-2 14,-4 8-27,0-1 0,-1 2 0,0-1 0,0 1 0,0 0 0,-1 0 0,0 0 0,-1 1 0,1-1 0,-1 2 0,0-1 0,0 1 0,0 0 0,0 0 0,-1 1 0,0 0 0,0 1 0,0-1-1,0 2 1,0-1 0,0 1 0,0 0 0,0 1 0,-1 0 0,1 0 0,0 0 0,0 1 0,0 1 0,-1-1 0,-1 2 27,4-3-20,0 1-1,-1 0 1,1 0-1,0 1 1,0-1-1,0 1 1,0 1-1,0-1 1,0 1-1,1 0 1,-1 0-1,1 1 1,0 0-1,0 0 1,0 0-1,0 0 1,1 1-1,-1-1 1,1 1-1,1 0 1,-1 1-1,1-1 1,0 1-1,0-1 1,0 1-1,1 0 1,0 0-1,0 0 1,0 0-1,1 1 1,0-1-1,0 0 1,1 1-1,0-1 1,0 7 20,2-10-249,1 1 0,-1 0 0,1 0 0,0-1 1,0 0-1,0 1 0,1-1 0,-1 0 0,1-1 0,-1 1 0,1-1 1,0 1-1,0-1 0,0 0 0,0-1 0,1 1 0,-1-1 1,0 0-1,1 0 0,-1 0 0,1 0 0,-1-1 0,1 0 1,-1 0-1,1 0 0,-1 0 0,1-1 0,-1 0 0,1 0 1,-1 0-1,1-1 249,7 2-673,-4-1 296,0 0 0,-1 0 0,1-1 0,0 0 1,-1-1-1,1 0 0,-1 0 0,0 0 0,0-1 0,0 0 1,-1-1-1,1 1 0,-1-1 0,4-4 377,29-20 971,-37 29-812,-1-1 0,0 1 1,0-1-1,1 1 0,-1-1 1,0 1-1,1 0 0,-1-1 1,0 1-1,1 0 0,-1 0 1,0 0-1,1 0 0,-1 0 1,0 0-1,1 1 0,-1-1 1,0 0-1,1 1 0,-1-1 1,0 1-1,0-1 0,1 1 1,-1 0-1,0 0 0,0-1 1,0 1-1,0 0 0,0 0 1,0 0-1,0 0 0,0 0 1,0 0-1,-1 0 0,1 0 1,0 1-1,-1-1 0,1 0 1,-1 0-1,1 1 0,-1-1 1,1 0-1,-1 1 0,0-1 1,0 0-1,0 1 0,0-1-159,16 81 3601,-14-67-2921,5 29-25,-2-1 1,-3 1 0,-1 0-1,-2 0 1,-6 34-656,5-62-233,-9 43-2384,-7-32-9002,8-22 8251</inkml:trace>
  <inkml:trace contextRef="#ctx0" brushRef="#br0" timeOffset="8646.751">1302 1165 3393,'0'0'6625,"0"0"-552,0 0-4144,0 0-1153,0 0 1048,0 0 161,146-36-529,-77 21-656,8-3-224,-1 2-464,-4 3-104,-8 4-8,-5 2-248,-2 3 64,-2 2-1440,4-3-2689,-12 1-2032,-12-1 1592</inkml:trace>
  <inkml:trace contextRef="#ctx0" brushRef="#br0" timeOffset="9361.301">1651 1549 13339,'0'0'1692,"0"0"-868,0 0-541,0 0 413,0 0 368,0 0-367,3-9-463,-2 5-195,1-1 1,0 1-1,0 0 0,0 0 0,0 0 0,1 0 0,-1 1 0,1-1 0,0 1 0,0-1 0,1 1 0,-1 0 0,1 0 0,-1 0 1,1 1-1,0-1 0,0 1 0,0 0 0,0 0 0,1 1 0,-1-1 0,0 1 0,3-1-39,-1-1 25,1 1 0,-1-1-1,1 1 1,0 1 0,-1-1-1,1 1 1,0 0 0,0 1-1,0-1 1,0 1 0,0 1-1,0-1 1,0 1 0,-1 1-1,1-1 1,0 1 0,0 0-1,-1 1 1,0-1 0,1 1-1,-1 1 1,0-1 0,0 1-1,-1 0 1,1 0 0,-1 1-1,0 0 1,0 0 0,0 0-1,-1 0 1,0 1 0,0-1-1,0 1 1,0 1-25,2 11 43,-1-1 0,0 1 0,-1 0 0,-1 0 0,-1 0 0,-1 0 0,0 1 0,-1-1 0,-1 0 0,-1 0 0,-1 1 0,0-1 0,-1-1 0,-1 1 0,-1-1 0,0 1 0,-1-2 0,-1 1 0,-1-1 0,0 0 0,-1-1 0,-1 0 0,0-1 0,-4 3-43,8-7 16,0 0 1,-1-1-1,0 0 0,0-1 0,-1 1 0,0-2 0,-1 1 1,1-1-1,-1-1 0,-1 0 0,1 0 0,-1-1 0,0-1 1,-1 1-1,1-2 0,-7 2-16,16-6-26,-1-1 0,1 1 0,0-1 0,0 1-1,0-1 1,1 0 0,-1 0 0,0 0 0,1 0 0,-1 0 0,1 0 0,-1-1 0,1 1-1,0 0 1,0-1 0,0 1 0,0-1 0,1 1 0,-1-1 0,1 1 0,-1-1-1,1 1 1,0-1 0,0 0 0,0 1 0,1-1 0,-1 1 0,0-1 0,1 1 0,0-1-1,-1 1 1,2-2 26,-2-11-51,-1 10 45,1-1 0,-1 1-1,1-1 1,0 1 0,1-1-1,-1 1 1,1-1 0,0 1-1,0-1 1,1 1 0,0 0-1,0 0 1,0 0 0,0 0-1,1 0 1,0 0 0,0 0-1,0 1 1,1 0 0,-1-1 0,1 1-1,0 0 1,0 1 0,1-1-1,-1 1 1,1 0 0,-1 0-1,1 0 1,0 1 0,0 0-1,0 0 1,1 0 0,-1 0-1,5 0 7,271 59 1777,-267-58-1682,0 0 0,0 0 0,-1-2 1,1 1-1,-1-2 0,0 0 0,0 0 0,0-1 0,0-1 1,-1 0-1,0-1 0,0 0 0,-1-1 0,0 0 0,0-1 1,-1 0-1,0 0 0,0-2 0,-1 1 0,5-9-95,64-113-3090,-38-7-5385,-33 66 3814</inkml:trace>
  <inkml:trace contextRef="#ctx0" brushRef="#br0" timeOffset="10127.373">52 791 4201,'0'0'1571,"0"0"-1143,0 0-191,0 0 450,0 0 1651,0 0-907,-11 10-726,-29 27 157,77-22 3055,237-36 2383,-263 20-6300,-7 0-28,1 0 0,0 0 0,0 0 1,0 1-1,0-1 0,0 1 0,-1 0 0,1 1 1,0-1-1,0 1 0,0 0 0,0 0 1,-1 0-1,1 1 0,0 0 0,-1 0 0,0 0 1,1 0-1,-1 1 0,0-1 0,0 1 1,0 0-1,-1 1 0,2 0 28,-8 8-7606,-17-4 4054,16-7 2403,-18 5-784</inkml:trace>
  <inkml:trace contextRef="#ctx0" brushRef="#br0" timeOffset="10467.15">91 1205 2865,'0'0'2528,"0"0"-781,0 0 1747,0 0-1144,0 0-942,0 0-6,9 0 282,80 1 2820,72 5-2794,-119 4-1656,55 5-3532,-31-34-6028,-41 1 5882</inkml:trace>
  <inkml:trace contextRef="#ctx0" brushRef="#br0" timeOffset="13835.831">2646 198 6001,'0'0'78,"0"0"1015,0 0 3116,0 0-1698,0 0-1177,0 0-497,3-14 86,7-43 84,-46 18 200,27 35-1028,-23-8 40,-1 1 0,0 1 0,0 2-1,-1 1 1,1 2 0,-2 1 0,1 2 0,-34 2-219,-26-5 424,-139-15 2237,224 23-2669,0 1 0,0 0 0,0 0 0,1 0 0,0 1 0,0 1 1,0-1-1,0 1 0,1 1 0,0-1 0,0 1 0,1 0 0,0 1 1,0 0-1,1 0 0,0 0 0,0 0 0,-2 8 8,-6 4 7,-24-35 310,22 3-291,-1 1-1,0 1 1,-1 0 0,0 1-1,-1 1 1,0 1 0,0 1-1,0 0 1,-1 1 0,0 1-1,0 1 1,0 1-1,-1 0 1,1 2 0,0 0-1,0 1 1,-1 1 0,-2 1-26,9 0 9,1 0 1,-1 1-1,1 0 1,0 1 0,1 1-1,-1 0 1,1 0-1,0 1 1,1 0 0,0 1-1,0 0 1,0 1-1,1 0 1,1 1 0,-1 0-1,1 0 1,1 0-1,0 1 1,1 0 0,-3 6-10,5 45-162,4-61 238,-326-30 644,311 26-709,0 1-1,0 1 1,-1 0-1,1 1 1,0 0-1,0 1 1,0 1-1,0 1 0,0 0 1,0 1-1,1 0 1,-1 1-1,1 1 1,0 0-1,1 1 0,0 0 1,0 1-1,0 1 1,1 0-1,0 1 1,1 0-1,0 0 1,-7 11-11,9-4-2,0 0 1,1 0 0,2 1 0,-1 0-1,2 0 1,1 0 0,0 1 0,1 0-1,1 0 1,1 0 0,0 0 0,2 0-1,0 0 1,2 5 1,3-5-5,1 0 0,1-1 0,1 0 0,1 0 1,0 0-1,1-2 0,1 1 0,0-1 0,2-1 0,0 0 0,0-1 0,7 4 5,16 20 58,57 89-74,-108 3 213,-3-46-19,16-68-164,1-1 0,1 1 0,0-1 0,1 0 0,1 1 0,0-1 0,1 0 0,1-1 0,0 1 1,1-1-1,1 0 0,0 0 0,1-1 0,8 11-14,160 210 181,-175-230-160,-1-1 0,0 1 0,0 0 0,0-1 0,0 1 0,0-1 0,-1 1-1,1 0 1,-1-1 0,0 1 0,0-1 0,-1 0 0,1 1 0,-1-1 0,1 0-1,-1 0 1,0 0 0,0 0 0,0 0 0,-1 0 0,1-1 0,-1 1 0,0-1-1,1 1 1,-1-1 0,0 0 0,0 0 0,0-1 0,-1 1 0,1 0 0,0-1-1,-1 0 1,1 0 0,-1 0 0,1 0 0,-1-1 0,1 1 0,-1-1 0,-1 0-21,-21 12 178,-5 3 60,21-12-227,1 1 0,-1-1 0,1 2 0,0-1 1,0 1-1,1 1 0,0-1 0,-1 1 0,2 1 1,-1 0-1,1 0 0,0 0 0,0 1 1,1 0-1,0 0 0,1 1 0,0-1 0,0 1 1,1 0-1,0 1 0,-3 8-11,4 3 11,0 0 0,1 1 0,1-1-1,1 1 1,1-1 0,1 1 0,1-1 0,1 0 0,0 0-1,2 0 1,0-1 0,2 0 0,0 0 0,1 0 0,6 7-11,71 135 253,-88-81-288,0-72 17,0 0 0,1 0-1,0 1 1,0-1-1,1 0 1,0 1-1,1-1 1,0 1 0,0-1-1,1 0 1,0 0-1,1 0 1,0 0 0,0 0-1,1 0 1,0-1-1,1 0 1,-1 0-1,2 0 1,-1 0 0,1-1-1,0 0 1,1 0-1,0 0 1,0-1-1,0 0 1,1-1 0,-1 0-1,1 0 1,1 0-1,-1-1 1,7 2 18,3-7-1,1-1 0,-1-1 0,0 0 0,0-2 0,0 0 0,-1-1 0,1-1 0,-1 0 0,-1-1 0,0-1 0,0-1 0,0 0 0,-1-1 0,-1-1 0,0 0 0,-1-1 0,0 0 0,-1-1 0,0 0 0,-1-1 0,-1-1 0,0 0 0,0-2 1,70 10-154,483 21 204,16-13-144,-490 25 47,322-18 287,-250 74-3367,-158-81 3179,-1 1 1,1-1-1,0 0 1,0 0 0,0-1-1,0 1 1,0-1-1,-1 1 1,1-1 0,0 0-1,0 0 1,-1 0-1,1 0 1,-1-1 0,1 1-1,-1-1 1,0 1-1,1-1 1,-1 0 0,0 0-1,0 0 1,0 0-1,0 0 1,-1-1 0,1 1-1,0-1-52,11-10-31,65-53 114,-36 34-38,-2-2 1,-1-2-1,-2-2 0,-1-1 0,-2-1 1,16-28-46,-49 63 10,0 1 1,0-1-1,0 0 1,-1 1-1,0-1 1,0 0-1,0 1 1,-1-1-1,1 0 1,-1 1-1,0-1 1,0 1-1,-1-1 1,0 1-1,1-1 1,-1 1-1,-1 0 1,1 0-1,-2-3-10,-10-24 61,-57-287-100,-55-47-533,97 301-155,24 55 589,-1 0-1,2 0 1,-1-1-1,1 0 0,1 0 1,0 0-1,0 0 1,1-1-1,0 1 0,1-1 1,0 1-1,1-6 139,3 9-23,1 1-1,1-1 1,-1 1-1,1 0 1,0 1-1,0-1 1,1 1-1,0 0 1,0 1 0,0-1-1,0 1 1,1 0-1,-1 1 1,1-1-1,7-1 24,11-9-28,-12 8 38,0 0 0,-1-1 0,1-1 0,-2 0 0,1-1 0,-1 0 1,0-1-1,-1 0 0,0 0 0,-1-1 0,0 0 0,-1-1 0,0 0 0,-1 0 0,0-1 0,-1 0 0,0 0 0,-1-1 1,-1 1-1,0-1 0,-1 0 0,0 0 0,-1 0 0,-1-1 0,0-11-10,-5 15 57,-1 0 0,0 0 1,-1 1-1,0 0 0,-1 0 0,0 1 1,-1-1-1,0 2 0,0-1 0,0 1 0,-1 0 1,-1 1-1,1 0 0,-1 1 0,0 0 0,-1 0 1,0 1-1,1 0 0,-1 1 0,-6-1-57,-258-81 1175,273 83-1173,0-1 0,0 0 0,0 1-1,0-1 1,1 0 0,-1 0 0,1 0 0,0 0-1,0-1 1,1 1 0,-1 0 0,1 0 0,0 0 0,0-1-1,1 1 1,-1 0 0,1 0 0,0 0 0,0-1-1,0 1 1,0 0 0,1 0 0,0 1 0,-1-1-1,1 0 1,1 1 0,-1-1 0,1 0-2,25-37-80,25-71 205,-129 54-201,3 22 146,56 30-58,0-1 0,1-1 0,1 0 0,-1-1 0,1-1 0,1 0 0,-1-1 0,2-1 0,0 0 0,0-1 0,-10-14-12,18 20 11,0 0 0,-1 0 0,0 1 1,0-1-1,0 1 0,-1 1 1,0-1-1,0 1 0,-1 1 0,1-1 1,-1 1-1,0 0 0,0 1 0,0 0 1,-1 0-1,1 1 0,-1 0 1,1 0-1,-1 1 0,0 0 0,1 1 1,-1 0-1,-6 1-11,-203 44 66,199-39-91,17-6-45,2 0-131,0 0-423,55-15-9284,-33 8 3655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2:05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 61 6689,'0'0'497,"0"0"511,0 0 2613,0 0-1436,0 0-1234,0 0-229,-11 20 242,-32 70-167,31 39 538,12-124-1280,0-1-1,1 0 1,0 0-1,0 0 1,0 0-1,0 0 1,1 0-1,0 0 1,-1 0-1,2 0 1,-1 0-1,0-1 1,1 0-1,-1 1 1,1-1-1,0 0 1,0 0-1,0 0 1,1 0 0,-1-1-1,0 0 1,1 1-1,0-1 1,0 0-1,0-1 1,-1 1-1,2-1 1,-1 0-1,0 0 1,0 0-1,0 0 1,0-1-1,4 1-54,2 0 31,0-1-1,-1 0 1,1-1 0,0 0-1,0 0 1,-1-1-1,1-1 1,-1 1 0,1-1-1,-1-1 1,0 0-1,0 0 1,-1-1-1,4-2-29,-5 2-30,-1-1 0,1 1 0,-1-1 0,0 0 1,-1 0-1,0-1 0,0 0 0,0 0 1,-1 0-1,0 0 0,0-1 0,-1 1 1,0-1-1,0 0 0,-1 0 0,0 0 1,0-1-1,-1 1 0,0 0 0,0-1 1,-1 1-1,0 0 0,-1-1 0,0 1 1,0 0-1,-1-1 0,0 1 0,0 0 0,-1 0 1,0 0-1,0 1 0,-1-1 0,0 1 1,-1 0-1,1 0 0,-1 0 0,0 0 1,-1 1-1,-5-4 29,5 3 118,-1 2 1,0-1-1,0 1 1,0 0-1,-1 0 0,0 1 1,0 0-1,0 0 1,0 1-1,-1 0 1,1 1-1,-1 0 0,1 0 1,-1 1-1,0 0 1,0 0-1,0 1 1,0 0-1,0 1 0,-8 1-118,-27 63-462,48-14-4085,11-36-1117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2:36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89 601 6161,'0'0'1059,"0"0"1379,0 0 1400,0 0-1683,0 0-1225,0 0-106,-11 6 74,-37 21-128,45-22-731,0-1 0,-1 1-1,2 0 1,-1-1 0,1 1-1,-1 1 1,1-1-1,1 0 1,-1 0 0,1 1-1,0-1 1,0 1 0,0-1-1,1 1 1,0-1 0,0 1-1,0-1 1,1 1-1,0-1 1,1 3-39,-1 4 77,2-8-134,1 0 1,0 0-1,0 0 0,0-1 1,0 0-1,1 0 1,-1 0-1,1 0 0,0-1 1,0 1-1,0-1 1,0 0-1,0-1 0,0 1 1,1-1-1,-1 0 1,0-1-1,1 1 0,-1-1 1,1 0-1,-1 0 1,1-1-1,-1 0 0,0 0 1,1 0-1,-1 0 0,0-1 1,0 0-1,2-1 57,0 0-228,0-1 0,0 1 0,-1-1 0,0 0 0,1-1 0,-2 1 0,1-1 0,0 0-1,-1-1 1,0 0 0,0 1 0,-1-1 0,0-1 0,0 1 0,0-1 0,-1 1 0,0-1 0,0 0-1,-1-1 1,1 1 0,-2 0 0,1 0 0,-1-1 0,0 1 0,-1-1 0,1 1 0,-2-1 0,1 1 0,-1-1-1,-1-5 229,0 8 113,0 0-1,-1 0 0,1 1 0,-1 0 0,0-1 0,0 1 1,0 0-1,-1 0 0,1 1 0,-1-1 0,0 1 0,0 0 0,0 0 1,-1 0-1,1 0 0,-1 1 0,1 0 0,-1 0 0,0 0 0,0 0 1,0 1-1,0 0 0,0 0 0,0 0 0,0 1 0,-1-1 1,1 1-1,0 0 0,0 1 0,0 0 0,0-1 0,0 1 0,0 1 1,0-1-1,0 1 0,0 0 0,0 0 0,1 1 0,-1-1 0,1 1 1,0 0-1,-3 2-112,3-1-41,0 0 0,0 1-1,0-1 1,0 1 0,1 0 0,0 1 0,0-1 0,0 0 0,1 1 0,0-1 0,0 1 0,0 0-1,1 0 1,-1 0 0,2 0 0,-1 0 0,0 2 41,2-7-149,-1 1 0,1-1 0,0 0 0,-1 0-1,1 0 1,0 1 0,0-1 0,-1 0 0,1 0 0,0 0 0,0-1 0,0 1 0,0 0 0,1 0 0,-1 0-1,0-1 1,0 1 0,0-1 0,1 1 0,-1-1 0,0 1 0,0-1 0,1 0 0,-1 1 0,0-1 0,1 0-1,-1 0 1,0 0 0,1 0 0,-1 0 0,0 0 0,1-1 0,-1 1 0,0 0 0,1-1 0,-1 1-1,0-1 1,1 1 149,11-1-2246,14 1-2875</inkml:trace>
  <inkml:trace contextRef="#ctx0" brushRef="#br0" timeOffset="332.619">146 0 4321,'0'0'8098,"0"0"-4755,0 0-2136,0 0-880,0 0-65,0 0 803,1 29 563,21 178 1003,76 150-1070,-89-333-1903,-7-20-4956,-1-2-5425,-3-2 3387</inkml:trace>
  <inkml:trace contextRef="#ctx0" brushRef="#br0" timeOffset="684.211">566 136 6345,'0'0'723,"0"0"-389,0 0 459,0 0 1973,0 0-1442,0 0-761,1 8 900,-4 12-1024,-1-1 0,0 0 1,-2-1-1,0 1 0,-1-1 0,-1 0 1,0-1-1,-2 1 0,0-2 0,-1 1 0,0-2 1,-1 1-1,-1-2 0,-8 8-439,6-4 159,-21 21-94,-17 20 34,33-18-3398,20-37-881,0-1-2219</inkml:trace>
  <inkml:trace contextRef="#ctx0" brushRef="#br0" timeOffset="983.889">349 69 1480,'0'0'7897,"0"0"-3606,0 0-3110,0 0-852,0 0 654,0 0 506,2 19-170,52 207 1878,-43-195-3141,-5-8-64,1-1-1,2 1 0,0-2 1,1 1-1,1-2 0,1 1 0,0-1 1,2-1-1,1-1 0,0 1 9,12-1-5478,-19-15-2953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1:38.443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47 1003 6065,'0'0'835,"0"0"-548,0 0-184,0 0 515,0 0 1710,0 0-849,0 6-953,0-4-449,0 0 0,0 0 0,0-1 0,0 1 0,1 0 0,-1 0 0,1-1 0,-1 1-1,1 0 1,-1-1 0,1 1 0,0-1 0,0 1 0,0-1 0,-1 1 0,2-1 0,-1 0 0,0 1-1,0-1 1,0 0 0,1 0 0,-1 0 0,0 0 0,1 0 0,-1 0 0,1 0 0,-1 0 0,1 0 0,0-1-1,-1 1 1,1-1 0,0 1 0,-1-1 0,1 0 0,0 0 0,0 0 0,-1 1 0,1-2 0,0 1-1,-1 0 1,1 0 0,0 0 0,0-1 0,-1 1 0,2-2-77,443 49 4921,-430-57-8098,-6-4-1226</inkml:trace>
  <inkml:trace contextRef="#ctx0" brushRef="#br0" timeOffset="6436.385">1041 605 6785,'0'0'401,"0"0"-244,0 0 274,0 0 1373,0 0-573,-6 9-630,-17 34 37,1 1-1,3 1 0,1 1 0,3 1 1,1 0-1,3 1 0,1 0 0,3 0 0,2 1 1,2 0-1,2 3-637,3-34 74,1 1 0,1-1 0,0 1 0,1-1 0,1 0 0,1-1 0,1 0 0,0 0 0,1 0-1,1-1 1,0-1 0,1 1 0,1-2 0,0 0 0,1 0 0,0-1 0,1 0 0,1-2 0,0 1 0,1-2 0,0 0 0,8 3-74,-20-9-321,-4-5-5619,-11-8 4</inkml:trace>
  <inkml:trace contextRef="#ctx0" brushRef="#br0" timeOffset="6736.161">1159 1138 7722,'0'0'472,"0"0"1544,0 0 601,0 0-857,0 0-1256,0 0-208,0 0 304,30 7 185,0-7-209,7 0-368,0 0 160,-5 0-360,-7-7-8,-6 3-152,-6 2-168,-11 2-1145,-2 0-1199,0 0-3241</inkml:trace>
  <inkml:trace contextRef="#ctx0" brushRef="#br0" timeOffset="7088.801">1757 843 7522,'0'0'672,"0"0"1884,0 0-263,0 0-808,0 0-731,0 0 15,-6 13 52,-113 284 335,77-204-2623,24-100-11173,11-7 9039</inkml:trace>
  <inkml:trace contextRef="#ctx0" brushRef="#br0" timeOffset="7381.883">1550 849 5857,'0'0'1173,"0"0"-293,0 0 965,0 0-620,0 0-656,0 0 154,6 9 371,197 275 4261,-200-280-5390,38 51 359,-40-54-400,0-1 0,0 1 0,0 0-1,0-1 1,0 1 0,0-1-1,0 1 1,0-1 0,0 0 0,1 1-1,-1-1 1,0 0 0,0 0 0,0 0-1,0 0 1,1 0 0,-1 0-1,0 0 1,0 0 0,0 0 0,1 0-1,-1-1 1,0 1 0,0 0 0,0-1-1,0 1 1,0-1 0,0 0 0,0 1-1,0-1 1,0 0 0,0 0-1,0 1 1,0-1 0,0 0 0,-1 0-1,1 0 1,0 0 0,-1 0 0,1 0-1,0 0 1,-1 0 0,1 0-1,-1 0 1,0-1 0,1 1 0,-1 0-1,0 0 1,0 0 0,0 0 0,0-1 76,11-24-3807</inkml:trace>
  <inkml:trace contextRef="#ctx0" brushRef="#br0" timeOffset="7890.346">1881 500 6241,'0'0'766,"0"0"-279,0 0 25,0 0 1217,0 0-602,0 0-541,18-4-97,131-24 966,-138 88 995,-12-44-2176,-1 1 0,-1-1 0,0 1 0,-1-1 0,-1 0 0,-1 0-1,0-1 1,-1 1 0,0-2 0,-1 1 0,-3 3-274,-4 10 132,14-27-133,0 0 0,0 0 1,0 0-1,0 0 0,0 0 1,0 1-1,1-1 0,-1 0 1,1 0-1,-1 1 1,1-1-1,-1 0 0,1 0 1,0 1-1,-1-1 0,1 0 1,0 1-1,0-1 0,0 1 1,0-1-1,0 0 0,1 1 1,-1-1-1,0 0 0,1 1 1,-1-1-1,0 0 0,1 0 1,0 1-1,-1-1 0,1 0 1,0 0-1,-1 0 0,1 0 1,0 0-1,0 0 1,0 0-1,0 0 0,0 0 1,0 0-1,0 0 0,1-1 1,-1 1-1,0 0 0,0-1 1,1 1-1,-1-1 0,0 1 1,0-1-1,1 0 0,-1 0 1,0 1-1,1-1 0,-1 0 1,1 0-1,-1 0 0,0 0 1,1-1-1,-1 1 0,0 0 1,1-1-1,-1 1 1,0 0-1,0-1 0,1 0 1,-1 1-1,0-1 0,0 0 1,1 0 0,11 1 61,118 0 132,-168 18-3025,20-8-1790,4-5-2327</inkml:trace>
  <inkml:trace contextRef="#ctx0" brushRef="#br0" timeOffset="10889.52">2491 736 5513,'0'0'1338,"0"0"-562,0 0 1291,0 0 543,0 0-568,0 0-734,-3 9-66,-25 132 2521,28 91-2492,31-108-2072,-31-123-530,0-1-134,-3-39-7168,-14-13 1047,3 18 6280</inkml:trace>
  <inkml:trace contextRef="#ctx0" brushRef="#br0" timeOffset="11133.609">2308 1003 6161,'0'0'848,"0"0"169,0 0 1826,0 0-1523,0 0-720,0 0-126,3 2 306,7 2-515,0 0 0,0-1 0,0 0 0,0 0 0,1-1 0,-1-1 0,1 0 0,-1 0 0,1-1 0,0-1 0,-1 1 0,1-2 0,1 0-265,32 1-46,85-13-5012,-88 5-893</inkml:trace>
  <inkml:trace contextRef="#ctx0" brushRef="#br0" timeOffset="11631.188">2726 892 6225,'0'0'855,"0"0"268,0 0 2268,0 0-1374,0 0-881,0 0-373,4-6-331,-1 3-400,0 0 0,-1 0 0,1 0 1,0 0-1,1 0 0,-1 0 0,0 1 0,1 0 0,-1-1 0,1 1 0,0 1 0,0-1 1,0 0-1,0 1 0,0 0 0,0 0 0,0 0 0,0 1 0,0-1 0,1 1 0,-1 0 1,0 0-1,0 0 0,0 1 0,1-1 0,-1 1 0,0 0 0,0 1 0,0-1 0,0 0 1,0 1-1,-1 0 0,1 0 0,0 0 0,-1 1 0,0-1 0,1 1 0,1 1-32,1 12 114,0-1-1,-2 0 0,1 1 0,-2 0 0,0 0 1,-1 0-1,0 1 0,-2-1 0,0 0 0,-1 14-113,0-4 118,-28 77 731,26-102-817,1-1 0,-1 1-1,1 0 1,-1-1 0,0 1-1,1-1 1,-1 0 0,1 0-1,-1 0 1,0 0-1,1 0 1,-1-1 0,0 1-1,1-1 1,-1 0 0,1 1-1,-1-1 1,1 0 0,0-1-1,-1 1 1,1 0 0,0-1-1,0 1 1,0-1-1,0 0 1,0 0 0,0 1-1,0-1 1,0 0 0,1-1-1,-1 1 1,1 0 0,0 0-1,0-1 1,0 1-1,0-1 1,0 1 0,0-1-1,0 1 1,1-3-32,-9-43-1211,30 52 826,38 51 373,-55-49 36,0 0 0,0-1 0,1 0-1,0 0 1,0 0 0,0 0 0,0-1 0,1 0 0,-1 0 0,1 0-1,0-1 1,1 0 0,-1 0 0,0 0 0,1-1 0,-1 0-1,1 0 1,0-1 0,0 0-24,55-15-331,-26-12-2889,-10 2-2975</inkml:trace>
  <inkml:trace contextRef="#ctx0" brushRef="#br0" timeOffset="11955.379">3366 800 7682,'0'0'733,"0"0"1705,0 0 1129,0 0-1654,0 0-1212,0 0-354,-1 12 575,-95 179 1530,53-121-2189,0 7-119,46-131-11436,2 23 6535</inkml:trace>
  <inkml:trace contextRef="#ctx0" brushRef="#br0" timeOffset="12198.655">3200 832 5497,'0'0'1292,"0"0"-758,0 0 257,0 0 2285,0 0-1370,0 0-1006,2 18 1031,73 125 1699,-73-140-3442,84 104 789,-31-92-3415,-40-15-2019</inkml:trace>
  <inkml:trace contextRef="#ctx0" brushRef="#br0" timeOffset="12854.403">3569 556 6185,'0'0'695,"0"0"155,0 0 1482,0 0-992,0 0-582,0 0-98,17 22 308,130 170 1617,-138-176-2472,0 0 0,-1 1 1,-1 1-1,-1-1 0,0 1 1,-1 0-1,-1 0 0,-1 1 1,0-1-1,-2 1 0,0 0 0,-1-1 1,-1 1-1,0 0 0,-2-1 1,0 1-1,-1-1 0,-1 0 0,-1 0 1,0-1-1,-1 1 0,-8 12-113,-5 7-1,-27 90-1291,49-120-3177,4-6-4057</inkml:trace>
  <inkml:trace contextRef="#ctx0" brushRef="#br0" timeOffset="17801.937">3534 0 6857,'0'0'355,"0"0"-151,0 0-162,0 0-26,0 0 32,25 16 842,31-3 966,1-3-1,0-2 1,1-3-1,-1-2 1,44-4-1856,-85 1 806,-11 1-806,1 0-1,0 1 1,-1 0 0,1 0 0,-1 1 0,0-1-1,1 1 1,-1 0 0,-1 1 0,1-1-1,0 1 1,-1 0 0,0 0 0,0 1 0,0-1-1,0 1 1,-1-1 0,0 1 0,0 1-1,0-1 1,0 0 0,-1 1 0,0-1-1,0 1 1,-1-1 0,1 1 0,-1 0 0,0 0-1,-1 1 1,-47 413 820,72-167-845,-20-232 36,-1 0 0,0 0-1,-1 0 1,-2 1 0,0-1 0,-1 1 0,-1-1-1,-1 0 1,-1 0 0,-1 1 0,-4 9-11,-3-3 22,1 1 1,2 0-1,0 1 1,3 0-1,0 0 1,2 0-1,1 0 1,1 1 0,3 27-23,59 127 38,-61-179 132,1 1 1,-1 0-1,-1 0 0,1 0 0,-1 0 1,-1 0-1,1-1 0,-1 1 1,0 0-1,0-1 0,-1 1 0,0-1 1,0 0-1,-1 0 0,0 0 0,0-1 1,0 1-1,-2 1-170,8 23 194,-16-21 889,-167-6-769,179-3-415,0 0 0,1 0 0,-1-1 0,0 1 0,1-1 1,-1 0-1,1 1 0,-1-1 0,1 0 0,0 0 0,-1 0 0,1 0 0,0 0 0,-1 0 1,1-1-1,0 1 0,0 0 0,0 0 0,0-1 0,0 1 0,0-1 0,1 1 0,-1-1 1,0 1-1,1-1 0,-1 0 0,1 1 0,0-1 0,-1 1 0,1-1 0,0 0 0,0 1 1,0-1-1,0 0 0,0 1 0,1-1 0,-1 0 0,0 1 0,1-1 0,-1 0 0,1 1 1,0-1-1,-1 1 0,1-1 0,1 0 101,32-71-6313,0 27-20,-2 3-325</inkml:trace>
  <inkml:trace contextRef="#ctx0" brushRef="#br0" timeOffset="22924.755">4293 1001 5945,'0'0'1611,"0"0"1521,0 0-1779,-2 25-631,-7 177 1466,10-198-2145,0 0 1,0 0-1,0 0 0,0 0 1,1-1-1,0 1 0,0 0 1,0-1-1,0 0 0,0 1 0,1-1 1,0 0-1,-1 0 0,1 0 1,0-1-1,0 1 0,1-1 0,-1 0 1,0 0-1,1 0 0,-1 0 1,1 0-1,0-1 0,0 1 0,-1-1 1,1 0-1,0 0 0,0-1 1,0 1-1,0-1 0,0 0 0,0 0 1,0 0-1,0-1 0,0 1 1,0-1-1,0 0 0,0 0 0,0 0 1,0-1-1,-1 1 0,1-1 1,0 0-1,-1 0 0,0 0 1,1-1-1,-1 1 0,0-1 0,0 0 1,2-2-44,3-10 24,0-1 0,-1 0 0,-1 0 0,-1 0 0,0-1 0,-1 0 0,0 1 0,-2-2 0,0 1 0,-1 0 0,-1 0 0,0-1 0,-1 1 0,-1-1-24,-1 13 7,0 0 1,0 0 0,-1 1-1,1 0 1,-1 0 0,0 0-1,0 0 1,0 0-1,-1 1 1,1 0 0,-1 0-1,0 0 1,0 0 0,0 1-1,0 0 1,0 0-1,0 0 1,-1 0 0,1 1-1,-1 0 1,1 0 0,-1 1-1,1 0 1,-1 0-1,1 0 1,-1 0 0,1 1-1,-1 0 1,1 0 0,-1 0-1,1 1 1,0 0 0,-1 0-1,1 0 1,0 1-1,-3 2-7,4-4-77,0 0 0,0 1 0,0 0 0,0 0 0,1 0 0,-1 1-1,0-1 1,1 1 0,0-1 0,-1 1 0,1 1 0,0-1 0,1 0-1,-1 1 1,0-1 0,1 1 0,0 0 0,0-1 0,0 1 0,0 0-1,1 1 1,0-1 0,0 0 0,0 0 0,0 1 0,0 1 77,12 0-1734,68-7-3907,-39-12-777</inkml:trace>
  <inkml:trace contextRef="#ctx0" brushRef="#br0" timeOffset="23232.344">4495 587 7594,'0'0'1012,"0"0"2747,0 0-1207,0 0-1139,0 0-638,0 0-88,-8 17 60,4-9-624,0 0 17,-1 1 1,1-1-1,1 1 0,0 0 0,0 0 1,1 0-1,0 0 0,0 1 0,1-1 1,0 0-1,1 1 0,0-1 0,1 1 1,0 6-141,136 385 1308,-126-353-3309,-10 0-3709,-20-44-4329,13-19 6071</inkml:trace>
  <inkml:trace contextRef="#ctx0" brushRef="#br0" timeOffset="23502.768">4943 792 728,'0'0'5403,"0"0"-3439,0 0 339,0 0-874,0 0-704,0 0-64,2 4 138,0 7-624,0 1-1,-1 0 0,0 0 0,-1 0 0,0 0 1,-1-1-1,0 1 0,-1 0 0,0 0 1,-1-1-1,0 1 0,-1-1 0,0 0 1,-1 0-1,-1 0 0,1-1 0,-4 4-174,-10 32 439,-44 122-818,48-147-1953,-2-16-3057,7-5-395</inkml:trace>
  <inkml:trace contextRef="#ctx0" brushRef="#br0" timeOffset="23781.932">4639 780 408,'0'0'5453,"0"0"-3144,0 0 925,0 0-1300,12 26-425,42 81-230,-40-83-880,1-1 0,1 0-1,1-2 1,1 0 0,1-1 0,0-1-1,2 0 1,0-2 0,16 11-399,45 38-528,-40-49-4661,-29-16 1345</inkml:trace>
  <inkml:trace contextRef="#ctx0" brushRef="#br1" timeOffset="89664.407">10 1456 6329,'0'0'750,"0"0"-525,0 0-147,0 0 91,0 0 763,0 0 739,-2 9-788,-5 27-407,55-36 776,255-159-41,577-270 2392,128-69-3022,-914 448-185,-92 50-235,-2 0 98,0 0 221,0 0-32,0 0-105,0 0-160,0 0-83,14-23-8526,-11 15 3219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1:35.515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3722 803 6409,'0'0'1322,"0"0"982,0 0-894,0 0-819,0 0-283,0 0 79,5 0 142,125-6 1448,-128 9-1919,1 0 0,-1-1 1,0 1-1,0 0 1,0 0-1,-1 0 0,1 0 1,-1 1-1,0-1 0,1 0 1,-1 0-1,-1 1 1,1-1-1,0 1 0,-1-1 1,0 1-1,0-1 1,0 1-1,0-1 0,-1 1 1,1-1-1,-1 2-58,1 5 301,-22 105 1053,21-113-1362,-1 0 0,2 0 1,-1 0-1,0 1 0,0-1 1,1 0-1,-1 0 0,1 1 1,-1-1-1,1 0 0,0 0 1,0 1-1,0-1 0,0 0 0,1 1 1,-1-1-1,0 0 0,1 0 1,0 1-1,0-1 0,-1 0 1,1 0-1,0 0 0,1 0 0,-1 0 1,0 0-1,1 0 0,-1 0 1,1-1-1,-1 1 0,1-1 1,0 1-1,0-1 0,-1 1 0,1-1 1,0 0-1,0 0 0,1 0 1,1 1 7,95 2 226,-61-5 124,-29 0-634,8 5 163,-13 10-5919,-4-7-4367</inkml:trace>
  <inkml:trace contextRef="#ctx0" brushRef="#br0" timeOffset="594.412">4053 1654 6769,'0'0'402,"0"0"-119,0 0 333,0 0 1550,0 0-829,0 0-773,4 4-138,5 1-99,1 0 0,-1 0 1,1-1-1,0-1 0,1 1 0,-1-2 1,1 1-1,-1-1 0,1-1 0,0 0 1,-1-1-1,1 0 0,0 0 1,9-2-328,83 8 100,-83-3-504,-7-2-2777,-8-1 155</inkml:trace>
  <inkml:trace contextRef="#ctx0" brushRef="#br0" timeOffset="917.332">4631 1405 6665,'0'0'1459,"0"0"1774,0 0-1394,0 0-719,0 0-197,0 0 200,-4 23-87,-26 164 206,27-59-1150,-7-110-2322,-2-12-2253,0-3-3759</inkml:trace>
  <inkml:trace contextRef="#ctx0" brushRef="#br0" timeOffset="1344.19">4804 1423 6305,'0'0'4371,"0"0"-2355,0 0-432,-2 25-398,-11 163 1222,15-183-2377,0 1 0,0-1-1,0 1 1,1-1-1,-1 0 1,1 0 0,1 0-1,-1 0 1,1-1-1,-1 1 1,1-1 0,1 0-1,-1 0 1,0 0-1,1-1 1,0 1 0,0-1-1,0 0 1,0-1-1,1 1 1,-1-1-1,0 0 1,1-1 0,0 1-1,-1-1 1,1 0-1,0 0 1,0-1 0,0 0-1,-1 0 1,1 0-1,0-1 1,0 1 0,0-1-1,-1-1 1,1 1-1,-1-1 1,1 0 0,-1 0-1,1-1 1,-1 0-1,0 0 1,0 0-1,-1 0 1,1-1 0,-1 0-1,1 0 1,-1 0-1,0 0-30,3-5-10,0 1 0,-1-1 0,0 0 0,-1 0 0,1-1 0,-2 0 0,1 0 0,-2 0 0,1 0 0,-1-1 0,-1 1 0,0-1 0,0 0 0,-1 1 0,-1-1 0,1 0 0,-2 0 0,0 0 0,0 1 0,-2-8 10,0 13 3,0 1-1,0 0 1,-1 0-1,1 0 0,-1 0 1,0 0-1,0 1 0,0 0 1,-1 0-1,1 0 1,-1 0-1,0 1 0,0 0 1,1 0-1,-1 0 1,-1 0-1,1 1 0,0 0 1,0 0-1,0 0 0,-1 1 1,1 0-1,0 0 1,-1 0-1,1 1 0,0-1 1,0 1-1,-3 1-2,4-1-19,0 0-1,1 0 1,-1 1 0,1-1-1,-1 1 1,1 0-1,0 0 1,0 0 0,0 0-1,0 1 1,0-1-1,0 1 1,1-1 0,-1 1-1,1 0 1,0 0-1,-1 1 1,1-1 0,1 0-1,-1 0 1,1 1-1,-1-1 1,1 1 0,0 0-1,0-1 1,0 1-1,1 0 1,-1 0 0,1 2 19,-4 41-4956,4-32-1080</inkml:trace>
  <inkml:trace contextRef="#ctx0" brushRef="#br0" timeOffset="1765.065">5454 1261 6265,'0'0'1270,"0"0"1360,0 0 953,0 0-1324,0 0-1421,0 0-289,-6 13 236,-176 379 1543,170-340-3711,15-60-2680,8-7 2133,-3 5 39,5-16-4484</inkml:trace>
  <inkml:trace contextRef="#ctx0" brushRef="#br0" timeOffset="2079.264">5266 1343 6769,'0'0'531,"0"0"235,0 0 1641,0 0-960,0 0-900,3-2-353,-1 1-103,-1 1-1,0-1 1,1 0-1,-1 0 1,0 1-1,1-1 1,-1 1 0,1-1-1,-1 1 1,1 0-1,0 0 1,-1 0-1,1-1 1,-1 1-1,1 1 1,-1-1-1,1 0 1,-1 0-1,1 1 1,-1-1-1,1 0 1,-1 1-1,1 0 1,-1-1-1,1 1 1,-1 0-1,0 0 1,1 0-1,-1-1 1,0 2-1,0-1 1,0 0-1,0 0 1,0 0 0,0 0-1,0 1 1,0-1-1,0 0 1,-1 1-1,1-1 1,0 0-1,-1 1 1,1 0-91,25 80 2397,-22-64-2177,0-3 143,-3-6-273,0 1-1,1 0 1,0-1-1,0 1 1,1-1-1,0 0 1,1 0 0,0 0-1,0 0 1,1-1-1,0 0 1,1 0-1,0 0 1,0 0 0,0-1-1,1 0 1,0 0-1,1-1 1,-1 0-1,1 0 1,0-1 0,9 4-90,3-7-1733,-8-5-2318,-4-8-2612</inkml:trace>
  <inkml:trace contextRef="#ctx0" brushRef="#br0" timeOffset="-1034.316">3621 1274 8042,'0'0'396,"0"0"1069,0 0-152,0 0-369,0 0-323,-2 22 26,1 1-342,-29 113 2108,14-102-2312,-1 0 1,-1-1-1,-3-1 0,0-1 0,-2 0 0,-1-2 1,-1-1-1,-2-1 0,-8 5-101,5-17-1922,6-13-3083,14-2-3421</inkml:trace>
  <inkml:trace contextRef="#ctx0" brushRef="#br0" timeOffset="-737.104">3331 1343 6833,'0'0'707,"0"0"1172,0 0 268,0 0-866,0 0-935,0 0-99,3 11 476,10 23-350,1-1-1,1 0 1,2-1-1,1-1 1,2 0-1,7 6-372,52 88 640,-78-121-841,1-1-1,-1 1 0,1 0 0,0-1 1,1 0-1,-1 1 0,1-1 1,-1 0-1,1 0 0,0 0 1,0-1-1,0 1 0,0-1 0,1 1 1,-1-1-1,1 0 0,0-1 1,-1 1-1,1-1 0,1 1 202,1-1-5122</inkml:trace>
  <inkml:trace contextRef="#ctx0" brushRef="#br0" timeOffset="-16901.881">934 570 7074,'0'0'225,"0"0"-82,0 0 378,0 0 1680,0 0-681,1-5-843,-24-50 5799,-4 37-6377,7 9 38,-1 1-1,0 1 0,0 1 1,-1 1-1,1 0 1,-1 2-1,0 1 1,0 0-1,0 2 1,0 0-1,-1 2 1,-4 1-137,11 3 46,1-1 1,0 2-1,1 0 0,0 1 1,0 1-1,0 0 1,1 0-1,1 2 1,-1-1-1,2 2 1,-1 0-1,2 0 0,0 1 1,0 0-1,1 0 1,1 1-1,-5 10-46,-6 9 106,2 1 0,1 1 0,1 1 0,2 0 0,2 1 0,1 0 0,2 0 0,1 1 0,2 0-1,2 1 1,2-1 0,1 0 0,2 1 0,2 1-106,12 48 99,5-1 0,3-1 0,4-1 0,4-2 0,7 8-99,-20-46 8,11 29-5,15 31 22,-4 2-1,-5 2 1,-5 1-1,3 35-24,10 205 110,-44-344-109,2 3 37,0 1 0,-1-1-1,-1 0 1,1 1 0,-1-1 0,-1 0 0,0 1-1,0-1 1,-1 0 0,0 0 0,-1 0-1,1 0 1,-2 0 0,1 0 0,-2-1 0,1 1-1,-1-1 1,0-1 0,0 1 0,-1-1 0,0 1-1,-1-2 1,1 1 0,-1-1 0,-1 0-1,1 0 1,-8 4-38,-27 8 78,-1-1-1,0-3 1,-1-1 0,0-2-1,-1-2 1,-1-2 0,1-2-1,-1-2 1,0-2-1,-41-4-77,23-21 226,62 24-229,1 0 38,1 0-99,0 0-12,0 0 48,0 0-12,0 0-4,0 0-4,0 0 14,0 0 6,0 0 44,0 0-36,47-25-8385,-29 14 1683</inkml:trace>
  <inkml:trace contextRef="#ctx0" brushRef="#br0" timeOffset="-11336.057">302 3550 5977,'0'0'824,"0"0"-455,0 0 249,0 0 1392,0 0-394,-10 16-95,9-11 3505,231 8-3530,-218-16-5627,8-19 62,-7 2-555</inkml:trace>
  <inkml:trace contextRef="#ctx0" brushRef="#br0" timeOffset="-10480.814">850 3364 5977,'0'0'955,"0"0"-421,0 0 741,0 0 746,0 0-618,0 0-624,2-6 3121,15-19-3704,-15 22-197,1 1 0,1-1 0,-1 1 0,0-1 1,1 1-1,-1 1 0,1-1 0,0 0 0,-1 1 1,1-1-1,0 1 0,0 0 0,0 1 0,0-1 0,0 1 1,0-1-1,0 1 0,0 0 0,0 1 0,0-1 1,0 1-1,0 0 0,0 0 0,0 0 0,-1 0 1,1 1-1,0-1 0,-1 1 0,1 0 0,-1 0 1,1 0-1,-1 1 0,0-1 0,0 1 0,0 0 0,0 0 1,-1 0-1,1 0 0,-1 0 0,0 0 0,0 1 1,0-1-1,0 1 0,0 0 0,-1 0 0,0-1 1,1 1-1,-1 0 0,-1 0 0,1 0 0,-1 3 1,4 9 37,-2 1 0,0 0 0,-1-1 0,-1 1-1,0 0 1,-2 0 0,0-1 0,0 1 0,-2 0-1,0-1 1,-1 0 0,0 0 0,-1-1 0,-1 1-1,-4 5-36,10-19 5,0-1-1,1 1 0,-1-1 0,0 1 0,0-1 0,0 1 0,-1-1 1,1 1-1,0-1 0,0 0 0,-1 0 0,1 1 0,-1-1 0,1 0 1,-1-1-1,0 1 0,1 0 0,-1 0 0,0-1 0,1 1 1,-1-1-1,0 1 0,0-1 0,0 0 0,1 1 0,-1-1 0,0 0 1,0 0-1,0-1 0,0 1 0,1 0 0,-1 0 0,0-1 0,0 1 1,1-1-1,-1 0 0,0 0 0,1 1 0,-1-1 0,0 0 0,1 0 1,0 0-1,-1-1 0,1 1 0,-1 0 0,1 0 0,0-1 1,0 1-1,0-1 0,0 1 0,0-1 0,0 0 0,0 1 0,1-1 1,-1 0-1,0 1 0,1-1 0,0 0 0,-1 0 0,1 0 0,0 1 1,0-1-1,0-1-4,-1 1-5,1 1 1,-1 0-1,1-1 1,-1 1 0,1-1-1,0 1 1,-1-1-1,1 1 1,0-1-1,0 1 1,0-1-1,0 1 1,0-1-1,1 1 1,-1-1 0,0 1-1,1-1 1,-1 1-1,1 0 1,-1-1-1,1 1 1,0 0-1,0-1 1,0 1 0,-1 0-1,1 0 1,0-1-1,1 1 1,-1 0-1,0 0 1,0 0-1,0 1 1,0-1-1,1 0 1,-1 0 0,0 1-1,1-1 1,-1 1-1,1-1 1,-1 1-1,1-1 1,-1 1-1,1 0 1,-1 0 0,1 0-1,-1 0 1,1 0-1,-1 0 1,1 0-1,-1 0 1,1 0-1,-1 1 1,1-1-1,-1 1 1,0-1 0,1 1-1,-1 0 1,0-1-1,1 1 1,-1 0-1,0 0 1,0 0-1,0 0 1,0 0-1,1 0 1,-2 0 0,1 0-1,0 1 5,40 26 1,-33-21 4,1-1-1,-1 0 0,1 0 1,0 0-1,0-1 1,1-1-1,-1 0 1,1 0-1,0-1 0,0 0 1,0 0-1,1-1 1,-1-1-1,1 0 1,-1 0-1,1-1-4,-6-2 0,0 0 1,0-1-1,0 1 0,-1-1 0,1 0 1,-1 0-1,1-1 0,-1 1 0,0-1 1,-1 0-1,1 0 0,-1 0 0,1-1 1,-1 1-1,-1-1 0,1 0 0,-1 0 1,0 0-1,0 0 0,0 0 0,0 0 1,-1 0-1,0-1 0,0 1 0,-1-1 1,1 0-1,-1 6-391,0 0-581,0 0-949,0-6-4872,0-10 4978,0 14 724,0-7-425</inkml:trace>
  <inkml:trace contextRef="#ctx0" brushRef="#br0" timeOffset="-9071.092">1251 78 5921,'0'0'879,"0"0"169,0 0 1814,0 0-1320,0 0-1026,0 0-304,-6 9 124,-23 75 1705,27-72-1962,1-1-1,1 1 1,0 0 0,0 0 0,1-1 0,0 1 0,1 0 0,1-1 0,0 1 0,0-1-1,1 0 1,1 0 0,-1 0 0,2-1 0,0 1 0,0-1 0,1-1 0,0 1 0,0-1-1,1 0 1,0-1 0,1 0 0,0 0 0,0-1 0,1 0 0,7 3-79,-9-8-6,1 0 1,-1-1 0,1-1-1,0 0 1,0 0 0,-1 0-1,1-1 1,0 0 0,-1-1-1,1 0 1,-1-1 0,0 1-1,1-1 1,-1-1 0,-1 0-1,1 0 1,0 0 0,-1-1-1,0 0 1,0-1 0,-1 1-1,1-1 1,-1-1 0,0 1-1,-1-1 1,0 0 0,0 0-1,0-1 1,-1 1 0,0-1-1,0 0 1,-1 0 0,0-1-1,-1 1 1,0 0 0,0-1-1,-1 0 1,0 1 0,0-1-1,-1 0 1,0 0 0,0 1-1,-1-1 1,-1-1 5,3 2 30,0 0 0,-1 0 0,0 0 1,-1 0-1,0 0 0,0 1 0,0-1 0,-1 0 0,-1 0 0,1 1 0,-1-1 1,0 1-1,-1 0 0,0 0 0,0 0 0,0 0 0,-1 1 0,0-1 0,0 1 1,-1 1-1,0-1 0,0 1 0,0 0 0,0 0 0,-1 1 0,0-1 1,-7-2-31,-1 1 175,-2 1 1,1 1 0,-1 0 0,1 1 0,-1 0 0,0 2 0,0 0 0,0 1 0,0 0 0,0 2 0,-11 1-176,24-2-43,0 0 0,1-1 1,-1 1-1,1 0 1,-1 1-1,1-1 1,-1 0-1,1 1 1,0 0-1,0 0 0,0 0 1,0 0-1,0 1 1,0-1-1,1 1 1,-1-1-1,1 1 1,-1 0-1,1 0 0,0 0 1,0 1-1,1-1 1,-1 0-1,1 1 1,-1-1-1,1 1 1,0-1-1,0 1 0,1-1 1,-1 1-1,1 0 1,0-1-1,0 1 1,0 0-1,0 0 1,1-1-1,-1 1 0,1 0 1,0-1-1,0 1 1,0-1-1,1 1 1,-1-1-1,1 0 1,2 4 42,20 39-3136,6-3-3989</inkml:trace>
  <inkml:trace contextRef="#ctx0" brushRef="#br0" timeOffset="-3472.873">1431 1530 5497,'0'0'4185,"0"0"-1435,0 0-1183,0 0-707,0 0-205,-2-5-30,2 3-599,-1-1 0,1 1-1,-1-1 1,1 1-1,0 0 1,0-1 0,0 1-1,0-1 1,1 1-1,-1-1 1,0 1 0,1 0-1,0-1 1,-1 1-1,1 0 1,0-1-1,0 1 1,1 0 0,-1 0-1,0 0 1,1 0-1,-1 0 1,1 0 0,0 1-1,-1-1 1,1 0-1,0 1 1,0-1 0,0 1-1,0 0 1,0 0-1,2-1-25,-1-2 8,0 1 1,1 0-1,-1-1 0,1 1 0,-1 1 0,1-1 0,0 0 0,0 1 1,0 0-1,0 0 0,1 0 0,-1 1 0,1-1 0,-1 1 0,1 0 0,-1 0 1,1 1-1,-1-1 0,1 1 0,0 0 0,-1 0 0,1 1 0,0-1 1,-1 1-1,1 0 0,-1 0 0,1 1 0,-1-1 0,0 1 0,1 0 0,-1 0 1,0 1-1,0-1 0,0 1 0,-1 0 0,1 0 0,-1 0 0,0 0 1,1 0-1,-1 1 0,-1 0 0,1-1 0,0 1 0,-1 0 0,0 1 0,0-1 1,0 0-1,-1 0 0,1 1 0,-1 0-8,0-1 9,0 1 1,0-1-1,0 1 1,-1-1-1,0 0 0,0 1 1,0-1-1,0 1 1,-1-1-1,0 1 0,0-1 1,0 0-1,0 1 1,-1-1-1,1 0 1,-1 0-1,0 0 0,0 0 1,-1-1-1,1 1 1,-1 0-1,0-1 0,0 0 1,0 1-1,0-1 1,-1-1-1,1 1 0,-1 0 1,0-1-1,1 0 1,-1 0-1,0 0 0,-1 0 1,1 0-1,0-1 1,0 0-1,-1 0 0,1 0 1,-5 0-10,8-1 10,0 0 1,0 0-1,0 1 1,0-1-1,0 0 1,0 0-1,0-1 1,1 1-1,-1 0 1,0 0-1,0 0 1,0-1-1,0 1 1,0 0-1,0-1 1,0 1-1,0 0 1,1-1-1,-1 0 1,0 1-1,0-1 1,1 1-1,-1-1 1,0 0-1,1 1 1,-1-1-1,0 0 1,1 0-1,-1 0 1,1 0-1,-1 1 1,1-1-1,0 0 1,-1 0-1,1 0 1,0 0-1,0 0 1,0 0-1,0 0 1,0 0-1,-1 0 1,2 0-1,-1 0 1,0 0-1,0 0 1,0 0-1,0 1 1,1-2-11,51 0-65,-42 3 34,0 1 1,0 1 0,0 0-1,0 0 1,-1 1 0,1 0-1,-1 1 1,0 0 0,0 0-1,-1 1 1,0 0 0,1 1-1,-2-1 1,1 2 0,-1-1-1,-1 1 1,1 0 0,-1 0-1,0 1 1,-1 0 0,0 0-1,-1 0 1,1 0 0,-2 1-1,0 0 1,0 0 0,0 0-1,-1 0 1,-1 0 0,0 0-1,0 2 31,-5-7-10,0 0 0,-1 0 0,1 0 0,-1-1-1,0 0 1,0 0 0,0 0 0,-1-1 0,1 0 0,-1 0-1,0 0 1,0 0 0,0-1 0,0 0 0,-1-1-1,1 1 1,0-1 0,-1 0 0,1-1 0,-1 1 0,1-1-1,-1-1 1,1 1 0,0-1 0,-1 0 0,-1-1 10,5 2 2,-13 0 14,-135-24 561,150 23-721,1-1 0,0 1 1,0 0-1,0 0 0,0-1 0,0 1 0,0 0 1,1-1-1,-1 1 0,0 0 0,1 0 0,-1-1 0,0 1 1,1 0-1,0 0 0,-1 0 0,1 0 0,0-1 1,-1 1-1,1 0 0,0 1 0,0-1 0,0 0 1,0 0-1,0 0 0,0 0 0,0 1 0,0-1 0,0 0 1,1 1-1,-1-1 0,0 1 0,0-1 0,1 1 1,-1 0-1,0 0 0,0-1 0,1 1 0,-1 0 1,0 0-1,1 0 144,0-1-364,32-13-3391,-1 2-470</inkml:trace>
  <inkml:trace contextRef="#ctx0" brushRef="#br0" timeOffset="-3101.867">2212 1434 7282,'0'0'845,"0"0"2706,0 0-1223,0 0-955,0 0-661,0 0-353,-15 11 37,-45 38-66,56-45-297,1 0-1,0 0 1,0 0 0,0 0 0,0 1 0,1-1 0,0 1 0,0 0 0,0 0 0,1-1 0,-1 1 0,1 0-1,0 1 1,0-1 0,1 0 0,0 0 0,0 0 0,0 3-33,-1 14-34,-36 123-378,-5-56-3851,23-70 1492,4-23-3004,12-10 2030</inkml:trace>
  <inkml:trace contextRef="#ctx0" brushRef="#br0" timeOffset="-2768.755">1967 1434 6105,'0'0'950,"0"0"-527,0 0 243,0 0 1735,0 0-742,0 0-972,0 22 982,131 216 2612,-120-217-4134,-5-5-164,1-1 1,1 0 0,1 0-1,0 0 1,1-1-1,0 0 1,1-1-1,1-1 1,4 4 16,-4-43-8750,-12 2 820</inkml:trace>
  <inkml:trace contextRef="#ctx0" brushRef="#br0" timeOffset="-2116.607">2336 1168 6313,'0'0'1034,"0"0"490,0 0 342,0 0-635,0 0-587,0 0-341,13-10-90,107-62 810,-116 74-955,0 1-1,-1 0 1,1 0-1,-1 1 1,0-1-1,0 1 1,0 0-1,0 0 1,0 0-1,-1 0 1,0 0-1,0 0 1,0 1-1,0-1 1,-1 0-1,0 1 1,0 0-1,0-1 1,0 1-1,-1 0 1,0-1-1,0 1 1,0 0-1,0 0 1,-1-1-1,0 1 1,0 0-1,0-1 1,0 1-1,-2 3-67,2 5 260,-1 2-170,0-1 0,0 0 1,-2 0-1,1 0 1,-2 0-1,0-1 1,-1 1-1,0-1 1,-1 0-1,0-1 0,-2 2-90,-4-67 990,13 52-992,-1-1-1,1 1 1,0-1-1,0 0 1,0 1-1,0-1 1,1 0-1,-1 1 1,0-1 0,1 1-1,-1-1 1,1 0-1,0 1 1,-1-1-1,1 1 1,0 0 0,0-1-1,0 1 1,0 0-1,0-1 1,0 1-1,0 0 1,0 0-1,1 0 1,-1 0 0,0 0-1,1 0 1,-1 0-1,1 1 1,-1-1-1,1 0 1,-1 1 0,1-1-1,-1 1 1,1-1-1,0 1 1,-1 0-1,1 0 1,-1 0-1,1 0 1,0 0 0,-1 0-1,1 0 1,0 1-1,-1-1 1,1 0-1,-1 1 1,1 0 0,-1-1-1,1 1 1,-1 0-1,2 0 3,7 4-9,-1 0 0,1 0 0,-1 1 1,0 1-1,0 0 0,-1 0 0,1 0 0,-2 1 0,1 0 0,-1 1 0,5 8 9,35 35-47,-45-51 36,0 1 0,-1 0 0,1-1 0,-1 1 0,1 0 0,-1 0 0,0 0 0,0 0 1,0 0-1,0 0 0,0 0 0,-1 1 0,1-1 0,0 0 0,-1 0 0,0 1 0,0-1 0,1 0 0,-1 1 0,-1-1 0,1 0 1,0 1-1,0-1 0,-1 0 0,0 0 0,1 1 0,-1-1 0,0 0 0,0 0 0,0 0 0,0 0 0,0 0 0,-1 0 0,1 0 0,-1 0 1,1-1-1,-1 1 0,1 0 0,-1-1 0,0 0 0,0 1 0,0-1 0,0 0 0,0 0 0,0 0 0,0 0 0,0 0 0,-1 0 1,1-1-1,0 1 0,0-1 0,-1 0 0,1 1 0,-2-1 11,-29 21-1571,32-20-964,1-1-2419,0 0-3352</inkml:trace>
  <inkml:trace contextRef="#ctx0" brushRef="#br0" timeOffset="-1382.212">2701 1668 6329,'0'0'810,"0"0"145,0 0 1837,0 0-1501,0 0-685,0 0-222,18 10 127,58 32 35,62-14 821,-104-26-1188,-21-1-400,25 0 339,-17-5-4377,-10-3-6405</inkml:trace>
  <inkml:trace contextRef="#ctx0" brushRef="#br0" timeOffset="17837.346">1723 752 6545,'0'0'651,"0"0"-433,0 0 602,0 0 2275,0 0-1396,0 0-779,-26 7 1206,-3 5-1897,-1-1 0,0-2 0,0-1-1,-1-1 1,0-1 0,-1-2 0,1-1 0,-1-2 0,1-1 0,-26-3-229,54 4 7,0 1 0,0 0 1,0 0-1,0 0 1,0 0-1,1 0 0,-1 1 1,1 0-1,-1-1 1,1 1-1,0 0 0,0 0 1,1 0-1,-1 0 1,0 0-1,1 0 1,0 0-1,0 1 0,0-1 1,0 1-1,0-1 1,1 1-1,0-1 0,-1 1 1,1-1-1,0 1 1,1-1-1,-1 0 0,1 1-7,-5 20 128,-40 502 46,-40 31-124,79-514-56,2-1-1,1 1 0,3 0 1,1-1-1,2 1 0,3 9 7,7 37 412,-7-93-426,0 0-1,0 1 0,1 0 0,-1 0 0,1 1 0,0 0 0,0 0 0,0 0 0,0 1 0,0 1 1,0-1-1,0 1 0,0 1 0,6 0 15,-1-1-1,66-1-13,185 18 41,-194 22-180,-55-50-4753,-8-6-594</inkml:trace>
  <inkml:trace contextRef="#ctx0" brushRef="#br1" timeOffset="91324.796">2731 2272 7410,'0'0'604,"0"0"1710,0 0-813,0 0-914,0 0-235,-2 13 2971,270-312-1265,757-731-1596,-674 587-488,-328 418-1269,-19 45-696,-54 41-4801,32-47 293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3:23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0 808 6553,'0'0'1527,"0"0"1623,0 0-1712,0 0-873,0 0-358,0 0-36,8-15 160,73-117 402,-31 72 1500,-62 443 2042,11-354-3831,0-1-2460,-5-55-4044,3 1 231</inkml:trace>
  <inkml:trace contextRef="#ctx0" brushRef="#br0" timeOffset="646.32">346 601 6081,'0'0'5311,"0"0"-3148,0 0-1440,0 0-338,0 0 226,0 0 453,2 1-108,43-22-935,-40 18-17,-1 0 0,1 0 0,-1 1 0,1-1 0,0 1 0,0 0 1,0 0-1,1 1 0,-1 0 0,0 0 0,1 0 0,-1 0 0,0 1 1,1 0-1,-1 0 0,1 0 0,-1 1 0,4 0-4,-5 4 41,0-1 0,-1 1 0,1 0 0,-1 0 0,0 0 0,0 0 0,-1 0 0,1 1 0,-1-1 0,0 1 0,-1 0 0,0 0 0,1-1 0,-2 1 0,1 0 0,-1 0 0,0 0 0,0 0 0,-1 3-41,3 14 50,-1-1 1,-1 1-1,0 0 1,-2-1-1,-1 1 1,-1-1-1,-1 0 1,-1 0-1,0 0 1,-2-1-1,0 0 1,-2 0-1,0-1 1,-2 0-1,-10 14-50,21-33-13,1 0-1,0 0 1,0-1-1,-1 1 1,1-1-1,0 1 1,-1 0-1,1-1 0,-1 1 1,1-1-1,-1 1 1,1-1-1,-1 1 1,0-1-1,1 1 1,-1-1-1,1 1 1,-1-1-1,0 0 1,1 1-1,-1-1 0,0 0 1,0 0-1,1 0 1,-1 1-1,0-1 1,0 0-1,1 0 1,-1 0-1,0 0 1,1 0-1,-1 0 0,0-1 1,0 1-1,1 0 1,-1 0-1,0 0 1,0-1-1,1 1 1,-1 0-1,0-1 1,1 1-1,-1-1 1,1 1-1,-1 0 0,1-1 1,-1 0-1,1 1 1,-1-1-1,1 1 1,-1-1-1,1 1 1,-1-1-1,1 0 1,0 1-1,-1-1 0,1 0 1,0 0-1,0 1 1,0-1-1,-1 0 1,1 1-1,0-1 1,0 0-1,0 0 1,0 1-1,0-1 14,-6-51-678,51 51 822,23 49 576,-64-43-687,0-1 0,0 0 0,1 0 0,-1 0 0,1 0 0,0-1 0,0 1 0,0-1 0,0 0 0,1-1 0,-1 1 0,1-1 0,0 0 0,-1-1 0,1 0-1,0 1 1,0-2 0,3 1-33,5-1-6,-8 1-7,0-1 0,0 1 0,0-1 0,0-1-1,0 1 1,0-1 0,0 0 0,0-1 0,-1 1 0,1-1 0,0 0 0,-1-1 0,0 1 0,1-1-1,-1 0 1,3-3 13,51-55-4493,-38 32-817</inkml:trace>
  <inkml:trace contextRef="#ctx0" brushRef="#br0" timeOffset="1067.371">1120 461 6449,'0'0'1777,"0"0"2176,0 0-1844,0 0-1096,0 0-363,0 0-19,0 3 131,-4 27-388,-1 1 0,-1-1 0,-2 0 0,-1-1 0,-1 0 0,-2 0 0,0-1 0,-2-1 0,-2 0 0,0-1 0,-5 5-374,-81 165 345,99-191-6226,9-34 617,3 5 615</inkml:trace>
  <inkml:trace contextRef="#ctx0" brushRef="#br0" timeOffset="1433.824">939 536 7258,'0'0'269,"0"0"519,0 0 2326,0 0-1402,0 0-953,0 0-476,-1 11 1797,63 123 2105,-31-45-2853,-26-70-1264,0 0 0,2 0 0,0 0 0,2 0 0,0-1 0,0-1 0,2 0-1,8 11-67,10-13-2629,-7-14-8242,-21-1 9822,4 0-6285</inkml:trace>
  <inkml:trace contextRef="#ctx0" brushRef="#br0" timeOffset="5921.193">1409 54 6065,'0'0'835,"0"0"-63,0 0 1457,0 0-806,0 0-760,0 0-310,-5-7 10,-22-39 1324,29 50 682,20 40-1414,107 103 143,-100-122-907,-2 1 0,-1 2 0,-2 0 0,0 2-1,-2 0 1,-1 1 0,-2 2 0,-1 0-1,-2 1 1,-1 0 0,-1 2 0,-2-1-1,-2 2 1,-1-1 0,0 15-191,-7-20 87,-2 1 0,-1-1 0,-1 0 0,-2 0 0,-1 0 0,-2-1 0,-1 1 0,-1-1 0,-1-1 0,-2 0 0,-1-1 0,-10 16-87,23-43-104,-26 35-1407,0-24-6939,13-11-3571</inkml:trace>
  <inkml:trace contextRef="#ctx0" brushRef="#br0" timeOffset="7959.909">2140 674 6177,'0'0'891,"0"0"319,0 0 1342,0 0-758,0 0-834,0 0 59,-14 15 233,-45 51-249,56-60-922,0 0-1,0-1 0,0 1 1,0 0-1,1 1 0,0-1 0,0 0 1,1 0-1,0 1 0,0-1 1,1 1-1,-1-1 0,1 1 1,1 0-1,-1-1 0,1 1 1,0-1-1,2 6-80,1-6 14,-1-1 1,1 0-1,0 0 0,1 0 1,-1 0-1,1-1 1,0 0-1,0 0 0,0 0 1,1 0-1,-1-1 1,1 0-1,0 0 0,0-1 1,0 1-1,0-1 1,0-1-1,1 1 0,-1-1 1,0 0-1,1-1 1,-1 1-1,1-1 0,-1 0 1,1-1-1,-1 0 1,1 0-1,3-1-14,2 2-14,-6-2-27,0 0 1,0 0-1,0 0 0,0-1 0,-1 0 0,1 0 0,-1 0 0,0-1 0,0 1 0,0-1 0,0-1 0,-1 1 0,0-1 1,0 1-1,0-1 0,0 0 0,-1-1 0,0 1 0,0-1 0,0 1 0,-1-1 0,0 0 0,0 0 0,0 0 1,-1 0-1,0 0 0,0 0 0,0 0 0,-1-1 0,0 1 0,0 0 0,-1 0 0,1 0 0,-1-1 0,-1 1 1,1 0-1,-3-4 41,2 3-14,-1-1 1,-1 1-1,1 0 1,-1 0-1,-1 0 0,1 0 1,-1 1-1,0 0 1,-1 0-1,1 0 1,-1 0-1,-1 1 1,1 0-1,0 1 1,-1-1-1,0 1 1,0 0-1,-1 1 0,1 0 1,-1 0-1,1 1 1,-1 0-1,0 0 1,0 0-1,0 1 1,0 0-1,0 1 1,0 0-1,0 0 1,0 1-1,0 0 0,0 0 1,-5 2 13,8-2-52,0 0 1,0 0-1,1 1 0,-1 0 1,0-1-1,1 2 0,-1-1 1,1 0-1,0 1 0,-1 0 1,1 0-1,1 0 0,-1 0 1,0 1-1,1-1 0,0 1 1,0 0-1,0 0 0,0 0 1,0 1-1,1-1 0,0 0 1,0 1-1,0 0 0,0-1 1,1 1-1,0 0 0,0 0 1,0 0-1,1 0 0,0 0 1,-1 0-1,2 0 0,-1 0 1,1 2 51,12 10-2086,8-6-895</inkml:trace>
  <inkml:trace contextRef="#ctx0" brushRef="#br0" timeOffset="8326.578">2190 285 6209,'0'0'1458,"0"0"997,0 0-916,0 0-700,0 0-391,0 0-130,-5-4 60,5 4-352,0 1-1,-1-1 0,1 1 1,0-1-1,0 0 1,0 1-1,-1-1 0,1 1 1,0-1-1,0 0 1,-1 1-1,1-1 0,0 0 1,-1 1-1,1-1 1,0 0-1,-1 1 0,1-1 1,-1 0-1,1 0 0,-1 0 1,1 1-1,0-1 1,-1 0-1,1 0 0,-1 0 1,1 0-1,-1 0 1,1 0-1,-1 0 0,1 0 1,-1 0-1,1 0 1,-1 0-1,1 0 0,0 0 1,-1 0-1,1 0 1,-1 0-1,1-1 0,-1 1 1,1 0-1,0 0 0,-1-1 1,1 1-1,-1 0 1,1 0-1,0-1 0,-1 1 1,1 0-1,0-1 1,-1 1-1,1-1-25,21 63 2023,-7-23-1526,28 123 1888,-33-114-2103,3 0 0,2-1 0,1-1-1,3 0 1,2-1 0,18 29-282,-3-37-2026,-1-30-3954,-22-7 610</inkml:trace>
  <inkml:trace contextRef="#ctx0" brushRef="#br0" timeOffset="8692.678">2911 430 6385,'0'0'1509,"0"0"1570,0 0-1680,0 0-975,0 0-132,0 0 608,-7 18 585,-141 350 2694,84-213-4060,63-154-733,1-7-821,0-62-5845,0 29 255</inkml:trace>
  <inkml:trace contextRef="#ctx0" brushRef="#br0" timeOffset="8964.557">2642 483 6425,'0'0'4899,"0"0"-2719,10 24-239,97 192 1897,-91-191-3670,2 0 0,0-1 0,2-1 0,0-1 0,2 0 0,0-2 0,1 0 0,1-2 0,1-1 0,1-1 0,18 9-168,32-20-6375,-53-9 2229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2:46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613 525 6617,'0'0'1093,"0"0"1090,0 0-299,0 0-845,0 0-405,0-7 375,0 1-788,0 0 0,0 0 0,-1 1 0,0-1-1,0 0 1,0 0 0,0 1 0,-1-1 0,0 1 0,0 0 0,-1-1 0,1 1-1,-1 0 1,0 0 0,-1 1 0,1-1 0,-1 1 0,0-1 0,0 1-1,0 0 1,-1 1 0,1-1 0,-1 1 0,0 0 0,0 0 0,-1 0-221,-3 0 79,1 0 0,-1 1 0,0 0 0,0 0 0,0 1 0,0 0 0,0 1 0,0 0 0,0 0 0,0 1 0,0 0 0,1 1 0,-1 0 0,0 0 0,0 1 0,1 0 0,0 0 0,0 1 0,0 0 0,0 1 0,0 0 0,1 0 0,0 0 0,0 1 0,0 0 0,1 1 0,0-1 0,-3 4-79,-6 15 91,0 1 0,1 1 0,2 0 0,1 1 0,1 0 0,1 1 0,1 0 0,2 0-1,1 0 1,1 1 0,2 0 0,1 0 0,1 0 0,2 0 0,4 27-91,-5-52 7,8 77 259,3 0-1,5-1 1,2 0 0,5-2-1,2-1 1,4-1 0,16 24-266,46 134 385,-25 91-185,-47-185-132,-15 70-8,-6-205-62,0 0 1,0 0 0,0-1 0,-1 1 0,0 0 0,0-1 0,0 1-1,-1-1 1,0 0 0,0 1 0,0-1 0,-1-1 0,1 1 0,-1-1-1,-1 1 1,1-1 0,0 0 0,-1 0 0,0-1 0,0 0 0,0 1-1,0-2 1,0 1 0,-1-1 0,1 1 0,-1-1 0,0-1-1,0 1 1,-4-1 1,-177 11-33,-71-75 89,269 49-9715,4 7 581</inkml:trace>
  <inkml:trace contextRef="#ctx0" brushRef="#br0" timeOffset="720.519">272 2846 5961,'0'0'994,"0"0"-609,0 0 443,0 0 2040,0 0-1131,0 0-735,0 5 52,0-4-953,0 1 0,0-1 0,0 1 0,1-1 0,-1 1 0,0-1 1,1 1-1,0-1 0,-1 0 0,1 1 0,0-1 0,-1 0 1,1 1-1,0-1 0,0 0 0,0 0 0,0 0 0,0 0 1,1 0-1,-1 0 0,0 0 0,0 0 0,1 0 0,-1 0 0,0-1 1,1 1-1,-1 0 0,1-1 0,-1 0 0,1 1 0,-1-1 1,1 0-1,-1 0 0,1 1 0,-1-1 0,1 0 0,-1-1 1,1 1-1,-1 0 0,1 0 0,0-1-101,125 10 622,-73-9-7331,-50 0-2411</inkml:trace>
  <inkml:trace contextRef="#ctx0" brushRef="#br0" timeOffset="1239.642">808 2826 6025,'0'0'5261,"0"0"-1610,0 0-2164,0 0-881,0 0-148,0 0 341,21-5 346,125-27-1269,-144 35 125,0-1-1,0 1 0,0 1 1,-1-1-1,1 0 1,-1 0-1,0 0 1,0 1-1,0-1 0,-1 1 1,1-1-1,-1 1 1,0-1-1,0 1 0,0-1 1,0 0-1,0 1 1,-1-1-1,0 1 1,1-1-1,-1 1 0,-1-1 0,-57 102 172,53-98-134,-1 0 0,1 0 0,1 1 0,-1 0 1,2 0-1,-1 1 0,1-1 0,0 1 0,0 0 0,1 0 0,1 0 1,-1 0-1,2 1 0,-1 3-38,4-11 9,0 1-1,0-1 1,0 0-1,0 1 1,1-1 0,-1 0-1,1 0 1,-1-1-1,1 1 1,0 0 0,0-1-1,0 0 1,0 1 0,0-1-1,0-1 1,0 1-1,0 0 1,0-1 0,0 1-1,0-1 1,1 0-1,-1 0 1,0 0 0,0 0-1,0-1 1,0 0 0,1 1-1,-1-1 1,0 0-9,11 0 65,24 2 488,94-16 591,-103-36-7930,-23 27 523</inkml:trace>
  <inkml:trace contextRef="#ctx0" brushRef="#br0" timeOffset="2267.168">793 1 6249,'0'0'809,"0"0"-571,0 0 341,0 0 1581,-1 23-634,-8 156 1411,11-173-2868,-1 1-1,1-1 1,0 1 0,1-1 0,-1 0-1,1 0 1,1 0 0,-1 0 0,1 0-1,0-1 1,0 0 0,1 0 0,-1 0-1,1 0 1,0-1 0,0 1 0,1-1-1,-1-1 1,1 1 0,0-1 0,0 0-1,0 0 1,1-1 0,-1 1 0,1-2-1,-1 1 1,1-1 0,-1 0 0,1 0-1,0 0 1,0-1 0,-1 0 0,1-1-1,0 0 1,0 0 0,-1 0 0,1 0-1,-1-1 1,1-1 0,-1 1 0,0-1 0,0 0-1,0 0 1,0 0 0,-1-1 0,1 0-1,-1 0 1,0-1 0,0 1 0,0-1-1,-1 0 1,0-1 0,0 1 0,1-2-69,-2 2 9,1-1 0,-2 0 0,1 1 0,0-1 0,-1 0 1,0 0-1,-1 0 0,1 0 0,-1-1 0,-1 1 1,1 0-1,-1 0 0,0-1 0,0 1 0,-1 0 0,0-1 1,0 1-1,0 0 0,-1 0 0,0 0 0,0 0 0,0 0 1,-1 0-1,0 1 0,0-1 0,0 1 0,-1 0 1,0 0-1,0 0 0,0 0 0,-1 1 0,1 0 0,-1 0 1,0 0-1,-1 0 0,1 1 0,0 0 0,-1 0 0,0 0 1,0 1-1,0 0 0,-5-2-9,-132-7 169,110 43-1281,31 1-2791,2-30 3297,0 11-3504</inkml:trace>
  <inkml:trace contextRef="#ctx0" brushRef="#br0" timeOffset="6021.922">1006 1277 5353,'0'0'1454,"0"0"-130,0 0 1763,0 0-1550,0 0-917,-4 5-165,-11 18 361,11-18 91,4-5-166,0 0 14,7-1 279,26-8-853,-30 7-179,1-1-1,-1 1 1,1 0-1,0 0 1,0 0-1,0 0 0,0 1 1,0-1-1,0 1 1,1 0-1,-1 0 1,0 1-1,1-1 1,-1 1-1,0 0 1,1 0-1,-1 1 0,0-1 1,1 1-1,-1 0 1,0 0-1,0 0 1,0 1-1,0 0 1,0-1-1,0 1 1,0 1-1,0-1 0,-1 0 1,1 1-1,-1 0 1,0 0-1,0 0 1,0 0-1,0 0 1,0 1-1,-1-1 1,0 1-1,1 0 0,-1 0 1,0 2-2,0 2-11,0 0 1,-1 1-1,0-1 0,0 1 1,-1-1-1,0 1 0,-1-1 1,0 1-1,0-1 0,-1 0 1,0 1-1,0-1 0,-1 0 1,0 0-1,0 0 0,-1-1 1,0 1-1,-1-1 0,0 0 1,0 0-1,0 0 0,-1-1 1,1 0-1,-2 0 0,1-1 1,-1 1-1,0-1 0,0 0 0,-6 2 12,11-6-7,1 0 0,-1 0 0,1 0 0,-1 0 0,1-1 1,-1 1-1,0-1 0,1 1 0,-1-1 0,0 0 0,1 0 1,-1 1-1,0-1 0,0 0 0,1-1 0,-1 1 0,0 0 1,1 0-1,-1-1 0,0 1 0,1-1 0,-1 1 0,1-1 1,-1 0-1,0 0 0,1 0 0,0 0 0,-1 0 0,1 0 1,0 0-1,-1 0 0,1 0 0,0-1 0,0 1 0,0 0 1,0-1-1,0 1 0,0-1 0,0 1 0,1-1 0,-1 1 1,1-1-1,-1 0 0,1 1 0,-1-1 0,1 0 1,0 1-1,0-1 0,0 0 0,0 0 0,0 1 0,0-1 1,0 0-1,1 1 0,-1-1 0,0 0 0,1 1 0,0-1 1,-1 0-1,1 1 0,0-1 0,0 0 6,3-1 4,-1 0 0,1 0 0,-1 1 1,1-1-1,0 1 0,0 0 0,1 0 0,-1 0 0,0 0 0,0 1 0,1 0 0,-1 0 0,1 0 0,-1 0 1,1 1-1,0 0 0,-1-1 0,1 2 0,-1-1 0,1 1 0,0-1 0,-1 1 0,0 0 0,1 1 1,-1-1-1,0 1 0,1 0-4,11 9-4,0-1 1,-2 2-1,1 0 1,-1 1-1,-1 0 1,-1 1-1,0 0 1,0 1-1,-1 1 1,-1 0-1,-1 0 1,0 1-1,5 15 4,-12-30 10,-1 0 0,1 0 0,-1 1 0,1-1 0,-1 0 0,0 0 0,1 1 0,-1-1 0,-1 1 0,1-1 0,0 1 0,0 0 0,-1-1 0,0 1 0,1-1 0,-1 1 0,0 0 0,0-1 0,-1 1 0,1 0 0,0-1 0,-1 1 0,0-1 0,1 1 0,-1 0 0,0-1 0,-1 0 0,1 1 0,0-1 0,-1 0 0,1 1 0,-1-1 0,1 0 0,-1 0 0,0 0 0,0-1 0,0 1 0,0 0 0,0-1 0,-1 1 0,1-1 0,0 0 0,-1 0 0,1 0 0,-3 1-10,-189 2 335,77-39-366,116 34-97,0 0 0,0 0 0,1 0 1,-1 0-1,1 0 0,-1 0 0,1 0 0,-1 0 0,1 0 0,0 0 1,-1 0-1,1 0 0,0-1 0,0 1 0,0 0 0,0 0 1,0 0-1,0 0 0,0-1 0,0 1 0,1 0 0,-1 0 0,0 0 1,1 0-1,-1 0 0,1 0 0,-1-1 0,1 1 0,-1 0 1,1 1-1,0-1 0,-1 0 0,1 0 0,0 0 0,0 0 0,0 0 1,0 1-1,0-1 0,0 0 0,0 1 0,0-1 0,0 1 0,0-1 1,0 1-1,0-1 0,0 1 0,0 0 0,1 0 0,-1 0 1,0-1-1,0 1 0,1 0 128,27-15-5511</inkml:trace>
  <inkml:trace contextRef="#ctx0" brushRef="#br0" timeOffset="6433.972">1863 1221 6529,'0'0'1173,"0"0"791,0 0 247,0 0-794,-6 19-117,-158 356 3059,155-359-4681,-73 105 1348,1-77-7356,62-43 437</inkml:trace>
  <inkml:trace contextRef="#ctx0" brushRef="#br0" timeOffset="6764.644">1552 1346 6705,'0'0'1386,"0"0"1647,0 0-1536,0 0-683,0 0 255,0 0 282,20 17-109,63 62-298,-71-67-738,-2 1 1,1 0-1,-2 0 0,0 1 1,0 1-1,-1 0 0,-1 0 0,-1 0 1,0 1-1,0 4-206,7 16 502,4 11-55,-13-32-380,1 0-1,0 0 0,1 0 0,1-1 0,0 0 0,1 0 0,1 0 0,0-1 1,9 10-67,-16-22-117,-1 0 1,1 1-1,0-1 1,0 0-1,0 0 1,0 0-1,0 0 1,1 0 0,-1-1-1,0 1 1,0-1-1,0 1 1,1-1-1,-1 0 1,0 0-1,1 0 1,-1 0 0,0 0-1,0-1 1,1 1-1,-1-1 1,0 1-1,0-1 1,0 0-1,0 0 1,1 0 0,-1 0-1,0 0 1,-1 0-1,1 0 1,0-1-1,0 1 1,-1-1-1,1 0 1,0 1 0,-1-1-1,0 0 1,1-1 116,19-23-4629</inkml:trace>
  <inkml:trace contextRef="#ctx0" brushRef="#br0" timeOffset="7539.778">1994 903 6513,'0'0'1410,"0"0"1896,0 0-1626,0 0-898,0 0-351,0 0 153,33-2 1652,-27 1-2168,-4 0-38,0 0 0,1 0 0,-1 0 0,1 0 0,-1 1 0,0-1 0,1 1 0,-1-1 0,1 1 0,0 0 0,-1 0 0,1 0 0,-1 0 0,1 1 0,-1-1 0,1 0 0,-1 1 0,1 0 0,-1 0 0,0 0 0,1 0 0,-1 0 0,0 0 0,0 0 0,0 1 0,0-1 0,0 1 0,0 0 0,0 0 0,0-1 0,-1 1 0,1 0 0,-1 0 0,1 1 0,-1-1 0,0 0 0,0 0 1,0 1-1,0-1 0,0 1-30,0 5 68,0-1 1,0 1 0,-1-1-1,0 1 1,-1-1 0,0 1 0,0-1-1,-1 0 1,1 1 0,-2-1 0,1 0-1,-1 0 1,0 0 0,0 0 0,-1-1-1,0 1 1,0-1 0,-1 0-1,1 0 1,-1-1 0,-1 1 0,1-1-1,-1 0 1,0 0 0,0-1 0,-3 2-69,7-6-15,2 0-120,39-9-336,-37 8 464,-1-1-1,1 1 1,0 0-1,0 0 0,0 0 1,0 0-1,0 1 1,1-1-1,-1 1 0,0-1 1,0 1-1,0 0 1,1 0-1,-1 0 0,0 0 1,0 0-1,0 0 1,1 0-1,-1 1 0,0-1 1,0 1-1,0 0 0,0 0 1,0 0-1,0 0 1,0 0-1,0 0 0,0 0 1,0 0-1,-1 1 1,1-1-1,0 1 0,-1 0 1,1-1-1,-1 1 1,0 0-1,1 1 8,5 13 122,-1 1 0,-1 0 0,0 0 0,-1 0 0,-1 0 0,-1 1 0,-1-1 0,0 1 0,-1-1 0,-1 10-122,0-9 244,1-15-229,-1 1 0,0-1-1,-1 1 1,1-1 0,-1 1-1,1-1 1,-1 0 0,0 0-1,0 0 1,0 0 0,-1 0-1,1 0 1,-1-1 0,0 1-1,1-1 1,-1 1 0,0-1-1,0 0 1,-1-1-1,1 1 1,0 0 0,-1-1-1,1 0 1,-1 1 0,1-2-1,-1 1 1,1 0 0,-1-1-1,0 1 1,1-1 0,-1 0-1,0 0 1,0-1 0,1 1-1,-1-1 1,1 1 0,-1-1-1,1-1 1,-4 0-15,-15 2-294,-4-12-1673,15-5-3357,6 1-3766</inkml:trace>
  <inkml:trace contextRef="#ctx0" brushRef="#br0" timeOffset="37039.15">2402 1757 6529,'0'0'585,"0"0"-363,0 0-136,0 0 315,0 0 1286,0 0-515,-16 0-513,15 0 3527,309-25-1436,-302 24-2448,21-5-1647,-3-9-6026,-14 6 1709</inkml:trace>
  <inkml:trace contextRef="#ctx0" brushRef="#br0" timeOffset="44568.17">964 794 6209,'0'0'727,"0"0"-433,0 0-174,0 0 222,0 0 1112,0 0-279,-6 3-512,-73 69 1292,44 8-899,3 1 1,3 1-1,5 2 1,-8 48-1057,17-53 676,3 1 0,4 1-1,3-1 1,6 81-676,1-140 123,2 0-1,0 0 1,1-1-1,2 0 1,0 0 0,0 0-1,2-1 1,1 0-1,0-1 1,1 0-1,1 0 1,1-2-1,0 1 1,1-1 0,1-1-1,1-1 1,0 0-1,0-1 1,18 10-123,-27-17 197,13 9-2948,-2-23-5290,-12-7 664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4:11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12 6569,'-19'-12'11426,"43"552"-7924,18-319-3324,-64-228-3440,-15-55-6542,27 40 3996</inkml:trace>
  <inkml:trace contextRef="#ctx0" brushRef="#br0" timeOffset="472.275">1 365 6145,'0'0'933,"0"0"-485,0 0-304,0 0 445,0 0 1576,0 0-561,15 6-528,195 33 2905,53-39-2757,-237-8-6500,-16-4 829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2:16.36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3089 1664 6689,'0'0'517,"0"0"-189,0 0 493,0 0 1609,0 0-802,0 0-1002,4-4-363,-1 2-248,-1 0 1,1 0 0,0 0 0,0 0-1,0 1 1,0-1 0,0 1-1,1 0 1,-1 0 0,0 0 0,1 0-1,-1 1 1,0-1 0,1 1 0,-1 0-1,0 0 1,1 0 0,-1 0 0,1 1-1,-1-1 1,0 1 0,1 0 0,-1 0-1,0 0 1,0 0 0,0 1 0,0-1-1,0 1 1,0 0 0,0 0 0,0 0-1,-1 0 1,1 0 0,-1 1 0,1-1-1,-1 1 1,0 0 0,0 0 0,0-1-1,-1 1 1,1 0 0,-1 0 0,1 1-1,-1-1 1,0 0 0,0 0 0,0 2-16,2 5 7,1 0 0,-1 0 0,-1 1 1,0-1-1,0 1 0,-1 0 0,-1 0 0,0-1 1,0 1-1,-1 0 0,0-1 0,-1 1 0,0-1 1,-1 1-1,0-1 0,0 0 0,-1 0 0,-1 0 1,0 0-1,0-1 0,-1 0 0,0 0 1,0-1-1,-1 1 0,0-1 0,-1-1 0,-1 2-7,8-8-106,-1-1 0,0 1 0,1-1-1,-1 0 1,0 1 0,1-1 0,-1 0 0,0 0-1,1 0 1,-1 0 0,0 0 0,1-1-1,-1 1 1,0 0 0,1-1 0,-1 1 0,1-1-1,-1 0 1,1 1 0,-1-1 0,1 0-1,-1 0 1,1 0 0,0 0 0,-1 0 0,1 0-1,0 0 1,0-1 0,0 1 0,0 0-1,0-1 1,0 1 0,0 0 0,0-1-1,1 0 1,-1 1 0,0-1 0,1 1 0,0-1-1,-1 0 1,1 1 0,0-1 0,0 0-1,0 1 1,0-1 0,0 0 0,0 1 0,0-1-1,0 0 1,1 1 0,-1-1 0,1 1-1,-1-1 1,1 0 0,0 1 0,0-1 0,-1 1-1,1 0 1,0-1 0,0 1 0,0 0-1,1-1 1,-1 1 0,0 0 0,0 0 0,1 0-1,-1 0 1,1 0 0,0 0 106,0-1 100,0 0-1,0 0 1,0 0 0,0 0-1,0 0 1,0 0 0,0 1 0,1-1-1,-1 1 1,1 0 0,-1 0-1,1 0 1,-1 0 0,1 0 0,0 0-1,0 1 1,-1-1 0,1 1-1,0 0 1,0 0 0,-1 0 0,1 0-1,0 0 1,0 1 0,-1-1-1,1 1 1,0-1 0,0 1 0,-1 0-1,1 0 1,-1 1 0,1-1 0,-1 0-1,0 1 1,1 0 0,-1-1-1,0 1 1,0 0 0,0 0 0,0 0-1,-1 0 1,1 1 0,0-1-1,-1 1-99,85 81 1757,-7-84-3534,-59-14-2616</inkml:trace>
  <inkml:trace contextRef="#ctx0" brushRef="#br0" timeOffset="331.619">3759 1530 6425,'0'0'726,"0"0"-149,0 0 191,0 0 193,-10 23 176,-84 161 1629,-59 62 694,153-247-3592,0 1 0,0-1 1,0 1-1,0 0 1,0-1-1,0 1 1,-1-1-1,1 1 0,0 0 1,0-1-1,0 1 1,-1 0-1,1-1 1,0 1-1,0 0 0,-1-1 1,1 1-1,0 0 1,-1-1-1,1 1 0,0 0 1,-1 0-1,1 0 1,0-1-1,-1 1 1,1 0-1,-1 0 0,1 0 1,0 0-1,-1 0 1,1 0-1,-1 0 1,1-1-1,0 1 0,-1 0 1,1 0-1,-1 1 1,1-1-1,-1 0 0,1 0 1,0 0-1,-1 0 1,1 0-1,-1 0 1,1 1-1,0-1 0,-1 0 1,1 0 131,0 0-43,0-20-4465</inkml:trace>
  <inkml:trace contextRef="#ctx0" brushRef="#br0" timeOffset="629.167">3479 1639 5753,'0'0'1282,"0"0"-505,0 0 730,0 0 96,0 0-594,0 0-164,18 8-78,54 27 338,14 57 1715,-74-71-2491,99 136 414,-81-147-1274,-11-11-3850,-11-3-2270</inkml:trace>
  <inkml:trace contextRef="#ctx0" brushRef="#br0" timeOffset="-13786.122">277 1301 4281,'0'0'6184,"0"0"-1850,0 0-2735,0 0-1205,0 0-58,1 25 679,3 158 1522,-4 54-659,0-135-7731,0-106-170</inkml:trace>
  <inkml:trace contextRef="#ctx0" brushRef="#br0" timeOffset="-13583.996">0 1590 8434,'0'0'1224,"0"0"2673,0 0-2929,0 0-440,0 0 176,0 0 81,0 0-57,109 40-336,-62-40-64,2 0-304,1-13 144,2-2-168,14-14-296,-14 6-1369,-12 1-3808</inkml:trace>
  <inkml:trace contextRef="#ctx0" brushRef="#br0" timeOffset="-12544.276">1290 428 6281,'0'0'5994,"0"0"-2939,0 0-1565,0 0-716,0 0-55,0 0 73,-14-7-35,4 2-675,1 0 0,-1 1 0,0 0 0,0 0 0,0 1 1,0 0-1,-1 1 0,1 0 0,-1 1 0,0 0 0,1 1 1,-1 0-1,0 0 0,1 2 0,-1-1 0,1 1 0,-1 0 1,-7 4-83,5 1 102,0 1 0,0 0 0,1 1 0,0 1 0,1 0 0,0 1 0,0 0 0,1 0 0,1 1 0,0 0 0,1 1 0,0 0 1,0 0-1,2 1 0,0 0 0,0 0 0,1 1 0,1-1 0,-2 14-102,-4 30 228,3 0-1,3 1 1,1 0 0,5 33-228,-1-22 13,-2 76-69,-1 59 1655,9 1 1,29 175-1600,-21-284 102,-5 1 0,-3 1 1,-5-1-1,-4 1 0,-13 80-102,0 92 157,16-213-160,-3 1 1,-2-1-1,-2 0 1,-3 0-1,-3-1 0,-15 45 3,26-97 3,-1 0 0,1-1-1,0 1 1,-1-1-1,0 0 1,0 1 0,-1-1-1,1 0 1,-1 0-1,0 0 1,0-1 0,0 1-1,0-1 1,-1 0 0,1 0-1,-1 0 1,0 0-1,0 0 1,0-1 0,0 0-1,-1 0 1,1 0 0,0 0-1,-1-1 1,1 1-1,-1-1 1,-1 0-3,-53 0 18,0-3 1,0-2-1,0-3 1,1-2-1,-21-8-18,77 18-61,1-1 1,-1 1-1,0-1 1,0 0-1,0 0 1,0 0-1,0 0 1,0 0-1,0 0 0,0 0 1,0-1-1,0 1 1,0-1-1,0 0 1,1 1-1,-1-1 0,0 0 1,0 0-1,1 0 1,-1 0-1,0 0 1,1-1-1,0 1 1,-1 0-1,1-1 0,0 1 1,-1-1-1,1 1 1,0-1-1,0 0 1,0 1-1,0-1 0,1 0 1,-1 0-1,0 0 1,1 0-1,-1 0 1,1 1-1,0-1 1,-1 0-1,1 0 0,0 0 1,0 0-1,1 0 1,-1 0-1,0 0 1,1 0-1,-1 0 0,1 0 1,-1 0-1,1 1 1,0-1-1,0 0 1,0 0-1,0 1 1,0-1-1,0 0 0,0 1 1,1-1-1,-1 1 1,0 0-1,1-1 1,1 0 60,100-86-8857,-50 47 825</inkml:trace>
  <inkml:trace contextRef="#ctx0" brushRef="#br0" timeOffset="-9536.385">1503 43 6321,'0'0'1570,"0"0"1707,0 0-1749,0 0-1125,0 0 36,0 0 318,-10 11 679,60-32-916,-47 17-491,0 1 0,1 0-1,-1 1 1,1-1 0,0 0-1,0 1 1,0 0 0,0 0-1,1 0 1,-1 1 0,0 0-1,1-1 1,-1 1 0,1 1-1,0-1 1,-1 1 0,1 0-1,-1 0 1,1 0 0,-1 0-1,1 1 1,0 0 0,-1 0-1,1 0 1,-1 0 0,0 1-1,0 0 1,1 0 0,-1 0-1,0 0 1,0 1 0,-1-1-1,1 1 1,-1 0-1,1 0 1,-1 1 0,0-1-1,0 1 1,0-1 0,-1 1-1,1 0-28,3 21 120,-2 0-1,0 1 0,-1 0 1,-2-1-1,-1 1 1,-1 0-1,-1-1 0,-4 22-119,4-34 4,-1 1-1,0 0 0,-1-1 0,-1 0 1,0 0-1,0 0 0,-1 0 0,-1-1 1,0 0-1,-1-1 0,-2 2-3,10-12-1,-1 0-1,0 0 0,0 0 0,0-1 1,0 1-1,0-1 0,0 1 0,0-1 1,0 1-1,0-1 0,0 1 0,0-1 1,-1 0-1,1 0 0,0 1 1,0-1-1,0 0 0,0 0 0,0 0 1,-1 0-1,1 0 0,0-1 0,0 1 1,0 0-1,0-1 0,0 1 0,0 0 1,0-1-1,0 1 0,0-1 1,0 0-1,0 1 0,0-1 0,0 0 1,0 1-1,0-1 0,0 0 0,1 0 1,-1 0-1,0 0 0,1 0 0,-1 0 1,1 0-1,-1 0 0,1 0 0,-1 0 1,1 0-1,0 0 0,-1 0 1,1-1 1,-16-58-87,14 50 106,1 9-13,1 0 0,-1 1 0,1-1 0,-1 0 0,0 0 0,1 0 0,0 0 0,-1 0 0,1 0 0,0 0 0,-1-1 0,1 1-1,0 0 1,0 0 0,0 0 0,0 0 0,0 0 0,0 0 0,0 0 0,0 0 0,0 0 0,1-1 0,-1 1 0,0 0 0,1 0 0,-1 0-1,1 0 1,-1 0 0,1 0 0,0 1 0,-1-1 0,1 0 0,0 0 0,-1 0 0,1 1 0,0-1 0,0 0 0,0 0 0,0 1 0,0-1-1,0 1 1,0-1 0,0 1 0,0 0 0,0-1 0,0 1 0,0 0 0,0-1 0,0 1 0,0 0 0,0 0 0,0 0 0,1 0 0,-1 0-1,0 0 1,0 1 0,0-1-6,94 63-110,-88-56 107,0 0-1,0-1 1,0 1 0,1-2 0,0 1 0,0-1-1,1 0 1,-1-1 0,1 0 0,0 0 0,0-1-1,0 0 1,2 0 3,-4-2-44,0 0 1,-1-1-1,1 0 0,0 0 0,-1-1 0,1 1 1,0-2-1,-1 1 0,1-1 0,-1 0 0,0 0 0,1 0 1,-1-1-1,0 0 0,0 0 0,-1-1 0,1 0 1,-1 0-1,0 0 0,0-1 0,0 1 0,0-1 0,-1 0 1,0-1-1,0 1 0,0-1 0,-1 1 0,0-1 1,0 0-1,0-1 0,-1 1 0,0 0 0,0-1 0,0 1 1,-1-2 43,11-40-2525,-5 3-1808</inkml:trace>
  <inkml:trace contextRef="#ctx0" brushRef="#br0" timeOffset="-3100.826">1233 1953 5977,'0'0'1297,"0"0"851,0 0-873,0 0-608,0 0-84,0 0 293,27 6 2542,302-6-1016,-329 0-2294,0 0 8,0 0 46,0 0 77,0 0-116,0 0-175,16-9-6927,-5-2 980</inkml:trace>
  <inkml:trace contextRef="#ctx0" brushRef="#br0" timeOffset="-2680.633">2194 1582 6041,'0'0'1137,"0"0"-713,0 0 150,0 0 1179,0 0-752,0 0-665,9-5 90,24-13 339,-28 25 1502,-150 225 2933,115-191-4853,-61 89-2331,91-128 349,0-2-1873,0 0-3363</inkml:trace>
  <inkml:trace contextRef="#ctx0" brushRef="#br0" timeOffset="-2382.675">1984 1639 4585,'0'0'2874,"0"0"2072,0 0-2821,0 0-1573,0 0-324,0 0 164,4 7 231,27 54 363,-12-20-586,1-1 0,3-1 1,0-1-1,3-1 0,24 27-400,-2-34-667,-23-25-4250,-14-4-1073</inkml:trace>
  <inkml:trace contextRef="#ctx0" brushRef="#br0" timeOffset="-1651.214">2338 1128 6489,'0'0'1057,"0"0"971,0 0-668,0 0-737,0 0-292,0 0 212,18-9 73,58-27 79,-3 25 749,-71 14-1371,0-1 0,0 0 0,0 1 0,0-1 0,0 1 1,-1-1-1,1 1 0,-1 0 0,0-1 0,0 1 0,0 0 0,0 0 0,0 0 0,-1 0 1,1 0-1,-1 0 0,0 0 0,0 0 0,0 0 0,0 0 0,0 0 0,-1 0 0,0 0 1,1 0-1,-1 1-73,0 7 123,-15 39 423,4 24-592,16-70 36,1-1 0,-1 0 0,1 0 0,0 0 0,0-1 0,0 0 0,0 0 0,0 0-1,1-1 1,-1 1 0,0-1 0,1-1 0,-1 1 0,1-1 0,-1 0 0,1 0 0,0 0 0,-1-1 0,0 0 0,3-1 10,10 2 16,-1 2-835,-2 0-7758,-12-2 1425</inkml:trace>
  <inkml:trace contextRef="#ctx0" brushRef="#br0" timeOffset="-766.013">2723 1501 1824,'0'0'3844,"0"0"-2635,0 0-967,0 0 750,0 0 2696,0 0-1632,-3 0-1365,0 2-564,1 0 0,0 0 0,0 0 0,0 0 0,0 0 0,1 1 0,-1-1 0,1 1 0,-1-1 0,1 1 1,0 0-1,0-1 0,0 1 0,0 0 0,0 0 0,1 0 0,-1 0 0,1 0 0,0 0 0,0 0 0,0 0 0,0-1 0,1 1 0,-1 0 0,1 0 1,-1 0-1,1 0 0,0 0 0,1 1-127,-1 21 486,-2 57 474,-1-24-478,2-1 0,3 0 0,3 0 0,7 34-482,-8-79-3326,-5-28-1773,-2-7-1944</inkml:trace>
  <inkml:trace contextRef="#ctx0" brushRef="#br0" timeOffset="-513.348">2526 1815 6249,'0'0'1017,"0"0"-689,0 0 2920,0 0-2223,0 0-233,0 0-104,140 0 376,-93-5-200,-2 5-240,-6 0-624,3 0-744,-9 0-1720,-14 0-7947</inkml:trace>
  <inkml:trace contextRef="#ctx0" brushRef="#br0" timeOffset="18035.308">1552 1015 1304,'0'0'4329,"0"0"-3133,0 0-933,0 0-193,0 0 303,0 0 986,-24 5-500,-174 27 1216,112-38 2172,25 15-3342,2 106-589,44-26-14,3 0 0,5 0 1,3 1-1,6 56-302,22 142 64,-46 9 162,17-35 336,5-183-380,58-81 1315,246-24-1471,-256 48-201,-27-25-597,45-37-4006,-32 12-1453</inkml:trace>
  <inkml:trace contextRef="#ctx0" brushRef="#br1" timeOffset="138875.669">1302 2128 6105,'0'0'898,"0"0"-109,0 0 1142,0 0-534,0 0-584,0 0-355,-5 9 35,-18 27 47,17-27 11,6-9-142,23-3 1117,-6-4-1330,-1-2 1,0 0-1,0-1 0,-1 0 1,0-1-1,-1-1 0,-1 0 1,0-1-1,5-7-196,3 0 224,600-630 2647,59 101-2688,-553 441 64,-121 103 1380,1-6-5887,-2 0-1066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2:19.124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 1416 6161,'0'0'692,"0"0"-343,0 0 213,0 0 1489,0 0-766,0 0-817,-3 12-328,5-8 4554,179 7-2272,80-19-1048,-273 14 876,-5 18-3453,45-25-2540,1-6-699,3-7-2241</inkml:trace>
  <inkml:trace contextRef="#ctx0" brushRef="#br0" timeOffset="4057.563">1733 1096 7706,'0'0'825,"0"0"1140,0 0-237,0 0-1021,0 0-466,-9 21 501,-66 187 2488,-1 25-2434,48-215-2959,1-40-6770,17 2 2961</inkml:trace>
  <inkml:trace contextRef="#ctx0" brushRef="#br0" timeOffset="4451.843">1573 1190 7578,'0'0'688,"0"0"2196,0 0-1522,0 0-989,0 0-177,13 14 2085,109 245 2596,-62-153-4453,-60-105-961,17-19-7326,-11 2 1091,1 1 1465</inkml:trace>
  <inkml:trace contextRef="#ctx0" brushRef="#br0" timeOffset="2904.531">918 765 5705,'0'0'1545,"0"0"716,0 0 141,0 0-981,0 0-992,0 0-297,0 3-4,-4 32 432,-1 0 1,-2-1-1,-1 0 0,-2 0 1,-1-1-1,-2-1 0,-1 0 0,-8 12-560,-5 17 171,8-24 54,2 1 1,2 0-1,2 2 1,1 0-1,2 0 0,2 1 1,1 0-1,2 0 0,3 0 1,1 22-226,5-46 113,2 0 0,0-1-1,0 0 1,2 0 0,0-1 0,1 0 0,0 0 0,1-1 0,1-1-1,0 1 1,1-2 0,0 1 0,1-2 0,1 0 0,0 0 0,0-1-1,1-1 1,0-1 0,0 0 0,1-1 0,2 1-113,75 50 85,-69-27-2215,-27-45-9222,-1-5 5414,4-7 2341</inkml:trace>
  <inkml:trace contextRef="#ctx0" brushRef="#br0" timeOffset="3715.453">1091 1163 6873,'0'0'291,"0"0"357,0 0 1625,0 0-289,0 0-1028,0 0-258,6-3-349,9-3-195,-1 0 1,1 2-1,-1-1 0,1 2 0,1 0 0,-1 1 0,0 1 0,0 0 0,1 1 0,-1 0 0,1 1-154,-12 3 35,-1-1 0,0 1 0,0-1 0,0 1 0,0 0 0,-1 0 0,0 0 0,0 0 0,0 1-1,0-1 1,0 0 0,-1 1 0,0-1 0,0 1 0,0 0 0,-1-1 0,1 1 0,-1 0 0,0 0 0,0-1 0,-1 1-1,0 0 1,1-1 0,-2 1 0,1-1 0,0 1 0,-1-1 0,-1 3-35,-1 0 86,0 0 0,0 0 1,0-1-1,-1 1 0,0-1 0,0 0 1,-1-1-1,0 1 0,0-1 0,0 0 1,0-1-1,-1 0 0,0 0 0,0 0 1,0 0-1,0-1 0,-1-1 0,1 1 1,-1-1-1,1 0 0,-5 0-86,12-4-17,-1 1 0,0 0 0,0 0 0,1-1 0,-1 1 0,1 0 0,-1-1 1,1 1-1,-1-1 0,1 1 0,0-1 0,0 1 0,0 0 0,0-1 0,0 1 0,0-1 0,0 1 0,0-1 0,0 1 0,1-1 0,-1 1 1,1 0-1,-1-1 0,1 1 0,0-1 0,-1 1 0,1 0 0,0 0 0,0 0 0,0-1 0,0 1 0,0 0 0,0 0 0,0 0 1,0 0-1,0 1 0,0-1 0,1 0 0,0 0 17,1-1-15,0 0 1,1 1-1,-1-1 1,1 1-1,-1 0 1,1 0 0,-1 0-1,1 0 1,0 1-1,0 0 1,-1-1-1,1 1 1,0 1-1,-1-1 1,1 0-1,0 1 1,0 0-1,-1 0 1,1 0 0,-1 0-1,1 1 1,-1-1-1,0 1 1,1 0-1,-1 0 1,0 0-1,0 0 1,0 1-1,-1-1 1,1 1-1,0-1 1,-1 1-1,0 0 1,0 0 0,0 1-1,0-1 1,0 0-1,0 0 1,-1 1-1,0-1 1,1 1-1,-2 0 1,1-1-1,0 1 1,-1 0-1,1 1 15,13 143-9,-17-145 21,0-1 0,-1 1 0,1-1-1,-1 0 1,1 0 0,-1 0 0,0-1 0,0 1 0,0-1 0,0 0 0,0 0-1,0 0 1,0-1 0,0 1 0,0-1 0,-1 0 0,1 0 0,0-1 0,0 1-1,0-1 1,-2 0-12,-5 0-26,-84 1-502,94-1 282,0 0 0,0-1 0,-1 1 0,1 0 1,0 0-1,0-1 0,1 1 0,-1 0 0,0-1 1,0 1-1,1-1 0,-1 1 0,1-1 0,-1 1 0,1-1 1,0 0-1,-1 1 0,1-1 0,0 1 0,0-1 1,0 0-1,0 1 0,0-1 0,1 1 0,-1-1 1,1 0-1,-1 1 0,1-1 0,-1 1 0,1-1 1,0 1-1,-1 0 0,1-1 0,0 1 0,0 0 0,0-1 1,0 1-1,0 0 0,1 0 0,-1 0 0,1-1 246,17-18-2756</inkml:trace>
  <inkml:trace contextRef="#ctx0" brushRef="#br0" timeOffset="6569.905">1963 643 4841,'0'0'1383,"0"0"-728,0 0-503,0 0-113,0 0 23,-10 10-34,1-2 81,-32 31 389,5-16 3648,42-26-1791,24-10 808,72-6-3621,-100 21 475,-1 1 0,1 0 1,-1 0-1,1 0 0,-1 0 0,0 0 1,0 0-1,0 0 0,0 1 0,-1-1 1,0 0-1,1 0 0,-1 1 0,0-1 1,0 0-1,-1 1 0,1-1 0,-1 0 0,0 0 1,1 0-1,-1 1 0,-1-1 0,1 0 1,0 0-1,-1-1 0,0 1 0,-1 2-17,-65 46 1431,68-51-1361,30-10-209,-27 8 134,-1 0-1,0 1 1,1-1 0,-1 1-1,1 0 1,-1-1-1,1 1 1,-1 0 0,1 1-1,0-1 1,0 0 0,-1 1-1,1 0 1,0-1 0,0 1-1,0 0 1,-1 1-1,1-1 1,0 0 0,0 1-1,-1-1 1,1 1 0,0 0-1,-1 0 1,1 0 0,0 0-1,-1 1 1,0-1-1,1 1 1,-1-1 0,0 1-1,0 0 1,0 0 0,0 0-1,0 0 1,0 0 0,0 0-1,-1 1 1,1-1-1,-1 1 1,0-1 0,1 1-1,-1-1 1,0 1 0,-1 0-1,1-1 1,0 3 5,-2-1 28,0 0 0,0 0 0,0 0 0,-1 0 0,1-1 0,-1 1 0,0 0 0,0-1 0,0 1 0,-1-1 1,1 0-1,-1 0 0,0 0 0,0 0 0,0 0 0,0-1 0,0 1 0,-1-1 0,1 0 0,-1 0 0,0 0 0,1 0 0,-1-1 0,0 1 0,0-1 0,0 0 0,0 0 0,0-1 0,0 1 0,0-1 1,-4 0-30,7 0-263,1 0-148,0 0-316,0 0-805,1-4-3442,2-4 945,-3 7 3581,9-10-4056</inkml:trace>
  <inkml:trace contextRef="#ctx0" brushRef="#br0" timeOffset="8738.474">2178 1248 6057,'0'0'710,"0"0"-405,0 0 565,0 0 2230,0 0-1570,-9 0-619,-23 0 1175,64 0 1641,75-5-1815,-52 2-3301,0 2-8541,-50 0 5391,2-5-667</inkml:trace>
  <inkml:trace contextRef="#ctx0" brushRef="#br0" timeOffset="9217.798">2853 970 6241,'0'0'1330,"0"0"940,0 0-271,0 0-818,0 0-282,0 0 256,-1 3 186,-146 216 2903,38-23-5561,109-194-670,0-2-1657,0 0-970</inkml:trace>
  <inkml:trace contextRef="#ctx0" brushRef="#br0" timeOffset="9552.437">2667 963 6009,'0'0'1742,"0"0"2084,0 0-2390,0 0-994,0 0 347,0 0 273,8 16 57,135 270 2044,-102-160-2836,-39-125-612,0 0-1,1 0 1,-1-1 0,1 1-1,0-1 1,-1 0 0,1 0 0,-1 0-1,1 0 1,0 0 0,-1 0-1,1-1 1,-1 1 0,1-1-1,-1 0 1,1 0 0,-1 0-1,0 0 1,1 0 0,-1 0 0,0 0-1,0-1 1,0 0 0,0 1-1,0-1 1,0 0 0,0 0-1,0 0 1,0 0 285,18-24-7496</inkml:trace>
  <inkml:trace contextRef="#ctx0" brushRef="#br0" timeOffset="10203.717">3048 503 5921,'0'0'1694,"0"0"1519,0 0-1822,0 0-1091,0 0-106,0 0 80,3 0 82,107 0 3274,-67 61-2374,-42-59-1244,1 0 0,0 0 0,-1 1-1,0-1 1,1 0 0,-1 0 0,0 1-1,0-1 1,0 1 0,-1-1 0,1 1-1,-1-1 1,1 1 0,-1 0 0,0-1 0,0 1-1,0-1 1,0 1 0,0 0 0,-1-1-1,1 1 1,-1-1 0,1 1 0,-1-1-1,0 1 1,0-1 0,0 0 0,-1 1-1,1-1 1,0 0 0,-1 0 0,0 0 0,1 0-1,-2 1-11,0 1 20,-2 0 19,1 0 0,0 1 0,0-1 0,1 1 0,0 0 0,-1 0 0,1 0 0,1 0 0,-1 0 0,1 1 0,0-1 0,0 1 0,1 0 0,0 0-1,0-1 1,0 1 0,0 0 0,1 0 0,0 0 0,1 5-39,3-8 10,0 0-1,1-1 0,-1 1 1,1-1-1,0 0 1,0 0-1,-1 0 1,1 0-1,0-1 0,1 0 1,-1 0-1,0-1 1,0 1-1,0-1 1,0 0-1,1 0 0,-1-1 1,0 0-1,1 0-9,9 1 88,-1-1-476,24 2 991,-25 12-6891,-13-6-357</inkml:trace>
  <inkml:trace contextRef="#ctx0" brushRef="#br0" timeOffset="11248.596">3100 1183 5945,'0'0'876,"0"0"-558,0 0 614,0 0 2397,0 0-1709,0 0-777,-3 4 73,3-3-839,0 1-1,0-1 1,-1 1-1,1-1 1,0 0-1,0 1 1,0-1-1,0 0 1,1 1-1,-1-1 1,0 0-1,0 1 1,1-1-1,-1 0 1,1 1-1,-1-1 1,1 0-1,0 0 1,-1 0-1,1 1 1,0-1-1,0 0 1,0 0-1,0 0 1,0 0-1,0 0 1,0-1-1,0 1 1,0 0-1,1 0 1,-1-1-1,0 1 1,0-1-1,1 1 1,-1-1-1,0 1 1,1-1-1,-1 0 1,0 0-1,1 0 1,-1 0-1,0 0 0,1 0 1,-1 0-1,1 0 1,-1 0-1,0 0 1,1-1-1,-1 1 1,1-1-77,145 9 543,-100-9-5938,-44-1-134,-3-5-2038</inkml:trace>
  <inkml:trace contextRef="#ctx0" brushRef="#br0" timeOffset="11501.785">3471 1059 7706,'0'0'984,"0"0"2130,0 0-1252,0 0-653,0 0 13,0 0 58,0 25-264,0 180 258,0-101-1373,15-116-1972,1-13-1572,-1-3-3962</inkml:trace>
  <inkml:trace contextRef="#ctx0" brushRef="#br0" timeOffset="11916.85">3656 1047 6305,'0'0'7014,"0"0"-4056,0 0-1781,0 0-283,-5 23 18,-20 165 1427,24-185-2321,0 0 0,1 0 0,-1 0 0,1 0-1,0 0 1,0 0 0,0 1 0,0-1 0,0 0-1,0 0 1,1 0 0,0 0 0,-1 0 0,1 0-1,1 0 1,-1 0 0,0 0 0,1 0 0,-1-1 0,1 1-1,0-1 1,0 1 0,0-1 0,0 1 0,0-1-1,0 0 1,1 0 0,-1 0 0,1 0 0,-1-1-1,1 1 1,0-1 0,0 1 0,0-1 0,0 0 0,0 0-1,0 0 1,0-1 0,0 1 0,0-1 0,0 0-1,0 0 1,0 0 0,0 0 0,1 0-18,0 1-23,1-1 0,-1 0 0,1 0 0,0 0 0,-1-1 1,1 1-1,-1-1 0,1 0 0,-1 0 0,0-1 0,1 1 0,-1-1 0,0 0 1,0 0-1,0-1 0,0 1 0,0-1 0,-1 0 0,1 1 0,-1-2 0,0 1 1,0 0-1,0-1 0,0 1 0,0-1 0,-1 0 0,0 0 0,0 0 0,0 0 1,0-1-1,-1 1 0,1 0 0,0-4 23,9-146-2076,-14 150 2069,-1 0 0,1-1 1,-1 1-1,1 1 0,-1-1 1,-1 1-1,1-1 0,0 1 1,-1 0-1,1 1 1,-1-1-1,0 1 0,0 0 1,0 0-1,0 0 0,0 1 1,-1 0-1,1 0 1,0 0-1,0 1 0,-1-1 1,1 1-1,-1 0 0,1 1 1,0 0-1,-1 0 0,1 0 1,0 0-1,0 1 1,0 0-1,0 0 0,0 0 1,0 0-1,1 1 0,-1 0 1,-2 2 6,-30 78-2359,37-82 2125,0 1 0,0-1 0,1 1 0,-1 0 0,1-1 0,-1 1 0,1-1 0,-1 1 0,1-1 0,0 1 0,0-1 0,0 0 0,0 1 0,0-1 0,0 0 0,0 0 0,0 1 0,1-1 0,-1 0 0,0 0 0,1 0 0,-1-1 0,1 1 0,-1 0 0,1 0 0,-1-1 0,1 1 0,-1-1 0,1 0 0,0 1 1,-1-1-1,1 0 0,-1 0 0,3 0 234,27 1-5432</inkml:trace>
  <inkml:trace contextRef="#ctx0" brushRef="#br0" timeOffset="12183.203">4153 972 7314,'0'0'157,"0"0"754,0 0 2724,0 0-1293,0 0-1628,0 0-253,-16 23 394,-90 143 1197,-29 89-853,118-241-2697,2-12-4544,10-2-625</inkml:trace>
  <inkml:trace contextRef="#ctx0" brushRef="#br0" timeOffset="12454.473">3901 1012 5761,'0'0'1110,"0"0"58,0 0 1821,0 0-1340,0 0-351,0 0 165,4 21-48,15 70-227,-15-81-1007,0 0 0,0 0 0,1 0 0,0-1-1,1 1 1,0-2 0,0 1 0,1 0 0,0-1 0,1-1-1,0 1 1,0-1 0,1 0-181,16 16 90,-5 0-247,17 17-418,-10-25-6566,-17-14 509</inkml:trace>
  <inkml:trace contextRef="#ctx0" brushRef="#br0" timeOffset="13099.864">4158 481 6081,'0'0'736,"0"0"515,0 0 2334,0 0-1242,0 0-1138,0 0-320,-6 0-137,5 0-711,0 0 0,-1 0-1,1 0 1,0 0-1,0 0 1,0 0 0,0 0-1,0 1 1,0-1 0,0 0-1,0 1 1,0-1-1,0 1 1,0-1 0,0 1-1,0 0 1,0-1 0,1 1-1,-1 0 1,0 0-1,0-1 1,1 1 0,-1 0-1,0 0 1,1 0 0,-1 0-1,1 0 1,-1 0-1,1 0 1,-1 0 0,1 0-1,0 0 1,0 0 0,0 0-1,-1 0 1,1 1-1,0-1 1,0 0 0,0 0-1,0 0 1,1 0 0,-1 0-1,0 0 1,0 0-1,1 0 1,-1 0 0,1 0-1,-1 0 1,1 0 0,-1 0-1,1 0 1,-1 0-1,1 0 1,0 0 0,0-1-1,-1 1 1,1 0 0,0 0-1,0-1 1,0 1-1,0-1 1,0 1 0,0-1-1,0 1 1,0-1 0,0 1-1,0-1 1,0 0-1,1 1-36,78 108 1396,-48-74-1170,-2 2 0,-2 1 0,-2 1 1,-1 1-1,-2 1 0,-2 2 0,-1 0 1,-3 1-1,-2 0 0,-1 2 0,-3-1 1,6 43-227,-15-62 83,-2 0-1,0 0 1,-2 1 0,0-1 0,-2 0 0,-1-1 0,-8 26-83,-93 216-595,103-233-5038,3-30-1061</inkml:trace>
  <inkml:trace contextRef="#ctx0" brushRef="#br0" timeOffset="16783.046">3854 0 7810,'0'0'1191,"0"0"1579,0 0-1045,0 0-713,0 0-495,0 0 31,9 6 471,11 3-718,0-1 0,0-1 0,0-1 0,1-1 0,0 0 0,0-2 0,0-1 0,11 0-301,114-2 237,-107-2-122,1 1 0,-1 2 0,0 2 0,1 1 0,37 10-115,-73-14 27,1 1-1,-1 0 1,0 0-1,1 0 1,-1 0-1,0 1 1,0 0 0,0-1-1,0 2 1,0-1-1,-1 0 1,1 1-1,0-1 1,-1 1-1,0 0 1,0 0-1,0 1 1,0-1-1,0 1 1,-1-1 0,1 1-1,-1 0 1,0 0-1,0 0 1,-1 0-1,1 0 1,-1 0-1,0 1 1,0-1-1,1 5-26,-10 554 3308,11-159-2788,-18-40-332,14 16 473,-48-115 158,-11-251 553,48-15-1357,-222 1 387,232-1-488,0 0 1,0 0 0,0 0-1,-1 0 1,1 0 0,0-1 0,0 1-1,1-1 1,-1 1 0,0-1-1,0 0 1,1 0 0,-1 0-1,1 0 1,0 0 0,0 0 0,-1 0-1,1 0 1,0 0 0,1-1-1,-1 1 1,0 0 0,1-1-1,-1 1 1,1-1 0,0 1 0,0 0-1,0-1 1,0 1 0,0-1-1,0 1 1,1-1 0,-1 1-1,1 0 1,0-1 0,-1 1 0,1 0-1,0 0 1,1 0 0,-1-1-1,0 1 1,0 0 0,1 0-1,0 1 1,-1-1 0,1 0 0,0 0-1,0 1 1,0-1 0,0 1-1,1-1 86,26-23-4658,3 0-2367</inkml:trace>
  <inkml:trace contextRef="#ctx0" brushRef="#br1" timeOffset="137680.638">2025 1648 6689,'0'0'619,"0"0"-339,0 0 207,0 0 1368,0 0-505,0 0-577,13-9-341,74-68 549,4-39 442,5 4 0,4 5 1,110-89-1424,-132 123 373,605-561 1070,-655 607-1429,-28 26 112,0 1 162,-5 0 177,-24 3-342,8 19-7424,12-11 1484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5:09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127 543 1528,'0'0'4563,"0"0"-2476,0 0 1606,0 0-953,0 0-1326,0 0-630,-4 3-104,-5 8-478,1 2 0,1-1-1,0 1 1,1 0 0,0 0 0,1 0 0,0 1-1,1 0 1,1 0 0,0 0 0,1 1 0,0-1-1,1 1 1,1-1 0,0 1 0,2 9-202,-3-17 12,-1-1 1,1 1-1,1 0 1,-1-1-1,1 1 1,0 0-1,1 0 1,-1 0 0,1-1-1,1 1 1,-1-1-1,1 1 1,0-1-1,1 1 1,-1-1-1,1 0 1,1 0-1,-1 0 1,1-1-1,0 1 1,0-1-1,1 0 1,-1 0-1,1 0 1,0-1-1,1 1 1,-1-1 0,1 0-1,-1-1 1,1 0-1,1 0 1,-1 0-1,5 1-12,-4-3 5,0 0 0,0-1 0,0 0 0,0 0 0,0 0-1,-1-1 1,1 0 0,0 0 0,0-1 0,0 0 0,-1 0 0,1-1-1,-1 0 1,0 0 0,1 0 0,-1-1 0,-1 0 0,1 0 0,-1-1-1,1 1 1,-1-1 0,0 0 0,-1 0 0,0-1 0,1 0 0,-2 1 0,1-1-1,-1-1 1,0 1 0,0 0 0,0-1 0,-1 1 0,0-1 0,-1 0-1,1 0 1,-1 0 0,0-1-5,1 0-44,0 1 1,0-1-1,-1 0 0,0 0 0,0 0 0,-1-1 1,0 1-1,0 0 0,-1 0 0,0 0 1,-1 0-1,1 0 0,-2 0 0,1 1 0,-1-1 1,0 0-1,-1 1 0,1 0 0,-1 0 0,-1 0 1,0 1-1,1-1 0,-2 1 0,1 0 1,-1 0-1,0 1 0,0 0 0,-1 0 0,1 0 1,-5-1 43,-2-1-28,0 2 1,-1-1 0,1 2 0,-1 0 0,0 0 0,-1 2 0,1-1-1,0 2 1,-1 0 0,1 1 0,-13 1 27,23 0-54,0 0 1,0 0-1,0 0 0,0 0 0,0 1 1,0 0-1,0 0 0,1 0 1,-1 0-1,1 0 0,0 1 1,-1 0-1,1 0 0,0 0 1,1 0-1,-1 0 0,0 0 1,1 1-1,0-1 0,0 1 1,0-1-1,0 1 0,1 0 0,-1 0 1,1 0-1,0 0 0,0 0 1,0 0-1,1 0 0,-1 1 1,1-1-1,0 0 0,1 0 1,-1 0-1,0 0 0,1 0 1,0 0-1,0 1 0,1-2 1,-1 1-1,1 0 0,-1 0 0,1 0 1,0-1-1,1 1 0,-1-1 1,1 0-1,-1 1 0,1-1 1,0 0-1,3 1 54,99 28-6543,-55-31-770</inkml:trace>
  <inkml:trace contextRef="#ctx0" brushRef="#br0" timeOffset="336.015">62 1 5705,'0'0'7635,"0"0"-5196,0 0-1661,0 0-394,0 0-285,0 0 49,2 3 145,110 239 3512,-81-141-3236,-4 1-1,-5 1 1,-4 0 0,-1 47-569,-13-121 3,32 86-1869,-35-114 1637,0-1 1,0 1-1,0 0 0,0-1 0,0 1 1,0-1-1,0 1 0,0-1 1,0 0-1,0 1 0,0-1 0,0 0 1,0 0-1,0 0 0,0 0 1,0 1-1,1-2 0,-1 1 0,0 0 1,0 0-1,0 0 0,0 0 1,0-1-1,0 1 0,0 0 0,0-1 1,0 1-1,0-1 0,0 0 1,0 1-1,0-1 0,0 0 0,0 1 1,-1-1-1,1 0 0,0 0 0,0 0 1,-1 1-1,1-1 0,-1 0 1,1 0-1,0 0 0,-1 0 0,0 0 1,1 0-1,-1-1 229,13-24-6840</inkml:trace>
  <inkml:trace contextRef="#ctx0" brushRef="#br0" timeOffset="704.388">853 352 6489,'0'0'722,"0"0"-393,0 0-255,0 0 64,0 0 480,0 0 835,1 6-236,-1 7-840,0 1 0,-2-1 0,1 1 0,-2-1 0,0 0 0,0 0 0,-1 0 0,-1-1 0,0 1 1,-1-1-1,0 0 0,-1 0 0,-2 2-377,-20 44 1247,-101 258-383,113-295-3154,0-14-3080,1-7 402</inkml:trace>
  <inkml:trace contextRef="#ctx0" brushRef="#br0" timeOffset="1041.521">599 428 6241,'0'0'845,"0"0"-13,0 0 1451,0 0-700,0 0-968,0 0 35,3 4 609,65 159 2841,-48-97-3360,-18-52-722,1 0-1,1 0 1,0 0-1,1-1 1,1 0-1,0 0 1,0 0-1,1 0 1,1-1 0,0-1-1,1 1 1,0-1-1,1-1 1,0 1-1,1-2 1,0 0-1,0 0 1,1-1 0,0 0-1,0-1 1,1 0-1,0-1 1,0 0-1,1-2 1,2 1-18,65-16-4449,-35-17-2699,-20 3-514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4:13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527 516 6665,'0'0'554,"0"0"414,0 0 1979,0 0-1470,-23 0-880,-138 1 1514,150 4-2025,-1 0 0,1 1-1,0 0 1,0 0 0,0 2-1,1-1 1,1 1 0,-1 1-1,1-1 1,0 2 0,1-1-1,0 1 1,1 0 0,0 1-1,0 0 1,1 0 0,1 0-1,0 1 1,0 0 0,1 0-1,-1 9-85,-15 45 743,4 0 0,3 2 0,2-1 0,3 1-1,4 1 1,2-1 0,6 49-743,3-36 265,4 0 0,3-1 0,4-1 0,3 0 0,13 28-265,-8-23 66,225 742-42,-246-812-24,0-3 4,-1 0-1,0 0 1,0 0 0,-1 1-1,-1-1 1,0 1-1,-1 0 1,0 0-1,0 0 1,-1 0 0,-1-1-1,0 1 1,-1 3-4,-3-10 10,-1 0 0,1 1 0,-1-2 0,1 1 0,-1-1 0,-1 0 0,1 0 1,0 0-1,-1-1 0,0 0 0,0-1 0,0 1 0,0-1 0,0 0 0,0-1 0,-1 0 1,1 0-1,-1-1 0,0 0-10,-18 4 17,1 0 0,-1-2 1,0-2-1,0 0 0,0-1 1,1-2-1,-1 0 0,1-2 1,-1-1-1,2-1 1,-1-1-1,-5-3-17,29 10-71,-1 1 0,0-1 0,0 0 0,0 0 1,0 0-1,1 0 0,-1 0 0,0 0 0,1-1 0,-1 1 1,1 0-1,-1-1 0,1 1 0,0-1 0,0 1 0,0-1 1,0 0-1,0 0 0,0 1 0,0-1 0,0 0 0,0 0 0,1 0 1,-1 0-1,1 0 0,0 0 0,0 0 0,-1 0 0,1 0 1,0 0-1,1 0 0,-1 0 0,0 0 0,1 0 0,-1 0 1,1 0-1,-1 0 0,1 0 0,0 0 0,0 1 0,0-2 71,65-56-8194,-18 29 1458</inkml:trace>
  <inkml:trace contextRef="#ctx0" brushRef="#br0" timeOffset="530.861">734 2926 7058,'0'0'414,"0"0"-262,0 0 430,0 0 1717,0 0-725,0 0-664,11-8 84,-5 3-684,-5 3-246,-1 1 0,1 0 0,0-1 1,0 1-1,0 0 0,0 0 0,0 0 0,0 0 0,0 0 0,0 0 0,0 0 0,0 0 1,1 0-1,-1 0 0,0 0 0,0 1 0,1-1 0,-1 1 0,1-1 0,-1 1 0,1 0 1,-1-1-1,1 1 0,-1 0 0,1 0 0,-1 0 0,1 0 0,-1 0 0,1 0 0,-1 0 1,1 1-1,-1-1 0,0 1 0,1-1 0,-1 1 0,1-1 0,-1 1 0,0 0 0,1-1 0,-1 1 1,0 0-1,0 0 0,0 0 0,0 0 0,0 0 0,0 1 0,0-1 0,1 1-64,16 43 1768,82 146 1261,-96-186-3007,0 0 1,0 0-1,1-1 0,0 1 1,-1-1-1,2 0 0,-1 0 1,0 0-1,1-1 0,0 0 1,0 0-1,0 0 0,0-1 1,0 0-1,0 0 0,1-1 1,-1 0-1,0 0 0,1 0 1,0-1-1,-1 0 0,1 0 1,-1 0-1,1-1 0,-1 0 1,0 0-1,1-1 0,-1 0 1,0 0-1,5-2-22,0-4-17,1 0 0,-2-1 1,1 0-1,-1-1 0,0 0 0,-1 0 0,0-1 1,-1 0-1,0-1 0,-1 0 0,0 0 0,-1 0 1,-1-1-1,0 0 0,0 0 0,-1-1 1,-1 1-1,0-1 0,-1 0 0,-1 1 0,0-1 1,0 0-1,-2 0 0,0-9 17,0 11-3,-1 1 1,1 0-1,-2 0 0,0 0 0,0 0 1,-1 0-1,0 1 0,0-1 0,-2 1 1,1 0-1,-1 1 0,-1-1 0,1 1 1,-2 0-1,1 1 0,-1 0 0,0 0 0,-1 1 1,0 0-1,0 0 0,-1 1 0,1 0 1,-1 1-1,0 0 0,-1 0 0,0 1 1,1 1-1,-1 0 0,0 0 0,-1 1 3,-1-2 6,-1 0-1,-1 2 0,1-1 0,0 2 0,0 0 0,-1 1 1,1 0-1,-1 1 0,1 1 0,0 0 0,0 1 0,0 0 1,0 1-1,1 1 0,-1 0 0,1 1 0,0 0 0,0 1 0,1 1 1,0 0-1,1 0 0,-1 1 0,-4 6-5,-14 51-1173,54-28-3691,13-28-1495</inkml:trace>
  <inkml:trace contextRef="#ctx0" brushRef="#br0" timeOffset="1465.159">934 1 6617,'0'0'453,"0"0"48,0 0 1071,0 0 415,0 0-881,0 0-681,-4 0-137,-6 3 1046,42-1-750,51-1-144,-79 1-386,0 0 0,0 0 0,-1 1 0,1-1 0,-1 1-1,1 0 1,-1 0 0,0 0 0,0 0 0,0 1 0,0-1-1,-1 1 1,1-1 0,-1 1 0,0 0 0,0 0 0,-1 0 0,1 0-1,-1 1 1,0-1 0,0 0 0,0 1 0,0-1 0,-1 0 0,0 1-1,0-1 1,0 1 0,0-1 0,-1 0 0,0 1 0,0-1-1,0 0 1,0 0 0,-1 1 0,1-1 0,-1 0 0,-1 1-54,-121 264 840,124-268-835,0 0-1,0 1 1,0-1 0,1 0-1,-1 0 1,0 0 0,1 0 0,-1 0-1,1 0 1,-1 0 0,1 0 0,-1 0-1,1 0 1,0 0 0,-1-1-1,1 1 1,0 0 0,0 0 0,0 0-1,-1-1 1,1 1 0,0-1-1,0 1 1,0-1 0,0 1 0,0-1-1,0 1 1,0-1 0,0 0 0,1 1-1,-1-1 1,0 0 0,0 0-1,0 0 1,0 0 0,0 0 0,0 0-1,0 0 1,0-1 0,1 1-1,-1 0 1,0 0 0,0-1 0,0 1-1,0-1 1,0 1 0,0-1 0,0 1-1,0-1 1,-1 0 0,1 1-1,0-1-4,68-17 210,-38 8-115,0 1-1,1 1 1,0 2 0,0 2 0,0 0 0,0 3 0,7 0-95,-20 6-6138,-15-5 1667</inkml:trace>
  <inkml:trace contextRef="#ctx0" brushRef="#br0" timeOffset="9100.946">850 1612 7058,'0'0'274,"0"0"-7,0 0 1048,0 0 1100,0 0-704,-4-2 4044,329-35-4336,-315 43-3453,-43 5-2970,13-9-582,4-2-2004</inkml:trace>
  <inkml:trace contextRef="#ctx0" brushRef="#br0" timeOffset="9744.22">1500 1403 7938,'0'0'2856,"0"0"-969,0 0-1036,0 0-335,16-9 1367,101-7-968,-113 19-906,-1 0 1,0 0-1,0 1 0,1-1 0,-2 1 0,1 0 1,0 0-1,-1 0 0,0 0 0,0 0 0,0 1 0,0-1 1,-1 0-1,0 1 0,0-1 0,0 1 0,0 0 0,-1-1 1,0 1-1,0 0 0,0 0 0,0-1 0,-1 1 1,0-1-1,0 1 0,0 1-9,0 11 84,1-14-56,0 1 0,0 0-1,0 0 1,-1 0 0,1-1 0,-1 1-1,0 0 1,-1-1 0,1 1 0,0-1-1,-1 1 1,0-1 0,0 1 0,0-1 0,0 0-1,-1 0 1,1 0 0,-1 0 0,1-1-1,-1 1 1,0-1 0,0 0 0,0 1-1,-1-1 1,1-1 0,0 1 0,-1 0-1,1-1 1,-1 0 0,0 1 0,1-2 0,-1 1-1,0 0 1,0-1 0,1 1 0,-1-1-1,0 0 1,0-1 0,-3 1-28,12-35-121,0 33 106,0 0 0,0 1 0,0 0 0,0 0 0,1 0 0,-1 0 0,0 1 0,1 0 0,-1 0 0,0 0 0,1 1 0,-1 0 0,0 0 0,1 0 0,-1 1 0,0 0 0,0 0 0,0 0 0,-1 0 0,1 1 0,0 0 0,-1 0 0,0 0 0,1 0 0,-1 1 0,-1 0 1,5 4 14,87 119 45,-92-124-44,-1 0 0,0-1 0,0 1 0,0 0 0,-1 0 0,1 0 0,-1 1 0,1-1 0,-1 0 0,0 1 0,-1-1 0,1 0 0,0 1 0,-1-1 0,0 1 0,0-1 0,0 1 0,0-1 0,0 1 0,-1-1 0,1 0 0,-1 1 1,0-1-1,0 1 0,-1-1 0,1 0 0,-1 0 0,1 0 0,-1 0 0,0 0 0,0 0-1,-12 1 17,-1 0 1,0-1-1,1 0 1,-1-1 0,0-1-1,0 0 1,0-1-1,0-1 1,0 0-1,0-1 1,0-1 0,-12-3-18,28 6-75,0 0 1,0 0 0,0 0 0,0 0 0,0 0 0,0-1 0,0 1 0,0 0 0,0 0 0,0-1 0,0 1 0,0-1 0,0 1 0,0-1 0,0 1 0,0-1 0,-1 1 0,1-1 0,0 0 0,0 1 0,-1-1 0,1 0 0,0 0 0,-1 0 0,1 0 0,-1 0 0,1 1 0,-1-1 0,1 0 0,-1 0 0,0 0 0,1 0 0,-1 0 0,0 0 0,0 0 0,0 0 0,0-1 0,0 1 0,0 0-1,0 0 1,0 0 0,0 0 0,0 0 0,0 0 0,-1 0 0,1 0 0,-1 0 0,1 0 0,0 0 0,-1 0 0,0 1 0,1-1 0,-1 0 0,1 0 0,-1 0 0,0 1 0,0-1 0,1 0 0,-1 1 0,0-1 0,0 0 0,0 1 0,0-1 0,0 1 0,0 0 0,0-1 0,-1 1 74,27-11-4805</inkml:trace>
  <inkml:trace contextRef="#ctx0" brushRef="#br0" timeOffset="10396.605">2190 1363 5537,'0'0'1274,"0"0"-779,0 0-363,0 0 157,0 0 933,0 0 1075,3 1 2726,-226 484-3040,220-500-8965,3-9-1055</inkml:trace>
  <inkml:trace contextRef="#ctx0" brushRef="#br0" timeOffset="10698.798">1965 1383 7090,'0'0'908,"0"0"813,0 0-67,0 0-178,16 20-94,116 174 1673,18 82-1341,-149-274-1769,-1-1 0,1 0 0,-1 0 0,1 0 0,0 0 0,-1 0 0,1 0 0,0 0 0,0 0 0,-1 0 0,1 0 0,0 0 0,0 0 0,0 0 0,0-1 0,0 1 0,0 0 0,1-1 0,-1 1 0,0-1 0,0 1 0,0-1 0,1 1 0,-1-1 0,0 0 0,0 0 0,1 0 0,-1 0 0,0 0 0,0 0 0,1 0 0,-1 0 0,0 0 0,0 0 0,1-1 0,-1 1 0,0-1 0,0 1 0,0-1 0,1 1 0,-1-1 0,0 1 0,0-1 0,0 0 0,0 0 0,0 0 0,0 0 0,-1 0 0,1 0 0,0 0 0,0 0 0,0 0 0,-1 0 0,1 0 0,-1 0 0,1 0 0,-1 0 0,1-1 0,-1 1 0,0 0 0,0 0 0,1-1 0,-1 1 0,0 0 0,0 0 0,0-1 0,0 1 0,-1 0 0,1 0 0,0-1 55,6-28-4756</inkml:trace>
  <inkml:trace contextRef="#ctx0" brushRef="#br0" timeOffset="11464.888">2331 1023 4849,'0'0'1788,"0"0"-989,0 0 71,0 0 1198,0 0-798,0 0-749,8-1-21,0-1-487,-5 0 120,1 0 0,0 1 0,0-1 0,0 1 0,0 0 0,0 0 0,0 0 0,0 0-1,0 1 1,0 0 0,0-1 0,0 2 0,1-1 0,-1 0 0,0 1 0,0 0-1,0 0 1,0 0 0,0 0 0,0 1 0,-1-1 0,1 1 0,0 0 0,-1 0-1,1 1 1,-1-1 0,0 1 0,0-1 0,0 1 0,0 0 0,0 0 0,0 1-1,-1-1 1,0 0 0,0 1 0,0-1 0,0 1 0,1 4-133,-2-4 29,0 1 0,-1-1 0,1 0 0,-1 1 0,-1-1 0,1 1 0,0-1 0,-1 1 0,0-1 0,0 0 0,0 1 0,-1-1 0,1 0 0,-1 0 0,0 0 0,0 0 1,-1 0-1,1-1 0,-1 1 0,0-1 0,0 1 0,0-1 0,0 0 0,0 0 0,-1-1 0,0 1 0,1 0 0,-1-1 0,0 0 0,0 0 0,0 0 0,0-1 0,-1 1 0,1-1 0,0 0 0,-3 0-29,9-19-1176,2 16 1189,1-1 0,0 1 0,0 0 0,0 0 0,0 0 0,0 1 0,0 0 0,0 0 0,1 0 0,-1 0 0,0 1 0,1 0 0,-1 0 0,0 1 0,1-1 0,-1 1 0,0 0 0,0 1 0,0-1 0,0 1 0,0 0 0,0 0 0,0 1 0,-1-1 0,1 1 0,-1 0 0,1 0 0,-1 1 0,0-1 0,-1 1 0,1 0-13,1 3 48,-1 0 0,1 1 0,-2 0 0,1 0 0,-1 0 0,0 0 0,-1 0 1,1 1-1,-2-1 0,1 1 0,-1-1 0,-1 1 0,0 0 0,0-1 0,0 1 0,-1 0 0,-1-1 0,0 3-48,-1-8 36,-1 0-1,0 0 0,0 0 0,0-1 1,0 1-1,0-1 0,-1 0 1,1 0-1,-1 0 0,1-1 0,-1 0 1,0 0-1,1 0 0,-1 0 1,0-1-1,0 0 0,0 0 0,1 0 1,-1 0-1,0-1 0,0 0 0,-4-1-35,-10 1 65,-19 7-6642,38-1 1458</inkml:trace>
  <inkml:trace contextRef="#ctx0" brushRef="#br0" timeOffset="39426.245">3023 1334 6977,'0'0'341,"0"0"-163,0 0 794,0 0 2204,0 0-1365,0 0-919,-13 3 1693,-2 469 402,33-477-10101,-13-11 2159</inkml:trace>
  <inkml:trace contextRef="#ctx0" brushRef="#br0" timeOffset="39710.314">2770 1588 7418,'0'0'146,"0"0"262,0 0 1127,0 0-222,0 0-401,0 0-144,28-5 151,204-39 1592,-13 29-3196,-204 21-1320,-4-2-1049</inkml:trace>
  <inkml:trace contextRef="#ctx0" brushRef="#br0" timeOffset="40207.746">3475 1617 6705,'0'0'910,"0"0"536,0 0 987,0 0-784,0 0-818,0 0-337,6-9-28,3-5-282,0 0 0,0-1 1,-2 0-1,0-1 0,-1 1 1,0-1-1,-1 0 0,-1-1 0,-1 1 1,0-1-1,-1-1-184,9 40 257,6 337 2881,-11-344-4878,12-44-8994,-13 4 2916</inkml:trace>
  <inkml:trace contextRef="#ctx0" brushRef="#br0" timeOffset="40866.119">3781 1439 7602,'0'0'3775,"0"0"-2216,0 0-756,0 0-256,0-6 178,1-31 250,3 34-959,0 1 0,0-1 0,1 1-1,-1 0 1,1 0 0,0 0 0,-1 1 0,1-1 0,0 1 0,0 0-1,0 1 1,0-1 0,0 1 0,0 0 0,-1 0 0,1 1 0,0-1-1,1 1-15,4 0 46,-5 2-17,1 0 1,-1 1 0,0 0 0,-1 0-1,1 0 1,-1 1 0,0 0-1,0 0 1,0 0 0,-1 0-1,1 0 1,-1 1 0,-1-1-1,1 1 1,-1 0 0,0 0-1,0 0 1,-1 0 0,1 0-1,-1 0 1,-1 0 0,1 1-1,-1-1 1,0 0 0,-1 0-1,0 1 1,1-1 0,-3 5-30,4 28 120,0-19-76,0 0 0,-1-1 0,-1 1 0,-1 0 0,0-1 0,-2 1 0,0-1 0,-2 0 0,0 0 0,-7 15-44,12-33-23,-1-1 1,1 1-1,-1-1 0,1 1 1,-1-1-1,0 1 1,1-1-1,-1 0 1,0 0-1,1 1 0,-1-1 1,1-1-1,-1 1 1,0 0-1,1 0 0,-1-1 1,0 1-1,1 0 1,-1-1-1,1 0 0,-1 1 1,1-1-1,-1 0 1,1 0-1,0 0 1,-1 0-1,1 0 0,0 0 1,0 0-1,0 0 1,-1-1-1,1 1 0,1 0 1,-1-1-1,0 1 1,0-1-1,0 1 0,1-1 1,-1 1-1,1-1 1,-1 1-1,1-1 1,0 0-1,-1 1 0,1-1 1,0 1-1,0-1 23,0 1-2,-1 1-1,0-1 1,1 1-1,-1-1 1,1 0-1,-1 1 1,1-1 0,-1 0-1,1 1 1,0-1-1,-1 0 1,1 0-1,0 1 1,0-1-1,0 0 1,-1 0-1,1 0 1,0 1 0,0-1-1,0 0 1,0 0-1,0 0 1,0 1-1,0-1 1,1 0-1,-1 0 1,0 1-1,0-1 1,1 0 0,-1 0-1,0 1 1,1-1-1,-1 0 1,1 1-1,-1-1 1,1 0-1,-1 1 1,1-1-1,-1 1 1,1-1-1,-1 1 1,1-1 0,0 1-1,-1-1 1,1 1-1,0-1 1,0 1-1,-1 0 1,1 0-1,0-1 1,0 1-1,0 0 1,-1 0 0,1 0-1,0 0 1,0 0-1,0 0 1,-1 0-1,1 0 1,0 0-1,0 0 3,54 28 43,-29-13-20,82 12 293,13 6-3162,-84-26-4469,-30-7 3495</inkml:trace>
  <inkml:trace contextRef="#ctx0" brushRef="#br0" timeOffset="41279.754">4293 1443 8194,'0'0'1836,"0"0"2364,0 0-2045,0 0-1331,0 0-352,0 0-82,3-15 15,6 18-261,0 2 0,-1-1 0,1 1 0,-1 0 0,-1 1 0,1-1 0,-1 2 0,0-1 0,0 1 0,-1 0 0,0 0 0,0 1 0,0 0 0,-1 0 0,-1 0 0,1 1 0,-1 1-144,5 3 354,18 31 14,109 131 813,-129-169-1391,0 0 1,1-1-1,0-1 1,0 1-1,0-1 1,0 0-1,1-1 1,-1 0-1,1 0 1,0-1-1,0 0 1,0-1-1,0 0 1,9 0 209,34-9-4094,-11-27-3951,-26 11 2979</inkml:trace>
  <inkml:trace contextRef="#ctx0" brushRef="#br0" timeOffset="41759.106">4720 1308 6081,'0'0'771,"0"0"-412,0 0-36,0 0 970,0 0 646,-6 0-800,3 0-1079,-1 1-1,0-1 0,1 1 1,-1 1-1,1-1 1,-1 0-1,1 1 0,0-1 1,-1 1-1,1 0 1,0 0-1,0 0 0,0 1 1,1-1-1,-1 1 1,0 0-1,1-1 1,0 1-1,-1 0 0,1 1 1,1-1-1,-3 3-59,-90 137 3355,-124 151-1175,209-282-2403,22-6-7196,-3-6 1555</inkml:trace>
  <inkml:trace contextRef="#ctx0" brushRef="#br0" timeOffset="53909.815">5014 896 5817,'0'0'1086,"0"0"-222,0 0 1144,0 0-399,-4-3-569,-21-22 1909,31 30 250,33 38-3131,312 431 803,-337-455-871,0 0 0,-1 1 0,-2 0 0,0 1-1,-1 0 1,-1 1 0,0 0 0,-2 1 0,-1 0 0,-1 0 0,-1 0 0,-1 0 0,-1 1 0,0-1 0,-2 1 0,-1 0 0,-2 2 0,0-15-104,0 0 0,-1-1 1,-1 1-1,0-1 1,0 1-1,-1-2 0,0 1 1,-1-1-1,0 0 1,0 0-1,-1 0 0,0-1 1,-1-1-1,0 1 1,-7 4 103,-94 52-6596,55-42-1763</inkml:trace>
  <inkml:trace contextRef="#ctx0" brushRef="#br0" timeOffset="55096.393">789 861 6009,'0'0'755,"0"0"-412,0 0-243,0 0-31,0 0-39,0 0 296,-10 16 969,-72 121 1116,56-75-1606,2 0-1,3 1 1,4 1-1,1 1 0,4 1 1,0 21-805,6 131 1436,9-209-1329,1 0 1,0 1-1,0-1 0,1-1 1,0 1-1,0-1 0,1 0 1,0 0-1,1 0 0,0-1 1,0 0-1,0-1 0,1 1 1,0-1-1,0-1 0,1 1 1,6 2-108,45 36 114,-46-17-852,-13-7-3568,-1-11-1068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9:33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45 565 5881,'0'0'1569,"0"0"1619,0 0-942,0 0-407,-1 6-499,-9 12 717,11-29 2036,1 6-4102,0 1 0,1-1 0,0 1 0,-1-1 1,2 1-1,-1 0 0,0 0 0,1 0 0,0 1 1,-1-1-1,2 1 0,-1 0 0,0 0 0,0 0 0,1 1 1,0 0-1,0-1 0,-1 1 0,1 1 0,0-1 0,0 1 1,0 0-1,1 0 0,-1 1 0,0-1 0,1 1 9,-2 4-10,-1-1-1,0 1 0,0 0 0,0 0 1,0 0-1,-1 0 0,1 0 0,-1 1 1,0-1-1,0 1 0,-1 0 0,1-1 1,-1 1-1,0 0 0,-1 0 0,1 0 1,-1 0-1,0 0 0,0 0 0,0 0 1,-1-1-1,0 1 0,0 2 11,1 4-21,1-5 11,0-1 1,-1 1-1,1-1 0,-1 1 0,0 0 0,0-1 0,-1 1 0,0 0 0,0-1 1,0 1-1,-1-1 0,0 1 0,0-1 0,0 0 0,0 0 0,-1 0 0,0 0 1,0 0-1,0 0 0,-1-1 0,0 0 0,1 0 0,-2 0 0,1 0 0,0 0 1,-1-1-1,1 0 0,-1 0 0,0 0 0,0 0 0,0-1 0,-1 0 0,1 0 1,-1 0-1,1-1 0,-1 0 0,-1 0 10,0-29-264,14 26 236,1 1 1,-1-1-1,0 1 0,1 1 1,-1-1-1,0 1 0,1 1 1,-1-1-1,0 1 0,1 1 1,-1-1-1,0 1 0,0 0 1,0 1-1,0 0 0,0 0 1,-1 0-1,0 1 0,1 0 1,-1 0-1,0 1 0,2 2 28,115 120-130,-119-124 123,-1-1-1,1 1 1,-1 1 0,0-1 0,0 0-1,0 1 1,-1-1 0,1 1-1,-1 0 1,1 0 0,-1 0-1,-1 0 1,1 0 0,0 1-1,-1-1 1,0 1 0,0-1 0,-1 1-1,1-1 1,-1 1 0,0-1-1,0 1 1,0-1 0,-1 1-1,1-1 1,-1 1 0,0-1 0,0 0-1,-1 1 1,0-1 0,1 0-1,-1 0 1,-1 0 0,1 0-1,0 0 1,-1-1 0,0 1 0,0-1-1,0 1 1,-4 2 7,-9-2 43,0 0 1,0 0-1,0-2 0,-1 0 0,1 0 1,-1-2-1,1 0 0,-1-1 1,1-1-1,-1 0 0,1-2 1,0 1-1,0-2 0,0 0 1,1-1-1,0-1 0,-12-6-43,-24-34 156,76 32-2230,71-11-3535,-49 11-678</inkml:trace>
  <inkml:trace contextRef="#ctx0" brushRef="#br0" timeOffset="367.258">846 372 6569,'0'0'606,"0"0"-378,0 0 387,0 0 1884,0 0-577,0 0-778,-2 24 2121,-218 517-1004,219-546-6992,2 1 3512,-1-16-3738</inkml:trace>
  <inkml:trace contextRef="#ctx0" brushRef="#br0" timeOffset="655.739">547 519 7418,'0'0'480,"0"0"1413,0 0-564,0 0-626,0 0-165,7-7 61,-3 2-418,-3 4-123,-1-1 0,1 1 0,0 0-1,0-1 1,0 1 0,0 0 0,0 0 0,1 0 0,-1 0-1,0 0 1,0 0 0,1 0 0,-1 0 0,1 0-1,-1 1 1,0-1 0,1 1 0,-1-1 0,1 1 0,0-1-1,-1 1 1,1 0 0,-1 0 0,1 0 0,0 0-1,-1 0 1,1 0 0,-1 0 0,1 0 0,0 1 0,-1-1-1,1 0 1,-1 1 0,1 0 0,-1-1 0,1 1 0,-1 0-1,0 0 1,1 0 0,-1 0-58,24 26 664,-1 2 1,-2 0-1,-1 1 0,-1 1 1,-2 1-1,6 16-664,16 25 643,64 71-98,-75-147-2895,-19-33-3295,-6-2-3763</inkml:trace>
  <inkml:trace contextRef="#ctx0" brushRef="#br0" timeOffset="1102.273">1108 123 6449,'0'0'5089,"0"0"-2915,0 0-1295,0 0-448,0 0-42,0 0 334,-15 13 796,1 155-923,17-164-572,0-1 0,0 0 0,1 0 0,-1 0 0,1 0 0,-1-1 0,1 1 0,0-1 0,0 0 0,0 0 0,0 0 0,0-1 0,0 0 0,1 1 0,-1-1 0,0-1 0,1 1 0,-1-1 0,1 1 0,-1-1 0,0-1 0,1 1 0,-1-1 0,1 1 0,2-2-24,6 2 146,-5 0-120,-1-1 0,1 1 0,-1-1 0,1 0 0,-1-1 0,0 0 0,1 0 0,-1 0 0,0-1 0,0 0 0,-1-1 0,1 1 0,-1-1 0,0-1 0,0 1 0,0-1 0,0 0 0,-1 0 0,0-1 0,1-1-26,-2-23-3630,-15 2-4431,-1 13 2982</inkml:trace>
  <inkml:trace contextRef="#ctx0" brushRef="#br0" timeOffset="1336.085">1251 1 6065,'0'0'1041,"0"0"3688,0 0-3281,0 0-192,0 0 192,-5 113 73,5-66-769,0-1 144,0 3-536,0-4-104,0-3-208,0-2-48,3-2-24,4-5-352,3 7-1128,0-9-2737,-5-8-2761</inkml:trace>
  <inkml:trace contextRef="#ctx0" brushRef="#br0" timeOffset="2124.807">107 1548 4905,'0'0'1327,"0"0"-796,0 0-318,0 0 553,0 0 2294,-13 5-1382,-55 23-575,66-25 1492,24 3-2015,64-4-249,0-5 0,-1-3 0,1-4 0,-1-4 0,-1-3 0,-1-4 0,0-4 0,50-23-331,-84 31 158,646-221 1932,-562 215-2379,-139 46-386,-58 31-2152,12-32-2388,32-19 273</inkml:trace>
  <inkml:trace contextRef="#ctx0" brushRef="#br0" timeOffset="2667.423">881 1606 7874,'0'0'1425,"0"0"1544,0 0-785,0 0-1205,0 0-451,0 0 378,-3 21-62,-71 259 1299,42-208-1835,32-72-358,0 0 30,12-1 60,200-77 228,-10 61-1329,-200 17 687,0-1-1,0 0 1,-1 0-1,1 0 1,0 0-1,-1 0 1,1 0-1,-1 0 1,0-1-1,1 1 1,-1-1-1,0 1 0,0-1 1,0 1-1,0-1 1,0 0-1,0 1 1,0-1-1,-1 0 1,1 0-1,0 1 1,-1-1-1,0 0 0,1 0 1,-1 0-1,0 0 1,0 0-1,0 0 1,0 0-1,0 1 1,-1-1-1,1 0 1,-1 0-1,1 0 1,-1 0 374,1-5-1729,0-21-2539</inkml:trace>
  <inkml:trace contextRef="#ctx0" brushRef="#br0" timeOffset="2928.208">1088 1561 6361,'0'0'6276,"0"0"-3059,0 0-2145,0 0-581,0 0 255,-1 26 634,-4 169 1464,6-154-2688,1 0 0,2-1-1,2 1 1,2-1-1,2 0 1,1-1 0,2 0-1,2-1 1,15 28-156,-30-65-50,19 20-2982,-6-27-5978,-8-11 2003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9:37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5281,'0'0'1040,"0"0"-633,0 0-262,0 0 616,0 0 2217,0 0-1211,7 6-599,88 26 3177,220-90-1076,-315 58-4098,0-7-5829,0 1 1194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9:39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0 114 6873,'0'0'331,"0"0"613,0 0 2578,0 0-1186,0 0-1301,0 0-301,18 0 264,682-99 4362,-45 95-5364,-600-1-58,-90 0-5287,-55 5-2564,45 0-428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9:40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75 7674,'0'0'1340,"0"0"2595,0 0-1143,0 0-1688,0 0-663,0 0-235,14-11 12,45-36-110,22 31 14,-64 17-142,-9 3 16,-1 1-1,1 0 1,-1 0 0,0 1 0,0 0-1,-1 0 1,0 0 0,0 1 0,0 0-1,-1 0 1,0 1 0,-1-1-1,1 1 1,-1 0 0,-1 0 0,0 1-1,0-1 1,0 1 0,-1-1 0,-1 1-1,1 0 1,-1 0 0,-1-1 0,1 1-1,-2 0 1,0 8 4,3-8-57,0 0-1,0 0 1,-1 1-1,-1-1 1,1 0-1,-2 1 0,1-1 1,-1 0-1,0 1 1,-1-1-1,0 0 1,-1 0-1,0 0 1,0 0-1,-1-1 1,0 1-1,0-1 1,-1 0-1,0 0 1,-1-1-1,0 1 1,0-1-1,0 0 1,-1-1-1,0 0 0,0 0 1,-1 0-1,0-1 1,0 0-1,0 0 1,0-1-1,-1 0 1,1-1-1,-1 0 1,0 0-1,0-1 1,-1 0 57,-9-1 44,13 1 133,0-1-1,0-1 1,0 1-1,0-1 1,0 0 0,0 0-1,0 0 1,0-1-1,0 0 1,0-1-1,0 1 1,0-1 0,0 0-1,0 0 1,1-1-1,-1 0 1,1 0 0,0 0-1,-3-3-176,8 5 37,0 0-1,0-1 1,0 1 0,0 0-1,0 0 1,0-1 0,1 1-1,-1 0 1,0 0 0,1 0-1,-1 0 1,1-1 0,-1 1-1,1 0 1,0 0 0,0 0-1,-1 0 1,1 0 0,0 0-1,0 1 1,0-1-1,0 0 1,0 0 0,0 1-1,0-1 1,0 0 0,0 1-1,0-1 1,0 1 0,1-1-1,-1 1 1,0 0 0,0 0-1,1-1 1,-1 1 0,0 0-1,0 0 1,0 0 0,1 0-1,-1 0 1,0 1 0,0-1-1,1 0 1,-1 1 0,0-1-37,9-2 156,168-32-105,-128 28-369,-1-3 0,1-2 0,-2-1 0,0-4 0,42-18 318,-60 18-2607,-7-2-2667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9:38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253 456 6281,'0'0'4025,"0"0"-1186,0 0-1309,0 0-974,0 0-364,0 0 334,-4 11 50,-228 499 2537,227-493-3416,-3 8 52,6-21-2826,0-14-3788,2-13-1861</inkml:trace>
  <inkml:trace contextRef="#ctx0" brushRef="#br0" timeOffset="278.828">18 508 7842,'0'0'1327,"0"0"1980,0 0-1592,0 0-1255,0 0-305,0 0 400,7 9 407,147 250 1923,-84-167-2540,-23-70-2296,0-47-5498,-29-1-2448</inkml:trace>
  <inkml:trace contextRef="#ctx0" brushRef="#br0" timeOffset="758.833">460 39 6585,'0'0'1309,"0"0"1719,0 0-1749,0 0-812,0 0-207,24-5 36,77-15-100,-99 19-162,-1 0 0,1 0-1,-1-1 1,1 1 0,-1 0 0,1 0-1,0 0 1,-1 1 0,1-1-1,0 0 1,0 1 0,0-1 0,0 1-1,-1-1 1,1 1 0,0 0 0,0 0-1,0 0 1,0 0 0,0 0 0,0 0-1,0 0 1,0 1 0,-1-1-1,1 1 1,0 0 0,0-1 0,0 1-1,-1 0 1,1 0 0,0 0 0,-1 0-1,1 0 1,-1 0 0,1 1-1,-1-1 1,0 1 0,1-1 0,-1 1-1,0-1 1,0 1 0,0-1 0,0 1-1,0 0 1,-1 0 0,1-1-1,0 1 1,-1 0 0,1 0 0,-1 0-1,0 0 1,0 0 0,0 0 0,0 0-1,0-1 1,0 1 0,0 0 0,0 0-1,-1 0 1,1 0 0,-1 1-34,-1 17 569,-89 265 3158,95-282-3700,-1 0 0,1-1 0,-1 1 0,1-1 0,0 1 0,0-1 0,0 0 0,0 0 0,0-1 0,0 1 0,1-1 0,-1 0 0,0 0 0,1-1 0,-1 1 0,1-1 0,-1 0 0,1 0 0,-1 0 0,1-1 0,-1 1 0,0-1 0,1 0 0,-1-1 0,0 1 0,0-1 0,3-1-27,66-9-5184,-36 8 729,-19 0-3032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9:37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8 304 5945,'0'0'1469,"0"0"1078,0 0-376,0 0-495,0 0-321,0 0-114,-7-16 1082,7-188-1901,56 519 2359,-48-283-2598,31 60 238,-38-91-622,-1-1 0,1 0 0,0 0 0,0 0-1,0 0 1,0 0 0,0 0 0,0 0 0,0 0 0,-1-1 0,1 1-1,0 0 1,0 0 0,0-1 0,0 1 0,-1-1 0,1 1 0,0-1-1,0 1 1,-1-1 0,1 1 0,0-1 0,-1 0 0,1 1 0,-1-1-1,1 0 1,0 1 0,-1-1 0,0 0 0,1 0 0,-1 1 0,1-1-1,-1 0 1,0 0 0,0 0 0,1 0 0,-1 0 0,0 0 0,0 1-1,0-1 1,0 0 0,0 0 0,0 0 0,0 0 0,-1 0 201,2-1-616,4-22-7634</inkml:trace>
  <inkml:trace contextRef="#ctx0" brushRef="#br0" timeOffset="461.305">287 64 6449,'0'0'5616,"0"0"-2828,0 0-1526,0 0-549,0 0-281,0 0 116,1-5-36,0 2-497,0 0-1,0 0 1,0 0 0,1 0-1,-1 1 1,1-1 0,0 0 0,0 1-1,0-1 1,0 1 0,0 0 0,0 0-1,1 0 1,-1 0 0,1 0-1,0 0 1,-1 1 0,1-1 0,0 1-1,0 0 1,0-1 0,0 1-1,0 1 1,0-1 0,0 0 0,0 1-1,0 0 1,1 0 0,1 0-15,-2-2 0,0 1 0,1 0 0,-1 0 0,0 1 0,0-1 0,0 1 0,0 0 0,1-1 0,-1 1 0,0 1 0,0-1 0,1 0 0,-1 1 0,0-1 1,0 1-1,0 0 0,0 0 0,0 1 0,0-1 0,0 0 0,0 1 0,0 0 0,-1 0 0,1 0 0,-1 0 0,1 0 0,-1 0 0,0 1 0,0-1 0,0 1 0,0-1 0,0 1 1,-1 0-1,1 0 0,-1 0 0,0 0 0,1 0 0,-2 0 0,1 0 0,0 0 0,0 0 0,-1 0 0,0 1 0,0-1 0,0 0 0,0 0 0,0 2 0,-19 186 1018,17-187-1020,0-1-1,0 1 1,1 0 0,0 0-1,0 1 1,0-1 0,0 0-1,0 0 1,1 0 0,0 1-1,0-1 1,0 0 0,0 0-1,1 1 1,-1-1 0,1 0-1,0 0 1,1 0 0,-1 0-1,1 0 1,-1 0 0,1 0-1,0-1 1,1 1 0,-1 0-1,1-1 1,-1 0 0,1 0-1,0 0 1,0 0 0,1 0-1,-1 0 1,1-1 0,-1 0-1,1 1 1,0-1 0,-1-1 0,1 1-1,1 0 3,-3-2-12,80-2-48,-29-20-2752,2-21-5209,-32 21 3091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29:41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47 286 4217,'0'0'1940,"0"0"-1224,0 0 39,0 0 1443,-5-10-782,-1-2-973,-11-20-242,-1 10 3543,17 22-3325,1 6-80,40 224 3012,102 910-16,-59-387-1588,-68-680-1631,-15-72-33,0-1-39,0 0-1,0 0-159,0-5-552,0-18-1761,0-5-3591,0-1-1916</inkml:trace>
  <inkml:trace contextRef="#ctx0" brushRef="#br0" timeOffset="433.385">290 2889 6249,'0'0'5004,"0"0"-2646,0 0-606,0 0-227,0 0-112,25 2-90,84 6-11,114-54 17,-222 46-1205,17-4-3039,-9-17-14037,-9 10 14894</inkml:trace>
  <inkml:trace contextRef="#ctx0" brushRef="#br0" timeOffset="868.898">942 2584 5097,'0'0'6994,"0"0"-3518,0 0-2321,0 0-877,0 0-57,0 0 43,8-7 45,-2 0-296,0 1-1,1 0 0,0 0 1,0 1-1,0 0 0,1 0 1,-1 1-1,1 0 0,0 0 1,1 1-1,-1 0 0,1 0 1,-1 1-1,1 0 0,0 1 1,0 0-1,1 0-12,-2 55 64,-46 107 3,5-58 174,33-100-201,-1-1 0,0 1 0,1-1-1,0 0 1,0 1 0,0-1 0,0 1 0,0-1 0,0 1 0,1-1-1,-1 0 1,1 1 0,-1-1 0,1 1 0,0-1 0,0 0 0,0 0-1,0 0 1,0 1 0,1-1 0,-1 0 0,1-1 0,-1 1 0,1 0-1,0 0 1,0-1 0,0 1 0,0-1 0,0 1 0,0-1 0,0 0-1,0 0 1,0 0 0,1 0 0,-1 0 0,0 0 0,1-1 0,-1 1-1,1-1 1,-1 0 0,1 0 0,-1 1 0,0-2 0,1 1 0,-1 0-1,1 0 1,-1-1 0,1 1 0,-1-1 0,0 0 0,1 0 0,-1 0-1,2-1-39,15 2 128,-2 0-165,0-1 1,0 0-1,-1-2 0,1 0 0,-1 0 0,0-2 0,0 0 0,0-1 0,0 0 0,6-5 37,77-70-5128,-75 48 419</inkml:trace>
  <inkml:trace contextRef="#ctx0" brushRef="#br0" timeOffset="1553.589">411 79 6281,'0'0'1658,"0"0"2467,0 0-1497,0 0-1373,0 0-704,0 0-119,-1 18 203,1-7-493,-1-2-67,0 1 0,1-1 0,1 0 0,0 0 1,0 0-1,0 0 0,1 0 0,1 0 0,-1 0 0,1-1 0,1 1 0,0-1 0,0 1-75,3 4 126,1 0 1,0-1 0,1 0 0,0 0-1,1-1 1,1 0 0,-1-1 0,2 0-1,-1 0 1,1-1 0,1-1 0,0 0-1,0-1 1,0 0 0,1-1 0,0-1-1,0 0 1,0-1 0,1 0 0,0-1-1,-1-1 1,1 0 0,0-1 0,15-1-127,-25-3 18,0 0 1,0-1 0,0 1-1,-1-1 1,1 0-1,-1 0 1,0-1 0,0 1-1,0-1 1,-1 0-1,1 0 1,-1 0 0,-1-1-1,1 1 1,-1-1 0,0 1-1,0-1 1,0 0-1,-1 0 1,0 1 0,0-1-1,-1 0 1,1 0 0,-1 0-1,0 0 1,-1 0-1,0 0 1,0 0 0,0 0-1,-1-3-18,1-9 47,1 8-25,0 0 0,-1 0 1,-1-1-1,0 1 0,0 0 0,-1 0 0,0 1 1,-1-1-1,0 1 0,0-1 0,-1 1 0,0 0 0,-1 1 1,0-1-1,0 1 0,-1 0 0,0 1 0,0 0 1,-1 0-1,0 0 0,0 1 0,-1 0 0,0 1 0,0 0 1,0 0-1,0 1 0,-1 0 0,1 1 0,-1 0 1,0 0-1,0 1 0,-1 0 0,1 1 0,0 0 0,0 1 1,-1 0-1,1 1 0,0 0 0,0 0 0,0 1 1,0 1-1,0-1 0,0 2 0,0-1 0,1 1 0,-1 1 1,1 0-1,0 0 0,1 1-22,-59 87-1887,54-20-2177,21-47-438,13-10-1893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0:01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223 125 6081,'0'0'866,"0"0"-469,0 0-319,0 0 378,0 0 1475,2-13-136,0 5-1724,5-40 1678,-18-7 4415,11 71-2834,-1 37-3304,81 556 2313,-73-572-2277,1 18-2578,-6-54-1089,-2-3-1663,0-5-38</inkml:trace>
  <inkml:trace contextRef="#ctx0" brushRef="#br0" timeOffset="380.63">8 436 7466,'0'0'749,"0"0"942,0 0 326,0 0-969,0 0-665,0 0-113,-4 4 538,4-4-772,-1 1-1,1 0 0,0-1 0,-1 1 1,1 0-1,0 0 0,0-1 0,-1 1 0,1 0 1,0 0-1,0-1 0,0 1 0,0 0 1,0 0-1,0 0 0,0-1 0,0 1 0,0 0 1,1 0-1,-1 0 0,0-1 0,0 1 1,1 0-1,-1-1 0,0 1 0,1 0 1,-1-1-1,1 1 0,-1 0 0,1-1 0,-1 1 1,1-1-1,-1 1 0,1-1 0,0 1 1,-1-1-1,1 1 0,0-1 0,-1 1 0,1-1 1,0 0-1,0 0 0,-1 1 0,1-1 1,0 0-1,0 0 0,0 0 0,-1 0 0,1 0 1,0 0-1,0 0 0,0 0 0,-1 0 1,1 0-1,0 0 0,0-1 0,-1 1 0,1 0 1,0-1-1,0 1 0,-1 0 0,1-1 1,0 1-1,-1-1 0,1 1 0,0-1-35,86-2 1327,-74 2-1164,363-115 4299,-374 116-4551,0-1 1,-1 1 0,1-1-1,-1 1 1,1 0-1,0 0 1,-1 0 0,1 0-1,0 0 1,0 0 0,-1 0-1,1 0 1,-1 1-1,1-1 1,0 1 0,-1-1-1,1 1 1,-1 0-1,1-1 1,-1 1 0,1 0-1,-1 0 1,1 0-1,-1 0 1,0 0 0,0 0-1,0 1 1,0-1-1,0 0 1,0 1 0,0-1-1,1 2 89,18 0-7124,-11-12 1626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0:08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82 6449,'0'0'6187,"0"0"-2909,0 0-1942,0 0-777,0 0 17,0 0 203,-2-9 148,2 8-894,-1-1-18,1 0-1,-1 1 1,1-1-1,0 0 1,-1 1-1,1-1 1,0 0-1,0 1 1,0-1-1,0 0 1,1 0 0,-1 1-1,0-1 1,1 0-1,-1 1 1,1-1-1,-1 0 1,1 1-1,0-1 1,0 1 0,0-1-1,0 1 1,0-1-1,0 1 1,0 0-1,0 0 1,0-1-1,1 1 1,-1 0-1,0 0 1,1 0 0,-1 0-1,1 0 1,-1 1-1,1-1 1,0 0-1,-1 1 1,1-1-1,0 1 1,-1 0 0,1-1-1,1 1-14,2-2-6,0-1 1,0 1-1,0 0 0,0 0 0,0 1 1,1-1-1,-1 1 0,1 1 0,-1-1 1,1 1-1,-1 0 0,1 0 0,-1 0 1,1 1-1,-1 0 0,0 0 0,1 0 1,-1 1-1,0-1 0,0 2 0,0-1 0,0 0 1,0 1-1,0 0 0,-1 0 0,1 0 1,-1 1-1,0-1 0,0 1 0,0 0 1,0 0-1,-1 1 0,0-1 0,0 1 1,0-1-1,0 1 0,-1 0 0,1 3 6,-1-2 36,-1 1-1,0-1 0,-1 1 0,0 0 0,0-1 1,0 1-1,-1-1 0,0 1 0,0-1 0,0 1 1,-1-1-1,0 0 0,0 0 0,-1 0 0,0 0 1,0 0-1,0 0 0,-1-1 0,0 1 0,0-1 1,0 0-1,0 0 0,-1-1 0,0 1 0,0-1 1,0 0-1,-1 0 0,-2 1-35,109 10-1056,-92-8 1056,0 1 1,0 0-1,0 0 0,-1 1 1,-1 0-1,1 1 1,-1-1-1,-1 1 1,0 1-1,0-1 1,-1 1-1,-1 0 0,1 0 1,-2 0-1,0 1 1,0-1-1,-1 1 1,0 0-1,-1 0 1,-1 0-1,0 0 1,0 0-1,-1-1 0,-1 5 0,-4-8 71,1-1 1,-1 0-1,-1 0 0,0-1 0,0 0 0,0 0 0,0 0 0,-1-1 0,0 0 0,0-1 0,0 0 0,-1 0 1,0 0-1,1-1 0,-1-1 0,0 0 0,0 0 0,-1 0 0,1-1 0,0-1 0,0 1 0,-1-2 0,1 1 1,0-1-1,0-1 0,-9-1-71,17 2-363,0 0 1,-1 0 0,1 0 0,0 0-1,0 0 1,1 0 0,-1 0 0,0 0-1,0-1 1,0 1 0,1 0 0,-1 0-1,1-1 1,-1 1 0,1 0-1,-1-1 1,1 1 0,0-1 0,-1 1-1,1 0 1,0-1 0,0 1 0,0-1-1,0 1 1,1-1 0,-1 1 0,0 0-1,1-1 1,-1 1 0,0 0-1,1-1 1,0 1 0,-1 0 0,1-1-1,0 1 1,-1 0 0,1 0 0,0 0-1,0 0 1,0 0 0,0 0 0,1 0 362,16-19-6762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0:11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61 15579,'0'0'2365,"0"0"-1360,0 0-802,0 0-82,0 0 2,0 0-11,-1 13-10,-16 260 743,20-270-848,-1 0 1,0 1-1,1-1 1,0 0-1,0 0 1,0-1-1,0 1 0,0-1 1,1 1-1,-1-1 1,1 0-1,-1-1 1,1 1-1,0 0 0,0-1 1,0 0-1,0 0 1,0 0-1,0 0 1,0-1-1,0 0 0,0 0 1,0 0-1,0 0 1,0 0-1,0-1 1,0 0-1,0 0 0,0 0 1,3-1 2,13 1-6,20 0-54,-1-1 0,0-2 0,0-2 0,0-1 0,-1-2 0,26-11 60,-57-20-15602,-13 25 12296</inkml:trace>
  <inkml:trace contextRef="#ctx0" brushRef="#br0" timeOffset="322.243">297 1 6313,'0'0'8483,"0"0"-4995,0 0-2228,0 0-389,-6 29 888,-28 191 764,19 185-886,18-387-3276,2-50-1728,-2 13 1275,4-11-2126,0 1-1798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0:09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282 494 5497,'0'0'1151,"0"0"241,0 0 2077,0 0-1268,0 0-780,0 0-495,0-5 187,-4 42-717,-1 0-1,-2-1 1,-2 0-1,-1-1 1,-1 1-1,-2-2 1,-2 0-1,-1-1 0,-2 0 1,-2 1-396,-79 183-1797,94-230-7518,5-13 2695</inkml:trace>
  <inkml:trace contextRef="#ctx0" brushRef="#br0" timeOffset="284.393">0 501 7738,'0'0'589,"0"0"742,0 0 774,0 0-723,0 0-885,0 0-208,5 6 693,254 286 4133,-247-278-5198,-6-5-36,1 0 1,-1 0 0,1-1-1,1 0 1,0 0-1,0 0 1,1-1-1,-1-1 1,1 1 0,1-2-1,-1 1 1,1-1-1,0 0 1,0-1 0,1-1-1,-1 1 1,7 0 118,3-7-2706,-4-10-1486</inkml:trace>
  <inkml:trace contextRef="#ctx0" brushRef="#br0" timeOffset="735.912">638 1 6889,'0'0'1258,"0"0"2135,0 0-2026,0 0-167,2 19 118,8 286 1613,-7-301-2930,-1 0 1,1 0-1,1-1 1,-1 1-1,0 0 1,1-1-1,0 0 1,-1 0-1,1 0 0,0-1 1,1 1-1,-1-1 1,0 0-1,1 0 1,-1 0-1,1-1 1,0 0-1,0 1 1,-1-2-1,1 1 0,0-1 1,0 1-1,0-1 1,0 0-1,0-1 1,-1 0-1,1 1 1,0-1-1,0-1 1,0 1-3,12 0 3,58 1-765,-48-29-5369,-23 16 1587</inkml:trace>
  <inkml:trace contextRef="#ctx0" brushRef="#br0" timeOffset="983.238">830 12 6409,'0'0'1041,"0"0"3944,0 0-3641,0 0-704,0 0 968,0 0-255,0 162-209,0-106-280,0 0-80,0-5-248,0-2-368,0-5-152,3-4-8,2-4-16,-5-1-872,2-6-1856,-2-9-6826</inkml:trace>
  <inkml:trace contextRef="#ctx0" brushRef="#br0" timeOffset="1585.917">47 1250 6737,'0'0'515,"0"0"-281,0 0 648,0 0 2347,0 0-1705,0 0-915,13 12 3577,173 2-2871,-125-15-983,701-46 1624,-761 48-2057,-1 0 0,1-1 0,0 1 0,-1 0 0,1 0 0,-1 0 0,1 0 0,-1 0-1,1 0 1,-1 0 0,0-1 0,0 1 0,1 0 0,-1 1 0,0-1 0,0 0 0,0 0 0,0 0-1,0 0 1,0 0 0,0 0 0,0 0 0,-1 0 0,1 0 0,0 0 0,-1 0 0,1 0 0,0 0 0,-1-1-1,1 1 1,-1 0 0,0 0 0,1 0 0,-1 0 0,0-1 0,1 1 0,-1 0 0,0-1 0,0 1-1,0 0 1,1-1 0,-1 1 0,0-1 0,0 1 0,0-1 0,-1 1 101,-21 12-4418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0:07.6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384 1 6065,'0'0'830,"0"0"93,0 0 1504,0 0-1006,0 0-828,-11 10-465,-7 13 6,1 0 0,1 1 1,1 1-1,1 0 0,1 1 1,2 1-1,-2 6-134,-42 112 1262,7 2 1,6 2-1,7 2 0,6 1 1,8 1-1,5 1 0,8 10-1262,7-116 228,2-1-1,3 1 0,1-1 1,3 0-1,1 0 0,3-1 1,1 0-1,3-1 0,1-1 1,3 0-1,1-2 0,2 0 1,18 22-228,21 16 134,3-3 0,4-3 0,70 57-134,-51-47 18,-27-31-897,-61-53 492,0-9-1616,-7-135-16345,7 101 14650</inkml:trace>
  <inkml:trace contextRef="#ctx0" brushRef="#br0" timeOffset="464.008">507 1232 6753,'0'0'248,"0"0"-137,0 0 515,0 0 1595,0 0-755,0 0-634,33 0 3351,128 0 2156,0 0-10334,-143-2 868,-3-7-2056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0:13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1 5369,'0'0'6852,"0"0"-3691,0 0-2182,0 0-707,0 0-9,0 0 497,3 24 415,16 165 549,-19-69-301,-3-84-1257,3 1 0,0-1 0,3 0-1,1 0 1,1 0 0,11 33-166,-15-67-382,2 6 163,2-6-5759,-4-2 346</inkml:trace>
  <inkml:trace contextRef="#ctx0" brushRef="#br0" timeOffset="230.816">0 405 4137,'0'0'7570,"0"0"-5042,0 0-1744,0 0-696,0 0 152,0 0 825,0 0-529,45 2 40,-8-2-504,5-2 56,7-4-128,3-3-160,20-5-1137,-15 3-1487,-8 0-3818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0:1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6345,'0'0'1547,"0"0"2404,0 0-1910,0 0-1357,0 0 139,0 0 495,30 7-167,198 35 377,43-41-125,195 18-1112,-396-9-2364,-25-5-2884,-38-5 691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0:1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61 135 5777,'0'0'7623,"0"0"-4529,0 0-2118,0 0-737,0 0-66,15-21 321,48-61 5,-61 79-481,0 1 0,0-1 1,1 1-1,-1 0 1,0 0-1,1 0 0,-1 0 1,1 0-1,0 0 0,-1 1 1,1-1-1,0 1 1,0 0-1,0 0 0,0 0 1,0 0-1,0 1 1,1-1-1,-1 1 0,0 0 1,0 0-1,0 0 0,0 0 1,1 0-1,-1 1 1,1-1-19,9 2 10,-9-1-5,0-1 0,0 1 0,0 1 0,0-1 1,-1 0-1,1 1 0,0 0 0,-1 0 0,1 0 1,-1 0-1,0 1 0,1-1 0,-1 1 0,0 0 0,-1 0 1,1 0-1,0 0 0,-1 0 0,0 1 0,0-1 0,0 1 1,0 0-1,0-1 0,-1 1 0,0 0 0,0 0 1,0 0-1,0 0 0,0 0 0,-1 0-5,12 128 134,-12-129-138,-2 10-40,0 0 1,-1 0-1,0 0 0,-1 0 0,0 0 1,-1-1-1,0 1 0,-1-1 0,-1 0 1,0-1-1,0 0 0,-1 0 0,0-1 1,-1 0-1,-1 0 0,1-1 0,-1 0 1,-1 0-1,0-1 0,0-1 0,0 0 1,-1-1-1,0 0 0,-1 0 0,1-1 1,-1-1-1,0 0 0,0-1 0,0-1 1,0 0-1,-13 1 44,23-5 33,1 0-1,0 0 1,0 0 0,0 0-1,0 0 1,1 0 0,-1-1-1,0 1 1,1-1 0,0 1 0,-1-1-1,1 1 1,0-1 0,0 0-1,1 0 1,-1 1 0,1-1-1,-1 0 1,1 0 0,0 0-1,0 0 1,0 0 0,0 1 0,1-1-1,-1 0 1,1 0 0,-1 0-1,1 1 1,0-1 0,0 0-1,1 0-32,5-4 5,1-1 0,0 1-1,0 1 1,1-1-1,0 2 1,0-1-1,1 1 1,0 0-1,-1 1 1,1 0-1,1 1 1,-1 0-1,0 1 1,1 0-1,10-1-4,10-1 184,0 1 0,0 1 0,0 2-1,0 1 1,0 1 0,0 2-1,0 1 1,6 3-184,17-7-980,-28-25-4605,-16 2-763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0:16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260 409 9674,'0'0'730,"0"0"1022,0 0-1029,0 0-555,0 0 216,1-13 837,-1 10-1131,1-42 812,0 61 308,-6 36-592,-2 1 1,-2-1-1,-3 0 0,-2-1 0,-2 0 0,-14 26-618,11-23 143,15-40-408,4-11-3,-1 1 0,1-1 1,-1 1-1,0-1 0,0 0 0,0 1 0,0-1 0,-1 0 0,0 0 0,1 0 0,-1 0 0,0 0 0,0 0 0,-1 0 0,1-1 1,-1 1-1,1-1 0,-1 1 0,0-1 0,0 0 0,1 0 0,-2-1 0,1 1 268,-7-2-3933</inkml:trace>
  <inkml:trace contextRef="#ctx0" brushRef="#br0" timeOffset="269.03">1 418 5209,'0'0'2375,"0"0"1658,0 0-2598,0 0-360,0 0 317,23 20 367,75 66-461,17 51 1005,17 2-1948,-77-120-2189,-19-33-4183,-21-6-589</inkml:trace>
  <inkml:trace contextRef="#ctx0" brushRef="#br0" timeOffset="700.004">443 12 7178,'0'0'454,"0"0"84,0 0 1359,0 0-863,0 0-569,0 0-59,24-2 197,76-6 113,-96 8-622,0-1 1,0 0-1,0 1 1,0 0-1,0 0 1,0 1-1,0-1 1,0 1-1,0-1 1,0 1-1,0 0 1,-1 1-1,1-1 1,0 1-1,-1 0 0,1 0 1,-1 0-1,1 0 1,-1 0-1,0 1 1,0-1-1,0 1 1,0 0-1,-1 0 1,1 0-1,-1 1 1,0-1-1,0 0 1,0 1-1,0-1 1,0 1-1,-1 0 1,0 0-1,1-1 1,-1 1-1,-1 0 0,1 1-94,-21 132 3022,5-107-2587,10-22-393,0-1 0,1 1 0,0 0 0,0 1 1,1-1-1,0 0 0,1 1 0,0 0 0,0 0 0,1-1 1,0 1-1,0 0 0,1 0 0,0 0 0,1 7-42,3-13 19,0 0 1,0-1-1,0 0 0,0 1 0,0-2 1,1 1-1,-1 0 0,0-1 0,1 0 1,-1 0-1,1 0 0,0-1 0,-1 1 1,1-1-1,-1 0 0,1 0 1,0-1-1,3 0-19,1 1 3,116-11-328,-47-18-5932,-72 25 1541,-5 3-2114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0:15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0 316 7314,'0'0'121,"0"0"642,0 0 2341,0 0-1230,0 0-1132,0 0-436,10-16-66,-10 16-231,15-24 367,-1-1 0,-1 0 1,-1-1-1,-2-1 0,0 0 0,-2 0 0,-1 0 0,-1-1 0,1-17-376,-7 30 1779,0 67-1295,0-6 664,0 207 641,23-205-3587,8-60-7499,-21-5 1855</inkml:trace>
  <inkml:trace contextRef="#ctx0" brushRef="#br0" timeOffset="420.596">324 94 6617,'0'0'4004,"0"0"-1628,0 0-1405,0 0-724,0 0 138,0 0 222,24-12 13,75-39-290,22 21-42,-108 82 241,-15-34-285,0 0 0,-2-1 0,0 0 0,-1 0 0,0 0 0,-1 0 0,-2-1 0,1 0 0,-8 11-244,7-14 50,0 1 1,1 1 0,0-1 0,2 1 0,-1 1 0,2-1 0,0 1 0,1-1 0,1 1-1,0 0 1,1 0 0,0 3-51,3-17-1,0 0 0,0 0-1,0-1 1,1 1-1,-1 0 1,0-1 0,1 0-1,-1 0 1,1 1 0,-1-1-1,1-1 1,-1 1 0,1 0-1,0-1 1,-1 1-1,1-1 1,0 0 0,-1 0-1,1 0 1,0 0 0,-1 0-1,1-1 1,0 1 0,-1-1-1,2 0 2,7 1 37,124-27-1049,-110-3-7052,-22 24 5011,4-9-4601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0:20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14 7610,'0'0'738,"0"0"443,0 0 512,0 0-912,0 0-577,-9-2-74,-2-1-15,-5-1-8,-2 0 2723,34 25-1573,131 110 598,77 87-272,-187-165-1487,-3 2 0,-2 2-1,-3 0 1,-2 2 0,-3 1-1,-3 1 1,-2 1 0,-3 0-1,-2 1 1,-4 1 0,-2 0 0,-1 43-96,-2-3 80,-4 0 1,-4 0-1,-5-1 1,-5 0-1,-4-1 1,-4 0 0,-21 53-81,40-150-17,-37 42-166,10-128-9625,21 39 1300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0:22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70 595 6465,'0'0'762,"0"0"634,0 0 1730,0 0-1209,0 0-648,-9-20-473,-46-97 825,50 183 151,54 777 3639,-1 330-1941,-29-876-3296,-17-348-2827,20-89-12012,-14 112 4804</inkml:trace>
  <inkml:trace contextRef="#ctx0" brushRef="#br0" timeOffset="532.277">356 3056 5801,'0'0'828,"0"0"-442,0 0 435,0 0 1696,0 0-267,0 0-115,3-16-319,8-46-107,-27 80 1349,9 1-2702,1 1 1,1 0-1,1 0 0,1 0 1,1 1-1,0-1 1,2 1-1,0 0 1,1-1-1,2 5-356,1-18 4,-1-1-1,2 0 1,-1 0-1,0 0 1,1 0-1,0-1 1,1 0-1,-1 0 1,1 0-1,0-1 1,0 1-1,0-2 1,0 1-1,1-1 1,0 0-1,0 0 1,0 0-1,0-1 1,0 0-1,0-1 1,0 0-1,1 0 1,-1 0-1,0-1 1,1 0-1,-1-1 1,1 1-1,-1-1 1,0-1-1,0 1 1,0-1-1,0-1 1,0 1-1,0-1 1,0 0-1,-1-1 1,1 0-1,-1 0 1,0 0-1,5-5-3,1-4-300,0 0-1,-1-1 1,-1 0-1,0-1 1,-1 0-1,-1-1 1,0 1-1,-1-2 1,0 1-1,-2-1 1,0 0-1,-1 0 0,0 0 1,-2-1-1,0 1 1,-1-1-1,0 0 1,-2 1-1,0-1 1,-1-2 300,0 15 108,1-1 0,-2 1 0,1-1 0,0 1 0,-1 0 0,0 0 0,0 0 0,-1 1 0,1-1 0,-1 1 0,0 0 0,0 0 0,0 0 0,-1 0 0,1 1 0,-1 0 0,0 0 0,0 0 0,0 0 0,0 1 0,-1 0 0,1 0 0,-1 0 0,1 1 0,-1 0 0,0 0 0,1 0 0,-1 1 0,0 0 0,0 0 0,1 0 0,-1 1 0,0 0 0,1 0 0,-1 0 0,1 1 0,-1 0 0,1 0 0,-1 0 0,1 0 0,0 1 0,0 0 0,0 0-1,1 1 1,-1-1 0,-2 4-108,-63 68-241,82-58-4997,11-16-654</inkml:trace>
  <inkml:trace contextRef="#ctx0" brushRef="#br0" timeOffset="1504.161">663 35 6209,'0'0'1515,"0"0"2053,0 0-1037,0 0-855,0 0-594,0 0-62,-8 7 4731,15-12-5754,0 0 0,0 0 1,1 1-1,0 0 0,0 1 1,0 0-1,0 0 0,0 0 1,1 1-1,-1 1 0,1-1 1,-1 1-1,1 1 0,0 0 1,-1 0-1,4 1 3,-9-1-8,1 0 0,-1 0 1,1 1-1,-1 0 0,1-1 0,-1 1 0,0 1 1,0-1-1,1 0 0,-1 1 0,0-1 1,0 1-1,0 0 0,0 0 0,-1 0 0,1 1 1,-1-1-1,1 1 0,-1-1 0,0 1 0,0 0 1,0 0-1,0 0 0,0 0 0,-1 0 1,1 0-1,-1 0 0,0 1 0,0-1 0,0 1 1,0 1 7,9 116 55,-10-107-40,-1 11-11,-1-1 0,-1 1 0,-1-1 0,-1 1 0,-2-1 0,0-1 0,-2 0 0,0 0-1,-1 0 1,-2-1 0,0-1 0,-1 0 0,-1 0 0,-1-2 0,-14 14-4,28-34-32,-1 0 0,1 0 0,-1-1-1,1 1 1,-1 0 0,1-1 0,0 1 0,0-1 0,0 1 0,0-1 0,0 1 0,0-1-1,0 0 1,1 0 0,-1 0 0,0 1 0,1-1 0,0 0 0,-1 0 0,1 0-1,0 0 1,0 0 0,0 0 0,0 1 0,0-1 0,0 0 0,1 0 0,-1 0-1,1 0 1,-1 0 0,1 1 0,0-1 0,0 0 0,0 0 0,0 1 32,86-6-1029,171 64 807,-251-57 242,0 0 0,1 0-1,-1 0 1,0-1 0,0 0 0,0-1 0,0 1 0,0-1 0,0-1 0,0 1 0,0-1-1,-1 0 1,0-1 0,1 0 0,-1 0 0,0 0 0,-1-1 0,1 1 0,-1-1 0,0-1-1,0 1 1,-1-1 0,3-4-20,6-6 25,-1-2 0,0 0-1,-2 0 1,0 0 0,-1-2-1,-1 1 1,-1-1 0,-1 0-1,2-8-24,2-66-9173,-10 78 2014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8:07.86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510 73 4729,'0'0'1708,"0"0"448,0 0 144,0 0-600,0 0-478,0 0-138,-23-12-13,-71-37 40,93 48-1085,0 0 1,0 0-1,0 0 1,0 0-1,0 0 0,-1 0 1,1 1-1,0-1 0,0 0 1,-1 1-1,1-1 1,0 1-1,-1 0 0,1-1 1,-1 1-1,1 0 1,0 0-1,-1 0 0,1 0 1,-1 0-1,1 0 0,0 0 1,-1 0-1,1 0 1,-1 1-1,1-1 0,0 1 1,-1-1-1,1 1 1,0-1-1,0 1 0,-1 0 1,1 0-1,0-1 0,0 1 1,0 0-1,0 0 1,0 0-1,0 0 0,0 0 1,0 1-1,1-1 0,-1 0 1,0 0-1,1 0 1,-1 1-1,0-1 0,1 0 1,0 1-1,-1-1 1,1 1-1,0-1 0,0 0 1,0 1-1,0-1 0,0 1 1,0-1-1,0 0 1,0 1-27,-1 5 57,-9 232 1031,45-97 274,-33-138-1343,0 0 0,0 0 0,1-1 0,-1 1 1,1-1-1,0 1 0,0-1 0,0 0 0,0 0 0,1 0 1,-1-1-1,1 1 0,-1-1 0,1 0 0,0 0 0,0 0 1,0 0-1,0-1 0,1 0 0,-1 0 0,0 0 0,0 0 1,1-1-1,-1 1 0,0-1 0,1 0 0,-1 0 0,1-1 1,-1 0-1,0 1 0,0-1 0,1-1-19,6-4 26,0 0 1,0-1-1,-1-1 1,1 0-1,-2 0 1,1-1-1,-1 0 1,-1-1-1,0 0 1,0 0-1,-1-1 1,0 0-1,-1 0 0,0-1 1,-1 1-1,0-1 1,-1 0-1,0-1 1,-1 0-27,0 8-18,0-1 1,-1 0-1,0 0 1,0-1-1,0 1 0,-1 0 1,1 0-1,-2-1 1,1 1-1,-1-1 1,0 1-1,0-1 0,-1 1 1,1 0-1,-2-1 1,1 1-1,-1 0 1,0 0-1,0 0 1,0 0-1,-1 0 0,0 0 1,0 0-1,-1 1 1,1 0-1,-1 0 1,-1 0-1,1 0 1,0 0-1,-1 1 0,0 0 1,0 0-1,-1 0 1,1 1-1,-1 0 1,-3-2 17,0 3-22,0 1 0,-1 0 0,1 0 1,-1 1-1,1 0 0,-1 1 0,1 0 0,-1 0 1,1 1-1,0 1 0,0-1 0,0 1 1,0 1-1,0 0 0,1 0 0,0 0 0,0 1 1,0 1-1,0-1 0,1 1 0,0 1 1,0-1-1,0 1 0,1 0 0,0 1 1,1-1-1,-1 1 0,1 0 0,-1 5 22,-6 9 103,1 1 0,1 0 1,0 0-1,2 1 0,2 0 0,0 0 0,1 1 0,1-1 1,1 1-1,1 20-103,2-26 127,-1-16-119,0-1 1,0 1-1,1 0 0,-1 0 0,1 0 0,0 0 1,-1-1-1,2 1 0,-1 0 0,0 0 0,0 0 1,1 0-1,0 0 0,-1-1 0,1 1 0,0 0 1,0-1-1,1 1 0,-1 0 0,0-1 1,1 0-1,0 1 0,-1-1 0,1 0 0,0 0 1,0 0-1,0 0 0,1 0 0,-1 0 0,0-1 1,1 1-1,-1-1 0,1 1 0,-1-1 0,4 1-8,2-2 2,0 1 0,0-2 0,0 1 0,0-1 0,0 0 0,0-1 0,0 0 0,-1 0 0,1-1 0,0 0 0,-1 0 0,0 0 0,0-1 0,0 0 0,0-1 0,0 0 0,-1 0 0,0 0 0,0-1 0,-1 0 0,1 0 0,-1 0 0,0 0 0,-1-1 0,0 0-2,5-6-85,-1 0 0,0-1 0,-1 0 0,-1 0 0,0 0 0,-1-1 0,0 0 0,-1 0 0,-1 0 0,-1 0 0,0-1 0,0-13 85,-3 23-42,0 0 0,0 0 0,-1 0 0,0 0 0,0 0 1,0 0-1,-1 1 0,0-1 0,0 1 0,0-1 0,-1 1 1,0 0-1,0 1 0,0-1 0,0 1 0,-1-1 0,0 1 0,0 0 1,0 1-1,0 0 0,0-1 0,-1 2 0,0-1 0,1 0 1,-1 1-1,-3 0 42,-165-30-211,165 32 253,0-1 1,1 1-1,-1 1 0,0 0 1,0 0-1,0 0 1,1 1-1,-1 1 0,1-1 1,-1 1-1,1 1 1,0 0-1,0 0 1,1 0-1,-1 1 0,1 0 1,0 1-1,0 0 1,1 0-1,-1 0 1,1 0-1,1 1 0,-1 0 1,1 1-1,1-1 1,-1 1-1,1 0 1,0 0-1,1 0 0,0 0 1,0 1-1,-1 8-42,1-8 23,-1 0 1,1 0-1,1 1 0,0-1 0,0 1 0,1 0 0,0-1 0,0 1 0,1 0 0,1 0 1,-1-1-1,2 1 0,-1 0 0,2-1 0,-1 1 0,1-1 0,0 0 0,1 0 0,0 0 1,1 0-1,0 0 0,0-1 0,0 0 0,1 0 0,1-1 0,-1 0 0,1 0 1,0 0-1,1-1 0,0 0 0,0 0 0,0-1 0,0 0 0,1 0 0,0-1 0,2 1-23,2-5-29,-1 1 0,0-2-1,0 1 1,0-2-1,0 1 1,0-2-1,0 0 1,0 0-1,-1-1 1,1 0-1,-1-1 1,0 0 0,-1-1-1,1 0 1,-1-1-1,0 0 1,-1-1-1,0 0 1,0 0-1,0-1 1,-1 0 0,-1-1-1,1 1 1,-2-2-1,1 1 1,-1-1-1,-1 1 1,0-2-1,-1 1 1,0 0-1,0-1 1,-1 0 0,-1 0-1,0 0 1,-1 0-1,0-3 30,-1 6-50,-1 0 0,0 1 1,0-1-1,-1 1 0,0-1 0,0 1 0,-1 0 0,-1 0 0,1 0 0,-1 0 1,0 0-1,-1 1 0,0 0 0,0 0 0,-1 0 0,1 1 0,-1 0 0,-1 0 1,1 0-1,-1 1 0,0 0 0,-1 0 0,1 0 0,-8-2 50,-3-3 2,-1 1-1,0 1 0,0 1 1,0 1-1,-1 0 1,0 2-1,0 0 0,-1 1 1,1 1-1,-6 1-1,22 1 39,-1 0 0,1 0 0,-1 0-1,0 1 1,1-1 0,-1 1 0,0 0 0,1 1-1,0-1 1,-1 1 0,1 0 0,0 0 0,0 0-1,0 1 1,0-1 0,0 1 0,0 0 0,1 0-1,0 0 1,-1 1 0,1-1 0,0 1 0,1 0-1,-1-1 1,1 1 0,-1 1 0,1-1 0,1 0-1,-1 0 1,0 1 0,1-1 0,0 1 0,0 0-39,-3 12 62,2 0 1,-1 1 0,2-1-1,1 1 1,0-1 0,1 1 0,1-1-1,0 1 1,1-1 0,1 0-1,6 15-62,-8-26-4,0 1-1,0-1 0,1 0 0,0 0 0,0 0 0,0 0 0,1 0 1,0-1-1,0 1 0,0-1 0,1 0 0,0-1 0,0 1 1,0-1-1,0 0 0,1 0 0,0 0 0,-1-1 0,1 0 0,1 0 1,-1 0-1,0-1 0,1 0 0,-1-1 0,1 1 0,-1-1 1,1 0-1,0-1 0,0 1 0,-1-1 0,1-1 0,0 1 5,56-36-4163,-42 4-2831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8:09.39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589 268 6729,'0'0'4519,"0"0"-2603,-25-5-1014,-206-26 1510,220 30-2253,1-1 0,-1 2 0,0-1 1,1 1-1,-1 1 0,0 0 0,1 1 0,-1 0 0,1 0 0,0 1 0,0 0 0,0 1 0,0 0 0,0 1 0,1 0 0,0 1 1,0 0-1,0 0 0,1 0 0,0 1 0,0 1 0,1-1 0,0 1 0,0 1 0,0-1 0,1 1 0,1 0 0,-4 7-159,3 0 81,0 0-1,0 1 0,2 0 0,0 0 1,1 0-1,1 0 0,0 0 0,1 0 1,1 1-1,1-1 0,1 0 0,0 0 1,1 0-1,1 0 0,0 1-80,-1-8 23,0 0 1,1-1-1,0 1 1,0-1-1,1 0 0,0 0 1,1 0-1,0-1 1,0 0-1,1 0 0,0-1 1,0 0-1,1 0 1,0 0-1,0-1 0,0 0 1,1-1-1,0 0 0,0 0 1,0-1-1,1 0 1,-1-1-1,1 0 0,0 0 1,10 0-24,0-1 6,1-2 0,-1-1 0,1 0 0,-1-1 1,0-2-1,1 0 0,-1-1 0,-1-1 0,1 0 0,-1-2 0,0 0 1,-1-1-1,0-1 0,-1-1 0,0-1 0,0 0 0,-1-1 0,-1 0 1,0-2-1,-1 0 0,0 0 0,-2-1 0,11-17-6,-14 25-4,-2-1-1,1 0 0,-1 0 1,0-1-1,-1 1 0,0-2 1,-1 1-1,0-1 1,0 1-1,-1-1 0,-1-1 1,1 1-1,-2 0 0,0-1 1,0 0-1,-1 1 1,-1-1-1,0 0 0,0 1 1,-1-1-1,-1 0 0,0 1 1,0-1-1,-1 1 1,-1 0-1,0 0 0,0 0 1,-1 0-1,-1 1 0,0 0 1,0 0-1,-5-5 5,-4 4 20,0 1-1,-1 0 1,-1 2-1,0 0 0,0 0 1,0 2-1,-1 0 1,0 1-1,0 1 1,0 0-1,0 2 1,-1 0-1,0 1 1,1 1-1,-1 0 0,1 2 1,-15 2-20,19-1 49,1 1-1,0 1 1,0 0 0,0 0-1,0 2 1,1-1 0,0 2-1,0-1 1,1 2 0,0 0-1,0 0 1,1 0 0,1 2-1,-1-1 1,2 1 0,-1 0-1,1 1 1,1 0 0,0 0-1,1 1 1,1 0 0,0 0-1,0 0 1,1 1 0,1-1 0,0 1-1,1 0 1,0 0 0,1 0-1,1 0 1,0 0 0,1 0-1,1 0 1,2 12-49,-2-21 1,0 0-1,0 0 1,1 0-1,-1 0 1,1-1 0,0 1-1,0-1 1,0 0-1,1 0 1,-1 0-1,1 0 1,0-1 0,0 1-1,1-1 1,-1 0-1,1 0 1,-1-1 0,1 1-1,0-1 1,0 0-1,0-1 1,0 1 0,0-1-1,0 0 1,1 0-1,-1 0 0,144 0-18,-125-5-112,1-2 0,-1-1-1,0-1 1,-1-2-1,0 0 1,0-1 0,-1-1-1,-1-1 1,0-1-1,0-1 1,-2 0 0,0-2-1,5-5 131,-20 17-67,0 0 0,-1 0 0,1 0 0,-1 0-1,0 0 1,0-1 0,-1 1 0,1-1 0,-1 0-1,-1 0 1,1 0 0,-1 0 0,0 0 0,0 0 0,-1 0-1,0 0 1,0 0 0,0 0 0,-1 0 0,1-1-1,-2 1 1,1 0 0,-1 1 0,0-1 0,0 0 0,0 0-1,-1 1 1,0-1 0,0 1 0,0 0 0,-1 0 0,1 0-1,-4-3 68,-10-10 66,1 0-1,-2 1 0,0 1 0,-1 0 0,-1 1 1,-1 2-1,-19-11-65,26 15 128,0 0 0,-1 2-1,-1-1 1,1 2 0,-1 0 0,0 1 0,0 1 0,-1 0 0,1 1-1,-1 1 1,0 0 0,0 1 0,0 1 0,1 1 0,-1 0 0,0 2-1,0-1 1,1 2 0,0 0 0,0 1 0,0 1 0,0 0 0,-2 3-128,5 2 44,0 1 0,2 0 0,-1 1 0,1 1 0,1-1 0,0 2 0,1-1 0,1 1 0,0 1 0,1-1 0,1 1 0,1 1 0,0-1 1,0 1-1,2 0 0,0 0 0,1 0 0,1 0 0,1 0 0,1 12-44,-1-22 6,0 1 1,1 0-1,1 0 1,-1-1-1,1 1 1,0 0-1,1-1 1,0 0-1,0 0 1,0 0-1,1 0 1,0 0-1,1-1 1,-1 1-1,1-1 0,1 0 1,-1-1-1,1 1 1,0-1-1,0 0 1,0-1-1,1 1 1,-1-1-1,1-1 1,0 1-1,1-1 1,-1 0-1,0-1 1,1 0-1,-1 0 0,1-1 1,0 1-1,0-2-6,16 3-79,0-2-1,0 0 1,0-2-1,0-1 1,0-1-1,0-1 1,0-1 0,-1 0-1,0-2 1,0-1-1,-1-1 1,0-1-1,0-1 1,-1-1-1,-1-1 1,0 0-1,-1-2 1,0 0-1,-1-1 1,-1-1-1,0 0 1,-1-1-1,-1-1 1,-1-1-1,8-15 80,-17 28-68,0 0-1,-1-1 1,0 0-1,0 0 1,-1 0-1,0 0 1,0 0 0,-1-1-1,0 1 1,0-1-1,-1 0 1,0 0-1,-1 1 1,1-1-1,-2 0 1,0 0-1,0 1 1,0-1-1,-1 0 1,0 1-1,-1-1 1,0 1-1,0 0 1,-1 0-1,0 0 1,0 0 0,-1 1-1,0 0 1,0 0-1,-1 0 1,0 0-1,0 1 1,0 0-1,-1 0 1,-6-4 68,-3 2-2,0 0 0,-1 0 1,0 2-1,0 0 0,0 1 0,0 0 1,-1 2-1,0 0 0,0 1 1,0 1-1,0 0 0,0 2 0,0 0 1,0 1-1,1 0 0,-1 2 1,0 0-1,1 1 0,0 1 0,0 0 1,-1 2 1,-50 39-3622,18 19-3759,41-44 2343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8:12.10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0 0 7258,'0'0'910,"8"25"1748,-6-19-2570,32 106 1853,6-2-1,48 97-1940,-21-121 966,-65-85-922,0 1 0,0 0 0,0-1 0,0 1 0,1-1 0,-1 0-1,1 0 1,-1 0 0,0 0 0,1 0 0,0 0 0,-1-1 0,1 1-1,-1-1 1,1 0 0,0 0 0,-1 0 0,1 0 0,0 0 0,-1 0-1,1-1 1,-1 0 0,1 1 0,-1-1 0,1 0 0,-1 0 0,1 0-1,-1 0 1,0-1 0,1 1 0,-1-1 0,0 1 0,0-1-1,0 0 1,0 0 0,0 1 0,-1-2 0,1 1 0,-1 0-44,13-18 80,-2 0 1,0-1 0,-2-1-1,0 0 1,-1 0 0,-1-1 0,-2 0-1,0 0 1,-1-1 0,-2 0-1,0 0 1,-1 1 0,-2-2-1,0 1 1,-2 1 0,-3-21-81,4 39 4,1 0 0,-1-1 0,0 1 0,-1 0 0,1 0 1,-1 0-1,0 0 0,0 0 0,-1 1 0,1-1 0,-1 0 1,0 1-1,0 0 0,0 0 0,-1 0 0,0 0 0,0 0 0,0 1 1,0 0-1,0 0 0,0 0 0,-1 0 0,0 1 0,1-1 0,-1 1 1,0 0-1,0 1 0,0-1 0,-1 1 0,1 0 0,0 1 1,0-1-1,-1 1 0,1 0 0,-2 0-4,2 4-3,-1 1 0,1-1 1,0 1-1,1 0 0,-1 1 0,1-1 1,0 1-1,0 0 0,1 0 0,-1 0 0,1 0 1,1 1-1,-1-1 0,1 1 0,0-1 0,1 1 1,0 0-1,0 0 0,0 1 3,-2 5-10,-10 51 8,3 1 0,3 0 0,3 0 0,2 39 2,1-98 7,0 0 0,0 0-1,0 0 1,1 0 0,0 1-1,0-1 1,0 0-1,1 0 1,0 0 0,0 0-1,0 0 1,1 0 0,0 0-1,0 0 1,1 0-1,-1-1 1,1 1 0,0-1-1,1 0 1,-1 0 0,1 0-1,0 0 1,1-1-1,-1 0 1,1 0 0,0 0-1,0 0 1,0-1 0,0 1-1,0-1 1,1-1-1,0 1 1,-1-1 0,5 1-7,2-2 14,1 0-1,0-1 1,0-1 0,0 0 0,-1-1 0,1 0 0,-1-1-1,1-1 1,-1 1 0,0-2 0,0 0 0,-1 0-1,1-1 1,-1-1 0,0 0 0,-1 0 0,0-1 0,0 0-1,-1-1 1,0 0 0,0-1 0,5-8-14,-1 3-1,-1-1 1,-1-1-1,0 0 0,-1-1 1,-1 1-1,-1-2 0,0 1 1,-2-1-1,0-1 0,-1 1 0,-1-1 1,0 0-1,-2 0 0,0-6 1,-3 15 22,0 0 0,-1 0-1,0 0 1,-1 0-1,0 0 1,-1 0-1,0 1 1,0 0-1,-1 0 1,-1 0 0,1 1-1,-2-1 1,1 1-1,-1 1 1,-1-1-1,0 1 1,0 0-1,0 1 1,-1 0-1,0 1 1,0-1 0,-1 2-1,0-1 1,0 1-1,0 1 1,0 0-1,-1 0 1,0 1-1,0 1 1,0-1-1,0 2 1,0 0 0,0 0-1,0 1 1,0 0-1,0 1 1,-1 0-1,-8 3-21,13-2 64,1 1 0,-1 1 0,1-1 0,0 1 0,0 0 0,0 0 1,1 1-1,-1 0 0,1 0 0,0 0 0,1 0 0,-1 1 0,1 0 0,0 0 0,0 0 0,1 0 0,0 1 0,0-1 0,0 1 0,1 0 0,0 0 0,0 2-64,-25 162 734,26-164-712,-5 55 235,3 0 1,2 0-1,3 0 0,7 44-257,-6-95 18,-1 0-1,1-1 0,1 1 0,0-1 1,1 1-1,-1-1 0,2 0 0,0-1 1,0 1-1,1-1 0,0-1 0,0 1 1,1-1-1,3 3-17,-7-8 2,-1 0 0,1-1 0,0 1 0,0 0 0,0-1-1,1 0 1,-1 0 0,1 0 0,-1-1 0,1 0 0,-1 0 0,1 0 0,0 0 0,0 0 0,-1-1 0,1 0 0,0 0 0,0-1 0,0 1 0,-1-1 0,1 0-1,0 0 1,-1 0 0,1-1 0,-1 0 0,0 0 0,1 0 0,-1 0 0,0-1 0,0 1 0,0-1 0,0 0 0,0-1-2,13-13 10,0-1 0,-2 0 0,0-1 0,-1 0 0,-1-1 0,-1-1 0,-1 0 0,0-1 0,-2 0 0,-1 0 0,0-1 0,-2 0 0,0 0 0,-2-1 0,-1 0 0,0 1 0,-2-1 0,-1 0 0,-1-8-10,0 20-7,0 1-1,0 0 0,-1 0 0,-1 1 0,1-1 0,-2 0 0,0 1 0,0-1 0,-1 1 0,0 1 1,0-1-1,-1 1 0,-1-1 0,1 2 0,-2-1 0,1 1 0,-1 0 0,0 1 0,-1-1 1,1 2-1,-2-1 0,1 1 0,-1 1 0,1 0 0,-2 0 0,1 1 0,0 0 0,-1 1 0,0 0 1,1 0-1,-1 1 0,0 1 0,0 0 0,-1 0 0,1 1 0,0 1 0,-7 1 8,10 4 0,1 1-1,0 0 0,0 1 0,0-1 0,1 1 0,0 1 0,1-1 0,0 1 1,0 0-1,1 0 0,0 0 0,1 1 0,0-1 0,0 1 0,1 0 1,0 0-1,1 0 0,0 0 0,0 0 0,1 0 0,1 0 0,0 0 1,1 3 0,-3-12-1,1 8-5,-3 10-3,0 0 0,1 0 1,1 0-1,1 0 1,1 0-1,0-1 1,1 1-1,1 0 1,1 0-1,1-1 1,1 0-1,0 0 1,1 0-1,1-1 1,0 0-1,2-1 1,0 0-1,1 0 1,0-1-1,2 1 9,-7-12-56,0 0 1,1 0-1,-1-1 0,1 0 0,0 0 1,0 0-1,0-1 0,1 0 0,-1-1 1,0 0-1,1 0 0,-1 0 0,0-1 1,1 0-1,-1 0 0,1-1 0,-1 0 1,1 0-1,-1-1 0,0 0 0,0 0 1,0-1-1,0 0 0,0 0 0,-1 0 1,1-1-1,-1 0 0,0-1 0,0 1 1,0-1-1,-1 0 0,0 0 0,4-6 56,0 3-110,-1-1-1,0 0 1,0 0-1,-1-1 1,-1 0 0,0-1-1,0 1 1,-1-1-1,0 0 1,-1-1-1,0 1 1,-1-1-1,0 1 1,-1-1-1,0 0 1,-1 0 0,0 0-1,-1 0 1,0 0-1,-2-11 111,-1 17-5,1-1 0,-1 0 0,0 1 0,-1 0 0,0-1 0,0 1 0,0 1 0,0-1 0,-1 1 0,0-1 0,0 1 0,-1 1-1,1-1 1,-1 1 0,0 0 0,0 0 0,-1 1 0,1 0 0,-1 0 0,1 0 0,-1 1 0,0 0 0,-3-1 5,-167-19-321,100 35-1726,33 14-4483,30-12 3818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8:13.79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236 194 5937,'0'0'1247,"0"0"1636,0 0-1424,-22 24-365,-68 79-123,84-97-765,-1 1 1,1 0-1,0 0 1,1 0-1,-1 1 0,1 0 1,1 0-1,0 0 1,0 0-1,0 1 0,1 0 1,1 0-1,-1 0 1,2 0-1,-1 0 0,1 0 1,0 0-1,1 0 1,0 1-1,0-1 0,1 0 1,1 1-207,1-6 27,1 1 0,0-1 0,0 1 0,0-1 0,1 0 0,-1-1 1,1 1-1,0-1 0,0 0 0,0 0 0,1 0 0,-1-1 0,1 0 0,-1 0 0,1 0 0,0-1 0,0 0 1,-1 0-1,1 0 0,0-1 0,0 0 0,0 0 0,0 0 0,0-1 0,0 0 0,0 0 0,3-2-27,3 3 25,-2 0-52,1 0-1,0-1 1,0 0-1,-1-1 1,1 0 0,-1-1-1,1 0 1,-1-1-1,0 0 1,0 0 0,0-1-1,-1 0 1,0-1-1,0 0 1,0-1 0,-1 0-1,0 0 1,0 0-1,-1-1 1,0 0-1,0-1 1,-1 0 0,0 0-1,0 0 1,-1-1-1,-1 1 1,1-1 0,-2 0-1,1-1 28,-3 1 6,0-1 0,-1 1 1,0-1-1,-1 1 0,0-1 0,-1 1 0,0 0 0,0-1 0,-1 1 0,0 0 1,-1 1-1,0-1 0,-1 1 0,0-1 0,0 1 0,-1 1 0,0-1 0,-1 1 0,0 0 1,0 0-1,-1 1 0,1 0 0,-2 0 0,1 1 0,-1 0 0,0 1 0,0 0 1,0 0-1,-1 1 0,0 0 0,0 1 0,0 0 0,0 0 0,-6 0-6,9 1 75,-1 1 1,1 0-1,-1 0 0,0 1 0,1 0 0,-1 0 1,0 1-1,1 0 0,-1 0 0,1 1 0,-1 0 1,1 0-1,0 1 0,-1 0 0,1 0 0,1 0 0,-1 1 1,0 0-1,1 1 0,0-1 0,0 1 0,0 0 1,1 1-1,0-1 0,0 1 0,0 0 0,1 1 1,0-1-1,-2 4-75,-3 8 131,0 0 0,2 1 0,0-1 0,1 1 1,1 1-1,0-1 0,2 1 0,0 0 0,2-1 1,0 1-1,1 8-131,0-19 18,-1-1 1,2 0 0,-1 1 0,1-1-1,0 0 1,1 0 0,0 1-1,0-1 1,1-1 0,0 1 0,0 0-1,1-1 1,0 1 0,0-1-1,1 0 1,0 0 0,0-1 0,1 0-1,-1 1 1,1-2 0,1 1-1,-1-1 1,1 0 0,0 0-1,0-1 1,0 0 0,1 0 0,0-1-1,-1 0 1,1 0 0,0-1-1,6 1-18,3 0 8,1-2-1,-1 0 0,0 0 0,1-2 0,-1 0 0,0-2 0,0 0 0,0 0 0,0-2 0,0 0 0,-1 0 0,0-2 0,0 0 0,0-1 0,-1-1 0,-1 0 0,1-1 0,-1 0 0,-1-1 0,0-1 0,-1 0 0,0-1 0,-1 0 0,0-1 0,-1 0 0,0-1 0,-2 0 0,1 0 0,-2-1 0,1-4-7,-4 12-8,0-1-1,-1 1 1,0-1 0,0 0-1,-1 0 1,-1 0 0,1-1-1,-1 1 1,-1 0-1,0 0 1,0-1 0,-1 1-1,0 0 1,-1 0 0,0-1-1,0 1 1,-1 1-1,0-1 1,0 0 0,-1 1-1,0-1 1,-1 1 0,0 0-1,0 1 1,-1-1-1,0 1 1,0 0 0,0 1-1,-1-1 1,0 1 0,-1 0-1,-6-3 9,3 1 18,0 1-1,0 1 1,-1 0-1,0 0 1,0 1-1,0 1 1,-1 0 0,0 1-1,0 0 1,1 1-1,-1 0 1,-1 1-1,1 0 1,0 1-1,0 1 1,0 0-1,0 1 1,0 0 0,0 1-1,1 1 1,-1 0-1,1 0 1,0 1-1,0 1 1,0 0-1,1 1 1,0 0-1,0 0 1,1 1 0,0 1-1,0 0 1,-1 2-18,0 3 39,2 0 1,-1 1 0,2-1-1,0 2 1,1-1 0,0 1-1,1 1 1,1-1 0,1 1-1,0-1 1,1 1 0,1 1-1,1-1 1,0 0 0,1 0-1,2 14-39,-1-24 2,0-1-1,1 0 0,-1 0 1,1 0-1,1 0 0,-1 0 0,1-1 1,0 1-1,0-1 0,1 1 1,0-1-1,0 0 0,0-1 1,0 1-1,1-1 0,-1 1 0,1-1 1,0-1-1,1 1 0,-1-1 1,1 0-1,-1 0 0,1-1 1,0 1-1,0-1 0,0 0 0,0-1 1,1 0-1,-1 0 0,0 0 1,0-1-1,1 1 0,1-2-1,11 2-10,1-1-1,-1 0 1,1-2-1,-1 0 0,1-2 1,-1 0-1,0-1 1,0 0-1,-1-2 1,8-4 10,-15 7-80,0 0 0,-1-1 0,1 0-1,-1-1 1,0 0 0,0 0 0,-1-1 0,0-1 0,0 0 0,-1 0 0,0 0 0,0-1 0,-1 0 0,0-1 0,-1 0 0,0 0 0,0 0 0,-1 0 0,-1-1 0,0 0 0,0 0-1,-1-1 1,0 1 0,-1 0 0,0-1 0,-1 0 0,0 1 0,-1-1 0,-1 0 0,0 1 0,0-1 0,-1 1 0,0-1 0,-2-2 80,-4-1 89,-1 0 1,-1 1-1,0 1 1,-1 0-1,0 0 0,-1 1 1,0 0-1,-1 1 1,0 0-1,-1 1 1,0 1-1,-1 0 1,0 1-1,0 1 0,-1 0 1,0 1-1,0 1 1,0 0-1,-1 1 1,0 1-1,1 1 1,-1 0-1,0 1 0,0 1 1,0 0-1,0 2 1,0 0-1,0 0 1,-9 4-90,17-2-50,0 1 1,0 0-1,0 1 0,0 0 1,1 0-1,0 0 1,0 1-1,1 1 1,0-1-1,0 1 0,1 0 1,0 1-1,0-1 1,1 1-1,0 0 1,1 1-1,0-1 0,0 1 1,1 0-1,0 0 1,1 0-1,0 0 1,1 0-1,0 0 0,0 1 1,1-1-1,0 0 1,1 1-1,2 6 50,4 76-5520,20-10-5425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8:15.22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172 0 6081,'0'0'7626,"0"0"-4833,0 0-1805,0 0-184,0 0-61,0 0 261,-18 12-273,5-4-622,7-6-90,1 1 1,-1 0-1,1 0 0,0 0 0,0 1 0,0 0 0,0 0 1,1 0-1,0 0 0,0 1 0,0 0 0,0 0 0,1 0 1,0 0-1,0 0 0,0 1 0,0 0 0,1-1 1,0 1-1,0 0 0,0 3-19,-5 208 580,6-212-570,2 0 1,-1 0-1,0 0 1,1 0-1,0 0 1,0 0-1,1 0 1,-1-1-1,1 1 1,0 0-1,0-1 1,0 0-1,1 1 1,0-1-1,0 0 0,0 0 1,0 0-1,1-1 1,-1 1-1,1-1 1,0 0-1,0 0 1,0 0-1,0 0 1,0-1-1,1 0 1,-1 0-1,1 0 0,0 0 1,0-1-1,-1 0 1,1 0-1,0 0 1,0 0-1,0-1 1,0 0-1,0 0 1,0 0-1,1-1-10,4 2 19,1-2-1,0 1 1,0-2-1,0 1 1,-1-1-1,1-1 1,-1 0 0,1-1-1,-1 0 1,0 0-1,-1-1 1,1 0-1,-1-1 1,0 0-1,0 0 1,0-1 0,-1 0-1,-1-1 1,1 0-1,-1 0 1,0 0-1,-1-1 1,4-7-19,-8 14 21,0 0 0,0-1 0,0 1 0,0 0 0,-1-1 0,1 0 0,-1 1 0,0-1-1,0 0 1,0 0 0,0 1 0,0-1 0,0 0 0,-1 0 0,0 0 0,1 0 0,-1 0 0,0 0 0,0 0 0,-1 0 0,1 0 0,-1 0 0,1 0 0,-1 0 0,0 0 0,0 1 0,0-1 0,-1 0 0,1 1 0,-1-1-1,1 0 1,-1 1 0,0 0 0,0-1 0,0 1 0,0 0 0,0 0 0,-1 0 0,1 1 0,0-1 0,-1 0 0,0 1 0,1-1 0,-1 1 0,0 0 0,0 0 0,0 0 0,1 1 0,-3-1-21,-9 0 63,0 0 1,0 1 0,-1 1 0,1 0 0,0 1-1,0 1 1,0 0 0,0 0 0,1 2-1,0 0 1,-1 0 0,2 1 0,-1 1-1,1 0 1,0 1 0,0 0 0,1 1-1,0 0 1,0 1 0,1 0 0,1 0-1,0 1 1,0 0 0,1 1 0,0 0-1,1 1 1,1-1 0,0 1 0,0 0-1,2 1 1,-3 7-64,5-17 1,0 0 1,0-1-1,0 1 0,1 0 0,0 0 1,-1 1-1,1-1 0,1 0 1,-1 0-1,1 1 0,-1-1 0,1 0 1,0 0-1,1 1 0,-1-1 0,1 0 1,0 0-1,0 1 0,0-1 0,0 0 1,1 0-1,0 0 0,0 0 0,0-1 1,0 1-1,0 0 0,1-1 0,0 0 1,0 1-1,0-1 0,0 0 1,0-1-1,0 1 0,1 0 0,-1-1 1,1 0-1,4 2-1,9-2-27,1-1 1,0 0-1,0-2 1,0 0-1,-1-1 1,1 0-1,-1-2 0,1 0 1,-1-1-1,0 0 1,-1-2-1,1 0 1,-1 0-1,0-2 1,-1 0-1,0-1 0,-1 0 1,0-2-1,0 1 1,-2-1-1,1-1 1,9-13 26,-19 23-10,0 0 0,0-1 0,0 0 0,0 1 0,-1-1 0,1 0 0,-1 0 0,0 0 0,0-1 0,-1 1 0,1-1 0,-1 1 0,0-1 0,0 1 0,0-1 0,-1 1 0,0-1 0,0 0 0,0 1 0,0-1 0,-1 0 0,1 1 0,-1-1 0,0 1 0,-1-1 0,1 1 0,-1 0 0,0-1 0,0 1 0,0 0 0,-1 0 0,1 0 0,-1 1 0,0-1 0,0 1 0,0-1 0,-1 1 0,1 0 0,-1 0 0,0 0 0,0 1 0,0-1 0,0 1 0,0 0 0,0 0 0,-1 1 0,1-1 0,-1 1 0,1 0 0,-1 0 0,1 0 0,-2 1 10,-8-2 58,1 1 0,0 1-1,-1 0 1,1 1 0,0 0 0,-1 1 0,1 1 0,0 0 0,0 0 0,1 2 0,-1-1 0,1 2 0,0-1 0,0 2 0,1 0 0,-1 0 0,2 1 0,-1 0 0,1 1 0,0 0 0,1 0 0,0 1-1,1 1 1,0 0 0,0 0 0,1 0 0,0 1 0,1 0 0,1 0 0,0 0 0,1 1 0,0 0 0,-1 9-58,3-19-1,0 1 0,0-1 0,1 1 0,-1 0 0,1 0 0,0-1 0,0 1 0,1 0 0,-1 0 0,1 0 0,0 0 0,0 0 1,0 0-1,0 0 0,1 0 0,0 0 0,-1 0 0,2 0 0,-1 0 0,0-1 0,1 1 0,-1 0 0,1-1 0,0 0 0,0 1 0,1-1 0,-1 0 0,1 0 0,0 0 0,-1 0 0,1 0 0,0-1 0,1 1 0,-1-1 0,0 0 0,1 0 0,-1 0 0,1-1 1,0 1-1,-1-1 0,1 0 0,0 0 0,2 1 1,9-1-64,0 0 0,1-2 1,-1 1-1,0-2 0,0 0 1,-1 0-1,1-2 0,0 0 1,-1 0-1,0-1 0,0-1 1,0-1-1,-1 0 0,0 0 1,0-1-1,-1-1 0,0 0 1,0-1-1,-1 0 0,-1-1 1,0 0-1,0-1 0,-1 0 1,0 0-1,-1-1 0,-1 0 1,0 0-1,0-1 0,-2 0 1,0 0-1,0-1 0,-1 1 1,-1-1-1,-1 0 0,1-6 64,-1 15 8,-1-1 0,0 1 0,0-1 0,0 1 0,-1-1 0,0 0 1,0 1-1,0-1 0,-1 0 0,0 1 0,-1-1 0,1 1 0,-1-1 0,0 1 0,-1 0 0,0 0 0,0 0 0,0 0 0,0 0 0,-1 1 0,0 0 0,0-1 0,-1 2 0,1-1 0,-1 0 0,0 1 0,-1 0 0,1 0 0,-1 0 1,1 1-1,-6-3-8,-3 4 49,0 1 1,1 0-1,-1 1 1,0 1 0,0 0-1,1 1 1,-1 0-1,1 1 1,0 0 0,-1 1-1,2 1 1,-1 0-1,0 1 1,1 0 0,0 1-1,0 0 1,1 1-1,0 0 1,1 1 0,-1 0-1,2 1 1,-1 0-1,1 0 1,1 1 0,0 0-1,1 1 1,0-1-1,0 2 1,1-1 0,1 1-1,0-1 1,1 2 0,0-1-1,1 0 1,1 1-1,-1 4-49,3-16-16,-1 0 1,1 0-1,-1 1 0,1-1 0,0 0 0,0 1 0,0-1 1,0 0-1,1 0 0,-1 1 0,0-1 0,1 0 0,0 0 1,-1 0-1,1 0 0,0 0 0,0 0 0,0 0 0,0 0 1,1 0-1,-1 0 0,1 0 0,-1 0 0,1-1 0,-1 1 1,1-1-1,0 1 0,0-1 0,0 0 0,0 0 0,0 0 1,0 0-1,0 0 0,0 0 0,0 0 0,0-1 0,0 1 1,1-1-1,-1 1 0,0-1 0,0 0 0,1 0 0,-1 0 1,0 0-1,0 0 0,1-1 0,-1 1 0,0-1 0,0 0 16,102-48-6096,-69 13-741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8:20.254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5 9162,'0'0'5089,"0"0"-2848,0 0-873,0 0-696,0 0-520,0 0 256,0 0-224,5-5-64,-5 5-112,0 0-8,5 0 0,0 0-680,5 9-1681,-3 2-4776,0-2 2712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8:21.736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321 0 7122,'0'0'1591,"0"0"1289,0 0-1179,0 0-132,0 0-691,0 0-421,-21 30 45,-63 102 190,79-122-592,0 0 1,1 1 0,0-1-1,1 1 1,0 0 0,1 0-1,0 0 1,0 1 0,1-1-1,1 0 1,0 1 0,1 7-101,0 11 151,27 153 355,-26-178-493,0 0 0,0 0 1,1 0-1,0-1 0,0 1 0,0 0 1,0-1-1,0 0 0,1 0 0,0 0 0,0 0 1,0-1-1,1 1 0,-1-1 0,1 0 1,-1 0-1,1-1 0,0 0 0,0 1 0,0-2 1,0 1-1,1 0 0,-1-1 0,0 0 1,1 0-1,-1-1 0,1 0 0,-1 0 1,1 0-1,-1 0 0,1-1 0,2 0-13,2-4 23,-1 0 0,1-1-1,-1 0 1,0-1 0,0 0 0,-1 0-1,0 0 1,0-1 0,-1-1-1,0 1 1,0-1 0,-1 0 0,0-1-1,-1 1 1,0-1 0,0 0-1,-1-1 1,-1 1 0,0-1 0,0 1-1,-1-1 1,0 0 0,-1 0-1,0 0 1,-1 0 0,0 0 0,0-1-23,1 3 5,0 1 0,0-1 0,-1 0 0,0 1 0,0-1 1,-1 0-1,0 0 0,-1 1 0,0-1 0,0 1 0,-1-1 1,0 1-1,0 0 0,-1 0 0,0 1 0,-1-1 0,0 1 0,0 0 1,0 0-1,-1 0 0,0 1 0,0-1 0,0 2 0,-1-1 1,0 1-1,0 0 0,-1 0 0,1 1 0,-1 0 0,0 0 0,0 1 1,0 0-1,-1 0 0,1 1 0,-1 0 0,0 1 0,-2 0-5,1 4-4,0 1 0,1 0 0,-1 1 0,1 0 0,0 0-1,0 1 1,0 0 0,1 1 0,0 0 0,0 0-1,1 1 1,0 0 0,0 0 0,1 1 0,0-1 0,0 1-1,1 1 1,0-1 0,1 1 0,0 0 0,1 0 0,0 0-1,0 0 1,1 1 0,0-1 0,1 1 4,-3 0-1,-9 26 2,2 0-1,1 0 1,2 1 0,2 0-1,1 1 1,2-1 0,2 1-1,1 5 0,0-40 6,0 0-1,0 1 1,1-1-1,-1 0 0,1 1 1,0-1-1,1 0 1,-1 0-1,1 0 1,-1 0-1,1 0 0,0 0 1,1 0-1,-1-1 1,1 1-1,-1-1 0,1 1 1,0-1-1,0 0 1,1 0-1,-1-1 1,1 1-1,-1-1 0,1 1 1,0-1-1,0 0 1,0-1-1,0 1 0,0-1 1,0 1-1,0-1 1,1 0-1,-1-1 1,0 1-1,1-1 0,-1 0 1,1 0-1,-1 0 1,0-1-1,1 1 0,-1-1 1,0 0-1,0-1 1,0 1-1,0-1 1,0 1-1,0-1 0,0 0-5,13-11 25,-1 1 0,0-2-1,-1 0 1,-1-1 0,0-1-1,-1 0 1,-1-1-1,-1 0 1,0 0 0,-1-1-1,-1-1 1,-1 0 0,0 0-1,-1-1 1,-2 1 0,0-2-1,2-12-24,-3 12 21,-1 0-1,-1 0 0,-1 0 1,-1-1-1,0 1 1,-2 0-1,-1 0 0,0 0 1,-1 0-1,-5-12-20,6 24 32,0 1-1,0 0 1,-1-1 0,0 1-1,0 0 1,-1 1-1,0-1 1,0 1-1,-1 0 1,0 0 0,0 1-1,-1 0 1,0 0-1,0 0 1,0 1 0,-1 0-1,1 0 1,-1 1-1,0 0 1,-1 1-1,1 0 1,-1 0 0,1 0-1,-1 1 1,-9-1-32,9 2 27,0 1 0,-1 0 1,1 0-1,-1 1 1,1 0-1,0 1 0,-1 0 1,1 0-1,0 1 0,0 0 1,1 1-1,-1 0 0,1 0 1,-1 1-1,1 0 0,1 0 1,-1 1-1,1 0 1,0 0-1,0 1 0,1 0 1,-1 0-1,2 1 0,-1-1 1,1 1-1,0 0 0,1 1 1,0-1-1,0 1 1,1 0-1,-2 7-27,-1 1 34,1-1 0,1 1 0,0 0-1,1 1 1,1-1 0,1 0 0,0 1 0,1-1 0,1 1 0,1-1 0,0 0 0,2 1-1,0-1 1,0-1 0,2 1 0,0-1 0,2 4-34,-4-11-14,0-1 0,1 1 0,0-1 0,0 0 0,1-1 0,0 1 0,0-1 0,1 0 0,0-1 0,0 1 0,0-1 0,1-1 0,0 1 0,0-2 0,0 1 0,1-1 0,0 0 0,-1-1 0,1 1 0,1-2 0,-1 0 0,0 0 0,1 0 0,-1-1 0,1-1 0,-1 0 0,1 0 0,-1 0 0,1-1 0,-1-1 0,0 0 0,1 0 0,-1-1 0,0 0 0,0 0 0,-1-1 0,1 0 0,0-1 14,0-3-36,0-1 1,0 0-1,-1 0 1,-1 0-1,0-1 1,0 0-1,0-1 1,-2 0-1,1 0 1,-1 0-1,-1 0 1,0-1-1,0 1 1,-1-1-1,-1 0 1,0-3 35,-1 8-135,-1 0 0,1 0 0,-2 1 0,1-1 0,-1 0 0,0 1 0,0-1 0,0 0 0,-1 1 0,0-1 0,-1 1 0,0 0-1,0 0 1,0 0 0,0 0 0,-1 0 0,0 1 0,0 0 0,-1 0 0,1 0 0,-1 0 0,0 0 0,0 1 0,-1 0 0,1 0 0,-1 1 0,0 0 0,0 0 0,-6-3 135,-85-17-5546,60 22 937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8:23.357"/>
    </inkml:context>
    <inkml:brush xml:id="br0">
      <inkml:brushProperty name="width" value="0.2" units="cm"/>
      <inkml:brushProperty name="height" value="0.4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527 1 3673,'0'0'2128,"0"0"-70,0 0 272,0 0-983,-22 5-298,5-1-800,8-3-147,1 0-1,0 1 1,0 0-1,0 1 1,0-1 0,0 2-1,1-1 1,-1 1-1,1 0 1,0 0-1,0 1 1,1 0-1,-1 0 1,1 1 0,0-1-1,-5 8-101,-3 5 275,0 1 0,1 1 1,1 1-1,0-1 0,2 2 0,1-1 0,1 2 0,0-1 1,2 1-1,0 0 0,2 0 0,0 9-275,3-28 40,1-1 0,1 1 0,-1 0-1,0 0 1,1 0 0,0-1 0,0 1 0,0 0 0,0-1-1,1 1 1,0-1 0,-1 1 0,1-1 0,0 0 0,1 0 0,-1 0-1,0 0 1,1 0 0,0 0 0,-1-1 0,1 1 0,0-1-1,1 0 1,-1 0 0,0 0 0,0 0 0,1-1 0,-1 1-1,1-1 1,0 0 0,-1 0 0,1 0 0,0 0 0,0-1-1,-1 0 1,1 1 0,0-1 0,0-1 0,2 1-40,186-14 728,-185 13-717,-1-1 1,1 0 0,-1 0 0,1-1-1,-1 0 1,0 0 0,0-1 0,0 1-1,-1-1 1,1-1 0,-1 1 0,0-1 0,0 0-1,-1 0 1,1 0 0,-1 0 0,0-1-1,-1 0 1,1 0 0,-1 0 0,0 0-1,-1 0 1,1-1 0,-1 1 0,0-1-1,0-6-11,0 2 4,-2 1-1,1-1 1,-1 0-1,0 1 0,-1-1 1,-1 1-1,1-1 1,-2 1-1,1 0 0,-1 0 1,-1 0-1,0 0 1,0 0-1,-1 1 0,-1 0 1,1 0-1,-1 0 1,-1 1-1,1-1 0,-1 2 1,-1-1-1,0 1 1,0 0-1,0 1 0,-1-1 1,0 2-1,0-1 1,0 1-1,-1 1-3,-2-4 24,-1 1 1,0 1-1,-1 0 1,1 1-1,-1 0 0,0 1 1,-1 1-1,1 0 1,-1 1-1,1 0 0,-1 1 1,1 1-1,-1 1 0,0 0 1,1 0-1,-1 2 1,1-1-1,0 2 0,0 0 1,0 1-1,0 0 1,1 1-1,0 1 0,0 0 1,1 1-1,-1 0 0,2 0 1,-1 2-1,1-1 1,1 2-1,0-1 0,0 1 1,1 1-1,0 0 1,1 0-1,1 0 0,0 1 1,0 0-1,2 1 0,-1-1 1,2 1-1,-3 11-24,5-16 13,0 0-1,1 1 1,0-1 0,0 0-1,1 1 1,0-1-1,1 0 1,0 1-1,1-1 1,0 0 0,0 0-1,1 0 1,0 0-1,0-1 1,1 1 0,0-1-1,1 0 1,0 0-1,0 0 1,0 0-1,1-1 1,1 0 0,-1 0-1,1-1 1,0 0-1,0 0 1,1-1-1,0 0 1,0 0 0,0 0-1,0-1 1,1-1-1,0 1 1,-1-1 0,1-1-1,1 0 1,3 1-13,11 0 19,0-1 0,-1 0 1,1-2-1,0-1 0,0-1 1,-1-1-1,1-1 0,-1-1 0,0-1 1,0-1-1,-1-1 0,1-1 1,-2-1-1,0-1 0,0 0 1,-1-2-1,0-1 0,-1 0 1,-1-1-1,0-1 0,2-4-19,-14 14 9,0 0-1,0-1 1,-1 0-1,0 0 1,0-1 0,0 1-1,-1-1 1,0 0-1,-1 0 1,0 0-1,0-1 1,-1 1 0,0-1-1,0 0 1,-1 1-1,0-1 1,-1 0 0,1 0-1,-2 0 1,1 0-1,-2 1 1,1-1-1,-1 0 1,0 1 0,-1-1-1,0 1 1,0 0-1,-1 0 1,0 0-1,0 0 1,-1 1 0,0-1-1,0 1 1,-1 1-1,1-1 1,-2 1-1,1 0 1,-1 0 0,0 0-1,0 1 1,0 0-1,-1 1 1,0 0 0,-7-3-9,6 3 53,1 0 1,-2 0-1,1 1 1,0 0 0,-1 1-1,1 0 1,-1 1-1,1 0 1,-1 0 0,0 1-1,0 0 1,1 1 0,-1 0-1,0 0 1,1 1-1,-1 1 1,1-1 0,0 1-1,0 1 1,0 0 0,0 0-1,0 1 1,1 0-1,0 0 1,0 1 0,1 0-1,-1 1 1,1-1-1,1 1 1,-1 1 0,1-1-1,0 1 1,1 0 0,-3 6-54,1-4-9,1 1 0,0 1 0,0-1 0,1 1 0,1 0 0,0 0 0,1 0 0,0 1 0,0-1 1,2 1-1,-1 0 0,2 0 0,0-1 0,0 1 0,1 0 0,1 0 0,0-1 0,1 1 0,0-1 1,1 0-1,0 0 0,1 0 0,0 0 0,1-1 0,0 0 0,1 0 0,0 0 0,1-1 0,0 0 1,1-1-1,0 0 0,0 0 0,1-1 0,0 0 0,0 0 0,1-1 0,0-1 0,0 0 0,1 0 0,0-1 1,0-1-1,0 0 0,11 2 9,-18-4-130,1 0 0,-1-1 0,1 1 0,-1-1 0,1-1 0,0 1 0,0-1 0,-1 0 0,1 0 0,0 0 0,0-1 0,-1 0 0,1 0 0,0 0 0,-1-1 0,0 0 0,1 0 0,-1 0 0,0-1 0,0 0 0,0 0 0,0 0 0,0 0 0,-1-1 0,0 0 0,0 0 0,0 0 0,0 0 0,0-1 0,-1 0 0,0 1 0,0-1 0,0 0 0,-1-1 0,1 1 0,-1 0 0,0-1 0,-1 1 0,1-1 0,-1-1 130,-30-116-2558,-21 51-2504,11 28-4606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2:35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615 1766 5857,'0'0'799,"0"0"1202,0 0 43,0 0-968,0 0-494,0 0 74,23 0 255,334 0 2800,579-16-400,-435 15-3247,-425-9 82,-103 3-2010,4-9-10259,14 8 10809</inkml:trace>
  <inkml:trace contextRef="#ctx0" brushRef="#br0" timeOffset="570.273">1645 1977 408,'0'0'10685,"0"0"-7139,0 0-2850,-13 22-493,-94 168 4,99-161-201,8-28 46,5-1 87,459-33 689,-461 26-6222,-3-11 2742,0 14 2010,0-9-302</inkml:trace>
  <inkml:trace contextRef="#ctx0" brushRef="#br0" timeOffset="886.5">1885 1912 5209,'0'0'5148,"0"0"-2720,0 0-1271,0 0-301,-6 27 515,-32 174 1891,6 236-155,41-452-8240,33-48-5118,-19 30 8530</inkml:trace>
  <inkml:trace contextRef="#ctx0" brushRef="#br0" timeOffset="-2949.153">1480 939 5449,'0'0'618,"0"0"-370,0 0-163,0 0 15,0 0 280,0 0 1430,1-6 446,4-16-381,-27 19 2154,12 13-3909,1 0-1,0 1 0,1 0 0,0 1 1,0 0-1,1 0 0,1 1 1,0-1-1,1 1 0,0 1 1,1-1-1,0 1 0,1 1-119,-4 0 152,1 0 0,1 0 0,0 1-1,1-1 1,0 1 0,2 0-1,0 1 1,0-1 0,2 0 0,0 0-1,1 1 1,0-1 0,1 0 0,1 0-1,1 0 1,0 0 0,1-1 0,1 1-1,0-1 1,1-1 0,1 1 0,0-1-1,1-1 1,0 1 0,1-1 0,1-1-1,0 0 1,4 3-152,81 28 93,-52-38-2554,-44-10-2505,-7-13 1282,-12-4-125,-3 0 2211</inkml:trace>
  <inkml:trace contextRef="#ctx0" brushRef="#br0" timeOffset="-2686.027">1628 1263 5553,'0'0'6546,"0"0"-3506,0 0-959,0 0-1041,0 0-528,0 0 600,0 0-480,37-18-224,-19 16-271,-1 0-137,3 0-49,-1-3 1,1 1-472,2-5-896,1-2-888,-1-11-3346,-2-1 1417,-6 3 3217</inkml:trace>
  <inkml:trace contextRef="#ctx0" brushRef="#br0" timeOffset="-2198.195">1920 1043 5657,'0'0'1601,"0"0"1745,0 0-1642,0 0-993,0 0-291,0 0 119,15-7 129,53-23-119,-66 28-530,0 0 0,0 0 0,0 1-1,0-1 1,0 0 0,1 1 0,-1 0-1,1 0 1,-1 0 0,1 0 0,-1 0-1,1 0 1,0 0 0,-1 1 0,1 0-1,0-1 1,-1 1 0,1 0 0,0 0 0,0 0-1,-1 1 1,1-1 0,0 1 0,-1 0-1,1-1 1,0 1 0,-1 0 0,1 0-1,-1 1 1,0-1 0,1 1 0,-1-1-1,0 1 1,0-1 0,0 1 0,0 0 0,0 0-1,0 0 1,0 1 0,-1-1 0,1 0-1,-1 0 1,0 1 0,1-1 0,-1 1-1,0-1 1,-1 1 0,1 0 0,0-1-1,-1 1 1,1 0 0,-1-1 0,0 1 0,0 0-1,0 0 1,0-1 0,-1 2-19,-40 147 500,9-65-276,30-84-219,1-1 1,0 1-1,0 0 1,0 0-1,0 0 0,0 0 1,0 0-1,0 1 1,1-1-1,-1 0 1,1 0-1,0 0 0,0 1 1,-1-1-1,1 0 1,0 0-1,1 0 1,-1 1-1,0-1 0,1 0 1,-1 0-1,1 0 1,0 0-1,0 1 0,0-1 1,0 0-1,0 0 1,0-1-1,0 1 1,1 0-1,-1 0 0,0-1 1,1 1-1,0-1 1,-1 1-1,1-1 0,0 1 1,0-1-1,0 0 1,0 0-1,0 0 1,0 0-1,0 0 0,0-1 1,0 1-1,0-1 1,2 1-6,33-1-22,-20 2-84,0-1 0,-1-1 0,1-1 0,0 0 0,-1-2 0,1 1 0,-1-2 0,0 0 0,0-1 0,9-5 106,3-39-9795,-25 29 7709</inkml:trace>
  <inkml:trace contextRef="#ctx0" brushRef="#br0" timeOffset="-1831.356">2192 856 5697,'0'0'1721,"0"0"1649,0 0-2007,0 0-921,0 0 100,0 0 177,21 10 134,68 33-39,-78-36-707,0 1 1,0 0-1,0 0 1,-1 1-1,0 1 1,-1-1-1,0 2 1,-1-1-1,0 1 1,0 0-1,-1 1 1,-1 0-1,0 0 1,0 0-1,-2 1 1,2 4-108,4 17 217,-2 1-1,-1 1 1,-1 0 0,-2-1-1,-2 1 1,-1 0 0,-2 9-217,12 150 231,-1-167-415,-3-34-3731,-5-12-1757</inkml:trace>
  <inkml:trace contextRef="#ctx0" brushRef="#br0" timeOffset="-1299.439">2523 550 5737,'0'0'1519,"0"0"1751,0 0-1805,0 0-928,0 0-292,0 0 273,1 10 221,23 158 1230,-19-164-1900,0 1 0,0-1-1,1 1 1,0-1 0,-1-1 0,2 1-1,-1-1 1,0 0 0,0-1-1,1 1 1,0-1 0,-1-1-1,1 1 1,0-1 0,0 0-1,0-1 1,0 1 0,0-1-1,0-1 1,-1 1 0,1-1 0,1-1-69,3 2-6,102-29-162,-88 2-2635,-13-12-3773,-12 25 4755</inkml:trace>
  <inkml:trace contextRef="#ctx0" brushRef="#br0" timeOffset="-983.577">2706 547 4993,'0'0'1150,"0"0"259,0 0 2181,0 0-1731,0 0-1201,0 0-341,0 8 700,52 317 6243,-45-283-7325,0-11 1745,-4-10-3367,-1-3-3093,-2-1-4274,0-16 4900</inkml:trace>
  <inkml:trace contextRef="#ctx0" brushRef="#br0" timeOffset="-4300.533">447 1010 5505,'0'0'746,"0"0"-408,0 0 628,0 0 1957,0 0-1330,0 0-981,-23-5 325,16 3 2936,89-48-2179,-79 49-1696,0 1 1,0 0 0,1 0-1,-1 0 1,0 0-1,0 1 1,0 0-1,0-1 1,0 1 0,0 0-1,0 0 1,0 0-1,0 1 1,0-1-1,0 1 1,0 0 0,-1-1-1,1 1 1,-1 0-1,0 1 1,1-1 0,-1 0-1,0 1 1,0-1-1,0 1 1,-1 0-1,1-1 1,-1 1 0,1 0-1,-1 0 1,0 0-1,0 0 1,0 0 0,-1 0-1,1 0 1,-1 1-1,0-1 1,1 0-1,-1 0 1,-1 0 0,1 0-1,0 1 1,-1-1-1,0 0 1,1 0 0,-1 0-1,-1 0 1,0 2 1,3-1-3,0 1 1,-1 0-1,0 0 0,0 0 1,0-1-1,-1 1 0,0 0 1,0 0-1,0-1 1,0 1-1,-1 0 0,0-1 1,0 0-1,0 1 1,0-1-1,-1 0 0,1 0 1,-1 0-1,0 0 1,-1-1-1,1 1 0,0-1 1,-2 1 2,5-4-28,0 0 40,0 0-96,0 0-91,35 0-545,-26 4 714,0 0 0,0 0 0,-1 1 0,0 0 0,0 0-1,0 1 1,0 0 0,-1 0 0,0 1 0,0 0 0,-1 0 0,0 1 0,0 0 0,-1 0 0,0 0 0,0 1 0,-1 0 0,0-1 0,0 2 0,-1-1 0,-1 0-1,2 8 8,-3-13-3,-1 1 1,1 0 0,-1 0 0,0 0 0,0-1 0,-1 1 0,0 0 0,1 0 0,-2-1 0,1 1 0,0 0 0,-1-1 0,0 1 0,0-1 0,0 0 0,-1 0 0,1 0 0,-1 0 0,0 0 0,0 0 0,-1-1 0,1 1 0,-1-1 0,0 0 0,1 0 0,-1 0-1,0-1 1,-1 1 0,1-1 0,0 0 0,-1 0 0,1-1 0,-1 1 0,0-1 0,1 0 0,-1-1 0,0 1 0,0-1 0,0 1 0,0-2 0,1 1 0,-1 0 0,0-1 0,0 0 0,-1 0 1,-12 1 51,11 1 61,-1-1 0,1 1 1,0-1-1,0-1 0,-1 1 0,1-1 0,0-1 1,0 1-1,0-1 0,0 0 0,0-1 1,1 0-1,-1 0 0,1 0 0,-1-1 1,1 0-1,-3-2-112,9 5 207,0 1-38,0 0-72,0-2-137,10-4-3187,41-15-3696,-26 10 4159</inkml:trace>
  <inkml:trace contextRef="#ctx0" brushRef="#br0" timeOffset="-3528.2">956 1301 6977,'0'0'2874,"0"0"-382,0 0-1149,0 0-1022,0 18 223,0-15-490,0 1 0,0 0 0,0-1 0,0 1 0,1-1 0,-1 1 0,1-1 0,0 1 0,0-1 0,0 0 0,1 1 0,-1-1 0,1 0 0,0 0 0,0 0 0,0 0 0,0 0 0,0 0 0,1-1 0,-1 1 0,1-1 0,0 0 0,-1 1 0,1-1 0,0-1 0,0 1 0,1 0 0,1 0-54,-4-2 107,-1 0 327,0 0 404,0-18 1964,0 20-2774,-1-1 0,1 1 0,-1-1 0,0 1 0,1-1 0,-1 0 0,0 1 0,0-1 0,0 0 0,0 1-1,0-1 1,0 0 0,0 0 0,0 0 0,0 0 0,-1 0 0,1 0 0,0 0 0,-1 0 0,1-1 0,0 1 0,-1 0 0,1-1-1,-1 1 1,0-1 0,1 0 0,-1 0 0,1 1 0,-1-1 0,1 0 0,-1 0 0,0 0 0,1 0 0,-1-1 0,1 1-1,-1 0 1,1-1 0,-1 1 0,1-1 0,-1 0 0,1 1 0,-1-1 0,1 0 0,0 0 0,-1 0 0,1 0 0,0 0 0,0 0-1,0 0 1,0 0 0,0 0 0,0-1 0,0 1 0,0 0 0,0-1 0,1 1 0,-1 0 0,0-1 0,1 1 0,-1-1 0,1 0-1,0 1 1,-1-2-28,1 2-93,-3-18 212,-9 10-4371,13 2-5410,13 1 8637</inkml:trace>
  <inkml:trace contextRef="#ctx0" brushRef="#br0" timeOffset="4948.003">459 1 5569,'0'0'698,"0"0"-456,0 0-158,0 0 387,0 0 1404,0 0-432,-8 19-541,-90 148 715,35-91 34,39-51-1468,2 0 1,1 1-1,1 1 1,1 1-1,2 1 1,0 1-1,2 0 1,2 1-1,1 0 1,1 1-1,1 1-183,-32 395 2767,32-361-2414,-5 11-268,5 2 0,2-1 0,5 1 0,2 0 0,7 38-85,2-84 94,0-1 1,3 0-1,0 0 1,2-1-1,2 0 0,10 16-94,53 133 381,-48-58-270,-27-99-101,0 0-1,2 0 1,0-1 0,2 0-1,0 0 1,2 0 0,0-1-1,2 0 1,0-1 0,2 0-1,0-1 1,1 0 0,1-1 0,1-1-1,0-1 1,1 0 0,1-1-1,18 12-9,264 104 410,-339-170 2523,26-33-7355,65-5-6515,-12 36 7223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2:43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45 5521,'0'0'668,"0"0"163,0 0 1562,0 0-572,0 0-719,0 0-158,-5 6 2636,315-10-2804,-274-3-734,-36 7 46,0 0 227,0 0-4,0 0 69,0 0-163,0 0-95,0 0-96,0 0-38,0 0-28,0 0 4,0 0-8,0 0-86,0 0-13,23-13-6426,-11 0 2833,0-1 2182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2:4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227 18 5233,'0'0'930,"0"0"133,0 0 2025,0 0-1047,0 0-709,0 0-367,-10-18 2093,-64 78-2505,69-54-489,-10 12 39,1 0 0,0 1 0,1 1 0,1 0 0,1 1 0,1 0 1,1 0-1,0 1 0,2 1 0,1-1 0,0 1 0,2 0 0,1 1 0,0-1 1,2 24-104,2-43 14,0 1 1,0 0 0,1 0-1,-1-1 1,1 1 0,0-1-1,1 1 1,-1-1 0,1 0-1,0 0 1,0 0 0,0-1-1,0 1 1,1 0 0,-1-1-1,1 0 1,0 0 0,0 0-1,0-1 1,0 1 0,1-1-1,-1 0 1,1 0 0,-1-1-1,1 1 1,0-1 0,0 0-1,0 0 1,0 0-15,145 12 349,-144-12-336,-1-1 0,0 0 0,1 0-1,-1-1 1,1 1 0,-1-1-1,0 0 1,1 0 0,-1-1-1,0 0 1,0 0 0,0 0 0,0 0-1,0-1 1,-1 0 0,1 0-1,-1 0 1,0-1 0,0 1-1,0-1 1,0 0 0,0 0 0,-1 0-1,0-1 1,0 1 0,0-1-1,0 0 1,-1 0 0,0 0-1,0 0 1,0 0 0,-1 0 0,0 0-1,0-1 1,0 1 0,0 0-1,-1-1 1,0 1 0,0-1-1,0 1 1,-1 0 0,0-1-13,-3 1 11,0 0 1,0 0 0,0 1-1,-1 0 1,0 0-1,0 0 1,0 1-1,0-1 1,-1 1-1,1 0 1,-1 1 0,0-1-1,1 1 1,-1 0-1,0 1 1,-1-1-1,1 1 1,0 1-1,0-1 1,0 1 0,-1 0-1,1 0 1,0 1-1,-3 0-11,4-3-14,-1 1 0,1 0 0,-1 0-1,1 0 1,-1 0 0,1 1 0,-1 0 0,0 0-1,1 0 1,-1 1 0,1 0 0,-1 0 0,1 1-1,-1-1 1,1 1 0,0 0 0,0 0 0,0 1-1,0 0 1,0 0 0,1 0 0,-1 0 0,1 1-1,0 0 1,-1-1 0,2 2 0,-1-1 0,1 0-1,-1 1 1,1-1 0,0 1 0,1 0 0,-1 0-1,1 0 1,0 1 0,0-1 0,1 0-1,0 1 1,-1-1 0,2 1 0,-1 0 0,1-1-1,0 2 15,4-3-431,0 0 0,0 0-1,1 0 1,-1-1-1,1 0 1,0 0 0,0 0-1,0 0 1,0-1-1,0 0 1,1 0-1,-1 0 1,1-1 0,-1 0-1,1 0 1,0 0-1,0-1 1,-1 0 0,1 0-1,0 0 1,-1 0-1,1-1 1,0 0 0,-1-1-1,1 1 1,3-2 431,-2 2-935,47-8-3577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2:45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4017,'0'0'2492,"0"0"1256,0 0-1250,0 0-1322,0 0-772,0 0-287,0 0 141,0 27 605,3 12-445,-2-28 784,0-27 2888,-5 36-4550,4-19 455,-1 0-1,0 0 0,0 0 0,1 1 0,-1-1 1,0 0-1,1 1 0,-1-1 0,1 0 0,0 1 1,-1-1-1,1 0 0,0 1 0,0-1 0,0 1 1,0-1-1,0 0 0,0 1 0,0-1 0,1 0 1,-1 1-1,0-1 0,1 1 0,-1-1 1,1 0-1,-1 0 0,1 1 0,0-1 0,0 0 1,-1 0-1,1 0 0,0 0 0,0 0 0,0 0 1,0 0-1,0 0 0,0 0 0,1 0 0,-1-1 1,0 1-1,0 0 0,1-1 0,-1 1 0,0-1 1,1 1-1,-1-1 0,0 0 0,1 0 0,-1 1 1,1-1 5,0 0 18,0-1 1,0 1 0,0-1-1,0 1 1,1-1 0,-1 0-1,0 1 1,0-1-1,-1 0 1,1 0 0,0-1-1,0 1 1,0 0 0,-1 0-1,1-1 1,-1 1 0,1-1-1,-1 0 1,1 1 0,-1-1-1,0 0 1,0 0-1,0 0 1,0 0 0,0 0-1,0 0 1,-1 0 0,1 0-1,-1 0 1,1 0 0,-1 0-1,0-1 1,0 1-1,0 0 1,0 0 0,0 0-1,0 0 1,-1-1 0,1 1-1,-1 0 1,1 0 0,-2-2-19,2-10 182,-11 6-1447,5 22-7120,6-10 3602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2:47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198 683 5553,'0'0'699,"0"0"592,0 0 2300,0 0-1521,0 0-1315,0 0-188,-3 0 198,-4 4-696,1 1 0,-1-1-1,1 1 1,0 1-1,1-1 1,0 1 0,-1 0-1,2 0 1,-1 0 0,1 0-1,0 1 1,0 0 0,1 0-1,0 0 1,-2 5-69,-6 10 100,-5 6 206,1 1 1,2 0-1,1 1 1,1 0-1,2 1 1,1 0 0,2 0-1,0 1 1,2 0-1,2 0 1,1 0-1,1 0 1,5 27-307,-3-49 91,1 1-1,1 0 1,0-1 0,0 0 0,1 1 0,1-2-1,-1 1 1,2-1 0,-1 0 0,1 0 0,0-1-1,1 1 1,0-2 0,1 1 0,-1-1 0,1-1-1,1 1 1,-1-2 0,1 1 0,0-1 0,0-1-1,6 2-90,-17-4-7429,-12-3 1320,7-8 4502</inkml:trace>
  <inkml:trace contextRef="#ctx0" brushRef="#br0" timeOffset="316.289">257 1065 5233,'0'0'2374,"0"0"2999,0 0-2750,0 0-1598,0 0-637,0 0-23,24 0 634,12 2-792,46-3 448,-34-12-3732,-29-6-4099,-15 10 4844</inkml:trace>
  <inkml:trace contextRef="#ctx0" brushRef="#br0" timeOffset="744.266">509 885 3673,'0'0'2656,"0"0"1004,0 0-1602,0 0-968,0 0-595,0 0-52,11-6 102,121-32 714,-130 39-1251,-1 0-1,1 1 0,0-1 1,-1 1-1,1 0 0,-1 0 1,0-1-1,1 1 0,-1 0 1,0 0-1,0 0 0,0 0 0,0 0 1,-1 0-1,1 1 0,0-1 1,-1 0-1,0 0 0,1 0 1,-1 1-1,0-1 0,0 0 1,0 0-1,-1 1 0,1-1 1,0 0-1,-1 0 0,0 0 0,0 2-7,0 5 14,-1 5 35,-2 0-1,0 0 1,0 0 0,-2 0-1,1-1 1,-2 0 0,0 0 0,0 0-1,-1-1 1,-10 11-49,-22 41 422,36-58-383,1 0-1,-1 0 0,1 1 1,0-1-1,1 1 0,0 0 1,0 0-1,0 0 0,1 0 0,0 0 1,1 0-1,-1 0 0,1 0 1,0 0-1,1 2-38,2-6 43,1 0 0,-1 0-1,0 0 1,1-1 0,0 0 0,0 0-1,-1 0 1,1 0 0,0 0 0,0-1-1,1 1 1,-1-1 0,0 0 0,0-1-1,1 1 1,-1-1 0,0 0 0,1 0-1,-1 0 1,0 0 0,1-1 0,0 0-43,2 1 27,96 0 267,-94-10-6624,-9 6 3998,0-2-687</inkml:trace>
  <inkml:trace contextRef="#ctx0" brushRef="#br0" timeOffset="1110.908">667 670 5657,'0'0'1130,"0"0"1230,0 0-389,0 0-834,0 0-760,0 0-42,6 7 596,-5-5-872,25 28 544,-1 2 1,-2 1 0,-1 1 0,-2 1 0,-1 0-1,-1 2 1,-3 0 0,-1 1 0,-1 0 0,-3 1-1,-1 0 1,-1 1 0,-2 6-604,-4-32-95,-1 0-1,0 0 1,-1 1-1,0-1 1,-1 0 0,0 0-1,-2 0 1,0 0-1,0 0 1,-1 0 0,-1-1-1,0 0 1,-1 0 0,0 0-1,-1-1 1,0 0-1,-1 0 1,-1 0 0,-3 2 95,12-13-180,0-1-1,0 1 1,-1-1 0,1 1 0,-1-1 0,1 1 0,0-1 0,-1 1 0,1-1 0,-1 1 0,1-1 0,-1 0 0,1 1 0,-1-1 0,1 0 0,-1 1 0,1-1 0,-1 0-1,0 0 1,1 0 0,-1 0 0,1 1 0,-1-1 0,0 0 0,1 0 0,-1 0 0,0 0 0,1 0 0,-1 0 0,1-1 0,-1 1 0,0 0 0,1 0 0,-1 0-1,1 0 1,-1-1 0,1 1 0,-1 0 0,0-1 0,1 1 0,-1 0 0,1-1 0,0 1 0,-1-1 0,1 1 0,-1-1 0,1 1 0,0-1 0,-1 1 0,1-1 0,0 1-1,-1-1 1,1 1 0,0-1 0,0 0 0,0 1 0,-1-1 0,1 1 0,0-1 0,0 0 0,0 1 0,0-1 180,-1-22-2141</inkml:trace>
  <inkml:trace contextRef="#ctx0" brushRef="#br0" timeOffset="1750.17">944 447 4729,'0'0'1703,"0"0"858,0 0-477,0 0-1022,0 0-492,0 0 13,71 0 2561,-67 2-3080,-1 0 0,1 0 1,0 0-1,-1 0 1,0 1-1,0-1 1,1 1-1,-2 0 1,1 0-1,0 0 1,0 0-1,-1 1 1,0-1-1,0 0 1,0 1-1,0 0 0,0 0 1,-1-1-1,1 1 1,-1 0-1,0 0 1,-1 0-1,1 0 1,-1 0-1,1 1 1,-1-1-1,0 0 1,-1 0-1,1 0 1,-1 0-1,0 0 1,0 0-1,0 0 0,-1 3-64,1 13 224,-41 168 1036,45-185-1240,-1-1 0,1 1 0,0-1 0,0 0 0,0 0 0,0 0 0,0 0 0,0 0 0,0-1 0,1 0 0,-1 1 0,0-1 0,1 0 0,-1-1 0,1 1 0,0-1 1,-1 1-1,1-1 0,-1 0 0,1 0 0,0-1 0,-1 1 0,1-1 0,-1 0 0,1 1 0,0-2-20,10 2 79,23-11-739,-17-7-7759,-13 9 1764</inkml:trace>
  <inkml:trace contextRef="#ctx0" brushRef="#br0" timeOffset="2493.843">1142 38 5065,'0'0'1564,"0"0"1512,0 0-1419,0 0-830,0 0-140,0 0 563,-8-6 121,-23-19-278,23 18-505,8 7-233,0 0-110,0 0-22,0 0-93,0 3 14,4 16 54,0-2 0,2 1 0,0 0 0,1-1 0,0 0 0,2-1 0,0 0 0,1 0 0,0-1 1,1 0-1,1-1 0,1 1-198,-9-10 78,73 92 1133,-46-64-1072,-2 2-1,-2 1 1,-1 1-1,-2 1 1,-1 1-1,-3 1 1,-1 1-1,-1 1 1,-3 0-1,3 15-138,-9 12 192,-3 1 1,-3-1-1,-3 1 0,-3 0 0,-3-1 0,-4 1 0,-2-2 1,-3 1-1,-3-2 0,-3 0 0,-15 27-192,-15 10-96,30-117-15343,16-5 11967</inkml:trace>
  <inkml:trace contextRef="#ctx0" brushRef="#br0" timeOffset="3880.555">1451 1579 5945,'0'0'1311,"0"0"2322,0 0-1774,0 0-916,0 0-603,0 0-105,-18 80 2384,-5-12-1939,-2-1 0,-4-1 0,-3-2 1,-34 53-681,15-49 140,50-67-146,1-1-32,0 0-132,0 0-146,0 0-336,0 0-2,0 0 264,0 0 255,0 0 55,0 0 52,0 0 8,0 0-159,0 0-674,0 0-1018,4-6-2831,4-14 2675,-5 11 1321,7-7-12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2:52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279 1 5513,'0'0'666,"0"0"426,0 0 2233,0 0-1457,0 0-761,0 0-395,0 4 348,-1 217 5074,0 7-4794,1-219-1438,-1 0 0,2 0 1,0 0-1,0 0 0,0 0 0,1 0 0,1 0 1,-1-1-1,1 1 0,1-1 0,0 0 1,0 0-1,0 0 0,1 0 0,0-1 0,1 1 1,0-1-1,0-1 0,1 2 98,-3-8-7066,-5-5 3303,-8-15 804,-7-2 1685</inkml:trace>
  <inkml:trace contextRef="#ctx0" brushRef="#br0" timeOffset="368.164">0 381 7066,'0'0'2461,"0"0"-1107,0 0-503,24 2 114,154 7 1086,-92-9-1099,1-3 0,-1-5 0,-1-3 0,3-4-952,-90 15 1137,-5 2-1738,0-18-9301,7-2 7834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2:55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284 289 6329,'0'0'162,"0"0"-58,0 0 749,0 0 2123,0 0-1237,0 0-591,2-5-307,4-17 149,-25 36 1029,-52 118-1775,32-41 261,4 1-1,4 3 1,5 0-1,3 1 1,5 2-1,4 0 1,4 1-1,4-1 1,7 63-505,-1-124 241,3 1-1,1-1 1,2 0 0,1 0-1,2 0 1,2-1 0,1-1-1,2 0 1,1 0 0,2-2-1,1 0 1,1-1-1,2 0 1,2-2 0,0-1-1,2-1 1,1-1 0,1-1-1,2-1 1,28 19-241,339 192 488,-396-236-612,0 0-149,0-53-5317,6-144-7120,3 127 10193</inkml:trace>
  <inkml:trace contextRef="#ctx0" brushRef="#br0" timeOffset="854.454">716 832 5881,'0'0'1497,"0"0"2465,0 0-2097,0 0-1122,0 0-441,0 0 279,8 2 378,184 10 1709,-135-13-4560,-46-6-3326,2-17 1561,-9 15 2245,8-11-410</inkml:trace>
  <inkml:trace contextRef="#ctx0" brushRef="#br0" timeOffset="1523.851">1285 614 4585,'0'0'2438,"0"0"2347,0 0-2053,0 0-1563,0 0-720,13-3-284,134-16 212,-143 21-352,-1 0 0,1 0 0,-1 0 0,1 1 0,-1-1 0,0 1 0,0 0 0,0 0 0,-1 0 0,1 1 0,0-1 0,-1 0 0,0 1 0,0 0 0,0-1 0,-1 1 0,1 0 0,-1 0 0,0 0 0,0 0 0,0 0 0,0 0 0,-1 1 0,0-1 0,0 0 0,0 0 0,0 0 0,-1 0 0,1 0 0,-1 0 0,0 1 0,0-1 1,-1-1-1,1 1 0,-1 0 0,0 0 0,0-1 0,0 1 0,-1-1 0,1 1 0,-1-1 0,1 0 0,-2 1-25,0 1 126,0 0-1,-1-1 1,1 1 0,-1-1-1,0 0 1,0 0 0,0 0 0,0-1-1,-1 0 1,1 0 0,-1 0 0,0-1-1,0 0 1,0 0 0,0 0-1,0-1 1,0 0 0,-5 0-126,11-1 227,0 0-174,9 0-56,20-1-109,-25 0 107,0 0 0,0 1 0,0-1-1,1 1 1,-1 0 0,0 0 0,0 0 0,0 0-1,1 1 1,-1-1 0,0 1 0,0 0-1,0 1 1,0-1 0,0 1 0,0-1 0,-1 1-1,1 0 1,0 1 0,-1-1 0,0 1 0,1-1-1,-1 1 1,0 0 0,0 0 0,-1 0 0,1 1-1,-1-1 1,1 1 0,-1-1 0,0 1 0,1 3 5,15 104 157,-97-98 18,39-13-1963,1 0-6777,26 0 6286</inkml:trace>
  <inkml:trace contextRef="#ctx0" brushRef="#br0" timeOffset="1822.297">1159 1292 6241,'0'0'1347,"0"0"2822,0 0-2167,0 0-1477,0 0 180,0 0 393,20 3 195,141 14 502,1-39-265,-28 1-1482,-44 22-3028,-85 26-6922,-9-14 8488</inkml:trace>
  <inkml:trace contextRef="#ctx0" brushRef="#br0" timeOffset="2251.61">1482 1550 1088,'0'0'5560,"0"0"701,0 0-3224,0 0-1723,0 0-902,0 0-147,-2 6 150,-6 12-155,1 0 1,0 1-1,1 0 1,1 0-1,1 0 1,1 1-1,1-1 1,0 1-1,2 16-260,65-21 203,94-14-1775,-159-1 127,0 0-303,0 0-1042,0-7-1941,0-8 3458,0 3 886</inkml:trace>
  <inkml:trace contextRef="#ctx0" brushRef="#br0" timeOffset="2635.648">1648 1534 3625,'0'0'3150,"0"0"2123,0 0-2282,0 0-1745,0 0-483,0 0-39,-1 2 2646,-3 20-2437,-1 554 2483,5-576-3407,0 0 31,0 0-132,0-11-1454,0-84-11846,0 59 9707</inkml:trace>
  <inkml:trace contextRef="#ctx0" brushRef="#br0" timeOffset="5721.682">2305 963 5537,'0'0'1561,"0"0"2481,0 0-1941,0 0-1131,0 0-263,0 0 305,0 0 319,15 24 601,1-2-805,-31-37 1255,14 16-2378,1-1 0,0 0-1,0 1 1,0-1 0,0 0-1,-1 1 1,1-1 0,0 0-1,0 1 1,-1-1 0,1 0-1,0 1 1,0-1 0,-1 0-1,1 0 1,0 1 0,-1-1-1,1 0 1,0 0 0,-1 0-1,1 1 1,-1-1 0,1 0-1,0 0 1,-1 0 0,1 0-1,-1 0 1,1 0 0,0 0-1,-1 0 1,1 0 0,-1 0-1,1 0 1,0 0 0,-1 0-1,1 0 1,-1 0 0,1 0-1,0-1 1,-1 1 0,1 0-1,-1 0 1,1 0 0,0-1-1,-1 1 1,1 0 0,0 0 0,0-1-1,-1 1-3,22 33-32,33-12-8,-54-54 207,-4 30-168,1-1 0,-1 1 0,0 0 0,0 0 0,0 0 0,-1 1-1,1-1 1,-1 1 0,1 0 0,-1 0 0,1 1 0,-1-1 0,0 1 0,0 0 0,0 0 0,0 1 0,0-1 0,0 1 0,0 1 0,0-1 0,0 0-1,0 1 1,0 0 0,0 0 0,-3 2 1,6-3-6,1 1-1,-1 0 1,0 0-1,0-1 1,1 1-1,-1 0 1,0 1-1,1-1 1,-1 0-1,1 0 1,-1 1-1,1-1 1,0 0-1,-1 1 1,1 0-1,0-1 1,0 1-1,0 0 1,0-1-1,1 1 1,-1 0-1,0 0 1,1 0-1,-1 0 1,1-1-1,0 1 1,-1 0-1,1 0 1,0 0-1,0 0 1,0 0-1,1 0 1,-1 0-1,0 0 1,1 0-1,-1 0 1,1-1-1,0 1 1,-1 0-1,1 0 1,0 0-1,0-1 1,0 1-1,1-1 1,-1 1-1,0-1 1,0 1-1,1-1 1,-1 0-1,1 1 1,-1-1-1,1 0 1,0 0-1,-1 0 1,1 0-1,1 0 7,6 2-9,1 0 0,0 0-1,0-1 1,0 0 0,0-1 0,0 0-1,1-1 1,-1 0 0,0 0 0,0-1-1,0-1 1,0 0 0,0 0 0,0-1-1,0 0 1,6-3 9,-16 4 10,1 0 0,-1 0 0,0 0 0,0 0-1,1 0 1,-1-1 0,-1 1 0,1 0 0,0 0 0,0 0-1,-1 0 1,1 0 0,-1 0 0,0 0 0,0 0 0,1 0 0,-1 0-1,0 0 1,-1 1 0,1-1 0,0 0 0,0 1 0,-1-1-1,1 1 1,-1-1 0,0 1 0,1-1 0,-1 1 0,0 0-1,0 0 1,0 0 0,1 0 0,-1 0 0,0 1 0,0-1 0,0 0-1,0 1 1,-1 0 0,1-1 0,0 1 0,0 0 0,0 0-1,0 0 1,0 0 0,0 1 0,0-1 0,-2 1-10,-9 5-2190,41 4-2192,55-9-3695,-44-1 6162</inkml:trace>
  <inkml:trace contextRef="#ctx0" brushRef="#br0" timeOffset="11019.654">2481 1192 5553,'0'0'472,"0"0"-160,0 0-312,0 0 0,0 0-128,0 0-304,0 0 232,-30 0 128,30 0 8,8 0-456</inkml:trace>
  <inkml:trace contextRef="#ctx0" brushRef="#br0" timeOffset="6503.29">2851 676 7146,'0'0'997,"0"0"446,0 0-115,0 0-593,0 0-212,0 0 217,0-6 531,0 3-1159,0 0 1,1 0-1,-1 0 0,0 0 1,1 0-1,0 0 0,-1-1 1,1 1-1,1 1 0,-1-1 0,0 0 1,1 0-1,-1 0 0,1 1 1,0-1-1,0 1 0,0-1 1,0 1-1,0 0 0,1 0 1,-1 0-1,1 0 0,-1 0 0,1 0 1,0 1-1,-1 0 0,1-1 1,1 1-113,2-3 111,1 1 1,0-1 0,0 1 0,0 1-1,0 0 1,0 0 0,0 0 0,1 1-1,-1 0 1,0 0 0,1 1 0,-1 0-1,1 0 1,5 1-112,-11 2 6,1-1 1,0 1-1,-1 0 0,0-1 0,1 1 0,-1 1 1,-1-1-1,1 0 0,0 0 0,-1 1 1,1-1-1,-1 1 0,0-1 0,0 1 1,-1-1-1,1 1 0,-1 0 0,1-1 0,-1 1 1,0 0-1,-1-1 0,1 1 0,-1 0 1,0 1-7,1 1 2,-3 17 2,-1-1 0,-2 1 0,0-1-1,-1 0 1,-1 0 0,-1-1 0,-1 0 0,-1-1-1,-1 0 1,-1-1 0,-7 8-4,-19 36-13,36-58-9,-15 24 31,13-47-377,5 15 349,0 1-1,0-1 1,0 0-1,0 0 1,1 1 0,-1-1-1,1 0 1,0 1-1,0-1 1,0 1-1,0-1 1,0 1 0,1-1-1,-1 1 1,1 0-1,0 0 1,-1 0 0,1 0-1,0 0 1,0 0-1,0 0 1,0 0 0,1 1-1,-1-1 1,0 1-1,1 0 1,-1 0 0,1 0-1,-1 0 1,1 0-1,0 0 1,-1 1-1,1-1 1,0 1 0,0-1-1,-1 1 1,1 0-1,0 1 1,2-1 19,104 42 79,-83-29 175,-8-6-102,1-1 1,0 0-1,0-2 0,0 0 1,1-1-1,0 0 0,-1-2 1,1-1-1,4 0-152,27-37-1678,-24-66-7706,-23 65 7800</inkml:trace>
  <inkml:trace contextRef="#ctx0" brushRef="#br0" timeOffset="7739.325">3296 114 6753,'0'0'4951,"0"0"-2575,0 0-1326,0 0-463,-3 2-97,157 7 1519,-152-6-1971,1 1 0,0-1 0,-1 0 1,0 1-1,0-1 0,0 1 0,0 0 0,0 0 1,-1 0-1,0 0 0,0 0 0,0 0 0,0 0 1,0 0-1,-1 0 0,0 0 0,0 0 0,0 1 1,0-1-1,-1 0 0,0 0 0,0 0 0,0 0 1,0 0-1,0 0 0,-1 0 0,0 0 0,-1 2-38,0-3 12,0 0 0,1 0 0,-1 1-1,1-1 1,0 1 0,0-1-1,0 1 1,0-1 0,1 1-1,-1 0 1,1 0 0,0 0-1,0 0 1,1 0 0,-1 0-1,1 0 1,0 0 0,0 0 0,0 0-1,1 1 1,-1-1 0,1 0-1,0 0 1,0-1 0,0 1-1,1 0 1,0 0 0,-1 0-1,1-1 1,0 1 0,1-1 0,-1 0-1,1 1 1,-1-1 0,1 0-1,0 0 1,0-1 0,0 1-1,1-1 1,-1 1 0,0-1-1,1 0 1,0 0 0,-1-1-1,1 1 1,0-1 0,0 0 0,0 0-1,0 0 1,0 0 0,2-1-12,164-14 153,-155 13 311,-6 18-12661,-20-7 10472</inkml:trace>
  <inkml:trace contextRef="#ctx0" brushRef="#br0" timeOffset="9807.438">3479 16 1456,'0'0'3600,"0"0"-2445,0 0-682,0 0 955,0 0 957,0 0-709,-2-4-442,-11-7 2243,16 317 1553,33-306-4579,191-18-156,-174 21 449,-28-2-1932,-1 0-6029,-21-8 2260,-3-13 3017,0 16 1289,0-12-103</inkml:trace>
  <inkml:trace contextRef="#ctx0" brushRef="#br0" timeOffset="10301.375">3800 107 5777,'0'0'635,"0"0"-410,0 0-118,0 0 308,0 0 1120,0 0-331,-4-9-397,-18-40 631,15 50 5279,3 75-4833,4 378 2503,15-529-13718,-10 60 5500,2-10-4737</inkml:trace>
  <inkml:trace contextRef="#ctx0" brushRef="#br0" timeOffset="12689.582">1411 1332 432,'0'0'4218,"0"0"-2825,0 0-1137,0 0-176,-3-3-47,-6-4-673,9 7 824,0-1 1,1 1-1,-1 0 0,0 0 1,1 0-1,-1-1 1,0 1-1,1 0 1,-1-1-1,0 1 0,0 0 1,1-1-1,-1 1 1,0 0-1,0-1 1,0 1-1,0 0 0,1-1 1,-1 1-1,0-1 1,0 1-1,0 0 1,0-1-1,0 1 0,0-1 1,0 1-1,0 0 1,0-1-1,0 1 1,0-1-1,0 1 1,0-1-1,-1 1 0,1 0 1,0-1-1,0 1 1,0 0-1,0-1 1,-1 1-1,1 0 0,0-1 1,0 1-1,-1 0 1,1-1-1,0 1 1,-1 0-1,1 0 0,0-1-184,483 17 3660,-338-8-3060,-1-6 1,95-12-601,-192 8 275,482-16 483,-278 10 150,-174 9-737,-1-4 1,0-2-1,0-4 0,6-5-171,145-17-132,-254 19-10967,12 2 5836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3:12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683 222 6145,'0'0'6999,"0"0"-3994,0 0-1837,0 0-409,0 0 144,0 0 112,20 11 961,-3-12-532,-47-22-367,29 24-1084,-1 1 1,1 0 0,-1 0 0,1 0 0,-1 0 0,1 0 0,0 0 0,0 0 0,0 0 0,1 0 0,-1 0-1,0 1 1,1-1 0,-1 0 0,1 1 0,0-1 0,0 0 0,0 1 0,0-1 0,0 0 0,0 1-1,1-1 1,-1 0 0,1 1 0,0-1 0,0 0 0,-1 0 0,1 0 0,1 0 0,-1 0 0,0 0 0,0 0-1,1 0 1,-1 0 0,1 0 0,0-1 0,-1 1 0,1-1 0,0 1 0,0-1 0,0 1 0,1-1 6,-25-54 274,17 49 590,-1 1-3657,-1 10-12147,7-3 12893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3:10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92 167 4505,'0'0'1302,"0"0"-602,0 0-444,0 0 324,0 0 1323,0 0-757,0-19-613,-1-1-313,5-107 3031,-6 173 4062,9 51-6604,-5-71 51,2 37-214,-3-29-394,1 1 1,2-1-1,1 0 0,1 0 1,3-1-1,0 1 1,8 14-153,-18-81-10444,-47-66 3315,32 68 6512</inkml:trace>
  <inkml:trace contextRef="#ctx0" brushRef="#br0" timeOffset="263.084">92 167 7034</inkml:trace>
  <inkml:trace contextRef="#ctx0" brushRef="#br0" timeOffset="499.404">92 167 7034,'-69'51'0,"47"-28"6604,40-23-1388,-6-1-6262,283-22 5312,-216 22-4271,-78 1-47,-1 0 81,0 0-26,0 0-2,0 0-29,0 0-104,0 0-136,0 0-374,0 0-407,0-35-10904,0 21 10048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3:13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94 606 5025,'0'0'0</inkml:trace>
  <inkml:trace contextRef="#ctx0" brushRef="#br0" timeOffset="1431.332">0 457 5537,'0'0'574,"0"0"-269,0 0 401,0 0 1549,0 0-1040,0 0-954,10-11-9,32-36 115,-40 44-291,-1 1 1,1 0 0,-1 0-1,1 0 1,0 0 0,0 0-1,0 1 1,0-1 0,0 0-1,1 1 1,-1 0 0,0-1 0,1 1-1,-1 0 1,1 0 0,-1 0-1,1 1 1,-1-1 0,1 0-1,-1 1 1,1 0 0,0 0-1,-1 0 1,1 0 0,0 0-1,-1 0 1,1 1 0,0-1-1,-1 1 1,1 0 0,-1-1-1,1 1 1,-1 1 0,1-1-1,-1 0 1,0 0 0,0 1-1,1 0 1,-1-1 0,0 1-1,0 0 1,-1 0 0,1 0-1,0 0 1,-1 0 0,1 0-1,-1 1 1,0-1 0,1 0-1,-1 1 1,0-1 0,-1 1-1,1-1 1,0 1 0,0 1-77,10 236 1856,-12-227-1816,-1 1 0,0-1-1,-1 0 1,-1 0 0,0-1-1,-1 1 1,0-1 0,-1 0 0,0 0-1,-1 0 1,0-1 0,-1 0-1,0-1 1,-9 10-40,16-19-8,0 1-1,0-1 1,0 0 0,-1 0-1,1 0 1,0 0-1,0 0 1,-1 0-1,1 0 1,-1-1 0,1 1-1,-1 0 1,1-1-1,-1 1 1,1-1-1,-1 1 1,1-1 0,-1 0-1,1 0 1,-1 0-1,0 0 1,1 0-1,-1 0 1,1 0 0,-1 0-1,0-1 1,1 1-1,-1-1 1,1 1-1,-1-1 1,1 1 0,-1-1-1,1 0 1,0 0-1,-1 0 1,1 0-1,0 0 1,0 0 0,0 0-1,-1 0 1,1 0-1,0-1 1,0 1-1,1 0 1,-1-1 0,0 1-1,0-1 1,1 1-1,-1-1 1,1 1 0,-1-1-1,1 0 9,-18-84-1247,70 82 1100,133 58 1667,-180-53-1555,0 0 0,0-1-1,0 0 1,0 0 0,0-1-1,0 1 1,0-1 0,-1 0-1,1-1 1,0 1 0,0-1 0,-1 0-1,1 0 1,0 0 0,-1-1-1,0 1 1,0-1 0,0 0-1,3-3 36,25-57-7619,-24 34 5816,-1 2 724</inkml:trace>
  <inkml:trace contextRef="#ctx0" brushRef="#br0" timeOffset="2101.664">450 4 5217,'0'0'1352,"0"0"646,0 0 411,0 0-1050,0 0-957,0 0-134,52-1 1817,70-2-394,-114 70-834,-78 105 408,70-172-1266,-1 2 9,0 0-1,0 0 0,0 0 1,1 0-1,-1 1 0,1-1 0,-1 0 1,1 0-1,0 1 0,0-1 1,0 0-1,0 0 0,0 1 1,0-1-1,1 0 0,-1 0 0,1 0 1,0 1-1,0-1 0,0 0 1,0 0-1,0 0 0,0 0 1,0 0-1,0 0 0,1-1 0,-1 1 1,1 0-1,-1-1 0,1 1 1,0-1-1,0 0 0,0 1 0,0-1 1,0 0-1,0 0 0,0 0 1,0 0-1,0 0 0,0-1 1,0 1-1,0-1 0,1 1 0,-1-1 1,2 0-8,102 0 291,-94 0-3772,-13 0-3746,-18 0 5374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3:24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34 3505,'0'0'1960,"0"0"-1237,0 0-616,0 0-46,0 0 451,0 0 1730,-7-3-602,-19-6-1066,11-5 4964,0 6-3328,4 12-2141,1 0-1,-1 1 1,1 0 0,-1 1-1,2 0 1,-1 1 0,1 0-1,0 0 1,0 1 0,1 0-1,0 1 1,0-1 0,1 1-1,0 1 1,1 0 0,-3 4-69,-6 6 227,3-4-76,0 0 0,2 1 0,0 1 1,0-1-1,2 1 0,0 1 0,1-1 1,1 1-1,1 1 0,1-1 0,0 1 0,1 0 1,2-1-1,0 1 0,1 8-151,0-22 10,1 1 0,0 0 1,0 0-1,1-1 0,0 1 0,0-1 0,0 0 0,1 1 0,0-1 0,0 0 0,1-1 1,-1 1-1,1-1 0,0 1 0,1-1 0,0 0 0,-1-1 0,1 1 0,1-1 1,-1 0-1,1 0 0,-1-1 0,1 1 0,0-1 0,1-1 0,-1 1 0,0-1 0,1 0 1,4 1-11,199 20 245,-206-25-236,1 0-1,-1 0 1,1-1 0,-1 1-1,0-1 1,0 0 0,0-1-1,-1 1 1,1 0 0,-1-1-1,0 0 1,0 0 0,0 0-1,0 0 1,-1 0 0,1-1-1,-1 1 1,0-1 0,-1 0-1,1 1 1,-1-1 0,0 0-1,0 0 1,0 0 0,-1 0-1,0 0 1,0 0 0,0 0-1,0 0 1,-1 0 0,0 0-1,0 0 1,0 1 0,-2-6-9,0 7 11,1 0 0,-1 0 0,0 0 0,1 0 0,-1 1 0,-1-1 0,1 1 0,0 0 0,-1 0 1,1 0-1,-1 0 0,1 0 0,-1 1 0,0 0 0,0 0 0,0 0 0,1 0 0,-1 0 0,0 1 0,0 0 1,0 0-1,0 0 0,0 0 0,0 1 0,0-1 0,0 1 0,0 0 0,0 0 0,0 0 0,1 1 0,-1 0 0,1-1 1,-1 1-1,1 0 0,-4 3-11,-3 1-6,0-1-1,0 2 1,1 0 0,0 0 0,0 1 0,1 0 0,0 0-1,0 1 1,1 0 0,0 0 0,1 1 0,-1-1-1,1 3 7,-5 56-3233,64-58-8667,-30-10 9907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3:30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33 5457,'0'0'678,"0"0"-404,0 0 112,0 0 1137,0 0 703,-5 0 4816,414 16-5156,-356-12-1743,-76 4 150,-25-2-309,0-1 0,1-3 0,-1-2 0,0-1 0,0-3 0,0-2 0,-26-8 16,53 10-71,-19-3 98,48 2-1448,332 1 471,-306-16-9200,-29 11 8144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3:3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1230 5521,'0'0'806,"0"0"150,0 0 2010,0 0-1119,0 0-647,0 0-462,4-1 610,-65 142-462,27-73-161,4 2-1,2 0 1,4 2-1,3 1 0,3 1 1,3 0-1,-1 39-724,14-82 193,1-1 0,1 1 0,2-1 1,0 0-1,3 1 0,0-2 0,2 1 0,1 0 0,3 3-193,15 20 145,1-1-1,3-2 1,2-1 0,2-1-1,3-2 1,1-2 0,2-1 0,15 11-145,-29-37-354,-8-46-4110,6-51-7039,-15 41 7622</inkml:trace>
  <inkml:trace contextRef="#ctx0" brushRef="#br0" timeOffset="1072.773">279 1837 5553,'0'0'798,"0"0"198,0 0 2279,0 0-1696,0 0-841,0 0 71,11 5 278,124 28 1899,-15-33-777,-40 0-4693,-66-8-6983,-10-4 6909</inkml:trace>
  <inkml:trace contextRef="#ctx0" brushRef="#br0" timeOffset="5652.564">914 2217 6041,'0'0'4473,"0"0"-2274,0 0-916,31 0-52,202-2 1176,560-71 1674,-743 73-6623,-47 2-1176,-8 6 967,-56 19-3348,26-15 5223</inkml:trace>
  <inkml:trace contextRef="#ctx0" brushRef="#br0" timeOffset="2154.78">897 1550 4977,'0'0'1752,"0"0"1517,0 0-579,0 0-1426,0 0-785,0 0-276,54-24 1098,-50 23-1255,0-1-1,-1 1 1,1-1-1,0 1 1,0 0-1,0 1 1,0-1-1,0 1 0,0-1 1,-1 1-1,1 1 1,0-1-1,0 0 1,0 1-1,0 0 1,0 0-1,0 0 1,-1 0-1,1 1 0,0-1 1,-1 1-1,1 0 1,-1 0-1,0 0 1,1 1-1,-1-1 1,0 1-1,-1-1 1,1 1-1,0 0 0,-1 0 1,1 1-1,-1-1 1,0 0-1,0 1 1,-1-1-1,1 1 1,-1 0-1,1-1 0,-1 1 1,0 0-1,-1 0 1,1 0-1,-1 0 1,1 0-1,-1 0 1,0 0-1,-1 0 1,0 2-46,-20 14 544,18-20-528,3 0 26,0 0-14,0 0-82,40 3-445,-37-1 549,1 0 0,0 1 0,-1-1-1,0 1 1,0 0 0,1 0 0,-2 0 0,1 1 0,0-1 0,-1 1 0,1-1 0,-1 1-1,0 0 1,0 0 0,-1 0 0,1 0 0,-1 0 0,0 0 0,0 1 0,0-1 0,-1 0-1,0 0 1,1 1 0,-1-1 0,-1 0 0,1 1 0,-1 3-50,-1-5 19,1-1-1,-1 1 1,0 0 0,0-1-1,0 1 1,0-1 0,0 0 0,-1 0-1,1 0 1,-1 0 0,1 0 0,-1 0-1,0-1 1,0 1 0,1-1-1,-1 0 1,0 0 0,0 0 0,0 0-1,-1 0 1,1-1 0,0 1 0,-3-1-19,-11 3-3785,4-2-3868,13-1 6459</inkml:trace>
  <inkml:trace contextRef="#ctx0" brushRef="#br0" timeOffset="3026.728">1490 1515 5209,'0'0'844,"0"0"-570,0 0 587,0 0 2112,0 0-1422,13 0 1356,-18 259 2082,6-254-4959,1 0 1,-1 0-1,1-1 0,0 1 1,1-1-1,-1 1 0,1-1 1,-1 0-1,1 0 0,1 0 0,-1-1 1,0 1-1,1-1 0,0 1 1,0-1-1,0 0 0,0-1 1,0 1-1,1-1 0,-1 0 0,1 0 1,-1 0-1,1 0 0,0-1 1,0 0-1,0 0 0,0 0 1,0-1-1,0 1 0,0-1 0,0-1 1,0 1-1,-1-1 0,1 1 1,0-1-1,0-1 0,0 1 1,0-1-1,-1 0 0,1 0 0,-1 0 1,1 0-1,-1-1 0,0 0 1,0 0-1,0 0 0,-1 0 1,1-1-1,-1 1 0,3-4-30,6-3 27,-1 1-1,-1-1 0,0-1 1,0 0-1,-1-1 0,0 1 1,-1-2-1,-1 1 1,0-1-1,0 0 0,-1-1 1,-1 1-1,0-1 0,-1 0 1,-1 0-1,0-1 0,-1 1 1,0-1-1,-1 0 1,-1 1-1,0-1 0,-1-1-26,0 12 21,0 0-1,-1-1 1,1 1-1,-1-1 1,1 1-1,-1 0 1,-1 0-1,1 0 1,-1 0-1,1 1 0,-1-1 1,0 0-1,0 1 1,-1 0-1,1 0 1,0 0-1,-1 0 1,0 1-1,0-1 1,0 1-1,0 0 1,0 0-1,0 0 1,-1 1-1,1-1 0,-1 1 1,1 0-1,-1 1 1,1-1-1,-1 1 1,1 0-21,-8-2 10,1 2 0,-1-1 0,0 2 0,1-1 0,-1 2 0,1-1 0,0 2 0,-1-1 0,1 1 0,0 1 0,1 0 0,-4 2-10,4 0-97,0 0 1,0 0-1,1 0 0,0 1 0,0 1 1,0 0-1,1 0 0,0 0 0,1 1 0,0 1 1,0-1-1,1 1 0,1 0 0,-1 0 1,1 1-1,1-1 0,0 1 0,1 0 1,0 0-1,0 0 0,1 1 0,1-1 1,0 1-1,0-1 0,2 10 97,1-17-237,0 0 0,0 0 1,0 1-1,1-1 0,0-1 0,-1 1 0,1 0 0,1-1 1,-1 0-1,0 1 0,1-1 0,0 0 0,0-1 1,0 1-1,0-1 0,0 0 0,0 0 0,1 0 1,-1 0-1,0-1 0,1 0 0,0 0 0,-1 0 1,1 0-1,0-1 0,-1 0 0,1 0 0,0 0 0,-1 0 1,1-1-1,0 0 0,4-1 237,4 2-744,64-4-3694,-4-12 1912</inkml:trace>
  <inkml:trace contextRef="#ctx0" brushRef="#br0" timeOffset="5123.57">865 1415 5617,'0'0'706,"0"0"-446,0 0 89,0 0 702,0 0-349,0 0-177,0 11-12,0 21-79,0-8 2964,6-24-249,16-12-2491,-7 4-493,0-1 0,0 2 0,0 0 0,1 0-1,0 2 1,1 0 0,-1 1 0,1 0 0,0 2 0,0 0-1,0 1 1,4 0-165,-18 4 27,1 0 0,0 0 0,-1 1 1,0-1-1,0 1 0,0-1 0,0 1 0,-1 0 0,1 0 0,-1 0 0,0 1 1,-1-1-1,1 0 0,0 1 0,-1-1 0,0 1 0,0-1 0,-1 1 0,1 0 0,-1-1 1,0 1-1,0 0 0,-1-1 0,1 1 0,-1 0 0,0-1 0,0 1 0,-1-1 1,1 1-1,-1-1 0,0 0 0,0 0 0,-3 4-27,2 0 48,-1 0-1,0 0 1,0-1 0,-1 0-1,0 0 1,0 0 0,0 0 0,-1-1-1,0 0 1,-1 0 0,1 0-1,-1-1 1,0 0 0,0-1-1,-1 1 1,1-1 0,-1-1-48,7-2 15,0-1 0,0 1 1,1-1-1,-1 0 0,0 0 1,0 0-1,0 1 0,1-1 1,-1 0-1,0 0 0,0 0 1,0 0-1,1 0 0,-1 0 1,0-1-1,0 1 0,0 0 1,1 0-1,-1-1 0,0 1 1,0 0-1,1-1 0,-1 1 1,0 0-1,1-1 0,-1 1 1,0-1-1,1 1 0,-1-1 1,1 0-1,-1 1 0,1-1 1,-1 0-1,1 1 0,-1-1 1,1 0-1,0 1 0,-1-1 1,1 0-1,0 0 0,0 1 1,-1-1-1,1 0 0,0 0 0,0 0 1,0 1-1,0-1 0,0 0 1,0 0-1,0 0 0,0 0 1,1 1-1,-1-1 0,0 0 1,0 0-1,1 1 0,-1-2-15,0-5-390,36 7 120,-23 2 270,0 0-1,0 1 0,-1 1 1,1 0-1,-1 1 1,0 0-1,0 1 1,0 0-1,-1 1 0,0 0 1,0 1-1,-1 0 1,0 0-1,4 5 1,-12-7 18,0-1-1,0 0 0,0 1 1,0 0-1,-1-1 0,0 1 1,0 0-1,0-1 0,-1 1 1,0 0-1,0 0 0,0 0 1,-1-1-1,0 1 0,0 0 1,0 0-1,-1-1 0,0 1 1,0-1-1,-1 0 0,1 1 1,-1-1-1,0 0 0,0-1 1,-1 1-1,1 0 0,-1-1 1,0 0-1,-1 0 0,1 0 1,-1 0-1,1-1 0,-1 0 1,0 0-1,-1 0-17,-4 2 40,0-1-1,0 0 1,-1 0 0,1-1 0,-1 0-1,0-1 1,0 0 0,0-1 0,0-1-1,0 1 1,0-2 0,-1 1-1,1-2 1,0 1 0,1-2 0,-1 1-1,0-1 1,1-1 0,-5-2-40,36 6-4561,11-1-3409,-4 4 3241</inkml:trace>
  <inkml:trace contextRef="#ctx0" brushRef="#br0" timeOffset="7223.135">1322 1366 4913,'0'0'1142,"0"0"-212,0 0 903,0 0-618,0 0-455,0 0 163,3 3 550,16 72 8256,-19-78-9699,0 0 0,-1 1 0,1-1 0,-1 0-1,0 0 1,0 0 0,0 1 0,0-1 0,-1 0 0,1 1 0,-1 0-1,1-1 1,-1 1 0,0 0 0,0-1 0,0 1 0,0 0 0,0 1-1,-1-1 1,1 0 0,0 1 0,-1-1 0,0 1 0,1 0-1,-1-1 1,0 1 0,1 1 0,-1-1 0,0 0 0,0 1 0,0-1-1,0 1 1,0 0 0,-1 0-30,0 29-1463,21 3-4577,13-15-1681,4-4 4533</inkml:trace>
  <inkml:trace contextRef="#ctx0" brushRef="#br0" timeOffset="6135.428">1330 2435 13315,'0'0'1381,"0"0"-951,0 0-177,0 0 17,0 0 124,0 0 72,-13 24-35,-38 80 89,46-91-410,0-1 1,0 1 0,1 0 0,1 1-1,0-1 1,1 1 0,1-1 0,0 1-1,1 0 1,1 11-111,-1 4 185,63-26 347,29-29-305,140-19-3,-216 46-525,8 0-42,-11-3-7716,-13 1 5253,0-5 1197</inkml:trace>
  <inkml:trace contextRef="#ctx0" brushRef="#br0" timeOffset="6397.447">1572 2431 7586,'0'0'6342,"0"0"-3017,0 0-1774,-6 25-372,-40 168 1576,35-142-2470,3 0 0,1 1 1,3 0-1,3-1 0,3 44-285,-1-93-110,-1-1 0,1 1 0,-1-1 0,1 1-1,0-1 1,0 1 0,0-1 0,0 0 0,0 1 0,0-1 0,1 0 0,-1 0 0,0 1 0,0-1 0,1 0 0,-1-1 0,1 1 0,-1 0 0,1 0-1,-1-1 1,1 1 0,0 0 0,-1-1 0,1 0 0,0 1 0,-1-1 0,1 0 0,0 0 0,0 0 0,-1 0 0,1 0 0,0 0 0,-1-1-1,1 1 1,0 0 0,-1-1 0,1 0 0,-1 1 0,1-1 0,0 0 0,-1 0 0,0 1 0,1-1 0,-1-1 0,1 1 110,46-80-10452,-32 36 6678</inkml:trace>
  <inkml:trace contextRef="#ctx0" brushRef="#br0" timeOffset="3492.647">2081 755 6369,'0'0'6036,"0"0"-3586,0 0-1644,0 0-460,0 0 477,0 24 384,-12 202 1066,-18-92-1036,30-134-1235,0 0 36,13 0-24,264-11-573,-245-6-1702,-31 15 1802,1-1 0,-1 1 0,0-1 0,0 1 0,1-1 0,-2 1 0,1-1 0,0 0 0,-1 0 0,1 1 0,-1-1 0,0 0 0,1 0 0,-2 0 0,1 0 1,0 1-1,0-1 0,-1 0 0,0 0 0,1 1 0,-1-1 0,0 0 0,0 1 0,-1-1 0,1 1 459,-13-23-1023,-8-2-764</inkml:trace>
  <inkml:trace contextRef="#ctx0" brushRef="#br0" timeOffset="3739.023">2180 770 1272,'0'0'4185,"0"0"-2143,0 0 1432,0 0-1254,0 0-1126,0 0-398,0 8 615,1 228 4623,3 9-4173,6-158-1305,-3-31-1526,-5-20-2654,-2-35-1547,-2-1-1141,-8 0 3461</inkml:trace>
  <inkml:trace contextRef="#ctx0" brushRef="#br0" timeOffset="9025.249">2666 1975 5801,'0'0'1092,"0"0"1301,0 0-1251,0 0-986,0 0-159,4 0 8,29 0 1272,-32 0-616,20-4 1326,350-34 487,-366 38-1828,9-6-10016,-10-2 8040,-2 0 520</inkml:trace>
  <inkml:trace contextRef="#ctx0" brushRef="#br0" timeOffset="9355.343">2886 1686 5353,'0'0'5139,"0"0"-1159,0 0-2705,0 0-960,0 0 172,7 19 400,35 130 497,-41 192 1089,12-360-7098,10-47-4236,-15 33 6927</inkml:trace>
  <inkml:trace contextRef="#ctx0" brushRef="#br0" timeOffset="9904.415">3638 1550 5761,'0'0'1859,"0"0"3233,0 0-2703,0 0-1437,0 0-459,0 0-69,-15 11 102,-81 82 750,85-71-960,1 1 1,1 0-1,1 0 0,0 1 1,2 0-1,2 0 0,0 1 0,1-1 1,1 1-1,1 0 0,3 20-316,0-37 9,1 0-1,-1 0 0,2 0 0,-1-1 1,1 1-1,0-1 0,1 0 1,-1 0-1,2 0 0,-1-1 0,1 1 1,0-1-1,0-1 0,0 1 0,1-1 1,0 0-1,0 0 0,0-1 1,0 0-1,1-1 0,0 1 0,0-1 1,0-1-1,0 0 0,0 0 0,0 0 1,1-1-1,-1 0 0,1-1 0,-1 0 1,1 0-1,-1-1 0,0 0 1,1 0-1,-1-1-8,-4 1-16,-1 0 1,0 0 0,1 0-1,-1-1 1,0 1-1,0-1 1,0 0 0,0 0-1,0 0 1,0 0 0,0-1-1,-1 1 1,1-1-1,-1 0 1,0 1 0,0-1-1,0 0 1,0 0-1,0-1 1,-1 1 0,1 0-1,-1 0 1,0-1 0,0 1-1,0-1 1,0 1-1,-1-1 1,1 1 0,-1-1-1,0 1 1,0-1-1,0 0 1,-1 1 0,1-1-1,-1 1 1,0-1 0,0 1-1,0 0 1,-1-1-1,1 1 1,-1 0 0,1 0-1,-1 0 1,0 0-1,0 0 1,-1 0 0,1 0-1,0 1 1,-1-1 0,0 1-1,0 0 1,1 0-1,-1 0 1,-3-2 15,1 2-15,1 0-1,-1 1 1,1-1 0,-1 1-1,0 0 1,1 0 0,-1 0-1,0 1 1,0-1 0,0 1-1,0 0 1,1 1 0,-1-1-1,0 1 1,0 0 0,1 0 0,-1 1-1,0-1 1,1 1 0,-1 0-1,1 0 1,0 1 0,0-1-1,0 1 1,0 0 0,0 0-1,0 0 1,1 1 0,0-1-1,-1 1 1,1 0 0,1 0-1,-1 0 1,0 0 0,1 0-1,0 0 1,0 1 0,0-1-1,1 1 1,0 0 0,-1-1-1,1 1 1,1 0 0,-1 0-1,1 1 16,3-4-558,0 0-1,0 0 0,1 0 1,-1 0-1,0 0 0,1-1 0,0 1 1,-1-1-1,1 0 0,0 0 0,-1 0 1,1-1-1,0 1 0,0-1 1,0 0-1,-1 0 0,1 0 0,0-1 1,0 1-1,0-1 0,-1 0 0,1 0 1,2-1 558,36-9-2401</inkml:trace>
  <inkml:trace contextRef="#ctx0" brushRef="#br0" timeOffset="10626.09">4384 1651 4561,'0'0'1306,"0"0"-785,0 0-216,0 0 868,0 0 740,0 0-722,-3-8-61,2 3-1764,-8-20 2413,9 23-1427,-1 0-1,1 0 1,-1 1 0,1-1 0,-1 0-1,0 0 1,1 0 0,-1 1-1,0-1 1,0 0 0,0 1 0,-1-1-1,1 1 1,0-1 0,-1 1 0,1 0-1,-1 0 1,1-1 0,-1 1-1,1 0 1,-1 0 0,0 0 0,0 1-1,1-1 1,-1 0 0,0 1 0,0-1-1,0 1 1,0 0 0,0-1-1,0 1-351,-21 19-66,10-2 132,1 0 0,0 2 0,1-1 0,1 1 0,1 1 0,1 0 0,1 0 0,0 0 0,2 1-1,0 0 1,1 0 0,1 1 0,1-1 0,1 1 0,1-1 0,1 1 0,2 9-66,0-22 12,1-1 0,0 0 0,0 0 0,0 0 0,1-1 0,0 1 1,0-1-1,1 0 0,0 0 0,0-1 0,1 0 0,0 0 0,0 0 0,0-1 1,1 0-1,0-1 0,0 0 0,0 0 0,0 0 0,0-1 0,1 0 0,0-1 1,-1 0-1,1 0 0,0-1 0,0 0 0,0-1 0,0 0 0,0 0 0,0-1 1,0 0-1,0 0 0,8-3-12,-11 2-1,-1 0 0,1 0 0,0-1 0,-1 0 0,1 0 0,-1 0 0,0-1 0,0 1 0,0-1 0,0 0 0,-1-1 0,0 1 0,0-1 0,0 0 0,0 0 0,-1 0 0,0 0 0,0-1 0,0 1 0,-1-1 0,1 0 0,-1 0 0,-1 0 0,2-6 1,8-151-24,-13 153 19,0 0 0,-1 0 0,0 1 0,-1 0 0,1-1 0,-2 1 0,1 0 0,-1 1 0,-1-1 0,0 1 0,0 0 0,0 1 1,-1-1-1,0 1 0,0 1 0,-1-1 0,0 1 0,0 0 0,-1 1 0,1 0 0,-1 1 0,0-1 0,-1 2 0,1-1 0,-1 1 0,1 1 0,-1 0 0,0 0 0,0 1 1,0 0-1,0 0 0,0 2 0,0-1 0,-4 2 5,12-3-29,1 1 1,0 0 0,0 0-1,-1 0 1,1 0 0,0 1 0,0-1-1,0 0 1,-1 0 0,1 1-1,0-1 1,0 1 0,0-1-1,0 1 1,0-1 0,0 1-1,0 0 1,0-1 0,0 1-1,0 0 1,0 0 0,0 0-1,1 0 1,-1 0 0,0 0-1,1 0 1,-1 0 0,0 0-1,1 0 1,-1 0 0,1 0 0,0 0-1,-1 1 1,1-1 0,0 0-1,0 0 1,0 0 0,0 1-1,0-1 1,0 0 0,0 0-1,0 1 1,0-1 0,0 0-1,1 0 1,-1 0 0,1 0-1,-1 1 1,1-1 28,-1 14-1115,7 64-13180,-6-60 12459</inkml:trace>
  <inkml:trace contextRef="#ctx0" brushRef="#br0" timeOffset="11122.832">3927 1784 6369,'0'0'1335,"0"0"3148,0 0-2139,0 0-1192,0 0-179,0 0 23,3 40 459,28-13-368,-31-67 1484,-17-16-1952,17 56-1161,0 0-1215,2 0-3676,7 0 1540,7 0-1385</inkml:trace>
  <inkml:trace contextRef="#ctx0" brushRef="#br0" timeOffset="11636.838">4695 1204 3409,'0'0'2610,"0"0"466,0 0 302,0 0-1407,0 0-1052,0 0-405,13-4-285,161-19 1465,-171 26-1645,-1-1-1,1 1 1,0 0 0,-1 0 0,0 0 0,0 0-1,0 1 1,0-1 0,0 0 0,-1 1 0,0 0-1,1-1 1,-1 1 0,-1 0 0,1-1 0,0 1-1,-1 0 1,0 0 0,0 0 0,0-1 0,0 1-1,-1 0 1,1 0 0,-1 0 0,0-1 0,0 1-1,0 0 1,-1-1 0,1 1 0,-1-1 0,0 0-1,-1 2-48,-102 134 1422,39-66-704,65-72-712,0-1 1,0 1 0,1-1 0,-1 1 0,0 0 0,0-1-1,1 1 1,-1 0 0,0-1 0,1 1 0,-1 0-1,0 0 1,1 0 0,-1 0 0,1 0 0,-1 0 0,1-1-1,0 1 1,-1 0 0,1 0 0,0 0 0,0 0-1,0 0 1,0 0 0,0 0 0,0 0 0,0 0 0,0 1-1,0-1 1,0 0 0,1-1 0,-1 1 0,0 0-1,0 0 1,1 0 0,-1 0 0,1 0 0,-1 0 0,1 0-1,0 0 1,-1-1 0,1 1 0,0 0 0,-1 0 0,1-1-1,0 1 1,0 0 0,0-1 0,-1 1 0,1-1-1,0 1 1,0-1 0,0 0 0,0 1 0,0-1 0,1 0-8,67 2 537,-49-3-527,118 1 370,-108 0-4600,-1 0-4597,-28 0 5708</inkml:trace>
  <inkml:trace contextRef="#ctx0" brushRef="#br0" timeOffset="12255.269">3727 2277 5737,'0'0'440,"0"0"-257,0 0-87,0 0 747,0 0 2610,-8 6-1866,-8 19-918,72-22 843,-29-3-851,145-6 972,0-8 1,145-31-1634,91-15 521,-415 68-835,-140 41-10270,109-44 7490</inkml:trace>
  <inkml:trace contextRef="#ctx0" brushRef="#br0" timeOffset="12704.008">4129 2531 15891,'0'0'2390,"0"0"-1544,0 0-709,0 0-10,23-8-57,159-46 108,-114 51-356,-66 6 173,0-1 0,0 1-1,0 0 1,-1-1 0,0 1-1,1 0 1,-1 0 0,0 0-1,0 0 1,-1 0 0,1 0-1,0 0 1,-1 0 0,0 0-1,0 0 1,0 0 0,0 0-1,0 1 1,-1-1 0,0 0-1,1 0 1,-1 0 0,0 0-1,-1 1 6,-140 225 825,142-228-822,-1 0 0,1 0 0,0 1 1,0-1-1,0 0 0,0 0 1,0 1-1,0-1 0,0 0 0,0 0 1,1 0-1,-1 1 0,0-1 0,1 0 1,-1 0-1,1 0 0,-1 0 1,1 0-1,0 1 0,-1-1 0,1 0 1,0-1-1,0 1 0,-1 0 1,1 0-1,0 0 0,0 0 0,0-1 1,0 1-1,0 0 0,1-1 0,-1 1 1,0-1-1,0 1 0,0-1 1,0 0-1,1 1 0,-1-1 0,0 0 1,0 0-1,0 0 0,1 0 0,-1 0 1,0 0-1,0 0 0,1 0 1,-1 0-1,0-1 0,0 1 0,0-1 1,1 1-1,-1-1-3,79-8 68,179-105-1732,-227 93-3413,-6-5-3500,-12 10 3499</inkml:trace>
  <inkml:trace contextRef="#ctx0" brushRef="#br0" timeOffset="13136.956">5246 953 2529,'0'0'0</inkml:trace>
  <inkml:trace contextRef="#ctx0" brushRef="#br0" timeOffset="13651.786">5246 953 4961,'-4'-64'926,"-30"34"5515,27 28-5986,-20-9 2036,7 3 4328,95 87-6100,-17-13-479,-3 2 0,-3 3 0,-2 2 0,-5 1 1,-2 3-1,-4 2 0,-3 1 0,16 58-240,-27-46 205,-4 0-1,-4 2 1,-4 0-1,-5 0 1,-3 1-1,-5 9-204,-5 481 1303,4-579-1343,2 0-27,0 0 1,-1 0 0,0-1-1,0 1 1,0 0 0,-1 0 0,0 0-1,0 0 1,0-1 0,-1 1-1,0 0 1,0-1 0,0 0-1,0 1 1,-1-1 0,0 0 0,0 0-1,-1 0 1,0-1 0,1 1-1,-1-1 1,-1 0 0,1 0-1,-1 0 1,1-1 0,-1 1-1,0-1 1,0-1 0,0 1 0,-1 0-1,1-1 1,-1 0 0,-5 1 66,-58-3-4673,3-15-4639,30-1 4127</inkml:trace>
  <inkml:trace contextRef="#ctx0" brushRef="#br0" timeOffset="16172.477">5891 223 4177,'0'0'2239,"0"0"1032,0 0-2124,0 0-731,0 0 37,0 0 144,11 7 829,29 21-947,0 1 0,-2 2 0,-1 1 0,-1 2 0,-2 1 0,-2 2 1,-1 2-1,-2 0 0,-2 2 0,-1 1 0,-3 1 0,-1 1 1,-2 1-1,9 33-479,-9 0 326,-2 0 0,-5 1 0,-2 1 0,-5 0 0,-2 1 0,-4-1 0,-4 0 0,-3 0 0,-13 53-326,-184 903 2804,160-601-2642,43-433-153,0-1 0,0 0 0,0 1 0,0-1 1,0 0-1,0 0 0,0 0 0,-1 0 0,1 0 1,0 0-1,-1 0 0,1 0 0,0 0 0,-1-1 0,1 1 1,-1-1-1,1 1 0,-1-1 0,1 1 0,-1-1 1,0 0-1,1 0 0,-1 0 0,1 0 0,-1 0 1,0 0-1,1 0 0,-1 0 0,1-1 0,-1 1 0,1-1 1,-1 1-1,0-1-9,-12 0-45,8-32-2970,41-96-9877,-13 82 7160</inkml:trace>
  <inkml:trace contextRef="#ctx0" brushRef="#br0" timeOffset="17736.412">564 3280 6161,'0'0'4076,"0"0"-2820,0 0-1024,0 0-8,0 0 660,16 6 981,71-55-540,164-115-390,2096-1221 4502,-1954 1158-5607,333-255 170,-650 426 31,3 4 0,2 3 0,80-35-31,-158 83-136,-3 1 49,0 0 62,-30 29-511,-61 4-12360,64-33 10091</inkml:trace>
  <inkml:trace contextRef="#ctx0" brushRef="#br0" timeOffset="18493.234">4656 95 6425,'0'0'5899,"0"0"-3528,0 0-1515,0 0-353,6 20 756,0 3-880,1-1-1,2 1 1,0-1-1,1-1 1,1 0-1,1-1 1,1 0-1,1 0 1,0-1-1,2-1 1,13 13-379,-19-24 45,0 1 0,1-1 1,-1-1-1,1 0 1,1-1-1,-1 0 0,1 0 1,0-1-1,0-1 0,0 0 1,0 0-1,0-2 1,1 1-1,-1-2 0,1 1 1,-1-2-1,1 0 0,-1 0 1,1-1-1,-1 0 1,0-2-1,0 1 0,0-1 1,0-1-1,-1 0 1,0 0-1,0-2 0,0 1 1,-1-1-1,0-1 0,0 1 1,-1-2-1,8-8-45,-13 9 27,0-1 1,-1 0-1,-1 0 0,1 0 0,-1 0 1,-1 0-1,0-1 0,0 1 0,0-1 0,-2 1 1,1 0-1,-1-1 0,0 1 0,-1 0 0,0 0 1,-1 0-1,1 0 0,-2 0 0,1 0 1,-2 1-1,1-1 0,-1 1 0,0 0 0,0 1 1,-1-1-1,0 1 0,-7-6-27,6 5 51,-1-1 0,-1 1 0,0 0 0,0 1-1,0 0 1,-1 0 0,0 1 0,0 0 0,-1 1 0,0 0 0,0 1 0,0 0-1,0 1 1,-1 0 0,1 0 0,-1 2 0,0-1 0,1 1 0,-1 1 0,-3 0-51,8 3-81,0 0 0,0 0 0,0 0 1,1 1-1,0 0 0,0 0 0,0 1 1,0 0-1,0 0 0,1 0 1,0 0-1,0 1 0,0 0 0,1 0 1,0 0-1,0 1 0,1 0 0,0-1 1,-2 7 80,-16 37-3622,7-7-3542,10-16 1110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2:03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670 2105 7017,'0'0'903,"0"0"586,0 0 144,0 0-739,0 0-522,0 0-148,-3 17-53,-38 130 18,43-146-139,0 1 0,0 0 0,0-1 0,1 1 0,-1-1 0,0 0 0,1 1 0,-1-1 0,0 0 0,1-1 0,0 1 0,-1 0 0,1-1 0,-1 1 0,1-1 0,0 0 0,-1 0 0,1 0 0,-1 0 0,1-1 0,0 1 0,-1-1 0,1 1 0,-1-1 0,1 0 0,-1 0 0,1 0 0,-1 0 0,0 0 0,0-1 0,1 1 0,-1-1 0,0 0 0,0 1 0,1-3-50,7 0 363,214-27 531,-224 31-2123,0-15-4117,0-16 3476,0 13 1353</inkml:trace>
  <inkml:trace contextRef="#ctx0" brushRef="#br0" timeOffset="316.165">876 2065 1608,'0'0'3677,"0"0"-2538,0 0-228,0 0 2310,0 0-1476,0 0-384,0 11-53,-15 250 3093,10-225-4057,5-25-668,5-25-2091,19-49-4923,-14 32 5262</inkml:trace>
  <inkml:trace contextRef="#ctx0" brushRef="#br0" timeOffset="-1434.137">1402 760 6969,'0'0'2861,"0"0"-710,0 0-589,0 0-490,-3-9 975,-9 197-280,80-165-1623,116-19-26,-182-4-383,0-1 1,0 0-1,0 0 0,0 0 1,0 0-1,0 0 1,-1 0-1,1 0 1,0-1-1,-1 1 1,1-1-1,0 1 1,-1-1-1,0 0 0,1 1 1,-1-1-1,0 0 1,0 0-1,0 0 1,0 0-1,0 0 1,-1 0-1,1 0 1,-1 0-1,1 0 0,-1-1 1,0 1-1,0 0 1,0 0-1,0 0 1,0 0-1,0-1 1,0 1-1,-1 0 1,1 0-1,-1 0 0,0 0 1,0 0-1,1 0 1,-1 0-1,0 0 1,-1 0-1,1 0 1,0 0-1,-2-1 265,-15-32-730,1 15 339</inkml:trace>
  <inkml:trace contextRef="#ctx0" brushRef="#br0" timeOffset="-1181.718">1530 760 2921,'0'0'2602,"0"0"-1125,0 0 773,0 0-164,0 0-378,0 0-661,-3 5-76,1 6-700,-1 0-1,2 0 1,-1 0 0,2 1-1,-1-1 1,1 0 0,1 1 0,0-1-1,1 0 1,0 0 0,1 0-1,0 0 1,0 0 0,1-1 0,1 1-1,0-1 1,0 0 0,1 0-1,1 0-270,29 80 262,-24-38-1054,-11-30-6123,-1-15 1197</inkml:trace>
  <inkml:trace contextRef="#ctx0" brushRef="#br0" timeOffset="-3116.548">48 1331 3673,'0'0'2591,"0"0"1351,0 0-1527,0 0-965,0 0-368,0 0-93,19-33 2681,-15 32-3638,-1 1-1,0-1 1,0 1 0,0 0-1,0 0 1,0 1 0,0-1-1,0 1 1,0-1 0,0 1-1,0 0 1,0 0-1,0 0 1,0 1 0,0-1-1,0 1 1,-1-1 0,1 1-1,-1 0 1,1 0-1,-1 0 1,0 0 0,0 1-1,0-1 1,0 0 0,0 1-1,0 0 1,-1-1 0,1 1-1,-1 0 1,0 0-1,0 0 1,0 0 0,0 0-1,0 0 1,-1 0 0,1 0-1,-1 0 1,0 1-32,2-1 13,0 1 1,0-1-1,0 0 0,-1 1 1,0 0-1,1-1 0,-1 1 1,-1 0-1,1 0 0,0-1 1,-1 1-1,0 0 0,0 0 1,0 0-1,0 0 0,-1 0 1,1-1-1,-1 1 0,0 0 1,0 0-1,-1-1 0,1 1 1,-1-1-1,1 1 0,-1-1 1,0 0-1,-1 1 0,1-1 1,0 0-1,-1 0 0,0-1 1,0 1-1,0-1 0,0 1 1,0-1-1,0 0 0,0 0 1,-1 0-1,1-1 0,-1 1 1,1-1-1,-4 1-13,7-2 88,0 0-25,0 0-7,0 0-116,11 0-176,-4 0 240,0 0 1,1 0 0,-1 0 0,0 1 0,0 0-1,0 1 1,0-1 0,0 1 0,-1 1 0,1-1-1,0 1 1,-1 1 0,0-1 0,0 1-1,0 0 1,0 0 0,0 0 0,-1 1 0,0 0-1,0 0 1,0 1 0,-1-1 0,0 1 0,0 0-1,0 0 1,-1 1 0,2 3-5,-2-6 4,0 0-1,0 0 1,-1 1-1,1-1 1,-1 1 0,0 0-1,0-1 1,-1 1 0,1 0-1,-1 0 1,0 0 0,-1 0-1,1 1 1,-1-1-1,0 0 1,0 0 0,-1 0-1,1 0 1,-1 0 0,0 0-1,-1 0 1,1 0 0,-1 0-1,0 0 1,0-1-1,-1 1 1,1-1 0,-1 0-1,0 1 1,0-1 0,0 0-1,-1-1 1,1 1 0,-1-1-1,0 1 1,0-1-1,0 0 1,-1 0 0,1-1-1,-1 1-3,-229 17 158,232-20-232,2 0-339,10-8-3949,52-17-4671,-28 16 7415</inkml:trace>
  <inkml:trace contextRef="#ctx0" brushRef="#br0" timeOffset="-2534.945">589 1553 7122,'0'0'1330,"0"0"3031,0 0-1772,0 0-1362,0 0-451,0 0-263,-3-2 48,2 2-542,1 0 1,0 1-1,0-1 0,0 0 1,0 0-1,-1 1 1,1-1-1,0 0 1,0 0-1,-1 1 1,1-1-1,0 0 1,0 0-1,-1 0 0,1 1 1,0-1-1,-1 0 1,1 0-1,0 0 1,0 0-1,-1 0 1,1 0-1,0 1 1,-1-1-1,1 0 1,0 0-1,-1 0 0,1 0 1,0 0-1,-1 0 1,1-1-1,0 1 1,-1 0-1,1 0 1,0 0-1,-1 0 1,1 0-1,0 0 0,-1 0 1,1-1-20,29 33 554,-29-32-498,0-1 0,1 1-1,-1-1 1,0 1 0,0-1 0,0 1 0,1-1 0,-1 1-1,0-1 1,1 1 0,-1-1 0,0 1 0,1 0 0,-1-1 0,0 1-1,1 0 1,-1-1 0,1 1 0,-1 0 0,1-1 0,-1 1-1,1 0 1,-1 0 0,1-1 0,-1 1 0,1 0 0,-1 0-1,1 0 1,-1 0 0,1 0 0,-1 0 0,1 0 0,-1 0 0,1 0-1,-1 0 1,1 0 0,0 0 0,-1 0 0,1 1 0,-1-1-1,1 0 1,-1 0 0,1 0 0,-1 1 0,0-1 0,1 0-1,-1 1 1,1-1 0,-1 0 0,0 1 0,1-1 0,-1 1-56,-40-29 901,39 28-1469,1 0-985,11 11-7846,6-11 5726,2 0 2123</inkml:trace>
  <inkml:trace contextRef="#ctx0" brushRef="#br0" timeOffset="-2086.121">871 1304 6209,'0'0'2139,"0"0"2126,0 0-1568,0 0-1362,0 0-655,0 0-399,-5 16 170,2-7-296,0 1 0,1 0 1,0 0-1,0 0 0,1 0 0,0 0 0,1 0 0,0 0 0,1 0 1,0 0-1,1 0 0,1 7-155,78 174 1135,-77-184-1120,-1-1 0,2 0 0,-1 0 0,1 0 0,0-1 0,0 1 0,0-1 0,1 0-1,0-1 1,0 1 0,0-1 0,0-1 0,1 1 0,-1-1 0,1 0 0,0 0 0,0-1 0,0 0 0,0 0-1,1-1 1,-1 0 0,0 0 0,1-1 0,-1 1 0,0-2 0,5 0-15,-3-4 26,0-1 1,-1 0-1,0-1 0,0 0 0,-1 0 1,0 0-1,0-1 0,-1-1 1,0 1-1,0-1 0,-1 0 0,0 0 1,0 0-1,-1-1 0,0 1 1,-1-1-1,0 0 0,-1 0 1,0 0-1,-1-1 0,0 1 0,0 0 1,-1-1-1,0 1 0,-2-7-26,5 8 20,-1 0-1,0-1 1,0 1-1,-1 0 1,-1-1-1,1 1 0,-1-1 1,-1 1-1,0 0 1,0-1-1,-1 1 1,0 0-1,-1 0 0,0 0 1,0 0-1,-1 0 1,0 1-1,0-1 1,-1 1-1,0 0 0,-1 1 1,0-1-1,0 1 1,0 0-1,-1 1 1,0-1-1,0 1 1,-1 1-1,0-1 0,0 1 1,0 1-1,-1-1 1,1 2-1,-1-1 1,-3 0-20,6 1-26,-1 1 0,1 0 0,-1 0 0,1 1 0,-1 0 0,0 0 0,1 1 0,-1-1 0,0 1 0,0 1 0,1-1 1,-1 1-1,0 0 0,1 1 0,-1 0 0,1 0 0,-1 0 0,1 1 0,0 0 0,0 0 0,0 0 0,1 1 0,-1 0 1,1 0-1,0 0 0,0 1 0,0 0 0,0 0 0,1 0 0,0 0 0,0 1 0,0 0 0,1-1 0,0 2 1,0-1-1,1 0 0,-1 0 0,1 1 0,1-1 0,-1 1 0,1 0 0,0-1 0,1 1 0,-1 5 26,5-8-458,-1 0 0,1 0 0,0 0 0,0 0 0,1-1 0,-1 1 0,1-1 0,-1 0 0,1 0 0,0-1 0,0 1 0,0-1 0,0 0 0,1-1-1,-1 1 1,1-1 0,-1 0 0,1-1 0,-1 1 0,1-1 0,-1 0 0,1 0 0,-1-1 0,1 0 0,-1 1 0,1-2 0,-1 1 0,0-1 0,3-1 458,-3 3-462,48-10-1215</inkml:trace>
  <inkml:trace contextRef="#ctx0" brushRef="#br0" timeOffset="-503.507">245 1971 5249,'0'0'946,"24"-2"1111,368-51 5488,-289 34-6710,-31 3-570,0 4 0,0 2 0,1 4 0,0 3 0,38 5-265,-76 14-441,-47-1-5567,-39-2 777,26-7 3355</inkml:trace>
  <inkml:trace contextRef="#ctx0" brushRef="#br0" timeOffset="1562.46">2007 1780 3105,'0'0'2172,"0"0"-1285,0 0-422,0 0 913,0 0 517,0 0-693,31 0 425,229 7 4183,-259-7-5791,-1 0 80,0 0-5,0 0 21,0 0-76,0 0-5,0 0-14,0 0-2,0 0-69,21-4-5777,15-37-93,-17 19 5135</inkml:trace>
  <inkml:trace contextRef="#ctx0" brushRef="#br0" timeOffset="17914.803">3092 1144 5433,'0'0'792,"0"0"-458,0 0 545,0 0 2793,0 0-1092,0 0-1127,-33-2 1062,24 5-2479,0 1-1,0 0 0,1 0 0,-1 1 0,1 0 0,0 0 0,0 1 1,1 0-1,0 0 0,0 1 0,0 0 0,1 0 0,0 1 0,0 0 1,1 0-1,0 0 0,-1 3-35,-7 12 45,1 1 1,0 0-1,2 1 0,1 0 1,1 0-1,1 1 0,1 0 1,1 0-1,1 1 0,2-1 1,1 1-1,1 14-45,0-35 15,1 0-1,0 0 1,0-1 0,0 1-1,1 0 1,0-1 0,0 1-1,1-1 1,-1 1 0,1-1-1,0 0 1,0 0 0,1 0-1,-1-1 1,1 1 0,0-1-1,1 0 1,-1 0 0,1 0-1,0-1 1,-1 1 0,2-1-1,-1 0 1,0-1 0,0 1-1,1-1 1,0 0 0,-1-1-1,1 1 1,0-1 0,0 0-1,0 0 1,-1-1 0,1 0-1,0 0 1,0 0 0,0-1-1,2 0-14,-1 2 15,-1 1 0,1-1 0,-1 0-1,1-1 1,-1 0 0,1 0 0,0 0-1,-1-1 1,1 0 0,-1 0 0,1 0-1,-1-1 1,1 0 0,-1 0 0,0-1-1,0 0 1,0 0 0,-1 0 0,1-1-1,-1 0 1,1 0 0,-1 0 0,0-1-1,-1 1 1,1-1 0,-1 0 0,0-1-1,0 1 1,-1-1 0,1 0 0,-1 0-1,-1 0 1,1 0 0,-1 0 0,2-6-15,-3 7 57,0 0 1,0 1 0,-1-1 0,1 0 0,-1 1 0,0-1 0,0 0 0,-1 1-1,1-1 1,-1 0 0,0 1 0,0-1 0,-1 1 0,1-1 0,-1 1 0,0 0-1,0-1 1,-1 1 0,1 0 0,-1 1 0,0-1 0,0 0 0,0 1-1,0-1 1,-1 1 0,1 0 0,-1 0 0,0 1 0,0-1 0,0 1 0,0 0-1,0 0 1,-1 0 0,1 0 0,-1 1 0,1 0 0,-1 0 0,-4-1-58,1 2-25,-1 1 1,1 0-1,-1 0 1,1 1 0,0 0-1,-1 1 1,1-1-1,0 2 1,1-1 0,-1 1-1,1 0 1,-1 1-1,1-1 1,0 1 0,1 1-1,-1-1 1,1 1-1,0 1 1,1-1 0,0 1-1,0 0 1,0 0-1,0 0 1,1 1-1,1-1 1,-1 1 0,1 0-1,1 0 1,-1 1-1,1-1 1,1 0 0,-1 1-1,1 7 25,5-10-537,0 0 0,0 0 0,1-1 0,-1 1 0,1-1 0,1 0 0,-1-1 0,1 1 0,-1-1 1,1 0-1,1-1 0,-1 1 0,0-1 0,1-1 0,-1 1 0,1-1 0,0 0 0,0 0 0,0-1 0,0 0 0,0 0 0,0-1 0,7 0 537,-3 2-1394,43 6-3336</inkml:trace>
  <inkml:trace contextRef="#ctx0" brushRef="#br0" timeOffset="18486.491">3742 1500 1120,'0'0'4290,"0"0"-2149,0 0 2184,0 0-1633,0 0-1169,0 0-401,0 0 74,0 0-49,0 0-265,0 0-374,0 0-345,0 0-57,0 0-188,32 24-263,-12-21 722,-20-34 688,0 28-1051,0 0 0,0 1 0,-1-1-1,1 0 1,0 1 0,-1-1 0,0 0 0,0 1 0,0-1 0,0 1-1,0-1 1,0 1 0,-1 0 0,1-1 0,-1 1 0,1 0 0,-1 0-1,0 0 1,0 0 0,0 0 0,0 1 0,0-1 0,-1 1 0,1-1-1,0 1 1,-1 0 0,1 0 0,-1 0 0,1 0 0,-1 0-1,1 0 1,-1 1 0,0-1 0,1 1 0,-1 0 0,0 0 0,0 0-1,1 0 1,-1 0 0,0 1 0,1-1 0,-1 1 0,0-1 0,1 1-14,-32 63-2682,37-16-8722,7-36 9035</inkml:trace>
  <inkml:trace contextRef="#ctx0" brushRef="#br0" timeOffset="18996.774">4167 1240 4481,'0'0'2134,"0"0"1547,0 0-962,0 0-963,0 0-986,0 0-532,-1 8-79,2 8-39,1 0 0,0 0 0,1 0 0,1 0 1,0 0-1,1-1 0,1 1 0,0-1 0,1-1 0,1 1 0,0-1 0,1 0 0,0-1 0,1 0 0,1-1 1,0 0-1,1-1 0,0 0 0,0 0 0,3-1-120,-10-6 19,1-1 0,0 0 0,0 0 1,0-1-1,0 1 0,0-1 0,1-1 0,-1 1 0,1-1 1,-1 0-1,1-1 0,-1 0 0,1 0 0,0 0 1,-1 0-1,1-1 0,-1 0 0,1-1 0,-1 0 0,0 0 1,0 0-1,1 0 0,-1-1 0,-1 0 0,1-1 0,0 1 1,-1-1-1,0 0 0,0 0 0,0-1 0,0 1 1,-1-1-1,0 0 0,0-1 0,0 1 0,0-1 0,-1 1 1,0-1-1,0 0 0,-1 0 0,0 0 0,0-1 0,0 1 1,0-1-1,-1-3-19,1 0 16,-1 0 1,0 0 0,-1 0-1,0 0 1,-1 1 0,0-1-1,0 0 1,-1 0 0,0 1-1,-1-1 1,0 1 0,-1 0-1,0 0 1,0 0 0,-1 0-1,0 1 1,0 0-1,-1 0 1,0 0 0,0 0-1,-1 1 1,0 0 0,-1 1-1,1 0 1,-1 0 0,0 0-1,-1 1 1,1 0 0,-1 1-1,0 0 1,0 0 0,-1 1-1,-6-2-16,2 1 22,0 0 0,0 1 0,0 0 0,0 1 0,-1 1 0,1 0 0,0 1 0,-1 1 0,1 0 0,-11 2-22,-45 32-1270,36 39-4187,33-37 348,1-9 3246</inkml:trace>
  <inkml:trace contextRef="#ctx0" brushRef="#br0" timeOffset="19795.089">4844 742 6345,'0'0'286,"0"0"650,0 0 2461,0 0-1549,0 0-1130,0 0-322,15-9 65,-13 7-435,9-5 94,0 1 0,0 0 0,0 0-1,1 1 1,0 0 0,0 1-1,1 1 1,-1 0 0,1 0-1,-1 1 1,3 1-120,-10 2 6,-1 0 0,0 1 0,0 0 0,0 0 0,0 0-1,-1 1 1,1-1 0,-1 1 0,1-1 0,-1 1 0,0 1 0,0-1 0,0 0 0,0 1 0,-1-1 0,1 1 0,-1 0-1,0 0 1,0 0 0,0 0 0,-1 0 0,0 0 0,1 0 0,-1 0 0,-1 1 0,1-1 0,-1 1 0,1-1-1,-1 0 1,-1 1 0,1-1 0,0 1 0,-1-1 0,0 0 0,0 0 0,-1 1 0,1-1 0,-2 3-6,2 17 68,-55 149-56,105-243 389,35 68-459,87 23 74,-163-20-36,-4 0 9,1-1 0,-1 1 0,0-1 0,1 1 0,-1-1 0,1-1 0,-1 1 0,0 0 0,1-1 1,-1 0-1,0 0 0,0 0 0,1-1 0,-1 0 0,0 1 0,0-1 0,-1-1 0,1 1 0,0 0 1,-1-1-1,1 0 0,-1 0 0,0 0 0,0 0 0,0-1 0,0 0 11,-24-19-7236,-4 13 4607</inkml:trace>
  <inkml:trace contextRef="#ctx0" brushRef="#br0" timeOffset="24562.787">5714 1540 5761,'0'0'502,"0"0"-320,0 0-152,0 0-4,0 0 533,0 0 1678,0 0-701,0 0-835,0 0-442,0 0 12,0 0 186,0 0 93,0 0-179,0 0-250,11 0 138,233 22 1525,-3-22-1248,-240 0-476,-14 3 174,-382 21 492,371-24-719,0-1-48,39-1-49,39-2-40,280-14 400,-340 41-460,-14-18 181,-1 0 1,1-1 0,-1-1 0,0-1 0,0-1-1,0-1 1,0 0 0,0-2 0,1 0 0,-1-2-1,0 0 1,1-1 0,-1-2 8,-62-9 67,46 13-10,84-8 34,335-23 474,-580 79-1721,194-91-6491,16 21 5734</inkml:trace>
  <inkml:trace contextRef="#ctx0" brushRef="#br0" timeOffset="109397.859">179 3083 6553,'0'0'2850,"0"0"-904,0 0-534,0 0-222,10-7-259,216-116 3137,146-48-2866,-171 80-878,2448-1109-84,-1362 653-240,-1192 508 729,-94 38-179,-1 1 97,-21-5 675,-42-17-1033,98 7-992,-17 11 760,0 0-1,0-2 0,-1 0 1,0 0-1,0-2 0,0 0 1,-1-1-1,-1-1 0,1 0 1,-2-1-1,1-1 0,-2 0 1,10-11-57,-8 8 11,0 0 0,1 2 0,0 0 0,1 0 0,0 2 0,1 0 1,1 1-1,-1 1 0,1 0 0,1 2 0,0 0 0,16-2-11,45-20-5,-74 27-34,-5 2 15,-17-15-1666,14-10-5427,46-13 0,-22 18 5702</inkml:trace>
  <inkml:trace contextRef="#ctx0" brushRef="#br0" timeOffset="109825.19">5731 177 6105,'0'0'1215,"0"0"2086,0 0-1293,0 0-661,0 0-30,6 23-272,20 75-265,-25-92-735,1 0-1,-1 0 0,1 0 0,0-1 1,1 1-1,-1-1 0,1 1 0,0-1 0,0 0 1,0 0-1,1 0 0,0-1 0,0 1 1,0-1-1,1 0 0,-1 0 0,1-1 1,0 1-1,0-1 0,0 0 0,1 0 1,-1-1-1,1 0 0,-1 1 0,1-2 0,0 1 1,0-1-1,-1 0 0,1 0 0,0-1 1,0 1-1,0-1 0,0-1 0,0 1 1,0-1-1,1 0-44,7-2 22,-1-1 0,1-1 0,-1 0 0,0-1 0,0 0 0,0-1 0,-1-1 0,0 0 0,0 0 0,-1-1 0,0-1 0,-1 1 0,4-7-22,-8 11 19,-1-1 0,0 0 0,-1 0 0,0 0-1,1 0 1,-2-1 0,1 0 0,-1 1-1,0-1 1,-1-1 0,1 1 0,-2 0 0,1-1-1,-1 1 1,0 0 0,0-1 0,-1 0 0,0 1-1,0-1 1,-1 1 0,0-1 0,0 1-1,-1-1 1,0 1 0,0 0 0,-1 0 0,0 0-1,0 0 1,-1 0 0,1 1 0,-1-1 0,-1 1-1,1 0 1,-1 1 0,0-1 0,-1 1-1,1 0 1,-1 0 0,0 0 0,-1 1 0,1 0-1,0 0 1,-1 1 0,0-1 0,0 2 0,-7-3-19,7 2 57,-1 0 1,1 0 0,-1 1 0,0 1-1,0-1 1,0 1 0,1 0 0,-1 1-1,0 0 1,0 0 0,0 0 0,0 1-1,0 1 1,0-1 0,1 1 0,-1 1-1,0-1 1,1 1 0,0 0 0,0 1-1,0 0 1,0 0 0,0 1-1,1-1 1,0 1 0,0 1 0,0-1-1,1 1 1,0 0 0,-2 3-58,-1 2-108,1 1 0,0 0 0,1 0 0,1 0 0,0 1 0,1-1 0,0 1-1,0 0 1,2 0 0,-2 14 108,0 26-3769,3 1-4552,1-23 4619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6:02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277 223 6121,'0'0'1483,"0"0"-705,0 0-489,0 0-131,0 0 116,0-7-188,-17-115 2133,-30 28 5969,44 156-6026,3 55-2065,-2 47 402,7-1 0,24 146-499,-26-296-528,-3-13 398,-1 0-1,1 0 1,-1 0 0,1 1-1,0-1 1,-1 0 0,1 0-1,0 0 1,-1 0 0,1 1 0,0-1-1,0 0 1,-1 0 0,1 1-1,0-1 1,0 0 0,-1 0-1,1 1 1,0-1 0,0 0 0,0 1-1,-1-1 1,1 0 0,0 1-1,0-1 1,0 1 0,0-1 0,0 0-1,0 1 1,0-1 0,0 0-1,0 1 1,0-1 0,0 1-1,0-1 1,0 0 0,0 1 0,0-1-1,0 0 1,0 1 130,-15-18-4544,-3-3-2096</inkml:trace>
  <inkml:trace contextRef="#ctx0" brushRef="#br0" timeOffset="405.81">0 499 7282,'0'0'2103,"0"0"-783,0 0-835,0 0-178,0 0 117,0 0 384,8-1 91,414-25 4092,-221-10-5395,-201 35-1054,0-4-2288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6:05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48 534 9434,'0'0'2670,"0"0"-1203,0 0-711,0 0-117,0 0 222,0 0-27,-14-14 1164,114-59-1605,-97 71-393,-1 0 0,1 0 0,0 0 0,-1 0 0,1 0 1,0 1-1,0-1 0,0 1 0,1 0 0,-1 0 0,0 0 0,0 0 0,1 1 0,-1-1 0,0 1 0,1 0 0,-1 0 1,0 0-1,1 0 0,-1 1 0,0-1 0,1 1 0,-1 0 0,0 0 0,0 0 0,0 0 0,0 1 0,0-1 0,0 1 0,0 0 1,0 0-1,-1 0 0,1 0 0,0 0 0,-1 0 0,0 1 0,0-1 0,0 1 0,0 0 0,0 0 0,0 0 0,-1 0 1,1 0-1,-1 0 0,0 0 0,0 0 0,0 0 0,0 1 0,0-1 0,-1 2 0,5 27 23,-2-1 0,0 0 0,-3 1 0,0 0 0,-2-1 0,-2 0 0,-1 1 0,-1-1 0,-1-1 0,-2 1 0,-1-1 0,-2-1 0,0 0 0,-2-1 0,-16 24-23,29-50-20,0 1-1,0 0 1,0 0-1,0-1 1,-1 1-1,1-1 1,-1 1 0,1-1-1,-1 1 1,0-1-1,0 0 1,0 0-1,-1 0 1,1 0-1,0 0 1,-1-1-1,1 1 1,-1-1-1,1 1 1,-1-1-1,0 0 1,0 0-1,0 0 1,1-1-1,-1 1 1,0-1-1,0 1 1,0-1-1,0 0 1,0 0-1,0 0 1,0 0-1,0-1 1,0 1-1,0-1 1,1 0-1,-1 0 1,0 0-1,0 0 1,1 0-1,-1-1 1,1 1-1,-1-1 1,1 0-1,-1 0 1,1 1-1,0-2 1,0 1-1,0 0 1,0 0-1,0-1 1,1 1-1,-1 0 1,1-1 20,-6-12-37,1 1 1,0-1 0,2 0-1,-1 0 1,2 0 0,0-1 0,1 1-1,1-1 1,0 0 0,1-7 36,36 17 120,155 138 808,-182-126-918,0-1-1,1 1 1,0-2-1,0 1 1,0-1-1,0-1 1,1 0-1,0 0 1,-1-1-1,1-1 1,0 0-1,0 0 1,0-1-1,0 0 1,0-1-1,-1 0 1,1-1-1,0 0 1,0-1-1,-1 0 1,0-1-1,1 0-9,84-74-947,-43 16-4691,-23 23-3957</inkml:trace>
  <inkml:trace contextRef="#ctx0" brushRef="#br0" timeOffset="405.627">878 198 13363,'0'0'2218,"0"0"-1063,0 0-789,0 0-56,0 0 255,0 0-61,-1 20-18,-17 140 663,-2 51 497,23-206-1638,0 0 0,1 0 0,0 0 0,0 0-1,1-1 1,-1 1 0,1-1 0,0 0 0,0-1 0,0 1 0,0-1 0,1 0 0,-1 0 0,1-1-1,0 1 1,0-1 0,0-1 0,0 1 0,0-1 0,0 0 0,0 0 0,1-1 0,-1 0-1,0 0 1,0 0 0,0-1 0,1 0 0,-1 0 0,0-1 0,4-1-8,12 3 28,113-7 259,3 0-3958,-108-20-1817,-20 10 3087</inkml:trace>
  <inkml:trace contextRef="#ctx0" brushRef="#br0" timeOffset="705.313">1390 0 11322,'0'0'2576,"0"0"-940,0 0-920,0 0-281,-1 22 564,-13 715 4674,13-735-5805,1 0 0,-1 0 0,1 0 0,0 0 0,-1 0-1,1 0 1,0 0 0,0 0 0,0 0 0,1 0 0,-1 1 0,0-1 0,1 0 0,-1 0 0,1 0-1,0 0 1,0-1 0,-1 1 0,1 0 0,1 0 0,-1 0 0,0-1 0,0 1 0,1 0 0,-1-1 0,1 0-1,-1 1 1,1-1 0,-1 0 0,1 1 0,0-1 0,0 0 0,0 0 0,-1-1 0,1 1 0,0 0-1,0-1 1,0 1 0,0-1 0,1 1 132,5-1-4710</inkml:trace>
  <inkml:trace contextRef="#ctx0" brushRef="#br0" timeOffset="2349.17">1523 547 6793,'0'0'799,"0"0"-361,0 0 171,0 0 1402,0 0-404,0 0-908,-17-1 3278,-15 416 312,22-199-5129,10-251-1502,0-6-1759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4:12.7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1 674 3137,'0'0'3094,"0"0"1087,0 0-1994,3 0 1555,17 4-2569,189 18 3110,1-13-3386,9-26-817,-214 16-133,-4 1-58,-1 0-318,0 0-506,0 0-516,0-12-10076,0 2 9612</inkml:trace>
  <inkml:trace contextRef="#ctx0" brushRef="#br0" timeOffset="521.936">1212 562 3241,'0'0'3071,"0"0"1142,0 0-1934,0 0-759,0 0-147,0 0-73,0-28 1610,86-269-2050,-83 397 355,-3 507 1815,0-606-3487,0-1-400,0-3-1059,0-52-7845,0-28 3944,0 41 4910</inkml:trace>
  <inkml:trace contextRef="#ctx0" brushRef="#br0" timeOffset="1173.176">1587 318 5921,'0'0'4492,"0"0"-1474,0 0-1371,0 0-759,0 0-313,0 0-38,1-6-213,1 2-288,0 0 0,0 0 0,0 0 0,1 0 0,-1 1 0,1-1 0,0 1 0,0-1 0,1 1 0,-1 0 0,1 0 0,-1 1 1,1-1-1,0 1 0,0 0 0,0 0 0,0 0 0,0 0 0,1 1 0,-1-1 0,0 1 0,1 0 0,-1 1 0,1-1 0,-1 1 0,1 0 0,-1 0 0,1 0 0,-1 1 0,1-1 0,-1 1 0,3 1-36,0 2 41,-1 0 0,0 0 0,-1 1 0,1-1 0,-1 1 0,0 1 0,0-1 0,-1 1 0,0 0 0,1 0 0,-2 0 0,1 0 0,-1 1 0,0-1 0,-1 1 0,1 0 0,-1 0 0,0 0 0,-1 0 0,0 0 0,0 7-41,0-10 21,29 282 345,-32-284-423,-1-1 0,1 1 0,-1 0 0,0-1 0,1 1 1,-1-1-1,0 0 0,0 0 0,0 0 0,0 0 0,0 0 0,0-1 0,0 0 0,0 1 1,-1-1-1,1 0 0,0 0 0,0-1 0,0 1 0,0-1 0,0 1 0,0-1 0,0 0 1,0 0-1,0-1 0,0 1 0,1 0 0,-1-1 0,0 0 0,1 1 0,-1-1 0,1 0 1,0-1-1,0 1 0,-1-1 57,60-17-438,-42 19 476,0 0-1,0 1 1,0 0-1,0 1 1,1 1-1,-2 0 1,1 1 0,0 0-1,-1 2 1,1 0-1,-1 0 1,0 1-1,-1 1 1,0 0-1,5 4-37,-13-7-34,0-1 0,0 0 0,0 0 0,0 0 0,1 0 0,-1-1 0,1 0 0,-1 0 0,1-1 0,0 1 1,-1-1-1,1 0 0,0-1 0,0 0 0,0 0 0,0 0 0,0 0 0,-1-1 0,1 0 0,0 0 0,0-1 0,-1 0 0,1 0 0,-1 0 0,1 0 0,-1-1 0,0 0 0,0 0 0,0 0 0,0-1 0,-1 0 0,1 0 0,-1 0 0,0-1 34,40-60-10053,-25 36 8477</inkml:trace>
  <inkml:trace contextRef="#ctx0" brushRef="#br0" timeOffset="4689.592">3433 420 1096,'0'0'8131,"0"0"-3178,0 0-3352,0 0-1131,0 0-352,0 0-7,13-11 99,42-37-118,-52 45-82,0 0 0,0 0 0,1 1 0,-1 0 0,1-1 0,0 1 0,0 0 0,-1 1 0,1-1 0,0 1 0,1 0 0,-1-1 0,0 2 0,0-1 0,0 1 0,1-1 0,-1 1 0,0 0 0,0 0 0,0 1 0,1 0 0,-1-1 0,0 1 0,0 1 0,0-1 0,0 0 0,0 1 0,0 0 0,0 0 0,-1 0 0,1 1 0,-1-1 0,0 1 0,1 0 0,-1-1 0,0 1 0,0 1 0,-1-1 0,1 0 0,-1 1 0,0 0 0,0-1 0,0 1 0,0 0 0,0 0 0,-1 0 0,0 0 0,0 0 0,0 0 0,0 1 0,-1-1 0,0 0 0,0 0 0,0 0 0,0 3-10,5 24 14,0 1 0,-2 0 0,-2-1 0,-1 1 1,-1 0-1,-2 0 0,-1-1 0,-2 1 0,0-1 1,-3-1-1,0 1 0,-2-1 0,-1-1 0,-2 0-14,13-27-4,0 1-1,0-1 0,-1 0 0,1 0 1,-1 0-1,1 0 0,-1 0 0,0 0 0,0 0 1,0 0-1,0-1 0,0 1 0,0-1 1,-1 0-1,1 1 0,0-1 0,-1 0 0,1 0 1,-1-1-1,1 1 0,-1 0 0,1-1 1,-1 1-1,0-1 0,1 0 0,-1 0 0,1 0 1,-1-1-1,0 1 0,1 0 0,-1-1 1,1 0-1,-1 1 0,1-1 0,-1 0 0,1 0 1,0-1-1,-1 1 0,1 0 0,0-1 1,0 1-1,0-1 0,0 0 0,0 0 0,0 0 1,1 0-1,-1 0 0,1 0 0,-1 0 1,1 0-1,0-1 0,0 1 0,0 0 0,0-1 1,0-1 4,-23-66-114,67 65 22,130 62 435,-158-54-299,1-1-1,-1 0 1,1-1-1,-1 0 1,1-2 0,0 0-1,-1 0 1,1-2-1,-1 1 1,6-4-44,28-21-3136,-11-19-4901,-27 20 4938</inkml:trace>
  <inkml:trace contextRef="#ctx0" brushRef="#br0" timeOffset="5084.943">4014 342 6345,'0'0'4557,"0"0"-1332,0 0-1391,0 0-1069,0 0-293,0 0 27,0 8-136,-2 303 3712,4-305-4059,1-1 0,-1 1 0,2-1-1,-1 0 1,0 0 0,1-1 0,0 1 0,0-1-1,0 0 1,1 0 0,-1 0 0,1 0-1,0-1 1,0 0 0,0 0 0,1 0-1,-1-1 1,1 1 0,0-1 0,-1-1 0,1 1-1,0-1 1,0 0 0,0 0 0,0-1-1,0 0 1,0 0 0,0 0 0,0-1-1,0 0 1,0 0 0,-1 0 0,1-1-1,3-1-15,15 3 27,193-5-260,-213 4-296,0-1-1,0 0 1,0 0 0,0 0-1,0 0 1,0-1 0,-1 1 0,1-1-1,-1 0 1,0 0 0,0-1 0,0 1-1,0 0 1,-1-1 0,1 0-1,-1 0 1,0 0 0,0 0 0,0 0-1,-1 0 1,1 0 0,-1 0 0,0-1-1,0 1 1,0 0 0,-1-1 0,0 1-1,0-1 1,0 1 0,-1-4 529,4-19-2098</inkml:trace>
  <inkml:trace contextRef="#ctx0" brushRef="#br0" timeOffset="5430.158">4333 256 3121,'0'0'3400,"0"0"1661,0 0-2552,0 0-1605,0 0-540,0 0 74,0 7 245,-3 335 5722,1 14-4607,1-350-1801,1 1 0,0 0 0,0 0 0,0 0-1,1-1 1,0 1 0,1 0 0,-1-1 0,1 1 0,0-1 0,1 1 0,0-1 0,0 0 0,0 0 0,2 1 3,7-57-12513,-12 21 7166</inkml:trace>
  <inkml:trace contextRef="#ctx0" brushRef="#br0" timeOffset="4101.538">2660 511 4905,'0'0'1172,"0"0"-21,0 0 1726,0 0-1596,0 0-894,0 0-209,15 6 1042,215 12 3209,-205-17-5249,99 2 2588,-83-2-4927,0-1-5040,-33 0 6394</inkml:trace>
  <inkml:trace contextRef="#ctx0" brushRef="#br0" timeOffset="22940.898">2855 165 5633,'0'0'544,"0"0"381,0 0 2024,0 0-1315,3 51 2328,-36 282 407,26 53-1727,7-383-2606,-1-1 0,1 0 0,0 0 1,-1 0-1,1 0 0,-1 0 0,1 0 0,-1 0 0,0 0 0,0 0 0,0 0 0,0-1 0,0 1 1,-1 0-1,1-1 0,0 1 0,-1-1 0,1 1 0,-1-1 0,0 0 0,1 1 0,-1-1 0,0 0 0,0 0 1,0 0-1,0 0 0,0-1 0,0 1 0,0 0 0,0-1 0,-1 1-36,3-1-104,18-38-13774,-4 24 10620</inkml:trace>
  <inkml:trace contextRef="#ctx0" brushRef="#br0" timeOffset="55318.741">5017 740 2737,'0'0'2609,"0"0"-1504,0 0-884,0 0-150,0 0 618,3 0 6065,3 0-3984,18 0-2493,395-9 2457,-418 9-2726,-1 0 16,0 0 59,0 0-23,0 0 81,0 0-128,25-26-4462,46-23-6729,-44 35 6645</inkml:trace>
  <inkml:trace contextRef="#ctx0" brushRef="#br0" timeOffset="55818.961">5984 665 7122,'0'0'2236,"0"0"-894,0 0-472,0 0 37,8 0-188,-4 1-695,-2-1 46,0 1-1,0-1 1,0 0 0,-1 0 0,1 0 0,0 0 0,0 0-1,0 0 1,0 0 0,0 0 0,0-1 0,-1 1 0,1-1-1,0 1 1,0-1 0,-1 0 0,1 0 0,0 0-1,-1 0 1,1 0 0,-1 0 0,1 0 0,-1-1 0,1 1-1,-1 0 1,0-1 0,0 1 0,0-1 0,0 1 0,0-1-1,0 0 1,0 1 0,0-1 0,-1 0 0,1 0 0,-1 1-1,1-2-69,23-210 537,-24 193-484,33 28 735,-21 15-497,-1 0 0,-1 1 1,0 0-1,-2 1 0,-1 0 0,-1 0 1,-1 1-1,-2-1 0,0 1 0,-2 0 1,0 0-1,-2 0 0,-1 0 0,-2 7-291,2 50-226,2-82-480,20-4-3707,25-67-6075,-31 43 8480</inkml:trace>
  <inkml:trace contextRef="#ctx0" brushRef="#br0" timeOffset="56548.469">6574 487 7162,'0'0'1253,"0"0"1245,0 0-911,0 0-656,0 0-651,0 0-47,0-9 217,0 5-362,0 0 0,0 0 0,0 1 0,1-1 0,-1 0 1,1 0-1,0 0 0,0 0 0,0 1 0,1-1 0,-1 0 0,1 1 0,0-1 1,0 1-1,0 0 0,1-1 0,-1 1 0,1 0 0,-1 1 0,1-1 1,0 0-1,0 1 0,2-1-88,-1-1 42,1 1 0,0 0 1,0 0-1,1 0 0,-1 0 0,0 1 0,1 0 1,0 0-1,-1 1 0,1-1 0,0 1 1,0 1-1,0-1 0,-1 1 0,1 0 1,0 0-1,0 0 0,0 1 0,0 0 0,0 0 1,-1 1-1,1 0 0,-1 0 0,1 0 1,-1 0-1,1 1 0,-1 0 0,0 0 1,-1 1-1,1-1 0,0 1 0,-1 0 0,0 0 1,0 1-1,0-1 0,0 1 0,-1 0 1,0 0-1,0 0 0,0 0 0,-1 0 1,1 1-1,-1-1 0,0 1 0,-1 1-42,12 35 121,-2 1-1,-2 0 1,-2 0 0,-2 1-1,-1 0 1,-3 0-1,-3 31-120,2-72-2,-3 0-6,0-1 1,0 1-1,0-1 1,0 0-1,0 0 1,-1 0-1,1 0 0,-1-1 1,1 1-1,-1-1 1,0 0-1,1 0 1,-1 0-1,0-1 1,0 1-1,0-1 1,1 0-1,-1 0 0,0 0 1,0-1-1,0 1 1,0-1-1,1 0 1,-1 0-1,0 0 1,1-1-1,-1 1 1,1-1-1,-2-1 8,3 2-10,0 0 0,0 0-1,1 0 1,-1 0 0,0-1-1,1 1 1,-1-1 0,1 1 0,-1-1-1,1 1 1,0-1 0,0 0 0,-1 0-1,1 0 1,0 1 0,1-1 0,-1 0-1,0 0 1,1 0 0,-1-1 0,1 1-1,-1 0 1,1 0 0,0 0 0,0 0-1,0 0 1,0 0 0,1 0 0,-1-1-1,0 1 1,1 0 0,0 0-1,-1 0 1,1 0 0,0 0 0,0 0-1,0 1 1,0-1 0,0 0 0,1 0-1,-1 1 1,0-1 0,1 1 0,-1-1-1,1 1 1,0-1 0,-1 1 0,1 0-1,0 0 1,0 0 0,0 0 0,0 0-1,0 0 1,0 1 0,0-1 0,0 1-1,0-1 1,0 1 0,0 0-1,0 0 1,0 0 0,2 0 10,16-1 12,0 1-1,1 0 1,-1 2 0,0 1-1,0 0 1,0 1 0,0 1 0,-1 1-1,0 1 1,5 3-12,164 33 912,-186-44-1231,0 0-1,-1 0 0,1 0 1,-1 0-1,0 0 0,1 0 1,-1-1-1,0 1 0,0 0 0,1-1 1,-1 1-1,0-1 0,-1 1 1,1-1-1,0 1 0,0-1 1,-1 0-1,1 1 0,-1-1 0,1 0 1,-1 0-1,1 1 0,-1-1 1,0 0-1,0 0 0,0 0 1,0 1-1,-1-1 0,1 0 1,0 0-1,-1 1 0,1-1 0,-1 0 1,1 1-1,-1-1 0,-1-1 320,1-6-502,-3-13-1303</inkml:trace>
  <inkml:trace contextRef="#ctx0" brushRef="#br0" timeOffset="116953.245">433 1394 6617,'0'0'1073,"24"-14"43,294-199 2935,65-61 273,316-167-4324,-529 346 716,403-201-76,-472 256-689,-98 39 26,3 1-1696,-2 2-1072</inkml:trace>
  <inkml:trace contextRef="#ctx0" brushRef="#br0" timeOffset="117499.986">3122 1211 10138,'0'0'760,"0"0"-1821,0 0 983,0 0 808,29-10 67,190-86-99,1213-812 1672,-1104 711 908,-327 197-2914,-1 0-124,0 0-139,0 17-2507,0-3-1130</inkml:trace>
  <inkml:trace contextRef="#ctx0" brushRef="#br0" timeOffset="118034.363">5630 1287 4065,'0'0'7289,"43"-30"-5161,591-426-1539,66-74 1586,-452 362 440,-247 215-2281,-10-28-2389,1-3-2002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6:11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1060 11827,'0'0'2192,"0"0"-706,0 0-487,0 0 122,24-4-11,187-30 2178,-10 9-2243,-52 9-4945,-127 13-1576,-6-2-6256</inkml:trace>
  <inkml:trace contextRef="#ctx0" brushRef="#br0" timeOffset="298.454">129 1389 7962,'0'0'3986,"0"0"-2336,0 0-798,0 0 171,0 0 297,0 0 83,14 2-387,300 9 883,-153-48-8001,-111 21-65</inkml:trace>
  <inkml:trace contextRef="#ctx0" brushRef="#br0" timeOffset="935.324">1328 1105 1096,'0'0'8553,"0"0"-5786,0 0-1681,0 0-184,0 0 188,0 0 132,-3-20-302,-7-61-507,10 76-378,1 0 0,0 0-1,0 0 1,1 0 0,-1 1-1,1-1 1,0 1 0,1-1-1,-1 1 1,1-1 0,-1 1-1,1 0 1,1 0 0,-1 1 0,0-1-1,1 1 1,0 0 0,0-1-1,0 1 1,0 1 0,1-1-35,4-4 97,-5 4-37,-1-1 1,1 1-1,-1 0 1,1 1-1,0-1 1,0 1-1,0-1 1,1 1 0,-1 1-1,0-1 1,1 1-1,-1-1 1,1 1-1,-1 0 1,1 1-1,0-1 1,0 1-1,-1 0 1,1 0-1,0 0 1,-1 1 0,1 0-1,0 0 1,-1 0-1,1 0 1,-1 1-1,0 0 1,1 0-1,-1 0 1,0 0-1,0 1 1,0-1-1,0 1 1,-1 0 0,1 0-1,-1 1 1,0-1-1,0 1 1,0-1-1,0 1 1,0 0-1,-1 0 1,0 0-61,12 32 142,-1 0 0,-2 0 0,-1 1 0,-2 0 0,-2 1 0,-1-1 0,-2 1 0,-2 0 0,-2 0 0,-1 0 0,-2 6-142,4-39-8,-1 1 1,1 0 0,-1-1 0,-1 1 0,1-1-1,-1 1 1,0-1 0,0 0 0,0 0 0,-1 0-1,0 0 1,0 0 0,0 0 0,0-1 0,-1 1-1,0-1 1,0 0 0,0 0 0,0-1 0,-1 1-1,1-1 1,-1 0 0,0 0 0,0-1 0,0 1 0,0-1-1,-1 0 1,1 0 0,-1-1 0,1 0 0,-1 0-1,1 0 1,-1 0 0,0-1 0,1 0 0,-1 0-1,0-1 1,1 0 7,-6 2-30,8-1 26,0 1 1,-1-1-1,1 0 0,-1 0 0,1 0 0,-1 0 1,1 0-1,0-1 0,-1 0 0,1 1 0,0-1 1,-1 0-1,1-1 0,0 1 0,0-1 1,0 1-1,0-1 0,0 0 0,0 0 0,1 0 1,-1 0-1,0-2 4,33 2-52,-1 1 16,30 0-22,-1-2 0,0-2 0,0-3 1,0-2-1,-1-3 0,18-8 58,0-17-4852,-47 20-1152</inkml:trace>
  <inkml:trace contextRef="#ctx0" brushRef="#br0" timeOffset="1343.418">2309 749 9074,'0'0'9739,"0"0"-6718,0 0-2458,0 0-407,0 0-111,0 0 117,-12-5 210,-36-14-251,38 32-116,92 215 267,-80-223-272,0 4 4,0 1-1,0 0 0,1-1 0,0 1 0,1-1 0,0 0 0,1 0 0,0 0 0,0-1 1,1 1-1,0-1 0,0-1 0,1 1 0,0-1 0,0 0 0,1-1 0,-1 1 0,2-2 1,-1 1-1,1-1 0,-1 0 0,1-1 0,1 0 0,6 2-3,10-3-78,0 0 0,0-2-1,0-1 1,0 0 0,0-3 0,0 0-1,0-1 1,-1-1 0,0-2 0,0-1-1,0 0 1,-1-2 0,0-1 0,-1-1-1,8-6 79,-3-13-4114,-19 5-2302,-5 8-4621</inkml:trace>
  <inkml:trace contextRef="#ctx0" brushRef="#br0" timeOffset="1666.104">2707 580 14699,'0'0'2238,"0"0"-854,0 0-690,0 0-314,0 0 321,0 0 37,-5 16-130,-17 211 802,20-87-550,-1-31-727,4-1 0,5 0 0,5 0 0,10 30-133,-21-136-959,0-2-1920,0 0-1484</inkml:trace>
  <inkml:trace contextRef="#ctx0" brushRef="#br0" timeOffset="10965.846">3685 182 9450,'0'0'1084,"0"0"-661,0 0 138,0 0 1174,-8-5-138,-239-105 5508,183 91-6971,-1 4-1,0 3 0,-1 2 1,0 4-1,-1 2 1,-11 3-134,58 4-1,0 0 1,0 1 0,1 1-1,-1 1 1,1 0 0,0 2-1,1 0 1,0 1 0,0 1-1,1 1 1,0 0 0,1 1-1,0 1 1,1 1 0,0 0-1,1 0 1,1 2 0,1 0-1,0 0 1,-7 13 0,-7 102-64,27-129 69,1 0 1,0 1 0,-1-1-1,1 0 1,0 0-1,0-1 1,1 1 0,-1 0-1,0-1 1,0 1-1,1-1 1,-1 0-1,1 0 1,-1 0 0,1 0-1,0 0 1,-1 0-1,1-1 1,0 1 0,0-1-1,-1 0 1,1 0-1,0 0 1,0 0 0,-1 0-1,1-1 1,0 1-1,0-1 1,-1 1-1,1-1 1,-1 0 0,1 0-1,-1-1 1,1 1-1,-1 0 1,1-1 0,-1 0-1,0 1 1,0-1-1,0 0 1,0 0 0,1-1-6,1-1 3,1 1 1,-1-1-1,0 0 1,0 0 0,-1 0-1,1 0 1,-1-1 0,0 1-1,0-1 1,0 0-1,-1 0 1,0 0 0,0-1-1,0 1 1,0 0-1,-1-1 1,0 1 0,0-1-1,0 1 1,-1-1 0,0 1-1,0-1 1,-1 0-1,1 1 1,-1-1 0,0 1-1,0-1 1,-1 1 0,0 0-1,0 0 1,0-1-1,-1 1 1,1 1 0,-1-1-1,-3-3-3,-15-3-9,-2 2 0,1 0-1,-1 1 1,0 2 0,-1 0 0,1 1-1,-1 2 1,0 0 0,0 2 0,0 0-1,0 2 1,-9 1 9,13-2-17,-53-3 10,0 3 1,-1 3-1,2 3 0,-1 3 0,1 4 0,0 2 1,2 4-1,0 3 0,1 2 0,-34 20 7,8 39-13,93-80 12,0-1 0,0 1 1,0 0-1,1-1 1,-1 1-1,1 0 1,-1 0-1,1 0 0,0 0 1,0 1-1,1-1 1,-1 0-1,1 0 1,-1 1-1,1-1 1,0 0-1,0 0 0,1 1 1,-1-1-1,1 0 1,-1 0-1,1 0 1,0 0-1,0 1 0,1-1 1,-1 0-1,0-1 1,1 1-1,0 0 1,0 0-1,0-1 1,0 1-1,0-1 0,0 1 1,3 1 0,-37-7 60,16-4-61,-1 1 0,0 1 0,0 1 0,0 1 0,0 0 0,-1 1 1,1 1-1,-1 0 0,1 1 0,-1 2 0,1-1 0,-1 2 0,1 0 0,0 1 0,0 1 0,0 1 0,1 0 1,0 1-1,0 1 0,0 0 0,1 1 0,1 1 0,-1 0 0,2 1 0,-8 7 1,9 0 3,0 0-1,0 1 0,2 0 1,0 1-1,2 0 0,0 0 1,1 1-1,1 0 0,1 0 1,1 1-1,0 0 0,2-1 1,1 1-1,0 0 1,2 0-1,0 0 0,3 5-2,39 148 54,-44-180-48,0 1 1,0 0 0,0 0 0,-1 0 0,0 0-1,0 0 1,0 1 0,0-1 0,-1 0 0,1 1 0,-1 0-1,0-1 1,0 1 0,0 0 0,0 1 0,-1-1 0,1 1-1,-1-1 1,1 1 0,-1 0 0,0 0 0,0 0-1,0 1 1,0 0 0,0-1 0,0 2 0,-1-1 0,1 0-1,0 1 1,-1 0 0,1-1 0,0 2 0,0-1-1,-1 1 1,-2 0-7,1 2-1,0 1-1,0-1 1,0 2-1,1-1 1,0 0 0,0 1-1,0 0 1,0 0-1,1 1 1,-1-1-1,1 1 1,1 0-1,-1 0 1,1 0 0,0 1-1,1-1 1,-1 1-1,1-1 1,1 1-1,-2 4 2,1-3 0,-8 19 54,2 1 0,1 1 1,1-1-1,1 1 0,2 0 0,1 1 1,1-1-1,2 0 0,1 0 0,1 0 1,1 0-1,2 0 0,1 0 0,1-1 0,1-1 1,2 1-1,0-2 0,2 1 0,1-2 1,1 1-1,10 9-54,33 51 158,-13-25-130,-3 2 1,-2 2-1,-4 2 0,-2 1 1,3 18-29,-22 110-4,-17-130 1,1-57 5,1 0 0,0 0 0,0 0 0,1 0 0,0 0 0,1 0 0,0 0 0,0 0 0,1-1 0,0 1 0,0-1 0,1 0 0,0 0 0,1 0 0,0 0 0,0-1 0,1 1 0,-1-2 0,2 1 0,-1 0 0,1-1 0,0 0 0,0-1 0,0 0 0,1 0 0,0 0 0,7 2-2,6 3 2,0-2 0,1 0 0,0-2 0,0 0 0,1-2 0,-1 0 0,1-2 0,0 0 1,0-2-1,0 0 0,0-1 0,2-2-2,-4-4 2,-1 0 1,-1-1-1,1-1 1,-1-1-1,-1-1 1,0-1-1,0 0 0,-2-1 1,1-1-1,-2-1 1,1 0-1,-2-1 1,0 0-1,-1-1 0,-1-1 1,0-2-3,52-57 2,-54 70-4,0 1 0,0 0 0,1 0 0,0 1 0,0 1 1,0-1-1,1 2 0,-1 0 0,1 0 0,0 1 0,0 0 0,0 1 0,0 1 0,0 0 0,0 0 0,0 1 0,0 1 0,0 0 0,-1 1 0,1 0 0,-1 0 0,1 1 0,-1 1 0,0 0 2,91 16 10,-70-18-5,0-2 1,1-1-1,-1-1 1,0-2-1,0-2 1,0-1-1,0-1 1,-1-1-1,0-2 1,-1-1-1,0-2 1,0-1-1,-2-1 1,0-1-1,0-2 1,-2-1-1,3-3-5,-16 14-3,-1-1 0,1 0 0,-2-1-1,1 0 1,-1-1 0,-1 0 0,0-1 0,0 0-1,-1-1 1,-1 0 0,0 0 0,-1-1 0,-1 1-1,0-2 1,0 1 0,-2-1 0,0 1 0,0-1-1,-1-1 1,0-9 3,-3 21-1,1 1-7,-1 0 0,1 0 0,-1 0 0,1 0 0,-1 1 1,0-1-1,0 0 0,0 0 0,0 0 0,-1 0 0,1 0 0,-1 0 0,0 1 1,0-1-1,0 0 0,0 1 0,0-1 0,0 0 0,-1 1 0,0-1 0,1 1 0,-1 0 1,0 0-1,0 0 0,0 0 0,0 0 0,0 0 0,-1 0 0,1 0 0,-1 1 1,1-1-1,-1 1 0,1 0 0,-3-1 8,5 12-173,1-3 174,0 1 0,0-1 1,1 1-1,0-1 0,1 0 1,-1 0-1,1 0 0,1 0 0,-1 0 1,1-1-1,1 1 0,-1-1 1,1 0-1,0-1 0,0 1 1,1-1-1,-1 0 0,1 0 1,0-1-1,1 1 0,-1-1 1,1-1-1,3 2-1,8 5-1,0-2 1,1 0-1,0-1 0,0-1 1,0-1-1,1 0 1,0-2-1,12 1 1,-10-2 1,0 0 0,1-2 0,-1 0 0,0-2 0,0 0 1,1-2-1,-2 0 0,1-1 0,0-2 0,-1 0 0,0-1 0,-1-1 1,0-1-1,0-1 0,-1 0 0,-1-2 0,0 0 0,0-1 0,-2-1 0,0 0 1,0-1-1,-1-1 0,-1-1 0,-1 0 0,-1 0 0,4-10-1,-10 13 23,-1 0-1,-1 0 1,0-1-1,-2 0 1,1 0-1,-2 1 1,0-1 0,-1-1-1,-1 1 1,0-2-23,-3 9-4,18 25-24,-1-8 30,1-1 1,0 0 0,0 0 0,1-2 0,0 1-1,0-2 1,0 0 0,1-1 0,-1-1 0,1 0 0,-1-1-1,1-1 1,0 0 0,0-1 0,-1 0 0,1-2-1,-1 0 1,0-1 0,1 0 0,-2-1 0,1-1-1,-1 0 1,1-1 0,-2 0 0,1-1 0,-1-1 0,8-7-3,-8 2 3,-1 0 0,-1-1 0,-1 0 0,0 0 0,-1-1 0,0-1 0,-1 1 0,-1-1 0,-1-1 0,-1 1 0,0-1 0,-1 0 0,-1 0 1,0-1-1,-2 1 0,0 0 0,-1-1 0,-1 1 0,-1-1 0,-1-5-3,-1 3 6,0 1 0,-1 0 1,-1 0-1,0 1 0,-2 0 0,-1 0 0,0 1 1,-1 0-1,-1 0 0,0 1 0,-2 0 0,0 2 1,0-1-1,-8-5-6,-226-183 90,245 202-90,-38-23 204,39 24-204,24 11-180,-13-6 186,1 0 0,-1 0 0,1 0 0,1-2 0,-1 1 0,0-2 0,0 1 0,1-1 0,-1-1 0,1 0 0,11-2-6,-21 1 3,1 0-1,-1 0 1,1 0 0,-1 0 0,1-1 0,-1 1 0,0-1 0,0 0-1,0 1 1,0-1 0,0 0 0,0 0 0,0 0 0,0-1 0,-1 1 0,1 0-1,-1-1 1,0 1 0,0-1 0,0 1 0,0-1 0,0 1 0,0-1 0,-1 0-1,1 1 1,-1-1 0,0 0 0,1 0 0,-1 1 0,-1-1 0,1 0 0,0 0-1,-1-1-2,-18-94 139,19 98-139,-8-26 21,-1 1-1,-1 0 0,-1 1 1,0 0-1,-2 1 0,-1 0 0,-1 1 1,-1 1-1,-1 0 0,-1 1 0,-1 1 1,0 1-1,-1 0 0,-1 2 1,-1 0-1,0 2 0,-1 0 0,-10-4-20,4 14 7,-1 1 0,1 2 0,-1 0 0,1 2 0,-1 2 0,-27 5-7,-41 8-51,101 32-880,72 4-4467,-36-35-394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6:29.97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1282 1416 9178,'0'0'2094,"0"0"-623,-16 21-800,-52 71-287,63-84-191,-1 1 1,1-1 0,0 1-1,1 1 1,0-1 0,1 0-1,0 1 1,0 0 0,1 0-1,0 0 1,1 0 0,0 0 0,1 0-1,0 0 1,0 0 0,1 0-1,1 3-193,-1-10 39,0 1-1,0-1 1,0 1-1,0-1 1,1 0 0,0 1-1,0-1 1,0 0-1,0 0 1,0 0-1,0 0 1,1-1-1,0 1 1,-1-1-1,1 1 1,0-1 0,0 0-1,0 0 1,0 0-1,1-1 1,-1 1-1,0-1 1,1 0-1,-1 0 1,1 0-1,-1 0 1,1 0 0,0-1-1,-1 0 1,1 1-1,0-1 1,-1-1-1,1 1 1,0-1-39,126-29 90,-106 15-195,-1-2 1,0 0 0,-2-1-1,0-1 1,-1-1 0,-1-1 0,-1-1-1,-1-1 1,-1 0 0,0-1-1,-2 0 1,-1-1 0,-1-1 0,-2 0-1,0-1 1,-2 0 0,-1 0-1,0-1 1,-3 0 0,1-10 104,-5 28-47,0 0 1,0 1-1,-1-1 1,0 0-1,-1 1 0,0-1 1,-1 1-1,0 0 1,0 0-1,-1 0 0,0 0 1,0 0-1,-1 1 1,0 0-1,-1 0 1,0 0-1,0 1 0,-1 0 1,0 0-1,0 0 1,0 1-1,-1 0 0,0 1 1,0-1-1,-1 2 1,1-1-1,-1 1 1,-5-1 46,0-2 97,-1 1 0,-1 1 1,1 0-1,-1 1 1,0 1-1,0 0 0,0 1 1,0 1-1,0 0 1,0 2-1,0-1 0,0 2 1,0 0-1,0 1 1,0 1-1,0 0 0,1 1 1,0 1-1,0 1 1,0 0-1,1 0 0,0 1 1,1 1-1,-1 1 1,2 0-1,-1 1-97,-9 11 244,0 1 0,2 1 0,1 0 0,1 2 0,0 0 0,3 1-1,0 1 1,1 1 0,2 0 0,1 0 0,1 1 0,2 0 0,1 1 0,1 0 0,2 0 0,1 0-1,2 1 1,1 20-244,0-46 11,1 0 0,0-1 0,1 1-1,-1-1 1,1 1 0,0-1 0,0 0-1,0 0 1,1 0 0,0 0 0,0 0-1,0 0 1,1-1 0,-1 0 0,1 1-1,0-1 1,1-1 0,-1 1 0,0-1-1,1 1 1,0-1 0,0 0 0,0-1-1,0 1 1,0-1 0,1 0 0,-1-1-1,1 1 1,4 0-11,3 0 8,1 0 0,0-1 0,0-1 0,-1 0 0,1-1 0,0 0 0,0-1 0,-1-1 0,1 0 0,-1-1 0,0 0 0,2-2-8,21-12-12,0-2 0,-2-2-1,-1-1 1,0-1-1,-2-2 1,-1-1-1,-1-2 1,-2 0-1,20-29 13,-18 30-225,-1-2-1,-1-1 1,-2-1-1,-1-1 1,-2-1-1,-1-1 1,-2-1-1,-1-1 0,-2 0 1,-2-1-1,-1-1 1,-2 0-1,-2-1 1,-1 0-1,-2-6 226,-7 17 0,-1 1 0,-2-1 0,0 1 0,-2 0 0,-2 1 0,0-1 0,-2 1 0,0 1 0,-2 0 0,-1 0 0,-1 1 0,-2 1 0,0 1 0,-1 0 0,-1 1 0,-2 0 0,0 2 0,-1 1 0,0 0 0,-2 1 0,0 2 0,-1 0 0,-1 2 0,0 0 0,-14-4 0,26 13 134,1 0 0,-1 1-1,0 1 1,0-1 0,0 2 0,-1 0-1,1 1 1,-1 0 0,1 1 0,0 0-1,-1 1 1,1 1 0,0 0 0,-1 1-1,1 0 1,1 1 0,-12 5-134,10 2 106,1 0 0,0 1 0,1 1 0,0 0 0,0 1 0,2 0 0,0 1 0,0 0 0,2 0 0,0 1 0,1 0 0,0 1-1,-2 10-105,-13 40 132,4 1 0,3 1 0,2 0 0,4 1 0,2 0-1,4 68-131,1-127 19,0 0-1,1-1 0,0 1 0,1 0 1,0 0-1,1-1 0,0 1 0,0 0 0,1-1 1,1 1-1,0-1 0,0 1 0,1-1 1,0 0-1,1-1 0,0 1 0,1-1 1,0 0-1,0 0 0,1-1 0,0 0 1,0 0-1,1 0 0,0-1 0,1 0 1,-1-1-1,1 0 0,1 0 0,-1-1 1,1 0-1,0 0-18,11 1 3,0-1 0,1-1 0,-1-1 0,1-1 0,-1-1 0,1 0 0,0-2 0,-1 0 0,1-2 0,-1 0 0,1-2 0,-1 0 0,0-1 0,-1-1-1,0-1 1,0-1 0,12-8-3,13-8 9,-1-1-1,-2-3 1,-1-1-1,-1-3 1,-2-1-1,33-36-8,-42 39-58,-1-1 0,-2-1-1,0-1 1,-3-2 0,-1 0 0,-2-1-1,-1-1 1,-2-1 0,-1-1 0,-3 0-1,-1 0 1,-2-2 0,-2 1-1,-1-1 1,-3 0 0,0-27 58,-5 52-12,0 1-1,-2-1 1,0 0 0,0 1-1,-2 0 1,0 0 0,-1 0-1,0 0 1,-1 1 0,-1 0-1,-1 1 1,0 0 0,0 0 0,-2 1-1,0 0 1,0 0 0,-1 1-1,0 1 1,-1 0 0,-1 1-1,1 1 1,-2 0 0,1 0-1,-1 1 1,0 1 0,-1 1-1,0 0 1,0 1 0,0 1 0,-1 0 12,-30 5 32,0 1 1,1 2-1,-1 3 1,1 1 0,0 3-1,1 1 1,1 3 0,0 1-1,0 2 1,2 3-1,1 1 1,0 1 0,-36 30-33,40-30 49,0 2 1,2 2 0,1 1-1,1 1 1,1 3-1,2 0 1,1 2 0,2 0-1,1 2 1,2 2 0,2 0-1,1 1 1,2 1-1,-8 26-49,25-52 0,0 1 0,1-1-1,1 0 1,0 0 0,1 1-1,1-1 1,0 0 0,1 0-1,0 0 1,1 0 0,1-1-1,0 1 1,1-1 0,0 0-1,1-1 1,0 0 0,1 0-1,1 0 1,0-1 0,0 0-1,1-1 1,0 0 0,1-1-1,0 0 1,1 0 0,0-1-1,0-1 1,0 0 0,1-1-1,0 0 1,1-1-1,-1 0 1,1-1 0,0-1-1,0 0 1,0-1 0,0 0-1,1-1 1,7-1 0,9 2-72,0-1 0,0-2-1,0-1 1,-1-1 0,1-2 0,-1-1-1,0-2 1,0 0 0,-1-2 0,0-2 0,-1 0-1,0-2 1,-1-1 0,0-1 0,-2-1-1,0-1 1,-1-2 0,0 0 0,-2-1 0,-1-2-1,0 0 1,-2-1 0,-1-1 0,-1-1-1,4-8 73,-13 20-49,-1-1 0,0 0 0,-1 0 0,-1-1 0,0 1 0,-1-1 0,-1 0 0,-1-1 0,0 1 0,-1 0 0,0-1 0,-2 1-1,0-1 1,0 1 0,-2 0 0,0-1 0,-1 1 0,0 1 0,-2-1 0,1 1 0,-2 0 0,0 0 0,-1 0 0,-1 1 0,0 1 0,0-1 0,-2 1-1,1 1 1,-10-8 49,-17-8 20,-1 2-1,-1 2 0,-1 1 1,-1 2-1,-1 1 0,-1 3 1,0 1-1,-1 3 0,-1 1 1,0 2-1,0 2 0,-1 3 1,0 1-1,-9 2-19,17-3 36,1 2 0,-1 1 0,1 2 1,-1 1-1,1 2 0,-1 2 0,1 2 0,0 1 0,1 1 0,0 2 0,1 2 1,-23 12-37,29-6 77,1 1 1,2 1 0,0 1 0,1 2-1,1 0 1,1 2 0,2 0 0,1 1-1,0 2 1,2 0 0,2 1 0,0 0-1,2 1 1,-2 10-78,-3 12 130,2 1 0,3 0 0,2 1-1,2 1 1,3-1 0,2 1 0,2 0 0,4 18-130,-2-68 7,0 1 0,1-1 0,0 0-1,0 1 1,0-1 0,1 0 0,0 1 0,0-1 0,0 0 0,1 0 0,0 0 0,0 0 0,1 0 0,0 0 0,0-1 0,0 1 0,1-1 0,-1 0 0,1 0 0,0 0-1,1 0 1,-1-1 0,1 0 0,0 0 0,0 0 0,0 0 0,1-1 0,-1 0 0,4 1-7,17 2 0,1-2 0,0 0-1,0-2 1,1-1 0,-1-1-1,0-2 1,0 0 0,0-2 0,0-1-1,0-1 1,-1-1 0,0-1 0,0-2-1,-1 0 1,9-7 0,7-3 7,-1-2 0,-1-2 0,-1-1 0,-2-2 0,0-2-1,-2-1 1,-1-1 0,-2-2 0,-1-1 0,-1-2 0,-3-1 0,16-28-7,-32 53-19,-2-1 0,0 0 0,0 0 0,-1-1 0,0 0 1,-2-1-1,0 1 0,0-1 0,-1 0 0,-1 0 0,0-1 0,-2 1 1,1-1-1,-2 1 0,0-1 0,-1 1 0,0-1 0,-1 1 0,-1 0 1,-1 0-1,0 0 0,-1 0 0,0 1 0,-1-1 0,-1 1 0,0 1 1,-1-1-1,-1 1 0,0 1 0,0-1 0,-1 2 0,-1-1 0,0 1 1,-1 1-1,0 0 0,-11-7 19,7 9-2,0 1 1,0 1-1,0 1 1,-1 0-1,1 1 0,-1 0 1,0 2-1,0 0 1,-1 1-1,1 1 0,0 0 1,0 1-1,0 1 1,0 1-1,0 0 0,0 1 1,1 1-1,-1 0 1,1 2-1,0 0 0,1 0 1,0 2-1,0-1 1,1 2-1,0 0 1,1 1-1,0 0 0,0 1 1,1 1-1,1 0 1,-4 6 1,-18 28 21,1 2 1,3 2 0,2 1 0,3 0 0,1 2 0,4 1 0,1 1 0,3 0 0,2 1 0,3 0-1,3 1 1,1 14-22,21 99 19,-13-165-21,1-1 0,0 1 0,0 0 0,0-1 0,1 0 0,0 1 0,0-1-1,0-1 1,0 1 0,1-1 0,0 0 0,0 0 0,0 0 0,1 0-1,-1-1 1,1 0 0,-1 0 0,1-1 0,0 1 0,0-1 0,0-1 0,1 1-1,-1-1 1,3 0 2,27 1 15,0-2 0,0-1 0,0-2 0,0-1 0,0-2 0,-1-2-1,0-1 1,-1-2 0,0-1 0,-1-1 0,0-2 0,-1-2 0,-1-1 0,0-1-1,-1-1 1,-2-2 0,0-1 0,-1-1 0,7-11-15,-14 20-7,-1-2 0,-1 0 0,-1-1 0,-1-1 1,0 0-1,-1-2 0,-1 1 0,-1-2 0,-1 0 0,-1 0 0,-1-1 0,7-23 7,-14 35 1,0 0 0,0-1 1,-1 0-1,-1 1 0,0-1 0,0 0 0,-1 0 0,-1 0 0,0 0 0,-1 1 0,0-1 0,0 0 0,-1 1 0,-1 0 0,0 0 0,-1 0 0,0 0 1,0 0-1,-1 1 0,-4-5-1,-14-5-11,0 1-1,-1 0 1,-1 3 0,0 0 0,-1 1 0,-1 2 0,0 0 0,-1 2-1,-1 2 1,1 0 0,-1 2 0,-1 1 0,1 2 0,-1 1 0,0 1-1,0 1 1,-2 2 11,13-5 2,-1 1 1,0 0-1,0 1 0,0 2 0,0 0 0,0 1 0,1 1 0,-1 1 1,0 1-1,1 0 0,0 2 0,0 0 0,0 2 0,1 0 0,0 1 1,0 1-1,1 0 0,1 2 0,0 0 0,0 1 0,1 1 0,1 0 1,-14 16-3,3 16 72,2 1 0,2 2 1,3 0-1,1 1 1,2 0-1,3 2 1,2-1-1,3 2 0,1-1 1,3 8-73,-1-28 54,2 0 0,1 0 0,1 1 1,2-1-1,1 0 0,2 0 0,1 0 0,2 0 0,0-1 1,3 0-1,0 0 0,2-1 0,1 0 0,2-1 0,1-1 1,17 24-55,-10-28 11,2-1 0,0-2 0,2 0 0,0-1 0,1-2 0,1-1 0,1-1 1,0-2-1,1-1 0,0-1 0,1-2 0,1-1 0,-1-1 0,1-2 0,0-1 0,1-2 1,-1-1-1,1-2 0,-1-1 0,1-2 0,-1-1 0,0-1 0,0-2 0,-1-1 0,1-2 1,-2-1-1,0-2 0,0-1 0,-1-1 0,-1-2 0,-1 0 0,0-2 0,21-20-11,-33 27-139,-1-1-1,0 0 1,-1-2-1,-1 1 1,0-2-1,-1 0 0,-1 0 1,0-1-1,-2 0 1,1-1-1,-2 0 1,-1-1-1,0 0 0,-1 0 1,-1 0-1,-1-1 1,-1 1-1,0-1 1,-2 0-1,0 0 1,-1 0-1,-1 0 0,-2-11 140,-4 13-42,-1 0 0,0 0-1,-1 1 1,-1 0 0,-1 1-1,0 0 1,-1 1-1,-1 0 1,0 0 0,-1 2-1,0 0 1,-1 0 0,-1 2-1,0-1 1,-1 2 0,1 0-1,-18-6 43,28 12 23,-1 1-1,1-1 0,-1 1 1,1 1-1,-1-1 0,0 1 1,0 0-1,0 1 0,0-1 1,0 2-1,-1-1 0,1 1 1,0 0-1,0 0 0,-1 1 1,1 0-1,0 0 1,0 1-1,0 0 0,0 0 1,0 0-1,1 1 0,-1 0 1,1 1-1,0-1 0,0 1 1,0 0-1,0 1 0,-2 2-22,-5 14 76,2 1-1,0 0 0,2 0 1,0 1-1,2 0 0,0 1 0,2 0 1,0 0-1,2 0 0,1 0 1,1 1-1,0-1 0,4 24-75,-4-30 8,0 0 0,1 0 0,1-1 0,1 1-1,0 0 1,1-1 0,1 1 0,1-1 0,0 0 0,1 0 0,1-1-1,1 0 1,0 0 0,1-1 0,1 0 0,0 0 0,1-1-1,0-1 1,2 1 0,-1-2 0,1 0 0,1-1 0,0 0 0,1-1-1,0 0 1,1-1-8,1-3 5,-1-2-1,1 0 1,0-1-1,0 0 1,0-2 0,0 0-1,0 0 1,1-2-1,-1 0 1,0-1-1,0-1 1,0-1-1,-1 0 1,1-1-1,-1-1 1,0 0-1,-1-1 1,1-1-1,-1 0 1,-1-1 0,1-1-1,-2 0 1,1-2-5,9-6 9,-1-1 1,-1-1 0,0-1 0,-2-1-1,0-1 1,-2 0 0,0-1-1,-2-1 1,-1-1 0,-1 0 0,-1-1-1,-1 0 1,1-7-10,-7 15 5,0 1 0,-1-1 0,-2 0 0,1 0 0,-2 0 0,-1 0 0,0 0 0,-1 0 0,-1 0 0,-1 0 0,-1 0 0,-1 1 0,0 0 0,-1-1 0,-1 2 0,-1-1 0,0 1 0,-1 0 0,-1 1 0,-1 0 0,0 1 0,-1 0 0,0 1 0,-13-11-5,4 6 19,0 1 0,-2 1 1,1 1-1,-2 2 0,0 0 0,-1 1 0,0 2 0,-1 0 1,0 2-1,-1 0 0,0 2 0,0 2 0,-1 0 0,1 1 1,-1 2-1,-12 1-19,30 1-1,0 0 0,0 0 0,1 1 0,-1 1 0,1 0 0,-1 0 0,1 0 0,-1 1 0,1 1 0,0 0 0,0 0 0,1 0 0,-1 1 0,1 1 0,0-1 0,1 1 0,-1 1 0,1-1 0,0 1 0,1 1 0,0-1 0,0 1 0,0 0 0,1 0 0,0 1 0,0 2 1,-57 131-1228,27-36-2634,2 12-4884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6:31.02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414 129 5617,'0'0'1002,"0"0"1680,-27-2-176,-89-8-858,106 9-1471,0 0 0,0 1 0,0 1 0,0 0 1,0 0-1,0 1 0,0 0 0,0 0 0,1 1 0,-1 1 0,1 0 1,0 0-1,0 1 0,0 0 0,1 0 0,-1 1 0,1 0 0,1 1 0,-1-1 1,1 1-1,0 1 0,1 0 0,0 0 0,0 0 0,0 0 0,1 1 1,1 0-1,0 0 0,0 0 0,0 1 0,1 0-177,-3 10 241,1 0 0,0 0 0,2 1 0,1-1 0,0 1 0,1 0 0,1 0 0,1-1 0,1 1 0,1 0 0,1-1 0,1 0 0,6 18-241,-6-23 27,0 0-1,2-1 0,-1 0 1,2-1-1,-1 1 0,2-1 1,0-1-1,0 1 0,2-2 1,-1 1-1,1-2 0,1 1 1,0-1-1,0-1 0,1 0 1,0-1-1,1 0 0,-1-1 1,1-1-1,1 0 0,-1-1 1,1-1-1,1 0-26,-5-2 7,0 0 0,1-1 0,-1 0 0,1-1 0,-1-1 0,1 1 0,-1-2 1,0 0-1,1 0 0,-1-1 0,0 0 0,0-1 0,-1-1 0,1 1 0,-1-2 0,0 1 0,0-1 0,-1-1 0,0 0 1,0 0-1,0-1 0,-1 0 0,0 0 0,-1-1 0,0 0 0,0 0 0,-1-1 0,0 0 0,-1 0 0,0 0 1,0-1-1,1-5-7,-2-6-13,0 0 0,-1 0 1,-1-1-1,-1 1 0,-1-1 1,-1 1-1,-1-1 0,-1 1 1,-1-1-1,-1 1 0,-1 1 1,-1-1-1,0 1 1,-2 0-1,-1 1 0,0 0 1,-1 0-1,-1 1 0,-1 1 1,-1 0-1,-1 1 0,0 0 1,-1 1-1,-1 1 0,0 0 1,-1 2-1,-7-4 13,-118-54 37,138 70-28,0-1 0,0 1 1,-1 0-1,1 1 0,-1-1 0,1 1 0,-1 0 0,1 0 0,-1 1 0,1-1 0,-1 1 0,1 1 1,0-1-1,-1 1 0,1 0 0,0 0 0,0 0 0,0 1 0,0-1 0,1 1 0,-1 1 0,1-1 0,0 0 1,0 1-1,0 0 0,0 0 0,-1 2-9,-6 15 32,0 1 1,2 1-1,0-1 1,2 1-1,0 0 0,2 1 1,0 0-1,2 0 1,1 0-1,0 0 0,2 0 1,1 0-1,1 6-32,-2-14 26,-2 5-7,0 0 0,2-1 1,0 1-1,1 0 0,1-1 1,1 1-1,1-1 0,1 0 0,0 0 1,2 0-1,0-1 0,1 0 1,1 0-1,1-1 0,1 0 1,0-1-1,1 0 0,1 0 1,1-2-1,0 0 0,1 0 0,0-1 1,4 1-20,-8-7-4,0 0 0,1 0-1,0-1 1,1 0 0,0-1 0,0-1 0,0 0 0,0-1 0,1 0 0,0-1 0,0-1 0,0 0-1,0-1 1,0 0 0,0-1 0,0-1 0,0 0 0,0-1 0,0 0 0,0-1 0,-1-1 0,1 0-1,-1-1 1,0 0 0,0-1 0,-1-1 0,3-1 4,10-20 27,-2-2 0,0 0 1,-2-1-1,-2-1 0,0-1 0,-3-1 0,0 0 0,-3-2 1,0 1-1,-3-1 0,0-1 0,-3 0 0,-1 0 0,-2-1 0,-1 1 1,-2-1-1,-2 0 0,-1 1 0,-5-19-27,-34-73 26,40 126-26,-1 1 1,0-1-1,0 0 1,0 1 0,0-1-1,0 1 1,0 0 0,-1 0-1,1 0 1,-1 0-1,0 0 1,0 0 0,1 1-1,-1-1 1,0 1 0,0 0-1,0 0 1,-1 0 0,1 0-1,0 0 1,0 1-1,0 0 1,-1-1 0,1 1-1,0 0 1,0 1 0,-1-1-1,1 1 1,0-1-1,0 1 1,0 0 0,0 0-1,0 0 1,0 0 0,0 1-1,0-1 1,0 1 0,1 0-1,-1 0 1,-2 2-1,-9 10 4,1 0 0,1 2 0,0-1 0,0 2 0,2-1 0,0 1 0,1 1 0,1 0-1,1 0 1,0 1 0,1-1 0,-3 19-4,8-32 9,-11 35 84,2-1 1,1 1-1,2 0 1,2 1-1,2 0 1,2 25-94,1-52 23,0-1 0,1 0 0,1 0 0,0 0 0,1 0 0,0 0 1,1 0-1,0-1 0,1 0 0,1 0 0,0 0 0,0 0 0,1-1 0,0 0 1,1-1-1,1 0 0,0 0 0,0 0 0,0-1 0,1-1 0,1 0 0,2 1-23,-5-4 11,0-1-1,0-1 0,1 0 0,-1 0 0,1-1 0,0 0 0,0 0 0,0-1 1,0 0-1,0 0 0,0-1 0,1-1 0,-1 1 0,0-2 0,0 1 0,0-1 0,-1 0 1,1-1-1,0 0 0,-1-1 0,0 1 0,0-2 0,0 1 0,0-1 0,0 0 1,-1-1-1,0 1 0,0-2 0,-1 1 0,0-1 0,0 0 0,0 0 0,-1 0 1,0-1-1,0 0 0,-1 0 0,0 0 0,-1-1 0,1-1-10,6-12 44,0-1 0,-2 0 0,0 0 0,-2-1 0,-1 0 0,-1 0 0,0-1 0,-2 1 0,-1-1 0,-1 1 0,-1-1 0,-1 1 1,-2-7-45,2 19 0,0 1 0,-1-1 0,0 0 0,-1 1 1,0 0-1,0 0 0,-2 0 0,1 0 1,-1 1-1,-1 0 0,0 0 0,0 1 1,-1-1-1,0 2 0,0-1 0,-1 1 1,0 0-1,-1 1 0,0 0 0,0 1 1,0 0-1,-1 1 0,0 0 0,0 0 0,0 1 1,0 0-1,-9-1 0,6 3-59,1-1 0,-1 2 1,0 0-1,0 0 0,1 2 0,-1-1 1,0 2-1,1 0 0,-1 0 0,1 2 0,0-1 1,0 2-1,0 0 0,0 0 0,1 1 1,0 1-1,0 0 0,1 0 0,-1 1 0,2 1 1,-1 0-1,1 0 0,1 1 0,0 0 1,0 1-1,1 0 0,-5 8 59,-27 40-1952,0 5-3289,38-61 4830,-29 46-7183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6:37.124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261 942 6529,'0'0'942,"0"0"892,0 0 397,-22 11-826,-68 38-547,84-44-693,-1 1 0,2-1 0,-1 1 1,0 0-1,1 0 0,0 1 0,1 0 0,0-1 0,0 2 0,0-1 1,1 0-1,0 1 0,0-1 0,1 1 0,0 0 0,0 0 0,1 0 1,0 0-1,0 0 0,1 0 0,0 0 0,0 0 0,1 0 0,1 3-165,-2 6 362,0-7-232,1 1 1,1-1-1,0 0 1,0 1-1,1-1 1,0 0-1,1-1 1,0 1 0,0-1-1,1 1 1,1-1-1,-1-1 1,1 1-1,1-1 1,0 0-1,0 0 1,0-1-1,1 0 1,0 0-1,1-1 1,-1 0-1,1-1 1,0 1-1,0-2 1,1 1-1,0-2 1,0 1-1,0-1 1,0 0-1,0-1 1,2 0-131,8 2 55,0 0 0,0-1 0,0-1-1,1-1 1,-1-1 0,1 0 0,-1-2 0,1 0 0,-1-2 0,0 0-1,0-1 1,0-1 0,-1-1 0,0 0 0,15-9-55,-17 4-146,-1-1 0,0 0-1,-1-1 1,0-1 0,-1 0 0,0-1-1,-2 0 1,0-1 0,-1-1 0,0 0 0,-2 0-1,0-1 1,-1 0 0,-1-1 0,0 0 0,-2 0-1,0 0 1,-2 0 0,0-1 0,-1 0 0,-1 1-1,-1-1 1,-1 0 0,-1 0 0,-1 1 0,0-1-1,-5-10 147,7 21 6,0 0 0,-1 1 0,0-1 0,-1 1 0,0 0-1,0-1 1,-1 2 0,0-1 0,-1 0 0,0 1 0,0 0 0,-1 0-1,0 0 1,0 1 0,-1 0 0,0 0 0,0 0 0,-1 1-1,0 0 1,0 1 0,0 0 0,-1 0 0,1 1 0,-1 0 0,0 0-1,-1 1 1,1 0 0,0 1 0,-1 0 0,0 0 0,1 1-1,-1 0 1,0 1 0,1 0 0,-1 1 0,0 0 0,0 0 0,1 1-1,-1 0 1,1 1 0,0 0 0,0 0 0,0 1 0,0 0-1,0 1 1,1 0 0,-5 4-6,-26 32 203,2 1 0,3 1 0,1 3 0,2 0 0,2 2 0,-1 6-203,17-34 215,1 1 1,0 0 0,2 0 0,0 1-1,1 0 1,2 1 0,0 0 0,1 0-1,2 1 1,0-1 0,1 1 0,2 0-1,0 9-215,2-27 11,0 0 0,1-1 0,-1 1 0,1-1 0,0 0 0,1 1-1,-1-1 1,1 0 0,0 0 0,0-1 0,1 1 0,0-1 0,-1 1 0,1-1-1,1 0 1,-1-1 0,0 1 0,1-1 0,0 1 0,0-2 0,0 1 0,0 0-1,0-1 1,1 0 0,-1 0 0,1-1 0,-1 1 0,1-1 0,0-1 0,2 1-11,182-9 100,-156-3-177,0-1 0,-1-3 1,-1 0-1,0-2 0,-1-2 0,-1 0 0,-1-2 1,0-1-1,-2-2 0,-1-1 0,-1 0 0,0-2 0,-3-1 1,0-1-1,5-11 77,-14 22-51,0-1 0,-1 1-1,-1-2 1,-1 0 0,-1 0 0,-1-1 0,-1 0 0,0 0-1,-2-1 1,0 0 0,-2 0 0,0 0 0,-2 0 0,0 0 0,-1-1-1,-2 1 1,0 0 0,-1 0 0,-1 0 0,-1 0 0,-1 1-1,-1 0 1,-1 0 0,-1 1 0,-1 0 0,0 0 0,-2 1 0,-11-15 51,17 27 47,-1 1 1,0 0 0,0 0 0,0 1 0,-1-1 0,1 2 0,-1-1 0,-1 1 0,1 0 0,0 1 0,-1 0 0,0 1 0,0-1 0,1 2 0,-1-1 0,0 1 0,-1 0 0,1 1 0,0 0 0,0 1 0,0 0 0,0 0 0,0 1 0,0 0 0,1 0 0,-1 1 0,0 1 0,1-1 0,0 1-1,-6 4-46,-2 7 110,0 0 0,1 1 1,0 1-1,2 1 1,0 0-1,1 0 1,0 1-1,2 1 1,0 0-1,-4 15-111,-9 21 202,2 2 0,2 0-1,3 1 1,3 1 0,2 0-1,3 0 1,3 1 0,2 0-1,3 19-201,2-70 11,1-1-1,0 0 1,0 0-1,1 0 0,0-1 1,0 1-1,1-1 0,0 0 1,0 0-1,1 0 0,0-1 1,1 0-1,0 0 1,0-1-1,0 1 0,1-2 1,-1 1-1,1-1 0,1 0 1,-1-1-1,1 0 0,0 0 1,0-1-1,0 0 0,0 0 1,0-1-1,1-1 1,-1 1-1,1-1 0,-1-1 1,1 0-1,-1 0 0,1-1 1,-1 0-1,1-1 0,-1 0 1,0-1-1,1 1 1,1-3-11,16-7-59,0-2 0,0-1 0,-2-1 0,0-1 1,-1-1-1,-1-1 0,0-1 0,-2-1 1,0-1-1,-1-1 0,-2-1 0,0-1 0,-2 0 1,9-19 58,-8 20-212,-1-1-1,-2-1 1,0 0 0,-2-1 0,-1-1 0,-1 1-1,-2-2 1,0 1 0,-2-1 0,-1 0 0,-1-1-1,-2 1 1,-1-1 0,-1 1 0,-2-1 0,-1 1-1,-1 0 1,-1 0 0,-2 0 0,0 0 0,-3 1-1,0 0 1,-1 1 0,-2 1 0,-1-1 0,-1 2 0,-13-16 211,16 28 16,-1 1 0,-1 1 0,0 0 0,0 1 0,-1 0 0,-1 1 1,1 1-1,-2 0 0,1 2 0,-1 0 0,0 0 0,0 2 0,0 0 0,0 1 0,-1 0 0,0 2 0,1 0 0,-1 1 0,0 1 0,1 0 0,-1 2 0,0 0 0,1 0 0,0 2 0,0 0 0,0 1 0,1 1 0,-7 4-15,-15 10 241,1 1 0,1 1 0,1 3 1,2 0-1,0 3 0,2 0 1,1 2-1,1 1 0,2 2 0,1 0 1,2 2-1,1 1 0,2 0 1,2 3-242,2-4 224,2 1 1,2 1 0,1 0 0,2 1 0,2 0-1,1 1 1,2-1 0,2 1 0,1 0-1,3 0 1,2 14-225,-3-44 21,1 1 1,0-1-1,0 0 1,1 1-1,0-1 0,1 0 1,0 0-1,1-1 0,0 1 1,0-1-1,1 0 0,1 0 1,-1 0-1,1-1 0,1 1 1,-1-1-1,1-1 0,1 0 1,0 0-1,0 0 0,0-1 1,0 0-1,1-1 0,0 1 1,1-2-1,5 3-21,4 0 7,0-2 0,1 0 0,-1-1 0,1-1 0,0 0 0,0-2 1,0 0-1,0-2 0,0 0 0,-1-1 0,1-1 0,0-1 0,-1 0 0,0-2 0,0 0 0,0-1 0,-1-1 1,0-1-1,2-2-7,18-12-134,-1-2-1,-2-1 1,0-1 0,-2-2 0,-1-2 0,-1-1 0,-2-1 0,16-25 134,-31 38-201,0 0 1,-2-1 0,0-1 0,-1 0-1,-1 0 1,-2-1 0,0 0 0,-1-1-1,-1 1 1,-2-1 0,0-1 0,-2 1-1,0 0 1,-2-1 0,0 1 0,-3-14 200,0 26 17,0-1 1,-1 1-1,0 0 1,-1 0-1,-1 0 1,1 0-1,-2 1 1,0 0-1,0 1 1,-1-1-1,0 1 1,-1 1-1,0 0 1,0 0-1,-1 1 1,0 0-1,-1 0 1,1 1-1,-2 1 0,1-1 1,-1 2-1,1 0 1,-2 0-1,1 1 1,0 1-1,-1 0 1,0 1-1,1 0 1,-1 1-1,0 0 1,0 1-1,0 0 1,0 1-1,1 1 1,-1 0-1,0 1 1,1 0-1,-1 1 1,1 0-1,0 1 1,0 0-1,1 1 1,0 1-1,-9 5-17,-9 12 166,1 0 0,1 2 1,1 1-1,2 2 0,0 0 0,2 1 0,2 1 0,0 1 0,2 1 0,2 1 0,1 0 0,1 1 1,2 0-1,2 1 0,1 1 0,2-1 0,1 1 0,2 0 0,2 1 0,1 6-166,-2-25 43,1 0-1,1 1 1,1 0-1,1-1 1,0 1-1,1-1 1,2 1 0,0-1-1,1 0 1,0 0-1,2-1 1,0 0-1,1 0 1,1 0-1,1-1 1,0 0-1,1-1 1,1 0-1,0-1 1,1-1-1,1 0 1,0 0 0,1-1-1,1-1 1,0-1-1,0 0 1,1-1-1,17 7-42,-8-8-5,1-2 0,0-1-1,0-1 1,0-1 0,1-2-1,-1 0 1,1-2 0,-1-1-1,1-2 1,-1 0 0,0-2-1,0-1 1,0 0 0,-1-3-1,0 0 1,-1-1 0,9-6 4,17-11-76,-1-3 0,-1-2 0,-1-2 0,-3-2 0,0-2 0,-3-1 0,-1-3 0,-2-1 0,-2-2-1,-2-2 1,15-27 77,-39 52-74,-1-1 0,-1 0 0,-1 0-1,-1-1 1,-1 0 0,0 0-1,-2 0 1,-2-1 0,0 1 0,-1-1-1,-1 0 1,-2 1 0,0-1 0,-2 1-1,0-1 1,-2 1 0,0 1 0,-2-1-1,-1 0 75,2 9 29,-1 0 0,0 1 0,-1 0 0,-1 0 0,0 1 0,-1 0 0,0 1 0,-1 0 0,0 1 0,-1 0 0,-3-1-29,11 8 65,-1 0 0,0 0 0,0 1 0,0 0 0,0 0 0,0 0 0,-1 1 0,1 0 0,-1 0 0,1 1 0,-1 0 0,0 0 0,0 0 0,1 1 0,-1 0 0,0 0 0,0 1 0,1 0 0,-1 0 0,0 1 0,1 0 0,-1 0 0,1 0 0,0 1 0,-1 0 0,1 0 0,1 0 0,-1 1 0,-1 1-66,-13 15 58,1 0-1,1 2 0,1 0 0,1 1 0,1 1 0,0 0 0,3 1 0,0 0 1,1 1-1,1 0 0,2 1 0,-5 23-56,0-8 40,1 0 0,3 1-1,1 0 1,2 1 0,2-1 0,2 1 0,1 0 0,4 15-40,-2-53 6,1 0 0,-1 0 0,1 0 0,1 0 1,-1 0-1,1 0 0,0 0 0,0 0 0,0-1 1,1 0-1,0 0 0,0 0 0,1 0 0,-1-1 1,1 1-1,0-1 0,0 0 0,0-1 0,1 1 1,-1-1-1,1 0 0,0 0 0,0-1 0,0 0 1,0 0-1,4 1-6,163 17-48,-150-21 0,1-2 0,-1 0-1,0-1 1,0-2 0,0 0 0,-1-2-1,0 0 1,0-2 0,-1 0 0,0-1-1,-1-2 1,0 0 0,12-11 48,18-17-248,-2-2 1,-2-2 0,-2-1 0,16-25 247,-41 49-89,-1-1 1,-1 0 0,-1-2-1,0 0 1,-2 0 0,-2-1-1,0-1 1,-1 0 0,-2-1-1,-1 0 1,-1 0-1,3-30 89,-7 47-10,0-1-1,0 0 0,-1 1 0,-1-1 0,0 0 1,0 0-1,-1 0 0,-1-1 0,0 1 0,-1 1 1,0-1-1,-1 0 0,0 0 0,0 1 0,-2 0 1,1-1-1,-1 2 0,-1-1 0,0 0 0,-1 1 1,0 1-1,0-1 0,-1 1 0,0 0 0,-1 1 1,0-1-1,0 2 0,0-1 0,-11-4 11,10 8 65,-1 1 0,1 1-1,-1-1 1,0 2 0,0 0 0,0 0-1,0 1 1,0 0 0,0 1 0,1 0-1,-1 1 1,0 0 0,0 0 0,1 1-1,-1 1 1,1 0 0,0 0 0,0 1-1,1 1 1,-1-1 0,1 1 0,1 1-1,-1 0 1,1 0 0,0 1 0,0-1-1,1 2 1,0-1 0,1 1 0,0 1-65,-15 19 129,1 1 0,2 2 0,1 0 0,2 0 0,1 2 0,2-1 0,1 2 0,-2 15-129,-14 209 436,27-253-436,0 0-1,1 0 0,0 0 1,0 0-1,0 0 0,1 0 1,0-1-1,0 1 0,0 0 1,0-1-1,1 0 0,0 0 1,0 1-1,1-2 0,-1 1 0,1 0 1,0-1-1,1 0 0,-1 0 1,1 0-1,-1 0 0,1-1 1,0 1-1,0-1 0,1-1 1,-1 1-1,1-1 0,-1 0 1,1 0-1,0 0 0,4 0 1,25 1-9,1 0 1,0-3-1,-1 0 0,1-3 1,-1-1-1,1-1 0,-1-2 1,-1-2-1,1-1 0,-2-1 1,1-2-1,-2-1 0,0-2 1,0-1-1,-2-2 0,0-1 1,-1-1-1,25-25 9,-30 30-53,-2-1 1,0-2-1,-1 0 0,-1-1 0,0-1 0,-2-1 1,0 0-1,-2-2 0,-1 0 0,0 0 0,-2-2 1,-1 1-1,-1-2 0,-1 0 0,-1 0 0,-2 0 1,-1-1-1,-1 0 0,-1 0 0,-1-1 0,-2 1 1,-1-8 52,0 28 4,-1 0 0,0 0 1,-1 0-1,0-1 1,0 1-1,0 1 1,-1-1-1,-1 0 1,1 1-1,-1-1 0,0 1 1,-1 0-1,0 0 1,0 1-1,0 0 1,-1 0-1,0 0 1,0 0-1,0 1 0,-1 0 1,0 0-1,0 1 1,0 0-1,0 0 1,-1 0-1,0 1 1,1 1-1,-1-1 0,0 1 1,-1 0-1,1 1 1,0 0-1,0 0 1,-1 1-1,1 0 1,-6 1-5,6 3 30,0 1 1,1-1-1,-1 2 1,1-1-1,0 1 1,1 0 0,0 0-1,-1 1 1,2 0-1,-1 0 1,1 0-1,0 1 1,1-1 0,0 1-1,0 0 1,0 1-1,1-1 1,1 1-1,-1-1 1,1 1 0,1 0-1,0 0 1,0 0-1,0 0 1,1 0 0,1-1-1,0 7-30,-4-2-3,1 1-1,0-1 1,1 0 0,0 1-1,1-1 1,0 1 0,1-1-1,1 0 1,0 1 0,1-1-1,0 0 1,1 0-1,1-1 1,0 1 0,0-1-1,1 0 1,1 0 0,0-1-1,1 0 1,0 0 0,0-1-1,1 0 1,1 0 0,0-1-1,0 0 1,0-1 0,1 0-1,1-1 1,-1 0-1,1-1 1,0 0 0,1-1-1,1 1 4,-2-5-25,0 0-1,0-1 0,0-1 0,0 1 1,0-2-1,0 0 0,0 0 1,0-1-1,-1 0 0,1-1 0,-1-1 1,0 0-1,0 0 0,-1-1 1,1 0-1,-1-1 0,-1 0 0,1-1 1,-1 0-1,-1 0 0,1-1 1,-1 0-1,-1 0 0,0-1 0,0 0 1,-1 0-1,0-1 0,0-2 26,8-10-67,-1 1 0,-2-2 0,0 0-1,-1 0 1,-2-1 0,0 0 0,-2 0 0,0-1-1,-2 0 1,-1 0 0,-1 0 0,-2 0-1,0-1 1,-2 1 0,-3-21 67,3 38-2,0 0 0,0 0-1,-1 0 1,0 0 0,-1 1 0,0-1-1,0 1 1,-1-1 0,0 2 0,0-1 0,-1 0-1,0 1 1,0 0 0,-1 1 0,0-1-1,0 1 1,0 0 0,-1 1 0,0 0 0,0 0-1,0 1 1,-1 0 0,1 0 0,-1 1-1,0 0 1,0 1 0,0 0 0,-7-1 2,-8 0 20,1 1 0,-1 1 0,0 1 1,0 1-1,0 1 0,1 1 0,-1 1 0,1 1 1,0 2-1,0 0 0,-1 2-20,-42 22 114,1 2-1,2 3 1,1 3-1,3 3 1,1 2-1,2 3 1,2 2-1,-40 48-113,41-40 123,2 2-1,2 1 1,4 3-1,2 2 1,3 2-1,2 1 1,4 2-1,1 8-122,30-73 2,0 0-1,0 1 0,1 0 0,0-1 1,0 1-1,1 0 0,-1 0 0,1 0 1,1 0-1,-1 1 0,1-1 0,0 0 1,0 0-1,1 0 0,0 0 0,0 0 1,0 0-1,1 0 0,0 0 0,0 0 1,0-1-1,1 1 0,0-1 0,0 1 1,0-1-1,1 0 0,0 0 0,0-1 1,0 1-1,0-1 0,5 4-1,8-2-34,-1 0 0,1-1 0,0 0 0,1-2 0,-1 0 0,1-1 0,-1 0 1,1-2-1,0 0 0,-1-1 0,1-1 0,0 0 0,-1-1 0,0-1 0,0-1 0,0-1 0,0 0 0,-1-1 0,0-1 0,0 0 0,-1-1 0,0-1 0,-1 0 0,10-9 34,1 4-170,-1-1 0,0-1 0,-1-1 0,-1-1 1,-1 0-1,0-2 0,-2-1 0,0 0 0,-2-1 0,0-1 0,-2-1 0,0 0 0,-2-1 0,-1-1 0,-1 0 0,7-28 170,-17 47-10,0 0-1,-1-1 1,0 1 0,-1 0-1,0-1 1,0 1 0,-1 0-1,1 0 1,-2 0 0,1 0-1,-1 0 1,-1 1 0,1-1-1,-1 1 1,-1 0 0,1 0-1,-1 0 1,0 0 0,-1 1-1,0 0 1,0 0 0,0 1-1,0 0 1,-1 0-1,0 0 1,0 1 0,0 0-1,-1 0 1,1 0 0,-1 1-1,-2 0 11,-22-8 96,-1 0-1,-1 3 1,0 1 0,0 1-1,0 2 1,-1 1-1,0 2-95,-9-2 125,0 3 0,0 1 0,1 2 0,-1 3 0,1 1 0,0 2 0,0 1 0,1 3 0,1 2 1,0 1-1,1 2 0,1 2 0,1 1 0,1 2 0,1 2 0,1 1 0,1 2 0,1 1 0,2 1 0,1 2 0,-13 19-125,22-22 65,1 0 1,1 2-1,2 1 1,1 0-1,1 1 1,2 0-1,1 1 1,2 1-1,2-1 0,0 2 1,3-1-1,1 1 1,1 0-1,3 9-65,0-38 2,1-1 1,1 0-1,-1 1 0,1-1 1,1 0-1,-1 0 0,1 0 0,0 0 1,0 0-1,0-1 0,1 1 0,0-1 1,0 0-1,1 0 0,-1 0 1,1-1-1,0 0 0,0 0 0,1 0 1,-1 0-1,1-1 0,0 0 0,-1 0 1,2 0-1,-1-1 0,0 0 1,0 0-1,2-1-2,186 15-65,-155-25 16,1-1 1,-1-2-1,-1-2 1,-1-2-1,0-1 1,-1-1-1,0-3 1,-2 0-1,-1-3 1,0 0-1,-2-2 1,-1-2-1,-1-1 1,-2 0-1,-1-3 1,19-28 48,-32 46-148,-1 0 0,0-1-1,-1-1 1,-1 1 0,0-2 0,-2 1 0,0-1 0,0-1 0,-2 1 0,0-1 0,-1-1 0,-1 1 0,-1 0-1,0-1 1,-1 0 0,-1 0 0,-1 1 0,-1-1 0,0 0 0,-2 0 0,0 1 0,-1-1 0,-1 1 0,-6-16 148,-4 15 41,-1 1 1,-1 1 0,0 0 0,-1 1 0,-1 1-1,0 1 1,-1 1 0,-1 0 0,0 2 0,-1 0-1,0 1 1,0 2 0,-1 0 0,0 1 0,0 2-1,-1 0 1,0 1 0,1 2 0,-1 0 0,0 2-1,-1 0 1,2 2 0,-1 1 0,0 0 0,0 2-1,1 1 1,0 0 0,0 2 0,1 1 0,0 1-1,0 0 1,-12 10-42,-19 16 229,2 2-1,2 3 1,2 2-1,1 2 1,2 2 0,3 1-1,2 3 1,2 1-1,2 1 1,2 2-1,3 2 1,3 1 0,-20 59-229,43-107 15,-6 8 14,2 1-1,1 0 0,0 0 0,1 1 0,1 0 0,1 0 1,1 0-1,0 1 0,2 1-28,2-18-8,1 1 0,0 0 0,0-1-1,0 0 1,0 1 0,1-1 0,0 0 0,0 0 0,0 0 0,0 0-1,1-1 1,-1 1 0,1-1 0,0 0 0,0 0 0,0-1 0,1 1-1,-1-1 1,0 0 0,1 0 0,0 0 0,-1 0 0,1-1 0,0 0-1,0 0 1,0 0 0,0-1 0,0 0 0,0 0 0,0 0 0,0 0-1,0-1 1,-1 0 0,1 0 0,0 0 0,0 0 0,0-1 0,-1 0 0,3-1 8,20-7-38,0-1 0,0-1 0,-1-1 0,-1-1 0,0-2 0,-1 0 1,-1-1-1,-1-2 0,0 0 0,-1-2 0,-1 0 0,-2-1 0,11-16 38,2 5-156,-2-2-1,-1-1 0,-2-1 1,-2-2-1,-1 0 0,-2-1 1,-2-2-1,-2 0 0,-1 0 0,-3-2 1,-1 0-1,-2-1 157,-9 35-12,0 1-1,0 0 1,-1-1-1,0 1 1,-1 0 0,0-1-1,0 1 1,-1 0-1,-1 0 1,1 0-1,-1 0 1,-1 0 0,0 1-1,0-1 1,0 1-1,-1 0 1,0 0-1,-1 1 1,0 0 0,0 0-1,-1 0 1,1 0-1,-2 1 1,1 0 0,0 1-1,-1 0 1,0 0-1,-1 1 1,1-1-1,-1 2 1,1-1 0,-1 1-1,0 1 1,0 0-1,-1 0 1,1 1 0,0 0-1,-1 0 1,1 1-1,0 0 1,-1 1-1,1 0 1,0 0 0,0 1-1,-5 2 13,3 1 53,0 1 0,0 1 0,0-1-1,1 2 1,0 0 0,0 0 0,1 1-1,0 0 1,1 0 0,-1 1 0,2 0 0,0 0-1,0 1 1,-5 11-53,-9 22 100,1 2 1,2 1-1,3 0 1,1 1-1,3 1 1,1 0-1,3 0 0,2 0 1,2 1-1,3 26-100,0-70 2,-3 14 27,0-1 1,2 1-1,1 0 0,0 0 1,1-1-1,1 1 0,1-1 1,1 1-1,0-1 0,2 0 0,0 0 1,1-1-1,1 0 0,1 0 1,0-1-1,1 0 0,1 0 1,1-1-1,7 7-29,2-8-1,2-1-1,0 0 1,0-2-1,1-1 1,0-1-1,1-1 1,0-2 0,1 0-1,-1-1 1,1-2-1,1 0 1,-1-2-1,0-1 1,5-1 1,10 1-3,1-1 0,0-1-1,0-3 1,-1-1 0,0-3 0,0-1-1,0-2 1,-1-1 0,-1-2 0,0-2 0,-1-2-1,5-5 4,23-14-96,-3-2 1,-1-3-1,-2-3 0,-2-2 0,-2-3 0,-2-2 0,-3-2 0,-2-3 1,5-13 95,-46 59 12,-2-1 0,1 0 0,-2 0 1,1-1-1,-2 0 0,0 0 1,0 0-1,-1 0 0,-1 0 1,0-1-1,-1 1 0,-1-1 1,0 0-1,0 1 0,-1-1 0,-1 1 1,-1 0-1,1-1 0,-2 1 1,0 0-1,-1 0 0,0 1 1,-1 0-1,0 0 0,-1 0 1,-3-3-13,9 14 15,0 0 0,0 0 1,0 0-1,0 1 1,0-1-1,0 0 1,0 1-1,-1-1 0,1 1 1,0-1-1,-1 1 1,1 0-1,0-1 0,-1 1 1,1 0-1,0 0 1,-1 0-1,1 0 1,0 0-1,-1 0 0,1 0 1,0 1-1,-1-1 1,1 0-1,0 1 0,-1-1 1,1 1-1,0 0 1,0-1-1,0 1 1,0 0-1,-1 0 0,1-1 1,0 1-1,0 0 1,1 0-1,-1 0 0,0 0 1,0 0-1,0 1 1,1-1-1,-1 0 1,0 0-1,1 0 0,-1 1 1,1-1-1,0 0 1,-1 1-1,1-1 0,0 0 1,0 1-1,0-1 1,0 0-1,0 1 1,0-1-1,0 0 0,0 1 1,0-1-1,1 0 1,-1 1-1,1-1 0,-1 0 1,1 1-1,-1-1 1,1 0-1,0 0-15,-11 48 44,3 0-1,2 1 1,2 0-1,3 0 1,1-1 0,5 23-44,-3-63-10,0 1 0,1 0 0,0-1 0,1 0 0,0 0 1,0 0-1,1-1 0,0 0 0,0 0 0,1 0 1,0-1-1,1 0 0,0 0 0,0-1 0,0 0 0,0 0 1,1-1-1,0 0 0,0-1 0,1 0 0,-1 0 1,1-1-1,0 0 0,0-1 0,0 0 0,0 0 0,0-1 1,0-1-1,0 1 0,1-2 0,-1 1 0,0-2 1,0 1-1,0-1 0,0-1 0,7-2 10,-1-2-34,0-1 0,-1-1 0,0 0-1,0-1 1,-1-1 0,-1 0 0,0-1 0,0 0 0,-1-1-1,0 0 1,-1-1 0,-1-1 0,0 1 0,-1-1-1,-1-1 1,0 0 0,-2 0 0,1-1 0,-2 1 0,0-1-1,-1-1 1,-1 1 0,0 0 0,-1-10 34,1 10-5,-1 0 1,0 0-1,-1 0 0,-1 0 0,-1 0 1,-1 0-1,0 0 0,-1 0 1,-1 0-1,0 1 0,-1 0 0,-1 0 1,-1 0-1,0 0 0,-1 1 1,0 0-1,-9-9 5,13 20 15,0 1 1,0 0-1,0 1 1,0-1-1,-1 1 1,1-1-1,-1 2 1,0-1-1,1 0 1,-1 1 0,0 0-1,0 0 1,0 0-1,0 1 1,0-1-1,0 1 1,0 1-1,0-1 1,0 1-1,0-1 1,0 1-1,0 1 1,0-1-1,0 1 1,1 0-1,-1 0 1,1 0-1,-1 1 1,1-1-1,0 1 1,0 0-1,0 0 1,0 1-1,1-1 1,-1 1-1,1 0 1,0 0-1,0 0 1,0 0-1,1 0 1,-1 1-1,1-1 1,0 1-1,0 0 1,1 0-1,-1-1 1,1 1-1,0 0 1,1 0-1,-1 0 1,1 1-16,-4 2 1,1 0 1,0 0-1,0 1 0,1-1 1,0 1-1,0 0 0,1-1 1,0 1-1,1 0 0,0 0 1,0 0-1,1 0 1,0 0-1,1-1 0,0 1 1,0 0-1,1-1 0,0 0 1,0 1-1,1-1 1,0 0-1,0-1 0,1 1 1,0-1-1,0 0 0,1 0 1,0-1-1,0 1 1,1-1-1,0-1 0,0 1 1,0-1-1,1 0 0,-1-1 1,6 2-2,-8-3-61,0-1 1,1 0 0,-1 0-1,1-1 1,-1 0 0,1 0-1,-1 0 1,1-1 0,0 1-1,0-2 1,-1 1 0,1 0-1,0-1 1,-1 0 0,1 0-1,-1-1 1,1 0 0,-1 0-1,0 0 1,0 0 0,1-1-1,-2 0 1,1 0 0,0 0-1,-1-1 1,1 0 0,-1 0-1,0 0 1,0 0 0,-1 0-1,1-1 1,-1 0 0,0 1-1,0-1 1,-1 0 0,1-1-1,-1 1 1,0 0 0,0-1-1,-1 1 1,0-2 60,2-6-349,-1 0-1,-1 0 1,0 0-1,-1 0 1,-1-1-1,0 1 1,0 0 0,-2 0-1,1 1 1,-2-1-1,1 0 1,-2 1 0,0 0-1,0 0 1,-5-7 349,-78-99-6967,16 45 1534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6:39.639"/>
    </inkml:context>
    <inkml:brush xml:id="br0">
      <inkml:brushProperty name="width" value="0.1" units="cm"/>
      <inkml:brushProperty name="height" value="0.2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444 308 6241,'0'0'4848,"-22"0"-2606,5-1-1933,6 0-57,0 0-1,-1 0 1,1 1-1,0 0 1,-1 1-1,1 0 1,0 1-1,0 0 1,0 1-1,0 0 1,0 1 0,1 0-1,-1 1 1,1 0-1,0 0 1,0 1-1,1 1 1,0-1-1,0 2 1,1-1-1,-1 1 1,2 0-1,-1 1-251,2 4 99,1 1 0,0 0 0,1 0 0,1 0 0,0 0 0,1 1 0,0-1 0,1 1 0,1 0-1,0-1 1,1 1 0,1-1 0,0 1 0,1-1 0,0 0 0,2 0 0,-1 0 0,2 0 0,0-1 0,0 0-1,1 0 1,1-1 0,0 0 0,0 0 0,4 2-99,-3-2-20,1-1-1,1 0 1,-1 0-1,2-2 1,-1 1 0,1-1-1,1-1 1,-1 0-1,1-1 1,1 0-1,0-1 1,-1-1 0,2 0-1,-1-1 1,0 0-1,1-1 1,0-1 0,0 0-1,0-1 1,0-1-1,0 0 1,-1-1-1,1-1 1,0 0 0,0-1-1,-1 0 1,1-2-1,-1 1 1,0-2-1,-1 0 1,1 0 0,-1-1-1,0-1 1,-1 0-1,0-1 1,0-1 0,-1 1-1,0-2 1,-1 1-1,0-2 1,0 1-1,3-8 21,-6 8-19,-1 0-1,0-1 0,-1 0 0,0 1 0,-1-2 0,0 1 0,-1 0 1,0-1-1,-1 1 0,-1-1 0,0 0 0,0 0 0,-2 1 0,1-1 0,-2 0 1,1 0-1,-2 1 0,0-1 0,0 1 0,-1 0 0,-1 0 0,0 0 0,0 1 1,-1-1-1,-1 1 0,0 1 0,-1-1 0,1 1 0,-2 1 0,-3-4 20,-7-5 56,-1 2-1,-1 0 1,0 1-1,-1 1 0,-1 1 1,0 1-1,0 1 0,-2 1 1,1 1-1,-1 1 1,0 2-1,0 0 0,-1 2 1,0 0-1,0 2 1,0 1-1,-4 1-55,20 1 52,-1 0-1,0 1 1,1 1 0,0-1-1,-1 2 1,1-1 0,0 2-1,1-1 1,-1 1 0,1 0-1,0 1 1,0 0 0,0 1-1,1 0 1,0 0 0,0 1-1,1 0 1,0 0 0,1 1-1,0-1 1,0 1 0,0 1 0,2-1-1,-1 1 1,1 0 0,0 0-1,-2 10-51,-3 9 12,2 1 0,0-1-1,2 1 1,2 0 0,0 0-1,2 1 1,2-1 0,0 0-1,4 18-11,-3-40-6,0 1 1,0-1-1,0 0 0,1 0 0,0 1 0,1-2 1,0 1-1,0 0 0,1-1 0,0 0 0,0 0 0,1 0 1,-1-1-1,1 0 0,1 0 0,-1 0 0,1-1 1,0 0-1,1 0 0,-1-1 0,1 0 0,0 0 1,0 0-1,0-1 0,0-1 0,0 1 0,1-2 1,-1 1-1,1-1 0,0 0 0,-1 0 0,1-1 0,0-1 1,-1 1-1,1-2 0,-1 1 0,1-1 0,-1 0 1,1-1-1,-1 1 0,0-2 0,2 0 6,14-9-60,-1 0 0,0-1 0,-1-2 0,-1 0 1,0-1-1,-2-1 0,0-1 0,0-1 0,-2 0 0,-1-2 0,0 1 0,-2-2 0,-1 0 0,11-24 60,-20 39-29,0 1-1,-1-1 0,0 0 1,0 0-1,-1 0 1,0-1-1,-1 1 0,1 0 1,-2-1-1,1 1 1,-1-1-1,0 1 0,-1-1 1,0 1-1,0-1 0,-1 1 1,0 0-1,-1 0 1,1 0-1,-2 0 0,1 0 1,-1 0-1,0 1 1,-1 0-1,1 0 0,-2 0 1,1 0-1,-1 1 1,0 0-1,0 0 0,0 0 1,-1 1-1,0 0 0,-4-2 30,-13-7 111,0 2 0,-1 0 0,0 2 0,-1 0 0,0 2 0,-1 1 0,0 1-1,0 2 1,0 0 0,0 2 0,-1 1 0,1 1 0,-1 1 0,-21 4-111,42-3 48,0 0 1,0 1-1,0 0 0,0 0 1,1 0-1,-1 1 1,1 0-1,0 0 0,0 1 1,0-1-1,1 1 1,0 1-1,0-1 0,0 1 1,0 0-1,1 0 1,0 0-1,0 0 1,1 1-1,0 0 0,0 0 1,0 0-1,1 0 1,0 0-1,1 0 0,-1 0 1,1 6-49,-2 7 26,1 0-1,1 1 1,0-1 0,2 0 0,0 0-1,2 1 1,0-1 0,1-1 0,6 18-26,-1-14 10,2-1 0,0 0 1,2 0-1,0-1 0,2-1 0,0 0 1,1-1-1,1-1 0,0-1 1,2 0-1,0-1 0,1-1 0,0-1 1,1 0-1,1-2 0,0-1 1,0 0-1,1-2 0,1 0 0,-1-2 1,1-1-1,1 0 0,-1-2 1,1-1-1,0-1 0,-1-1 0,1-1 1,0-1-1,0-1 0,-1-2 0,21-5-9,-26 3-46,0-1 0,-1-1 0,0-1 0,0-1 0,-1 0 1,0-1-1,-1-1 0,-1 0 0,1-1 0,-2-1 1,0-1-1,-1 0 0,0 0 0,-1-1 0,-1-1 0,0 0 1,-2-1-1,0 0 0,-1 0 0,0-1 0,-2 0 1,0 0-1,-1 0 0,-1-1 0,-1 0 0,-1 0 0,0 0 1,-2 0-1,0 0 0,-1 0 0,-2 0 0,0 0 1,0 0-1,-2 1 0,-1 0 0,0 0 0,-1 0 0,-4-6 45,1 8 29,-1 1 0,0 0-1,-1 1 1,-1 0-1,0 1 1,-1 1-1,-1 0 1,0 0 0,0 2-1,-1 0 1,-1 1-1,0 0 1,0 1-1,-1 1 1,0 1 0,0 1-1,-1 0 1,1 1-1,-2 1 1,1 1-1,0 1 1,0 1 0,-1 0-1,1 1 1,-1 1-1,-9 3-28,17 4 57,0 2-1,0 0 0,0 0 0,1 1 1,1 1-1,0-1 0,1 2 0,0-1 0,1 1 1,0 1-1,1-1 0,0 1 0,1 1 1,1-1-1,0 1 0,1 0 0,1 0 1,0 0-1,1 0 0,1 1 0,0-1 1,1 0-1,1 3-56,-3-2 10,0 0-1,1 0 1,0-1 0,1 1 0,1 0 0,1 0-1,0 0 1,1-1 0,1 1 0,0-1-1,1 0 1,1 0 0,0-1 0,1 1 0,8 12-10,-7-15-5,0 0 1,1 0 0,0-1 0,1-1 0,0 1 0,0-1 0,1-1 0,1 0-1,-1-1 1,1 0 0,1-1 0,0 0 0,0-1 0,0 0 0,0-1 0,1 0-1,0-2 1,0 1 0,0-2 0,0 0 0,1 0 0,-1-2 0,1 1 0,-1-2-1,0 0 1,1-1 0,-1 0 0,0-1 0,0-1 0,0 0 0,-1-1 0,8-4 4,2-5-1,0-1 1,-2-1 0,0-2 0,-1 0-1,-1-1 1,0 0 0,-2-2-1,0 0 1,-1-1 0,-2-1 0,0 0-1,-1-1 1,-1 0 0,-2-1 0,0 0-1,-2-1 1,-1 0 0,-1 0-1,-1-1 1,1-21 0,-6 36 5,0 0 1,-1 1-1,0-1 0,-1 1 0,0 0 1,-1-1-1,0 1 0,-1 0 0,0 1 1,-1-1-1,0 1 0,-1 0 0,0 0 1,-1 0-1,1 1 0,-2 0 0,1 0 1,-2 1-1,1 0 0,-1 0 0,0 1 1,0 0-1,-1 1 0,0 0 0,0 0 1,0 1-1,-1 1 0,0 0 0,0 0 1,-5 0-6,2-2 50,0 2 1,0-1-1,-1 2 1,0 0-1,0 1 1,0 0-1,0 1 1,0 1 0,0 1-1,0 0 1,0 0-1,0 2 1,0 0-1,1 1 1,-1 0-1,1 1 1,0 0-1,0 1 1,1 1-1,-1 1 1,2-1 0,-1 2-1,1 0 1,0 0-1,1 1 1,0 1-1,1 0 1,0 0-1,1 1 1,-6 10-51,6-10 6,2 1-1,-1 0 1,2 1 0,0-1-1,1 1 1,0 1-1,1-1 1,0 0 0,1 1-1,1 0 1,1 0 0,0 0-1,1 0 1,0 0 0,1 0-1,1-1 1,0 1 0,1 0-1,1-1 1,0 1 0,1-1-1,0 0 1,1 0 0,1-1-1,0 0 1,1 0-1,1-1 1,-1 0 0,2 0-1,0-1 1,0 0 0,1-1-1,0 0 1,1-1 0,0 0-1,1-1 1,0 0 0,11 5-6,-9-8-59,0 0-1,0-1 1,1-1 0,-1 0 0,1-1 0,-1-1 0,1 0 0,0-1 0,-1-1 0,1 0 0,0-1 0,-1-1-1,0 0 1,1-1 0,-1-1 0,-1-1 0,1 0 0,-1 0 0,0-1 0,0-1 0,-1-1 0,0 0 0,-1 0-1,0-2 1,0 1 0,-1-1 0,0-1 0,-1 0 0,-1 0 0,0-1 0,0-1 0,-2 1 0,1-1 0,-2 0-1,0-1 1,0 0 0,-2 0 0,0 0 0,0 0 0,-2-1 0,1 1 0,-2-3 59,-5 2-17,-1 0 0,-1 1 1,0 0-1,-1 0 0,-1 0 0,0 1 1,-1 0-1,0 0 0,-1 1 0,-1 1 1,0 0-1,-1 0 0,0 1 0,0 0 1,-1 1-1,-1 1 0,0 0 0,0 1 1,-1 0-1,1 1 0,-2 1 0,1 0 1,-1 1-1,0 1 0,0 0 0,0 2 1,-15-2 16,13 0 57,-1 1 0,1 1 0,-1 1 0,1 0 0,-1 2 0,0 0 0,1 1 0,-1 1 0,1 0 0,0 1 0,0 1 0,0 1 0,1 1 0,0 0 0,0 2 0,1-1 1,0 2-1,0 0 0,1 1 0,1 1 0,0 0 0,0 1 0,1 0 0,1 1 0,0 0 0,1 1 0,-3 7-57,4-6 30,2 0 1,0 0-1,0 1 1,2 0-1,0 0 1,1 1-1,1-1 1,0 1-1,2 0 0,0 1 1,1-1-1,1 0 1,1 7-31,-1-17-11,1 1 0,0-1 0,1 0 0,0 0 0,0 1 1,1-1-1,0-1 0,0 1 0,1 0 0,0-1 0,0 0 1,1 0-1,0 0 0,0 0 0,1-1 0,0 0 0,0 0 1,0 0-1,1-1 0,-1 0 0,1-1 0,1 1 0,-1-1 1,1 0-1,-1-1 0,1 0 0,0 0 0,0-1 0,4 1 11,2 1-47,-1-2 0,0 1 0,1-2 0,-1 1 0,1-2 0,0 0 0,-1-1 1,1 0-1,-1-1 0,1 0 0,-1-1 0,9-4 47,25-26-3545,-18-22-4828,-25 21 2346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6:48.881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3064 1127 4809,'0'0'904,"0"0"-298,0 0 1029,0 0 792,0 0-729,0 0-772,1-12 5,4-37-2,-5 47-850,0-1 1,0 1 0,-1 0 0,1-1 0,-1 1-1,1 0 1,-1 0 0,0 0 0,0-1 0,0 1 0,0 0-1,0 0 1,0 0 0,-1 0 0,1 1 0,-1-1 0,1 0-1,-1 0 1,0 1 0,1-1 0,-1 1 0,0 0 0,0-1-1,0 1 1,0 0 0,0 0 0,0 0 0,-1 1-1,1-1 1,0 0 0,0 1 0,-1 0 0,1-1 0,0 1-1,-1 0 1,1 0 0,0 0 0,-1 0 0,1 1 0,0-1-1,0 1 1,-1-1 0,1 1 0,0 0 0,0 0 0,0 0-1,0 0 1,0 0 0,0 0-80,-9 11-20,2-1 0,-1 2 0,1-1 0,1 1 0,1 0 0,0 1 0,0 0 0,1 0 0,-3 14 20,4-14-4,-10 19 9,3 1 0,0 1 0,2 0 0,2 1 0,2 0 0,0 0 0,3 1-1,1-1 1,2 1 0,2 18-5,-1-52 6,-1 0 0,1 1 0,0-1 0,-1 0 0,2 0 0,-1 1 0,0-1 0,1 0 0,-1 0 0,1 0 0,0-1 0,0 1 0,0 0 0,0-1 0,0 1 1,1-1-1,-1 0 0,1 0 0,0 1 0,-1-2 0,1 1 0,0 0 0,0-1 0,0 1 0,0-1 0,1 0 0,-1 0 0,0 0 0,0 0 0,1-1 0,-1 0 0,0 1 0,1-1 0,-1 0 0,0 0 0,3-1-6,113-47 163,-98 33-167,0-2 0,-2 0 0,0-2 0,-1 0-1,-1-1 1,0-1 0,-2 0 0,-1-1-1,0 0 1,-2-2 0,0 1 0,-2-1 0,-1-1-1,0 0 1,-2 0 0,-1-1 0,-1 0 0,-1 0-1,-1-17 5,-4 37 11,0 0 0,-1 0-1,0 0 1,0 0-1,0 1 1,-1-1-1,0 1 1,0-1 0,0 1-1,-1 0 1,1 0-1,-1 1 1,0-1 0,-1 1-1,1 0 1,-1 0-1,0 0 1,0 1 0,0-1-1,-1 1 1,1 1-1,-1-1 1,1 1-1,-1 0 1,0 0 0,0 0-1,0 1 1,-3 0-11,-178-3 933,158 14-789,-1 1 0,1 1 0,1 2 0,1 1 0,0 1 0,1 1 0,0 1 0,1 2 0,2 0 0,0 2 0,-19 22-144,29-32 48,0 0 0,1 1-1,0 0 1,1 1 0,1 0-1,0 0 1,1 1 0,0 1-1,1 0 1,1 0 0,1 0-1,0 1 1,1 0-1,1 0 1,-1 10-48,5-25 0,0 1-1,1-1 0,-1 1 1,1-1-1,0 1 1,0-1-1,0 0 0,0 0 1,0 1-1,0-1 1,1 0-1,-1 0 1,1 0-1,-1 0 0,1-1 1,0 1-1,0 0 1,0-1-1,0 1 0,0-1 1,0 0-1,0 1 1,1-1-1,-1 0 0,0 0 1,1-1-1,-1 1 1,0 0-1,1-1 1,-1 1-1,1-1 0,-1 0 1,1 0-1,-1 0 1,1 0-1,-1 0 0,1-1 1,105-11-27,-72-3-6,-1-1-1,0-1 1,-1-2 0,-1-2 0,-1-1 0,-1-1-1,-1-2 1,-1-1 0,-2-1 0,17-21 33,-18 20-80,-1 0 0,-2-2 1,-1 0-1,-1-1 0,-2-2 1,-1 0-1,7-20 80,-19 40-50,-1-1-1,0 0 1,-1 0 0,-1 0-1,0-1 1,-1 1 0,0-1-1,-2 1 1,1-1 0,-2 0-1,0 1 1,-1-1 0,0 0-1,-1 1 1,-1 0 0,0 0-1,-1 0 1,0 0 0,-1 1-1,-6-10 51,2 5 55,0 0-1,-2 0 0,0 1 1,-1 0-1,0 1 0,-2 1 0,1 0 1,-2 1-1,0 1 0,-1 0 1,0 1-1,-1 1 0,0 1 0,-1 0 1,0 2-1,0 0 0,-1 1 1,0 1-1,0 0 0,0 2 0,-1 0 1,0 2-1,0 0 0,-17 1-54,31 4 10,-1 0-1,1 0 0,0 0 0,1 1 0,-1 0 1,1 0-1,-1 1 0,1 0 0,0 0 0,1 0 1,0 1-1,-1 0 0,2 0 0,-1 0 0,1 1 1,0-1-1,0 1 0,1 0 0,0 0 1,0 1-1,0 1-9,-20 53 74,3 0 0,2 1 1,4 1-1,2 1 0,3 0 1,2 0-1,4 1 1,5 58-75,-4-119 4,1 0 1,1 0 0,-1 0 0,1-1 0,-1 1 0,1 0 0,1 0 0,-1 0 0,1 0 0,0 0 0,0 0 0,0-1 0,1 1 0,0-1 0,0 1 0,0-1 0,0 1 0,0-1 0,1 0 0,0 0 0,0 0 0,0 0 0,1-1 0,-1 1 0,1-1 0,0 0 0,-1 0 0,2 0-1,-1-1 1,0 1 0,0-1 0,1 0 0,-1 0 0,1-1 0,0 1 0,3 0-5,8-1 2,1-1 0,0 0 0,0-1 0,0-1 0,-1-1 0,1 0 0,-1-1 0,0-1 0,0 0 0,0-1 1,-1-1-1,0-1 0,0 0 0,0 0 0,-1-2 0,-1 0 0,0 0 0,0-1 0,-1-1 0,0 0 0,-1-1 0,-1 0 0,0-1 0,0 0 0,-1-2-2,27-24 0,-2-1 0,-2-2 0,-1-2-1,-3-1 1,-2 0 0,-2-2 0,-1-1 0,-3-1 0,-3-1 0,-1-1 0,0-11 0,-14 47 3,-1-1 1,0 0 0,-1 0-1,-1 0 1,0 0 0,-1 0-1,-1 0 1,-1 1 0,0-1-1,-1 1 1,-1 0 0,0 0 0,-2 1-1,1 0 1,-2 0 0,0 1-1,-1 0 1,0 0 0,-1 1-1,0 1 1,-1 0 0,-1 0-1,0 1 1,0 1 0,-1 0 0,0 1-1,-1 0 1,0 1 0,-1 1-1,1 1 1,-1 0 0,0 1-1,-1 0 1,1 2 0,-1 0 0,0 0-1,0 2 1,0 0 0,-12 1-4,13 4 44,0 0 0,1 1 0,0 1 1,0 0-1,1 1 0,-1 0 1,1 1-1,1 1 0,0 0 0,0 1 1,1 0-1,0 1 0,0 1 0,1-1 1,1 2-1,-6 9-44,-128 226 432,124-204-354,1 1 1,3 0-1,1 1 0,3 0 1,1 2-1,3-1 0,2 1 1,1 7-79,4-51-3,0-1 1,0 1 0,1 0 0,-1-1 0,1 1 0,0 0-1,0-1 1,0 1 0,1 0 0,-1-1 0,1 1 0,0 0-1,0-1 1,0 1 0,0-1 0,1 1 0,-1-1 0,1 0 0,0 0-1,0 0 1,0 0 0,1 0 0,-1 0 0,1 0 0,-1-1-1,1 1 1,0-1 0,0 0 0,0 0 0,0 0 0,0 0-1,1 0 1,-1-1 0,0 1 0,1-1 0,0 0 0,-1 0-1,1 0 1,-1-1 0,1 1 0,0-1 0,-1 0 0,1 0-1,0 0 1,2-1 2,21-3 1,0-2 1,0 0-1,-1-2 0,-1-1 0,1-1 0,-1-1 0,-1-1 0,0-1 0,-1-1 1,0-2-1,-1 0 0,-1-1 0,0-1 0,-2-1 0,0-1 0,5-8-1,-11 16-19,-1 1 5,16-10-96,-1-1 0,-2-2-1,0 0 1,-1-2-1,-1-1 1,-2 0-1,-1-2 1,-1 0 0,-1-1-1,-2-1 1,-1-1-1,-1 0 1,-2 0-1,-2-2 1,0 1 0,-2-6 110,-6 29-6,-1-1 1,0 0-1,-1 1 1,0-1-1,-1 0 1,0 1 0,-1-1-1,0 0 1,0 1-1,-1 0 1,-1 0-1,0 0 1,0 0 0,-1 0-1,0 1 1,0 0-1,-1 0 1,-1 0-1,1 1 1,-1 0 0,-1 0-1,0 1 1,0 0-1,0 0 1,-1 1-1,0 0 1,0 0 0,-3-1 5,-14-3 51,0 1 1,-1 1 0,0 1-1,0 1 1,-1 2 0,1 1-1,-1 0 1,0 3 0,1 0 0,-1 2-1,0 0 1,1 2 0,0 2-1,0 0 1,0 1 0,0 2-1,-18 9-51,6-1 62,2 2-1,0 1 0,1 2 0,1 1 1,1 2-1,2 1 0,0 2 0,2 1 1,1 1-1,1 2 0,2 1 0,1 0 0,-6 15-61,-14 27 130,3 3 0,3 1-1,3 1 1,5 3 0,-18 70-130,48-148 8,-12 32 25,3 0 1,0 1-1,3 0 0,1 1 0,2-1 1,2 1-1,1 21-33,2-54-5,0 0 0,1 0 0,-1 0 0,1 0 0,0 0 0,1 0 0,-1 0 0,1-1 0,1 0 0,-1 1 0,1-1 0,-1 0-1,1-1 1,1 1 0,-1-1 0,1 1 0,0-2 0,-1 1 0,2 0 0,-1-1 0,0 0 0,1 0 0,0 0 0,-1-1 0,1 0 0,0 0 0,3 0 5,7 2-13,0 0 1,1-1-1,-1 0 1,1-2-1,0 0 0,0-1 1,0-1-1,-1 0 1,12-3 12,0-3-3,-1-2 0,0-1 1,0-1-1,-2-1 0,1-1 1,-2-2-1,1 0 0,7-9 3,29-17-62,-2-4-1,-3-2 1,-1-2-1,-2-3 1,-3-2-1,-3-2 1,-1-2-1,-4-2 1,29-55 62,-62 102-86,-1 0 1,0 0-1,-1-1 1,0 0-1,-1 0 0,-1-1 1,-1 0-1,0 0 1,0 0-1,-2 0 1,0-1-1,-1 1 1,0-1-1,-1 1 1,-1-1-1,0 1 1,-1-1-1,-1 1 1,-1 0-1,0 0 1,-1 0-1,0 0 1,-1 1-1,-1 0 1,-7-13 85,-1 12 75,-1-1 0,0 2 0,-1 0-1,0 1 1,-1 1 0,0 0 0,-1 2 0,0 0 0,-1 1 0,0 1 0,-1 1 0,0 1 0,0 0 0,0 2 0,0 0 0,-1 2 0,1 0-1,-1 1 1,0 1 0,1 2 0,-1 0 0,1 1 0,0 1 0,-1 1 0,2 1 0,-1 0 0,1 2 0,0 0 0,0 2 0,1 0-1,0 1 1,1 1 0,-4 4-75,-29 30 76,2 2 0,3 2 0,2 2 0,2 1 0,2 3-1,3 1 1,2 2 0,-10 29-76,13-32 33,2 1 1,3 1-1,3 2 0,2 0 1,3 2-1,2 0 0,-6 56-33,21-113-7,1 0-1,0 0 0,0 0 1,0 0-1,0 0 0,1 0 1,0 0-1,0 0 0,0 0 1,1 0-1,0 0 0,0 0 0,0 0 1,0 0-1,1 0 0,0 0 1,0-1-1,0 1 0,1-1 1,-1 1-1,1-1 0,0 0 0,0 0 1,1 0-1,-1 0 0,1-1 1,0 1-1,0-1 0,0 0 1,0 0-1,1-1 0,-1 1 0,1-1 1,-1 0-1,4 1 8,11-2-13,-1-1 0,1-1 0,0 0 1,0-1-1,0-1 0,-1-1 0,1-1 0,-1-1 0,0 0 0,-1-1 1,0-1-1,0 0 0,0-2 0,-1 0 0,-1 0 0,1-2 0,-2 0 0,0 0 1,0-1-1,1-3 13,42-35-66,-3-3 0,-1-2 0,-3-2 1,-3-2-1,-2-2 0,2-11 66,-37 61-40,-1 0 0,-1-1 1,-1 0-1,1-1 0,-2 1 0,0-1 1,-1 0-1,0-1 0,-1 1 0,0-1 1,-2 0-1,0 0 0,0 0 0,-1 0 0,-1-1 1,-1 1-1,0 0 0,-1 0 0,0 0 1,-1 0-1,-1 1 0,-2-6 40,-4 4-1,1 0 0,-2 0 0,0 1 0,-1 1 0,-1 0 0,0 1 0,-1 0 0,0 1 0,-1 0-1,0 1 1,-1 1 0,0 0 0,0 1 0,-1 1 0,-1 1 0,1 0 0,-1 2 0,0-1 0,-9 1 1,-30-7 68,-2 4 1,1 2 0,-1 2-1,1 3 1,-34 5-69,73-5 51,-1 2 0,1 0 1,0 1-1,-1 1 0,1 1 0,0 0 1,1 1-1,-1 2 0,1 0 0,0 0 1,1 2-1,0 0 0,0 1 0,1 1 1,0 0-1,0 2-51,-26 35 126,1 1 0,3 2 0,2 2 0,2 2 0,3 0 0,2 3 0,3 0 0,2 1 0,3 2 0,3 0 0,-7 45-126,6-24 63,5 0 1,2 1-1,2 59-63,9-126 4,-1-9-7,1 0 1,0 0-1,0 0 0,0 0 0,1 0 1,0 0-1,0 0 0,1 0 0,0 0 0,0 0 1,1 0-1,0 0 0,0 0 0,0-1 1,1 1-1,0-1 0,1 1 0,-1-1 1,1 0-1,0-1 0,0 1 0,1-1 1,0 1-1,0-1 0,0-1 0,4 4 3,11-1-7,0 0 0,0-2 0,1 0-1,0-1 1,-1-1 0,2 0-1,-1-2 1,0-1 0,0-1 0,0 0-1,0-1 1,0-2 0,0 0 0,-1-1-1,0-1 1,0-1 0,0-1 0,-1-1-1,0 0 1,14-10 7,5-4-65,-1-1 1,0-2-1,-2-1 0,-2-2 1,0-1-1,-2-2 1,-1-1-1,-2-1 0,19-31 65,-32 43-72,-2-1-1,-1 0 0,0 0 0,-2-1 1,-1-1-1,0 0 0,-2 0 1,-1-1-1,-1 1 0,-2-1 0,0-1 1,-1 1-1,-2 0 0,-1 0 1,-1 0-1,-1-1 0,-3-6 73,1 13 11,-1 0-1,-1 1 0,0-1 1,-2 2-1,0-1 1,-1 1-1,-1 0 0,-1 1 1,0 1-1,-2 0 1,1 0-1,-2 1 0,0 1 1,-1 1-1,0 0 1,-1 1-1,0 0 0,-1 2 1,-1 0-1,1 1 1,-1 1-1,-1 0 0,1 2 1,-1 0-1,-1 2 1,1 0-1,-1 1 0,1 1 1,-1 1-1,0 0 1,1 2-1,-1 1 0,0 0 1,1 1-1,0 2 0,-1 0 1,2 1-1,-1 1 1,1 0-1,0 2 0,0 0 1,1 2-1,1 0 1,-10 7-11,-7 20 84,2 1-1,1 2 1,2 1 0,2 1 0,2 2 0,2 0 0,1 2-1,3 0 1,2 1 0,2 1 0,3 0 0,1 1 0,2 0 0,3 1-1,2 0 1,2 10-84,1-34 32,-1-19-30,0 0 1,1 0-1,0 0 0,0 0 0,1 1 0,0-1 0,1 0 0,0 0 0,0 0 0,0 0 0,1 0 0,0 0 0,1 0 0,0-1 0,0 1 0,1-1 0,-1 0 0,2 0 0,-1 0 0,1 0 0,0-1 1,0 0-1,1 0 0,6 5-2,-3-5-10,1 0 1,0-1 0,1 0 0,-1 0-1,1-1 1,0-1 0,0 0 0,0 0 0,0-1-1,0-1 1,1 0 0,-1 0 0,1-1-1,-1 0 1,1-1 0,-1-1 0,0 0-1,0 0 1,0-1 0,0 0 0,0-1-1,0-1 1,-1 1 0,0-2 0,0 1 0,0-1-1,1-2 10,16-11-41,0-1 0,-2-2 0,0-1 0,-2 0-1,0-2 1,-2 0 0,-1-2 0,14-23 41,-8 9-115,-3-1 0,-1-1 1,-2-1-1,-2-1 0,-2-1 1,-2 0-1,-2-1 0,-2 0 1,-2-1-1,-2 0 0,-3 0 1,-1-2 114,-3 33-17,0 0 0,-1 1 1,0-1-1,-1 0 0,-1 1 1,-1 0-1,-1 0 1,0 0-1,-1 1 0,0 0 1,-1 0-1,-1 1 0,0 0 1,-1 0-1,-1 1 0,0 0 1,-6-5 16,-10-11 13,0 1 1,-2 1 0,-1 2-1,-1 0 1,-1 3-1,-1 0 1,0 2-1,-2 2 1,-1 1-1,0 1 1,-1 2 0,0 2-1,-1 2 1,0 1-1,-1 2 1,0 1-1,0 2 1,-26 2-14,50 2 12,0 1 0,1 0 0,-1 1 0,0 1 0,1 0 0,0 1 1,0 1-1,0 0 0,0 1 0,1 0 0,0 1 0,0 1 0,0 0 0,1 0 0,1 2 1,-1-1-1,2 1 0,-1 1 0,1 0 0,1 0 0,0 1 0,1 0 0,0 1 0,1 0 0,0 0 1,1 1-1,-1 4-12,-25 61 84,4 2 0,3 0 0,4 2 0,3 0 1,4 2-1,4-1 0,3 2 0,5 37-84,-2-68 30,2 0-1,3 0 1,2 0 0,3 0-1,2 0 1,2-1 0,3 0-1,6 11-29,-14-54-4,1 0-1,0 0 0,1-1 1,0 0-1,1-1 0,0 1 0,0-1 1,1-1-1,0 0 0,0 0 1,1 0-1,0-2 0,1 1 0,-1-1 1,1-1-1,0 1 0,1-2 0,-1 0 1,1 0-1,0-1 0,0-1 1,0 0-1,0 0 0,0-1 0,0-1 1,1 0-1,-1-1 0,0 0 1,0-1-1,0 0 0,0-1 0,0 0 1,-1-1-1,1 0 0,-1-1 0,0 0 1,5-4 4,16-12-1,-1-2-1,-1-1 1,-1-1 0,-1-1 0,-2-2-1,0-1 1,-2 0 0,-2-2 0,0-1 0,-2-1-1,-2-1 1,1-2 1,-3 8-42,0-1 0,-1-1 0,-2-1 0,-2 0 0,0 0-1,-2-1 1,-2 0 0,0 0 0,-3-1 0,0 0 0,-2 0 0,-2 0 0,-1 0 0,-2-6 42,-4 21-20,0 1 0,-2 0 0,0 0 0,-1 1 0,-1 0 0,0 0 0,-1 1 0,0 1 0,-2 0 0,1 1 0,-2 0 0,0 1 0,0 1 1,-1 0-1,0 1 0,-1 1 0,0 1 0,-1 0 0,0 1 0,-4-1 20,4 1-8,-1 1 1,1 0 0,-1 1-1,0 1 1,0 1-1,0 1 1,-1 1-1,1 0 1,0 1 0,-1 1-1,1 1 1,0 1-1,0 1 1,0 0-1,0 2 1,1 0 0,0 1-1,0 0 1,1 2-1,0 0 1,-6 4 7,-3 17 23,1 0 1,1 1-1,1 2 0,2 0 1,2 2-1,1 0 1,1 0-1,3 2 0,0 0 1,3 1-1,1 0 0,1 0 1,3 1-1,1 0 1,2 1-1,1-1 0,3 13-23,15 191 64,-13-231-59,0-1 0,1 1 0,0-1 0,1 0 0,1 0 0,-1-1 0,2 0 0,-1 0 0,1 0 0,1-1 1,0 0-1,0 0 0,1-1 0,0 0 0,0 0 0,1-1 0,0-1 0,0 1 0,1-1-5,5 0 3,-1 0 0,1 0-1,0-2 1,0 0-1,1 0 1,-1-2 0,1 0-1,0-1 1,-1-1 0,1 0-1,0-1 1,-1-1-1,1-1 1,-1 0 0,0-1-1,0 0 1,0-2 0,0 0-1,-1-1 1,0 0-1,3-3-2,14-8-24,-1-1-1,-1-2 0,0 0 0,-2-3 0,0 0 0,-2-1 0,0-2 0,-2-1 0,5-9 25,-14 15-138,-1-1 1,-1-1 0,-1 0-1,-1-1 1,-1 0-1,-1 0 1,-1-1-1,-2 0 1,0 0-1,-2-1 1,-1 0-1,-1 1 1,-1-1 0,-3-17 137,-4 13-13,-1 0 1,-1 1-1,-2 0 1,-1 1 0,-2 0-1,-1 0 1,-1 1-1,-1 1 1,-1 1 0,-1 0-1,-2 2 1,-1 0 0,0 1-1,-2 1 1,0 1-1,-2 1 1,0 1 0,-1 1-1,-1 2 1,0 0-1,-3 2 13,-2-7 33,0 2-1,-2 2 0,0 1 1,-1 2-1,-1 1 0,0 1 1,0 3-1,-1 1 0,0 1 1,-1 2-1,1 2 0,-1 1 1,-28 3-33,53 2 37,1 0 0,0 1 0,0 1 0,1 0 0,-1 0 0,1 1 0,0 0 0,0 1 0,1 0 0,0 1 0,1 0 0,-1 1 0,1 0 0,1 0 1,0 1-1,0 0 0,1 0 0,0 1 0,1 0 0,0 0 0,1 1 0,0-1 0,1 1 0,-1 4-37,-29 74 157,4 0 0,5 3 0,3 0 0,4 0 0,5 2 0,3 0 0,4 86-157,2-104 71,3 1-1,4-1 1,3 1 0,3-1-1,4-1 1,3 0 0,5 2-71,-19-69-4,0-1-1,1 0 1,0-1 0,0 1-1,1 0 1,0-1 0,0 0 0,1 0-1,0 0 1,0 0 0,1-1 0,0 0-1,0 0 1,0-1 0,1 1 0,0-1-1,0-1 1,0 1 0,0-1 0,1-1-1,0 1 1,0-1 0,0 0 0,0-1-1,0 0 1,0 0 0,0-1 0,1 0-1,-1-1 1,1 0 0,-1 0 0,1 0-1,-1-1 1,0-1 0,1 1 0,-1-1-1,0-1 5,34-11-19,-1-1 0,0-3-1,-2-1 1,0-2-1,-1-1 1,-1-2-1,-1-2 1,-1-1-1,-2-2 1,-1-1-1,-1-2 1,20-28 19,-23 34-94,-2-2 1,0-1-1,-2-1 1,-2-1-1,0-1 1,-2 0-1,-2-2 0,-1-1 1,-1 0-1,-3 0 1,0-2-1,-3 0 1,0 0-1,-3-1 0,-1 0 1,-2 0-1,-1 0 1,-3-19 93,-6 32-6,0 0 0,-2 1 1,-1 0-1,-1 1 1,-1 0-1,-1 0 0,-1 1 1,-1 1-1,-1 0 0,-1 1 1,-1 0-1,0 2 1,-1 0-1,-14-10 6,17 13 55,-1 0 0,0 1 0,-1 1 0,0 1 0,-1 0 0,0 1 0,-1 1 1,0 1-1,-1 1 0,0 0 0,0 2 0,-1 0 0,0 1 0,0 1 0,0 1 0,0 1 0,-18 1-55,32 1 8,-1 1 0,1 1 0,0-1-1,0 1 1,-1 1 0,1-1 0,1 1 0,-1 0 0,0 1-1,1-1 1,-1 1 0,1 1 0,0-1 0,1 1-1,-1 0 1,1 0 0,0 1 0,0 0 0,1 0-1,-1 0 1,1 0 0,1 0 0,-1 1 0,1 0 0,0 0-1,1 0 1,-1 0 0,1 0 0,1 0 0,-1 7-8,-11 232 55,13-211-51,1 0 0,2 0 1,2 0-1,1 0 1,2-1-1,1 0 0,2-1 1,1 0-1,1 0 1,2-2-1,1 1 1,2-2-1,14 18-4,-22-36-8,1-1 0,1 0 0,-1-1 0,2 0 0,0-1 0,0-1 0,0 0 0,1-1 0,0 0 0,1-1 0,-1 0 0,1-2 0,0 1 0,1-2 0,-1 0 0,1-1 0,-1-1 0,1 0 0,0-1 0,-1 0 0,1-2 0,-1 0 0,1 0 0,-1-1 0,0-1 0,0-1 0,0 0 0,-1-1 0,1-1 0,-1 0 0,-1-1 0,8-5 8,19-23-239,-1-3 0,-2 0 1,-1-3-1,-2-1 0,-3-1 1,-1-2-1,-2-1 0,-2-1 0,-3-2 1,15-45 238,-24 63-377,-2-1 0,-2 0 0,-1-1 0,-2 0 0,-1 0 0,-1-1 0,-2 0 0,-2 0 0,-2-29 377,-4 49 26,0 0 0,-1 0 0,-1 0 0,0 1 0,-1 0 0,0 0 0,-1 1 0,-1 0 0,0 0 0,0 1 0,-1 1 0,-1 0 0,0 0 0,-1 1 0,0 1 0,0 0 0,-1 1 0,0 0 0,0 1 0,-1 1 0,0 0 0,-13-3-26,11 3 158,-1 1 0,1 0 0,-1 1 0,0 1 0,-1 1 0,1 1 0,0 0 0,-1 1 0,1 1-1,0 1 1,-1 1 0,1 0 0,1 1 0,-1 1 0,0 1 0,1 1 0,0 0 0,1 1 0,0 0 0,0 2 0,0 0 0,1 1 0,1 0 0,0 1 0,1 0-1,0 1 1,1 1 0,-8 11-158,-9 21 67,1 1 0,3 1 0,1 1 1,3 2-1,2 0 0,3 1 0,1 0 0,3 2 0,3-1 0,1 1 0,2 13-67,-1 2 50,3 0 1,3 0-1,3 1 0,3-1 1,5 14-51,-9-67 0,1-1-1,1 0 1,0-1-1,2 1 1,-1 0 0,2-1-1,0 0 1,0-1-1,1 1 1,1-1 0,1 0-1,-1-1 1,2 0-1,0 0 1,0-1 0,1-1-1,0 1 1,1-2 0,0 0-1,1 0 1,0-1-1,0-1 1,1 0 0,11 4 0,3-5-70,-1-1 1,1-1-1,0-2 1,0 0 0,-1-2-1,1-2 1,0 0-1,0-2 1,-1 0 0,1-2-1,-1-2 1,-1 0-1,1-1 1,-2-2 0,1-1-1,18-12 70,11-8-519,-1-3-1,-2-3 1,-1-1-1,-2-3 1,-2-2-1,33-39 520,-40 41-232,-1-1 1,-2-1-1,-3-2 0,-1-2 1,-2-1-1,-3-2 0,-2 0 1,-2-2-1,-2 0 0,-3-2 1,-2 0-1,-3-1 0,-2-1 1,-2 0-1,-3 0 0,-3-1 1,-2-10 231,-5 52 141,-1 1 0,-1-1 0,0 1 0,-1 0 1,0 1-1,-1 0 0,-1 0 0,-1 0 0,0 1 0,0 0 1,-1 1-1,-1 0 0,0 1 0,0 0 0,-2 0 0,1 2 0,-1-1 1,0 2-1,-1-1 0,0 2 0,0 0 0,-1 1 0,0 0 1,0 1-1,0 1 0,-1 0 0,1 1 0,-1 1 0,0 0 0,0 1 1,0 1-1,0 1-141,5 0 95,0 1 1,0 0-1,1 1 0,-1 0 1,1 1-1,0 0 1,0 1-1,0 0 0,0 1 1,1-1-1,0 2 1,0-1-1,1 2 0,0-1 1,0 1-1,1 0 1,0 0-1,0 1 0,1 0 1,0 0-1,0 1 1,1-1-1,-1 4-95,-81 249 481,72-186-397,3 0 1,3 0-1,4 0 1,3 1-1,4 0 0,3-1 1,9 45-85,-12-108 5,0 0 1,0 0-1,2-1 1,-1 0-1,1 0 1,1 0-1,0 0 1,1 0-1,0-1 1,1 0-1,0-1 1,1 1-1,0-1 0,1-1 1,0 0-1,0 0 1,1 0-1,0-1 1,0-1-1,1 0 1,0 0-1,0-1 1,1 0-1,0-1 1,0-1-1,0 0 1,0 0-1,2-1-5,9 1-4,1 0 1,-1-2-1,1-1 0,0-1 0,0 0 1,0-2-1,-1-1 0,1-1 0,-1-1 1,0-1-1,0-1 0,0-1 0,-1-1 1,-1-1-1,1-1 0,-1 0 1,-1-2-1,-1-1 0,0 0 0,0-1 1,10-13 3,22-14-131,-3-3 1,-2-2 0,-2-2 0,-2-2-1,-3-1 1,-1-2 0,-3-2 0,-3-1 0,-2-2-1,-3-1 1,12-40 130,-33 78-57,0-1 0,-2 0 0,-1 1-1,-1-2 1,-1 1 0,-1 0 0,0 0-1,-2 0 1,-1 0 0,-3-10 57,4 24 15,0 1 0,-1-1-1,0 1 1,-1-1 0,1 1 0,-2 1-1,1-1 1,-1 0 0,0 1 0,0 0-1,-1 0 1,0 1 0,-1-1 0,1 1 0,-1 1-1,0-1 1,0 1 0,-1 1 0,0-1-1,0 1 1,0 0 0,0 1 0,0 0 0,-1 0-1,1 1 1,-1 0 0,-3 0-15,-1 3 54,0 0 1,-1 1 0,1 1 0,1 0-1,-1 1 1,0 0 0,1 0-1,0 2 1,0 0 0,0 0-1,1 1 1,0 0 0,0 1-1,1 0 1,0 1 0,0 0-1,1 0 1,0 1 0,1 1-1,0-1 1,1 1 0,0 0-1,0 1 1,0 3-55,-31 39 134,2 1 0,3 3 0,2 0 0,3 2 0,2 1 0,4 1 0,2 1 0,2 1 0,-2 31-134,18-91 2,1 0 0,-1 0 0,1 0 0,0 0 0,0 0 0,1 0 0,-1 1 0,1-1 0,0 0 0,0 0 0,1 1 0,-1-1 0,1 0 0,0 0 0,0 0 0,0 0 0,1 0 0,-1 0 0,1 0 0,0 0 0,0 0 0,0-1 0,1 1 0,-1-1 0,1 0 0,0 0 0,0 0 0,0 0 0,0 0 0,0 0 0,1-1 0,-1 0 0,1 1 0,0-1 0,-1-1 0,1 1 0,0-1 0,0 1 0,0-1 0,1 0 0,-1 0 0,0-1 0,0 1 0,0-1 0,5 0-2,15-3-2,1-1-1,-1-1 1,0-2-1,0 0 0,0-1 1,-1-2-1,0 0 1,-1-1-1,-1-1 0,1-2 1,-2 0-1,0-1 0,-1 0 1,0-2-1,-1 0 1,-1-2-1,8-12 3,-13 20-4,1-2 4,17-11-102,-1-1 0,-2-1 0,-1-1-1,-1-2 1,-1-1 0,-1 0-1,-2-2 1,-2-1 0,0 0 0,-3-1-1,0-1 1,-3 0 0,8-29 102,-21 61-14,3-1 9,-1-1-1,0 1 1,-1-1 0,1 0 0,-1 1-1,0-1 1,0 0 0,0 0 0,-1 0-1,1 0 1,-1 1 0,0-1 0,-1 0-1,1 0 1,-1 0 0,0 0 0,0 0-1,-1 1 1,1-1 0,-1 0 0,0 1-1,0 0 1,-1-1 0,1 1 0,-1 0-1,0 0 1,0 0 0,-1 1 0,1-1-1,-1 1 1,1 0 0,-1-1 0,0 2-1,0-1 1,0 0 0,-1 1 0,1 0-1,-2 0 6,-11 4 53,1 1 1,0 1-1,0 0 0,0 1 0,0 1 0,1 1 0,-1 0 0,2 1 0,-1 0 0,1 1 0,1 1 1,-1 0-1,2 1 0,0 1 0,0 0 0,1 0 0,0 1 0,1 0 0,-6 11-53,8-14 16,-166 201 531,9 9 0,-6 31-547,170-250-100,6-6-194,36-47 166,-2-1-1,-2-2 1,-3-1 0,-2-2 0,-3-2-1,-3 0 1,18-58 128,-38 104-62,0 0 0,-1 0 0,-1 0 0,0-1 0,0 0 0,-2 0-1,0 1 1,-1-1 0,0 0 0,-1-1 0,-1 1 0,0 0 0,-1 1 0,0-1 0,-2 0-1,0 0 1,0 1 0,-1 0 0,-1 0 0,0 0 0,-3-1 62,-10-6-5,-2 1 1,0 2-1,-2 0 1,0 1-1,0 1 1,-2 1-1,0 2 0,0 0 1,-2 2-1,1 0 1,-1 2-1,-1 1 1,1 1-1,-1 2 0,0 1 1,-1 0-1,1 3 1,-1 0-1,1 2 0,-1 1 1,0 1 4,6-3 61,0 0 0,0 2 1,-1 1-1,1 1 0,1 1 1,-1 0-1,1 2 0,0 1 0,0 1 1,1 0-1,0 2 0,1 0 0,0 2 1,1 0-1,1 1 0,0 1 1,0 0-1,-8 12-61,-23 35 143,2 2-1,3 3 1,3 1 0,3 2-1,3 2 1,3 1 0,-5 26-143,18-45 53,2 1 0,2 0 1,2 2-1,4 0 0,1 0 1,3 0-1,3 1 0,3 36-53,-1-86-5,0 0-1,0 0 0,0 0 0,1 0 0,0 0 1,1 0-1,0 0 0,0-1 0,1 1 0,0 0 0,0-1 1,0 0-1,1 0 0,0 0 0,1 0 0,0-1 1,0 1-1,0-1 0,1-1 0,-1 1 0,1-1 0,1 0 1,-1 0-1,1 0 0,0-1 0,0 0 0,0-1 0,0 1 1,1-2-1,0 1 0,-1-1 0,1 0 0,8 1 6,3 0-60,0-1 1,0-1-1,0 0 0,0-2 0,0 0 0,0-1 0,0-1 0,0 0 0,-1-2 0,1 0 0,-1-1 0,0-1 0,-1-1 0,1 0 0,-2-1 0,1-1 0,-1-1 0,-1 0 0,0-1 0,-1-1 0,8-8 60,12-11-296,-2-1-1,-1-2 1,-1-1-1,-3-2 0,-1-1 1,-1 0-1,-3-2 1,-1-1-1,-2 0 0,-2-2 1,-1 0-1,6-34 297,-19 58-186,-1-1 0,0 1 0,-1-1 0,-2 1-1,0-1 1,-1 1 0,-1-1 0,-1 1 0,0 0 0,-7-14 186,5 15 77,-1 1 0,-1 0 0,0 1 0,-2 0 0,0 1 0,-1-1 0,0 2 1,-1 0-1,-1 0 0,0 1 0,-1 1 0,-1 0 0,0 1 0,-1 0 0,0 2 0,0 0 0,-4-1-77,4 4 134,0 2-1,0-1 1,-1 2 0,1 0-1,-1 1 1,0 1-1,0 1 1,0 0 0,0 1-1,0 1 1,0 0-1,0 1 1,1 1 0,-1 1-1,1 1 1,-1 0-1,1 0 1,1 2 0,-1 0-1,1 1 1,0 1-1,1 0 1,0 0 0,1 2-1,0 0 1,0 0-1,1 1 1,-3 5-134,-23 27 37,1 1 1,3 3-1,2 1 0,2 1 1,2 1-1,2 2 0,3 0 1,2 2-1,2 0 0,3 2 1,1 4-38,-8 120 10,23-175-14,0 0 0,1 0 0,0-1 0,0 1 0,1-1 0,-1 1 0,1-1 0,1 1-1,-1-1 1,1 0 0,0 0 0,0 0 0,0-1 0,0 1 0,1-1 0,0 1-1,0-1 1,0 0 0,1-1 0,-1 1 0,1-1 0,0 0 0,0 0 0,0 0 0,0-1-1,0 1 1,1-2 0,-1 1 0,1 0 0,-1-1 0,1 0 0,0 0 0,-1-1-1,2 1 5,8 0-18,1 0 0,-1-1-1,0 0 1,0-1 0,1-1-1,-1 0 1,0-1 0,0-1-1,-1 0 1,1-1 0,-1-1-1,10-5 19,13-15-74,0-2-1,-2-1 0,-2-2 0,0-1 0,-2-2 0,-2-1 0,-1-1 0,-2-1 0,-1-2 0,-2 0 0,-2-2 1,10-26 74,-23 54-82,-1-1 1,-1 1-1,0-1 1,-1 0-1,0-1 1,-1 1-1,-1-1 1,0 0-1,-1 0 1,-1 0-1,0 0 1,-1 0-1,-1 0 1,0 0-1,-1 0 1,0 0-1,-1 1 1,-1-1-1,-5-11 82,-3 8 7,0-1 0,-2 2-1,0-1 1,-1 2 0,-1 0 0,0 1-1,-1 1 1,-1 0 0,0 1 0,-1 1-1,0 1 1,-1 1 0,0 0 0,0 2-1,-18-5-6,-15-4 247,-1 2 0,-1 3 0,-1 2 0,1 2 1,-41 1-248,78 3 55,-1 1 0,0 1 0,0 1 0,0 0 1,0 1-1,0 1 0,0 1 0,0 1 1,1 0-1,-1 2 0,1 0 0,0 1 1,0 1-1,0 0 0,1 1 0,1 1 1,-1 1-1,1 0 0,1 1 0,0 1 1,0 1-1,2 0 0,-1 0 0,2 1 1,0 1-1,-5 8-55,-6 27 20,4 1 0,1 0 0,3 1 0,1 1 1,4 1-1,1-1 0,3 1 0,2 1 0,4 45-20,0-98 0,-4 37-2,1 0-1,2 0 1,2 0-1,2-1 0,1 1 1,2 0-1,2-1 1,1 0-1,2-1 1,2 0-1,2 0 3,-6-26-12,1 1-1,1-1 1,0-1-1,0 0 1,1 0-1,0-1 0,1-1 1,0 0-1,0-1 1,1 0-1,-1-1 1,2-1-1,-1 0 1,1-1-1,-1 0 1,1-1-1,0-1 1,0 0-1,0-1 0,0-1 1,1 0-1,-1-1 1,0-1-1,0 0 1,0-1-1,-1-1 1,1 0-1,-1-1 1,0-1-1,4-2 13,3-1-30,0-1 0,-1-1 0,-1 0 0,0-2 0,0 0 1,-1-1-1,-1-1 0,-1-1 0,0 0 0,-1-1 0,0-1 0,-2 0 0,0-1 0,-1-1 0,-1 0 0,-1 0 0,-1-1 0,0 0 0,-2-1 0,0 1 1,-2-2-1,0 1 0,-1 0 0,-2-1 0,0 0 0,-2 1 0,0-1 0,-1 0 0,-2 0 0,0 1 0,-1-1 0,-2 1 0,0 0 0,-1 1 0,-1-1 1,-8-13 29,5 16 9,-1 0 0,-1 1 1,0 0-1,-1 1 0,-1 0 1,-1 1-1,0 1 0,-1 1 1,0 0-1,-2 1 0,1 1 1,-1 1-1,-1 1 0,0 0 1,-1 1-1,1 2 0,-2 0 1,1 1-1,-1 1 0,-16-2-9,28 8 13,1 0 0,-1 1 0,1-1 0,0 2-1,0-1 1,0 1 0,0 1 0,0 0 0,1 0-1,0 0 1,0 1 0,0 1 0,0-1 0,1 1 0,0 0-1,0 1 1,0 0 0,1 0 0,0 0 0,1 1-1,-1 0 1,1 0 0,1 0 0,-2 5-13,-83 221 280,71-164-184,4 2 0,3 0 0,2 0-1,5 0 1,2 17-96,1-82 6,1 0 0,0 1 0,1-1 0,0 0 0,0 1 0,0-1 0,1 0 0,0 0 0,0 0-1,1 0 1,0 0 0,0-1 0,0 1 0,1-1 0,0 0 0,1 0 0,-1 0 0,1-1 0,0 1 0,0-1 0,1 0 0,0-1 0,0 1 0,0-1-1,0 0 1,0-1 0,1 1 0,0-2 0,4 3-6,3-1 11,0 0-1,1-2 1,-1 1-1,0-2 1,1 0 0,-1 0-1,1-1 1,-1-1-1,1-1 1,-1 0 0,0-1-1,0 0 1,0-1-1,0-1 1,-1 0-1,1 0 1,-1-2 0,-1 0-1,11-7-10,18-13 21,0-2 0,-2-2 0,-2-2 0,-1-1 0,6-9-21,-18 20-34,-1 0 0,-1-2 0,-1-1 0,-1-1 1,-1-1-1,-2 0 0,0-1 0,-2-1 1,-2 0-1,0-1 0,-2-1 0,-2 0 0,-1 0 1,-1-1-1,-2 1 0,-1-2 0,-1 1 0,-2-1 34,-5 17 6,0 1 0,-1 0 0,0 0 0,-1 0 0,-1 1 0,-1 0 0,0 0-1,-1 1 1,0 0 0,-1 1 0,-1 0 0,0 0 0,-1 1 0,0 1 0,-1 0-1,0 0 1,0 1 0,-1 1 0,-1 0 0,0 2 0,0-1 0,0 2 0,-1 0-1,0 0 1,0 2 0,0 0 0,-1 1 0,1 0 0,-1 2 0,0 0 0,0 0 0,-7 2-7,19 0 22,-1-1 0,1 1 0,-1 1-1,1-1 1,0 0 0,-1 1-1,1 0 1,0 1 0,0-1-1,1 1 1,-1 0 0,0 0-1,1 0 1,0 1 0,0-1-1,0 1 1,0 0 0,0 1-1,1-1 1,0 0 0,0 1-1,0 0 1,0 0 0,1 0-1,0 0 1,0 0 0,-1 3-21,-31 159 88,26-91-63,4 1-1,3 0 0,3 1 1,10 56-25,-10-123-7,0 1 0,1-1 0,0 0-1,1 0 1,0 0 0,1 0 0,0-1 0,0 0 0,2 0 0,-1 0 0,1-1 0,0 1 0,1-2 0,0 1 0,1-1 0,-1-1 0,1 1 0,1-1 0,0-1 0,0 0 0,0 0 0,0-1 0,1-1 0,0 1 0,0-2-1,0 1 1,0-2 0,1 1 0,-1-2 0,1 1 0,0-2 0,-1 1 0,1-2 0,0 1 0,-1-2 0,1 0 0,-1 0 0,0-1 0,4-1 7,17-11-29,0-1 0,-2-2-1,0 0 1,-1-3 0,-1 0 0,-1-1 0,-1-2 0,10-13 29,37-33-157,-4-2 0,-3-3 1,-4-3-1,-2-3 0,-5-2 1,-3-3-1,-4-2 0,-3-1 1,-5-3-1,-4-1 1,18-74 156,-42 13 838,-46 608-267,32-446-569,1-1 0,0 1 0,1-1-1,0 1 1,0-1 0,0 1 0,1 0 0,0-1-1,1 0 1,0 1 0,0-1 0,0 0 0,1 0 0,0 0-1,0 0 1,1-1 0,0 1 0,0-1 0,1 0-1,-1 0 1,1 0 0,1-1 0,-1 1 0,1-1 0,0-1-1,0 1 1,0-1 0,0 0 0,1-1 0,0 1-1,0-1 1,0 0 0,0-1 0,0 0 0,1 0-1,3 0-1,8-4 4,1 0-1,-1-2 1,0 0-1,0-1 1,0-1-1,-1-1 0,0-1 1,0 0-1,0-1 1,-1-1-1,-1-1 0,0 0 1,0-1-1,-1-1 1,-1 0-1,0-1 0,-1 0 1,7-11-4,-13 17-8,0-1 1,0 0-1,-1 0 0,-1 0 1,0 0-1,0-1 1,0 0-1,-2 0 0,1-1 1,-1 1-1,-1 0 1,1-1-1,-2 0 0,0 0 1,0 1-1,-1-1 0,0 0 1,-1 0-1,0 0 1,-1 1-1,0-1 0,0 0 1,-1 1-1,-1 0 1,0 0-1,0 0 0,-1 0 1,0 1-1,-1-1 1,0 1-1,0 1 0,-1-1 1,0 1-1,-5-4 8,7 6 9,0 0 0,0 0 0,0 0 0,0 1 0,-1 0 0,0 0 0,0 0 0,0 1 0,-1 0-1,0 0 1,1 1 0,-1 0 0,-1 0 0,1 1 0,0-1 0,0 1 0,-1 1 0,1 0 0,-1 0 0,-7 0-9,11 3 8,0 1-1,0 0 1,0 0 0,0 0-1,0 0 1,0 0 0,1 1-1,-1 0 1,1 0 0,0 0 0,1 0-1,-1 0 1,1 1 0,-1-1-1,1 1 1,0-1 0,1 1 0,-1 0-1,1 0 1,0 0 0,0-1-1,1 1 1,-1 0 0,1 0-1,1 2-6,-3-1-1,-5 219-69,7-219 67,0 0-1,1 0 1,-1 0 0,2 0-1,-1 0 1,1 0 0,0 0 0,0 0-1,0-1 1,1 1 0,0-1 0,0 1-1,0-1 1,1 0 0,-1 0-1,1-1 1,1 1 0,-1-1 0,1 0-1,-1 0 1,1 0 0,0-1-1,1 1 1,-1-1 0,0 0 0,1-1-1,0 0 1,0 0 0,0 0 0,-1 0-1,1-1 1,1 0 0,-1 0-1,0-1 1,0 1 0,0-2 0,0 1-1,0 0 1,1-1 0,-1 0-1,1-1 3,10-3-7,0 0-1,-1 0 0,0-2 0,0 0 0,-1-1 0,0 0 0,0-2 1,-1 1-1,0-2 0,-1 0 0,0 0 0,0-2 0,-1 1 0,-1-1 1,0-1-1,-1 0 0,-1-1 0,0 0 0,4-9 8,-10 19-5,0 0 0,0 0 0,0 0-1,-1 0 1,0 0 0,1 0 0,-2-1 0,1 1-1,-1-1 1,0 1 0,0-1 0,0 0 0,-1 1-1,0-1 1,0 0 0,-1 1 0,1-1 0,-1 0-1,0 1 1,-1-1 0,1 1 0,-1-1 0,0 1 0,-1 0-1,1 0 1,-1 0 0,0 0 0,0 0 0,-1 1-1,1-1 1,-1 1 0,0 0 0,0 0 0,0 0-1,-1 1 1,0-1 0,-3-1 5,-4 1-88,0 1 1,0 0-1,-1 1 0,1 0 1,0 1-1,-1 0 0,1 1 0,0 1 1,-1 0-1,1 1 0,0 0 1,0 0-1,0 2 0,0-1 1,0 1-1,1 1 0,-1 0 0,1 1 1,0 1 87,-59 38-3739,5 7-3637,22-13 105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6:51.556"/>
    </inkml:context>
    <inkml:brush xml:id="br0">
      <inkml:brushProperty name="width" value="0.1" units="cm"/>
      <inkml:brushProperty name="height" value="0.2" units="cm"/>
      <inkml:brushProperty name="color" value="#00FDFF"/>
      <inkml:brushProperty name="tip" value="rectangle"/>
      <inkml:brushProperty name="rasterOp" value="maskPen"/>
    </inkml:brush>
  </inkml:definitions>
  <inkml:trace contextRef="#ctx0" brushRef="#br0">965 391 4825,'0'0'1652,"0"0"1694,0 0-1464,0 0-588,0 0-137,-19-12-138,-62-37 56,75 46-928,1 0 0,-1 0 0,1 0-1,-1 1 1,0-1 0,0 2 0,0-1 0,0 1 0,0-1-1,0 2 1,0-1 0,-1 1 0,1 0 0,0 0 0,0 0-1,-1 1 1,-1 1-147,4-2 93,-2 4-51,1 0 0,0 0 1,0 1-1,0 0 0,0-1 1,1 2-1,-1-1 0,1 0 1,1 1-1,-1 0 0,1 0 1,0 0-1,0 0 0,1 0 1,0 1-1,0-1 0,0 1 1,1-1-1,0 1 0,0 0 1,1-1-1,0 1 0,0 6-42,9 195 335,-8-201-309,1 0 0,0 0 0,1 0 1,0 0-1,0 0 0,0-1 1,1 1-1,0-1 0,0 0 0,1-1 1,0 1-1,0-1 0,0 1 1,0-2-1,1 1 0,0 0 1,0-1-1,0 0 0,1-1 0,-1 1 1,1-1-1,0-1 0,-1 1 1,1-1-1,1 0 0,-1-1 0,2 1-26,12-3 25,-1-2-1,0 0 0,0-1 1,0 0-1,0-2 0,-1-1 1,0 0-1,0-1 0,-1-1 1,0-1-1,0-1 1,-1 0-1,-1-1 0,0-1 1,0 0-1,-1-1 0,-1-1 1,-1-1-1,0 1 0,-1-2 1,0 0-1,-2 0 0,0-1 1,4-11-25,-9 21-18,0 1 1,0-1-1,-1 0 1,0 0-1,-1-1 1,0 1-1,0-1 1,0 0-1,-1 0 1,-1 0-1,0 0 1,0 0-1,0 0 1,-1 0-1,-1 0 1,0 0-1,0 0 1,0 0-1,-1 0 1,-1 0-1,1 1 1,-1-1-1,-1 1 1,0-1-1,0 1 1,0 0-1,-1 1 1,0-1-1,-1 1 1,0 0-1,0 0 1,0 1-1,-1 0 1,-7-5 17,-15-7 157,-2 3 0,0 0 1,0 2-1,-1 1 0,-1 2 0,0 1 1,-1 1-1,1 2 0,-1 1 1,0 2-1,0 2 0,-1 1 0,1 1 1,0 2-1,-3 2-157,24-2 36,-1 0 0,1 1 0,0 1 0,0 0 0,1 0 0,0 2 0,0-1 0,0 2 0,1 0 0,0 0 1,0 1-1,1 0 0,0 0 0,1 1 0,0 1 0,0 0 0,1 0 0,1 0 0,0 1 0,1 0 0,0 1 0,0-1 0,1 1 0,1 0 0,1 1 0,-1-1 0,2 0 0,0 1 1,0 6-37,-5 24 15,2 1 0,1 0 0,3 0 0,2 0 1,1 0-1,3-1 0,9 44-15,-12-82-3,1 0 0,-1 1 0,1-1 0,0 0 0,0 0 0,1 0 0,0-1 1,0 1-1,1-1 0,-1 0 0,1 0 0,0 0 0,0-1 0,1 0 0,-1 0 0,1 0 0,0 0 0,0-1 0,0 0 0,0-1 0,1 1 0,-1-1 0,1 0 0,-1-1 0,1 0 0,0 0 0,0 0 0,0-1 0,-1 0 0,1 0 0,0-1 1,3 0 2,16-3-33,0-1 1,-1-1-1,1-2 1,-1 0 0,-1-2-1,0 0 1,0-2-1,-1 0 1,-1-2 0,0-1-1,-1 0 1,-1-2-1,0 0 1,-1-1 0,-1-1-1,-1-1 1,0 0 0,-2-1-1,0-1 1,-1-1-1,7-18 33,-12 29-118,-1 0-1,-1 0 0,0-1 0,-1 0 0,0 0 0,-1-1 0,0 1 1,-1-1-1,-1 0 0,0-1 0,-1 1 0,-1 0 0,0-1 1,-1 1-1,0-1 0,-1 1 0,-1 0 0,0-1 0,-1 1 0,-1 0 1,0 0-1,0 1 0,-2-1 0,0 1 0,0 0 0,-7-9 119,-6 4 99,-1 1-1,0 1 1,-2 1 0,0 0-1,0 2 1,-1 0-1,-1 2 1,0 1-1,-1 0 1,1 2-1,-2 1 1,1 1 0,-1 1-1,0 1 1,0 2-1,0 0 1,0 2-1,-1 0 1,1 2-1,0 1-98,13-1 49,0 1-1,0 0 0,1 1 0,-1 0 0,1 0 0,0 2 0,0-1 0,0 2 0,1-1 0,0 2 0,1-1 0,-1 2 0,1-1 0,1 1 0,0 1 0,0 0 1,1 0-1,0 0 0,1 1 0,0 0 0,0 1 0,0 2-48,-8 20 10,0 1 1,3 0-1,1 1 1,1 1-1,2-1 1,2 1-1,0 5-10,-6 276 91,11-310-94,1 0 0,0 0 1,0 1-1,0-1 0,1 0 0,0 0 0,1 0 0,-1 0 1,2 0-1,-1 0 0,1 0 0,0-1 0,1 1 0,0-1 0,0 0 1,0 0-1,1 0 0,0-1 0,1 1 0,-1-1 0,1-1 1,0 1-1,1-1 0,-1 0 0,1 0 0,0-1 0,0 0 1,1 0-1,-1-1 0,1 0 0,6 2 3,2-1-3,0-1 1,0-1-1,0-1 0,0 0 0,0-1 1,1-1-1,-1 0 0,0-1 0,0-1 1,0 0-1,-1-1 0,1-1 0,-1-1 1,0 0-1,0-1 0,-1 0 1,0-1-1,0-1 0,0 0 0,-2-1 1,4-3 2,13-13-85,-1 0 1,-2-2-1,0-1 1,-2-1-1,-1-1 1,-2-1-1,-1-1 1,8-18 84,-19 35-91,-1-1 1,0 0 0,-1 0 0,-1 0 0,-1-1 0,0 0 0,-1 0 0,-1 0 0,-1-1-1,0 1 1,-2 0 0,0-1 0,-1 1 0,-1-1 0,0 1 0,-1 0 0,-2 0 0,0 0 0,0 0-1,-2 1 1,0 0 0,-1 0 0,-9-13 90,-1 13 51,-1 1 0,-1 1 0,0 1 0,-1 0 0,0 2 0,-1 0 0,-1 2 0,0 0 1,0 1-1,-1 2 0,0 0 0,0 2 0,-1 0 0,1 2 0,-1 1 0,0 1 0,0 1 0,-9 1-51,19-1 68,0 0 0,0 0 0,0 1 0,0 1 0,0 1 0,0 0 0,1 1 0,0 0 0,-1 1 0,2 1 0,-1 0 0,1 1 0,0 1 0,0 0 0,1 0 0,0 1 0,0 1 0,1 0 0,0 1 0,1 0 0,0 0 0,1 1 0,1 0 0,-1 1 0,2 0 0,-1 3-68,-6 17 50,2 1 0,1 1 0,2 0 0,1 0-1,2 1 1,2-1 0,1 1 0,1 0-1,3 15-49,-1-38 3,0 0 0,1-1 0,0 1 0,1 0 0,0-1 0,1 1 0,1-1-1,0 0 1,1 0 0,0 0 0,0-1 0,2 0 0,-1 0 0,1 0 0,1-1-1,0 0 1,0 0 0,1-1 0,2 2-3,3 0 0,1-1 0,0-1 0,0-1 0,0 0 0,1 0 0,0-2 0,1 0 0,0-1 0,0-1 0,0 0 0,0-1 0,0-1 0,1-1 0,-1 0 0,0-1 0,1-1 0,-1-1 0,1 0 0,-1-2 0,0 0 0,0 0 0,-1-2 0,0 0 0,1-1 0,-2 0 0,1-1 0,-1-1 0,-1-1 0,1 0 0,-2-1 0,11-10 0,-3 8-64,0-1-1,-1-1 1,-1-1-1,-1-1 1,0-1-1,-1 0 1,-1-1 0,-1-1-1,-1 0 1,0-1-1,-2-1 1,0 0-1,-1 0 1,-2-1 0,0-1-1,-1 0 1,-2 0-1,0 0 1,-2-1-1,-1 1 1,0-1-1,-2-15 65,-9 22-15,0 0-1,-1 0 1,-1 1-1,-1 0 1,0 0-1,-1 1 0,-1 1 1,-1 0-1,0 1 1,-1 1-1,0 0 1,-1 1-1,0 0 0,-1 2 1,0 0-1,-1 0 1,0 2-1,0 0 0,-1 1 1,0 1-1,0 1 1,-13-2 15,-12-6 53,-1 1 1,-1 2 0,0 3-1,0 1 1,0 2 0,-1 3-1,1 1 1,-27 5-54,65-4 34,-1 0 0,0 1 0,1 0 0,-1 0 0,1 1 0,-1 1 0,1-1 0,0 1 0,1 1 0,-1-1 0,1 1 0,0 0 0,0 1 0,0 0-1,1 0 1,-1 1 0,2-1 0,-1 1 0,1 0 0,0 1 0,1-1 0,-1 1 0,1 0 0,1 0 0,-2 5-34,-2 11 50,1 0-1,1 0 1,1 0-1,1 1 1,2-1 0,0 1-1,1 0 1,4 18-50,-3-14 12,1 1 1,2-1-1,1 0 1,1 0 0,1 0-1,2-1 1,1 0-1,1-1 1,1 0-1,2-1 1,0 0-1,2-1 1,0-1 0,2 0-1,1-1 1,1-1-1,1-1 1,0-1-1,2-1 1,0-1-1,1-1 1,1-1 0,0-1-1,2 0-12,-6-6 2,0 0-1,1-1 0,0-2 1,0 0-1,0-1 1,1-1-1,0-1 0,-1-1 1,1-1-1,0-2 1,0 0-1,0-1 0,0-1 1,-1-1-1,0-1 1,1-1-1,-2-1 0,1-1 1,-1-1-1,0-1 0,10-7 0,-10 4-102,-1-2 1,0-1 0,-1-1 0,-1 0 0,-1-1 0,0-1 0,-1-1 0,-1 0 0,-1-1 0,-1 0 0,-1-1 0,-1-1 0,-1 0 0,0 0 0,-2-1 0,-1 0 0,-1-1 0,-1 1 0,-1-1 0,-1 0 0,-1-25 100,-4 39-48,-1-1 0,0 0 0,-1 0 0,0 1-1,-1 0 1,0 0 0,0 0 0,-2 0 0,1 1 0,-1 0 0,0 1-1,-1-1 1,-1 1 0,1 1 0,-1 0 0,0 0 0,-1 1 0,0 0-1,0 0 1,-9-3 48,-8-5 9,0 2 0,-1 1 0,-1 1-1,0 1 1,-1 2 0,1 0 0,-25-1-9,22 4 160,1 1 0,-1 2 0,1 1 1,-1 2-1,1 1 0,-1 1 1,-26 7-161,47-7 46,0 0 1,1 0-1,-1 1 1,1 1 0,0 0-1,0 0 1,1 1-1,-1 0 1,2 1 0,-1 0-1,0 0 1,1 1-1,1 0 1,-1 1 0,1-1-1,1 1 1,0 1-1,0-1 1,1 1 0,0 0-1,0 0 1,1 0-1,-2 11-46,-3 13 9,2 0 0,2 0 0,1 1 0,1 0 0,2-1 0,2 1 0,1 0-1,1-1 1,3 6-9,2-22-8,0 1 0,1-2 0,1 1 0,1-1 0,0-1 0,2 0 0,-1 0 0,2-1 0,0-1 0,1 0 0,0-1 0,1-1 0,0 0 0,1-1 0,0-1 0,1-1 0,0 0-1,1-1 1,0-1 0,0-1 0,0-1 0,1-1 0,0 0 0,-1-1 0,1-1 0,1-1 0,-1-1 0,0-1 0,8-2 8,-6 1-9,-1-1 0,1-1 0,-1-1-1,0-1 1,-1 0 0,1-2 0,-1-1 0,-1 0 0,0-1 0,0-1-1,-1-1 1,0-1 0,-1 0 0,0-2 0,0-1 9,-6 6-6,0-1 0,-1 0 0,-1 0 0,1-1 0,-2 0 0,0-1 0,0 0 0,-1 0 0,-1-1 0,0 1 0,-1-1 0,-1-1 1,0 1-1,0-1 0,-2 0 0,0 1 0,-1-1 0,0 0 0,-1 0 0,0 0 0,-2 0 0,-1-5 6,-3 6 9,-1 1 0,0 0 0,-1 1 1,-1 0-1,0 0 0,-1 1 0,0 0 0,0 0 0,-1 1 1,-1 1-1,0 0 0,0 1 0,0 0 0,-1 0 0,-1 1 1,1 1-1,-1 1 0,0 0 0,0 0 0,0 1 0,-1 1 0,1 1 1,-16-1-10,15-2 3,-1 2 0,0 0 1,0 0-1,0 2 0,0 0 1,0 0-1,0 2 1,0 0-1,0 1 0,0 0 1,1 2-1,-1 0 0,1 0 1,0 1-1,0 1 0,0 1 1,1 0-1,0 1 1,0 0-1,1 1 0,-4 3-3,-5 70-2400,67 38-7841,-9-76 6878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6:56.570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100 0 5705,'0'0'7002,"0"0"-4890,0 0-1160,0 0-472,0 0-424,0 0 8,0 0-56,-92 18 193,87-16-193,3 3 0,2-3-16,0 0-104,0 2 64,0-1-513,17-3-599,0 0-3113,1-7 1361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6:56.818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1 0 6721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6:59.04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1654 886 6721,'-41'58'2549,"32"-47"-190,9-11-1536,20-46 1858,15 0-2172,-12 21-422,0-2-1,-2-1 1,-1 0-1,-1-2 1,-1 0-1,-2-1 1,-1-1-1,-1 0 1,-2-1-1,-2 0 1,0-1-1,-3 0 0,-1 0 1,0-5-87,-6 25 22,1 11-6,0-1 0,0 0-1,-1 0 1,1 0 0,-1 0-1,0 0 1,0 0-1,0 0 1,0 0 0,-1 0-1,0 0 1,0 0 0,0 0-1,0 0 1,0 1-1,-1-1 1,0 0 0,0 1-1,0-1 1,0 1 0,0 0-1,-1 0 1,1-1-1,-1 2 1,0-1 0,0 0-1,0 1 1,0-1 0,0 1-1,-1 0 1,1 0-1,-1 0 1,0 0 0,1 1-1,-3-1-15,-4 3 18,0 1 0,0 0 0,-1 0 0,2 1 0,-1 1 0,0-1 0,0 2 0,1-1 0,0 1 0,0 1 0,0-1 0,1 2 0,0-1-1,0 1 1,1 0 0,-1 1 0,2 0 0,-1 0 0,1 0 0,0 1 0,1 0 0,0 0 0,0 0 0,1 1 0,0-1 0,0 3-18,-4 2 14,-29 48 42,2 1 1,3 2-1,2 1 1,4 1-1,-14 59-56,31-11 82,9-112-77,0 0 0,0 0 0,1 0 1,-1 0-1,1 0 0,-1-1 1,1 1-1,0 0 0,0 0 1,0-1-1,0 1 0,1 0 1,-1-1-1,1 1 0,0-1 0,-1 0 1,1 1-1,0-1 0,0 0 1,1 0-1,-1 0 0,0-1 1,1 1-1,-1-1 0,1 1 0,-1-1 1,1 0-1,0 0 0,0 0 1,-1 0-1,1 0 0,0 0 1,0-1-1,0 0 0,0 1 1,0-1-1,0 0 0,-1 0 0,1-1 1,0 1-1,0-1 0,0 1 1,0-1-1,0 0 0,-1 0 1,3-1-6,26-7 22,-1-2 1,0 0-1,-1-2 0,0-1 1,-1-2-1,-1-1 1,0 0-1,-1-2 1,-1-1-1,-1-1 1,-1-2-1,4-5-22,-2 8-9,-1 0 0,-1-2-1,-1-1 1,-2-1 0,0 0-1,-1-1 1,-1-2 0,-1 0 0,-2 0-1,-1-1 1,-1-1 0,-1-1 0,-2 0-1,-1 0 1,-1-1 0,-2 0 0,0-6 9,-6 30 1,0 0-1,-1 0 1,0 0 0,0 0 0,0 0 0,-1 0 0,0 0 0,-1 0 0,1 1 0,-1-1 0,-1 1 0,1-1 0,-1 1-1,0 0 1,0 1 0,-1-1 0,0 1 0,0 0 0,0 0 0,0 0 0,-1 1 0,0 0 0,0 0 0,0 0 0,0 1 0,-1 0-1,1 0 1,-1 0 0,0 1 0,0 0 0,0 1 0,-2-1-1,-9-2 23,1 2 1,-1 0-1,0 0 0,0 2 0,0 0 1,0 2-1,0 0 0,0 0 0,0 2 1,1 0-1,-1 1 0,1 1 0,0 0 1,1 2-1,0 0 0,0 0 0,0 2 1,1 0-1,1 0 0,-5 6-23,-24 21 163,1 2 1,3 2-1,1 1 0,3 2 1,-24 37-164,24-35 258,2 2 0,2 2 1,3 1-1,1 1 0,3 1 1,2 1-1,-7 32-258,27-82 17,0 0 1,0 1-1,0-1 0,1 1 1,0-1-1,0 1 1,0 0-1,0 0 0,1-1 1,0 1-1,0 0 0,0 0 1,0-1-1,1 1 1,0 0-1,0-1 0,0 1 1,0 0-1,1-1 0,0 0 1,0 1-1,0-1 1,0 0-1,1 0 0,0 0 1,0 0-1,0-1 0,0 1 1,0-1-1,1 0 0,-1 1 1,1-2-1,0 1 1,0 0-1,0-1 0,0 0 1,1 0-1,-1 0 0,1 0 1,1 0-18,22 0 20,-1-2 1,0 0-1,1-2 1,-1-1-1,0-1 1,0-1-1,0-1 1,-1-2-1,0 0 1,0-2-1,-1-1 1,0-1-1,-1-1 0,-1-1 1,0-1-1,0-2 1,-2 0-1,3-4-20,-14 15 5,64-44-158,-2-2 0,-2-4 0,-3-2 0,-2-4-1,-3-2 1,44-61 153,-98 115-73,0-2-1,-1 1 0,0-1 0,-1 0 0,-1 0 0,0-1 0,0 1 1,-1-1-1,-1 0 0,0-1 0,-1 1 0,0 0 0,-1-1 1,0 1-1,-2-1 0,1 1 0,-2-1 0,1 1 0,-2 0 1,0 0-1,-1 0 0,0 0 0,0 0 0,-2 1 0,1 0 1,-2 0-1,0 0 0,0 1 0,-1 0 0,-1-1 74,-14-4 115,-1 0 0,0 1-1,-1 1 1,-1 2 0,0 0-1,-1 2 1,0 1 0,0 1-1,-1 1 1,0 2 0,-1 0 0,1 2-1,-1 1 1,1 2 0,-1 1-1,1 0 1,-12 4-115,10-2 102,0 2 1,1 0-1,-1 2 0,2 1 1,-1 2-1,1 0 0,0 2 0,1 1 1,1 1-1,0 2 0,1 0 1,1 2-1,0 0 0,1 2 1,2 0-1,0 2 0,1 0 1,-9 14-103,-9 8 106,2 2 1,2 1 0,2 2-1,2 0 1,2 3 0,2 0 0,3 1-1,3 2 1,1 0 0,3 1-1,0 15-106,15-65 8,0 1 0,1 1 0,0-1 0,0 0 0,0 0-1,1 0 1,0-1 0,1 1 0,-1 0 0,2 0 0,-1 0 0,0-1-1,1 0 1,1 1 0,-1-1 0,1 0 0,0 0 0,0-1 0,0 1-1,1-1 1,0 0 0,0 0 0,0-1 0,1 1 0,0-1 0,0 0 0,0-1-1,0 1 1,0-1 0,1-1 0,-1 1 0,4 0-8,12 4 2,1-1 1,-1-1 0,1-1-1,0-1 1,0-1-1,0-1 1,0-1-1,21-2-2,-5-5-58,-1-1-1,0-2 1,0-2-1,-1-1 1,-1-2-1,0-1 1,-1-2-1,-1-2 1,0-1-1,-2-1 1,-1-2-1,0-1 1,-2-2-1,-1 0 1,-1-3 58,-15 21-71,-1-1 1,-1-1-1,1 0 1,-2-1-1,1 0 0,-2 0 1,0-1-1,0 0 1,-1 0-1,-1-1 1,0 0-1,-1 0 0,0-1 1,-1 1-1,-1-1 1,0 0-1,-1 0 1,-1 0-1,0 0 1,-1 0-1,-1 0 0,0 0 1,-1 0-1,-1 0 1,0 0-1,-1 1 1,-1-1-1,0 1 0,-1 0 1,0 0-1,-1 1 1,0 0-1,-2 0 1,-7-10 70,-16-1 49,-1 1 0,-1 1 0,0 2 0,-2 2 0,0 1 0,-1 1 0,-1 3 0,0 1 0,-1 1 0,0 3 0,-1 1 0,1 2 0,-1 1 0,0 2 0,-1 2 0,1 2 0,-7 3-49,24-6 98,0 1 1,0 1-1,0 1 0,1 1 1,-1 2-1,1 0 0,0 1 1,0 1-1,0 1 1,1 1-1,1 1 0,-1 1 1,2 0-1,-1 2 0,2 0 1,0 1-1,0 1 0,1 1 1,-7 9-99,-18 29 93,2 2 0,3 1 0,2 2 0,3 2 0,2 1 0,-17 54-93,-16 150 184,62-260-186,1 1-1,0 0 0,0 0 0,0 0 0,1 0 1,0 0-1,0-1 0,1 1 0,0 0 1,0-1-1,1 1 0,0-1 0,0 0 0,0 0 1,1 0-1,-1 0 0,2 0 0,-1-1 1,0 0-1,1 0 0,0 0 0,1-1 0,-1 1 1,1-1-1,-1 0 0,1-1 0,0 0 1,0 1-1,1-2 0,-1 1 0,1-1 0,-1 0 1,1 0-1,0-1 0,0 0 0,1 0 3,19 2 0,-1 0 0,1-2-1,0-1 1,0-1 0,0-1-1,-1-2 1,1 0 0,-1-2-1,0-1 1,-1-1 0,1-1-1,-2-1 1,1-2 0,-1-1 0,34-18-9,-1-2 0,-2-3 1,-2-2-1,-1-2 0,5-10 9,-36 34-93,-1-1-1,-1 0 1,0-2-1,-1 0 1,-1-1-1,-1-1 1,-1 0-1,-1-2 0,-1 1 1,-1-1-1,-1-1 1,0 0-1,-2-1 1,5-23 93,-12 34-31,0 1-1,-1-1 1,0 0 0,-1 0 0,-1 0-1,0 0 1,-1 1 0,-1-1 0,0 1 0,0-1-1,-1 1 1,-1 0 0,0 0 0,-1 1-1,-1-1 1,0 1 0,0 1 0,-1 0 0,-1 0-1,0 0 1,0 1 0,-1 0 0,0 1 0,-1 0-1,0 0 1,0 1 0,-7-3 31,-13-5 57,0 1 0,-1 1 1,0 2-1,-1 1 0,-1 2 0,1 1 1,-1 2-1,-1 1 0,1 1 1,-1 3-1,1 0 0,-1 2 0,1 2 1,-1 1-1,1 2 0,0 1 0,-12 5-57,9 4 44,1 2 0,0 2-1,1 1 1,1 2-1,1 1 1,2 1-1,0 2 1,2 1-1,0 1 1,3 2 0,0 1-1,2 1 1,1 0-1,2 2 1,2 1-1,1 0 1,1 2 0,1 5-44,5-14 20,1 2 0,1-1 0,2 1 0,2 0 0,0 0 0,1 21-20,5-43-3,-1 1 1,1 0 0,1-1-1,0 1 1,0-1 0,1 1-1,0-1 1,0 0 0,1 0-1,1-1 1,-1 1 0,1-1-1,1 0 1,0 0 0,0 0-1,0-1 1,1 0 0,0 0-1,0-1 1,1 0 0,0 0-1,0-1 1,0 0 0,6 3 2,9 4-5,1-1 1,-1 0 0,1-2-1,1-1 1,0-1 0,0-1-1,0-1 1,19 0 4,-14-2 4,0-1 0,0-2 0,0 0 0,0-3 0,0 0 0,0-2 0,-1-1 0,0-1 0,0-2 0,20-9-4,-12 1-6,-1-2-1,-1-1 1,-1-2-1,-1-1 1,-1-2-1,-1-1 1,26-28 6,-45 42-26,-1 0 1,-1 0-1,0-1 0,-1 0 0,0-1 1,-1 0-1,0 0 0,-1-1 0,-1 0 1,-1 0-1,0 0 0,0-1 0,-2 0 1,0 1-1,-1-1 0,0-1 0,-2 1 1,0 0-1,0 0 0,-2 0 0,0-4 26,-5 2-8,-1 0 0,-1 1 0,0 1 0,-1-1 0,-1 2 0,0-1-1,-2 1 1,1 1 0,-2 0 0,0 1 0,0 1 0,-1 0 0,-1 1-1,0 0 1,0 1 0,-1 1 0,0 1 0,-1 0 0,-15-4 8,-24-8 29,-2 2 0,0 3 1,-1 2-1,-1 3 0,0 2 1,0 4-1,0 2 0,0 2 1,-2 3-30,50-2 37,0-1 0,0 2 1,0 0-1,0 0 0,1 1 0,-1 1 1,1 0-1,0 0 0,0 2 1,0-1-1,1 1 0,0 1 0,0 0 1,1 1-1,-1 0 0,2 0 0,-1 1 1,1 0-1,1 1 0,-7 10-37,-7 12 31,3 1 0,0 1 0,3 1-1,0 0 1,3 1 0,0 1 0,3 0-1,1 0 1,2 1 0,1 0 0,2 1-1,2-1 1,2 1 0,1-1 0,5 31-31,-5-55-4,1-1 0,1 1 0,0 0 0,1-1 1,0 0-1,1 0 0,0 0 0,1 0 0,1-1 0,0 0 0,1 0 1,0-1-1,0 0 0,1-1 0,1 1 0,0-2 0,0 1 0,1-2 1,0 1-1,0-1 0,1-1 0,0 0 0,1-1 0,-1 0 1,1-1-1,13 4 4,19 2-1,0-2 1,0-2-1,1-1 1,-1-3-1,1-2 1,0-1-1,0-3 1,-1-2-1,1-2 1,-1-1 0,-1-3-1,0-1 1,0-3-1,-1-1 1,-1-2-1,-1-2 1,21-14 0,-27 17-34,0 0 0,-2-3 0,0 0 1,-1-2-1,-1-2 0,-1-1 0,-1-1 0,-1-1 1,-2-2-1,-1-1 0,-1 0 0,10-19 34,-28 35-28,-1 0 0,-1 0-1,0 0 1,-1-1 0,0 1 0,-1-1-1,-1 0 1,0 0 0,-1 0-1,-1 0 1,0 0 0,-1 1 0,0-1-1,-2 0 1,0 1 0,0 0-1,-1 0 1,-1 0 0,0 1-1,-1-1 1,0 1 0,-1 1 0,-1 0-1,0 0 1,-3-2 28,-2-3-3,-1 0-1,0 2 1,-1-1-1,-1 2 1,0 1-1,-1 0 1,-1 1-1,1 1 1,-2 0-1,0 2 1,0 0-1,-1 1 1,0 2-1,0 0 1,0 1-1,-21-2 4,31 6 19,0 1 0,1 0 0,-1 1-1,0 0 1,0 1 0,1 0 0,-1 1-1,1 0 1,0 0 0,0 1 0,0 1-1,0-1 1,0 2 0,1-1 0,0 1-1,1 1 1,-1 0 0,1 0 0,0 0-1,1 1 1,0 0 0,0 1 0,1 0-1,0 0 1,-3 6-19,-8 15 25,2 0 1,2 1-1,1 1 0,1 0 0,1 1 1,2 0-1,-1 20-25,1-18 34,1-1 0,2 1 0,2 0 0,1 0 0,1 1 0,2-1 0,2 0 0,1 0 1,2 0-1,1-1 0,8 21-34,-8-43 6,0-1 1,1 0 0,0-1-1,1 0 1,0 0 0,1-1-1,0 0 1,0-1 0,1 0-1,0 0 1,0-1 0,1-1-1,0 0 1,0-1 0,1 0-1,-1 0 1,1-2 0,0 1-1,0-2 1,0 0 0,1 0-1,-1-1 1,0-1 0,1 0-1,3-1-6,34-3 8,-1-3-1,-1-1 0,1-3 1,-1-2-1,-1-2 0,0-1 0,-2-4 1,0-1-1,-1-2 0,-1-2 1,-1-1-1,-2-3 0,0-2 0,-2-1 1,29-32-8,-48 49-23,-1-1-1,-1-1 1,0-1 0,-1 0 0,-1-1-1,-1-1 1,-1 0 0,0-1 0,-2-1-1,-1 0 1,0 0 0,-1-1 0,-2 0-1,0-1 1,-2 0 0,0 0 0,-2-1-1,-1 0 1,-1 1 0,-1-1 0,-1-20 23,-3 36-10,1 1 0,-1 0-1,-1 0 1,0 0 0,0 0 0,0 1 0,-1-1 0,0 1 0,0 0 0,-1 1 0,0-1 0,0 1 0,-1 1 0,0-1 0,0 1 0,0 0 0,0 0 0,-1 1-1,0 0 1,0 0 0,0 1 0,0 0 0,0 1 0,-1 0 0,-1 0 10,-18-5-5,0 2 0,0 1 1,0 2-1,0 0 0,0 2 0,-1 1 0,-7 2 5,14 2 28,0 1 0,1 0 0,0 2 0,0 0 1,1 1-1,0 1 0,0 1 0,1 1 0,1 1 0,0 0 0,0 1 0,2 1 0,0 1 0,0 0 0,2 1 0,0 1 0,1 0 0,1 1 0,0 0 0,2 1 0,0 0 0,1 1 0,1 0 1,1 0-1,1 1 0,1 0 0,1 0 0,1 0 0,0 17-28,2-32-1,1 1 1,1-1 0,0 1 0,0-1-1,0 0 1,1 1 0,0-1 0,0 0-1,1 0 1,0 0 0,0 0-1,0-1 1,1 1 0,0-1 0,1 0-1,-1 0 1,1 0 0,0-1 0,1 0-1,-1 0 1,1 0 0,0 0-1,0-1 1,0 0 0,1-1 0,0 1-1,-1-1 1,1 0 0,0-1 0,1 0-1,-1 0 1,0 0 0,0-1-1,1 0 1,37 6-6,1-1-1,0-3 0,0-1 0,0-3 1,0-2-1,0-1 0,-1-3 0,0-1 1,0-3-1,-1-1 0,0-3 1,-1-1-1,-1-2 0,0-2 0,-2-2 1,0-1-1,-2-3 0,8-7 7,-25 22-90,-1-1 0,0 0 0,-1-2 0,-1 0 0,0-1 0,-1-1 0,0-1 0,-1 0 0,-1-1 0,-1-1 0,-1 0 0,0-1 1,-2-1-1,0 1 0,-1-2 0,-1 1 0,-1-1 0,-1-1 0,-2 1 0,0-1 0,-1-1 0,-1 1 0,-1 0 0,-1-15 90,-5 20 3,-1 1 0,-1 1 1,-1-1-1,-1 1 0,0 0 0,-1 1 1,0-1-1,-1 2 0,-1 0 0,0 0 1,-1 1-1,-1 0 0,0 1 0,0 0 1,-2 1-1,1 1 0,-1 0 0,0 1 1,-1 1-1,0 0 0,-1 1 0,1 1 1,-1 1-1,-1 0 0,1 1 0,0 1 1,-1 0-1,0 2 0,0 0 0,-12 1-3,22-1 27,1 1-1,-1 0 1,0 0 0,1 1-1,-1-1 1,1 2-1,-1-1 1,1 1-1,0 0 1,-1 1-1,1 0 1,0 0 0,1 0-1,-1 1 1,0 0-1,1 0 1,0 1-1,0-1 1,0 1-1,1 1 1,0-1 0,0 1-1,0 0 1,0 0-1,1 1 1,0-1-1,1 1 1,-1 0-1,1 0 1,1 0 0,-1 0-1,1 0 1,0 1-1,1-1 1,-1 6-27,0-2-3,-1 0 0,2 0 0,-1 1-1,2-1 1,-1 0 0,2 1 0,-1-1 0,2 0 0,-1 0 0,2 0 0,-1 0 0,1 0 0,1 0 0,0 0 0,1-1-1,0 0 1,0 0 0,1 0 0,0-1 0,1 0 0,0 0 0,1 0 0,0-1 0,0 0 0,0-1 0,1 0 0,0 0-1,1-1 1,-1 0 0,1 0 0,1-1 0,2 1 3,-1-1-19,1-1 0,0 0 0,0-1 0,0 0 0,0-1 0,0 0 0,0-1 0,1-1 0,-1 0 0,0-1 0,1 0 0,-1-1 0,0 0 0,0-1 0,0-1 0,0 0 0,-1 0 0,0-2 0,0 1 0,0-2 0,0 1 0,-1-2 0,0 1 0,-1-2 0,0 1 0,0-1 0,-1-1 0,0 0 0,0 0 0,-1-1 0,-1 0 0,0 0 0,0-1 0,-1 0 0,0 0 0,-1 0 0,-1-1 0,0 1 0,-1-1 0,1-5 19,-5 10 19,1 0-1,-2 0 1,1 1 0,-1-1 0,0 0 0,-1 1-1,1-1 1,-2 1 0,1 0 0,-1 0-1,0 0 1,0 0 0,-1 1 0,0-1-1,0 1 1,0 1 0,-1-1 0,0 1-1,0 0 1,-1 0 0,1 0 0,-1 1-1,-4-2-18,-178-62 556,158 63-503,0 1 1,-1 2-1,1 1 1,-1 1-1,1 2 1,0 1 0,0 1-1,0 2 1,0 1-1,-10 6-53,18-5-346,1 1 0,1 1 0,0 1 0,0 1 0,1 1 0,1 0 0,0 2 0,-16 15 346,-18 26-5174,14-6-2017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7:03.171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1004 628 5673,'0'0'3741,"0"0"-2473,0 0-797,0 0 133,0 0 404,0 0 419,0 0-232,16-20-235,47-68-159,-62 85-765,0-1-1,0 1 1,0 0 0,0-1 0,-1 1 0,0-1 0,0 1 0,0-1 0,0 1 0,0-1 0,-1 1 0,1-1-1,-1 1 1,0 0 0,0-1 0,0 1 0,0 0 0,-1 0 0,1 0 0,-1 0 0,0 0 0,0 0 0,0 0-1,0 1 1,-1-1 0,1 1 0,-1-1 0,0 1 0,1 0 0,-1 0 0,0 0 0,0 0 0,0 1 0,0-1-1,-1 1 1,1 0 0,0 0 0,-1 0 0,1 0 0,0 0-36,-4-1 15,1 0-1,0 0 1,-1 1-1,1-1 1,-1 1-1,0 1 1,1-1-1,-1 1 1,1 1-1,-1-1 1,0 1-1,1 0 1,-1 0-1,1 1 1,0 0 0,-1 0-1,1 0 1,0 1-1,0 0 1,0 0-1,1 1 1,-1 0-1,1 0 1,0 0-1,0 0 1,0 1-1,0 0 1,1 0 0,-3 4-15,-4 6 9,1 0 1,0 1-1,1 0 1,1 1-1,0 0 1,2 0 0,0 1-1,0 0 1,2 0-1,0 3-9,-2-3 3,2-1 0,0 1 0,1-1 0,0 1 0,2 0 0,0 0-1,1 0 1,1 0 0,1 0 0,0 0 0,1 0 0,1-1 0,1 1-1,0-1 1,2 0 0,-1-1 0,2 1 0,0-1 0,2-1 0,-1 0-1,8 9-2,-10-20 3,-1 0 0,1 0 0,-1-1 0,1 0 0,0 0 0,0-1 0,1 1 0,-1-2 0,0 1 0,1-1 0,-1 0 0,1-1 0,-1 1 0,1-1 0,-1-1 0,1 0 0,-1 0 0,1 0 0,-1-1 0,0 0 0,0 0 0,0-1 0,0 0 0,0 0 0,0-1 0,0-1-3,155-122 200,-138 106-210,0-1 1,-2-1-1,-1-1 1,0 0-1,-2-2 1,-1-1-1,-1 0 1,-1-1-1,-2 0 1,-1-2-1,-1 1 1,-1-2 0,-2 1-1,-1-1 1,-1-1-1,-2 1 1,-1-1-1,-2-3 10,-3 27 2,-1 0 0,0 0 0,0 0-1,-1 0 1,0 1 0,0 0 0,-1-1 0,1 1 0,-2 0-1,1 1 1,-1-1 0,0 1 0,-1 0 0,1 0 0,-1 0-1,0 1 1,-1 0 0,1 0 0,-1 1 0,0-1 0,0 2 0,0-1-1,-1 1 1,1 0 0,-1 0 0,0 1 0,0 0 0,0 1-1,-7-1-1,0-1 34,0 1 0,-1 1-1,1 0 1,-1 1 0,1 0 0,-1 2-1,1 0 1,0 0 0,-1 1-1,1 1 1,1 1 0,-1 0 0,1 1-1,0 1 1,-7 3-34,-4 12 131,0 1 1,2 1-1,1 1 1,0 1-1,2 1 1,1 0-1,2 2 0,0 0 1,2 1-1,1 0 1,2 2-1,1-1 1,1 1-1,2 1 1,1-1-1,-2 26-131,9-58 1,-2 5 19,0 1-1,0-1 1,1 1-1,0 0 1,0-1-1,0 1 1,1 0-1,0 0 1,0-1-1,0 1 0,0 0 1,1-1-1,0 1 1,1 0-1,-1-1 1,1 1-1,0-1 1,0 0-1,1 1 0,-1-1 1,1 0-1,0 0 1,1-1-1,-1 1 1,1-1-1,0 0 1,0 0-1,0 0 1,4 2-21,10-2 24,1-1-1,-1-1 1,1 0-1,0-1 1,-1-1-1,1-1 0,0-1 1,0-1-1,-1 0 1,0-1-1,1-1 0,-2-1 1,1 0-1,-1-1 1,0-2-1,0 1 1,-1-2-1,0 0 0,-1-1 1,0 0-1,0-2-22,37-22-15,-2-1 0,-2-3-1,-1-2 1,-2-1 0,-3-3 0,-1-2-1,-2-1 1,-2-2 0,17-34 15,-48 77-24,-2 1 1,1-1-1,-1 0 0,0 0 1,0 0-1,-1 0 0,0-1 1,-1 0-1,1 1 0,-1-1 0,-1 0 1,0 0-1,0 0 0,0 0 1,-1 0-1,0 0 0,-1-1 1,0 1-1,0 0 0,0 1 1,-1-1-1,-1 0 0,1 0 1,-1 1-1,0-1 0,-1 1 1,0 0-1,0 0 24,-15-3-19,-1 1 0,1 1 0,-1 1-1,-1 1 1,1 1 0,-1 0 0,0 2 0,-1 0 0,1 2-1,0 0 1,0 1 0,-19 3 19,19-3 18,-2 0 72,0 0 0,1 2 0,-1 0 0,1 2 0,-1 0 0,1 2 0,1 0 0,-1 2 0,1 0 0,0 1 0,1 1 0,0 1 0,1 1 0,0 1 0,1 0 0,0 2 0,1 0 0,1 0 0,-3 5-90,-5 7 107,1 1-1,1 1 1,2 1 0,1 1 0,1 0-1,2 2 1,1 0 0,1 0 0,2 1 0,1 1-1,2 0 1,2 1 0,1 0 0,-1 35-107,6-64-1,1-1 1,0 1 0,1-1-1,-1 1 1,1-1 0,0 1-1,1-1 1,0 0 0,0 0-1,0 0 1,1 0 0,-1 0-1,2 0 1,-1-1 0,0 1 0,1-1-1,0 0 1,0 0 0,1 0-1,0-1 1,-1 1 0,1-1-1,1 0 1,-1-1 0,1 1-1,-1-1 1,1 0 0,0 0-1,0-1 1,0 0 0,0 0-1,1 0 1,-1-1 0,0 0-1,1 0 1,-1-1 0,1 0 0,18-4 7,1 0 0,-1-3 0,0 0 0,-1-1 0,0-1 0,0-1 0,-1-2 1,0 0-1,-1-1 0,-1-2 0,0 0 0,-1-1 0,0-1 0,-1-1 0,-2 0 1,1-2-1,-2 0 0,7-12-7,-5 11-27,-1-1 0,-1 0 0,-1-1 0,-1-1 0,-1 0 0,-1-1 0,-2-1 0,7-19 27,-14 35-21,-1 0 0,0 0 0,0 0 0,-1 0 0,0 0 0,0 0 0,-1 0 0,-1 0 0,0-1 0,0 1 0,-1 0 0,0 1 0,-1-1 0,0 0 0,0 1 0,-1-1 0,-1 1 0,1 0 0,-2 0 0,1 1 0,-1-1 0,0 1 1,-1 1-1,1-1 0,-2 1 21,-25-20-8,-1 3 1,-2 1 0,0 1 0,-1 2-1,-1 2 1,0 1 0,-2 3 0,1 0-1,-2 3 1,0 1 0,0 2 0,-1 2-1,0 2 1,0 2 0,0 1 0,-21 4 7,49-3 26,-1 0 1,0 2 0,1 0 0,-1 0 0,1 1 0,0 1-1,0 0 1,0 1 0,0 1 0,1 0 0,0 1 0,0 0-1,1 1 1,0 1 0,0 0 0,1 0 0,0 1 0,1 0-1,0 1 1,1 0 0,0 1 0,0 0 0,1 0 0,1 1-1,-1 3-26,-10 33 18,2 0-1,3 1 0,1 0 0,3 1 0,2 0 0,3 0 1,1 0-1,4 35-17,-1-62-16,17 226 68,-15-242-61,0 0 1,0 1 0,1-1 0,0 0 0,1 0 0,0-1 0,0 1-1,0-1 1,1 0 0,0 0 0,1 0 0,-1-1 0,1 1 0,0-1-1,1-1 1,0 1 0,0-1 0,0-1 0,0 1 0,1-1 0,-1 0-1,1-1 1,0 0 0,0 0 0,1-1 0,-1 0 0,2 0 8,6 0-1,-1-1 1,0 0 0,1-2 0,-1 0-1,0 0 1,0-2 0,0 0 0,0 0-1,0-1 1,0-1 0,-1-1 0,0 0-1,0-1 1,-1 0 0,0-1 0,0-1 0,0 0-1,5-6 1,9-8-17,-2-1-1,0-2 0,-2 0 1,0-2-1,-2 0 0,-1-2 1,8-18 17,-18 34-19,-1 0 1,-1-1 0,0 0 0,-1 0-1,-1-1 1,0 0 0,-2 0 0,1 0-1,-2-1 1,0 0 0,-1 0 0,-1 1-1,0-1 1,-1 0 0,-1 0 0,-1 0 0,0 0-1,-2 1 1,1-1 0,-2 1 0,0 0-1,-1 0 1,-1 0 0,0 1 0,-4-4 18,-11-1 10,-1 1 1,0 0-1,-2 2 1,0 1-1,-1 2 1,-1 0-1,0 1 1,-1 2-1,0 1 1,0 1-1,-1 1 1,0 2-1,-1 1 1,0 1-1,1 2 1,-1 0-1,0 3 1,-8 1-11,27-3 10,0 1 0,0 1 0,1 0 0,-1 1 0,0 0 0,0 1 0,1 0 0,-1 0 0,1 1 0,0 0 0,0 1 0,1 0 0,-1 1 0,1 0 0,0 1 0,1-1 0,0 2 0,0-1 0,0 1 0,1 0 0,0 1 0,0 0 1,1 0-1,1 0 0,-1 1 0,1-1 0,1 1 0,0 1 0,0 0-10,-4 16-3,1-1 1,1 1 0,1 1 0,1-1 0,2 1 0,1-1-1,1 1 1,1 0 0,1-1 0,2 1 0,1-1-1,1 0 1,1 0 0,8 19 2,-9-35-2,-1 0 1,1-1-1,1 0 0,0-1 1,0 1-1,1-1 0,1-1 0,-1 1 1,1-2-1,0 1 0,1-1 1,0 0-1,0-1 0,0 0 1,1-1-1,0 0 0,0-1 1,0 0-1,1-1 0,-1 0 0,1 0 1,0-1-1,-1-1 0,1 0 1,0-1-1,0 0 0,0-1 1,0 0-1,0-1 0,-1 0 0,1-1 1,-1 0-1,1-1 0,-1 0 1,0-1-1,-1 0 0,6-4 2,5-1-6,-1-2-1,0 0 1,-1-1-1,0-1 1,-1-1 0,-1-1-1,0 0 1,-1-1-1,-1-1 1,0 0-1,-2-1 1,0-1-1,-1 0 1,-1-1-1,-1 0 1,-1 0 0,-1-1-1,0 0 1,-2-1-1,-1 1 1,0-1-1,-2 0 1,-1-1-1,-1 1 1,-1-14 6,-2 25-11,-1 1 0,0 0 0,-1 0 1,0 1-1,-1-1 0,0 1 0,-1 0 0,0 0 0,0 1 0,-1 0 1,-1 0-1,1 0 0,-1 1 0,-1 0 0,1 1 0,-1 0 1,-1 0-1,1 1 0,-1 0 0,0 0 0,-1 1 0,1 1 0,-2-1 11,-19-6-14,0 0-1,-1 2 0,0 2 1,0 0-1,-1 3 1,1 0-1,-19 2 15,37 0 11,1 2 0,-1 0 0,1 0 0,-1 1 1,1 1-1,-1 0 0,1 1 0,0 1 0,0 0 0,0 0 1,0 1-1,1 1 0,0 0 0,0 1 0,1 0 0,0 1 0,0 0 1,0 1-1,1 0 0,1 1 0,-1 0 0,2 0 0,-1 1 0,1 0 1,-2 5-12,-11 35 39,1 1 0,3 0 1,3 1-1,1 1 0,3 1 1,2 0-1,3 0 0,2 0 1,3 0-1,5 47-39,-5-96 2,22 206 36,-20-205-43,0 0 0,1 0 0,-1-1 1,1 1-1,0-1 0,1 1 0,0-1 1,0 0-1,0-1 0,0 1 0,1-1 0,0 0 1,0 0-1,1 0 0,-1-1 0,1 1 0,0-2 1,0 1-1,1 0 0,-1-1 0,1-1 1,-1 1-1,1-1 0,0 0 0,0 0 0,0-1 1,6 1 4,14-4-16,-1-2 1,1 0-1,0-2 1,-1-1-1,0-1 0,-1-1 1,0-2-1,0 0 1,-1-1-1,-1-2 1,0 0-1,-1-2 1,0 0-1,-2-1 1,0-2-1,-1 0 1,0-1-1,-2 0 0,0-2 1,5-10 15,-5 15-249,0 0 0,-1-1 0,-1-1 0,-1-1-1,-1 0 1,0 0 0,-2-2 0,0 1 0,-2-1 0,0-1 0,-1 0 0,-2 0 0,0 0-1,-1-1 1,-2 0 0,0 0 0,-2 0 0,0 0 0,-2-4 249,-3 19 57,-1-1-1,0 1 1,0-1-1,-1 1 1,0 1 0,0-1-1,-1 1 1,0 0-1,-1 1 1,0 0-1,0 0 1,0 0 0,-1 1-1,0 0 1,0 1-1,-1 0 1,1 1 0,-1 0-1,0 0 1,0 1-1,0 0 1,-1 1 0,1 0-1,-1 0 1,1 2-1,-1-1 1,0 1 0,1 1-1,-1-1 1,1 2-1,-1 0 1,1 0 0,0 1-1,-1 0 1,1 1-1,1 0 1,-1 0 0,1 1-1,-1 0 1,1 1-1,-3 3-56,-11 17 76,2 0-1,0 2 0,2 0 0,1 2 0,1 0 0,2 0 0,1 2 1,1-1-1,2 2 0,1 0 0,2 0 0,1 1 0,2 0 1,1 0-1,1 0 0,2 0 0,3 20-75,-3-37 16,12 186 406,-9-195-409,0 0-1,0 0 1,1 0 0,0 0-1,1-1 1,0 1-1,0-1 1,1 0 0,-1 0-1,2-1 1,-1 1 0,1-1-1,0 0 1,0-1-1,0 0 1,1 0 0,0 0-1,0 0 1,0-1-1,0-1 1,1 1 0,0-1-1,0 0-12,11 2 7,0 0 1,1-1-1,0-1 0,0-1 0,0-1 0,0-1 1,0-1-1,0 0 0,0-1 0,-1-1 0,1-2 0,-1 1 1,1-2-1,-1-1 0,-1 0 0,0-1 0,0-1 1,0-1-1,-1-1 0,0 0-7,25-18-33,-1-2-1,-1-2 1,-2-2 0,-1-1-1,-2-2 1,-2-1 0,8-14 33,-27 37-126,-1-1 0,-1-1 0,0 0 0,-1 0 0,-1-1 0,-1-1 0,-1 0 0,0 0 0,-2 0 0,0-1 0,-2 0-1,0 0 1,-1 0 0,-1-1 0,-1 1 0,-1-1 0,-1 1 0,-1-6 126,-2 17-10,1 0 0,-2 0 0,0 0 0,0 0 0,0 1 0,-1 0 0,-1 0 0,1 1 0,-2-1 0,1 2 0,-1-1 0,0 1 0,-1 0 0,1 1 0,-1-1 0,-1 2 0,1 0 0,-1 0 0,-2-1 10,6 3 24,0 0 1,0 0-1,-1 1 0,1 0 1,0 0-1,-1 1 1,1-1-1,-1 1 1,0 1-1,1-1 0,-1 1 1,1 0-1,-1 1 1,0 0-1,1 0 1,-1 0-1,1 1 1,-1-1-1,1 2 0,0-1 1,0 1-1,0 0 1,0 0-1,0 1 1,1-1-1,0 1 0,-1 0 1,1 1-1,1-1 1,-1 1-1,-3 5-24,-8 23 51,1 1 0,1 1 0,3 0 0,0 0 0,2 1 0,2 1 0,2-1 0,1 1 0,1 0 0,3 0 0,1 0 0,5 34-51,-7-55 7,1-1 1,1 1-1,1 0 0,0-1 0,1 1 0,1-1 0,0 0 1,1 0-1,1 0 0,0-1 0,1 1 0,0-1 1,1-1-1,1 0 0,0 0 0,1-1 0,0 0 0,1 0 1,0-1-1,1-1 0,5 4-7,-5-5 3,0-1-1,0 0 1,1-1 0,0-1 0,0 0-1,0 0 1,1-2 0,0 1-1,0-2 1,0 0 0,0 0 0,0-2-1,1 0 1,-1 0 0,1-1-1,-1-1 1,0-1 0,1 0 0,-1 0-1,0-2 1,0 1 0,0-2 0,-1 0-1,0-1 1,11-6-3,-5 0-7,-1-1 0,-1-1 0,0-1 0,-1-1 0,-1 0 0,0-1 0,-2 0 0,0-1 0,0-1 0,-2 0 0,0 0 0,-2-1 0,0-1 0,-1 0 0,-1 0 0,-1 0 0,0-1-1,-2 1 1,-1-2 0,-1 1 0,0 0 0,-2 0 0,0 0 0,-2-1 0,-1 1 0,-3-15 7,3 25 17,0 0 0,0 1 0,-1 0-1,0 0 1,-1 0 0,-1 0 0,0 1 0,0 0-1,-1 0 1,0 1 0,0-1 0,-1 2 0,0-1 0,-1 1-1,0 0 1,-1 1 0,1 0 0,-1 1 0,0 0-1,-1 0 1,0 1 0,0 0 0,0 1 0,0 0-1,0 1 1,-1 0 0,0 1 0,1 1 0,-1-1-1,-9 2-16,15 4 25,-1 1 1,1 0-1,0 1 0,0 0 0,0 0 0,1 0 0,0 0 0,0 1 0,1 0 0,0 0 0,0 0 0,0 0 0,1 1 1,0 0-1,1-1 0,0 1 0,0 0 0,0 0 0,1 0 0,0 0 0,1 1 0,0-1 0,0 0 0,1 0 0,0 0 1,2 6-26,-4-2-3,2-1 1,-1 0-1,2 0 1,0 1-1,0-1 1,0 0-1,2-1 1,-1 1-1,1 0 1,1-1-1,0 0 1,1 0-1,-1-1 1,2 1-1,-1-1 1,2 0-1,-1-1 1,1 0-1,0 0 1,1-1-1,-1 0 1,2 0-1,-1-1 1,1 0-1,-1-1 1,2 0-1,-1 0 1,0-1-1,1-1 1,0 1-1,0-2 1,0 0 1,1 0-11,0-1 0,-1-1-1,1 0 1,0 0-1,0-1 1,-1-1-1,1 0 1,0 0-1,-1-1 1,0-1 0,0 0-1,0 0 1,0-1-1,-1-1 1,1 1-1,-1-2 1,-1 0-1,1 0 1,-1 0 0,-1-1-1,1-1 1,-1 1-1,-1-1 1,0-1-1,0 1 1,0-1-1,-1 0 1,-1-1 0,0 1-1,4-12 13,-2-4-12,-1 0 0,-1 0-1,-1-1 1,-1 0 0,-1 1 0,-2-1-1,-1 0 1,0 0 0,-2 1 0,-2-1 0,0 1-1,-1 0 1,-2 0 0,-1 1 0,-1 0-1,-1 0 1,0 1 0,-2 1 0,-1 0-1,-1 1 1,-1 0 0,-1 2 0,-16-16 12,31 32 5,0 1 0,0 0 1,0 0-1,-1 0 1,1 0-1,-1 1 0,1-1 1,-1 1-1,0-1 0,0 1 1,0 0-1,0 0 1,-1 0-1,1 0 0,-1 1 1,1 0-1,-1-1 0,1 1 1,-1 0-1,1 1 0,-1-1 1,0 1-1,0-1 1,1 1-1,-1 0 0,0 1 1,0-1-1,1 1 0,-1-1 1,0 1-1,1 0 1,-1 1-1,1-1 0,-1 0 1,1 1-1,0 0 0,-3 1-5,-6 16 2,0 0 0,0 1 0,2 0 0,1 1 0,0 0 0,2 0 0,0 1 0,2 0 0,0 0-1,1 0 1,1 1 0,2 0 0,0-1 0,2 23-2,-2-39-1,1-1 0,-1 0 1,1 0-1,0 0 0,0 0 0,0 1 0,1-1 0,0 0 1,0 0-1,0 0 0,1 0 0,-1 0 0,1 0 0,1 0 1,-1-1-1,0 1 0,1-1 0,0 0 0,0 1 1,1-1-1,-1-1 0,1 1 0,-1 0 0,1-1 0,0 0 1,1 0-1,-1 0 0,0 0 0,1-1 0,0 1 0,0-1 1,-1-1-1,1 1 0,0-1 0,0 1 0,0-1 0,6 0 1,3-3 1,1-1 0,-1-1 0,0 0 0,0 0 0,0-2 0,0 0-1,-1 0 1,0-1 0,0-1 0,-1 0 0,0-1 0,0 0 0,-1 0 0,0-2-1,-1 1 1,0-1 0,-1-1 0,0 0 0,-1 0 0,0-1 0,-1 0 0,0 0-1,-1 0 1,-1-1 0,0 0 0,0-5-1,-1 10-9,0-1 1,-1 0-1,0 0 1,0 0-1,-2-1 1,1 1-1,-1-1 0,0 1 1,-1-1-1,-1 1 1,0-1-1,0 1 0,-1 0 1,0-1-1,0 1 1,-1 0-1,-1 0 1,0 1-1,0-1 0,-1 1 1,0 0-1,-1 0 1,0 0-1,0 1 0,-1 0 1,0 0-1,0 0 1,-1 1-1,0 0 0,0 1 1,0 0-1,-1 0 9,-12-6 9,1 2-1,-1 0 1,-1 2-1,0 0 1,0 1-1,0 2 1,-1 0 0,0 1-1,0 1 1,0 1-1,0 2 1,-1 0-1,1 1 1,0 1-1,0 2 1,0 0-1,1 1 1,-1 1-1,1 2 1,1 0-1,-1 1 1,1 1-1,-11 8-8,-1 9 8,2 1 0,1 2 0,2 0 0,1 2 0,1 2-1,2 0 1,1 1 0,2 1 0,1 1 0,2 1 0,2 1-1,2 0 1,1 1 0,2 1 0,1 0 0,0 23-8,9-63 4,-3 51-54,5-51 48,-1-1 1,0 1-1,1 0 0,-1 0 0,1 0 0,-1-1 0,1 1 0,-1 0 0,1-1 0,0 1 0,-1 0 0,1-1 0,0 1 0,-1-1 0,1 1 0,0-1 0,0 1 0,-1-1 0,1 1 0,0-1 0,0 0 0,0 0 0,0 1 0,0-1 0,0 0 0,0 0 0,-1 0 0,1 0 0,0 0 0,0 0 0,0 0 0,0 0 0,0 0 0,0-1 0,0 1 0,-1 0 0,1-1 0,0 1 0,0 0 0,0-1 1,0 1-1,-1-1 0,1 1 0,0-1 0,-1 1 0,1-1 0,0 0 0,-1 1 0,1-1 0,0 0 2,16-12 9,0-1 1,0-1 0,-1 0-1,-1-2 1,-1 1-1,0-2 1,-1 0 0,-1 0-1,2-5-9,3-2 1,-2 0 0,-1-1-1,-1 0 1,-1-1 0,-1-1-1,-1 0 1,-2 0 0,-1-1-1,-1 1 1,-1-2 0,-2 1-1,-1 0 1,-1-1 0,-3-21-1,0 39-8,0 1 1,-1 0 0,0 0 0,0 0-1,-1 0 1,-1 0 0,0 1-1,-1 0 1,1 0 0,-2 0 0,0 1-1,0 0 1,0 0 0,-1 1 0,0 0-1,-1 0 1,0 1 0,0 0-1,-1 1 1,0 0 0,0 0 0,0 1-1,-8-3 8,-6-1-6,0 0-1,-1 2 1,0 1-1,0 1 1,0 1 0,-1 1-1,1 1 1,-1 1-1,1 2 1,-7 1 6,17 0 13,0 1 0,0 0 0,0 1-1,0 1 1,0 0 0,1 1 0,0 1 0,0 0 0,1 1 0,0 1 0,0 0 0,1 0 0,0 1 0,1 1 0,0 0 0,0 0 0,1 1 0,1 0 0,0 1 0,1 0 0,0 1-1,1 0 1,-3 9-13,-11 26 50,2 2-1,2 1 0,3 0 1,2 0-1,2 2 0,2 4-49,5-41 0,-3 21 1,1 0 0,1 1 0,3-1 0,1 0 0,1 1-1,4 13 0,-3-46-4,-1-1 0,1 0 0,1 1-1,-1-1 1,1 0 0,-1 0-1,1-1 1,1 1 0,-1-1-1,1 1 1,-1-1 0,1 0-1,1 0 1,-1-1 0,0 1-1,1-1 1,0 0 0,0 0-1,0-1 1,0 1 0,0-1 0,0 0-1,1-1 1,-1 1 0,1-1-1,3 1 5,150-4-44,-117-15-19,0-1 0,-2-2 0,0-2 0,-1-2 0,-2-1 0,0-2 0,-2-2 0,-1-1 0,-2-1 0,5-8 63,-17 24-258,-2-1-1,0-1 1,-1 0 0,0-1 0,-2-1 0,0 0 0,-1-2 0,-1 1 0,-1-1 0,-1-1 0,0 0 0,-2-1-1,-1 0 1,-1 0 0,0-1 0,-2 0 0,2-21 258,-11 39 21,1 0 0,-1 1-1,0-1 1,0 1 0,-1 0 0,1 0-1,-1 0 1,0 0 0,0 1 0,-1 0-1,0 0 1,1 0 0,-1 1 0,0 0 0,-1 0-1,1 1 1,0-1 0,-1 1 0,0 1-1,1-1 1,-1 1 0,0 0 0,0 1-1,1 0 1,-1 0 0,0 0 0,0 1 0,0 0-1,1 0 1,-1 1 0,0-1 0,1 2-1,0-1 1,-1 1 0,-4 2-21,-3 4 127,0 1 1,1 0-1,0 1 1,1 1 0,0-1-1,1 2 1,1 0-1,0 0 1,0 1-1,1 0 1,1 0-1,1 1 1,0 0-1,0 1 1,2 0 0,0 0-1,1 0 1,0 0-1,2 0 1,-1 1-1,2 0 1,1 6-128,-7 19 72,3 0-1,2 1 1,1 0 0,2-1-1,2 1 1,2-1 0,2 0 0,2 0-1,3 5-71,-7-36 1,0 1 0,1-1-1,0 0 1,1 0 0,1-1-1,0 0 1,0 0 0,0-1-1,2 0 1,-1-1 0,1 0 0,0 0-1,0-1 1,1 0 0,0-1-1,0 0 1,1-1 0,0 0-1,0-1 1,0 0 0,0-1-1,1 0 1,-1-1 0,1-1-1,2 0 0,7 1 2,1-1 0,-1-1 0,0-1-1,0-1 1,0-1 0,0-1 0,0-1-1,-1-1 1,1-1 0,-2 0 0,1-2 0,-1-1-1,16-9-1,-3-2-53,-1-1 0,-1-2 0,-1-2-1,-1 0 1,-1-2 0,-1-1 0,-2-1-1,-1-1 1,-1-1 0,-2-1 0,-1-1-1,-2-1 1,-1 0 0,0-7 53,1-91-560,-18 129 570,-1 1 0,1-1 1,-1 0-1,0 0 0,1 1 0,-2-1 0,1 1 0,0-1 0,-1 1 0,0-1 0,1 1 0,-1 0 0,-1 0 0,1 0 0,0 0 0,-1 0 0,0 0 1,1 1-1,-1-1 0,0 1 0,0 0 0,0 0 0,-1 0 0,1 0 0,0 1 0,-1-1 0,1 1 0,-1 0 0,0 0 0,1 0 0,-1 0 0,-3 0-10,-2 1 66,1 0 0,-1 0-1,1 1 1,-1 0-1,1 0 1,0 1 0,0 0-1,0 0 1,0 1-1,0 0 1,0 1 0,1 0-1,-1 0 1,1 0 0,0 1-1,1 0 1,-1 1-1,1-1 1,0 1 0,0 0-1,1 1 1,-1 0-1,1-1 1,1 1 0,0 1-1,0-1 1,0 1-1,-2 7-65,-6 11 61,2 2-1,1-1 1,1 1-1,1 0 1,2 0-1,0 1 1,1 27-61,2-32 1,0-18-4,0 0 0,1 0 1,-1 1-1,1-1 0,1 0 0,-1 1 0,1-1 0,0 1 0,0-1 0,1 0 0,0 1 0,0-1 0,1 0 0,0 1 0,0-1 0,0 0 0,0 0 0,1-1 0,0 1 0,1-1 0,-1 1 0,1-1 0,0 0 0,0 0 0,0 0 0,1-1 0,0 0 0,0 0 0,0 0 0,0 0 0,6 2 3,6-7-51,0 0-1,0-2 1,0 0-1,-1-1 1,1 0-1,-1-1 1,0-1-1,0-1 1,-1 0-1,0-1 1,0-1-1,0 0 1,-2-1-1,1 0 1,-1-1-1,-1-1 1,0 0-1,0-1 1,-1 0-1,-1-1 1,0 0-1,-1 0 1,5-12 51,-10 22-9,0 0 0,0-1 0,-1 1 0,0-1-1,1 0 1,-2 0 0,1 0 0,0 0 0,-1 0 0,0 0 0,0-1 0,-1 1 0,0-1 0,0 0 0,0 1-1,0-1 1,-1 0 0,0 0 0,0 1 0,-1-1 0,0 0 0,0 1 0,0-1 0,0 0 0,-1 1-1,0 0 1,0-1 0,0 1 0,-1 0 0,0 0 0,0 0 0,0 0 0,-1 1 0,1 0 0,-1-1 0,0 1-1,-1 0 1,1 1 0,-5-4 9,-4 0 17,0 0-1,-1 1 1,0 0-1,0 1 1,-1 1-1,1 0 1,-1 1 0,0 1-1,0 0 1,0 1-1,0 1 1,0 0-1,0 1 1,1 0-1,-1 2 1,0-1-1,0 2 1,1 0 0,0 1-1,0 0 1,0 1-1,0 1 1,1 0-1,0 0 1,1 2-1,0 0 1,0 0-1,1 1 1,0 0 0,0 1-1,1 0 1,-8 12-17,-9 55-3507,13 6-3306,12-20 1559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7:42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557 423 6937,'0'0'715,"0"0"1599,0 0-878,0 0-879,0 0 100,-2-7 583,-2 1-888,0 0 0,0 0-1,0 1 1,0-1-1,-1 1 1,0 0 0,0 0-1,0 1 1,-1-1 0,0 1-1,1 0 1,-2 1-1,1-1 1,0 1 0,-6-1-352,0-2 118,0 2-1,0-1 1,-1 2 0,1-1 0,-1 2-1,0 0 1,0 0 0,0 1 0,0 1-1,0 0 1,0 1 0,0 0 0,0 1-1,1 0 1,-1 1 0,0 1 0,1 0-1,0 1 1,0 0 0,0 1 0,1 0-1,-1 1 1,2 0 0,-1 0 0,1 1-1,0 1 1,0 0 0,1 0 0,1 1-1,0 0 1,0 1 0,0-1 0,2 1-1,-1 1 1,1-1 0,1 1 0,-1 4-118,-9 38 142,2 1 0,2 0-1,3 1 1,2 0 0,3 0 0,2 0 0,6 55-142,2-62 126,1-2-1,3 1 0,1-1 1,3-1-1,16 35-125,13 47 353,49 286 733,-71-288-713,5-1 1,41 111-374,110 271 352,49-51-315,-215-436-32,-1 1 0,-1 0-1,-1 0 1,-1 1 0,-1 1-1,-1-1 1,0 1 0,-2 0-1,-1 0 1,-1 0 0,-1 1-1,-1 20-4,-4-38 8,0 0-1,0 0 0,-1-1 1,0 0-1,0 0 1,0 0-1,0-1 0,-1 0 1,0 0-1,1 0 0,-2 0 1,1-1-1,0 0 1,-1-1-1,1 1 0,-1-1 1,0 0-1,1-1 1,-1 0-1,-4 1-7,4 0-8,-361 78 135,216-69 85,151-11-235,1 0 47,0 0-50,0 0 42,0 0-127,0 0-118,27-4-1661,89-37-2495,-54 15-910</inkml:trace>
  <inkml:trace contextRef="#ctx0" brushRef="#br0" timeOffset="3273.649">144 4450 5825,'0'0'6222,"0"0"-3962,0 0-1637,0 0-291,0 0-115,0 0 410,33 4 1731,84 15 1548,63-21-3426,-145-4-322,18-2-2684,26-39-9661,-47 21 10061</inkml:trace>
  <inkml:trace contextRef="#ctx0" brushRef="#br0" timeOffset="3791.045">1105 4353 4369,'0'0'2547,"0"0"1185,0 0-2392,0 0-768,0 0 7,0 0 400,7 1-132,-4 0-774,-1-1 0,0 0 0,1 0 1,-1 0-1,1 0 0,-1 0 0,1 0 0,-1-1 1,0 1-1,1-1 0,-1 1 0,1-1 1,-1 0-1,0 0 0,0 0 0,0-1 1,0 1-1,0 0 0,0-1 0,0 1 1,0-1-1,0 0 0,0 1 0,-1-1 1,1 0-1,-1 0 0,0 0 0,1 0 1,-1 0-1,0-1 0,0 1 0,0 0 1,-1 0-1,1-1 0,0 1 0,-1-1 1,0 1-1,1-1-73,8-24 322,-2 0 1,0 0-1,-2 0 0,-1-1 1,-1 0-1,-1 1 1,-1-1-1,-3-8-322,30 100 697,53 350 1828,-82-413-2558,1-1 0,0 1 0,-1 0 0,1-1-1,0 1 1,-1 0 0,1-1 0,0 1 0,0 0 0,-1-1 0,1 1 0,0 0-1,0-1 1,0 1 0,0 0 0,0 0 0,0-1 0,0 1 0,0 0 0,1-1 0,-1 1-1,0 0 1,0-1 0,1 1 0,-1 0 0,0-1 0,0 1 0,1-1 0,-1 1-1,1 0 1,-1-1 0,1 1 0,-1-1 0,1 1 0,-1-1 0,1 1 0,-1-1 0,1 0-1,0 1 1,-1-1 0,1 0 0,-1 1 0,1-1 0,0 0 0,-1 0 0,1 0-1,0 1 1,0-1 0,-1 0 0,1 0 0,0 0 0,-1 0 0,1 0 0,0 0 0,-1-1-1,1 1 1,0 0 0,0 0 0,-1 0 0,1-1 0,-1 1 0,1 0 0,0-1-1,-1 1 1,1 0 0,-1-1 0,1 1 0,0-1 0,-1 1 33,17-51-7263,-15 46 6297,7-30-6236</inkml:trace>
  <inkml:trace contextRef="#ctx0" brushRef="#br0" timeOffset="5087.771">878 142 1032,'0'0'4346,"0"0"-3049,0 0-841,0 0 1230,0 0 199,0 0-434,2-5-208,2-4-1115,-1 1 0,1 0-1,1 0 1,-1 1 0,1-1-1,1 1 1,-1 0 0,1 0-1,0 0 1,1 1 0,0 0-1,0 1 1,0-1 0,0 1-1,1 1 1,0-1 0,0 1-1,0 1 1,1-1 0,-1 1 0,1 1-1,0 0 1,-1 0 0,1 1-1,0 0 1,0 0 0,4 1-128,-6 4 26,0 0 1,-1 0 0,0 1-1,1 0 1,-2 0 0,1 0 0,-1 1-1,1 0 1,-2 0 0,1 0 0,-1 1-1,1 0 1,-2-1 0,1 1-1,-1 1 1,0-1 0,-1 0 0,0 1-1,0 0 1,0-1 0,-1 1-1,0 0 1,-1 0 0,0-1 0,0 1-1,0 0 1,-1 0 0,0 0-27,1 14 75,2-9-69,0-1 0,-2 1 0,1-1 1,-1 1-1,-1-1 0,-1 1 0,1-1 0,-2 1 0,0-1 1,0 0-1,-1 0 0,-1 0 0,0-1 0,-1 1 0,0-1 1,0 0-1,-3 2-6,7-12 14,0 0 0,0 1 0,0-1 0,0-1 0,-1 1 1,1 0-1,0 0 0,-1-1 0,1 1 0,0-1 0,-1 0 0,1 0 0,0 0 0,-1 0 1,1 0-1,0 0 0,-1-1 0,1 1 0,0-1 0,-1 1 0,1-1 0,0 0 1,0 0-1,0 0 0,0 0 0,0 0 0,0-1 0,0 1 0,0-1 0,0 1 1,1-1-1,-1 0 0,0 1 0,1-1 0,0 0 0,-1 0 0,1 0 0,0 0 1,0-1-1,0 1 0,0 0 0,0 0 0,1 0 0,-1-1 0,1 1 0,-1 0 0,1-1 1,0 1-1,0-1 0,0 1 0,1-2-14,-1 3 68,39 9-96,-24 0 3,-8-2 50,0 0-1,1-1 0,0 0 0,0 0 1,1-1-1,-1 0 0,1-1 0,0 1 0,0-2 1,0 1-1,0-1 0,1-1 0,-1 0 1,0 0-1,1-1 0,-1 0 0,0 0 1,1-1-1,-1 0 0,0-1 0,1 0 0,-1-1 1,0 1-1,-1-2 0,1 1 0,6-5-24,49-79 206,-59 42-4878,-8 39-734,-6 4 3102</inkml:trace>
  <inkml:trace contextRef="#ctx0" brushRef="#br0" timeOffset="11583.652">1197 1687 5801,'0'0'1442,"0"0"1999,0 0-1269,0 0-1022,0 0-508,0 0-88,-4-3 1446,12-5-1979,0 1 0,0 0 0,0 1 0,1 0-1,0 0 1,0 0 0,1 1 0,0 1-1,-1 0 1,1 0 0,1 1 0,-1 0 0,0 1-1,1 0 1,0 0 0,-1 1 0,1 1 0,0 0-1,-1 0 1,1 1 0,0 0 0,2 2-21,-6-2 13,-1 1 1,1 0-1,-1 1 1,1-1 0,-1 1-1,0 0 1,0 1-1,0 0 1,-1 0-1,1 0 1,-1 0-1,0 1 1,0 0 0,-1 0-1,1 0 1,-1 1-1,0-1 1,0 1-1,-1 0 1,0 0-1,0 0 1,0 1 0,-1-1-1,0 1 1,0-1-1,-1 1 1,0 0-1,0 0 1,0 0 0,-1-1-1,0 1 1,0 0-1,-1 0 1,0 0-1,0-1 1,-1 3-14,1-6 29,0 0 1,0 1-1,0-1 0,0 0 1,0 0-1,-1 0 1,1 0-1,-1 0 0,0 0 1,0 0-1,0 0 0,0-1 1,-1 1-1,1-1 1,-1 0-1,1 1 0,-1-1 1,0 0-1,0-1 0,0 1 1,0 0-1,0-1 1,0 0-1,0 0 0,-1 0 1,1 0-1,0 0 0,-1-1 1,1 1-1,-1-1 1,1 0-1,0 0 0,-1 0 1,1 0-1,-1-1 0,1 0 1,-3 0-30,5 0 8,1 1 1,-1 0 0,1-1-1,-1 1 1,1-1-1,-1 0 1,1 1-1,0-1 1,-1 1 0,1-1-1,0 0 1,0 1-1,-1-1 1,1 1 0,0-1-1,0 0 1,0 1-1,0-1 1,0 0-1,0 1 1,0-1 0,0 0-1,0 1 1,0-1-1,0 0 1,0 1 0,0-1-1,1 0 1,-1 1-1,0-1 1,0 0-1,1 1 1,-1-1 0,1 1-1,-1-1 1,0 1-1,1-1 1,-1 1 0,1-1-1,-1 1 1,1-1-1,-1 1 1,1-1-1,0 1 1,-1 0 0,1 0-1,-1-1 1,1 1-1,0 0 1,-1 0 0,1-1-1,0 1 1,-1 0-1,1 0 1,0 0-9,15-1-16,0 0 1,0 1-1,0 0 0,-1 1 1,1 1-1,0 1 0,0 0 1,-1 1-1,0 1 0,0 0 1,0 1-1,0 1 1,-1 0-1,0 1 0,-1 0 1,1 1-1,-2 1 0,1 0 1,-1 1-1,-1 0 0,0 0 1,5 9 15,-14-19 1,1 1 0,-1 0 0,0 0 0,-1-1 0,1 1 0,0 0 1,0 0-1,-1 1 0,1-1 0,-1 0 0,0 0 0,1 1 0,-1-1 0,0 1 0,-1-1 1,1 1-1,0-1 0,-1 1 0,1 0 0,-1-1 0,0 1 0,0 0 0,0-1 0,0 1 1,0-1-1,-1 1 0,1 0 0,-1-1 0,0 1 0,0-1 0,0 1 0,0-1 0,0 1 1,0-1-1,-1 0 0,1 0 0,-1 1 0,1-1 0,-1 0 0,0 0 0,0-1 0,0 1 1,0 0-1,0-1 0,0 1 0,-1-1 0,1 0 0,0 1 0,-1-1 0,1 0 0,-1-1 1,1 1-1,-1 0 0,-1 0-1,-220 18 947,163-20-413,67-12-2018,128-52-7596,-82 38 6150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7:54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1 791 7170,'0'0'932,"0"0"1719,0 0-1043,0 0-629,0 0-189,0 0-126,10 0 188,235 4 2822,-170-4-4615,-54-25-11013,-14 8 9562</inkml:trace>
  <inkml:trace contextRef="#ctx0" brushRef="#br0" timeOffset="1462.222">626 413 208,'0'0'5579,"0"0"-1213,0 0-1487,0 0-1299,0 0-963,0 0-451,2 15 89,1 11-27,1 0 0,2 0 0,0-1 0,2 1-1,0-1 1,2-1 0,1 0 0,11 18-228,-18-34 34,1-1-1,0 1 1,1-1 0,-1 0-1,1 0 1,1-1 0,-1 0-1,1 0 1,0 0 0,0-1-1,1 0 1,0-1 0,0 1-1,0-1 1,0-1 0,0 0-1,1 0 1,0 0 0,-1-1-1,1-1 1,0 1 0,0-2-1,0 1 1,0-1 0,4 0-34,-8-4 12,-1 1 1,1-1 0,0 0 0,-1 0 0,0-1 0,0 1 0,0-1-1,0 0 1,-1 0 0,0 0 0,0 0 0,0-1 0,-1 1-1,0-1 1,0 0 0,0 1 0,-1-1 0,1 0 0,-1 0 0,-1 0-1,1 0 1,-1-1-13,6-163 95,-6 168-84,-1 0 0,1 0 0,-1 0 1,0 0-1,1 1 0,-1-1 0,0 0 0,0 0 0,0 0 1,-1 1-1,1-1 0,0 0 0,0 1 0,-1-1 0,1 1 1,-1 0-1,0-1 0,1 1 0,-1 0 0,0 0 0,0 0 1,0 0-1,1 0 0,-1 0 0,0 1 0,0-1 0,0 1 1,0-1-1,0 1 0,0 0 0,-1 0 0,1 0 0,0 0 1,0 0-1,-1 0-11,-5 59 64,11-26-46,2 1 0,1-1 0,1 0 0,2-1 1,1 0-1,2 0 0,9 16-18,32 102 39,-42-111-49,-2 1-1,-2-1 0,-1 1 1,-2 1-1,-2-1 0,-2 12 11,-3-43 7,0 0 0,-1-1 0,-1 1 0,1-1-1,-1 0 1,-1-1 0,0 1 0,0-1-1,0 0 1,-1-1 0,0 1 0,0-1 0,0 0-1,-1-1 1,0 0 0,0 0 0,0-1-1,-1 0 1,0-1 0,1 1 0,-1-2 0,0 1-1,-1-1 1,-7 0-7,-26-14-1095,32-44-4158,13-88-4221,10 75 6812</inkml:trace>
  <inkml:trace contextRef="#ctx0" brushRef="#br0" timeOffset="2146.975">1123 10 5857,'0'0'1409,"0"0"1870,0 0-1811,0 0-826,0 0-34,0 0 439,7-1 1881,31-4-2634,101 1 94,-135 7-353,-1 0 1,0 1 0,0-1-1,-1 1 1,1 0-1,-1-1 1,0 1 0,0 0-1,0 0 1,0 1-1,-1-1 1,1 0 0,-1 0-1,0 1 1,-1-1 0,1 1-1,-1-1 1,0 1-1,0-1 1,0 1 0,-1-1-1,1 1 1,-1-1-1,0 0 1,0 1 0,-1-1-1,1 0 1,-1 0-1,0 0 1,0 0 0,-1 0-1,1 0 1,-3 3-36,-25 38 203,22-35-92,0 1-1,0 0 1,1 1-1,1 0 1,0 0-1,0 1 1,1-1-1,1 1 1,0 0-1,1 0 1,0 1-1,0 12-110,6-22 27,1 0 0,0 0-1,0 0 1,1-1-1,-1 1 1,1-1 0,-1 0-1,1-1 1,0 1 0,0-1-1,0 0 1,1 0-1,-1 0 1,0-1 0,1 0-1,-1 0 1,1 0-1,-1-1 1,1 0 0,-1 0-1,1 0 1,4-2-27,109 3 595,-98 12-7176,-3-2-1587,-17-11 6313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18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28 5497,'0'0'687,"0"0"-399,0 0-148,0 0 647,0 0 2323,0 0-1384,0 0-870,0 0-179,0 0-109,0 0-34,0 0-241,0 0-123,0 0-101,0 0 79,0 0-29,0 0-35,0 0 12,0 0-7,0 0-33,0 0-83,0 0 39,30 4-140,0 4 146,0-2 0,0-1 0,1-2 0,-1-1-1,1-1 1,-1-1 0,1-2 0,-1-1-1,3-2-17,117-39 270,-149 44-248,-1 0 55,0 0 55,-23 6 540,3 0-585,-1-1 0,0-1 1,0-1-1,-1-1 0,1-1 0,0 0 1,-1-2-1,-8-2-87,-33 1 155,33 2-138,-1 1 0,1 1-1,-1 2 1,1 1 0,0 1 0,1 1 0,-11 5-17,17-5 47,12-3 75,31-3-231,470-74 93,-415 73-1450,-112 11 364,-143 8-1259,63-16-2999,90-3 3971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20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17 5065,'0'0'947,"0"0"-552,0 0 436,0 0 2492,0 0-1365,0 0-854,2-16 3027,-8 19-4105,0 0 0,0 0-1,0 0 1,1 1-1,-1 0 1,1 0-1,0 0 1,0 1-1,1 0 1,-1 0-1,1 0 1,0 0-1,1 1 1,-1-1-1,1 1 1,0 0-1,0 0 1,1 0-1,-1 5-25,-3 0 29,-11 25 65,2 2 1,1 0-1,2 0 0,1 1 1,3 1-1,1 0 0,2 0 1,1 0-1,2 0 0,3 1 0,2 20-94,3-37 97,0-1 0,2 0 0,1-1 0,1 0 0,0 0 0,2-1 0,0 0 0,1-1 0,2-1 0,0 0 0,1-1 0,0-1 0,2 0 0,0-1 0,0-1 0,2-1 0,0 0 0,0-2 0,2 0 0,-1-1 0,6 0-97,-25-10 5,11 9 934,1-1-3727,-1-26-5637,-8-4 5242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21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6425,'0'0'388,"0"0"391,0 0 2141,0 0-1613,0 0-835,0 0-124,1 10 477,6 43 499,-5-26-951,1-1-1,1 1 1,2-1 0,0 0 0,2 0-1,0-1 1,2 0 0,1-1 0,5 7-373,-13-27 16,0 0 0,0-1 1,0 1-1,1-1 1,-1 0-1,1 0 0,0 0 1,0 0-1,1-1 1,-1 1-1,0-1 1,1 0-1,-1-1 0,1 1 1,0-1-1,-1 0 1,1 0-1,0 0 0,0 0 1,0-1-1,0 0 1,-1 0-1,1-1 0,0 1 1,0-1-1,1 0-16,-1-4 12,0 0-1,-1-1 0,0 1 1,0-1-1,0 1 0,0-1 1,-1-1-1,0 1 0,-1 0 1,1-1-1,-1 1 0,-1-1 1,1 0-1,-1 1 0,0-1 1,-1 0-1,1 0 0,-1 0 1,-1 0-1,0-3-11,-1-177 121,-11 177-162,74 143-22,-54-108 68,14 37 23,-3 0 0,-3 1 1,-3 0-1,-2 1 0,0 55-28,-10-116 41,0 1 1,0-1 0,0 1-1,0 0 1,-1-1 0,0 1-1,1-1 1,-1 1 0,-1-1-1,1 0 1,0 1 0,-1-1-1,0 0 1,0 0 0,0 0-1,0 0 1,0 0 0,0 0-1,-1-1 1,1 1 0,-1-1-1,0 0 1,0 0 0,0 0-1,0 0 1,0 0 0,0 0-1,-1-1 1,1 0-1,0 0 1,-1 0 0,1 0-1,-1 0 1,0 0 0,1-1-1,-1 0 1,1 0 0,-3 0-42,-20-7-1923,20-49-8382,12 30 5696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21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124 435 6425,'0'0'167,"0"0"-100,0 0-9,0 0 888,0 0 2889,0-8-1195,0-18-1314,0 38 75,3 62 58,3-1 0,3 0 0,3 0 0,17 53-1459,-2-69-2370,-26-61-2968,-1 0 4009,-12-53-7073,-4 29 7621</inkml:trace>
  <inkml:trace contextRef="#ctx0" brushRef="#br0" timeOffset="248.686">1 647 3937,'0'0'1999,"0"0"-709,0 0 909,0 0-728,0 0-735,0 0 145,8 0-128,84 5 808,58 0-1714,-55-24-6735,-57 3 5583</inkml:trace>
  <inkml:trace contextRef="#ctx0" brushRef="#br0" timeOffset="700.565">584 620 5881,'0'0'1108,"0"0"1033,0 0-249,0 0-429,0 0 327,0 0-338,15-12-302,48-38-329,-56 44-724,-1 0 0,0-1-1,-1 0 1,0 0-1,0-1 1,-1 1 0,1-1-1,-2 0 1,1 0-1,-1 0 1,0-1-1,-1 1 1,0-1 0,0 0-1,-1-3-96,6-16 46,33 145 1433,-29-79-1250,-5-14-126,0 0 0,2 0 0,1 0 0,1-1 0,1-1 0,0 1 0,2-2 0,6 7-103,-14 22-2065,-15-21-8482,9-28 9052</inkml:trace>
  <inkml:trace contextRef="#ctx0" brushRef="#br0" timeOffset="1218.182">1011 2 5025,'0'0'1439,"0"0"405,0 0 534,0 0-1021,0 0-809,0 0-124,4-1 11,8 2-220,0 1 0,0 1 0,0 0 1,-1 1-1,1 0 0,-1 0 1,0 1-1,0 1 0,-1 0 1,0 0-1,0 1 0,0 1 0,-1-1 1,0 2-1,0-1 0,4 6-215,11 18 429,-1 1 1,-2 1-1,-1 1 0,-1 0 0,-2 2 0,-2 0 0,-2 0 1,-1 2-1,-1-1 0,-3 2 0,-1-1 0,-2 1 0,-1 0 0,-3 0 1,-1 16-430,1 178 305,-34-141-789,24-84-2313,-4-9-5374,8-2 2019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25.9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204 617 1768,'0'0'3637,"0"0"-2618,0 0-839,0 0-256,-3-1-217,-28-2 1812,-27-3 6392,34 5-6903,19 4-851,-1 0 0,1 1 0,0 0 0,1 0 1,-1 1-1,1-1 0,-1 1 0,1 0 0,1 0 0,-1 0 0,1 0 1,0 1-1,0 0 0,0-1 0,1 1 0,0 0 0,0 0 0,1 0 0,-1 1 1,1-1-1,0 0 0,1 1 0,0 3-157,-3-1 57,0-1 1,1 1-1,0 0 0,0 0 1,1 0-1,0 0 0,1 0 1,0 0-1,0 0 0,1 0 1,0 0-1,1-1 0,-1 1 1,2 0-1,-1 0 1,2-1-1,-1 0 0,1 1 1,0-1-1,0-1 0,1 1 1,0-1-1,1 1 0,0-1 1,0-1-1,0 1 0,1-1 1,0-1-1,0 1 0,0-1 1,1 0-1,-1 0 0,1-1 1,1 0-58,0 0-23,0 0 0,1-1 1,-1 0-1,1 0 1,0-1-1,-1 0 0,1-1 1,0 0-1,0 0 0,0-1 1,0-1-1,0 1 0,0-2 1,0 1-1,0-2 1,-1 1-1,1-1 0,-1 0 1,0-1-1,0 0 0,0-1 1,0 0-1,-1 0 0,1-1 1,-1 0-1,-1 0 0,1-1 1,-1 0-1,0 0 1,-1-1-1,0 0 0,0 0 1,-1-1-1,0 1 0,0-1 1,-1 0-1,0 0 0,0-1 1,-1 1-1,-1-1 1,1-1 22,0 1-44,-1 1 1,0-1-1,0 0 1,-1 0-1,0 0 1,-1 0-1,0 1 1,-1-1 0,0 0-1,0 0 1,-1 0-1,0 0 1,-1 1-1,0-1 1,-1 1 0,0 0-1,0 0 1,-1 0-1,0 1 1,0-1-1,-1 1 1,0 0-1,-1 1 1,1-1 0,-1 1-1,-1 1 1,0 0-1,0 0 1,0 0-1,0 1 1,-1 0 0,0 0-1,0 1 1,0 1-1,-4-2 44,3 4-30,1 1 1,0 0-1,0 1 0,-1-1 0,1 2 1,0-1-1,0 1 0,0 1 0,0 0 1,1 0-1,-1 1 0,1 0 0,0 0 0,0 1 1,0 0-1,0 0 0,1 1 0,0 0 1,0 0-1,1 1 0,-1 0 0,1 0 1,1 0-1,0 1 0,0 0 0,0 0 0,1 0 1,0 0-1,1 1 0,-1 0 0,2 0 1,-1 0-1,1 0 0,0 7 30,7 47-1259,-3-61 1062,-1 0 0,1 0 0,0 0 0,0 0 0,0 0 0,0 0 0,0 0 0,0-1 1,0 1-1,1-1 0,-1 1 0,0-1 0,1 0 0,-1 0 0,1 0 0,0 0 1,-1-1-1,1 1 0,0-1 0,-1 1 0,1-1 0,0 0 0,0 0 0,-1 0 0,1 0 1,0-1-1,0 1 0,-1-1 0,1 0 0,0 0 0,1 0 197,89-50-4922,-55 16 3816</inkml:trace>
  <inkml:trace contextRef="#ctx0" brushRef="#br0" timeOffset="347.101">219 39 4337,'0'0'2794,"0"0"2060,0 0-2893,0 0-1200,0 0-167,0 0-160,-6-10-87,5 9-321,-17-27 237,21 40 342,42 91 1631,-5 2 1,-4 2-1,12 65-2236,24 75 710,22-52-1809,-88-174-2066,-14 6-9058,-1-26 11284</inkml:trace>
  <inkml:trace contextRef="#ctx0" brushRef="#br0" timeOffset="999.308">736 830 6361,'0'0'352,"0"0"-132,0 0 426,0 0 1352,0 0-147,0 0-660,6-20-152,21-64-19,-23 53 5528,-5 86-6101,-2-35-370,2 0-1,0 1 1,1-1 0,1 1 0,1-1 0,0 0-1,2 0 1,0 0 0,2 0 0,0-1 0,1 0-1,1 0 1,1-1 0,0 0 0,3 3-77,-9-17-6,-1-2-1,0 1 1,1 0 0,0 0-1,0-1 1,0 0 0,0 1-1,0-1 1,0 0 0,0-1 0,1 1-1,-1 0 1,1-1 0,-1 0-1,1 0 1,0 0 0,-1 0 0,1-1-1,0 1 1,0-1 0,-1 0-1,1 0 1,0 0 0,0-1-1,-1 1 1,1-1 0,0 0 0,-1 0-1,1 0 1,-1-1 0,1 1-1,-1-1 1,1 0 0,-1 0-1,0 0 1,0 0 0,0 0 0,0-1-1,-1 1 1,1-1 0,-1 0-1,1 0 1,0-1 6,3-11-75,-1 1-1,-1-1 1,0 0-1,-1 0 1,0 0-1,-1 0 1,-1 0-1,-1-1 1,0 1 0,-1-1-1,0 1 1,-1 0 75,-19-23 541,14 26 187,24 27-600,-8-2-127,0 0 0,-1 1-1,0 0 1,-1 0-1,-1 1 1,0 0 0,-1 0-1,-1 1 1,0-1 0,-2 1-1,1 0 1,-2 0-1,0 2 0,9 44 40,15 221-33,-24-279-323,-1 0 1,1 0-1,-1 0 1,0 0-1,0 0 0,-1-1 1,1 1-1,-1 0 1,0 0-1,0 0 0,0 0 1,-1-1-1,1 1 1,-1-1-1,0 1 0,0-1 1,0 0-1,0 1 1,0-1-1,-1 0 0,0 0 1,1-1-1,-1 1 0,0-1 1,-1 1-1,1-1 1,0 0-1,-1 0 0,1 0 1,-1-1-1,1 1 1,-1-1-1,0 0 0,1 0 1,-1 0-1,0 0 1,0-1-1,0 0 0,0 1 1,0-1-1,0-1 1,0 1-1,0-1 316,-14-12-2585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28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648 115 7001,'0'0'1082,"0"0"2393,0 0-1330,0 0-875,0 0-194,-6-10 200,3 3-1048,-1 1 0,1-1 1,-2 1-1,1 0 0,-1 0 0,0 1 1,0 0-1,0 0 0,-1 0 0,1 0 0,-1 1 1,-1 0-1,1 0 0,-1 0 0,1 1 0,-4-1-228,-8-1 55,0 1 0,0 0-1,-1 2 1,1 0-1,-1 1 1,1 1-1,-1 0 1,1 2-1,-1 0 1,1 1-1,0 1 1,0 0-1,0 2 1,0 0-1,1 1 1,-14 7-55,17-4 99,0-1 1,1 2 0,0 0-1,0 0 1,1 1 0,0 1-1,1 0 1,1 0 0,0 1-1,1 0 1,1 1 0,0 0-1,0 1 1,2-1 0,0 1-1,1 0 1,0 1 0,-1 13-100,-2 21 222,1 1-1,3 0 1,2 0 0,3 0 0,4 28-222,5-17 55,2-1 0,4 0 1,2-1-1,3-1 0,2 0 0,3-2 1,9 10-56,38 98 65,-46-106 55,-4 1-1,-2 1 1,-2 0 0,-4 2-1,-2 0 1,-3 0 0,1 54-120,-9-97 97,-2 0 1,0-1-1,-2 1 1,0-1-1,-1 1 1,-1-1-1,0 0 1,-2 0 0,-1-1-1,0 0 1,-1 0-1,-1 0 1,-5 6-98,9-16 23,-1 0 1,0 0-1,0 0 0,0-1 1,-1 0-1,-1 0 0,1-1 1,-1 0-1,0 0 0,-1-1 1,0 0-1,0 0 0,0-1 1,-1 0-1,1-1 0,-1 0 1,0-1-1,0 0 0,-1 0 1,1-1-1,-1 0 0,1-1 1,-1 0-1,-2-1-23,-56-12-2155,65 10 1806,1 0-1,-1-1 1,1 1 0,0-1 0,0 0 0,0 0 0,0 0-1,0 0 1,1 0 0,-1 0 0,1-1 0,0 1-1,0-1 1,0 0 0,0 1 0,1-1 0,0 0 0,0 0-1,0 0 1,0 0 0,0 0 0,1 0 0,0-3 349,-2-23-8586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29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4321,'0'0'6441,"0"0"-2378,0 0-2419,0 0-908,0 0-153,0 0 482,13 0 397,299-1 696,-265-9-3953,-22-11-6390,-17 8 1917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33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7146,'0'0'1491,"0"0"1692,0 0-1264,0 0-797,0 0-336,0 0 117,27 3 1912,-20-14-2609,-1 1-1,0-1 1,-1 0-1,0-1 1,0 1-1,-2-1 0,1 0 1,-2 0-1,1 0 1,-2 0-1,1-4-205,-2 16 6,23 47-452,29 208 1864,-52-255-1417,0 7-1,0 0 0,1 0 0,0-1 0,0 1 0,0 0 0,1-1 1,0 1-1,0-1 0,1 0 0,0 0 0,0 1 0,0-2 1,1 1-1,0 0 0,0-1 0,0 0 0,2 1 0,-1-17-4335,0-90-5416,0 42 8369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34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6905,'0'0'534,"0"0"1124,0 0 306,0 0-665,0 0-584,0 0-32,52-32 2544,-47 31-3213,-1 1-1,0 0 1,0 0 0,0 0-1,1 1 1,-1 0 0,0 0-1,0 0 1,0 0 0,0 0-1,0 1 1,0 0 0,0 0 0,-1 0-1,1 0 1,-1 0 0,1 1-1,-1 0 1,0-1 0,0 1-1,0 1 1,0-1 0,-1 0-1,1 1 1,-1-1 0,0 1-1,0-1 1,0 1 0,0 0-1,0 2-13,30 124 25,-31-105-35,0-19 3,0 1 0,-1-1-1,1 0 1,-1 1 0,0-1 0,-1 0 0,0 0 0,0 1 0,0-1 0,0 0-1,-1 0 1,0 0 0,-1 0 0,1 0 0,-1-1 0,0 1 0,0-1 0,-1 1-1,-3 3 8,6-9-3,1 0 0,-1 1-1,0-1 1,0 0 0,0 0-1,1 1 1,-1-1 0,0 0 0,0 0-1,0 0 1,0 0 0,0 0-1,1 0 1,-1 0 0,0-1-1,0 1 1,0 0 0,0 0-1,1-1 1,-1 1 0,0 0 0,0-1-1,1 1 1,-1-1 0,0 1-1,1-1 1,-1 1 0,0-1-1,1 1 1,-1-1 0,1 0-1,-1 1 1,1-1 0,-1 0-1,1 0 1,-1 1 0,1-1 0,0 0-1,-1 0 1,1 0 0,0 1-1,0-1 1,0 0 0,0 0-1,-1 0 1,1 0 0,0 1-1,1-1 1,-1 0 0,0 0 0,0 0-1,0 0 1,0 0 0,1 1-1,-1-1 1,0 0 0,1 0-1,-1 1 1,0-1 0,1 0-1,0 0 4,-1 1 2,30-3 117,44 39 14,31 4 7,-100-41-143,-1 1-1,0-1 0,1 0 1,-1-1-1,0 1 1,0-1-1,0 0 0,0 0 1,0 0-1,0 0 0,0-1 1,-1 0-1,1 0 0,-1 0 1,0 0-1,0 0 0,0 0 1,0-1-1,0 0 0,-1 1 1,0-1-1,1-2 4,12-27-2499,-10 1-3631,-5 22 206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36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33 5601,'0'0'960,"0"0"143,0 0 2299,0 0-1182,0 0-1167,0 0-365,4-14 496,5 10-1132,1 1 0,-1 0 0,1 1 1,0-1-1,0 2 0,0 0 0,0 0 0,0 0 0,0 2 0,0-1 0,0 1 0,0 0 0,0 1 0,0 1 0,-1-1 0,1 1 0,-1 1 0,1 0 0,-1 0 0,0 1 0,-1 0 0,1 1 0,-1-1 0,7 8-52,-13-9 16,0 1 1,-1 0-1,0-1 0,0 1 1,0 0-1,0-1 1,-1 1-1,0 0 0,0 0 1,0-1-1,0 1 1,-1 0-1,0 0 0,0-1 1,0 1-1,0-1 1,-1 1-1,0-1 0,0 1 1,0-1-1,-1 0 1,1 0-1,-1 0 0,0 0 1,0-1-1,0 1 1,-1-1-1,1 0 0,-1 1 1,0-2-1,1 1 1,-1 0-1,-1-1 0,1 0 1,0 0-1,-1 0 1,1 0-1,-1-1 0,1 0 1,-2 1-17,56 4-21,-38-6 19,1 0 1,-1 1-1,0 0 1,0 1-1,0 0 1,-1 1-1,1 0 1,-1 1-1,1 0 1,-1 1-1,0 0 1,-1 1-1,1 0 1,-1 1-1,0 0 1,-1 0 0,1 1-1,-2 1 1,1-1-1,-1 1 1,-1 1-1,1-1 1,-1 2-1,-1-1 1,0 0-1,-1 1 1,0 0-1,0 1 1,0 4 1,-2-11 44,0-1-1,-1 1 1,1 0 0,-1 0 0,0 0-1,-1 0 1,1 0 0,-1 0 0,0 1-1,0-1 1,-1 0 0,0 0 0,0 1-1,0-1 1,0 0 0,-1 1-1,0-1 1,0 0 0,0 0 0,-1 1-1,0-1 1,0-1 0,0 1 0,0 0-1,-1 0 1,0-1 0,0 1 0,0-1-1,0 0 1,-1 0 0,0 0 0,0-1-1,0 1 1,0-1 0,0 0 0,-1 0-1,1 0 1,-1-1 0,0 1 0,0-1-1,0 0 1,0-1 0,0 1 0,0-1-1,-3 0-43,-72-1 1141,79 0-1859,1 0-812,1-1-6082,4-5 4992,4 2 1101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36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5217,'0'0'7602,"0"0"-4974,0 0-2153,0 0-375,0 0-123,0 0 154,12 3 2,233 27 1916,-231-28-2086,10 0-1609,-11-7-6635,-8-3 5502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39.1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6065,'0'0'7454,"0"0"-4473,0 0-2095,0 0-652,0 0 14,0 0 403,4 22-138,31 158 601,-33-176-1086,-1 1 1,1 0 0,0-1 0,0 0 0,0 1 0,1-1-1,-1 0 1,1 0 0,0 0 0,0 0 0,1-1 0,-1 1-1,1-1 1,-1 0 0,1 0 0,0 0 0,0-1 0,1 1 0,-1-1-1,1 0 1,-1 0 0,1-1 0,-1 1 0,1-1 0,0 0-1,0 0 1,-1-1 0,1 1 0,0-1 0,0 0 0,0 0-1,0-1 1,0 0 0,-1 1 0,1-2 0,0 1 0,0 0-29,2-5-24,-1 1 0,1-1 0,-1-1 1,0 1-1,-1-1 0,1 0 1,-1 0-1,-1 0 0,1-1 1,-1 0-1,-1 1 0,1-2 1,-1 1-1,-1 0 0,1 0 1,-2-1-1,1 0 0,-1 1 1,0-1-1,-1 0 0,0 1 0,0-1 1,-1 0-1,0 0 0,-2-6 24,-28-19 1279,33 42-1971,155 179 297,-144-171 393,-1 0 0,0 1 0,-1 0 0,-2 0 0,1 1 0,-2 1 0,0-1-1,-2 1 1,0 1 0,-1-1 0,-1 1 0,0 0 0,-2 0 0,0 0-1,-1 4 3,-5-14 8,-1-1 0,1 1 0,-1-1 0,-1 0 0,0 0 0,0-1 0,-1 1 0,0-2 0,0 1 0,-1-1 0,0 0 0,0 0 0,-1-1 0,1 0 0,-1-1 0,-1 0 0,1 0 0,-1-1 0,0 0 0,0-1 0,0 0 0,-4 1-8,-149 33-3472,162-37 3241,0 0 0,-1 0 1,1-1-1,0 1 0,0 0 1,-1-1-1,1 1 0,0-1 1,0 0-1,0 1 0,0-1 1,0 0-1,0 0 0,0 0 1,0 0-1,0 0 0,0 0 1,0 0-1,0 0 0,1 0 1,-1 0-1,0 0 0,1 0 1,-1-1-1,1 1 0,-1 0 1,1 0-1,0-1 0,0 1 1,-1 0-1,1-1 0,0 1 1,0 0-1,0-1 0,0 1 1,1 0-1,-1-1 0,0 1 1,0 0-1,1-1 231,-1-5-34,-1-21-1276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39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 9394,'0'0'216,"0"0"5425,0 0-4713,0 0-744,0 0 665,0 0-129,140 4-104,-105-4-288,-3 0-88,0 0-192,-5-4-64,-4-1 16,-6 1-616,-7-3-2081,-5 0-4656,-3-1 5144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40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1 215 728,'0'0'10378,"0"0"-6785,0 0-2563,0 0-704,0 0 199,0 0 129,2-7-408,87-201-254,-77 308 2722,-13-18-1935,17 179 267,-6-241-1348,2-39-13029,-12-1 10346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37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1 416 7554,'0'0'1741,"0"0"1249,0 0-1472,0 0-1033,0 0-242,0 0 60,0 23 598,2 165 736,-1-181-1603,1-1 1,0 1 0,1-1-1,-1 1 1,1-1-1,0 0 1,1-1 0,-1 1-1,1 0 1,1-1-1,-1 0 1,1 0 0,-1 0-1,1 0 1,1-1-1,-1 0 1,1 0 0,-1-1-1,1 1 1,0-1-1,0 0 1,1-1 0,-1 1-1,1-1 1,-1-1-1,1 1 1,0-1 0,-1 0-1,1-1 1,0 0-1,0 0 1,-1 0 0,1-1-1,0 1 1,0-2-1,-1 1 1,4-2-35,-5 2-3,0-1 0,-1 1 1,1-1-1,0 0 0,-1 0 0,0 0 0,1-1 1,-1 0-1,0 0 0,0 0 0,-1 0 0,1 0 1,-1-1-1,1 0 0,-1 1 0,0-1 0,0 0 1,-1-1-1,1 1 0,-1 0 0,0-1 0,0 0 1,-1 1-1,1-1 0,-1 0 0,0 0 0,0-3 3,6-135-449,-7 139 496,0 1 1,0-1 0,0 1 0,-1-1 0,1 1 0,-1-1 0,0 1 0,0-1 0,-1 1 0,1 0-1,-1 0 1,0 0 0,1-1 0,-1 2 0,0-1 0,-1 0 0,1 0 0,0 1 0,-1-1 0,0 1-1,1 0 1,-1 0 0,0 0 0,-1 0-48,4 25-24,74 203 75,-59-183-66,-2 2 0,-1-1-1,-3 1 1,-1 1 0,-3-1 0,0 41 15,-9-79-2,0 0 0,0-1 0,-1 1 0,1-1 0,-2-1 0,1 1-1,0-1 1,-1 1 0,0-2 0,0 1 0,-1-1 0,1 0 0,-1 0 0,0 0 0,0-1 0,0 0 0,0-1 0,-1 0-1,1 0 1,-1 0 0,-6 0 2,5 1-13,-171 45-139,179-48-30,0-1 1,0 1 0,0-1-1,0 1 1,0-1 0,0 0-1,1 1 1,-1-1 0,0 0-1,1 0 1,-1 0 0,0 1-1,1-1 1,-1 0 0,1 0-1,-1 0 1,1 0 0,0 0-1,-1 0 1,1 0-1,0 0 1,0 0 0,-1 0-1,1 0 1,0 0 0,0 0-1,0 0 1,0 0 0,1 0-1,-1 0 1,0 0 0,0 0-1,1 0 1,-1 0 0,0 0-1,1 0 1,-1 0 0,1 0-1,-1 0 1,1 0 0,0 0-1,-1 1 1,1-1 0,0 0-1,-1 0 1,1 1-1,0-1 1,0 0 0,0 1-1,0-1 182,23-35-5502</inkml:trace>
  <inkml:trace contextRef="#ctx0" brushRef="#br0" timeOffset="645.952">433 21 5961,'0'0'1618,"0"0"2339,0 0-1742,0 0-1244,0 0-287,0 0 84,27-5 1063,-22 2-1809,1 1 0,-1 0-1,0 0 1,0 0 0,1 1 0,-1 0-1,1 0 1,-1 0 0,1 1-1,0-1 1,-1 1 0,1 1 0,-1-1-1,1 1 1,-1 0 0,1 0-1,-1 1 1,1-1 0,-1 1 0,0 0-1,0 1 1,0-1 0,0 1 0,0 0-1,-1 0 1,1 1 0,-1-1-1,0 1 1,0 0 0,0 0 0,0 1-1,-1-1 1,0 1 0,0 0 0,0-1-1,0 1 1,-1 0 0,1 3-22,0 0 4,-1 1 1,1 0-1,-2-1 1,1 1 0,-1 0-1,-1 0 1,1 0-1,-2 0 1,1 0-1,-1 0 1,0-1 0,-1 1-1,0 0 1,-1-1-1,1 1 1,-2-1-1,1 0 1,-1 0 0,0 0-1,-1 0 1,-2 3-5,5-9 2,1 0 0,0-1 1,0 1-1,0 0 1,0 0-1,0 0 0,0 0 1,0 0-1,1 0 0,-1 0 1,1 1-1,0-1 0,-1 0 1,1 0-1,0 0 1,0 0-1,1 1 0,-1-1 1,0 0-1,1 0 0,-1 0 1,1 0-1,0 0 0,-1 0 1,1 0-1,0 0 1,0 0-1,0 0 0,1 0 1,-1 0-1,0-1 0,1 1 1,-1-1-1,1 1 0,0-1 1,-1 1-1,1-1 1,0 0-1,0 0 0,0 0 1,0 0-1,0 0 0,0 0 1,0-1-1,0 1 1,0 0-3,110 21 136,-102-20-131,-3-2-307,96 8 469,-61-12-6338,-38 1 207,-2-3 1281</inkml:trace>
  <inkml:trace contextRef="#ctx0" brushRef="#br0" timeOffset="1118.682">1058 732 4961,'0'0'1923,"0"0"1248,0 0-1629,0 0-952,0 0-197,0 0 481,13 4 202,233 14 2106,-125-18-3550,-98-9-7190,-15 1 4341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42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1226 5329,'0'0'1843,"0"0"2302,0 0-1491,0 0-1444,0 0-577,0 0-77,14 2 312,180-10 2200,-78-12-2323,-38 15-3071,-70 28-7718,-8-12 8573</inkml:trace>
  <inkml:trace contextRef="#ctx0" brushRef="#br0" timeOffset="257.99">84 1406 6729,'0'0'130,"0"0"-36,0 0 448,0 0 1710,0 0-435,0 0-416,8 12-288,30 35-32,60-24 1104,-56-18-2409,75 4 1363,-79-10-3817,-2-3-3285,-25 0 3274</inkml:trace>
  <inkml:trace contextRef="#ctx0" brushRef="#br0" timeOffset="1135.069">1144 829 5313,'0'0'724,"0"0"-920,0-22-452,3-159 87,31 13 1100,-2 9 3348,-17-2 3624,-14 156-7303,0 0 1,0 0 0,-1 0-1,0 0 1,0 0-1,0 0 1,-1 0 0,1 0-1,-1 1 1,-1-1-1,1 0 1,0 0 0,-1 1-1,0-1 1,0 1-1,-1-1 1,1 1 0,-1 0-1,0 0 1,0 0-1,0 0 1,0 1 0,-1-1-1,0 1 1,0 0-1,1 0 1,-2 0 0,1 1-1,0-1 1,0 1-1,-1 0 1,0 0 0,1 1-1,-1-1 1,0 1-1,-4-1-208,3 2 26,-1 0 0,1 1 0,0 0 0,-1 0 0,1 0 0,0 1 0,0 0 0,0 0 0,0 0 0,0 1-1,1 0 1,-1 0 0,1 0 0,-1 1 0,1 0 0,1 0 0,-1 0 0,0 1 0,1 0 0,0-1-1,0 1 1,0 1 0,1-1 0,0 0 0,0 1 0,0 0 0,1 0 0,-1 0-26,-48 183-107,44-122 122,4 1-1,2-1 0,3 1 1,4-1-1,2 0 0,3 0 1,3-1-1,20 55-14,20 47 56,-8 2 1,-7 2-1,0 46-56,-15 1 211,-10 0 0,-10 136-211,-3-348 13,0-1 0,0 1 1,-1 0-1,0 0 0,-1 0 1,1 0-1,-1 0 0,0-1 1,-1 1-1,0 0 0,0-1 1,0 1-1,-1-1 0,0 0 1,0 0-1,-1 0 0,1 0 1,-1 0-1,-1-1 0,1 0 1,-1 0-1,0 0 0,0 0 1,0-1-1,-1 0 0,1 0 1,-1 0-1,0-1 0,0 1 1,0-2-1,-1 1 0,-6 1-12,-19-5-4,0-2 1,1-1 0,-1-2-1,1-1 1,0-1 0,0-2-1,1-1 1,1-1 0,-21-12 2,21 11-125,-63-41-3917,61-9-6843,29 31 7754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41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93 450 5657,'0'0'666,"0"0"-385,0 0 205,0 0 1582,0 0-193,0 0-495,3-1-245,7-4 6316,-20 13-3237,1 2-5850,-1 1 1650,1 0-1,1 1 1,0-1-1,0 2 1,2-1-1,-1 1 1,1 0 0,1 1-1,1-1 1,0 1-1,0 0 1,1 0-1,1 0 1,1 1 0,0-1-1,0 0 1,2 2-14,0-13-2,0 0 0,0 0 0,1 0 0,-1 0 0,1 0 0,0-1 0,0 1 0,0-1 0,0 1 0,0-1 0,0 0 0,1 1 0,-1-1 0,1 0 0,-1-1 0,1 1 0,0 0 0,0-1 0,0 0 0,0 0 0,0 0 0,0 0 0,0 0 0,0 0 0,0-1 1,1 1-1,-1-1 0,0 0 0,0 0 0,1 0 0,-1-1 0,0 1 0,0-1 2,107-27-107,-100 22 27,1-1 0,-2 0 0,1 0 0,-1-1 0,0 0 0,0-1 0,-1 0 0,0 0 0,-1-1 0,0 0 0,-1 0 0,1-1-1,-2 0 1,0 0 0,0 0 0,-1 0 0,-1-1 0,1 0 0,-2 0 0,0 0 0,0 0 0,-1 0 0,-1-8 80,-2 15-59,0 1 0,0-1 0,-1 0 0,0 1 0,0 0 0,0-1 0,0 1-1,-1 0 1,0 1 0,0-1 0,0 1 0,0-1 0,0 1 0,0 0 0,-1 1 0,0-1-1,1 1 1,-1 0 0,0 0 0,0 1 0,0-1 0,0 1 0,-1 0 0,1 0-1,0 1 1,0 0 0,-1 0 0,1 0 0,0 0 0,0 1 0,-1 0 0,1 0 0,0 0-1,0 1 1,0 0 0,0 0 0,1 0 0,-1 0 0,0 1 0,-2 2 59,1-1-103,0 1 0,1 0 0,0 1 1,0-1-1,1 1 0,-1 0 0,1 0 0,1 1 0,-1-1 1,1 1-1,0 0 0,0 0 0,1 0 0,0 0 1,0 0-1,1 0 0,0 0 0,0 1 0,1-1 1,0 1-1,0 2 103,24 11-6421,36-44 1482,-33-3 235</inkml:trace>
  <inkml:trace contextRef="#ctx0" brushRef="#br0" timeOffset="306.074">130 10 5265,'0'0'2249,"0"0"4065,0 0-3702,0 0-1520,0 0-412,0 0-89,-7-4-226,-19-1-78,45 46 614,-4-12-102,35 81 125,-6 1 1,-4 3-1,-6 1 0,2 28-924,1-49-595,-14-136-13036,-16 5 8574</inkml:trace>
  <inkml:trace contextRef="#ctx0" brushRef="#br0" timeOffset="869.758">558 337 7370,'0'0'1460,"0"0"3113,0 0-2574,0 0-1631,0 0-67,0 0 389,0 26 279,17 196 385,-16-218-1337,0 0 1,1 1-1,-1-1 0,1 0 0,0 0 0,0 0 1,0 0-1,0 0 0,1 0 0,-1 0 1,1-1-1,0 0 0,0 1 0,1-1 0,-1 0 1,1 0-1,-1-1 0,1 1 0,0-1 1,0 0-1,0 0 0,0 0 0,0 0 1,1-1-1,-1 0 0,0 0 0,1 0 0,-1 0 1,1-1-1,-1 0 0,1 1 0,-1-2 1,1 1-1,-1 0 0,1-1 0,-1 0 0,1 0 1,-1 0-1,0-1 0,1 0 0,-1 1 1,0-1-1,0-1 0,-1 1 0,1-1 0,0 1 1,-1-1-1,3-2-17,3-10-29,-1 0 0,0-1 0,-1 0 0,-1-1 0,-1 1 0,0-1 1,-1 0-1,0 0 0,-2-1 0,0 1 0,-1-1 0,-1 1 0,0-1 0,-2 1 0,-1-11 29,2-27 407,1 55-253,0 0-160,0 41-446,-1-24 455,1 0-1,1 0 1,0 0-1,2 0 1,0 0-1,0 0 1,2-1-1,0 1 1,1-1 0,3 6-3,9 10 7,-2 0 1,-2 1 0,0 0-1,-3 1 1,0 1 0,-3-1-1,0 2 1,-3-1 0,0 9-8,-4-28 3,0-10 0,1 0-1,-1 1 1,0-1-1,-1 0 1,1 1-1,-1-1 1,-1 1-1,1-1 1,-1 1-1,0-1 1,-1 0-1,1 1 1,-1-1-1,0 0 1,-1 0-1,0 0 1,0-1-1,0 1 1,0-1-1,-1 1 1,0-1-1,0 0 1,-1 0-1,1-1 1,-1 1 0,0-1-1,0 0 1,0-1-1,-1 1 1,-3 1-3,-20 4-894,0-2 1,-1-2-1,1 0 1,-1-2 0,0-1-1,0-2 1,0-1 0,-14-2 893,-2-5-2770,15-8 1143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44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5 984,'0'0'7555,"0"0"-1295,0 0-4003,0 0-1559,0 0-443,0 0 404,4 1 133,200 3 2824,-121-10-5763,-28 3-9207,-75 3 8917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45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0 291 6785,'0'0'4848,"0"0"-2763,0 0-953,0 0 17,0 0 534,0 0 571,2-8-763,6-14-1210,0-8-233,2 0 1,1 1 0,1 0-1,2 1 1,1 1 0,1 0-1,1 1 1,6-6-49,-23 32 24,1 0 0,-1-1 1,1 1-1,0 0 0,0-1 0,-1 1 1,1 0-1,0 0 0,0 0 1,-1 0-1,1-1 0,0 1 0,0 0 1,-1 0-1,1 1 0,0-1 0,0 0 1,0 0-1,-1 0 0,1 0 1,0 1-1,-1-1 0,1 0 0,0 1 1,-1-1-1,1 0 0,0 1 0,-1-1 1,1 1-1,0-1 0,-1 1 1,1-1-1,-1 1 0,1 0 0,-1-1 1,0 1-1,1-1 0,-1 1 1,1 0-1,-1 0 0,0-1 0,0 1 1,1 0-1,-1-1 0,0 1 0,0 0 1,0 0-1,0 0 0,0-1 1,0 1-1,0 0 0,0 0 0,0-1 1,0 1-1,-1 0 0,1 0 1,0-1-1,0 1 0,-1 0 0,1-1 1,0 1-1,-1 0 0,1 0-24,0 4 20,15 168 1421,23 109 766,-17-263-2939,-6-62-986,-6-98-5102,-22 1-4064,-7 31 6289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46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5233,'0'0'2209,"0"0"3086,0 0-2709,0 0-1659,0 0-356,0 0 446,2-13 2496,5 7-3446,0 0 0,0 1 0,0 0-1,1 1 1,0-1 0,0 1 0,0 1-1,0 0 1,0 0 0,1 0 0,0 1-1,-1 0 1,1 1 0,0 0 0,0 1-1,0-1 1,2 2-67,-8-1-4,1 1 1,0 0-1,-1 0 0,1 0 1,-1 0-1,1 0 0,-1 1 0,1 0 1,-1 0-1,0 0 0,0 0 0,0 0 1,0 0-1,0 1 0,0-1 1,-1 1-1,1 0 0,-1 0 0,0 0 1,0 0-1,0 1 0,0-1 1,-1 0-1,1 1 0,-1-1 0,0 1 1,0-1-1,0 1 0,0 0 1,-1 0 3,8 118-66,-77 65 200,72-183-116,1 0 0,-1 0 0,1 0 0,0 0 0,0-1-1,1 1 1,-1-1 0,1 0 0,0-1 0,-1 1 0,1-1-1,0 0 1,1 0 0,-1 0 0,0-1 0,0 0-1,1 0 1,-1 0 0,1-1 0,-1 0 0,1 0 0,4 0-18,21 3 31,1-1 0,-1-2 1,1-1-1,-1-1 1,1-2-1,-1-1 1,3-2-32,-34 6 8,-1 1 0,1 0 0,0 0 1,0 0-1,-1-1 0,1 1 1,0 0-1,0-1 0,0 1 1,-1 0-1,1 0 0,0-1 0,0 1 1,0 0-1,0-1 0,0 1 1,0 0-1,0-1 0,0 1 1,0 0-1,0-1 0,0 1 0,0-1 1,0 1-1,0 0 0,0-1 1,0 1-1,0 0 0,0-1 1,0 1-1,0 0 0,0 0 0,1-1 1,-1 1-1,0 0 0,0-1 1,0 1-1,1 0 0,-1 0 1,0-1-1,0 1 0,1 0 0,-1 0 1,0-1-1,0 1 0,1 0 1,-1 0-1,1 0-8,-36-7-74,22 6-344,-40 6-771,41 6-2603,5 7-3640,6-4 3588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49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16187,'0'0'2761,"0"0"-2025,0 0-688,0 0 8,0 0 528,0 0 24,0 0-239,3 0-169,19 2 40,5 0-176,5-2 152,3 0-208,-5 0 64,-1 0-72,-6 0-8,4 0-640,-7 0-2193,-6-2-3064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50.5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11803,'0'0'1943,"0"0"-807,0 0-827,0 0-177,0 0 366,1 22 567,-1-20-1038,0 31 265,1 1-1,1 0 0,3-1 0,0 0 0,2 0 0,1 0 0,2-1 0,1 0 0,2 0 0,11 18-291,-21-46 30,0-1-1,0 0 1,0 0-1,1 0 1,-1 0 0,1 0-1,0-1 1,0 0-1,0 0 1,0 0-1,0 0 1,0-1 0,0 1-1,1-1 1,-1 0-1,1 0 1,-1-1-1,0 0 1,1 1-1,-1-1 1,1-1 0,-1 1-1,1-1 1,-1 1-1,1-1 1,-1-1-1,0 1 1,1 0 0,-1-1-1,2-1-29,109-77 217,-110 75-266,-1 0 0,1 0-1,-1-1 1,0 1 0,-1-1-1,0 0 1,0 0-1,0 0 1,0-1 0,-1 1-1,0 0 1,0-1 0,-1 0-1,0 1 1,0-1-1,-1 0 1,0 1 0,0-1-1,0 0 1,-1 0-1,0 1 1,0-1 0,0 0-1,-1 1 1,0-1 0,-1 1-1,1 0 1,-1 0-1,-1 0 1,1 0 0,-1 0-1,0 1 1,0 0 0,0 0-1,-1 0 1,0 0-1,-3-2 50,-80-43 2462,88 60-2064,93 161-346,-69-122-58,-1 0 0,-2 2-1,-3 1 1,-2 0 0,-3 1 0,-1 0 0,-3 1 0,-3 0 0,0 40 6,-9-91 5,0 0-1,0-1 1,0 1-1,0-1 1,-1 0 0,1 0-1,-1 0 1,0 0 0,1-1-1,-1 1 1,0-1-1,0 0 1,0 0 0,0-1-1,0 1 1,0-1-1,0 0 1,0 0 0,0 0-1,0 0 1,0-1-1,0 0 1,0 0 0,-3-1-5,-8 2-16,11 0-105,0 1 0,0-1 0,-1 0 0,1 0 1,0-1-1,0 1 0,0-1 0,0 0 0,0 0 1,1 0-1,-1-1 0,0 1 0,0-1 0,1 0 0,-1 0 1,1 0-1,-1-1 0,1 1 0,0-1 0,0 0 1,0 0-1,1 0 0,-1 0 0,1 0 0,-1 0 0,1-1 1,0 1-1,0-1 0,1 0 0,-1 1 0,1-1 1,-1 0-1,1 0 0,1 0 0,-1 0 0,0 0 0,1-3 121,-6-51-5229,5-3 574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51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51 3913,'0'0'2771,"0"0"1314,0 0-2357,0 0-1154,0 0 83,22-7 211,180-37 1297,-200 45-2155,-1-1-1,1 1 1,0-1-1,-1 1 1,1 0 0,-1-1-1,1 1 1,-1 0-1,1 0 1,-1 0 0,1 0-1,-1 0 1,0 0 0,0 1-1,0-1 1,1 0-1,-1 1 1,0-1 0,-1 1-1,1-1 1,0 1 0,0-1-1,-1 1 1,1 0-1,-1-1 1,1 1 0,-1 0-1,0 0 1,1-1-1,-1 1 1,0 0 0,0-1-1,0 1 1,-1 0 0,1 0-1,0-1 1,-1 1-1,1 0 1,-1-1 0,0 2-10,-21 71 591,13-58-480,-1-3-49,2 0 0,-1 0 0,2 0 0,0 1 0,1 0 0,0 0 0,1 1 0,0 0-1,2 0 1,-1 0 0,2 0 0,0 1 0,1-1 0,1 0 0,0 4-62,4-14 39,1 0-1,-1 0 0,1 0 0,0-1 0,0 1 1,1-1-1,-1 0 0,1-1 0,0 0 0,0 1 0,0-2 1,1 1-1,-1-1 0,0 0 0,1 0 0,0-1 1,-1 0-1,1 0 0,0 0 0,0-1 0,-1 0 1,1-1-1,0 1 0,0-1 0,0-1-38,9 3-39,48-5 1174,-52-26-5298,-19 19-2168,-9 2-106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51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40 12051,'0'0'5583,"0"0"-3877,0 0-1176,0 0-364,0 0 96,0 0 502,-4-8 48,-14-23-537,43 30 142,8 12-542,0-2 0,0-2 0,0-1 0,1-1 0,0-2 0,0-1 0,0-2 0,29-4 125,-29-11-11014,-24 2 3047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52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9 629 10522,'0'0'4764,"0"0"-2384,0 0-1290,0 0-610,0 0-20,0 0 70,-2 4 7,0 5-399,0 0 0,1 1 0,0-1 0,1 1 0,0-1-1,0 1 1,1-1 0,1 1 0,-1-1 0,1 0 0,1 1 0,0-1 0,0 0 0,3 5-138,3 14 243,-6-19-195,-1 6-4,2 0 1,0 1 0,1-1-1,1-1 1,0 1-1,1-1 1,0 0-1,1-1 1,1 1 0,0-2-1,1 1 1,7 5-45,-14-15 2,1-1 1,0 0-1,0 0 1,0 0-1,0 0 0,0-1 1,0 0-1,1 0 1,-1 0-1,0 0 1,1-1-1,-1 1 1,0-1-1,1 0 1,-1-1-1,0 1 1,1-1-1,-1 0 1,0 0-1,1 0 0,-1 0 1,0-1-1,0 0 1,0 1-1,0-2 1,-1 1-1,1 0 1,0-1-1,-1 0 1,0 1-1,1-2 1,-1 1-1,0 0 0,-1 0 1,3-3-3,76-137-152,-66-54 72,-15 195 102,-1-1-1,1 1 0,-1-1 1,0 1-1,0-1 0,0 1 0,0 0 1,0 0-1,-1-1 0,1 1 1,-1 0-1,1 0 0,-1 0 1,0 1-1,0-1 0,1 0 0,-1 1 1,0-1-1,-1 1 0,1-1 1,0 1-1,0 0 0,-1 0 0,1 0 1,0 0-1,-1 1 0,1-1 1,-1 1-1,1-1 0,-1 1 1,1 0-1,-1 0 0,-2 0-21,5 12-47,18 148 62,62 4-202,-63-137 137,-1 0 0,-2 1 0,-1 1 0,-1 0 0,-2 1 0,0 0 0,-2 0 0,-2 1 0,-1 0 0,1 16 50,-6-42 24,1-1 0,-1 0 0,0 0-1,0 0 1,0 0 0,0 0 0,-1 0-1,0 0 1,0 0 0,0 0 0,0 0-1,-1 0 1,1 0 0,-1 0 0,0-1-1,0 1 1,0-1 0,-1 1 0,1-1-1,-1 0 1,0 0 0,0 0 0,0 0-1,0-1 1,0 1 0,-1-1 0,1 0-1,-1 0 1,0 0 0,1 0 0,-4 0-25,-14 6 58,0-1 1,-1-1-1,-1-1 0,1-1 0,0-1 0,-1-1 0,0-1 0,-3-1-57,-9-9-2236,16-20-5671,15 3 468</inkml:trace>
  <inkml:trace contextRef="#ctx0" brushRef="#br0" timeOffset="2215.29">750 69 4673,'0'0'1036,"0"0"256,0 0 2060,0 0-1585,0 0-401,0 0-293,-10-14-25,-33-41 127,43 56-1109,0-1 0,0 1 0,0-1 0,-1 1 0,1 0 0,0-1 0,0 1 0,-1-1 0,1 1 0,0-1-1,-1 0 1,1 1 0,0-1 0,-1 1 0,1-1 0,-1 1 0,1-1 0,-1 0 0,1 1 0,-1-1 0,1 0 0,-1 0 0,1 1-1,-1-1 1,1 0 0,-1 0 0,1 0 0,-1 0 0,1 0 0,-1 0 0,0 0 0,1 0 0,-1 0 0,1 0 0,-1 0 0,0 0 0,1 0-1,-1 0 1,1 0 0,-1-1 0,1 1 0,-1 0 0,1 0 0,-1-1 0,1 1 0,-1-1-66,1 5-91,50 163 1708,-31-124-1395,0 2-41,21 42-6,-3 1-1,-4 2 1,-4 1 0,-4 2-1,-4 0 1,-4 2-1,4 94-174,-21-185-14,2 15-99,-1-1 0,-1 0 0,-1 1-1,-1-1 1,0 0 0,-1 0 0,-1 0 0,-1 0-1,-1-1 1,0 1 0,-1-2 0,-1 1-1,0-1 1,-1 0 113,-51 59-4102,-14-2-3928,12-21 3052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53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148 443 5537,'0'0'1395,"0"0"2063,0 0-941,0 0-674,0 0-707,0 0-224,-14 2-41,7-1-755,3-1-65,1 0 1,-1 0-1,1 1 0,-1 0 0,1-1 0,-1 1 0,1 0 1,-1 1-1,1-1 0,0 1 0,-1-1 0,1 1 0,0 0 1,0 0-1,0 0 0,1 1 0,-1-1 0,1 1 0,-1 0 1,1-1-1,0 1 0,0 0 0,0 0 0,0 0 0,0 1 1,1-1-1,-2 3-51,-4 17 202,2 0-1,0 0 1,1 0 0,1 0 0,1 1 0,1-1 0,1 1-1,3 11-201,-3-29 23,0 1 0,1-1 0,0 1 0,1-1 0,-1 0-1,1 0 1,0 0 0,1 0 0,-1 0 0,1 0 0,0-1 0,1 1-1,-1-1 1,1 0 0,0 0 0,0 0 0,1 0 0,0-1-1,0 0 1,0 0 0,0 0 0,0 0 0,1-1 0,-1 0 0,1 0-1,0-1 1,0 0 0,0 0 0,0 0 0,1 0 0,-1-1-1,0 0 1,1-1-23,0 2-4,0-2 0,0 1 0,0-1 1,1 0-1,-1 0 0,0-1 0,0 0 0,0 0 0,0-1 0,0 1 0,0-2 0,0 1 0,-1-1 0,1 0 0,-1 0 1,0-1-1,0 0 0,0 0 0,0 0 0,0-1 0,-1 0 0,0 0 0,0 0 0,-1-1 0,1 0 0,-1 0 0,0 0 0,-1 0 1,0 0-1,0-1 0,0 1 0,0-1 0,-1 0 0,0-3 4,0 1-35,-2 0 0,1 0 1,-1 0-1,0-1 0,-1 1 1,0 0-1,-1 0 0,0 0 1,0 0-1,-1 1 0,0-1 0,0 0 1,-1 1-1,0 0 0,0 0 1,-1 0-1,-1 1 0,1-1 0,-1 1 1,0 1-1,0-1 0,-1 1 1,0 0-1,0 0 0,-1 1 1,1 0-1,-1 0 0,0 1 0,-1 0 1,1 0-1,-1 1 0,1 0 1,-1 1-1,0 0 0,0 0 0,0 1 1,0 0-1,0 1 0,-6 0 35,10-1-162,0 1-1,0-1 1,-1 2 0,1-1-1,0 0 1,0 1-1,0 0 1,0 0-1,0 1 1,0 0 0,0-1-1,0 1 1,0 1-1,1-1 1,-1 1-1,1 0 1,0 0-1,-1 0 1,2 1 0,-1-1-1,0 1 1,1 0-1,-1 0 1,1 0-1,0 0 1,1 1 0,-1-1-1,1 1 1,0 0-1,0 0 1,0 0-1,0 0 1,1 0 0,0 0-1,0 5 163,1-8-222,0 1 0,0-1-1,0 0 1,0 0 0,1 1 0,-1-1-1,1 0 1,-1 0 0,1 0-1,0 1 1,0-1 0,0 0 0,0 0-1,0 0 1,1-1 0,-1 1 0,1 0-1,-1 0 1,1-1 0,-1 1 0,1-1-1,0 1 1,0-1 0,0 0 0,0 0-1,0 0 1,0 0 0,0 0 0,0 0-1,0 0 1,1-1 0,-1 1 0,0-1-1,0 0 1,1 1 0,-1-1 0,0 0-1,1 0 223,34 3-4717</inkml:trace>
  <inkml:trace contextRef="#ctx0" brushRef="#br0" timeOffset="301.676">279 47 6009,'0'0'5955,"0"0"-2780,0 0-1641,0 0-603,0 0-4,0 0-307,-13-12-152,7 7-411,-35-24 38,40 29-88,0 1 1,0-1-1,0 0 0,0 1 0,0-1 0,0 1 1,0-1-1,0 1 0,0 0 0,0 0 1,0-1-1,1 1 0,-1 0 0,0 0 0,0 0 1,1 0-1,-1 0 0,1 0 0,-1 0 1,1 0-1,-1 0 0,1 0 0,-1 0 0,1 0 1,0 0-1,0 0 0,-1 0 0,1 0 1,0 0-1,0 1 0,0-1 0,0 0 0,1 0 1,-1 0-1,0 0 0,0 0 0,1 0 1,-1 0-1,0 0 0,1 1 0,-1-1 0,1 0 1,0-1-1,-1 1 0,1 0 0,0 0 1,-1 0-1,1 0 0,0 0 0,1 0-7,152 469 3502,-135-414-3420,-10-27-150,1 0 1,1 0-1,1-1 0,2 0 1,1-1-1,1-1 0,9 10 68,20-2-3572,9-35-9935,-38-12 11113</inkml:trace>
  <inkml:trace contextRef="#ctx0" brushRef="#br0" timeOffset="847.612">726 538 3017,'0'0'8923,"0"0"-5333,0 0-2292,0 0-814,0 0-162,0 0 261,7 14 195,11 33-131,-13-29-596,1 0 0,1-1 0,0 1 0,1-1-1,1-1 1,0 0 0,2 0 0,-1-1 0,2 0 0,0-1-1,1 0 1,0-1 0,4 2-51,-12-12 11,-1-1 1,1 0-1,0 0 0,0 0 1,0-1-1,0 1 0,0-1 0,0 0 1,0-1-1,1 1 0,-1-1 1,0 0-1,0-1 0,0 1 1,1-1-1,-1 0 0,0 0 1,0-1-1,0 1 0,0-1 1,-1 0-1,1-1 0,0 1 0,-1-1 1,1 0-1,-1 0 0,0 0 1,0 0-1,0-1 0,-1 0 1,1 0-1,-1 0 0,0 0 1,0 0-1,0-1 0,-1 1 0,1-1 1,0-4-12,6-8 19,-1-1 0,0-1 0,-2 1 1,0-1-1,-2-1 0,0 1 0,-1 0 1,0-1-1,-2-13-19,-1-35 1910,-12 81-1193,3 209-585,14-194-126,0-1 0,1 1 0,2-1 0,1 0 0,1-1 0,1 0 0,3 3-6,-1-4 6,-2 1 0,-1 0 0,-1 0 0,-1 1 0,-1 0 0,-2 0 0,1 10-6,-5-30 3,0 0 0,-1-1 0,0 1 0,0 0 0,0-1 1,-1 1-1,0 0 0,0-1 0,-1 1 0,0-1 0,0 1 0,0-1 0,-1 0 0,0 0 0,0 0 0,-1 0 0,1-1 0,-1 1 0,0-1 1,-1 0-1,1 0 0,-1 0 0,0-1 0,-1 0 0,1 0 0,0 0 0,-1 0 0,0-1 0,0 0 0,0 0 0,0-1 0,-1 0 0,1 0-3,-10 4-170,0 0 0,0-1-1,-1-1 1,1-1 0,-1 0-1,1-2 1,-1 0-1,0 0 1,0-1 0,-5-2 170,-67-21-4908,6-24-3641,37 12 6460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49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160 621 7218,'0'0'981,"0"0"194,0 0 2008,0 0-1380,0 0-880,0 0-129,3 4 4784,0-9-5561,-1 1-1,1-1 1,0 0-1,0 1 0,0 0 1,0 0-1,1 0 1,0 0-1,0 0 1,0 1-1,0-1 1,1 1-1,-1 0 0,1 1 1,-1-1-1,1 1 1,0 0-1,0 0 1,0 0-1,1 1 1,-1 0-1,0 0 0,0 0 1,1 1-1,-1-1 1,0 1-1,1 1 1,-1-1-1,0 1 0,1 0 1,-1 0-1,0 0 1,0 1-1,0 0 1,0 0-1,0 0 1,0 0-1,0 1 0,-1 0 1,0 0-1,1 0 1,-1 1-1,0-1 1,0 1-1,-1 0 0,2 1-16,4 9-10,-1 1-1,0 0 1,-1 0-1,0 0 0,-1 1 1,-1 0-1,-1 0 1,0 1-1,-1-1 0,-1 1 1,0 0-1,-2 0 0,1-1 1,-2 1-1,0 0 1,-2 0-1,1-1 0,-2 1 1,0-1-1,-1 0 1,-1 0-1,0-1 0,-1 1 1,-1-1-1,0-1 0,-11 14 11,17-26-40,-1 0 0,1 0-1,-1 0 1,0 0 0,0-1-1,0 1 1,0-1 0,0 1 0,0-1-1,-1 0 1,1 0 0,0-1-1,0 1 1,-1-1 0,1 0-1,-1 1 1,1-2 0,0 1-1,-1 0 1,1-1 0,0 1-1,0-1 1,-1 0 0,1 0-1,0 0 1,0 0 0,0-1-1,0 1 1,0-1 0,0 0 0,0 0-1,1 0 1,-1 0 0,1-1-1,-1 1 1,1 0 0,0-1-1,0 0 1,0 1 0,0-1-1,1 0 1,-1 0 0,1 0-1,0 0 1,0-1 0,0 1-1,0 0 1,0 0 0,1-1-1,-1 1 1,1 0 0,0-1-1,0 1 1,0 0 0,0-1 0,1 1 40,28 4-435,224 72 526,12-63-90,-238-22-876,-16-6-3570,-6 3-6369</inkml:trace>
  <inkml:trace contextRef="#ctx0" brushRef="#br0" timeOffset="5943.821">271 1 5777,'0'0'922,"0"0"953,0 0-103,0 0-866,0 0-653,0 0-110,-10 0 126,5 0-198,2 0-7,0 0-1,0 0 1,0 0 0,0 0-1,0 1 1,0-1-1,0 1 1,0 0-1,0 0 1,0 0-1,1 0 1,-1 0-1,0 0 1,1 1-1,-1-1 1,1 1-1,-1 0 1,1 0-1,0 0 1,0 0-1,0 0 1,0 0-1,0 1 1,0-1-1,0 1-63,-27 57 847,1 1 1,4 2-1,2 0 0,3 1 0,2 1 0,4 1 0,3 0 0,2 0 1,3 4-848,3-46 132,-3 11 39,1 1 0,2-1-1,1 0 1,2 1 0,2-1-1,1 0 1,1 0-1,2 0 1,2 0 0,1-2-1,1 1 1,15 29-171,-13-39-132,1 0 1,2 0-1,0-1 0,1-1 1,1-1-1,1 0 1,1-1-1,1-2 0,0 0 1,21 13 131,-36-29-2428,-2-8-11196,-3 2 12089,-1 3 1630,0-10-2596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56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5945,'0'0'1883,"0"0"3246,0 0-2588,0 0-1591,0 0-364,0 0 84,5 0 802,394-7 2008,-377 23-5738,-43 23-5628,-4-23 3133,-1-5 1283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57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7618,'0'0'1088,"0"0"2865,0 0-2193,0 0-248,0 0-239,136 7 71,-101-7 200,0 0-856,-3 0-183,0 0-449,-3 0-56,-4 0-152,0 4 7,0 5-775,-3 0-432,5-9-952,-2 0-2962,-3 0-1231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8:58.2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88 6649,'0'0'318,"0"0"278,0 0 1659,0 0-49,0 0-631,0 0-412,5-10 2108,23-36-2959,-24 43-310,0-1 0,1 1 0,0 0-1,0 0 1,-1 1 0,2-1 0,-1 1 0,0 0 0,0 1-1,1-1 1,-1 1 0,0 0 0,1 0 0,0 1-1,-1-1 1,1 1 0,-1 1 0,1-1 0,-1 1-1,1 0 1,-1 0 0,1 0 0,-1 1 0,0 0-1,0 0 1,0 0 0,0 1 0,0 0 0,0 0-1,0 0 1,-1 0 0,0 1 0,0 0 0,0-1-1,0 2 1,0-1 0,-1 0 0,0 1 0,0-1 0,0 1-1,0 0 1,-1 0 0,0 0 0,0 1 0,0-1-1,-1 0 1,1 1 0,-1 0-2,7 16-48,-1-1 0,-1 1 0,0 0 0,-2 0 1,-1 1-1,0 0 0,-2-1 0,-1 1 0,0 0 0,-2-1 0,0 1 1,-2-1-1,-1 1 0,0-1 0,-2-1 0,0 1 0,-1-1 0,-11 19 48,17-36-41,0 0-1,0-1 0,0 1 0,0-1 0,-1 0 0,1 0 1,-1 0-1,0 0 0,0 0 0,0 0 0,0-1 0,0 1 1,0-1-1,-1 0 0,1 0 0,-1-1 0,0 1 1,0-1-1,1 1 0,-1-1 0,0 0 0,0-1 0,0 1 1,0-1-1,0 1 0,0-1 0,0 0 0,0-1 0,0 1 1,0-1-1,0 0 0,0 0 0,0 0 0,0 0 0,0-1 1,1 1-1,-1-1 0,1 0 0,-1 0 0,1 0 0,0-1 1,0 1-1,0-1 0,0 0 0,0 0 0,0 0 0,1 0 1,-1 0-1,1-1 0,0 1 0,0-1 0,0 0 42,-24-102 630,106 109-281,-55 6-341,-3 1 15,0-2 0,0 0 0,1-2 0,0 0 0,0-2 0,1 0 1,22 0-24,77-26-449,-75-7-3306,-17 2-5496</inkml:trace>
  <inkml:trace contextRef="#ctx0" brushRef="#br0" timeOffset="633.362">596 32 2481,'0'0'4678,"0"0"1327,0 0-3231,0 0-1686,0 0-482,0 0-90,-1 8 71,-3 11-417,1-1 0,1 1 0,0-1 0,2 1 0,0 0 0,1 0 0,1-1 0,1 1 0,0-1 0,2 0 0,0 0 0,1 0 0,0 0 0,2-1 0,0 0 0,1-1 0,0 0 0,2 0 0,0-1 0,0 0 0,1-1 0,4 2-170,-13-13 6,2 0-1,-1 0 0,0 0 0,1 0 0,-1-1 0,1 0 0,0 0 0,0 0 0,0-1 1,0 1-1,0-1 0,0 0 0,0-1 0,0 1 0,0-1 0,0 0 0,1-1 0,-1 1 1,0-1-1,0 0 0,0 0 0,0 0 0,0-1 0,0 0 0,-1 0 0,1 0 0,0 0 0,-1-1 1,1 0-1,-1 0 0,0 0 0,0 0 0,0-1 0,-1 1 0,1-1 0,-1 0 0,0 0 1,0-1-1,0 1 0,-1 0 0,1-3-5,5-14-13,-1 0 0,0 0 0,-2-1 0,-1 0 0,-1 0 0,0 0 0,-2 0 0,-1 0 0,0-1 0,-2 1 0,0 0 13,1 16 17,0 0 0,0 1 0,0-1 0,-1 1 0,1 0 1,-1-1-1,-1 1 0,1 0 0,-1 0 0,0 0 0,0 1 0,0-1 0,-1 1 0,0-1 0,1 1 0,-2 0 0,1 1 0,0-1 0,-1 1 0,1 0 0,-1 0 0,0 0 1,0 0-1,-3 0-17,7 31 102,5 13-96,1-1 0,3 0-1,0-1 1,3 0-1,1 0 1,15 31-6,3 12 5,21 62-4,62 229-6,-110-365 4,0 0 0,0 0 0,0 1 1,-1-1-1,-1 1 0,1-1 0,-2 1 0,1-1 0,-1 1 0,0 0 1,-1-1-1,0 1 0,0 0 0,-1-1 0,0 0 0,0 1 0,-1-1 1,0 0-1,-1 0 0,0 0 0,0-1 0,-1 1 0,1-1 1,-2 0-1,1-1 0,-1 1 0,0-1 0,0 0 0,-1 0 0,1-1 1,-1 0-1,-1 0 0,-4 2 1,7-4-188,-1 0 1,0-1-1,0 0 0,0 0 0,0 0 1,0-1-1,0 1 0,0-2 1,-1 1-1,1-1 0,0 0 1,-1 0-1,1 0 0,0-1 0,-1 0 1,1 0-1,0-1 0,0 0 1,0 0-1,0 0 0,0-1 1,1 0-1,-1 0 0,1 0 0,0-1 1,0 0-1,0 0 0,0 0 1,1 0-1,-1-1 0,1 0 1,0 0-1,1 0 0,-1 0 1,0-3 187,-2-82-9192,6 50 3460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9:03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98 6929,'0'0'3660,"0"0"-1717,0 0-944,0 0-192,-5 1 365,-10 2 1939,43-3 8,-6 0-3788,158-5 1743,-1-8-1,108-24-1073,-3-10 775,-411 93-16525,85-34 13756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9:03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7242,'0'0'1695,"0"0"2900,0 0-1735,0 0-1403,0 0-817,0 0-137,10-4 205,174-43 371,-181 47-1096,-1-1 0,1 1 0,0 0 0,-1 0-1,1 0 1,-1 0 0,1 0 0,0 0 0,-1 1 0,1 0-1,-1-1 1,1 1 0,-1 0 0,0 0 0,1 0 0,-1 0 0,0 1-1,0-1 1,0 1 0,1-1 0,-2 1 0,1 0 0,0 0-1,0 0 1,0 0 0,-1 0 0,1 0 0,-1 0 0,0 0 0,0 1-1,0-1 1,0 0 0,0 1 0,0-1 0,0 1 0,-1-1-1,1 1 1,-1-1 0,0 1 0,0 0 0,0-1 0,0 1 0,-1 2 17,2 1 46,-1 1 0,0 0 0,0 0 0,-1-1 0,0 1 0,0 0 1,0 0-1,-1-1 0,0 1 0,-1-1 0,1 0 0,-1 0 0,0 0 1,-1 0-1,0 0 0,0 0 0,0-1 0,0 0 0,-1 0 0,0 0 1,0-1-1,0 1 0,0-1 0,-1 0 0,0-1 0,0 1 0,0-1 1,0 0-1,0-1 0,-5 2-46,169-37-1587,-151 33 1556,0 0-1,0 0 1,-1 1 0,1 0 0,0 0-1,0 0 1,0 1 0,-1 0 0,1 1-1,-1-1 1,0 1 0,0 0 0,0 1-1,0 0 1,0-1 0,0 2 0,-1-1-1,0 1 1,0 0 0,0 0 0,-1 0 0,0 1-1,0-1 1,0 1 0,-1 0 0,1 0-1,-2 1 1,3 3 31,-2-5 35,0 0 0,0 1 1,0 0-1,-1-1 0,0 1 0,0 0 0,0 0 0,-1 1 1,0-1-1,0 0 0,0 0 0,-1 1 0,0-1 0,0 0 0,-1 0 1,1 1-1,-2-1 0,1 0 0,0 0 0,-1 0 0,0 0 1,-1 0-1,0-1 0,1 1 0,-2 0 0,1-1 0,0 0 1,-1 0-1,0 0 0,-5 4-35,-8-1 238,-1-1-1,-1-1 1,1 0 0,-1-1 0,0-1-1,0-1 1,0-1 0,-1 0-1,1-2 1,0 0 0,-15-2-238,-4 1-8,-27-21-1654,54-47-10437,17 40 9723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9:01.3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1047 4825,'0'0'2261,"0"0"2810,0 0-2432,0 0-1045,0 0-19,0 0 131,-6-6-355,-21-19-388,56 16-318,124 13-343,4-1-3391,-147-14-8946,-10 4 9772</inkml:trace>
  <inkml:trace contextRef="#ctx0" brushRef="#br0" timeOffset="703.529">624 621 6769,'0'0'3580,"0"0"-1670,0 0-787,0 0-341,0 0 89,0 0 300,-6-13-236,-19-39-283,19 39-217,6 33-229,1 1 1,1-1-1,1 0 0,1 1 0,1-1 1,1-1-1,0 1 0,1-1 1,1 0-1,1-1 0,1 0 1,1 0-1,0-1 0,1-1 1,1 1-1,0-2 0,4 3-206,-11-14-33,0 0-1,0-1 0,0 1 1,1-1-1,-1-1 1,1 1-1,-1-1 0,1 0 1,0-1-1,0 1 1,0-2-1,0 1 0,0-1 1,0 0-1,0 0 0,0 0 1,0-1-1,0-1 1,0 1-1,0-1 0,0 0 1,0 0-1,-1-1 0,0 0 1,1 0-1,-1-1 1,0 0-1,0 0 0,-1 0 1,1-1-1,-1 1 1,0-1-1,0-1 0,-1 1 1,1-1-1,-1 1 0,-1-1 1,1 0-1,-1-1 1,0 1-1,0-1 0,-1 1 1,1-1-1,-2 0 0,1 0 1,-1 0-1,0 0 1,0-3 33,1 1-17,0 0 1,-1 0 0,0 0 0,0 0 0,-1 0 0,0 0 0,-1 0-1,0 0 1,0 0 0,-1 0 0,0 0 0,-1 0 0,0 1-1,0-1 1,-1 1 0,0-1 0,0 1 0,-1 1 0,0-1-1,0 1 1,-1 0 0,0 0 0,0 0 0,-1 1 0,0 0 0,-4-3 16,8 12 21,1 0 0,-1 0 1,1 0-1,0 0 1,0 1-1,0-1 1,0 0-1,1 1 0,-1 0 1,1-1-1,0 1 1,0 0-1,0 0 1,1 0-1,-1 0 0,1-1 1,0 1-1,0 0 1,0 0-1,1 0 1,-1 0-1,1 0 1,0 0-1,0-1 0,0 1 1,1 0-1,-1-1 1,2 2-22,8 25 48,1 0 1,1-1-1,2 0 1,1-1 0,1-1-1,1 0 1,13 13-49,32 50 66,-49-68-69,-4-8-8,0 0 0,-1 1 0,0 0 0,-1 1 0,-1 0 0,0 0 0,-1 1 0,-1-1 0,-1 1 0,0 1 0,0 9 11,-72 9-21,59-34 20,-189 15-443,196-17 358,0 0 1,0-1 0,0 1 0,0 0 0,0-1 0,0 0 0,0 1-1,0-1 1,0 0 0,0 0 0,1 0 0,-1 0 0,0 0 0,1 0-1,-1-1 1,1 1 0,-1 0 0,1-1 0,-1 1 0,1-1-1,0 0 1,0 1 0,0-1 0,0 0 0,0 0 0,0 0 0,0 0-1,1 0 1,-1 0 0,1 0 0,-1-1 85,1-70-6274,1 56 4371,5-36-949</inkml:trace>
  <inkml:trace contextRef="#ctx0" brushRef="#br0" timeOffset="1359.028">1140 63 4321,'0'0'3567,"0"0"1181,0 0-2624,0 0-1426,0 0-221,0 0 326,19-9-152,-11 5-590,162-46 1076,-169 51-1138,0-1 0,0 0 1,1 0-1,-1 0 0,0 1 0,0-1 1,1 1-1,-1-1 0,0 1 1,0-1-1,0 1 0,0 0 1,0-1-1,0 1 0,0 0 0,0 0 1,0 0-1,0 0 0,-1 0 1,1 0-1,0 0 0,0 0 1,-1 0-1,1 0 0,-1 0 0,1 1 1,-1-1-1,0 0 0,1 0 1,-1 0-1,0 1 0,0-1 1,0 0-1,0 1 0,0-1 0,0 0 1,0 0-1,0 1 0,0-1 1,-1 0-1,1 0 0,0 0 0,-1 1 1,1-1-1,-1 0 0,0 0 1,1 0-1,-1 0 0,0 0 1,1 0-1,-1 0 1,-37 66 493,-96 82 722,134-149-1116,26-9 678,-11 1-603,-11 4-169,0 1 0,1 0 1,-1 0-1,1 0 0,-1 1 0,1-1 1,0 1-1,0 0 0,0 1 0,0-1 0,0 1 1,0 0-1,0 0 0,1 1 0,-1-1 0,0 1 1,1 0-1,-1 1 0,0-1 0,0 1 1,1 0-1,-1 0 0,0 1 0,0 0 0,0 0 1,2 1-6,3 14 118,-2 0 0,0 0 0,-1 1 1,-1 0-1,0 0 0,-1 0 0,-1 1 1,-1 0-1,-1 0 0,-1 0 0,0 0 1,-2 17-119,-2-32 26,0 0 0,0 0 0,0 0 0,-1-1 0,0 1 0,1-1 0,-1 0 0,-1 0 0,1 0 0,0-1 0,-1 1 0,1-1 0,-1 0 0,1-1 0,-1 1 0,0-1 0,0 0 0,-2 1-26,-90 19 563,48-12-2771,2 3-7108,38-10 3122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9:07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8674,'0'0'3935,"0"0"-1800,0 0-1465,0 0-469,0 0-61,0 0 435,19 3 369,274-3 2173,-272-1-2614,-8 0-2028,-13-1-10228,-8-3 8506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9:0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12 635 14875,'0'0'2079,"0"0"-737,0 0-662,0 0 252,0 0-82,-11 13-604,52 123 424,43 16-324,-81-147-340,1-1-1,0 1 1,0-1 0,0 0-1,0 0 1,1 0-1,0-1 1,-1 0 0,1 0-1,0 0 1,1 0 0,-1-1-1,0 1 1,1-2 0,0 1-1,-1 0 1,1-1 0,0 0-1,0-1 1,-1 1 0,1-1-1,0 0 1,0 0-1,0-1 1,0 0 0,-1 0-1,1 0 1,3-2-6,0-4-4,0-1 0,-1 0-1,0 0 1,-1 0 0,0-1 0,0 0 0,-1-1-1,0 0 1,-1 0 0,0 0 0,0 0-1,-1-1 1,0 0 0,-1 0 0,-1 0 0,0 0-1,0 0 1,-1 0 0,0-1 0,-1 1-1,0 0 1,-1-1 0,0 1 0,-2-4 4,4 9 23,-1 0 0,0 0 1,0-1-1,-1 1 0,1 0 1,-1 0-1,-1 0 0,1 1 1,-1-1-1,0 0 0,-1 1 1,1-1-1,-1 1 0,0-1 1,0 1-1,-1 0 0,1 0 1,-1 1-1,0-1 1,-1 1-1,1 0 0,-1 0 1,0 0-1,1 1 0,-2 0 1,1-1-1,0 2 0,-1-1 1,1 1-1,-1 0-23,3 25 161,6 2-155,1 0-1,1-1 1,1 0-1,1 0 1,1 0-1,2-1 1,0 0 0,1 0-1,1-1 1,1-1-1,15 18-5,-12-18 4,-2 0 0,-1 1 1,0 1-1,-2-1 0,-1 2 0,0 0 0,-2 0 0,-1 1 1,-1 0-1,-1 0 0,2 25-4,-6-41 16,-1 0 0,-1 0 0,1 0-1,-1 0 1,-1 0 0,0 0 0,0 0 0,-1 0 0,0-1 0,0 1 0,-1-1 0,0 0-1,0 0 1,-1 0 0,0-1 0,-1 0 0,0 0 0,0 0 0,0 0 0,-1-1 0,0 0-1,0-1 1,-2 2-16,4-2-83,-1 0-1,1 0 1,-1-1 0,-1 0-1,1 0 1,0 0-1,-1-1 1,0 0 0,0 0-1,0 0 1,0-1-1,0-1 1,-1 1-1,1-1 1,-1 0 0,1 0-1,0-1 1,-7-1 83,9-11-2833,15-77-7867,8 38 9117</inkml:trace>
  <inkml:trace contextRef="#ctx0" brushRef="#br0" timeOffset="568.833">501 41 9690,'0'0'3628,"0"0"-1753,0 0-907,0 0-97,0 0-177,0 0-69,-1-15-89,88-7 672,-84 21-1196,0 1 1,-1-1-1,1 1 0,0-1 1,0 1-1,0 0 0,0 0 1,0 0-1,0 0 0,-1 1 1,1-1-1,0 1 0,0 0 1,0 0-1,-1 0 0,1 0 1,0 0-1,-1 0 0,1 1 1,-1-1-1,1 1 0,-1 0 1,0 0-1,0 0 0,0 0 1,0 0-1,0 0 0,0 0 1,-1 1-1,1-1 0,-1 1 1,1-1-1,-1 1 0,0 0 1,0-1-1,0 1 0,-1 0 0,1 0 1,0 0-1,-1 0 0,0-1 1,0 1-1,0 0 0,0 0 1,0 0-1,-1 0 0,1 0 1,-1 0-1,0-1-12,1 18 96,-2 0 0,0 0 0,-1 0 0,-2 0 1,0-1-1,0 0 0,-2 0 0,-1 0 0,0-1 0,-2 2-96,-7 20 161,15-38-144,0 1 1,1-1-1,0 1 1,0-1-1,0 1 1,0-1-1,0 1 1,0 0-1,0-1 1,1 1-1,0 0 1,-1-1-1,1 1 1,0 0-1,0 0 1,1-1-1,-1 1 1,0 0-1,1 0 1,0-1-1,0 1 1,0-1-1,0 1 1,0 0-1,0-1 1,0 0-1,1 1 1,-1-1-1,1 0 1,0 0-1,0 0 1,0 0-1,0 0 1,0 0-1,0 0 1,0-1-1,1 1 1,-1-1-1,0 0 1,1 0-1,0 1 1,-1-2-1,3 2-17,127 10 365,-109-13-382,50-3 370,-73 4-347,0 0-56,0 0-246,0 0-693,-17 42-15635,7-22 12991</inkml:trace>
  <inkml:trace contextRef="#ctx0" brushRef="#br0" timeOffset="1065.684">54 1475 7114,'0'0'1109,"0"0"626,0 0 1464,0 0-1474,0 0-769,0 0-464,4 3 147,12 3-270,0-1-1,1 0 1,-1-1 0,1-1 0,0 0-1,0-1 1,0-1 0,0-1-1,0 0 1,13-3-369,10 3 489,362-35 1608,-369 29-2052,-2-1-171,1 1 1,0 2-1,-1 1 1,1 2 0,1 1-1,26 3 126,-16 15-2914,-34-7-1314,-6 4-4184,-3-5 6857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9:09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86 6185,'0'0'6248,"0"0"-2235,0 0-2054,0 0-690,0 0 130,0 0-125,2-9-465,-1 5-796,-1 1 0,1-1 1,0 0-1,1 1 0,-1-1 1,0 1-1,1-1 1,0 1-1,0 0 0,0-1 1,0 1-1,1 0 0,-1 0 1,1 1-1,-1-1 1,1 1-1,0-1 0,0 1 1,0 0-1,1 0 0,-1 0 1,0 0-1,1 1 1,-1-1-1,1 1 0,0 0 1,-1 0-1,1 0 0,0 1 1,0-1-1,-1 1 0,1 0 1,0 0-1,0 0 1,0 1-1,-1-1 0,1 1 1,0 0-14,1 4-11,1 1 1,-2 0 0,1 1 0,0-1 0,-1 1-1,-1-1 1,1 1 0,-1 1 0,0-1-1,0 0 1,-1 1 0,0-1 0,-1 1 0,1 0-1,-2-1 1,1 1 0,-1 0 0,0 0-1,0 0 1,-2 4 10,2-11-5,1 6 6,1 11-69,0 1 0,-1 0 0,-1 0 0,-1 0 0,-1 0 0,0-1 0,-1 1 0,-1-1 0,-1 0 0,-1 0 0,0 0 0,-1 0 0,-1-1 0,-1-1 0,-10 16 68,18-30-9,0 0 0,-1 0-1,1 0 1,-1 0 0,1-1-1,-1 1 1,0 0-1,1-1 1,-1 0 0,0 1-1,0-1 1,0 0 0,0 0-1,0 0 1,-1 0-1,1 0 1,0-1 0,0 1-1,-1-1 1,1 1 0,0-1-1,0 0 1,-1 0-1,1 0 1,0 0 0,-1 0-1,1 0 1,0-1 0,-1 1-1,1-1 1,0 0-1,0 0 1,0 1 0,0-1-1,0-1 1,0 1 0,0 0-1,0 0 1,0-1-1,0 1 1,0-1 0,1 0-1,-1 1 1,1-1 0,-1 0-1,1 0 1,0 0-1,0 0 1,0 0 0,0 0-1,0 0 1,0 0-1,0-1 1,1 1 0,-1 0-1,1-1 1,0 1 0,0 0-1,-1 0 1,2-1-1,-1 1 1,0 0 0,0-1 9,-1-1-18,0-1 1,1 1 0,-1 0 0,1-1 0,0 1-1,0 0 1,1-1 0,-1 1 0,1 0-1,0-1 1,0 1 0,0 0 0,0 0-1,1 0 1,0 0 0,0 0 0,0 0-1,0 0 1,1 0 0,-1 1 0,1 0 0,0-1-1,0 1 1,0 0 0,1 0 0,-1 1-1,1-1 1,-1 1 0,1-1 0,0 1-1,0 0 1,0 1 0,0-1 0,0 1-1,1-1 1,-1 1 0,0 1 0,0-1 0,3 0 17,5 2 12,0 0 0,0 1 1,0 0-1,0 1 1,0 0-1,0 1 1,-1 0-1,0 0 1,0 2-1,0-1 1,5 5-13,114 36 651,-116-45-608,-1-1 1,1 0-1,0-1 0,-1 0 1,1-1-1,0-1 1,-1 0-1,0 0 1,0-2-1,0 0 0,0 0 1,-1-1-1,0 0 1,0-1-1,-1-1 1,1 0-1,-2 0-43,48-81-5341,-49 56-197,-7 5-1969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4:32.97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174 46 4729,'0'0'4049,"0"0"-2006,0 0-965,0 0-188,0 0 105,0 0 5,-5-1-421,2 1-554,1-1 0,-1 1 0,1 0 1,-1 0-1,1 0 0,-1 0 0,1 0 0,-1 0 0,0 0 0,1 1 0,-1 0 0,1-1 0,0 1 0,-1 0 0,1 0 0,0 0 0,-1 1 0,1-1 0,0 0 1,0 1-1,0-1 0,0 1 0,0 0 0,1 0 0,-1 0 0,0 0 0,1 0 0,-1 0 0,1 0 0,0 0 0,0 1 0,0-1 0,0 0 0,0 1-25,-5 17 68,1-1 0,1 1 0,1 0-1,0 1 1,2-1 0,0 0-1,2 1 1,0-1 0,1 0-1,1 0 1,1 0 0,1 4-68,-3-16 10,0 1 0,0 0 0,1-1 1,0 1-1,0-1 0,1 0 0,0 0 1,0-1-1,1 1 0,0-1 0,1 0 1,0 0-1,0 0 0,0-1 0,0 0 0,1 0 1,0-1-1,1 0 0,-1 0 0,1 0 1,0-1-1,0-1 0,0 1 0,0-1 1,1 0-1,-1-1 0,1 0 0,8 1-10,-12-3 4,0 0-1,-1-1 0,1 1 0,0-1 1,-1 0-1,1 0 0,-1 0 0,1-1 1,-1 0-1,0 1 0,0-1 0,1-1 1,-1 1-1,-1-1 0,1 1 0,0-1 1,-1 0-1,1-1 0,-1 1 0,0-1 1,0 1-1,0-1 0,-1 0 0,1 0 1,-1 0-1,0 0 0,0 0 0,0-1 1,-1 1-1,0-1-3,6-9 59,-2 0-1,1 0 1,-2-1 0,0 1 0,-1-1 0,0 0 0,-2-1 0,1 1-1,-2 0 1,0 0 0,-1-1 0,0 1 0,-1 0 0,-1 0 0,-1 0 0,0 1-1,0-1 1,-2 1 0,0 0 0,0 0 0,-1 1 0,-1-1 0,0 2-1,-1-1 1,-1 1 0,1 1 0,-2-1 0,0 2 0,-7-6-59,13 13 13,-1 0 1,0 0 0,0 1-1,0 0 1,0 0 0,0 1-1,0 0 1,-1 0 0,1 0-1,0 1 1,-1-1-1,1 2 1,0-1 0,-1 1-1,1 0 1,0 0 0,0 0-1,0 1 1,0 0 0,0 0-1,0 1 1,0 0-1,0 0 1,1 0 0,0 1-1,0 0 1,0 0 0,0 0-1,0 0 1,1 1 0,0-1-1,0 1 1,0 1 0,0-1-1,-2 6-13,-7 11-5,2 1 1,0 0-1,2 1 0,0 0 0,2 0 1,0 1-1,2 0 0,1 0 0,0 1 0,2-1 1,1 1-1,2 12 5,-1-32 0,0 0-1,0 0 1,0 0 0,1 0 0,0 0-1,0 0 1,1 0 0,-1 0 0,1-1-1,1 1 1,-1 0 0,1-1 0,0 0-1,0 0 1,0 0 0,1 0 0,0 0-1,0-1 1,0 1 0,0-1 0,1 0 0,0 0-1,0-1 1,0 1 0,0-1 0,0 0-1,1-1 1,-1 1 0,1-1 0,-1 0-1,1-1 1,0 1 0,5-1 0,2 2-13,0-1-1,0-1 1,1 0 0,-1-1 0,0-1 0,1 0-1,-1-1 1,0 0 0,0-1 0,0 0 0,0-1-1,0-1 1,-1 0 0,0 0 0,0-2 0,0 1-1,-1-1 1,0-1 0,0 0 0,-1-1 0,0 0-1,0 0 1,-1-1 0,-1 0 0,0-1-1,0 0 1,-1 0 0,0 0 0,-1-1 0,0 0-1,1-4 14,-6 4 15,0 0-1,-1 1 0,-1-1 0,1 0 0,-2 0 0,1 0 0,-2 1 0,0-1 0,0 1 0,-1 0 0,0 0 1,-1 0-1,0 0 0,-1 1 0,0 0 0,-1 0 0,0 0 0,0 1 0,-1 0 0,0 1 0,-1 0 0,0 0 1,0 0-1,-1 2 0,0-1 0,0 1 0,0 0 0,-1 1 0,0 0 0,0 1 0,0 0 0,0 1 1,-1 0-1,1 1 0,-1 0 0,0 1 0,-8 0-14,16 0 23,0 1 0,0 0 0,0 0 0,1 0 0,-1 1 0,0-1 0,0 1 0,1 0 0,-1 0 0,0 0 0,1 0 0,-1 1 0,1-1 1,-1 1-1,1 0 0,0 0 0,0 0 0,0 1 0,0-1 0,0 1 0,0-1 0,1 1 0,-1 0 0,1 0 0,0 0 0,0 1 0,0-1 0,0 0 0,1 1 0,-1-1 0,1 1 0,0 0 0,0-1 1,0 1-1,0 0 0,1-1 0,0 1 0,-1 0 0,2 4-23,-4 14 4,1 1 1,1 0-1,1 0 0,1 0 1,1 0-1,1-1 1,2 1-1,0-1 1,8 22-6,-11-37 4,1 1 0,0-1-1,0 0 1,1 0-1,0 0 1,0-1-1,1 1 1,0-1-1,0 0 1,1-1-1,-1 1 1,1-1 0,0 0-1,0 0 1,1-1-1,0 0 1,0 0-1,0 0 1,0-1-1,0 0 1,0-1-1,1 1 1,0-1-1,-1-1 1,1 0 0,0 0-1,0 0 1,0-1-1,0 0 1,4-1-3,-1 0-9,0-1 0,0-1 0,0 0 0,0 0 0,-1-1 0,1 0 0,-1-1-1,0 0 1,0-1 0,-1 0 0,1 0 0,-1-1 0,-1 0 0,1-1 0,-1 0 0,-1 0 0,1-1 0,-2 0 0,1 0 0,-1-1 0,0 1 0,-1-1 0,0-1 0,-1 1 0,0-1 0,-1 1 0,0-1 0,0 0 0,-1-1 0,-1 1 0,0 0 0,0 0 0,-1-1 0,-1 1 0,0-4 9,-4 5 36,-1 0 0,0 1 0,-1-1 1,0 1-1,0 1 0,-1 0 1,0 0-1,0 0 0,-1 1 0,0 0 1,0 1-1,0-1 0,-1 2 0,0 0 1,0 0-1,-1 1 0,0 0 0,1 1 1,-1 0-1,0 0 0,0 1 1,-1 1-1,1 0 0,0 1 0,0 0 1,-5 0-37,13-1-6,-1 0 1,0 0-1,1 1 1,-1-1-1,1 1 1,-1 0 0,0-1-1,1 2 1,-1-1-1,0 0 1,1 1-1,-1 0 1,0-1 0,1 1-1,-1 1 1,1-1-1,0 0 1,-1 1-1,1 0 1,0 0 0,0 0-1,0 0 1,0 0-1,0 1 1,1-1-1,-1 1 1,1 0 0,-1 0-1,1 0 1,0 0-1,0 0 1,1 0-1,-1 0 1,1 1 0,-1-1-1,1 1 1,0-1-1,0 1 1,0-1-1,1 1 1,0 0 0,-1-1-1,1 1 6,-2 70-1397,5-23-2884,12 2-9748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4:36.42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332 181 9010,'0'0'1324,"0"0"-578,0 0-434,-6 20 19,0-3-166,1 1 0,1 0 0,1 0 0,0 0 0,2 0 0,0 0 0,1 0 1,0 1-1,2-1 0,0 0 0,3 8-165,-4-17 34,0 0 1,1 0-1,0-1 1,0 1-1,1-1 1,0 1 0,1-1-1,-1 0 1,2 0-1,-1-1 1,1 1-1,0-1 1,1 0-1,0 0 1,0-1-1,0 1 1,1-1-1,0-1 1,0 0-1,0 0 1,1 0-1,-1 0 1,1-1-1,1-1 1,-1 0-1,0 0 1,1 0-1,-1-1 1,1 0-1,0-1 1,0 0 0,0 0-1,0-1 1,-1 0-1,1 0 1,0-1-1,0 0 1,0-1-1,-1 0 1,1-1-1,-1 1 1,1-1-1,3-3-34,4-5 47,0-1 0,0-1-1,-1 0 1,-1-1 0,0 0 0,-1-2-1,-1 1 1,0-1 0,-1-1 0,-1 0-1,-1-1 1,0 0 0,-1 0-1,-1-1 1,-1 0 0,0 0 0,-2 0-1,0-1 1,-1 0 0,-1 0 0,-1 0-1,-1 0 1,0 0 0,-2-5-47,-3 14 73,-1 1 1,0 0 0,0 0-1,-1 0 1,0 1 0,-1 0-1,0 0 1,-1 1 0,1 0-1,-2 1 1,1-1 0,-1 2-1,0 0 1,0 0 0,-1 0-1,1 1 1,-1 1 0,0 0-1,-1 1 1,1 0 0,-1 0-1,1 1 1,-1 1 0,0 0-1,0 0 1,0 2 0,1-1-1,-1 1 1,0 1 0,-2 1-74,4-2 81,0 0 1,1 1 0,-1 0 0,1 1 0,-1 0 0,1 1 0,0 0-1,0 0 1,1 1 0,-1 0 0,1 0 0,0 1 0,0 0-1,1 1 1,0-1 0,0 1 0,0 1 0,1-1 0,0 1 0,1 1-1,0-1 1,-2 4-82,-72 204 645,58-18 25,21-192-655,0 0 1,0 0-1,0-1 0,1 1 0,0 0 1,0-1-1,1 1 0,0 0 1,0-1-1,0 0 0,0 1 1,1-1-1,0 0 0,0 0 0,0-1 1,1 1-1,0-1 0,0 1 1,0-1-1,0 0 0,0-1 0,1 1 1,0-1-1,0 0 0,0 0 1,0 0-1,0-1 0,0 0 0,1 0 1,-1 0-1,1 0 0,1-1-15,10-2 21,-1-1-1,1-1 1,-1 0-1,1-1 0,-1-1 1,0 0-1,-1-2 0,1 0 1,-1 0-1,-1-1 1,0-1-1,0 0 0,0-1 1,-1-1-1,-1 0 0,0-1 1,0 0-1,-1-1 1,-1 0-1,0-1 0,-1 0 1,0 0-1,-1-1 0,-1 0 1,3-9-21,-4 17-38,-1-1 0,0 0 0,-1 0 0,0 0 0,0 0 1,0-1-1,-1 0 0,-1 0 0,1 0 0,-2 0 0,1 0 0,-1 0 0,0 0 1,-1-1-1,0 1 0,-1 0 0,0 0 0,0-1 0,-1 1 0,0 0 0,0 0 1,-1 1-1,-1-1 0,1 0 0,-1 1 0,-1 0 0,1 0 0,-2 0 0,1 1 1,-4-5 37,-11 3-54,0 0 0,-1 1 0,0 2 0,0 0 1,0 1-1,-1 1 0,0 1 0,0 0 0,0 2 1,0 1-1,0 1 0,1 1 0,-1 0 1,0 2-1,-12 3 54,16-1 10,0 1 0,1 0 0,0 1 1,0 1-1,1 1 0,0 0 0,1 1 1,0 1-1,1 0 0,0 1 0,1 0 0,0 1 1,1 0-1,1 2 0,0-1 0,1 1 1,1 0-1,0 1 0,2 0 0,0 1 0,0-1 1,2 1-1,0 1 0,1-1 0,1 1 1,1-1-1,0 1 0,2 0 0,0 0 0,1 0 1,1-1-1,0 1 0,2 1-10,-3-14 10,1 0 0,0 0 1,0 0-1,1-1 0,-1 1 0,1-1 0,1 1 1,-1-1-1,1 0 0,0 0 0,0 0 0,0-1 0,0 0 1,1 1-1,0-1 0,0-1 0,0 1 0,0-1 0,1 0 1,-1 0-1,1-1 0,0 1 0,0-1 0,0-1 0,0 1 1,0-1-1,0 0 0,0 0 0,0-1 0,1 1 1,-1-2-1,0 1 0,2-1-10,11 0 34,-1-1 1,0 0-1,0-2 1,0 0-1,0-1 1,-1-1-1,0 0 0,0-2 1,0 0-1,13-9-34,1-3-98,-1-1-1,-2-2 1,0-1-1,-1-2 0,-1 0 1,-1-2-1,-2 0 1,-1-2-1,-1 0 0,-2-2 1,-1 0-1,11-27 99,-26 53-55,0 1 0,-1-1 0,0 1 0,0-1 0,0 0 0,0 0 0,-1 0 0,0 0 0,-1 0 0,1 0 0,-1 0 0,0 0-1,-1 0 1,1 0 0,-1 0 0,0 0 0,-1 0 0,1 1 0,-1-1 0,0 0 0,-1 1 0,1-1 0,-1 1 0,0 0 0,-1 0 0,1 0-1,-1 0 1,0 1 0,0-1 0,-1 1 0,1 0 0,-1 0 0,0 1 0,0-1 55,-20-5 14,0 1 0,0 1-1,-1 1 1,0 1 0,0 2 0,0 0-1,-1 2 1,1 1 0,0 1 0,0 1 0,0 1-1,-7 3-13,23-4 81,-1 1 0,1 0 0,0 1 1,0 0-1,0 0 0,0 1 0,1 0 0,0 1 0,0 0 0,0 0 0,1 1 0,0 1 0,0-1 0,1 1 0,0 0 0,0 1 0,1-1 0,0 1 0,0 1 0,1-1 1,0 1-1,1 0 0,0 0 0,1 0 0,0 1 0,1-1 0,0 1 0,0-1 0,1 1 0,0 0 0,1 0 0,1 0 0,0-1 0,0 1 0,1 0 0,0-1 0,1 1 1,0-1-1,0 0 0,1 0 0,5 9-81,1-3 28,1 0 1,1 0-1,0-1 1,1-1-1,1 0 1,0 0-1,0-2 1,2 0-1,-1-1 1,1 0-1,1-1 1,0-1-1,1 0 1,-1-2 0,2 0-1,-1-1 1,1-1-1,0 0 1,0-2-1,0 0 1,0-1-1,0-1 1,1-1-1,-1 0 1,0-2-1,1 0 1,-1-1-1,0-1 1,0-1-1,-1 0 1,6-4-29,-9 4-35,0 0 0,-1-2 0,0 0-1,0 0 1,-1-1 0,0-1 0,-1 0 0,1-1 0,-2 0 0,1-1 0,-1 0-1,-1-1 1,0 0 0,-1 0 0,0-1 0,-1-1 0,-1 1 0,0-1 0,-1-1 0,0 1-1,-1-1 1,0 0 0,-2 0 0,2-9 35,-10 14-19,-1 0 0,0 1 0,0 0 0,-1 0 1,0 1-1,-1 0 0,0 0 0,0 1 0,-1 0 0,0 0 0,0 1 0,0 0 0,-1 0 1,0 1-1,0 1 0,0 0 0,-1 0 0,1 1 0,-1 0 0,0 1 0,0 0 0,0 1 1,0 0-1,0 0 19,-176-10 430,179 11-405,1 1-1,-1 0 0,1 0 1,-1 1-1,1 0 0,0 1 0,-1-1 1,1 1-1,1 1 0,-1-1 1,0 1-1,1 0 0,0 1 0,0-1 1,0 1-1,0 1 0,1-1 1,0 1-1,0 0 0,1 0 1,-1 0-1,1 1 0,0 0-24,-2 4 14,1 1 1,0 0-1,1 0 0,0 0 0,1 1 0,1-1 0,0 1 1,0-1-1,1 1 0,1 0 0,0 0 0,0 0 0,2-1 1,-1 1-1,2 0 0,0-1 0,0 0 0,1 1 0,1-1 1,0-1-1,0 1 0,1-1 0,1 0 0,0 0 0,0-1 1,1 0-1,1 0 0,-1 0 0,2-2 0,-1 1 1,1-1-1,0 0 0,1-1 0,0 0 0,0-1 0,0 0 1,1-1-1,0 0 0,0-1 0,0 0 0,1-1 0,-1 0 1,4-1-15,0-2-12,1-1 0,0-1 1,-1 0-1,1-2 0,-1 0 1,0 0-1,0-2 0,0 0 0,-1 0 1,0-2-1,0 0 0,-1 0 1,0-2-1,0 0 0,-1 0 1,-1-1-1,1-1 0,-2 0 1,0 0-1,0-1 0,-1-1 1,-1 0-1,0 0 0,-1-1 1,4-10 11,-9 20-20,1-1 0,-1 1 0,0-1 0,-1 0 0,0 0 0,1 0 1,-2 0-1,1 0 0,-1 0 0,0 0 0,0-1 0,-1 1 0,0 0 1,0-1-1,0 1 0,-1 0 0,0-1 0,0 1 0,-1 0 0,1 0 0,-1 0 1,-1 0-1,1 0 0,-1 0 0,0 1 0,0-1 0,-1 1 0,0 0 1,0 0-1,0 0 0,0 1 0,-1-1 0,0 1 0,0 0 0,0 0 1,0 1-1,-6-4 20,-4 1 27,0 0 1,0 1 0,0 0-1,-1 1 1,0 1 0,0 0-1,0 2 1,0-1 0,0 2-1,0 0 1,0 1 0,0 1-1,0 0 1,0 1 0,1 1-1,-1 1 1,1 0 0,0 1-1,0 0 1,1 1 0,-1 1-1,2 0 1,-1 1 0,1 0-1,1 1 1,-1 1 0,-5 7-28,9-4 52,1 0 1,0 1-1,1 0 1,0 0-1,1 1 0,1-1 1,1 2-1,0-1 1,1 0-1,0 1 1,2-1-1,0 1 1,1 0-1,1 7-52,-2-20 1,1-1-1,0 1 0,0 0 0,0-1 1,0 1-1,1-1 0,-1 1 0,1-1 1,0 1-1,0-1 0,1 1 0,-1-1 1,0 0-1,1 1 0,0-1 0,0 0 1,0 0-1,0 0 0,1-1 0,-1 1 1,1 0-1,-1-1 0,1 0 0,0 1 1,0-1-1,0 0 0,0 0 0,0-1 1,1 1-1,-1-1 0,0 0 0,1 0 1,-1 0-1,1 0 0,0 0 0,-1-1 1,1 0-1,-1 1 0,1-1 0,0-1 1,-1 1-1,1 0 0,0-1 0,9 0-69,-1-1 0,0-1 0,0 1 0,0-2 0,0 0 0,-1 0 0,0-1 0,1 0 0,-2-1 0,1 0 0,-1-1 0,0 0 0,0-1 0,-1 0 0,0 0 0,8-10 69,24-43-3025,-26-5-3300,-15 42-2641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4:42.5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37 10242,'0'0'3584,"0"0"-1843,0 0-954,0 0 17,0 0 125,0 0-204,6-5-286,-1 2-394,0-1 1,0 1 0,0 0 0,0 0-1,0 0 1,1 1 0,-1-1 0,1 2-1,-1-1 1,1 0 0,0 1-1,0 0 1,0 1 0,0-1 0,-1 1-1,1 0 1,0 0 0,0 1-1,0 0 1,0 0 0,0 0 0,-1 1-1,1 0 1,-1 0 0,1 0-1,-1 1 1,0 0 0,0 0 0,0 0-1,0 1 1,0-1 0,2 4-46,6 12 12,-1-1-1,-1 2 1,-1 0 0,0 0 0,-2 1 0,-1 0-1,0 0 1,-1 0 0,-2 1 0,0 0 0,-1 0-1,-1 0 1,-2 1 0,0-1 0,-1 0 0,-3 17-12,4 10 4,1-46-28,0 0 1,0 0-1,0 0 0,0 1 0,-1-1 0,1 0 1,-1 0-1,0 0 0,1 0 0,-2 1 0,1-1 1,0 0-1,-1 0 0,1 0 0,-1 0 0,0 1 1,0-1-1,0 0 0,0 0 0,-1-1 0,1 1 1,-1 0-1,0 0 0,1-1 0,-1 1 0,-1-1 1,1 1-1,0-1 0,-1 0 0,1 0 0,-1 0 1,1 0-1,-1-1 0,0 1 0,0-1 0,0 1 1,0-1-1,0 0 0,0 0 0,0 0 0,0-1 1,0 1-1,0-1 0,-1 0 0,1 0 0,0 0 1,0 0-1,0 0 0,-1-1 0,1 1 0,0-1 1,0 0 23,-2-2-67,0-1 1,1 1 0,0-1-1,0 0 1,0 0 0,0-1-1,0 1 1,1-1 0,0 0 0,0 1-1,0-2 1,1 1 0,0 0-1,0 0 1,0-1 0,0 1-1,1-1 1,0 1 0,0-1 0,1 0-1,-1-5 67,3 9 9,0-1 0,0 1 0,-1 0 0,2-1 0,-1 1 1,0 0-1,0 0 0,1 1 0,-1-1 0,1 0 0,-1 1 0,1-1 0,0 1 0,0 0 0,0 0 0,0 0 0,-1 0 0,1 1 0,0-1 0,0 1 0,1-1 0,-1 1 0,0 0 0,0 0 0,0 1 0,0-1 0,0 1 0,0-1 1,1 2-10,5-2 115,22 0 1,-19 2-26,0-1 0,1 0 0,-1 0 0,0-2 0,1 1 0,-1-2 0,0 1 0,0-2 0,0 0 0,0 0 0,0-1-1,0 0 1,-1-1 0,0-1 0,0 0 0,0 0 0,-1-1 0,0 0 0,0-1 0,3-4-90,38-77-4684,-35 44-1328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39:11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29 585 5945,'0'0'363,"0"0"121,0 0 1275,0 0 555,0 0-679,0 0-359,-2-15-10,-3-45-19,-1 37 2958,4 41-3137,-12 1277 2974,60-584-3310,-54-243 371,8-468-1155,0 0 56,0 0-30,0 0-75,11-36-2291,17-25-1589,-12 19-2302,-4 10-1564</inkml:trace>
  <inkml:trace contextRef="#ctx0" brushRef="#br0" timeOffset="330757.51">332 3103 4561,'0'0'2731,"0"0"1206,0 0-2211,0 0-1277,0 0-159,0 0 622,-7-2 367,-30-9 272,37 11-1183,0 0-99,0 0-29,0 0-26,10 0 187,305-13 5060,-240 2-5630,-106 37-987,40-42-8317,-9 14 9180,20-18-2875</inkml:trace>
  <inkml:trace contextRef="#ctx0" brushRef="#br0" timeOffset="332340.789">404 398 10322,'0'0'1610,"0"0"-539,0 0-375,0 0-24,0 0 158,0 0 39,8 3-3,-5-2-823,0 0 1,0-1 0,0 0 0,0 1-1,0-1 1,0 0 0,0 0-1,0-1 1,0 1 0,0 0 0,0-1-1,0 0 1,0 0 0,0 0-1,0 0 1,-1 0 0,1-1 0,0 1-1,-1-1 1,1 0 0,-1 1-1,0-1 1,1 0 0,-1 0 0,0-1-1,0 1 1,0 0 0,-1-1 0,1 1-1,-1-1 1,1 0 0,-1 1-1,0-1 1,0 0 0,0 0 0,0 0-1,0-2-43,10-17 43,-1 0 0,-1-1-1,-1 0 1,-1 0 0,-1-1-1,-1 1 1,-1-1 0,-1-1-1,-1 1 1,-1 0 0,-2-15-43,-19-10 1989,18 62-2083,6 56 229,3 0 1,3 0-1,3-1 0,5 8-135,28 167 1036,-44-228-1036,1 2-38,-3-5-4215,0-12-1772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4:48.06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422 100 8122,'0'0'1627,"0"0"-615,0 0-224,0 0 423,0 0 125,0 0-251,2-12 675,-18 62-1666,2 0 0,3 0 0,2 1 0,2 1 1,3-1-1,1 1 0,4 31-94,0-78 47,0-1 1,0 1 0,0-1-1,1 1 1,0-1 0,-1 0-1,1 0 1,1 1 0,-1-1-1,1-1 1,-1 1-1,1 0 1,0-1 0,1 1-1,-1-1 1,0 0 0,1 0-1,0 0 1,0-1 0,0 1-1,0-1 1,0 0-1,0 0 1,1 0 0,-1-1-1,0 1 1,1-1 0,0 0-1,-1-1 1,1 1 0,-1-1-1,1 0 1,0 0-1,-1 0 1,1-1 0,0 1-1,-1-1 1,1 0 0,-1-1-1,1 1 1,-1-1 0,0 0-1,0 0 1,1 0 0,-1 0-1,-1-1 1,1 0-1,0 1 1,-1-2 0,1 1-1,-1 0 1,0-1 0,0 1-1,0-1-47,5-4-3,1 0 1,-2-1-1,1 0 0,-1 0 0,-1-1 0,0 0 1,0 0-1,-1 0 0,0-1 0,-1 0 0,0 0 0,-1 0 1,0 0-1,0 0 0,-1-1 0,-1 1 0,0-1 0,-1 1 1,0-1-1,-1 0 0,0 1 0,0-1 0,-2 1 0,1 0 1,-1-1-1,-1 1 0,0 1 0,-1-1 0,0 0 0,0 1 1,-1 0-1,-1 1 0,-4-7 3,4 8 2,0 1 1,0 0-1,-1 0 1,0 0-1,0 1 1,0 1-1,-1-1 1,0 1-1,0 1 1,0 0-1,-1 0 1,1 1-1,-1 0 1,0 0-1,0 1 1,0 1-1,0 0 1,0 0-1,0 1 1,0 0-1,0 0 1,-1 2-1,-2 0-2,6 3-8,-1 1-1,1 0 0,0 1 0,1 0 1,0 0-1,0 0 0,0 1 0,1 0 1,0 0-1,0 0 0,1 1 0,0-1 1,1 1-1,0 0 0,0 0 1,1 0-1,0 1 0,0-1 0,1 0 1,0 9 8,0-10 0,-2 6 5,1 1 0,0-1 0,0 1 0,2 0-1,0 0 1,0-1 0,1 1 0,1 0 0,1 0 0,0-1-1,1 0 1,1 3-5,0-13 15,-1-1-1,1 0 0,0 1 1,-1-2-1,2 1 1,-1 0-1,0-1 0,0 0 1,1 0-1,-1-1 0,1 0 1,-1 0-1,1 0 0,0 0 1,0-1-1,-1 0 1,1 0-1,0-1 0,-1 1 1,1-1-1,0-1 0,-1 1 1,1-1-1,-1 0 1,0 0-1,0 0 0,0-1 1,0 0-1,0 0 0,0 0 1,2-2-15,4-3-80,-1 0 0,0 0 1,-1-1-1,0 0 0,0-1 1,-1 0-1,0 0 0,-1-1 0,0 0 1,-1 0-1,0 0 0,0-1 1,-2 0-1,1 0 0,-2 0 1,1-1-1,-2 1 0,1-1 1,-2 0-1,0 0 0,0 0 0,-1 0 1,-1 1-1,0-1 0,-1 0 1,0 0-1,-1 1 0,-1-1 1,0 1-1,0 0 0,-1 0 1,-1 0-1,0 1 0,0 0 0,-1 0 1,-1 0-1,-4-4 80,0 6 74,1 1-1,-2 0 1,1 1-1,-1 0 1,0 1-1,0 1 1,0 0-1,-1 1 1,0 0-1,0 1 1,0 0 0,0 1-1,0 1 1,-1 1-1,1 0 1,0 0-1,-1 1 1,1 1-1,0 1 1,0 0-1,0 1 1,0 0-1,1 1 1,-3 1-74,6-2 68,0 1 1,0 0-1,0 0 1,1 1-1,0 0 1,0 0-1,0 1 1,1 0-1,0 1 1,0 0-1,1 0 1,0 1-1,1 0 1,0 0-1,0 0 1,1 1-1,0 0 0,0 0 1,1 0-1,1 0 1,0 1-1,0 0 1,1-1-1,0 1 1,1 0-1,0 0 1,1 0-1,0 0 1,1 0-1,0 0 1,2 5-69,-1-7 30,1-1 0,0 1 1,0-1-1,1 0 1,0 0-1,1 0 0,0-1 1,0 0-1,0 1 1,1-2-1,0 1 0,1-1 1,-1 0-1,1 0 1,0-1-1,1 0 1,-1 0-1,1 0 0,0-1 1,0-1-1,0 1 1,1-1-1,-1 0 0,1-1 1,0 0-1,-1-1 1,9 1-31,-1 1 8,0-2 1,-1 0 0,1 0 0,0-1-1,-1-1 1,1-1 0,-1 0 0,1-1-1,-1-1 1,0 0 0,0-1 0,0 0-1,-1-2 1,0 0 0,9-5-9,-17 7-88,-1 1 1,1-1-1,-1-1 0,0 1 1,0-1-1,0 0 1,-1 0-1,0 0 1,0-1-1,0 1 0,-1-1 1,0 0-1,-1 0 1,1 0-1,-1 0 1,-1-1-1,1 1 0,-1-1 1,-1 1-1,1-1 1,-1 1-1,-1-1 1,1 1-1,-1-1 0,0 1 1,-1 0-1,0-1 1,0 1-1,-1 0 1,1 0-1,-1 0 0,-1 1 1,0-1-1,0 1 1,0 0-1,0 0 1,-1 0-1,0 0 0,-1 1 88,-3-7 72,0 1 0,0 0-1,-2 1 1,1 0 0,-1 0 0,-1 1-1,1 1 1,-1 0 0,-1 0-1,0 2 1,0-1 0,0 2-1,-1-1 1,1 2 0,-1 0 0,0 1-1,-1 0 1,1 1 0,0 0-1,-1 2 1,-6 0-72,15 0 62,1 1 0,-1 1 0,1-1 0,-1 1 0,1 0 0,0 0 0,0 1 0,0-1 0,0 1 0,0 0 0,1 0 0,0 1-1,-1 0 1,1-1 0,0 1 0,1 1 0,-1-1 0,1 0 0,-1 1 0,1 0 0,1 0 0,-1 0 0,1 0 0,0 0 0,0 0 0,0 1 0,1 1-62,-20 154 601,20-148-574,0-1 1,1 1-1,1 0 1,0 0-1,1-1 0,0 1 1,1 0-1,1-1 1,0 0-1,0 0 1,1 0-1,1-1 1,0 1-1,0-1 0,1-1 1,1 1-1,0-1 1,0 0-1,1-1 1,0 0-1,1 0 0,-1-1 1,2-1-1,-1 1 1,1-2-1,0 1 1,1-1-1,6 1-27,-9-2-4,0-2-1,1 1 1,0-2-1,0 1 1,0-1-1,0 0 1,0-1-1,0-1 1,0 1-1,0-1 1,0-1-1,1 0 1,-1-1-1,0 0 1,0 0-1,-1-1 1,1 0-1,0-1 1,-1 0-1,0 0 1,0-1-1,0 0 1,-1-1-1,0 0 1,0 0-1,0-1 1,-1 0-1,1 0 1,-2-1-1,1 0 1,-1 0-1,0 0 1,-1-1-1,0 0 1,-1 0-1,0 0 1,0-1-1,0 1 1,-2-1-1,1 0 1,0-8 4,-2 8-6,0-1 1,-1 1-1,-1-1 0,0 1 1,0 0-1,-1-1 0,0 1 0,-1 0 1,0 0-1,0 0 0,-1 1 1,-1-1-1,1 1 0,-2 0 1,1 0-1,-1 1 0,0-1 1,-1 1-1,0 1 0,0-1 1,-1 1-1,0 0 0,0 1 0,-1 0 1,0 0-1,0 1 0,0 0 1,0 1-1,-1 0 0,0 0 1,0 1-1,0 0 0,0 1 1,0 0 5,-128-8-300,91 37-2997,32-3-2335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4:51.333"/>
    </inkml:context>
    <inkml:brush xml:id="br0">
      <inkml:brushProperty name="width" value="0.1" units="cm"/>
      <inkml:brushProperty name="height" value="0.2" units="cm"/>
      <inkml:brushProperty name="color" value="#00F900"/>
      <inkml:brushProperty name="tip" value="rectangle"/>
      <inkml:brushProperty name="rasterOp" value="maskPen"/>
    </inkml:brush>
  </inkml:definitions>
  <inkml:trace contextRef="#ctx0" brushRef="#br0">154 628 3105,'0'0'7476,"0"0"-5184,0 0-1838,0 0-242,0 0 52,0 0 197,-19-1-14,-58 6-224,75-4-211,0 0 0,0 0 0,0 1 0,0-1 0,0 1 0,1-1 0,-1 1 1,1 0-1,-1 0 0,1-1 0,-1 1 0,1 0 0,0 0 0,0 0 0,0 0 0,0 1 0,1-1 0,-1 0 1,0 0-1,1 0 0,0 1 0,-1-1 0,1 0 0,0 1 0,0-1 0,0 0 0,0 1 0,1-1 0,-1 0 1,1 0-1,0 2-12,0 8 120,-3-4-55,1 0 0,0 0 0,0 0 0,1-1 0,0 1 0,0 0 0,1 0 0,0 0 0,1 0 0,0-1 0,0 1 0,0 0 0,1-1 0,0 0 0,0 0 0,1 0 0,0 0 0,1 0 0,-1-1 0,1 0 0,0 0 0,1 0 0,-1 0 0,1-1 0,0 0 0,1 0 0,-1-1 0,1 0 0,0 0 0,0 0 0,0-1 0,0 0 0,8 2-65,-4-4 33,1-1 0,0 0 1,-1-1-1,1 0 0,-1 0 0,0-1 0,1-1 0,-1 0 0,0-1 0,0 0 0,-1 0 0,1-1 0,-1-1 0,0 0 0,0 0 0,-1-1 0,0 0 0,0 0 0,-1-1 0,1-1 0,-2 1 0,1-1 0,-1 0 0,-1-1 0,0 0 0,0 0 0,-1 0 0,0-1 0,-1 1 0,0-1 0,-1 0 0,0-1 0,0 1 1,-1 0-1,-1-1 0,0 1 0,-1-1 0,0 1 0,-1-6-33,1 10 11,-1 0-1,0 1 1,0-1 0,0 0 0,-1 0 0,0 1 0,0-1 0,-1 1 0,0 0-1,0 0 1,0 0 0,-1 0 0,0 0 0,0 1 0,-1-1 0,1 1 0,-1 1 0,0-1-1,0 0 1,-1 1 0,0 0 0,1 1 0,-1-1 0,0 1 0,-1 0 0,1 0-1,-5-1-10,-9-3 145,-1 1 0,1 1 0,-1 1 0,0 0 0,0 2 0,0 0 0,0 2 0,-13 0-145,27 2 25,-1 0 0,1 1-1,0-1 1,0 1-1,0 1 1,0-1 0,1 1-1,-1 0 1,1 1-1,0 0 1,0 0 0,1 0-1,-1 0 1,1 1-1,0 0 1,1 0 0,-1 0-1,1 1 1,1-1-1,-1 1 1,1 0 0,0 0-1,1 1 1,-1-1-1,2 0 1,-1 1 0,1-1-1,0 1 1,0 0-1,1-1 1,0 1 0,1 0-1,-1-1 1,1 1-1,1-1 1,0 1 0,0-1-1,0 0 1,1 1-1,0-1 1,0-1 0,1 1-1,-1 0 1,2-1-1,-1 0 1,1 0 0,2 3-25,5-1-6,1 0 1,0-1 0,1 0-1,-1-1 1,1 0 0,0-1 0,1-1-1,-1 0 1,1-1 0,0-1-1,0 0 1,0-1 0,0 0-1,0-1 1,0-1 0,0-1 0,-1 0-1,1-1 1,0 0 0,-1-1-1,1-1 1,-1 0 0,-1-1-1,1 0 1,-1-2 0,0 1 0,0-1-1,-1-1 1,0 0 0,-1-1-1,0 0 1,-1-1 0,0 0-1,0-1 1,-1 0 0,4-8 5,-6 7-100,-1 0 0,-1-1 0,0 0 0,-1 0 0,0 0 1,-1 0-1,-1-1 0,0 0 0,-1 1 0,-1-1 0,0 0 0,-1 1 0,0-1 1,-1 1-1,-1-1 0,0 1 0,-1 0 0,-5-11 100,6 16 31,0 0-1,-1 0 1,-1 0 0,1 1-1,-1-1 1,-1 1 0,0 1-1,0-1 1,0 1 0,-1 0 0,0 0-1,0 0 1,-1 1 0,0 1-1,0-1 1,0 1 0,-1 1-1,1-1 1,-1 1 0,0 1-1,-1 0 1,1 0 0,0 1-1,-1 0 1,1 0 0,-1 1-1,0 1 1,-3 0-31,2 4 83,1 0-1,0 1 1,1 1 0,-1 0-1,1 0 1,0 1-1,1 0 1,-1 1 0,1-1-1,1 2 1,0-1 0,0 1-1,0 0 1,1 0 0,0 1-1,1 0 1,0 0-1,1 0 1,0 1 0,1-1-1,0 1 1,0 0 0,1 0-1,1 0 1,0 0-1,0 4-82,-8 147 619,10-157-609,-1 0 0,1 1 0,0-1 0,1 0 0,0 0 0,-1 0 0,1 0 1,1 0-1,-1 0 0,1 0 0,0-1 0,0 1 0,0-1 0,1 0 0,-1 0 1,1 0-1,0 0 0,0-1 0,1 0 0,-1 0 0,1 0 0,-1 0 0,1 0 1,0-1-1,0 0 0,0 0 0,0-1 0,2 1-10,11-2 12,0 0 0,0-1 1,-1-1-1,1-1 0,0 0 0,-1-1 1,1-1-1,-1-1 0,-1 0 0,1-2 0,-1 1 1,0-2-1,-1 0 0,0-1 0,0-1 1,-1 0-1,0-1 0,-1 0 0,-1-1 0,0-1 1,-1 0-1,0 0 0,-1-1 0,0-2-12,7-2-3,-1 0 0,-1-1 0,-1-1 0,-1 0 0,-1-1 0,-1 0 0,0-1 0,-2 0 0,-1-1 0,-1 0 0,0 0 0,-2-1 0,-1 1 0,-1-1 0,-2 0 0,0-13 3,-2 32 5,0 0 0,0 0-1,-1 1 1,0-1-1,0 1 1,-1 0 0,1-1-1,-1 1 1,0 0-1,0 0 1,-1 1 0,0-1-1,1 1 1,-1 0-1,-1 0 1,1 0 0,-1 0-1,1 1 1,-1-1-1,0 1 1,0 1 0,-1-1-1,1 1 1,-1 0-1,1 0 1,-1 0 0,1 1-1,-1 0 1,0 0-1,0 0 1,0 1 0,1 0-1,-1 0 1,0 1-1,0-1 1,0 1 0,1 0-1,-1 1 1,0-1-1,1 1 1,-1 0 0,1 1-1,0-1 1,0 1-1,0 0 1,0 1 0,0-1-1,1 1 1,-1 0-1,1 0 1,-4 4-5,-11 14 94,0 1 1,2 1-1,0 1 1,2 0-1,0 1 0,2 0 1,1 1-1,1 1 0,2 0 1,0 0-1,2 1 1,1 0-1,2 0 0,1 1 1,1-1-1,1 1 0,2 15-94,1-37 12,1 0-1,-1 0 0,1 0 1,1 0-1,0 0 0,0-1 1,0 1-1,1-1 0,0 0 1,0-1-1,1 1 0,0-1 1,0 0-1,1-1 0,-1 1 1,1-1-1,0 0 0,1-1 1,-1 0-1,1 0 0,0-1 0,0 0 1,0 0-1,0 0 0,0-1 1,1-1-1,-1 1 0,1-1 1,-1-1-1,1 0 0,0 0 1,-1 0-1,1-1 0,-1-1 1,0 1-1,1-1 0,-1-1 1,0 0-1,0 0 0,0 0 1,0-1-1,-1 0 0,0-1 1,1 1-1,1-3-11,9-2-31,-1-1 1,0 0-1,0-1 0,-1-1 1,-1-1-1,0 0 0,-1-1 1,0 0-1,-1-1 0,-1 0 0,0-2 1,-1 1-1,-1-1 0,0-1 1,-1 1-1,-1-2 0,-1 1 1,-1-1-1,0 0 0,-2-1 1,0 1-1,-1-1 0,-1 1 1,-1-1-1,0-11 31,-4 24 4,0 0 0,0 0 0,-1 0 0,0 1 1,0 0-1,0 0 0,-1 0 0,1 0 0,-2 0 0,1 1 0,0 0 0,-1 0 0,0 1 0,0 0 0,-1 0 0,1 0 1,-1 0-1,0 1 0,0 1 0,0-1 0,0 1 0,0 0 0,-1 0 0,1 1 0,0 0 0,-1 1 0,1-1 1,-1 1-1,1 1 0,-1-1 0,1 2 0,-1-1 0,1 1 0,0 0 0,0 0 0,0 0 0,0 1 0,0 1 1,0-1-1,1 1 0,0 0 0,0 0 0,0 1 0,0 0 0,-3 4-4,2 4 10,1 1 0,0 0-1,1 1 1,1-1 0,1 1 0,0 0 0,0 0-1,2 0 1,0 0 0,0 0 0,2 1 0,0-1-1,0 0 1,2 0 0,0 0 0,0 0 0,2-1-1,-1 0 1,2 1 0,0-1 0,1-1 0,0 0-1,3 4-9,-3-7-6,1 1-1,0-1 0,0 0 1,1-1-1,0 0 0,1-1 1,0 1-1,0-2 0,1 0 1,0 0-1,0-1 0,1 0 1,0-1-1,-1 0 0,2-1 1,-1 0-1,1-1 0,-1 0 1,1-1-1,0-1 0,0 0 1,-1-1-1,1 0 0,0-1 1,0 0-1,0-1 0,-1 0 1,11-4 6,-16 2-41,0 0 1,0 0-1,-1 0 0,0-1 1,1 0-1,-2-1 1,1 1-1,-1-1 0,1 0 1,-1 0-1,-1-1 1,0 1-1,0-1 1,0 0-1,0 0 0,-1-1 1,-1 1-1,1-1 1,-1 1-1,0-1 0,-1 0 1,0 0-1,0 1 1,0-1-1,-1-2 41,0-5-11,0 0 0,0 0-1,-2 0 1,0 0 0,0 0 0,-2 0-1,0 0 1,0 1 0,-1-1 0,-1 1-1,-1 1 1,-6-12 11,8 15 22,0 1 0,-1 0-1,0 0 1,-1 0 0,0 1 0,0 0-1,-1 0 1,0 0 0,0 1-1,-1 1 1,0-1 0,0 2 0,0-1-1,-1 1 1,0 0 0,0 1 0,0 0-1,-1 1 1,1 0 0,-1 1-1,0 0 1,1 0 0,-1 1 0,-2 1-22,7 5 9,0 1 0,0-1 0,0 1 1,1 1-1,0-1 0,0 1 0,1 0 1,0 0-1,0 0 0,0 0 0,1 1 1,0 0-1,1 0 0,0-1 0,0 1 1,0 1-1,1-1 0,0 0 0,1 0 1,0 0-1,0 0 0,1 1 0,0-1 0,0 0 1,2 2-10,-3 7 17,-2-6-20,1 0 1,1 0 0,0 0-1,0 1 1,1-1 0,1 0-1,0-1 1,0 1 0,1 0-1,1 0 1,-1-1 0,2 0-1,-1 0 1,1 0 0,1 0-1,0-1 1,0 0 0,1 0-1,0-1 1,1 1 0,0-2-1,0 1 1,0-1 0,1 0-1,0-1 1,1 0 0,-1-1-1,1 1 1,0-2 0,0 0-1,1 0 1,9 2 2,-13-5-19,0 0 0,-1 0 0,1-1 0,0 0 0,0 0 0,0 0 0,0-1 0,-1 0 0,1-1 0,0 0 1,-1 0-1,1 0 0,-1 0 0,0-1 0,0 0 0,0-1 0,0 1 0,0-1 0,-1 0 0,0-1 0,1 1 0,-2-1 0,1 0 0,0 0 0,-1-1 0,0 1 0,-1-1 0,1 0 0,-1 0 0,0 0 0,0 0 0,-1-1 1,2-5 18,0 5 6,-1-1 0,0 0 0,0 0 0,0-1 0,-1 1 0,0 0 0,-1-1 0,0 1 0,0-1 0,-1 0 1,0 1-1,0-1 0,-1 0 0,0 1 0,-1-1 0,0 1 0,0 0 0,-1 0 0,0-1 0,0 1 0,-1 1 0,0-1 1,0 1-1,-1-1 0,0 1 0,0 1 0,-1-1 0,0 1 0,0 0 0,0 0 0,-1 0 0,0 1 0,0 0 1,0 1-1,-1-1 0,1 2 0,-1-1 0,0 1 0,-4-1-6,0 2-38,0 0 0,0 2 0,0-1 0,0 2 0,0-1 0,1 2 0,-1-1 1,0 2-1,0 0 0,1 0 0,-1 1 0,1 0 0,0 1 0,1 0 0,-1 1 0,1 0 0,0 1 0,0 0 0,1 0 1,0 1-1,0 0 0,1 1 0,0 0 0,0 0 0,1 1 0,0 0 0,1 0 0,0 0 0,1 1 0,-1 4 38,0 29-4149,5-9-2945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47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0 530 7466,'0'0'69,"0"0"724,0 0 1820,0 0-299,0 0-817,0 0-438,4-3-174,11-14-677,-2 0 1,0-1-1,-1 0 1,-1-1-1,0 0 1,-2-1-1,0 0 1,-1-1 0,-1 0-1,-1 0 1,-1 0-1,-1-1 1,-1-1-209,20-227 735,-7 299-655,52 532 3832,-38-483-3562,-12-110-8096,-9-3 914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47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87 5601,'0'0'4855,"0"0"-2280,0 0-1355,0 0-486,0 0 38,0 0 151,25 0-63,188 0 459,-172-1-872,104 17 1313,-136-25-4242,8-52-7528,-8 29 8085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48.4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1 558 4849,'0'0'6237,"0"0"-3779,0 0-1646,0 0-129,0 0 699,0 0 154,10-15-761,174-288-247,-176 277-312,-1-1 0,-1 0 0,-2 0-1,-1-1 1,0 1 0,-2-1 0,-3-19-216,2 44 73,2 535 3704,-2-514-3712,1 0-1,0 0 1,2 0 0,0 0-1,1 0 1,0 0-1,2-1 1,0 0-1,1 0 1,0-1 0,2 0-1,0 0-64,1-18-279,-8-37-1702,-1-9-3637,-1-4-4058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49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5145,'0'0'1906,"0"0"1673,0 0-1948,0 0-1075,0 0-253,22-10 407,70-31 216,-90 38-872,1 1 0,0 1 0,0-1 0,0 0 0,1 1 0,-1-1 0,0 1 0,1 0 0,-1 0 0,0 1 0,1-1 0,-1 1 0,1-1-1,-1 1 1,1 0 0,-1 0 0,1 1 0,-1-1 0,1 1 0,-1 0 0,1 0 0,-1 0 0,0 0 0,1 0 0,-1 1 0,0-1-1,0 1 1,0 0 0,0 0 0,-1 0 0,1 1 0,0-1 0,-1 0 0,1 1 0,-1 0 0,0 0 0,0 0 0,0-1 0,-1 2 0,1-1-1,0 0 1,-1 0 0,0 0 0,0 1 0,0-1 0,0 1 0,-1-1 0,1 1-54,0 7 78,0 1 0,-1-1-1,0 1 1,0-1 0,-1 1 0,-1-1 0,0 0-1,-1 1 1,0-1 0,0 0 0,-1 0 0,-4 6-78,-80 95 1002,87-112-792,1 0 183,4-4-379,-1-1 0,1 1-1,0 0 1,0 0-1,1 0 1,-1 1 0,1 0-1,0 0 1,0 0 0,0 0-1,0 0 1,0 1 0,1 0-1,-1 0 1,1 1-1,-1 0 1,1 0 0,-1 0-1,1 0 1,0 1 0,0 0-1,-1 0 1,1 1 0,0-1-1,-1 1 1,1 1 0,0-1-1,-1 1 1,0 0-1,1 0 1,-1 0 0,0 1-1,0 0 1,0 0 0,0 0-1,-1 0 1,1 1 0,-1 0-1,0 0 1,0 0 0,-1 0-1,1 1 1,-1 0-1,1 1-13,3 5 52,0 0-1,-1 0 1,0 1-1,-1 0 1,-1 0-1,0 0 1,0 0-1,-2 1 1,1 0-1,-1-1 1,-1 1-1,0 0 1,-1 0-1,-1 0 1,0 0-52,-3-5 103,0 0 0,0 0 1,-1-1-1,0 0 0,-1 0 1,0 0-1,0 0 1,0-1-1,-1 0 0,0-1 1,0 1-1,0-1 1,-1-1-1,1 1 0,-1-2 1,0 1-1,0-1 0,-1 0 1,1 0-1,-1-1 1,0 0-1,1-1 0,-8 1-103,-13 1-19,-13 2-4,22 5-5466,19-8-3612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4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 1 5857,'0'0'880,"0"0"-503,0 0 277,0 0 1683,0 0-741,0 0-897,-10 10-280,-31 30 357,41-39-685,0 0-1,0 0 1,1 0 0,-1 0 0,0 0 0,1-1-1,-1 1 1,0 0 0,1 0 0,-1 0 0,1 0-1,-1-1 1,1 1 0,0 0 0,-1-1-1,1 1 1,0 0 0,0-1 0,-1 1 0,1-1-1,0 1 1,0-1 0,0 1 0,-1-1-1,1 0 1,0 1 0,0-1 0,0 0 0,0 0-1,0 1 1,0-1 0,0 0 0,0 0-1,0 0 1,0 0 0,0 0 0,0-1 0,0 1-1,0 0 1,-1 0 0,1-1 0,0 1 0,0 0-1,0-1 1,0 1 0,0-1-91,2 1 314,443-33 4649,-69 0-4343,-60 33-719,-317 0-150,0 0 0,0 1-1,0-1 1,0 0 0,0 0 0,0 1 0,0-1-1,0 0 1,0 1 0,1-1 0,-1 0 0,0 0-1,0 1 1,0-1 0,0 0 0,1 0-1,-1 1 1,0-1 0,0 0 0,0 0 0,1 1-1,-1-1 250,-35 7-5853,1-5 1014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46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3 284 7570,'0'0'1812,"0"0"2278,0 0-1488,0 0-1426,0 0-422,0-6 95,-1-4-759,0-1-1,1 1 1,0-1-1,1 1 0,0-1 1,1 1-1,0 0 1,1-1-1,0 1 1,0 1-1,1-1 0,1 0 1,0 1-1,0 0 1,0 0-1,1 0 0,0 1 1,1 0-1,0 0 1,1 1-1,3-4-89,-6 5-4,0 1 0,0-1 0,0 1-1,0 0 1,1 1 0,0-1 0,0 1 0,0 0-1,0 1 1,1-1 0,0 1 0,-1 1 0,1-1-1,0 1 1,0 0 0,0 1 0,1 0 0,-1 0-1,0 0 1,0 1 0,1 0 0,-1 1 0,0-1 0,0 1-1,1 1 1,-1-1 0,0 1 0,0 1 0,-1-1-1,1 1 1,0 0 0,-1 1 0,0-1 0,1 1-1,0 2 5,7 13-1,-1 1 0,-1 0 0,0 1 0,-2 1-1,0-1 1,-1 2 0,-2-1 0,0 1-1,-1 1 1,-2-1 0,0 1 0,-2-1 0,0 1-1,-1 0 1,-2 0 0,-1 0 0,0 0 0,-2-1-1,-1 1 1,0-1 0,-2 0 0,-1 0-1,-6 12 2,13-26 3,-1-1 0,0 1 1,-1-1-1,0 1 0,0-1 0,-1 0 0,0 0 0,0-1 0,-1 1 0,0-1 0,0 0 0,-1 0 0,0-1 0,0 1 0,0-1 0,-1-1 0,0 1 0,0-1 0,0 0 0,-1-1 0,0 0 0,0 0 0,0 0 0,0-1 0,0-1 1,-1 1-1,1-1 0,-1-1 0,0 1 0,1-2 0,-1 1 0,-1-1-3,1-5 3,1 0 0,-1-1 0,1 0 0,0-1 1,0 0-1,1 0 0,0-1 0,0 1 0,1-1 0,0-1 1,0 1-1,1-1 0,0 0 0,0-1 0,1 1 0,0-1-3,6 8-7,-1 1-1,1-1 0,-1 1 0,1 0 0,0 0 0,-1 0 1,1 0-1,0 0 0,0 0 0,0 0 0,0 1 0,-1-1 1,1 1-1,0-1 0,0 1 0,0 0 0,0 0 0,0 0 1,0 0-1,0 0 0,0 0 0,0 0 0,0 1 0,0-1 1,0 1-1,0-1 0,0 1 0,0 0 0,0 0 0,-1 0 1,1 0-1,0 0 0,1 1 8,-3-2 0,227 51 136,-223-51-226,10 0 127,0 1 1,0-2 0,0 0-1,0 0 1,0-2 0,-1 1-1,1-2 1,-1 0 0,1 0-1,5-4-37,27-44-4335,-43 32-3963,-1 10 4504</inkml:trace>
  <inkml:trace contextRef="#ctx0" brushRef="#br0" timeOffset="613.662">933 428 5961,'0'0'6596,"0"0"-3834,0 0-1644,0 0-414,0 0 65,0 0-30,-2-2-357,3 3-338,1 0 0,-1-1 1,0 1-1,0-1 1,1 0-1,-1 1 0,0-1 1,0 0-1,1 0 0,-1 0 1,0 0-1,1 0 1,-1 0-1,0 0 0,1 0 1,-1-1-1,0 1 0,0 0 1,1-1-1,-1 1 1,0-1-1,0 1 0,0-1 1,0 0-1,0 0 0,0 1 1,0-1-1,0 0 1,0 0-1,0 0 0,0 0 1,0 0-1,0 0 1,-1 0-1,1 0 0,-1 0 1,1-1-1,0 1 0,-1 0 1,1-1-45,0 0 11,0-1 0,-1 1 0,1-1-1,0 0 1,-1 1 0,0-1 0,1 1 0,-1-1 0,0 0 0,0 1 0,-1-1 0,1 0 0,0 1 0,-1-1-1,0 1 1,1-1 0,-1 1 0,0-1 0,0 1 0,-1-1 0,1 1 0,0 0 0,-1 0 0,1 0 0,-1 0-1,0 0 1,0 0 0,0 0 0,0 0 0,0 1 0,0-1 0,0 1 0,-1-1 0,1 1 0,0 0 0,-1 0-1,1 0 1,-1 0 0,1 1 0,-1-1 0,1 1 0,-1-1 0,0 1 0,1 0 0,-1 0 0,0 0 0,1 0-1,-1 1 1,1-1 0,-3 1-11,0 2 13,0 1 0,0-1 0,0 1 0,0 0 0,0 0 0,1 1 0,0-1 0,0 1 0,0 0 0,1 0 0,-1 1 0,1-1 0,1 1 0,-1-1 0,1 1 0,0 0 0,0 0 1,0 0-1,1 0 0,0 0 0,0 0 0,1 1 0,-1-1 0,1 0 0,1 5-13,0-7 10,-1-1 0,1 0 0,0 0 0,0 0 0,0 0 0,0 0 0,1 0 0,-1 0 0,1-1 0,0 1 1,-1 0-1,1-1 0,1 0 0,-1 1 0,0-1 0,0 0 0,1 0 0,-1 0 0,1 0 0,0 0 0,0-1 0,-1 1 0,1-1 1,0 0-1,0 0 0,0 0 0,1 0 0,-1-1 0,0 1 0,0-1 0,0 1 0,0-1 0,1 0 0,-1-1 0,0 1 1,0 0-1,0-1 0,0 0 0,0 0 0,0 0 0,0 0 0,0 0 0,2-1-10,-2 0 31,0 1 0,0-1 1,0 1-1,0-1 0,0 0 0,-1 0 0,1 0 1,-1 0-1,1-1 0,-1 1 0,0-1 0,0 1 0,0-1 1,0 0-1,0 0 0,-1 0 0,1 0 0,-1 0 1,0 0-1,0 0 0,0 0 0,0-1 0,0 1 0,-1 0 1,0-1-1,0 1 0,0 0 0,0-1 0,0 1 1,0 0-1,-1-1 0,0 1 0,1 0 0,-2-3-31,-15-8 249,12 15-8661,5 3 2255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50.4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96 7778,'0'0'1287,"0"0"1552,0 0-827,0 0-758,0 0-337,0 0 184,8-6-262,6-5-666,1 1 1,0 0-1,1 1 1,0 1-1,0 1 1,1 0-1,-1 1 1,2 0-1,-1 2 1,0 0-1,1 1 1,0 1 0,0 0-1,0 1 1,-1 2-1,10 0-173,-24 2 8,1 0 1,-1 1-1,0-1 1,1 1-1,-1-1 0,-1 1 1,1 0-1,-1 0 0,1 1 1,-1-1-1,0 0 0,-1 1 1,1-1-1,-1 1 1,0 0-1,0-1 0,0 1 1,-1 0-1,0 0 0,1-1 1,-2 1-1,1 0 1,-1 0-1,1-1 0,-1 1 1,0 0-1,-1-1 0,1 1 1,-1-1-1,0 1 0,0-1 1,-1 0-1,0 1-8,1-2 24,-1 1 1,0-1-1,0 0 0,0 0 1,0 0-1,0 0 0,-1-1 1,1 1-1,-1-1 0,0 0 1,0 0-1,0 0 0,0-1 1,0 1-1,0-1 0,0 0 1,0 0-1,-1-1 0,1 1 1,0-1-1,-4 0-24,8 0 21,38-13-222,-22 6 159,1 0-1,0 2 1,-1 0 0,2 1-1,-1 1 1,0 0 0,1 1-1,-1 1 1,1 1 0,-1 1-1,17 2 43,-28 0 30,0 1-1,0 0 0,-1 0 0,1 0 0,-1 1 0,0 0 0,-1 0 0,1 0 0,-1 0 0,0 1 0,0 0 0,-1 0 1,0 0-1,0 0 0,0 0 0,0 1 0,-1-1 0,-1 1 0,1 0 0,-1-1 0,0 1 0,0 0 0,-1 0 0,0 0 1,0 0-1,0 0 0,-1-1 0,0 1 0,-1 0 0,0 0 0,0-1 0,0 1 0,-1-1 0,1 0 0,-2 0 0,0 2-29,-7 6 56,-1 0 1,0-1-1,0 0 0,-2-1 0,1-1 0,-2 0 0,1-1 0,-1 0 1,-1-2-1,0 1 0,0-2 0,-1 0 0,1-1 0,-2-1 0,1 0 0,0-1 1,-1-1-1,0-1 0,1-1 0,-1 0 0,0-1 0,-4-1-56,-14-33-3092,34-20-3812,3 43 4514,1-21-2073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51.2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6281,'0'0'527,"0"0"-335,0 0 359,0 0 1700,0 0-459,0 0-810,-2 6-287,-8 17 389,55 6 3260,21-19-3156,-1-2 0,1-3 0,0-3 0,40-5-1188,-1 1 245,-101 2-311,44-3-722,-20-10-8140,-17 5 3584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5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1 115 7522,'0'0'1399,"0"0"1817,0 0-1471,0 0-1044,0 0-341,0 0 262,11-15 44,39-48-203,-46 59-412,0 1-1,1-1 1,-1 1-1,0 0 1,1 0 0,0 1-1,0-1 1,0 1-1,0 0 1,0 0-1,0 1 1,0-1 0,1 1-1,-1 0 1,1 1-1,-1-1 1,0 1-1,1 0 1,-1 1-1,1-1 1,-1 1 0,0 0-1,6 2-50,-8 0 47,0 0-1,0 0 1,0 0 0,-1 0-1,1 1 1,-1 0 0,0-1-1,0 1 1,0 0 0,0 0-1,-1 0 1,1 0 0,-1 0-1,0 0 1,-1 1 0,1-1-1,-1 0 1,1 0-1,-1 1 1,0-1 0,-1 0-1,1 1 1,-1-1 0,-1 3-47,2 8 211,-53 280 1716,49-227-1568,37-68 186,252-67-1051,-290 78-3950,-14 7-508,-5 0 121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53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96 5841,'0'0'6254,"0"0"-3300,0 0-1350,0 0-420,0 0 66,0 0-487,9-11-278,-4 5-442,0 0-7,0-1 1,0 1 0,0 0-1,1 0 1,0 1 0,0 0-1,1 0 1,-1 0 0,1 1-1,0 0 1,0 0 0,0 1-1,1 0 1,-1 0 0,1 0-1,6 0-36,-7 6 38,-1-1-1,0 1 0,1 1 0,-1-1 1,-1 1-1,1 1 0,-1-1 0,1 1 1,-1-1-1,0 2 0,-1-1 0,1 0 0,-1 1 1,0 0-1,-1 0 0,1 0 0,-1 0 1,-1 1-1,1-1 0,-1 1 0,0 0 0,0-1 1,-1 1-1,0 0 0,0 0 0,-1 0 1,1 0-1,-2 0 0,1 0 0,-2 7-37,3-6 48,4 16-2,-2 1 0,0 0 0,-2 0 1,0 0-1,-2 0 0,-1 1 0,-1-2 0,0 1 1,-3 0-1,0-1 0,-1 0 0,-1 0 0,-1-1 1,-6 9-47,10-28 8,-2 1 0,1-1 0,0 0 0,-1-1 1,0 1-1,0-1 0,0-1 0,0 1 1,0-1-1,0 0 0,-1-1 0,1 0 1,-1 0-1,1-1 0,-1 1 0,1-2 1,-1 1-1,1-1 0,-1 0 0,1-1 1,0 0-1,-1 0 0,1 0 0,0-1 1,0 0-1,1 0 0,-1-1 0,-2-2-8,9 5 5,0 0 0,0 0 0,0 0 0,0 0 0,0 0 1,0 0-1,1 0 0,-1 0 0,0 0 0,0 0 0,1 0 0,-1 0 0,1 0 0,-1 0 0,1 1 0,-1-1 0,1 0 0,0 0 0,-1 0 0,1 1 0,0-1 0,0 0 0,-1 1 0,1-1 0,0 0 0,0 1 0,0-1 1,0 1-1,0 0 0,0-1 0,0 1 0,0 0 0,0-1 0,0 1 0,0 0 0,0 0 0,0 0 0,0 0 0,0 0 0,0 0 0,0 0 0,0 0 0,0 0 0,0 1 0,0-1 0,0 0 0,0 1 0,0-1-5,5-1 4,333-73 914,-215 53-1223,-81-24-16911,-26 26 15560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54.6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5817,'0'0'948,"0"0"-549,0 0 75,0 0 1359,0 0-640,0 0-693,2 5 13,4-1-240,1-1 1,-1 0-1,0 0 0,1-1 0,-1 0 0,1 0 1,0 0-1,0-1 0,0 0 0,0 0 1,0 0-1,0-1 0,0 0 0,0-1 0,0 0 1,-1 0-1,1 0 0,0-1 0,0 0 1,-1 0-1,1-1 0,2-1-273,18-2 364,396-56 2869,-416 60-3235,-95 25-322,-1-4-1,0-3 0,-2-5 1,1-4-1,-69-3 325,159-4 83,15-4-34,515-81 333,-529 85-424,-44 1-1995,-12 13-3288,36-8 367,7-3 1755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51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1 370 6025,'0'0'5864,"0"0"-3265,0 0-1609,0 0-602,0 0-175,0 0 318,8-22 107,68-164-104,-20 24 1500,-45 220-1323,68 528 3781,-50-505-4338,-29-80-287,0-124-14690,0 70 8695</inkml:trace>
  <inkml:trace contextRef="#ctx0" brushRef="#br0" timeOffset="1102.55">132 977 6513,'0'0'475,"0"0"-365,0 0 412,0 0 1723,0 0-382,0 0-704,-10 4-360,4-2-1352,-25 10 3348,48-4 1,52-9-1789,1-4 0,-1-3 1,0-3-1,-1-2 0,42-16-1007,-109 29 9,5-2 13,56-15 158,1 4-1,0 1 1,1 4-1,27 1-179,-90 7-328,-1 0-496,-9 14-2614,-7 1 67,-4 0-3279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00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6225,'0'0'1213,"0"0"2009,0 0-919,0 0-1010,0 0-580,0 0 139,12 1 343,251 12 3398,-145-16-7494,-118 2-1840,0-4 1395,-2-3 191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58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233 296 3833,'0'0'2608,"0"0"2251,0 0-2688,0 0-1518,0 0-249,0 0 263,-19 19 104,4-4-619,-94 130 700,94-116-420,1 1-1,2 0 1,1 1-1,2 0 1,1 1-1,1 0 1,1 0-1,3 1 1,0-1-1,2 1 1,1 0-1,2-1 0,5 26-431,-1-40 84,2-1-1,0 0 0,1 0 0,0-1 0,2 0 0,-1-1 0,2 0 0,0-1 0,1 0 0,1-1 0,0 0 0,0-1 0,1-1 0,13 7-83,48 44-78,-57-41-1703,-17-18-2343,-1-2-3628,-7-12 2506</inkml:trace>
  <inkml:trace contextRef="#ctx0" brushRef="#br0" timeOffset="284.277">305 889 9218,'0'0'456,"0"0"5641,0 0-4800,0 0-889,0 0 192,0 0 712,0 0 96,158-35-791,-116 26-425,-8 2-120,-6 0-72,-9 3 0,-4 2-1089,-5-7-1815,-3 2-4402,-2-2 4634</inkml:trace>
  <inkml:trace contextRef="#ctx0" brushRef="#br0" timeOffset="736.622">870 558 1536,'0'0'8323,"0"0"-5123,0 0-2032,0 0-580,0 0 166,24-17 47,75-49-334,-97 64-455,0 1-1,0 0 1,0 0 0,0 0 0,0 0-1,0 0 1,0 0 0,0 0 0,0 1-1,0-1 1,0 1 0,1 0-1,-1-1 1,0 1 0,0 0 0,1 0-1,-1 1 1,0-1 0,0 0 0,0 1-1,1-1 1,-1 1 0,0 0-1,0 0 1,0 0 0,0 0 0,0 0-1,0 0 1,0 0 0,-1 1 0,1-1-1,0 0 1,-1 1 0,1 0-1,-1-1 1,1 1 0,-1 0 0,0 0-1,0 0 1,0 0 0,0 0 0,0 0-1,0 0 1,0 0 0,-1 0 0,1 0-1,-1 1 1,0-1 0,1 0-1,-1 0 1,0 1 0,0-1 0,-1 0-1,1 0 1,0 0 0,-1 1 0,1-1-1,-1 0 1,0 0 0,0 0-1,0 0 1,0 0 0,0 0 0,0 0-1,0 0 1,-1 0 0,1-1-12,0 12 153,-52 125 435,46-127-546,0 0 0,1 0 0,0 0 1,1 0-1,0 1 0,1 0 0,1 0 0,0 0 1,0 1-1,1-1 0,0 5-42,5-13 6,1-1 1,-1 0-1,1-1 0,0 1 1,-1-1-1,1 1 1,0-1-1,1 0 0,-1-1 1,0 1-1,0-1 0,1 0 1,-1 0-1,1 0 0,-1 0 1,1-1-1,-1 0 0,1 0 1,0 0-1,-1-1 1,1 1-1,0-1-6,-3 1 5,154-1 648,-132-14-2133,-6-25-7241,-16 22 6233</inkml:trace>
  <inkml:trace contextRef="#ctx0" brushRef="#br0" timeOffset="1270.479">1100 0 6465,'0'0'336,"0"0"25,0 0 1174,0 0 473,0 0-1080,0 0-462,6 8 464,174 159 3577,-74-81-3515,-84-68-854,-2 1 0,0 1-1,-1 1 1,0 1 0,-2 0 0,-1 1 0,-1 1 0,-1 1-1,-1 0 1,-1 0 0,-1 1 0,-1 1 0,-2 0 0,0 0-1,-2 1 1,-1 0 0,-1 4-138,-1 9 189,-1 0 0,-2-1 0,-1 1 0,-3 0 1,-1-1-1,-2 0 0,-1 0 0,-3-1 0,-1 2-189,6-32-1037,3-22-7737,2 6 5721,0-1 1426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5:55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0 5641,'0'0'6287,"0"0"-3856,0 0-1425,0 0-406,0 0 95,-21 30 118,19-27-788,-17 22 177,2 1 0,1 1 0,1 1 0,1 0 0,1 0-1,2 2 1,1-1 0,1 1 0,-1 15-202,-18 160 1003,9 2 0,9 0-1,9 24-1002,1-172 170,3-1 0,2 0-1,3 0 1,2 0 0,3-1-1,2-1 1,3 0 0,2-2-1,2 0 1,3-1 0,2-1-1,2-2 1,3 0 0,19 20-170,13 8 632,4-4 1,2-2 0,4-4 0,47 32-633,-94-78 173,1-1-1,2-2 1,0-1 0,1-1 0,0-1 0,1-2-1,22 6-172,-35-101-9711,0 35 2527,3 2 1401</inkml:trace>
  <inkml:trace contextRef="#ctx0" brushRef="#br0" timeOffset="2487.672">1077 999 5857,'0'0'708,"0"0"57,0 0 1520,0 0-507,0 0-826,0 0-82,-3 1 426,-10 5 84,9-5-183,10-27 1913,-3 21-3105,1 0-1,1 1 1,-1-1 0,1 1 0,-1 0 0,1 0 0,0 1 0,1 0 0,-1 0 0,1 0 0,-1 0-1,1 1 1,0 0 0,0 0 0,0 0 0,0 1 0,0 0 0,0 0 0,0 1 0,0 0 0,0 0-1,1 0 1,-1 1 0,0-1 0,0 2 0,0-1 0,0 1 0,0-1 0,0 2 0,-1-1 0,1 1 0,-1 0-1,1 0 1,0 0-5,2 15 3,0-1-1,-2 1 1,0 0-1,0 0 0,-2 1 1,0 0-1,-1-1 1,-1 1-1,-1 0 1,-1 0-1,0 0 0,-2 0 1,0 0-1,-1 0 1,-1 0-1,0 1-2,-1 3-2,-1 0-1,-1 0 1,-1 0 0,0-1 0,-2 0-1,-1-1 1,0 0 0,-2 0 0,0-1-1,-1-1 3,13-18 3,0 1 0,0-1 0,1 0 0,-1 0-1,0 0 1,0 0 0,0 0 0,-1 0 0,1 0 0,0 0-1,0 0 1,0 0 0,-1 0 0,1-1 0,0 1 0,-1-1-1,1 1 1,-1-1 0,1 1 0,0-1 0,-1 0 0,1 0-1,-1 0 1,1 0 0,-1 0 0,1 0 0,-1 0 0,1 0-1,-1 0 1,1-1 0,-1 1 0,1-1 0,0 1 0,-1-1-1,1 1 1,0-1 0,-1 0 0,1 0 0,0 1-1,0-1 1,0 0 0,0 0 0,0 0 0,0-1 0,0 1-1,0 0 1,0 0 0,0 0 0,0-1 0,1 1 0,-1 0-1,1-1 1,-1 1 0,1-1 0,-1 1 0,1 0 0,0-1-1,0 1 1,0-1 0,0 1 0,0-1 0,0-1-3,-15-96 0,14 47-168,17 57-53,42 36 292,-51-34-50,0-1 1,0 0 0,1-1-1,0 1 1,0-2 0,1 1-1,-1-1 1,1 0 0,0-1 0,0 0-1,0 0 1,0-1 0,0 0-1,1-1 1,8 1-22,-8-2-28,0-1 0,0 1 0,0-2 1,0 1-1,0-2 0,0 1 0,-1-1 0,0-1 0,1 1 0,-1-2 0,0 1 0,-1-1 0,1 0 1,-1-1-1,1-1 28,13-19-3609,-7-6-3324,-12 16 4115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04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90 7458,'0'0'1732,"0"0"3784,0 0-2848,0 0-1671,0 0-327,0 0 471,27-10 123,200-57-509,-213 66-727,-9-2-35,-1 2 1,1-1-1,0 0 1,0 1-1,0 0 0,0 0 1,0 1-1,0-1 1,0 1-1,0 0 1,0 1-1,0-1 1,0 1-1,0 0 1,0 0-1,0 0 1,0 1-1,0 0 0,0 0 1,-1 0-1,1 1 1,-1-1-1,0 1 1,0 0-1,0 0 1,0 0-1,0 1 1,0 0-1,-1-1 1,0 1-1,1 1 7,-4 4 13,0-1 0,0 0 0,-1 0 0,0 0 0,-1 0 0,0 0 0,0 0 0,0 0 0,-1-1 0,0 1-1,-1-1 1,0 0 0,0 0 0,0 0 0,-1 0 0,0-1 0,0 0 0,-1 0 0,1 0 0,-1-1 0,-1 1 0,1-1 0,-1-1 0,0 1 0,0-1 0,0-1 0,0 1 0,-1-1 0,0-1 0,1 1-1,-2-1-12,27-9 199,0 0-220,1 0 0,-1 0 0,1 2 0,0 0 0,1 2 0,-1 0 0,0 1 0,1 0 0,0 2 0,-1 1 0,6 0 21,-16 6-8,0 0-1,-1 0 0,0 1 1,-1 0-1,1 0 0,-2 0 1,1 1-1,-1 0 0,0 1 0,-1-1 1,0 1-1,-1 0 0,0 1 1,-1-1-1,0 0 0,0 1 1,-1 0-1,0 0 0,-1 0 0,0 0 1,-1 10 8,0-12 2,2-4 9,0-1-1,-1 1 1,1 0 0,-1 0 0,0 0 0,-1 0 0,0 0 0,1 0 0,-1 0-1,-1 0 1,1 0 0,-1 0 0,0 0 0,0-1 0,0 1 0,-1 0 0,0 0 0,0-1-1,0 1 1,0-1 0,-1 0 0,1 0 0,-1 1 0,0-2 0,0 1 0,-1 0-1,1-1 1,-1 1 0,0-1 0,0 0 0,0 0 0,0-1 0,-1 1 0,1-1-1,-4 1-9,-194 9 258,129-14-216,23-8-4845,60-3-179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09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24 101 6065,'0'0'2314,"0"0"4913,0 0-4094,0 0-2264,0 0-577,0 0-58,16-11 198,52-39-183,-59 44-240,0 1-1,1 0 1,-1 1-1,1 0 1,0 1-1,1-1 1,-1 2-1,0 0 1,1 0-1,0 1 0,-1 0 1,1 1-1,0 0 1,-1 0-1,1 1 1,0 1-9,-7-2 1,0 1-5,1 0 0,0 1-1,-1-1 1,1 1-1,-1 0 1,1 0-1,-1 0 1,0 0-1,0 1 1,0 0-1,0 0 1,-1 0-1,1 0 1,-1 1 0,1-1-1,-1 1 1,0 0-1,-1 0 1,1 0-1,-1 0 1,0 0-1,0 1 1,0-1-1,0 1 1,-1-1-1,1 1 1,-1 0 0,-1-1-1,1 4 5,10 144 3,-12-139-11,0 0 0,-1 0 1,-1-1-1,0 1 0,-1-1 1,0 0-1,-1 1 1,0-2-1,-1 1 0,-1-1 1,1 0-1,-2 0 0,1-1 1,-2 0-1,1 0 0,-1-1 1,-1 0-1,0 0 0,0-1 1,0-1-1,-1 0 0,0 0 1,-1-1-1,1 0 0,-1-1 1,0-1-1,-1 0 0,1 0 1,-1-1-1,0-1 0,-12 1 8,22-2 44,-1 0 0,0 0 0,0-1 0,0 1-1,0-1 1,0 0 0,1 0 0,-1 0 0,0-1 0,0 1-1,0-1 1,0 0 0,1 0 0,-1-1 0,0 1 0,1-1-1,-1 1 1,1-1 0,0 0 0,-1 0 0,1-1-1,0 1 1,0-1 0,1 0 0,-1 1 0,0-1 0,1 0-1,0 0 1,-1-1 0,1 1 0,1-1 0,-1 1-1,0-1 1,1 1 0,0-1 0,0 0 0,0 1 0,0-1-1,1 0 1,-1 0 0,1 0 0,0-2-44,5 1 34,0 1 0,0 1 0,1-1 0,-1 1 0,1 0 0,0 0 0,0 0 1,0 1-1,0 0 0,0 0 0,1 1 0,-1-1 0,1 1 0,-1 1 0,1-1 0,-1 1 0,1 0 1,2 1-35,-1-1 26,203 0 348,-150 3-74,-1-3 0,1-2 1,-1-3-1,41-9-300,-37-18-1015,-46-15-7543,-15 17 977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09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6881,'0'0'1342,"0"0"2960,0 0-2205,0 0-1445,0 0-172,8 21 600,-2-3-778,2 1 1,0-1-1,1 0 0,1-1 0,0 0 1,2-1-1,0 0 0,9 9-302,57 58 441,-3 4 0,-5 3 0,-3 3-1,-4 3 1,-5 3 0,-4 2 0,-4 2 0,-5 3 0,9 41-441,-33-63 205,-4 0 0,-4 2 1,-3-1-1,-4 1 1,-5 81-206,-5-132 215,-2 1 1,-1-1 0,-2 0 0,-1-1 0,-2 0-1,-1-1 1,-2 0 0,-1-1 0,-1-1 0,-2 0-1,-4 2-215,8-8 227,-15 26 49,9-20-196,2 2 0,1 0 1,1 1-1,2 1 0,2 0 1,-1 5-81,17-39-413,-1-1 0,0 0 1,0 0-1,1 0 1,-1 0-1,0-1 1,0 1-1,1-1 1,-1 1-1,0-1 1,0 0-1,0 1 0,0-1 1,0 0-1,0-1 1,0 1-1,0 0 1,0 0-1,0-1 1,-1 1-1,1-1 1,-1 0-1,1 1 0,-1-1 1,1 0-1,-1 0 1,0 0-1,0 0 1,0 0-1,0 0 1,0 0-1,-1-1 413,30-36-6865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05.8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207 582 5233,'0'0'1906,"0"0"2223,0 0-2618,0 0-1127,0 0 248,-11 24 583,-81 154 1073,76-152-1817,2 1-1,1 1 0,1 1 1,1 0-1,2 0 1,1 1-1,1 0 0,2 0 1,1 1-1,1-1 0,2 1 1,1 0-1,1 2-470,5-11 146,2 0 0,0-1-1,1 0 1,1 0 0,1-1 0,1 0-1,1-1 1,1-1 0,0 0 0,1 0 0,1-2-1,1 0 1,0 0 0,19 11-146,51 57 336,-87-84-470,0-1 1,0 0 0,0 0 0,-1 0 0,1 0 0,0 0 0,1 0 0,-1 0 0,0 0 0,0 0 0,0 0 0,0 0 0,1 0 0,-1 0 0,0 0 0,1 0 0,-1 0 0,1 1 0,-1-1 0,1 0 0,0 0 0,-1 0 0,1 1 0,0-1 0,-1 0 0,1 1 0,0-1 0,0 1 0,0-1 0,-1 1-1,1-1 1,0 1 0,0 0 0,0-1 0,0 1 0,0 0 0,0-1 0,0 1 0,0 0 0,0 0 0,0 0 0,0 0 0,0 0 0,0 0 0,0 0 0,0 1 0,0-1 0,0 0 0,-1 0 0,1 1 0,0-1 0,0 1 0,0-1 0,0 1 0,0-1 0,-1 1 0,1-1 0,0 1 0,0 0 0,-1-1 0,1 1-1,0 0 1,-1 0 0,1-1 0,-1 1 0,1 0 0,-1 0 0,1 0 0,-1 0 133,7-29-6552</inkml:trace>
  <inkml:trace contextRef="#ctx0" brushRef="#br0" timeOffset="263.564">296 1125 6057,'0'0'8562,"0"0"-7202,0 0-895,0 0 607,0 0 360,0 0-160,129 2-464,-87-2-271,0 0-249,-3 0 24,-4 0-312,-6-2-56,6-9-1641,-10 0-1351,-3-3-4314</inkml:trace>
  <inkml:trace contextRef="#ctx0" brushRef="#br0" timeOffset="727.846">924 811 5617,'0'0'4205,"0"0"-1788,0 0-968,0 0-479,0 0 250,0 0 70,17-6-398,57-19-255,-70 23-585,0 0-1,0 0 0,1 1 1,-1-1-1,1 1 1,-1 0-1,1 0 0,-1 1 1,1 0-1,-1-1 0,1 2 1,0-1-1,-1 0 1,1 1-1,-1 0 0,1 0 1,-1 0-1,1 1 1,-1-1-1,0 1 0,0 0 1,0 0-1,0 1 0,0-1 1,0 1-1,0 0 1,-1 0-1,0 0 0,1 0 1,-1 0-1,0 1 0,-1 0 1,1 0-1,-1-1 1,1 2-1,-1-1 0,0 0 1,-1 0-1,1 0 0,-1 1 1,0-1-1,0 1 1,0-1-1,0 1 0,-1 0 1,0-1-1,0 1 0,0-1 1,-1 1-1,1 0 1,-1-1-1,0 1 0,-1-1 1,1 0-1,-1 1 0,1-1 1,-1 0-1,-1 0 1,1 1-52,-220 205 180,220-208-172,1 1 1,-1-1 0,0 0 0,1 1-1,-1 0 1,1-1 0,0 1 0,0 0-1,0 0 1,0 0 0,0 0 0,0 0 0,1 0-1,0-1 1,-1 1 0,1 0 0,0 0-1,1 0 1,-1 0 0,0 0 0,1 0-1,0 0 1,0 0 0,0 0 0,0 0-1,0 0 1,0-1 0,1 1 0,-1-1-1,1 1 1,0-1 0,0 1 0,0-1-1,0 0 1,0 0 0,0 0 0,0 0-1,1 0 1,-1-1 0,1 1 0,0-1-1,-1 1 1,1-1 0,0 0 0,0 0-1,1 0-8,15 5 52,0 0 0,1-2-1,-1 0 1,1-1-1,0-2 1,-1 0-1,1 0 1,0-2 0,0-1-1,-1 0 1,1-1-1,18-6-51,60-57-2943,-53 0-6676,-30 34 5116</inkml:trace>
  <inkml:trace contextRef="#ctx0" brushRef="#br0" timeOffset="1079.036">1166 305 9898,'0'0'2238,"0"0"1260,0 0-2414,0 0-886,24 20 236,162 152 1703,-155-139-1788,-1 0 0,-2 2 0,-1 1-1,-2 2 1,-2 0 0,-1 1 0,-3 1 0,0 1 0,-3 1 0,-2 1 0,-1 0 0,-2 0-1,2 28-348,10 486 245,-23-557-247,-7 43-1230,-18-30-4151,7-13-1001</inkml:trace>
  <inkml:trace contextRef="#ctx0" brushRef="#br0" timeOffset="1694.617">1670 27 656,'0'0'10721,"0"0"-7229,0 0-2791,0 0-426,23-2 186,178-14 905,-185 15-1249,-13-1-90,0 1 0,-1 0 1,1 0-1,0 0 0,0 1 0,0-1 1,-1 1-1,1-1 0,0 1 1,0 0-1,0 0 0,0 0 1,0 1-1,0-1 0,0 1 1,-1-1-1,1 1 0,0 0 1,0 0-1,-1 0 0,1 0 1,0 1-1,-1-1 0,1 1 1,-1 0-1,0-1 0,0 1 1,1 0-1,-1 0 0,0 1 1,-1-1-1,1 0 0,0 1 0,-1-1 1,1 1-1,-1-1 0,0 1 1,0 0-1,0-1 0,0 1 1,0 0-1,0 2-27,-2 10 153,0-1 0,-1 0-1,0 0 1,-1-1 0,-1 1-1,0 0 1,-1-1 0,0 0 0,-1 0-1,0-1 1,-1 1 0,-1-1 0,0-1-1,-9 10-152,-52 106 520,67-125-493,1 0 1,0 0-1,0 0 1,0 0-1,0 0 1,0 1-1,0-1 1,1 0-1,-1 0 0,1 1 1,-1-1-1,1 1 1,0-1-1,0 0 1,0 1-1,0-1 1,0 1-1,1-1 1,-1 0-1,1 1 0,0-1 1,-1 0-1,1 0 1,0 1-1,0-1 1,1 0-1,-1 0 1,0 0-1,1 0 1,-1 0-1,1 0 0,0-1 1,-1 1-1,1-1 1,0 1-1,0-1 1,0 1-1,0-1 1,0 0-1,0 0 1,1 0-1,-1 0 0,0 0 1,0-1-1,1 1 1,-1-1-28,206-10 910,-106-3-857,-84 12-1569,-27 1-7611,-11 0 4064</inkml:trace>
  <inkml:trace contextRef="#ctx0" brushRef="#br0" timeOffset="2632.428">279 1876 6081,'0'0'768,"0"0"353,0 0 2534,0 0-1505,0 0-1040,0 0-493,-19 0 2868,1033-55 1273,-773 35-3427,33 0-792,-363 54-1859,63-15-3338,0 3-5758,18-15 5980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01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174 706 7162,'0'0'3991,"0"0"-2283,-18 24-946,-2-2-553,8-8-46,0 0 1,1 1 0,0 0-1,1 1 1,1 0 0,0 1-1,1-1 1,1 2 0,-1 6-164,-3 16 618,2 0 1,2 1-1,1 0 1,2 0 0,3 0-1,1 0 1,1 2-619,1-28 90,1 0 0,1 0 0,0 0 1,1 0-1,0-1 0,1 0 0,1 0 0,0 0 1,1-1-1,0 0 0,1 0 0,1-1 0,0-1 1,0 1-1,1-2 0,1 1 0,0-1 0,0-1 1,1 0-1,0-1 0,0-1 0,1 0 0,0 0 1,0-2-1,1 0 0,-1 0 0,1-1 0,0-1 1,1-1-1,7 1-90,4-29-8394,-27-29 3596,-1 34 3181,1-19-250</inkml:trace>
  <inkml:trace contextRef="#ctx0" brushRef="#br0" timeOffset="268.08">382 1102 7538,'0'0'1660,"0"0"2118,0 0-1896,0 0-1086,0 0-187,0 0 326,8-3-45,372-93 2780,-368 86-6390,-19-3-4926,-8 4 4160</inkml:trace>
  <inkml:trace contextRef="#ctx0" brushRef="#br0" timeOffset="755.479">1017 800 7498,'0'0'3162,"0"0"652,0 0-2093,0 0-1104,0 0-269,0 0 182,17-13-219,55-37-215,-71 48-95,0 1-1,0 0 0,0 0 1,1 0-1,-1 0 0,0 0 1,1 0-1,-1 0 0,0 0 1,1 1-1,-1-1 0,1 0 1,-1 1-1,1-1 1,-1 1-1,1 0 0,0-1 1,-1 1-1,1 0 0,0 0 1,-1 0-1,1 0 0,-1 0 1,1 1-1,0-1 0,-1 0 1,1 1-1,-1-1 1,1 1-1,-1-1 0,1 1 1,-1 0-1,1 0 0,-1 0 1,0 0-1,0 0 0,1 0 1,-1 0-1,0 0 0,0 0 1,0 1-1,0-1 0,0 0 1,0 1-1,0-1 1,-1 0-1,1 1 0,0-1 1,-1 1-1,7 74 41,-8-67-8,1 15 28,-2 0-1,0 0 1,-2-1-1,0 1 1,-2-1-1,-1 0 1,0 0 0,-2-1-1,0 0 1,-10 14-61,20-32 28,0 0 0,0 0 1,0 0-1,1 0 1,0-1-1,-1 1 1,1 0-1,1-1 0,-1 0 1,0 1-1,1-1 1,0 0-1,-1 0 0,1 0 1,0-1-1,1 1 1,-1-1-1,0 0 0,1 0 1,-1 0-1,1 0 1,0 0-1,0-1 0,-1 1 1,1-1-1,0 0 1,0-1-1,0 1 0,0-1 1,2 1-29,9 4 58,-1-1 1,1-1-1,1 0 0,-1 0 1,0-2-1,0 0 0,1 0 1,-1-2-1,1 0 1,-1 0-1,0-2 0,12-3-58,36-52-2957,-45-31-6794,-17 47 5545</inkml:trace>
  <inkml:trace contextRef="#ctx0" brushRef="#br0" timeOffset="1071.126">1224 388 7346,'0'0'2304,"0"0"450,0 0-1550,0 0-801,0 0 169,29 11 456,0-2-730,144 80 1491,-145-71-1534,-1 2-1,0 1 1,-2 2-1,-1 0 0,0 1 1,-2 2-1,-1 0 0,-1 1 1,-1 1-1,-2 1 0,-1 1 1,-1 0-1,-1 1 0,-2 0 1,-1 1-1,-1 1 0,-2-1 1,1 18-255,-8-19 18,-1 0 1,-1 1 0,-1-1-1,-2 0 1,-2 0 0,0 0-1,-2-1 1,-4 7-19,-5 11-647,16-45-1186,1-7-1555,0-15-3040</inkml:trace>
  <inkml:trace contextRef="#ctx0" brushRef="#br0" timeOffset="1792.258">1867 15 5577,'0'0'4903,"0"0"-2506,0 0-1435,0 0-537,0 0 210,0 0 341,10-2-317,165-10 1054,-171 13-1696,0 0 0,1 0 0,-1 1 0,0 0 0,0 0 0,0 0 0,-1 0 0,1 1 1,0-1-1,-1 1 0,0 0 0,1 0 0,-1 0 0,0 1 0,-1-1 0,1 1 0,-1-1 0,1 1 1,-1 0-1,0 0 0,0 0 0,-1 0 0,1 0 0,-1 1 0,0-1 0,0 0 0,-1 1 1,1 2-18,-4 128 283,-12-103-328,16-33 67,0 1 0,-1 0 0,1 0 0,-1 0 0,1 0 0,-1-1 0,1 1 0,0 0 0,-1 0 0,1 0 0,-1 0 0,1 1 0,0-1 0,-1 0 0,1 0 0,-1 0 0,1 0 0,-1 1 0,1-1 0,0 0 0,-1 0 0,1 1 0,-1-1 0,0 0 0,1 1 0,-1-1 0,1 1 0,-1-1 0,1 0 0,-1 1 1,0-1-1,1 1 0,-1-1 0,0 1 0,0-1 0,1 1 0,-1 0 0,0-1 0,0 1 0,0-1 0,0 1 0,1-1 0,-1 1 0,0 0 0,0-1 0,0 1 0,0-1 0,-1 1 0,1 0 0,0-1 0,0 1 0,0-1 0,0 1-22,3-3-8,0 1 0,1 0-1,-1 0 1,1 0 0,-1 0 0,1 0 0,0 1 0,-1-1 0,1 1-1,0 0 1,-1 0 0,1 1 0,-1-1 0,1 1 0,0-1-1,-1 1 1,1 0 0,-1 1 0,1-1 0,-1 1 0,0-1-1,0 1 1,0 0 0,0 0 0,0 0 0,0 1 0,0-1 0,0 1-1,-1-1 1,0 1 0,1 0 0,-1 0 0,0 0 0,0 0-1,-1 0 1,1 1 0,-1-1 0,1 0 0,-1 1 0,0 0-1,0-1 1,-1 1 8,18 221 2559,-18-167-2300,-2-54-206,1 0-1,0-1 1,-1 1 0,0 0-1,0-1 1,0 1 0,0-1-1,0 0 1,-1 0 0,1 0-1,-1 0 1,0 0-1,0-1 1,0 1 0,-1-1-1,1 1 1,0-1 0,-1 0-1,1-1 1,-1 1 0,0-1-1,0 1 1,1-1-1,-1 0 1,0-1 0,0 1-1,0-1 1,0 1 0,0-1-1,0 0 1,0-1 0,0 1-1,0-1 1,0 1-1,0-1 1,0 0 0,0-1-1,1 1 1,-1-1-53,-69 5 104,36 25-1420,18-3-3618,4-1-3313</inkml:trace>
  <inkml:trace contextRef="#ctx0" brushRef="#br0" timeOffset="2499.004">16 1900 6129,'0'0'723,"0"0"-453,0 0 72,0 0 1177,0 0 964,24 2-261,370 2 3575,811-152-1673,-1009 141-4405,-245 8-1755,6 1-2247,0-3-3555,17-3-709</inkml:trace>
  <inkml:trace contextRef="#ctx0" brushRef="#br0" timeOffset="4020.876">2428 1698 1480,'0'0'5068,"0"0"527,0 0-2716,0 0-1691,0 0-554,0 0 263,29 0 158,172-2 725,182-27 1036,-379-7-10997,10 13 2495,7-1-70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11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4369,'0'0'2052,"0"0"454,0 0-1060,0 0-983,21 2-267,-9-2-153,-8-1-32,0 0 0,0 1 0,0-1 0,0 1 0,0 0 0,0 1 0,0-1 0,0 0 0,0 1 1,0 0-1,0 0 0,-1 0 0,1 1 0,0-1 0,-1 1 0,1 0 0,-1 0 0,1 0 0,-1 0 0,0 1 1,0 0-1,0-1 0,0 1 0,0 0 0,-1 0 0,0 0 0,1 1 0,-1-1 0,0 0 0,0 1 0,0 3-11,11 270 2963,-14-182-2534,2-89-415,0 0 0,0 0 1,-1 0-1,1 0 0,-1 0 0,-1 0 1,1 0-1,-1 0 0,0 0 0,0 0 0,-1 0 1,0 0-1,0-1 0,0 1 0,-1-1 1,0 1-1,0-1 0,0 0 0,0 0 1,-1 0-1,0 0 0,0-1 0,0 0 1,-1 0-1,0 0 0,1 0 0,-1-1 1,0 1-1,-1-1 0,1-1 0,-3 2-14,-2-5-79,1 0 1,-1 0-1,0-1 0,1-1 0,0 0 0,-1 0 1,1 0-1,1-1 0,-1-1 0,0 1 0,1-2 1,0 1-1,0-1 0,1 0 0,-1 0 0,1-1 1,1 0-1,-1-1 0,1 1 0,0-1 0,1 0 1,-1-2 78,6 9 31,0 0 0,-1 1 1,1-1-1,-1 0 0,1 0 1,0 0-1,0 0 1,0 0-1,0 1 0,-1-1 1,1 0-1,0 0 1,0 0-1,1 0 0,-1 0 1,0 0-1,0 0 0,0 1 1,1-1-1,-1 0 1,0 0-1,1 0 0,-1 0 1,0 1-1,1-1 0,-1 0 1,1 0-1,0 1 1,-1-1-1,1 0 0,-1 1 1,1-1-1,0 1 1,0-1-1,-1 1 0,1-1 1,0 1-1,0 0 0,0-1 1,-1 1-1,1 0 1,0-1-1,0 1 0,0 0 1,0 0-1,0 0 0,0 0 1,-1 0-1,1 0 1,0 0-1,0 0 0,0 0 1,0 0-1,0 1 1,0-1-1,-1 0 0,1 1 1,0-1-1,0 0 0,0 1 1,-1-1-1,1 1 1,0-1-1,-1 1 0,1 0-31,68 14 1095,-16-1-689,1-3 1,0-2-1,1-3 1,0-1-1,-1-4 0,28-3-406,-81 2 3,34-8-215,-27-14-7396,-8 12 4745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12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0 5009,'0'0'1978,"0"0"2148,0 0-1279,0 0-1138,0 0-850,0 0-278,-9 4 353,4-2-904,-19 13 1288,58-2 762,71-3-1438,-1-5-1,1-4 1,29-7-642,-75-4-4433,-24-9-4604,-19 6 3616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14.8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5617,'0'0'1530,"0"0"1913,0 0-1332,0 0-882,0 0-417,0 0-8,5 2 368,213 7 4232,-75-15-4856,-81 6-6530,-35-14-3588,-14-3 6709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15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102 269 1088,'0'0'5183,"0"0"23,0 0-2805,0 0-1499,0 0-428,1-21 103,22-156 2013,-18 107-1137,8 77-843,13 212 1605,-25-179-2118,2-1 1,2 1 0,1-1 0,2 0-1,1-1 1,4 6-98,5-7-1630,-7-24-8360,-10-13 6711</inkml:trace>
  <inkml:trace contextRef="#ctx0" brushRef="#br0" timeOffset="286.361">0 665 9642,'0'0'4306,"0"0"-101,0 0-2255,0 0-1210,0 0-289,23-4 306,189-40 781,-23 23-2579,-126 26-3473,-2 8-5000,-40-7 7075</inkml:trace>
  <inkml:trace contextRef="#ctx0" brushRef="#br0" timeOffset="937.631">334 869 6041,'0'0'6003,"0"0"-1745,0 0-2208,0 0-523,0 0-75,0 0-248,11-11-374,-2 2-755,-1 1-1,1-1 1,0 2-1,1-1 1,0 1-1,0 1 1,0-1-1,1 2 1,0 0-1,0 0 1,1 1-1,-1 0 1,1 1-1,0 0 1,0 1-1,0 0 1,3 1-75,-9 5-8,-1 0 1,0 1-1,0-1 1,0 1-1,-1 1 1,1-1-1,-1 0 1,0 1-1,-1 0 1,1 0-1,-1 0 1,0 0-1,-1 1 1,0-1-1,0 1 1,0-1-1,-1 1 1,1 0-1,-2 0 1,1-1-1,-1 1 1,0 0-1,0 0 1,-2 5 7,2-10-3,2 247 126,-2-244-133,0 1 1,-1-1-1,1 0 0,-1 0 1,-1 0-1,1 0 1,-1 0-1,0 0 0,0-1 1,0 1-1,0 0 1,-1-1-1,0 0 0,0 1 1,0-1-1,-1 0 1,1-1-1,-1 1 0,0-1 1,0 1-1,0-1 1,0-1-1,-1 1 0,1 0 1,-1-1-1,1 0 0,-1 0 1,0 0-1,0-1 1,0 0-1,0 0 0,0 0 1,0 0-1,-1-1 1,1 0-1,0 0 0,0 0 1,0-1-1,-3 0 10,6 1-9,0 1-1,1-1 1,-1 0 0,0 0-1,1 0 1,-1 0-1,0-1 1,1 1 0,-1 0-1,0-1 1,1 1-1,-1-1 1,1 1 0,-1-1-1,1 0 1,-1 0-1,1 0 1,-1 0 0,1 0-1,0 0 1,0 0-1,-1 0 1,1 0 0,0 0-1,0-1 1,0 1-1,0-1 1,0 1 0,1-1-1,-1 1 1,0-1-1,1 1 1,-1-1 0,1 1-1,-1-1 1,1 0-1,0 1 1,0-1-1,0 0 1,0 1 0,0-1-1,0 0 1,0 1-1,0-1 1,1 0 0,-1 1-1,1-1 1,-1 1-1,1-1 10,-1-7-103,3 5 85,0 0 0,0 1 0,0-1-1,0 1 1,1-1 0,0 1 0,0 0 0,0 0 0,0 1-1,0-1 1,0 1 0,1 0 0,-1 0 0,1 1 0,-1-1-1,1 1 1,0 0 0,0 0 0,-1 0 0,1 1 0,0 0-1,0 0 1,0 0 0,0 0 0,0 1 0,-1 0 0,1 0-1,0 0 1,3 2 18,-1-3 16,241 26 1338,-213-24-1339,68-8 1347,-54-35-7351,-28-14-4185,-11 29 7477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13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1 376 5777,'0'0'7348,"0"0"-4079,0 0-2082,0 0-791,0 0-45,11-20 712,91-169-51,-94 175-947,-1-1 0,-1 0 0,0 0 0,-1-1 0,-1 0 0,0 1 0,-1-2 0,-1 1 0,0-11-65,-2 26 309,0 1-51,0 4-142,3 58 745,3 0 0,2 0 0,3-1 0,18 58-861,47 51-236,-71-162-573,-15 4-14116,-6-12 10173</inkml:trace>
  <inkml:trace contextRef="#ctx0" brushRef="#br0" timeOffset="278.16">28 638 13819,'0'0'3811,"0"0"-2101,0 0-976,0 0 18,0 0 140,0 0-35,14 0-194,234-15 451,-122-2-1971,-68 10-3544,-2-1-5915,-37 4 7619</inkml:trace>
  <inkml:trace contextRef="#ctx0" brushRef="#br0" timeOffset="914.706">186 840 6185,'0'0'9190,"0"0"-5486,0 0-2448,0 0-719,0 0 38,0 0 93,13-7-150,3-3-502,0 1 0,0 1 1,0 0-1,1 2 0,0 0 0,0 0 0,1 2 1,0 0-1,0 1 0,0 1 0,0 1 1,3 0-17,-18 3-9,-1 0 0,0 0 1,0 1-1,1-1 0,-1 1 1,-1-1-1,1 1 0,0 0 1,-1-1-1,1 1 1,-1 0-1,0 0 0,0 0 1,0 0-1,0 0 0,0 0 1,-1 1-1,0-1 1,1 0-1,-1 0 0,0 0 1,-1 0-1,1 1 0,0-1 1,-1 0-1,0 0 1,0 0-1,0 0 0,0 0 1,0 0-1,-1 0 0,1 0 1,-1-1-1,0 1 0,1 0 1,-3 0 8,-64 55 99,68-58-37,5 0 30,154-30-65,-154 29-35,-1 0 0,0 0 0,0 1 0,1 0 0,-1 0 0,1 0 0,-1 0 0,0 1 0,0-1 0,1 1 0,-1 1 0,0-1 0,0 0 0,0 1 0,0 0 0,0 0 0,0 0 0,-1 0 1,1 1-1,-1-1 0,1 1 0,-1 0 0,0 0 0,0 0 0,0 1 0,-1-1 0,1 1 0,-1-1 0,1 1 0,-1 0 0,-1 0 0,1 0 0,0 0 0,-1 0 0,0 0 0,0 1 0,0-1 0,-1 0 0,1 4 8,1 1 55,0 0 0,-1 1 0,1-1-1,-2 0 1,0 1 0,0-1 0,0 1 0,-1-1 0,-1 0 0,1 1-1,-2-1 1,1 0 0,-1 0 0,-1 0 0,1-1 0,-2 1-1,1-1 1,-1 0 0,0 0 0,-1 0 0,0-1 0,0 0-1,0 0 1,-1-1 0,0 1 0,0-1 0,-1-1 0,0 0 0,0 0-1,0 0 1,0-1 0,-1 0 0,-7 2-55,-21 5 20,-1-2-1,-1-1 1,1-2 0,-1-2 0,0-1 0,-13-2-20,60-35-12131,10 8 8185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27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65 4689,'0'0'2054,"0"0"1889,0 0-2328,0 0-964,0 0 405,4 2 361,179 10 3662,127-1-3970,-176-14-4671,-132-7-791,26-38-2909,-9 20 5315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27.7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89 125 6329,'0'0'3748,"0"0"-2521,0 0-1019,0 0-139,0 0 263,0 0 564,-4-4-75,3 3-775,1 0 0,-1 0 1,1 0-1,-1 0 1,0 0-1,0 0 1,0 0-1,1 0 1,-1 0-1,0 0 0,0 1 1,0-1-1,0 0 1,0 1-1,0-1 1,-1 0-1,1 1 1,0 0-1,0-1 0,0 1 1,0 0-1,-1-1 1,1 1-1,0 0 1,0 0-1,-1 0 1,1 0-1,0 0 0,0 0 1,0 1-1,-1-1 1,1 0-1,0 1 1,0-1-1,0 0 1,0 1-1,0 0 0,-1-1 1,1 1-1,0 0 1,0-1-1,0 1 1,1 0-1,-1 0 1,0 0-1,0 0 0,0 0 1,1 0-1,-1 0 1,0 0-1,1 0 1,-1 0-1,1 0 1,-1 0-1,1 0 0,0 1 1,-1-1-1,1 0 1,0 0-1,0 0 1,0 1-1,0-1 1,0 0-47,0 11 240,1-1 1,0 1-1,1-1 1,0 1-1,0-1 1,1 0-1,1 0 1,0 0-1,1 0 1,0-1-1,0 0 1,1 0-1,0 0 1,1-1-1,0 1 1,1-2-1,4 5-240,13 21 124,17 23-28,-21-32-55,-2 1 1,-1 0 0,-1 2 0,-1 0 0,-2 1 0,-1 0 0,1 6-42,-14-33-15,0 0 1,0 0-1,0 0 1,0 0-1,-1 1 1,1-1-1,-1 0 1,0 0-1,1 0 1,-1 0-1,0 0 1,0 0-1,0 0 1,-1-1 0,1 1-1,0 0 1,-1 0-1,1-1 1,-1 1-1,1-1 1,-1 0-1,0 1 1,1-1-1,-1 0 1,0 0-1,0 0 1,0 0 0,0 0-1,0 0 1,0-1-1,0 1 1,0-1-1,-1 0 1,1 1-1,0-1 1,0 0-1,0 0 1,0 0-1,-1 0 1,1-1-1,0 1 1,0-1 0,0 1-1,0-1 1,0 0-1,0 0 1,0 0-1,0 0 1,0 0-1,0 0 1,1 0-1,-3-2 15,-1 3-31,0-1 0,0 0 0,0 0 0,0 0 0,0-1 0,1 1 0,-1-1 0,0-1 0,1 1 0,-1-1 0,1 1 0,0-1-1,0 0 1,0-1 0,0 1 0,1-1 0,-1 1 0,1-1 0,0 0 0,0-1 0,0 1 0,0 0 0,1-1 0,0 0 0,0 1 0,0-1 0,1 0-1,-1 0 1,1 0 0,0 0 0,1 0 0,-1 0 0,1 0 0,0 0 0,0 0 0,1 0 0,-1 0 0,1-1 0,0 1 0,1 1 0,-1-1 0,1 0-1,0 0 1,2-3 31,14-6-30,-1-1 1,0-1-1,-1-1 0,0 0 0,-2-1 0,0-1 0,-1 0 0,-1-1 0,-1 0 0,0-1 0,-2 0 0,0-1 1,-2 0-1,3-12 30,0-152 437,-14 183-363,1 0-1,-1 0 1,1 0 0,-1 1-1,0 0 1,0 0 0,0 0-1,0 0 1,-1 0 0,1 1-1,0 0 1,-1 0-1,1 0 1,-1 1 0,1-1-1,-1 1 1,1 0 0,-1 0-1,1 0 1,-1 1 0,1 0-1,-1 0 1,1 0 0,0 0-1,-1 1 1,1 0 0,-1 0-75,-7 3-90,0 1 0,0 1 0,1 0 0,-1 0-1,1 1 1,1 0 0,0 1 0,0 0 0,1 1-1,0 0 1,1 0 0,-5 8 91,-48 84-6858,44-65 1912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28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5521,'0'0'1515,"0"0"2197,0 0-2000,0 0-870,0 0 143,0 0 186,15 10 7,-6-5-1001,117 42 1397,284-68 1677,-370 15-3010,3-2-175,1 2 0,-1 2 1,1 2-1,0 2 0,22 4-66,-46 7-487,-13-5-2452,-1-4-6423,-6-2 7726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29.3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0 120,'0'0'0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35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6249,'0'0'2498,"0"0"-32,0 0-684,0 0-879,12 0 986,-10 0-8250,-9 0 4993</inkml:trace>
  <inkml:trace contextRef="#ctx0" brushRef="#br0" timeOffset="998.527">1 245 5337,'0'0'606,"0"0"-53,0 0 1251,0 0 529,0 0-711,0 0-510,3 12 3047,69-82-1941,-67 64-2158,0 0-1,0 1 1,1-1-1,0 1 0,0 1 1,1-1-1,-1 1 1,1 0-1,0 1 1,0-1-1,0 1 0,1 1 1,-1-1-1,1 1 1,-1 1-1,1-1 1,0 1-1,0 1 0,-1-1 1,1 1-1,0 1 1,0 0-1,0 0 1,-1 0-1,1 1 1,-1 0-1,1 0 0,-1 1 1,0 0-1,6 3-59,-4 6 6,0 1-1,0 1 1,-1-1-1,-1 1 1,0 1-1,-1-1 1,-1 1-1,0 0 1,-1 0-1,-1 1 1,0-1-1,-1 1 1,0-1-1,-2 1 1,0 0-1,0 0 1,-3 8-6,0-7-3,-1 0 0,0 0 0,-2 0 1,0 0-1,-1-1 0,0 0 0,-1 0 1,-1-1-1,-1 0 0,0 0 0,-1-1 1,0-1-1,-1 0 0,-4 3 3,-18 25 13,-84 95-1502,115-175 1363,4 27 133,1-1-1,0 0 1,1 0 0,0 1-1,1 0 1,0-1-1,1 1 1,1 1-1,0-1 1,0 1 0,1 0-1,1 1 1,-1-1-1,2 1 1,7-7-7,-13 16-7,1 0 0,0 0 0,-1 0-1,1 1 1,-1-1 0,1 1 0,0 0 0,0 0 0,-1 0 0,1 1 0,0-1 0,-1 1-1,1 0 1,-1 0 0,1 0 0,-1 0 0,1 1 0,-1-1 0,0 1 0,0 0 0,0 0-1,0 0 1,0 0 0,0 1 0,0-1 0,-1 1 0,1 0 0,-1 0 0,0 0-1,0 0 1,2 3 7,13 11 49,-4-7 114,0 0-1,0-1 1,1 0 0,0-1 0,1 0 0,-1-1-1,1-1 1,1-1 0,-1 0 0,1 0 0,0-2-1,0 0 1,0-1 0,0-1 0,1 0-1,-1-1 1,0-1 0,0 0 0,1-1 0,-1-1-1,-1 0 1,1-2 0,0 0 0,-1 0 0,0-1-1,0-1 1,-1-1 0,0 0 0,0-1-1,0 0 1,-2-1 0,11-10-163,11-62-2117,-42-58-12121,0 109 12158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34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253 0 6369,'0'0'4779,"0"0"-3262,0 24-999,0 189 3149,-1-171-2849,0-17-372,0 0 0,2 0-1,1 0 1,1 0 0,1 0 0,1 0-1,7 21-445,2-25-1118,-10-21-2407,-2-8-4210,-2-7 3814</inkml:trace>
  <inkml:trace contextRef="#ctx0" brushRef="#br0" timeOffset="312.963">1 294 5841,'0'0'1769,"0"0"1257,0 0-1722,0 0-591,0 0 342,27-2 442,200-16 1638,-216 16-3229,1 1 1,0 0-1,-1 0 1,1 2-1,0-1 1,-1 1-1,1 1 0,-1 0 1,1 1-1,-1 0 1,0 1-1,0 0 1,8 4 93,48 9-8756,-52-17 6725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42.6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89 4337,'0'0'885,"0"0"-991,0 0 445,0 0-33,-13 0-3,-44 0 559,40 0 2849,15 0 4480,520-53-4761,-43 59-2986,-489-13-3086,13-9-3854,1 8 3009,0-3 764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44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93 5497,'0'0'918,"0"0"1099,0 0 152,0 0-895,0 0-489,0 0 151,5 3 268,145 13 2203,-122-18-3091,714-68 3210,-361 43-1602,124 16-1924,-504 11 49,-1 0 58,0 0-102,0 0-171,-5 0-3294,-27 0-6656,17-2 6926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21.500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1374 270 6041,'0'0'8666,"0"0"-5390,0 0-2232,0 0-635,0 0-9,0 0 8,2 3-130,13 174 2314,-17-121-2160,5 105 178,0-158-606,1 1 1,-1-1 0,1 0-1,0 0 1,0 0-1,1 0 1,-1-1-1,0 1 1,1-1 0,0 0-1,-1-1 1,1 1-1,0-1 1,0 0-1,0 0 1,0 0 0,0-1-1,0 0 1,0 0-1,0 0 1,0 0 0,-1-1-1,1 0 1,0 0-1,3-1-4,16 1 98,48 1-418,106-2 786,-63-12-6596,-75-10-3751,-35 15 8516</inkml:trace>
  <inkml:trace contextRef="#ctx0" brushRef="#br0" timeOffset="359.233">1792 316 16307,'0'0'2596,"0"0"-1477,0 0-882,0 0 2,0 0 360,0 0 437,1 27-364,12 167 123,2 311 2013,-1-521-5620,-3-49-7947,-8 31 5412</inkml:trace>
  <inkml:trace contextRef="#ctx0" brushRef="#br0" timeOffset="-706.816">314 1 4561,'0'0'7158,"0"0"-3896,0 0-1374,0 0-1117,0 0-332,0 18 697,2 198 1623,9 0 0,28 138-2759,-20-277-1447,-18-76-322,-4-27-5685,-6 2 3469,-32-40 2109,22 39 595,-11-16-807</inkml:trace>
  <inkml:trace contextRef="#ctx0" brushRef="#br0" timeOffset="-457.875">0 552 6001,'0'0'508,"0"0"-221,0 0 176,0 0 1352,0 0-465,0 0-364,17 4-69,170 23 2541,143-34-853,-221-8-4797,-3-10-4355,-64 12 3705</inkml:trace>
  <inkml:trace contextRef="#ctx0" brushRef="#br1" timeOffset="21745.331">561 1043 4297,'0'0'0</inkml:trace>
  <inkml:trace contextRef="#ctx0" brushRef="#br1" timeOffset="22427.001">457 1030 6265,'0'0'110,"0"0"726,0 0 2581,0 0-1272,0 0-890,0 0-210,-12 0 2778,166 31-2812,-26-17-305,1-6 1,0-5-1,89-11-706,680-62 1800,-891 74-1836,-29 16-3199,25-20-1556,6 0 2702,-8 0 1119,18 0-3205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46.1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19 6553,'0'0'2142,"0"0"860,0 0-789,0 0-1033,0 0-327,0 0 234,-4 3-267,-6 9-624,1-1-1,1 1 0,0 0 1,1 1-1,0 0 0,1 0 1,1 1-1,0 0 0,0-1 1,2 2-1,0-1 0,0 0 1,1 1-1,1-1 0,0 1 1,1-1-1,1 1 0,0-1 1,1 1-1,1-1 0,0 1 1,1-1-1,0 0 0,1-1 1,1 1-1,1 1-195,30 52 192,2-1 0,3-2-1,3-2 1,2-2 0,3-2 0,3-3 0,41 34-192,96 108 84,-184-191-88,2 2-10,1-1 0,-1 1 0,-1 1 0,1 0 0,-1 0 0,-1 0 0,0 1 0,0 0 0,-1 0 0,0 0 0,-1 1 0,0-1 0,-1 1 0,0 0 0,0 0 0,-1 1 0,-1-1 0,0 0 0,-1 10 14,-3-16-16,-1-1 0,0 1 0,0 0 0,-1-1-1,1 0 1,-1 0 0,0 0 0,0-1-1,0 1 1,-1-1 0,1-1 0,-1 1-1,0-1 1,0 0 0,0 0 0,0 0-1,0-1 1,0 0 0,0 0 0,0-1-1,0 0 1,0 0 0,-1 0 0,1-1-1,0 1 1,0-2 0,0 1 0,-1-1 16,-5 0 3,1-2 1,-1 1-1,1-1 1,0-1 0,1 0-1,-1 0 1,1-1-1,0-1 1,0 0-1,0 0 1,1-1 0,1 0-1,-1 0 1,1-1-1,0 0 1,1 0-1,0-1 1,1 0 0,0-1-1,1 1 1,0-1-1,0 0 1,1 0-1,0-1 1,1 1 0,1-1-1,0 1 1,0-7-4,1 5 0,1 0 0,0 0 0,1 0 0,0 1 0,1-1 0,1 0 0,0 1 0,1-1 0,0 1 0,1 0 0,0 0 0,1 1 0,0-1 0,1 1 0,0 1 0,0-1 0,2 1 0,0 0 0,46-57-3,-35 46-35,-1 0 0,-1 0 0,-1-2 0,0 0 0,-2-1 0,-1-1 0,-1 0 0,-1-1-1,-2 0 1,0-1 0,-2 0 0,0 0 0,-1-6 38,-5 16-16,0 0 1,-2-1-1,1 1 0,-2 0 0,-1-1 0,0 1 1,-1 0-1,0 0 0,-2 0 0,0 0 0,-1 1 1,0 0-1,-1 0 0,-7-9 16,7 10 8,-1-1 1,-1 2-1,0-1 1,-1 1-1,-1 1 1,0 0-1,-1 0 1,0 1-1,-1 1 1,0 0-1,-1 1 1,0 0-1,0 1 1,-1 0-1,-1 2 1,1 0-1,-1 0 1,0 1-1,-1 1 1,1 1-1,-1 1 1,0 0-1,0 1 0,0 0 1,-5 2-9,11 5-20,0 0 0,0 1 0,1 0 0,0 1 0,0 0 1,0 0-1,1 1 0,0 1 0,0-1 0,1 1 0,0 1 0,1 0 0,0 0 0,1 0 0,0 1 0,0 0 1,1 0-1,0 0 0,1 1 0,1 0 0,0-1 0,0 1 0,1 0 0,1 1 0,0-1 0,0 0 1,2 9 19,7 36-2594,46 1-7072,-15-49 6968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54.31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13 236 5825,'0'0'1078,"0"0"2875,0 0-1769,0 0-1057,0 0-57,-12 0 2400,50 0-3228,65 1 1157,0-4 0,0-4 0,85-19-1399,-43-6 384,-56 10-322,1 3-1,1 5 0,0 3 1,85 2-62,-171 9-12,0 0 1,1 0 0,-1 1-1,0-1 1,1 1 0,-1 1-1,0-1 1,0 1-1,0 0 1,0 0 0,0 0-1,0 1 1,-1 0 0,1-1-1,-1 2 1,0-1-1,2 2 12,-6-3-1,0-2 53,0 0 49,0 0-49,6-13-1548,48-74-11363,-30 58 10886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29.131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495 32 5721,'0'0'1473,"0"0"2131,0 0-1673,0 0-1030,0 0 4,0 0 277,18 0 765,223-31-815,-224 30-1115,99 11-61,-113-9 41,0 0 1,-1 0 0,1 0 0,-1 1 0,1-1 0,-1 1-1,0 0 1,1 0 0,-1 0 0,0 0 0,0 0 0,-1 0 0,1 0-1,0 1 1,-1-1 0,1 0 0,-1 1 0,0 0 0,1-1-1,-1 1 1,-1 0 0,1-1 0,0 1 0,-1 0 0,1 0 0,-1 0-1,0 0 1,0-1 0,0 1 0,0 0 0,-1 0 0,1 0-1,-1 0 1,0-1 0,1 1 0,-1 0 0,0-1 0,-2 3 2,-4 9 176,-1-1 1,-1 0 0,0 0 0,-1-1 0,-1 0-1,0-1 1,0 0 0,-1 0 0,0-2 0,-1 1-1,0-2 1,-5 3-177,12-7 80,-78 48 1094,84-52-1074,0 0-49,3 0-15,108-39-506,-100 36 451,0 0 0,-1 0 1,1 1-1,0 1 0,0 0 0,0 0 0,0 1 0,0 0 0,0 1 0,0 0 0,0 1 0,0 1 0,-1-1 1,1 2-1,-1-1 0,1 1 0,-1 1 0,-1 0 0,1 0 0,-1 1 0,0 0 0,0 1 0,0 0 0,-1 0 0,0 1 1,-1 0-1,1 1 0,-2-1 0,1 1 0,-1 1 0,-1-1 0,1 1 0,-2 0 0,1 0 0,-2 0 0,1 1 0,-1-1 1,0 4 18,-2-4 49,0-1 1,0 0 0,-1 0 0,0 0 0,-1 1 0,0-1 0,0 0 0,-1 0 0,0 0 0,-1 0 0,0-1 0,0 1-1,-1-1 1,0 1 0,-1-1 0,1 0 0,-2-1 0,1 1 0,-1-1 0,0 0 0,0-1 0,-1 1 0,0-1 0,0 0 0,-1-1-1,1 0 1,-1 0 0,0-1 0,-1 0 0,-1 1-50,-13 2 59,-1 0 0,0-2 1,0-1-1,0 0 0,0-2 0,-1-1 0,1-1 0,-1-1 0,-7-1-59,-14 0 35,-80-18 538,125 19-620,0-1-1,0 1 1,0 0-1,0-1 0,0 1 1,0-1-1,1 1 0,-1-1 1,1 1-1,-1-1 1,1 1-1,-1-1 0,1 0 1,0 1-1,0-1 1,0 0-1,0 1 0,0-1 1,0 0-1,0 1 1,1-1-1,-1 0 0,1 1 1,-1-1-1,1 1 0,-1-1 1,1 1-1,0-1 1,0 1-1,0-1 0,0 1 1,0 0-1,0 0 1,0-1-1,0 1 0,0 0 1,1 0-1,-1 0 0,0 0 1,1 0-1,-1 1 1,1-1-1,-1 0 0,1 0 1,-1 1-1,1-1 1,0 1 47,177-137-12782,-110 86 6896</inkml:trace>
  <inkml:trace contextRef="#ctx0" brushRef="#br1" timeOffset="26158.542">38 830 5801,'0'0'204,"0"0"822,0 0 2964,0 0-1331,0 0-1341,0 0-371,-7 0 236,-10 0-311,3 0 2079,23 9-2293,16 2-416,2 0 0,-1-2 0,1-1 0,1-1 0,-1-1 0,1-1 0,0-2 0,0-1 1,1-1-1,3-2-242,-13 2 44,213 1 269,0-11-1,32-13-312,-31 15 130,-226 7-139,-1 1-1,1 1 1,0 0-1,0-1 1,-1 2-1,0-1 1,1 1 0,-1 0-1,0 1 1,0-1-1,0 1 1,-1 0-1,1 0 1,-1 1-1,0 0 1,-1 0-1,1 0 1,-1 0-1,0 1 1,3 4 9,-40 3-10853,5-13 6120,0 0 1640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6:57.54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6 513 5977,'0'0'888,"0"0"2983,0 0-1396,0 0-1091,0 0-365,-5 0 147,36 1 4582,168 0-5030,88-10-192,-230-33-8072,21-22-50,-41 35 4967</inkml:trace>
  <inkml:trace contextRef="#ctx0" brushRef="#br0" timeOffset="710.161">927 95 5353,'0'0'4597,"0"0"-1898,0 0-873,0 0-340,0 0-157,0 0-460,-2-7-127,2 4-713,0 1-1,0-1 0,0 0 1,0 1-1,0-1 1,0 0-1,1 1 0,-1-1 1,1 1-1,0-1 0,0 1 1,0-1-1,0 1 0,0-1 1,0 1-1,1 0 0,-1-1 1,1 1-1,0 0 0,-1 0 1,1 0-1,0 0 1,0 1-1,0-1 0,1 1 1,-1-1-1,0 1 0,1-1 1,-1 1-1,0 0 0,1 0 1,-1 1-1,1-1 0,0 0 1,-1 1-1,1-1 0,0 1 1,-1 0-1,1 0 1,0 0-1,-1 0 0,2 1-28,3-5 20,1 1-1,0 1 0,0 0 1,0 0-1,0 0 1,0 1-1,1 0 0,-1 0 1,0 1-1,0 0 0,1 1 1,-1 0-1,0 0 1,0 1-1,0 0 0,0 0 1,0 1-1,0 0 0,-1 0 1,1 1-1,-1 0 1,0 0-1,0 1 0,0 0 1,-1 0-1,0 0 0,0 1 1,0 0-1,-1 0 1,1 1-1,-2 0 0,1 0 1,-1 0-1,3 6-19,-3-4 49,-2 0-1,1 0 1,-1 0-1,-1 0 1,0 1-1,0-1 1,-1 0-1,0 1 1,0-1-1,-1 0 1,0 0 0,-1 1-1,0-1 1,-1 0-1,1 0 1,-2-1-1,1 1 1,-1-1-1,-1 1 1,1-1-1,-2-1 1,1 1-1,-1-1 1,0 1-1,0-2 1,-1 1 0,0-1-1,-5 4-48,12-10 11,0-1 1,0 1-1,1 0 0,-1-1 1,0 1-1,0 0 0,0-1 0,0 1 1,0 0-1,0-1 0,0 1 1,0 0-1,0-1 0,0 1 1,0 0-1,0-1 0,0 1 0,0-1 1,0 1-1,0 0 0,0-1 1,0 1-1,-1 0 0,1-1 1,0 1-1,0 0 0,0 0 0,-1-1 1,1 1-1,0 0 0,0-1 1,-1 1-1,1 0 0,0 0 1,-1 0-1,1-1 0,0 1 0,-1 0 1,1 0-1,0 0 0,-1 0 1,1-1-1,0 1 0,-1 0 1,1 0-1,0 0 0,-1 0 0,1 0-10,27-28 455,-18 23-461,-1 0-1,1 0 1,0 1-1,1 0 1,-1 1 0,1 0-1,0 0 1,-1 1 0,1 0-1,0 1 1,0 0-1,0 1 1,0 0 0,1 1-1,-1-1 1,-1 2 0,1 0-1,0 0 1,0 1-1,-1 0 1,1 0 0,-1 1-1,0 0 1,0 1 0,0 0-1,-1 1 1,0-1-1,0 2 1,0-1 0,-1 1-1,0 0 1,0 1 0,0-1-1,-1 1 1,0 2 5,5 1-9,-1 1 0,-1 1 0,0 0 0,-1 0 0,0 1 0,-1-1 0,0 2 0,-1-1 0,-1 1 0,0 0 1,-1 0-1,-1 0 0,0 1 0,-1-1 0,-1 1 0,0 0 0,-1 1 9,-4-10 12,0-1 0,0 1 1,0-1-1,0 0 0,-1-1 1,0 1-1,0-1 0,-1 0 0,1 0 1,-1 0-1,0-1 0,-1 0 1,1 0-1,-1-1 0,1 0 0,-1 0 1,0 0-1,0-1 0,0 0 0,-1-1 1,1 1-1,0-1 0,-1-1 1,-1 1-13,-45 7 454,-1-3 0,1-2 1,-1-3-1,-49-5-454,72-1 119,55 2-6159,0 4-104,-1 0 1146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0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9 5569,'0'0'4836,"0"0"-2070,0 0-1042,0 0-752,0 0-115,0 0 165,-5 7 1290,220 1-933,-138-20-502,-17 2-2691,-19 8-7982,-41 2 6982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04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54 6041,'0'0'3036,"0"0"1595,0 0-2014,0 0-949,0 0-71,0 0 35,3-5-607,-1 1-1009,0 1 0,1-1 0,0 1-1,0 0 1,0 0 0,0 0 0,0 0-1,1 0 1,-1 1 0,1-1 0,-1 1-1,1 0 1,0 0 0,0 1 0,0-1-1,0 1 1,0 0 0,1 0 0,-1 0-1,0 1 1,0-1 0,1 1 0,-1 0-1,0 0 1,1 0 0,-1 1 0,0 0-1,0 0 1,0 0 0,1 0 0,-1 0-1,0 1 1,-1 0 0,1 0 0,0 0-1,0 0 1,-1 1 0,1-1 0,-1 1-1,0 0 1,0 0 0,0 0 0,0 1-1,-1-1 1,1 0 0,-1 1 0,1 2-16,7 15-8,-1 2 0,-2-1 1,0 1-1,-1 0 1,-2 1-1,0-1 0,-1 1 1,-2 0-1,0 0 1,-2 0-1,-1 10 8,1 12-3,2-37 2,0-1 0,-1 1-1,0-1 1,-1 1 0,0-1 0,0 0 0,0 1 0,-1-1 0,-1 0-1,1 0 1,-1 0 0,-1 0 0,0 0 0,0-1 0,0 0 0,-1 0-1,0 0 1,0 0 0,0-1 0,-1 1 0,0-2 0,-1 1-1,1-1 1,-1 0 0,0 0 0,0 0 0,-1-1 0,1 0 0,-1-1-1,0 0 1,0 0 0,0-1 0,-1 0 0,1 0 0,0 0 0,-7-1 1,16-1 1,0-1 1,1 1-1,-1-1 1,1 1-1,-1-1 1,0 0 0,0 1-1,1-1 1,-1 0-1,0 0 1,0 0-1,0 0 1,0 0 0,0 0-1,0 0 1,0-1-1,0 1 1,0 0-1,-1 0 1,1-1-1,0 1 1,-1 0 0,1-1-1,-1 1 1,0-1-1,1 1 1,-1-1-1,0 1 1,0 0 0,0-1-1,0 1 1,0-1-1,0 1 1,0-1-1,-1 1 1,1-1 0,0 1-1,-1-1 1,1 1-1,-1 0 1,0-1-1,1 1 1,-1 0 0,0 0-1,0-1 1,0 1-1,0 0 1,0 0-1,0 0 1,0 0 0,0 0-1,0 0 1,0 0-1,-1 1 1,1-1-1,0 0 1,-1 1 0,1-1-1,0 1 1,-1-1-1,1 1 1,-1 0-1,1-1 1,-1 1-1,1 0 1,-1 0 0,1 0-1,-1 0-1,17-5 1,1 1-1,0 0 1,0 1-1,0 1 1,0 1-1,1 0 1,-1 1-1,0 0 1,12 3-1,25-1-5,151-7 588,-156-28-1863,-34-51-10978,-14 55 10057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03.6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158 281 1792,'0'0'4484,"0"0"1120,0 0-3237,0 0-1455,0 0-394,2-20 182,13-156 1576,-14 92-95,-1 84-1946,0 3-94,1 489 1979,37-379-2003,6-95-2463,-34-25-6636,-9-3 5497</inkml:trace>
  <inkml:trace contextRef="#ctx0" brushRef="#br0" timeOffset="299.157">0 767 5265,'0'0'4282,"0"0"370,0 0-2017,0 0-1530,0 0-519,0 0 391,15 0 1094,358-70-1291,-273 53-1578,-66 14-2279,-1 2-4173,-32 2 4273,-1 5 751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07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33 271 6177,'0'0'5028,"0"0"-2447,0 0-1537,0 0-663,0 0-22,10-21 445,74-166 732,-74 125 898,-10 61-2191,0 1-83,0 14 255,10 56 254,2 0-1,4-2 1,2 1 0,16 33-669,32 31-1379,-64-108-7970,-2-18 4602</inkml:trace>
  <inkml:trace contextRef="#ctx0" brushRef="#br0" timeOffset="285.689">1 749 6249,'0'0'1870,"0"0"3140,0 0-2281,0 0-1382,0 0-467,0 0 302,21-7 97,168-56 697,1 38-3795,-127 29-2390,-3 7-3430,-39-6 6714</inkml:trace>
  <inkml:trace contextRef="#ctx0" brushRef="#br0" timeOffset="869.364">288 938 1584,'0'0'5045,"0"0"1688,0 0-3471,0 0-1918,0 0-671,0 0 297,12-15-35,43-50-311,-52 61-623,-1 0 1,1 1 0,0-1-1,0 1 1,0 0-1,1 0 1,-1 0 0,1 1-1,0-1 1,0 1 0,0 0-1,0 0 1,0 0-1,0 1 1,0-1 0,0 1-1,1 0 1,-1 0-1,1 0 1,-1 1 0,1 0-1,-1 0 1,1 0-1,-1 0 1,0 1 0,1-1-1,-1 1 1,1 0-1,-1 0 1,0 1 0,0 0-1,0-1 1,0 1-1,0 1 1,0-1 0,0 0-1,-1 1 1,1 0-1,-1 0 1,0 0 0,1 0-1,-2 1 1,1-1-1,0 1 1,-1 0 0,1-1-1,-1 1 1,0 0 0,0 2-2,15 24 5,-2 0 1,-2 2 0,0-1 0,-2 1 0,-2 1 0,-1 0-1,-1 0 1,-2 1 0,-1 0 0,-2 0 0,-1 0 0,-2 0 0,-4 27-6,2-50 54,0-1 1,-1 1-1,0-1 1,-1 0 0,0-1-1,-1 1 1,0-1-1,0 0 1,-1 0-1,0-1 1,-1 0 0,1 0-1,-2-1 1,1 0-1,-1 0 1,0-1 0,0 0-1,-1-1 1,0 0-1,0 0 1,0-1 0,0-1-1,-1 1 1,0-2-1,1 1 1,-1-2 0,0 1-1,0-2 1,0 1-1,0-1 1,-6-1-55,17 1 128,8-7 552,354-197-252,-254 125-1369,-36 28-4459,-11-18-3843,-57 63 8974,13-23-921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11.71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5 51 5065,'0'0'1507,"0"0"2541,0 0-1900,0 0-1265,0 0-344,0 0 254,-5 1 9,97 1 3709,104 2-2660,7-10-774,-2-8 0,63-19-1077,-234 30-174,-19 1-123,-31 2 75,-6 6-1288,19-3-2628,-1 0-4197,3-2 6592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12.19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1 168 6321,'0'0'5660,"0"0"-2862,0 0-1424,0 0-671,8-16-19,66-136 1775,-62 178-1731,30 408 3824,-6-350-4323,-35-84-245,1 0-166,-2-4-4476,0-41-5645,0 21 7884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06.336"/>
    </inkml:context>
    <inkml:brush xml:id="br0">
      <inkml:brushProperty name="width" value="0.05" units="cm"/>
      <inkml:brushProperty name="height" value="0.05" units="cm"/>
    </inkml:brush>
    <inkml:brush xml:id="br1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11 25 2817,'0'0'1921,"0"0"-1092,0 0 247,0 0 2611,0 0-1338,0 0-854,-9-2 418,8 2 1899,392-2-1118,-277-19-2706,-438 68-758,302-45 762,16-2 16,0-1-1,0 1 1,0 0-1,0 0 0,1 1 1,-1-1-1,0 1 1,0 1-1,0-1 1,1 1-1,-1 0 1,1 0-1,0 1 0,-1-1 1,1 1-1,0 1 1,0-1-1,1 1 1,-1-1-1,1 1 1,0 0-1,0 1 0,0-1 1,0 1-1,1 0 1,0 0-1,0 0 1,0 0-1,1 0 1,-1 1-1,0 4-7,1 308 862,3-302-824,0 0-1,1 1 1,1-1 0,1 0 0,0-1 0,1 1 0,1-1 0,0 0 0,1 0 0,1-1 0,0 0 0,1 0 0,4 4-38,-12-17 3,1-1 1,-1 0-1,0 0 0,1-1 0,-1 1 1,0 0-1,0 0 0,1 0 1,-1-1-1,0 1 0,0-1 0,0 1 1,1-1-1,-1 1 0,0-1 1,0 0-1,0 0 0,0 1 0,0-1 1,0 0-1,0 0 0,-1 0 1,1 0-1,0 0 0,0 0 1,-1 0-1,1 0 0,0-1 0,-1 1 1,1 0-1,-1 0 0,0 0 1,1-1-1,-1 1 0,0 0 0,0 0 1,0-1-1,0 1 0,0 0 1,0-1-1,0 1 0,0 0-3,8-19-63,7 5 45,0 1 0,0 0 0,2 1 0,-1 1 1,2 1-1,-1 1 0,2 0 0,-1 1 0,1 1 1,0 0-1,1 2 0,0 0 0,0 2 0,0 0 1,1 1-1,-1 1 0,1 1 0,-1 0 0,1 2 1,17 3 17,-17 0-27,-1 1 1,1 1 0,-1 1-1,0 1 1,-1 1-1,0 1 1,0 0 0,-1 1-1,-1 1 1,0 1 0,0 1-1,-1 0 1,-1 1 0,-1 0-1,0 2 1,-1-1-1,0 2 1,-2-1 0,0 2-1,-1 0 1,-1 0 0,0 0-1,-2 1 1,0 0-1,-1 1 1,2 18 26,-3-26 2,-1 0 0,-1 0 1,0 1-1,-1-1 0,0 1 0,-1-1 0,0 1 1,-1-1-1,-1 1 0,0-1 0,-1 1 0,0-1 0,-1 1 1,-1-1-1,0 0 0,-1-1 0,0 1 0,-1-1 0,0 0 1,-1 0-1,0-1 0,-1 1 0,-1-2 0,1 1 1,-2-1-1,1-1 0,-1 0 0,-1 0 0,0-1 0,-4 3-2,-7-3 66,0-2 0,-1 0 0,0-1 0,0-1 0,0-1 0,-1-1 0,1-1 0,0-1 0,-13-3-66,-9 3 95,29 1-56,0-1 1,0-1-1,0 0 1,1-1 0,-1-1-1,1 0 1,-1-1-1,1-1 1,0 0 0,0-1-1,1-1 1,0 0-1,-3-3-39,16 8-256,0-1 0,0 1 0,0-1 0,0 1 0,1 0-1,-1-1 1,1 0 0,-1 1 0,1-1 0,0 1 0,0-1 0,0 1-1,0-1 1,1 0 0,-1 1 0,1-1 0,-1 1 0,1-1 0,0 1-1,0 0 1,0-1 0,0 1 0,1 0 0,-1 0 0,0 0-1,1-1 1,0 2 0,-1-1 0,1 0 0,0 0 0,0 0 0,0 1-1,0-1 1,0 1 0,1 0 0,-1 0 0,0-1 0,1 1-1,-1 1 1,1-1 0,1 0 256,38-25-3259,-2 2 1588</inkml:trace>
  <inkml:trace contextRef="#ctx0" brushRef="#br0" timeOffset="355.179">1749 767 6057,'0'0'6048,"0"0"-3087,0 0-1353,0 0-293,0 0 416,0 0 240,-19 1-464,-57 0-601,57-1-479,48 0 82,312-28-854,-246 3-2036,-35 1-8044,-41 12 6498</inkml:trace>
  <inkml:trace contextRef="#ctx0" brushRef="#br1" timeOffset="7485.616">815 472 4457,'0'0'1974,"0"0"1956,0 0-1443,0 0-873,0 0-503,0 0-154,1 15-211,6 47-146,-6-60-532,-1 0-1,1-1 1,0 1 0,-1 0-1,1 0 1,0-1 0,0 1 0,0-1-1,0 1 1,1-1 0,-1 1 0,0-1-1,1 1 1,-1-1 0,1 0 0,-1 0-1,1 0 1,0 0 0,-1 0-1,1 0 1,0 0 0,0-1 0,-1 1-1,1-1 1,0 1 0,0-1 0,0 0-1,0 0 1,0 1 0,0-1-1,-1-1 1,1 1 0,0 0 0,0 0-1,0-1 1,0 1-68,6-1 809,-14-36 1037,-49 17-1038,47 67-739,8-40-326,9 60 502,24-46-6015,-18-21 131,0 0 272</inkml:trace>
  <inkml:trace contextRef="#ctx0" brushRef="#br1" timeOffset="8016.089">1054 318 5497,'0'0'1402,"0"0"2540,0 0-971,0 0-1277,0 0-762,0 0-194,9-8 33,-3 2-675,0 0 0,0 0 0,0 1 0,1 0 1,0 1-1,0-1 0,0 1 0,0 1 0,1-1 1,-1 1-1,1 1 0,0-1 0,0 1 0,0 1 1,0-1-1,0 1 0,1 1 0,-1 0 1,0 0-1,0 0 0,5 2-96,-10 1 15,0 1-1,0 0 1,0 1-1,-1-1 1,1 0 0,-1 1-1,0 0 1,0-1 0,-1 1-1,0 0 1,1 0-1,-1 0 1,-1 0 0,1 0-1,-1 0 1,0 0-1,0 0 1,0 0 0,-1 0-1,0 0 1,0 0-15,1 10 16,-2 1 8,0 1 1,-1-1 0,-1 1-1,0-1 1,-2 0 0,1-1-1,-2 1 1,0-1 0,-7 10-25,-32 86 90,48-110-50,1 1 1,0 0-1,0 0 1,0-1 0,0 0-1,0 1 1,0-1-1,0-1 1,1 1 0,-1 0-1,0-1 1,0 1-1,1-1 1,-1 0-1,0 0 1,1 0 0,-1-1-1,0 1 1,0-1-1,1 0 1,-1 0 0,0 0-1,0 0 1,0 0-1,0-1 1,0 1-1,0-1 1,0-1-41,226-105 1211,-219 107-1305,5-7-997,-15-12-6430,-2 5 488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12.640"/>
    </inkml:context>
    <inkml:brush xml:id="br0">
      <inkml:brushProperty name="width" value="0.05" units="cm"/>
      <inkml:brushProperty name="height" value="0.05" units="cm"/>
      <inkml:brushProperty name="color" value="#AB008B"/>
    </inkml:brush>
  </inkml:definitions>
  <inkml:trace contextRef="#ctx0" brushRef="#br0">20 138 5521,'0'0'4765,"0"0"-2096,0 0-1278,0 0-322,0 0 45,0 0 167,0 0-284,0 0-184,0 0-85,0 23 865,-1-3-1491,0-16-76,0 0 0,-1 0 0,1 0 0,1 0-1,-1 0 1,1 0 0,-1 0 0,1 0 0,0 0 0,1 1 0,-1-1 0,1 0 0,0 0 0,0 0 0,0 0 0,0-1 0,1 1 0,-1 0-1,1 0 1,0-1 0,0 1 0,1-1 0,-1 0 0,1 0 0,-1 0 0,1 0 0,0 0 0,0 0 0,1-1 0,-1 1 0,0-1-1,1 0 1,-1 0 0,1 0 0,3 1-26,-9-36 855,-46-1-1431,26 27-3429,20 0-4909,2 3 6838</inkml:trace>
  <inkml:trace contextRef="#ctx0" brushRef="#br0" timeOffset="450.575">358 69 7346,'0'0'5910,"0"0"-1794,0 0-2387,0 0-1067,0 0 218,0 0 326,6-8-586,52-43-383,-56 50-240,-1-1 0,1 1 0,0 1 0,0-1 0,-1 0 0,1 0 0,0 1 0,0-1 0,0 1 0,0-1 0,0 1 0,0 0 0,0 0 0,0 0 0,0 0 1,0 0-1,-1 0 0,1 0 0,0 1 0,0-1 0,0 1 0,0 0 0,0-1 0,0 1 0,-1 0 0,1 0 0,0 0 0,-1 0 0,1 0 0,-1 1 0,1-1 0,-1 0 0,1 1 0,-1-1 0,0 1 0,0-1 0,0 1 1,0 0-1,0-1 0,0 1 0,0 0 0,-1 0 0,1 0 0,0-1 0,-1 1 3,3 10 3,-1 1 1,0-1-1,-1 0 0,0 0 1,-1 1-1,0-1 0,-1 0 1,-1 1-1,1-1 1,-2 0-1,0 0 0,-1 0 1,0 0-1,0-1 0,-1 0 1,-1 0-1,0 1-3,-17 58 352,69-67 14,-22-4-257,-1 0 0,1-2 0,0 0 1,-1-2-1,1-1 0,-1 0 0,-1-2 1,1-1-1,-1 0 0,-1-2 0,12-7-109,-10-19-1374,-22 7-2411,-1 18 1308,0-23-5538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16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6001,'0'0'771,"0"0"2554,0 0-1357,0 0-1049,0 0-252,-8 1 1703,200 55 3326,95-51-4220,-164-7-5232,-122 2 1072,-3 0-2473,-9 0 2650,-8 2-2021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17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4217,'0'0'5374,"0"0"-2940,0 0-797,0 0-44,23 4-120,143 18 1183,171-22-559,-273 15-2423,-26-3-1535,-2-11-4552,-22-8 2743,0-7 1733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18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1 315 5153,'0'0'3750,"0"0"-1097,0 0-766,0 0-706,0 0-339,0 0 176,9-2 2205,7-16-3064,-1-1 0,0 0 0,-2 0 0,0-2-1,-1 1 1,-1-2 0,-1 0 0,-1 0 0,-1 0 0,-1-1 0,-1 0 0,-1-1 0,1-14-159,-30 216 57,-18 192 1202,64-383-6397,-12-6-230,-3-1 867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19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38 149 1856,'0'0'9501,"0"0"-6202,0 0-2174,5 25-130,0 1-810,49 174 3878,-51-192-3968,0 1 0,0-1 0,1-1 0,1 1 0,-1-1 0,1 1-1,0-1 1,1 0 0,-1-1 0,1 0 0,1 0 0,-1 0 0,1 0-1,0-1 1,0 0 0,1-1 0,0 0 0,-1 0 0,1 0 0,1-1 0,-1 0-1,0-1 1,9 2-95,-9-3 12,-1-1 0,0 1-1,1-1 1,-1 0 0,0-1-1,1 0 1,-1 0 0,0-1-1,0 1 1,0-2 0,0 1-1,0-1 1,0 0 0,-1 0-1,1-1 1,-1 0-1,0 0 1,0 0 0,0-1-1,-1 0 1,0 0 0,0-1-1,0 1 1,0-1 0,-1 0-1,0 0 1,0-1 0,-1 1-1,0-1 1,0 0 0,2-5-12,0 0-19,0 0 1,-1 0-1,0 0 1,-1-1 0,0 1-1,-1-1 1,0 0-1,-1 0 1,-1 1 0,0-1-1,-1 0 1,0 0-1,-1 0 1,0 1-1,-1-1 1,0 1 0,-1 0-1,-1 0 1,0 0-1,-1 0 1,0 1 0,0 0-1,-1 0 1,-1 0-1,1 1 1,-2 1-1,0-1 1,0 1 0,0 1-1,-1-1 1,-1 2-1,1-1 1,-1 2 0,0-1-1,-1 1 1,1 1-1,-1 0 1,0 1-1,-1 0 1,1 1 0,-1 0-1,1 1 19,5 3-31,0-1-1,0 1 0,0 1 1,0-1-1,1 1 1,-1 0-1,0 1 1,1 0-1,0 0 0,0 0 1,0 1-1,0 0 1,0 0-1,1 0 1,0 1-1,0-1 0,0 1 1,0 1-1,1-1 1,0 1-1,0-1 1,0 1-1,1 0 0,0 1 1,0-1-1,-1 3 32,-54 181-8301,56-179 7114,-10 50-2963,6-12 1544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1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5737,'0'0'6388,"0"0"-3531,0 0-1618,0 0-300,26 0 318,168-1 916,211-25-869,-378 26-1823,72 6 69,-70 5-3037,-7 8-3585,-18-12 4852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1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8 149 9498,'0'0'5241,"0"0"-3259,0 0-1517,14-20-223,48-63-129,-59 79-80,0 1 0,0-1 0,1 1-1,-1 0 1,1-1 0,0 1 0,0 1 0,0-1 0,0 1 0,0-1-1,0 1 1,1 1 0,-1-1 0,1 0 0,0 1 0,-1 0 0,1 0-1,0 1 1,0-1 0,-1 1 0,1 0 0,0 0 0,0 0-1,0 1 1,-1 0 0,1 0 0,0 0 0,-1 1 0,1-1 0,-1 1-1,1 0 1,-1 0 0,0 1 0,0-1 0,0 1 0,0 0 0,0 0-1,-1 0 1,1 1 0,-1-1 0,0 1 0,0 0 0,0 0 0,-1 0-1,1 0 1,-1 0 0,0 0 0,0 1 0,1 3-33,6 11 92,-1 0 1,-1 0-1,0 1 0,-2 0 1,0 0-1,-1 0 1,-1 1-1,-1 0 1,-1-1-1,-1 1 0,0 0 1,-2-1-1,-2 12-92,1-23 6,1 0-1,-2-1 1,1 1-1,-1-1 1,0 0-1,-1 0 0,0 0 1,0-1-1,0 0 1,-1 0-1,-1 0 1,1 0-1,-1-1 1,0 0-1,0-1 0,-1 0 1,1 0-1,-1 0 1,0-1-1,-1 0 1,1-1-1,-1 0 1,1 0-1,-1-1 0,0 0 1,0 0-1,0-1 1,0 0-1,0-1 1,0 0-1,-1 0 1,1-1-1,0 0 0,0-1 1,0 0-1,1 0 1,-4-2-6,9 3 1,0-1-1,0 1 1,0-1 0,0 0 0,0 0 0,1 0 0,-1 0 0,1 0-1,-1-1 1,1 1 0,0-1 0,0 0 0,0 1 0,0-1 0,0 0-1,0 0 1,1 0 0,0-1 0,0 1 0,0 0 0,0 0 0,0-1-1,0 1 1,1 0 0,-1-3-1,5 3 1,0 0-1,-1 0 1,1 1 0,0 0 0,0 0-1,0 0 1,1 0 0,-1 0 0,0 1-1,1 0 1,-1 0 0,1 0-1,-1 1 1,1-1 0,0 1 0,-1 0-1,1 0 1,-1 1 0,5 0-1,2-1 29,405-34-953,-279-4-2125,-8-19-4459,-79 28 4956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20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 6025,'0'0'1161,"0"0"2431,0 0-1199,0 0-1037,0 0-345,0 0 332,-2 7 297,1-6-1537,0 1 0,0 0 0,1 0 0,-1 0-1,1 0 1,-1 0 0,1 0 0,0 0 0,0 0 0,0 0-1,0-1 1,0 1 0,0 0 0,1 0 0,-1 0-1,1 0 1,-1 0 0,1 0 0,0 0 0,-1-1 0,1 1-1,0 0 1,0 0 0,1-1 0,-1 1 0,0-1-1,0 1 1,1-1 0,-1 0 0,1 1 0,-1-1 0,1 0-1,-1 0 1,1 0 0,0 0 0,0 0 0,-1-1-1,1 1 1,0 0 0,0-1 0,0 1 0,0-1 0,0 0-1,0 1 1,0-1 0,0 0 0,0 0 0,0-1 0,0 1-1,1-1-102,198 0 1898,-66-16-3529,-77 9-857,-21-1-8589,-27 3 7618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21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99 7194,'0'0'2617,"0"0"2569,0 0-1692,0 0-1351,0 0-511,0 0-481,10-12-676,-2 1-412,-5 6-50,1 0 0,0 0 0,0 0 0,0 0 0,0 1 0,1-1 0,0 1 0,0 0 1,0 0-1,1 1 0,-1 0 0,1 0 0,0 0 0,0 1 0,0-1 0,0 2-13,0-2-2,1 1-1,0 0 1,0 0 0,0 1-1,0 0 1,0 1 0,0-1-1,0 1 1,0 0 0,0 1 0,1 0-1,-1 0 1,-1 1 0,1 0-1,0 0 1,0 0 0,-1 1 0,1 0-1,-1 0 1,0 0 0,0 1-1,0 0 1,0 1 0,-1-1 0,1 1-1,-1 0 1,-1 0 0,1 1-1,-1-1 1,0 1 0,0 0-1,3 6 3,2 10-15,-1 1-1,-1 0 0,-1 1 1,-2 0-1,0 0 0,-1 0 1,-1 0-1,-2 0 0,0 0 1,-1 0-1,-2 1 0,0-2 0,-5 15 16,2-18-1,0-1 0,-1 1 0,-1-2-1,-1 1 1,0-1 0,-2 0 0,0-1-1,-1 0 1,0-1 0,-1-1 0,-1 0 0,-1 0-1,0-2 1,-1 1 0,-14 8 1,27-19 3,0-1 0,-1 1 0,1 0 0,-1-1 0,1 0 0,-1 0 0,0 0 0,0 0 0,0-1 1,0 1-1,0-1 0,0 0 0,0 0 0,0 0 0,-1-1 0,1 0 0,0 0 0,0 0 0,0 0 0,-1 0 0,1-1 1,0 0-1,0 0 0,0 0 0,0 0 0,0-1 0,0 0 0,0 1 0,0-2 0,1 1 0,-1 0 0,1-1 0,-1 1 0,1-1 1,0 0-1,0 0 0,0 0 0,1-1 0,-1 1 0,1 0 0,-1-1 0,1 0 0,1 0 0,-1 0 0,0 0 0,1 0 1,0 0-1,0 0 0,0 0 0,0 0 0,1 0 0,-1-1 0,1 1 0,0 0 0,1-2-3,4-2-2,1 0 1,0 0-1,1 1 0,-1 0 0,2 0 0,-1 1 1,0 0-1,1 0 0,1 0 0,-1 1 0,0 1 0,1-1 1,0 1-1,0 1 0,1 0 0,-1 0 0,4 0 2,37-10 105,0 3-1,0 2 0,1 2 1,0 2-1,1 2 0,-1 3 0,6 3-104,49-3 67,126-2-1520,-214 0 65,1-2-1,-1 0 1,0-2-1,-1 0 1,1 0-1,-1-2 1,0 0 0,0-1-1,10-7 1389,-13 8-1005,46-26-1378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2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12875,'0'0'4393,"0"0"-3417,0 0-40,0 0 472,0 0 145,0 0-289,176 20-648,-112-20-168,5 0-208,-2 0-136,-5 0-96,-8 0-16,-9 0-120,-16 9-536,-24-2-2144,-5 2-4242,-2-5 969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2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2561,'0'0'10514,"0"0"-7434,0 0-1991,0 0-353,0 0 136,0 0 600,0 0-287,141 20-441,-89-18-360,2-2-120,3 2-256,0-2-8,0 0-120,2 0-728,0 0-1569,23 0-1784,-18-11-1656,-5-4 3609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23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1468 841 12243,'0'0'4002,"0"0"-2304,0 0-720,-18 24 797,-104 167 905,114-171-2529,1 0 0,1 0 0,0 1 0,2 0 0,0 0 0,2 0 0,0 0 0,1 0 0,2 18-151,0-35 11,0 0 1,0 0-1,0 1 1,1-2-1,-1 1 1,1 0-1,0 0 1,0 0-1,0-1 1,1 1-1,-1-1 1,1 0-1,0 0 1,0 0-1,0 0 1,0 0-1,1-1 1,-1 1-1,1-1 1,-1 0-1,1 0 1,0 0-1,0-1 1,0 1-1,0-1 1,0 0-1,0 0 1,0 0 0,0-1-1,1 1 1,2-1-12,137-12 111,-130 8-174,0 0 0,0-1 0,-1 0 0,0-1 1,0 0-1,0-2 0,-1 1 0,0-1 0,-1-1 1,0 0-1,0-1 0,-1 0 0,0 0 0,0-1 1,-2 0-1,1-1 0,-1 0 0,-1-1 0,0 1 1,-1-1-1,0 0 0,-1-1 0,-1 0 0,0 1 1,-1-1-1,0-1 0,-1 1 0,0 0 0,-2 0 0,1-1 1,-2-2 62,-3 11-37,0-1 0,-1 1 0,0 0 0,0 0 1,-1 0-1,1 1 0,-1-1 0,0 1 0,0 1 0,-1-1 1,0 1-1,1 1 0,-1-1 0,-1 1 0,1 0 0,0 0 1,-1 1-1,1 0 0,-1 1 0,0 0 0,0 0 0,1 0 1,-1 1-1,0 0 0,0 1 0,0-1 0,1 2 1,-1-1-1,0 1 0,1 0 0,-4 2 37,0-2-9,0 0-1,1 0 1,0 1-1,0 0 1,0 1-1,0 0 1,0 1-1,1 0 1,0 0-1,0 1 1,0 0 0,1 1-1,0 0 1,0 0-1,0 1 1,1 0-1,0 0 1,1 1-1,0 0 1,0 0-1,1 0 1,0 0-1,1 1 1,0 0 0,1 0-1,-1 0 1,2 1-1,0-1 1,0 1-1,1-1 1,0 1-1,1 5 10,3-12-49,1 0-1,1 0 1,-1 0-1,0-1 1,1 1-1,0-1 1,0 0 0,0-1-1,0 1 1,0-1-1,0 0 1,1-1-1,-1 1 1,1-1-1,0 0 1,-1 0-1,1 0 1,-1-1-1,1 0 1,0 0-1,0-1 1,-1 0-1,5 0 50,-1 1-302,11-2 108,0-1 1,-1-1-1,1 0 0,-1-2 1,0 0-1,0-1 0,-1-1 1,0 0-1,0-2 0,-1 0 1,0-1-1,-1 0 0,4-5 194,-18 17 98,-1 0 1,1 1-1,-1-1 0,0 0 1,1 1-1,-1-1 0,0 1 1,0-1-1,0 1 0,0 0 0,0-1 1,0 1-1,0 0 0,-1 0 1,1-1-1,-1 1 0,1 0 1,-1 0-1,0 0 0,0 0 0,0 0 1,0 0-1,0 0 0,0 0 1,0 0-1,-1-1 0,1 1 1,-1 0-1,1 0 0,-1 0 0,0 0 1,0 0-99,1 9 574,-7 141 2242,-7-2 0,-23 94-2816,34-223 132,0 3-1562,-3 42 4830,5-45-7891,0-17-1515,1-6-3350,0-16 1878</inkml:trace>
  <inkml:trace contextRef="#ctx0" brushRef="#br0" timeOffset="353.253">1253 1852 15907,'0'0'2529,"0"0"-1125,0 0-342,0 0 145,0 0-430,0 0-383,-5 0-280,-19 3-72,83 18 608,29-14-456,-1-4-1,1-4 0,-1-3 0,1-5 0,25-8-193,1 3 37,121-4-217,-138 16-4097,-91 9-6297,-6-1 8046</inkml:trace>
  <inkml:trace contextRef="#ctx0" brushRef="#br0" timeOffset="1066.432">1673 2257 7090,'0'0'6673,"0"0"-1581,0 0-3155,0 0-1475,0 0-269,0 0 279,0 0 82,0 0-263,0 0-115,14 0 132,214 1 45,-222 1-350,1 0 0,0 0 0,-1 1 1,1 0-1,-1 1 0,0-1 0,0 1 0,0 1 0,-1-1 0,1 1 0,-1 0 0,0 0 1,0 0-1,-1 1 0,0-1 0,0 1 0,0 0 0,-1 0 0,1 1 0,-1-1 1,-1 1-1,1 0 0,-1-1 0,0 5-3,11 172 176,-21-141-112,-1-1 1,-3-1-1,-1 0 0,-2-1 1,-2 0-1,-1-1 1,-2-1-1,-2-1 0,-1-1 1,-14 16-65,34-45 24,0 0 0,-1 0 1,0-1-1,0 1 0,0-1 0,-1 0 1,1 0-1,-1 0 0,0 0 0,-1-1 1,1 0-1,-1 0 0,0-1 1,0 1-1,0-1 0,0-1 0,-1 1 1,1-1-1,-1 0 0,0 0 0,1-1 1,-1 0-1,0 0 0,0-1 0,0 0 1,1 0-1,-1 0 0,0-1 0,0 0 1,0 0-1,1-1 0,-1 0 0,1 0 1,-1-1-1,1 1 0,0-1 0,-4-3-24,5 2-27,-1-1 0,1 0 0,0-1 0,1 1 0,-1-1 0,1 0 0,0 0 0,0 0 0,1 0 0,0-1 0,0 0 0,1 1 0,0-1 0,0 0 0,0 0 0,1 0 0,0-1 0,0 1 0,1 0 0,0 0-1,0 0 1,1-1 0,0 1 0,0 0 0,0 0 0,1 0 0,0 0 0,1 0 0,0 1 0,0-1 0,0 1 0,1-1 0,-1 1 0,2 0 0,-1 1 0,1-1 0,-1 1 0,1 0 0,1 0 0,-1 0 0,1 1-1,0 0 1,0 0 0,0 0 0,1 1 0,-1 0 0,1 0 0,0 0 0,-1 1 0,4-1 27,15 3 27,0 0-1,0 2 1,0 0-1,0 2 1,0 0-1,-1 2 1,0 1-1,0 1 1,4 3-27,135 32 675,-145-39-732,1 0-1,-1-1 1,1 0 0,0-2 0,-1 0 0,1-2 0,0 0 0,0 0 0,-1-2 0,1-1 0,-1 0 0,0-1-1,0-1 1,0 0 0,-1-2 0,0 0 0,-1-1 0,1 0 0,-2-2 0,1 0 0,6-7 57,13-35-3292,13-42-5872,-19 19 5674</inkml:trace>
  <inkml:trace contextRef="#ctx0" brushRef="#br0" timeOffset="3798.843">2825 156 10762,'0'0'6070,"0"0"-4010,0 0-1500,0 0-250,0 0 183,0 0-28,-15-15-135,-52-46 23,-39 19 200,80 38-456,-58-10 144,-1 4 0,-1 3 0,1 5 0,-53 5-241,105 3 3,0 2-1,1 1 1,0 1-1,0 2 1,1 1-1,0 1 1,2 2 0,0 1-1,0 1 1,2 2-1,0 0 1,1 2 0,2 1-1,0 1 1,1 1-1,2 1 1,-14 22-3,31-47 15,0 1 1,1-1 0,-1 0-1,0 0 1,0 0-1,0-1 1,0 1 0,0-1-1,0 0 1,0 0-1,0-1 1,0 1-1,0-1 1,0 1 0,0-2-1,1 1 1,-1 0-1,0-1 1,1 1-1,-1-1 1,1 0 0,-1 0-1,-1-1-15,-16-6 2,-32-8 17,-1 2 1,-1 3-1,0 2 1,-1 3-1,1 2 1,-1 2-1,-45 5-19,61 4 21,2 3-1,-1 1 1,1 2-1,1 1 1,0 2-1,1 2 1,0 1 0,2 1-1,0 3 1,1 0-1,2 2 1,-24 23-21,40-36-5,1 1 1,0 0 0,1 1 0,0 0-1,1 1 1,1 1 0,0 0-1,1 0 1,0 1 0,1 1-1,1-1 1,1 1 0,0 1-1,1-1 1,1 1 0,1 0 0,1 0-1,0 0 1,1 1 0,1-1-1,1 1 1,0 4 4,2-13 7,1 0 1,0 0-1,0 0 0,1-1 1,0 1-1,1-1 0,0 0 1,0-1-1,1 1 0,0-1 0,0 0 1,1 0-1,0-1 0,0 0 1,1 0-1,0-1 0,0 0 1,1 0-1,0-1 0,0 0 1,0-1-1,0 0 0,1 0 1,-1-1-1,1 0 0,0-1 0,6 1-7,-24-3-6,1-1 0,0 1 0,-1 1 0,1-1 0,-1 1 0,1 1 0,0-1 0,-1 1 0,1 0 0,0 1 0,0 0 0,1 0 0,-1 1 0,1-1 0,-1 1 0,1 1 0,0-1 0,1 1 0,-1 0 0,1 0 0,-2 4 6,-20 27 5,2 1 0,1 1 0,2 1 1,2 1-1,1 1 0,2 1 0,3 0 0,1 1 1,2 1-1,1 0 0,-1 32-5,-1-3 62,2 0-1,4 1 1,3 0 0,4 28-62,3-72-17,2 0 1,1 0-1,1-1 0,2 0 1,0 0-1,3-1 1,0-1-1,1 0 0,2-1 1,0 0-1,11 9 17,32 31-152,-77-82 630,10 15-479,0 1 0,0 0 1,0 0-1,0 1 0,0 0 1,0 0-1,0 1 0,1 0 1,-1 0-1,1 1 0,-1 0 1,1 0-1,0 1 1,0 0-1,0 0 0,1 0 1,-1 1-1,1 0 0,0 1 1,1-1-1,-1 1 0,1 0 1,0 0-1,-2 5 1,-90 175 120,81-136-100,2 0 0,2 1 0,2 0 0,3 0 1,2 1-1,2 0 0,2 11-20,1-51 7,1 1 1,0-1-1,0 0 1,2 1-1,-1-1 1,1 0-1,1 0 1,0 0-1,1-1 1,0 0-1,1 1 1,0-2-1,1 1 1,0-1-1,0 0 1,1 0-1,1-1 1,0 0-1,0-1 0,0 0 1,1 0-1,0-1 1,1 0-1,0-1 1,0 0-1,0-1 1,0 0-1,8 1-7,16 4 34,1-3-1,-1-1 0,2-1 1,-1-2-1,0-2 0,1-1 1,-1-2-1,0-2 0,30-6-33,-49 8-43,1-1 0,-1-1 0,0-1 0,0 0 1,-1-1-1,1-1 0,-1-1 0,-1 0 0,1-1 0,-1 0 0,-1-1 0,0-1 0,0 0 0,2-4 43,-2-35 779,-21 125-409,5-56-367,2 0 0,0 0 0,1 0 0,1-1 0,1 1 0,1-1 0,0 1 0,1-1 0,1 0 0,1-1 0,1 1 0,0-1 0,1-1 0,1 0-1,2 3-2,4-1 1,1-1-1,0-1 1,1 0-1,1-1 0,0-1 1,1-1-1,1-1 1,0-1-1,0-1 0,1 0 1,0-2-1,1 0 1,0-2-1,0 0 0,0-2 1,1 0-1,-1-2 1,1-1-1,0 0 0,21-4 0,12 7 1,-1-3 0,0-3 0,0-2 0,0-3 0,0-1 0,-1-4 0,-1-2 0,0-2 0,-1-2 0,1-3-1,-48 17 0,1 1 0,-1-1 1,0-1-1,0 1 0,0-1 1,0 0-1,-1 0 0,0-1 1,0 1-1,-1-1 0,1 0 1,-1-1-1,0 1 0,-1-1 1,0 1-1,0-1 0,0 0 1,-1-1-1,0 1 0,0 0 1,-1 0-1,0-1 0,0 1 1,-1-1-1,0 1 0,0-1 1,0 1-1,-2-7 0,25 172 230,-13-140-220,0 1 1,1-2-1,1 0 1,1 0-1,0-1 1,1 0-1,1-2 1,0 1-1,1-2 1,1 0-1,0-1 1,0-1-1,2 0 1,-1-1-1,1-2 1,0 1-1,1-2 1,0-1-1,0 0 1,0-2-1,1 0 1,-1-1-1,1-1 1,0-1-1,0-1-10,17 1 14,-1-1 0,1-2 0,-1-2 0,0-1 0,0-2 0,-1-2 0,0-1 0,0-2 0,-1-1-1,-1-2 1,0-1 0,-1-1 0,-1-3 0,-1 0 0,0-2 0,26-25-14,-12 5-219,-1-3 1,-2-1-1,-3-3 1,-1-1-1,-3-1 1,-2-2-1,-2-2 1,5-17 218,-26 66-176,-7 37 203,2 15 102,1-36-114,1 0 1,0 0 0,1-1 0,0 0-1,0 0 1,1-1 0,0 0 0,1 0 0,0-1-1,0-1 1,0 1 0,1-2 0,0 1-1,0-2 1,0 1 0,1-1 0,-1-1-1,1 0 1,0-1 0,0 0 0,0-1-1,0 0 1,0-1 0,0 0 0,0-1 0,0-1-1,0 0 1,0 0 0,0-1 0,-1-1-1,1 1 1,-1-2 0,0 0 0,4-3-16,2-1-35,0 0 1,-1-2 0,0 0 0,-1-1-1,0 0 1,-1-1 0,0-1-1,-1 0 1,-1-1 0,0 0-1,-1-1 1,-1 0 0,0-1 0,-1 0-1,-1-1 1,-1 0 0,-1 0-1,0 0 1,-1-1 0,-1 0-1,0 0 1,-1-6 34,0-9-267,-2 0 0,-1 0 1,-2 0-1,-1 0 0,-1 0 0,-2 0 0,-1 1 0,-2 0 0,-1 1 1,-2 0-1,-1 0 0,-6-7 267,-16-30 889,-4 2 1,-2 1-1,-3 3 1,-32-34-890,46 69 747,32 52-1115,2-19 353,1-1 0,-1 0 0,1 0 0,0 0-1,0-1 1,1 1 0,-1-1 0,1 0 0,0-1 0,-1 0 0,1 1 0,0-2 0,0 1 0,1-1 0,-1 0 0,0 0 0,0-1 0,0 1 0,1-1 0,-1-1 0,0 1 0,0-1 0,1-1 0,-1 1 0,0-1 0,0 0 0,0 0 0,-1 0 0,1-1-1,0 0 1,-1 0 0,0-1 0,0 1 0,0-1 0,0 0 0,2-3 15,9-12-10,0-2 1,-1 0-1,-1-1 0,-1-1 0,-1 0 1,0 0-1,-2-1 0,-1-1 0,-2 0 0,0 0 1,-1 0-1,-1-1 0,-2 0 0,-1 0 1,0 0-1,-2 0 0,-1 0 0,-2 0 0,0 1 1,-1-1-1,-2 1 0,-1-1 0,0 2 0,-8-14 11,-36-60 66,-4 4 1,-5 1 0,-3 4-1,-5 2 1,-3 3 0,-79-72-68,144 150 2,-25-28 83,-110-89 875,140 122-892,1 1-120,0 0-151,12 0-76,-10 1 276,-1-1 0,1 1 0,0-1 0,0 0 0,-1 0-1,1 0 1,0 0 0,0 0 0,0 0 0,-1 0 0,1 0-1,0-1 1,0 1 0,-1-1 0,1 0 0,0 1 0,-1-1-1,1 0 1,-1 0 0,1 0 0,-1 0 0,1 0 0,-1 0-1,0 0 1,1-1 0,-1 1 0,0 0 0,0-1 0,0 1-1,0-1 1,0 1 0,0-1 0,-1 0 0,1 1 0,0-1 0,-1 0-1,1 0 4,6-17 20,-1-1-1,-1 0 1,-1 0-1,0-1 1,-1 1-1,-2 0 1,0-1-1,-1 0 0,-1 1 1,-1-1-1,-1 1 1,0 0-1,-2-1 1,0 2-1,-2-1 1,0 1-1,-1 0 1,-1 0-1,0 1 1,-2 0-1,0 1 0,-12-15-19,4 13 118,-1 1-1,-1 1 1,-1 0-1,0 2 0,-1 0 1,0 2-1,-2 0 0,1 2 1,-1 0-1,-1 2 0,0 1 1,0 1-1,-21-2-117,-172-24 748,215 33-797,0 1-1,0 0 1,0 0-1,1 1 1,-1-1-1,0 1 0,1 0 1,-1 0-1,1 0 1,-1 0-1,1 1 1,0-1-1,0 1 1,0 0-1,1 0 1,-1 0-1,1 0 0,-1 0 1,1 1-1,0-1 1,0 1-1,0-1 1,1 1-1,-2 3 50,2 27-3050,18-2-3333,18-10-2508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30T23:47:20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230 391 1096,'0'0'6059,"0"0"-1141,0 0-2904,0 0-1118,0 0 75,0 0 96,14-18-223,98-160-232,-55-16 1695,-81 574 707,22-358-2976,2 0-1,1 0 0,0 0 1,2 0-1,1 0 0,0 0 1,2 0-1,0-1 0,4 7-37,-9-27-86,4 17-2035,-9-8-6439,-9-7 2835</inkml:trace>
  <inkml:trace contextRef="#ctx0" brushRef="#br0" timeOffset="249.123">1 765 4841,'0'0'1416,"0"0"7314,0 0-6377,0 0-1625,0 0 72,131 4 896,-70-4-303,4-2-481,1-9-352,-4 0-384,-3 2-56,-7 2-56,-7 5-64,-8 0-256,-10 2-1712,-7 0-3314,-8 0-2159,-4 0 4768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1346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207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5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061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3732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0232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6448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81550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2708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9962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1295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73635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927802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Editar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7154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6962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343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10812-263F-41DA-BD6E-27B26346DDC6}" type="datetimeFigureOut">
              <a:rPr lang="es-CO" smtClean="0"/>
              <a:t>30/06/2024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5A03F9C7-52A7-4E77-8C1E-2B64D6D87EC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8550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WugBA9nH1oA" TargetMode="Externa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customXml" Target="../ink/ink7.xml"/><Relationship Id="rId18" Type="http://schemas.openxmlformats.org/officeDocument/2006/relationships/image" Target="../media/image22.png"/><Relationship Id="rId26" Type="http://schemas.openxmlformats.org/officeDocument/2006/relationships/image" Target="../media/image26.png"/><Relationship Id="rId3" Type="http://schemas.openxmlformats.org/officeDocument/2006/relationships/image" Target="../media/image14.png"/><Relationship Id="rId21" Type="http://schemas.openxmlformats.org/officeDocument/2006/relationships/customXml" Target="../ink/ink11.xml"/><Relationship Id="rId7" Type="http://schemas.openxmlformats.org/officeDocument/2006/relationships/customXml" Target="../ink/ink4.xml"/><Relationship Id="rId12" Type="http://schemas.openxmlformats.org/officeDocument/2006/relationships/image" Target="../media/image19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2" Type="http://schemas.openxmlformats.org/officeDocument/2006/relationships/image" Target="../media/image13.png"/><Relationship Id="rId16" Type="http://schemas.openxmlformats.org/officeDocument/2006/relationships/image" Target="../media/image21.png"/><Relationship Id="rId20" Type="http://schemas.openxmlformats.org/officeDocument/2006/relationships/image" Target="../media/image23.png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customXml" Target="../ink/ink6.xml"/><Relationship Id="rId24" Type="http://schemas.openxmlformats.org/officeDocument/2006/relationships/image" Target="../media/image25.png"/><Relationship Id="rId32" Type="http://schemas.openxmlformats.org/officeDocument/2006/relationships/image" Target="../media/image29.png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28" Type="http://schemas.openxmlformats.org/officeDocument/2006/relationships/image" Target="../media/image27.png"/><Relationship Id="rId10" Type="http://schemas.openxmlformats.org/officeDocument/2006/relationships/image" Target="../media/image18.png"/><Relationship Id="rId19" Type="http://schemas.openxmlformats.org/officeDocument/2006/relationships/customXml" Target="../ink/ink10.xml"/><Relationship Id="rId31" Type="http://schemas.openxmlformats.org/officeDocument/2006/relationships/customXml" Target="../ink/ink16.xml"/><Relationship Id="rId4" Type="http://schemas.openxmlformats.org/officeDocument/2006/relationships/image" Target="../media/image15.png"/><Relationship Id="rId9" Type="http://schemas.openxmlformats.org/officeDocument/2006/relationships/customXml" Target="../ink/ink5.xml"/><Relationship Id="rId14" Type="http://schemas.openxmlformats.org/officeDocument/2006/relationships/image" Target="../media/image20.png"/><Relationship Id="rId22" Type="http://schemas.openxmlformats.org/officeDocument/2006/relationships/image" Target="../media/image24.png"/><Relationship Id="rId27" Type="http://schemas.openxmlformats.org/officeDocument/2006/relationships/customXml" Target="../ink/ink14.xml"/><Relationship Id="rId30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2.png"/><Relationship Id="rId21" Type="http://schemas.openxmlformats.org/officeDocument/2006/relationships/customXml" Target="../ink/ink26.xml"/><Relationship Id="rId42" Type="http://schemas.openxmlformats.org/officeDocument/2006/relationships/image" Target="../media/image50.png"/><Relationship Id="rId47" Type="http://schemas.openxmlformats.org/officeDocument/2006/relationships/customXml" Target="../ink/ink39.xml"/><Relationship Id="rId63" Type="http://schemas.openxmlformats.org/officeDocument/2006/relationships/customXml" Target="../ink/ink47.xml"/><Relationship Id="rId68" Type="http://schemas.openxmlformats.org/officeDocument/2006/relationships/image" Target="../media/image63.png"/><Relationship Id="rId7" Type="http://schemas.openxmlformats.org/officeDocument/2006/relationships/customXml" Target="../ink/ink19.xml"/><Relationship Id="rId2" Type="http://schemas.openxmlformats.org/officeDocument/2006/relationships/image" Target="../media/image30.png"/><Relationship Id="rId16" Type="http://schemas.openxmlformats.org/officeDocument/2006/relationships/image" Target="../media/image37.png"/><Relationship Id="rId29" Type="http://schemas.openxmlformats.org/officeDocument/2006/relationships/customXml" Target="../ink/ink30.xml"/><Relationship Id="rId11" Type="http://schemas.openxmlformats.org/officeDocument/2006/relationships/customXml" Target="../ink/ink21.xml"/><Relationship Id="rId24" Type="http://schemas.openxmlformats.org/officeDocument/2006/relationships/image" Target="../media/image41.png"/><Relationship Id="rId32" Type="http://schemas.openxmlformats.org/officeDocument/2006/relationships/image" Target="../media/image45.png"/><Relationship Id="rId37" Type="http://schemas.openxmlformats.org/officeDocument/2006/relationships/customXml" Target="../ink/ink34.xml"/><Relationship Id="rId40" Type="http://schemas.openxmlformats.org/officeDocument/2006/relationships/image" Target="../media/image49.png"/><Relationship Id="rId45" Type="http://schemas.openxmlformats.org/officeDocument/2006/relationships/customXml" Target="../ink/ink38.xml"/><Relationship Id="rId53" Type="http://schemas.openxmlformats.org/officeDocument/2006/relationships/customXml" Target="../ink/ink42.xml"/><Relationship Id="rId58" Type="http://schemas.openxmlformats.org/officeDocument/2006/relationships/image" Target="../media/image58.png"/><Relationship Id="rId66" Type="http://schemas.openxmlformats.org/officeDocument/2006/relationships/image" Target="../media/image62.png"/><Relationship Id="rId5" Type="http://schemas.openxmlformats.org/officeDocument/2006/relationships/customXml" Target="../ink/ink18.xml"/><Relationship Id="rId61" Type="http://schemas.openxmlformats.org/officeDocument/2006/relationships/customXml" Target="../ink/ink46.xml"/><Relationship Id="rId19" Type="http://schemas.openxmlformats.org/officeDocument/2006/relationships/customXml" Target="../ink/ink25.xml"/><Relationship Id="rId14" Type="http://schemas.openxmlformats.org/officeDocument/2006/relationships/image" Target="../media/image36.png"/><Relationship Id="rId22" Type="http://schemas.openxmlformats.org/officeDocument/2006/relationships/image" Target="../media/image40.png"/><Relationship Id="rId27" Type="http://schemas.openxmlformats.org/officeDocument/2006/relationships/customXml" Target="../ink/ink29.xml"/><Relationship Id="rId30" Type="http://schemas.openxmlformats.org/officeDocument/2006/relationships/image" Target="../media/image44.png"/><Relationship Id="rId35" Type="http://schemas.openxmlformats.org/officeDocument/2006/relationships/customXml" Target="../ink/ink33.xml"/><Relationship Id="rId43" Type="http://schemas.openxmlformats.org/officeDocument/2006/relationships/customXml" Target="../ink/ink37.xml"/><Relationship Id="rId48" Type="http://schemas.openxmlformats.org/officeDocument/2006/relationships/image" Target="../media/image53.png"/><Relationship Id="rId56" Type="http://schemas.openxmlformats.org/officeDocument/2006/relationships/image" Target="../media/image57.png"/><Relationship Id="rId64" Type="http://schemas.openxmlformats.org/officeDocument/2006/relationships/image" Target="../media/image61.png"/><Relationship Id="rId69" Type="http://schemas.openxmlformats.org/officeDocument/2006/relationships/customXml" Target="../ink/ink50.xml"/><Relationship Id="rId8" Type="http://schemas.openxmlformats.org/officeDocument/2006/relationships/image" Target="../media/image33.png"/><Relationship Id="rId51" Type="http://schemas.openxmlformats.org/officeDocument/2006/relationships/customXml" Target="../ink/ink41.xml"/><Relationship Id="rId3" Type="http://schemas.openxmlformats.org/officeDocument/2006/relationships/customXml" Target="../ink/ink17.xml"/><Relationship Id="rId12" Type="http://schemas.openxmlformats.org/officeDocument/2006/relationships/image" Target="../media/image35.png"/><Relationship Id="rId17" Type="http://schemas.openxmlformats.org/officeDocument/2006/relationships/customXml" Target="../ink/ink24.xml"/><Relationship Id="rId25" Type="http://schemas.openxmlformats.org/officeDocument/2006/relationships/customXml" Target="../ink/ink28.xml"/><Relationship Id="rId33" Type="http://schemas.openxmlformats.org/officeDocument/2006/relationships/customXml" Target="../ink/ink32.xml"/><Relationship Id="rId38" Type="http://schemas.openxmlformats.org/officeDocument/2006/relationships/image" Target="../media/image48.png"/><Relationship Id="rId46" Type="http://schemas.openxmlformats.org/officeDocument/2006/relationships/image" Target="../media/image52.png"/><Relationship Id="rId59" Type="http://schemas.openxmlformats.org/officeDocument/2006/relationships/customXml" Target="../ink/ink45.xml"/><Relationship Id="rId67" Type="http://schemas.openxmlformats.org/officeDocument/2006/relationships/customXml" Target="../ink/ink49.xml"/><Relationship Id="rId20" Type="http://schemas.openxmlformats.org/officeDocument/2006/relationships/image" Target="../media/image39.png"/><Relationship Id="rId41" Type="http://schemas.openxmlformats.org/officeDocument/2006/relationships/customXml" Target="../ink/ink36.xml"/><Relationship Id="rId54" Type="http://schemas.openxmlformats.org/officeDocument/2006/relationships/image" Target="../media/image56.png"/><Relationship Id="rId62" Type="http://schemas.openxmlformats.org/officeDocument/2006/relationships/image" Target="../media/image60.png"/><Relationship Id="rId70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5" Type="http://schemas.openxmlformats.org/officeDocument/2006/relationships/customXml" Target="../ink/ink23.xml"/><Relationship Id="rId23" Type="http://schemas.openxmlformats.org/officeDocument/2006/relationships/customXml" Target="../ink/ink27.xml"/><Relationship Id="rId28" Type="http://schemas.openxmlformats.org/officeDocument/2006/relationships/image" Target="../media/image43.png"/><Relationship Id="rId36" Type="http://schemas.openxmlformats.org/officeDocument/2006/relationships/image" Target="../media/image47.png"/><Relationship Id="rId49" Type="http://schemas.openxmlformats.org/officeDocument/2006/relationships/customXml" Target="../ink/ink40.xml"/><Relationship Id="rId57" Type="http://schemas.openxmlformats.org/officeDocument/2006/relationships/customXml" Target="../ink/ink44.xml"/><Relationship Id="rId10" Type="http://schemas.openxmlformats.org/officeDocument/2006/relationships/image" Target="../media/image34.png"/><Relationship Id="rId31" Type="http://schemas.openxmlformats.org/officeDocument/2006/relationships/customXml" Target="../ink/ink31.xml"/><Relationship Id="rId44" Type="http://schemas.openxmlformats.org/officeDocument/2006/relationships/image" Target="../media/image51.png"/><Relationship Id="rId52" Type="http://schemas.openxmlformats.org/officeDocument/2006/relationships/image" Target="../media/image55.png"/><Relationship Id="rId60" Type="http://schemas.openxmlformats.org/officeDocument/2006/relationships/image" Target="../media/image59.png"/><Relationship Id="rId65" Type="http://schemas.openxmlformats.org/officeDocument/2006/relationships/customXml" Target="../ink/ink48.xml"/><Relationship Id="rId4" Type="http://schemas.openxmlformats.org/officeDocument/2006/relationships/image" Target="../media/image31.png"/><Relationship Id="rId9" Type="http://schemas.openxmlformats.org/officeDocument/2006/relationships/customXml" Target="../ink/ink20.xml"/><Relationship Id="rId13" Type="http://schemas.openxmlformats.org/officeDocument/2006/relationships/customXml" Target="../ink/ink22.xml"/><Relationship Id="rId18" Type="http://schemas.openxmlformats.org/officeDocument/2006/relationships/image" Target="../media/image38.png"/><Relationship Id="rId39" Type="http://schemas.openxmlformats.org/officeDocument/2006/relationships/customXml" Target="../ink/ink35.xml"/><Relationship Id="rId34" Type="http://schemas.openxmlformats.org/officeDocument/2006/relationships/image" Target="../media/image46.png"/><Relationship Id="rId50" Type="http://schemas.openxmlformats.org/officeDocument/2006/relationships/image" Target="../media/image54.png"/><Relationship Id="rId55" Type="http://schemas.openxmlformats.org/officeDocument/2006/relationships/customXml" Target="../ink/ink4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YptEbm3H4H8" TargetMode="Externa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customXml" Target="../ink/ink56.xml"/><Relationship Id="rId18" Type="http://schemas.openxmlformats.org/officeDocument/2006/relationships/image" Target="../media/image74.png"/><Relationship Id="rId26" Type="http://schemas.openxmlformats.org/officeDocument/2006/relationships/image" Target="../media/image78.png"/><Relationship Id="rId3" Type="http://schemas.openxmlformats.org/officeDocument/2006/relationships/customXml" Target="../ink/ink51.xml"/><Relationship Id="rId21" Type="http://schemas.openxmlformats.org/officeDocument/2006/relationships/customXml" Target="../ink/ink60.xml"/><Relationship Id="rId7" Type="http://schemas.openxmlformats.org/officeDocument/2006/relationships/customXml" Target="../ink/ink53.xml"/><Relationship Id="rId12" Type="http://schemas.openxmlformats.org/officeDocument/2006/relationships/image" Target="../media/image71.png"/><Relationship Id="rId17" Type="http://schemas.openxmlformats.org/officeDocument/2006/relationships/customXml" Target="../ink/ink58.xml"/><Relationship Id="rId25" Type="http://schemas.openxmlformats.org/officeDocument/2006/relationships/customXml" Target="../ink/ink62.xml"/><Relationship Id="rId2" Type="http://schemas.openxmlformats.org/officeDocument/2006/relationships/image" Target="../media/image66.png"/><Relationship Id="rId16" Type="http://schemas.openxmlformats.org/officeDocument/2006/relationships/image" Target="../media/image73.png"/><Relationship Id="rId20" Type="http://schemas.openxmlformats.org/officeDocument/2006/relationships/image" Target="../media/image75.png"/><Relationship Id="rId29" Type="http://schemas.openxmlformats.org/officeDocument/2006/relationships/customXml" Target="../ink/ink6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customXml" Target="../ink/ink55.xml"/><Relationship Id="rId24" Type="http://schemas.openxmlformats.org/officeDocument/2006/relationships/image" Target="../media/image77.png"/><Relationship Id="rId32" Type="http://schemas.openxmlformats.org/officeDocument/2006/relationships/image" Target="../media/image81.png"/><Relationship Id="rId5" Type="http://schemas.openxmlformats.org/officeDocument/2006/relationships/customXml" Target="../ink/ink52.xml"/><Relationship Id="rId15" Type="http://schemas.openxmlformats.org/officeDocument/2006/relationships/customXml" Target="../ink/ink57.xml"/><Relationship Id="rId23" Type="http://schemas.openxmlformats.org/officeDocument/2006/relationships/customXml" Target="../ink/ink61.xml"/><Relationship Id="rId28" Type="http://schemas.openxmlformats.org/officeDocument/2006/relationships/image" Target="../media/image79.png"/><Relationship Id="rId10" Type="http://schemas.openxmlformats.org/officeDocument/2006/relationships/image" Target="../media/image70.png"/><Relationship Id="rId19" Type="http://schemas.openxmlformats.org/officeDocument/2006/relationships/customXml" Target="../ink/ink59.xml"/><Relationship Id="rId31" Type="http://schemas.openxmlformats.org/officeDocument/2006/relationships/customXml" Target="../ink/ink65.xml"/><Relationship Id="rId4" Type="http://schemas.openxmlformats.org/officeDocument/2006/relationships/image" Target="../media/image67.png"/><Relationship Id="rId9" Type="http://schemas.openxmlformats.org/officeDocument/2006/relationships/customXml" Target="../ink/ink54.xml"/><Relationship Id="rId14" Type="http://schemas.openxmlformats.org/officeDocument/2006/relationships/image" Target="../media/image72.png"/><Relationship Id="rId22" Type="http://schemas.openxmlformats.org/officeDocument/2006/relationships/image" Target="../media/image76.png"/><Relationship Id="rId27" Type="http://schemas.openxmlformats.org/officeDocument/2006/relationships/customXml" Target="../ink/ink63.xml"/><Relationship Id="rId30" Type="http://schemas.openxmlformats.org/officeDocument/2006/relationships/image" Target="../media/image8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customXml" Target="../ink/ink66.xml"/><Relationship Id="rId7" Type="http://schemas.openxmlformats.org/officeDocument/2006/relationships/customXml" Target="../ink/ink68.xml"/><Relationship Id="rId12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11" Type="http://schemas.openxmlformats.org/officeDocument/2006/relationships/customXml" Target="../ink/ink70.xml"/><Relationship Id="rId5" Type="http://schemas.openxmlformats.org/officeDocument/2006/relationships/customXml" Target="../ink/ink67.xml"/><Relationship Id="rId10" Type="http://schemas.openxmlformats.org/officeDocument/2006/relationships/image" Target="../media/image86.png"/><Relationship Id="rId4" Type="http://schemas.openxmlformats.org/officeDocument/2006/relationships/image" Target="../media/image83.png"/><Relationship Id="rId9" Type="http://schemas.openxmlformats.org/officeDocument/2006/relationships/customXml" Target="../ink/ink6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customXml" Target="../ink/ink75.xml"/><Relationship Id="rId18" Type="http://schemas.openxmlformats.org/officeDocument/2006/relationships/image" Target="../media/image97.png"/><Relationship Id="rId3" Type="http://schemas.openxmlformats.org/officeDocument/2006/relationships/image" Target="../media/image89.png"/><Relationship Id="rId7" Type="http://schemas.openxmlformats.org/officeDocument/2006/relationships/customXml" Target="../ink/ink72.xml"/><Relationship Id="rId12" Type="http://schemas.openxmlformats.org/officeDocument/2006/relationships/image" Target="../media/image94.png"/><Relationship Id="rId17" Type="http://schemas.openxmlformats.org/officeDocument/2006/relationships/customXml" Target="../ink/ink77.xml"/><Relationship Id="rId2" Type="http://schemas.openxmlformats.org/officeDocument/2006/relationships/image" Target="../media/image88.png"/><Relationship Id="rId16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11" Type="http://schemas.openxmlformats.org/officeDocument/2006/relationships/customXml" Target="../ink/ink74.xml"/><Relationship Id="rId5" Type="http://schemas.openxmlformats.org/officeDocument/2006/relationships/customXml" Target="../ink/ink71.xml"/><Relationship Id="rId15" Type="http://schemas.openxmlformats.org/officeDocument/2006/relationships/customXml" Target="../ink/ink76.xml"/><Relationship Id="rId10" Type="http://schemas.openxmlformats.org/officeDocument/2006/relationships/image" Target="../media/image93.png"/><Relationship Id="rId4" Type="http://schemas.openxmlformats.org/officeDocument/2006/relationships/image" Target="../media/image90.png"/><Relationship Id="rId9" Type="http://schemas.openxmlformats.org/officeDocument/2006/relationships/customXml" Target="../ink/ink73.xml"/><Relationship Id="rId14" Type="http://schemas.openxmlformats.org/officeDocument/2006/relationships/image" Target="../media/image9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83.xml"/><Relationship Id="rId18" Type="http://schemas.openxmlformats.org/officeDocument/2006/relationships/image" Target="../media/image107.png"/><Relationship Id="rId26" Type="http://schemas.openxmlformats.org/officeDocument/2006/relationships/image" Target="../media/image111.png"/><Relationship Id="rId39" Type="http://schemas.openxmlformats.org/officeDocument/2006/relationships/customXml" Target="../ink/ink96.xml"/><Relationship Id="rId21" Type="http://schemas.openxmlformats.org/officeDocument/2006/relationships/customXml" Target="../ink/ink87.xml"/><Relationship Id="rId34" Type="http://schemas.openxmlformats.org/officeDocument/2006/relationships/image" Target="../media/image115.png"/><Relationship Id="rId42" Type="http://schemas.openxmlformats.org/officeDocument/2006/relationships/image" Target="../media/image119.png"/><Relationship Id="rId47" Type="http://schemas.openxmlformats.org/officeDocument/2006/relationships/customXml" Target="../ink/ink100.xml"/><Relationship Id="rId50" Type="http://schemas.openxmlformats.org/officeDocument/2006/relationships/image" Target="../media/image123.png"/><Relationship Id="rId55" Type="http://schemas.openxmlformats.org/officeDocument/2006/relationships/customXml" Target="../ink/ink104.xml"/><Relationship Id="rId7" Type="http://schemas.openxmlformats.org/officeDocument/2006/relationships/customXml" Target="../ink/ink80.xml"/><Relationship Id="rId2" Type="http://schemas.openxmlformats.org/officeDocument/2006/relationships/image" Target="../media/image99.png"/><Relationship Id="rId16" Type="http://schemas.openxmlformats.org/officeDocument/2006/relationships/image" Target="../media/image106.png"/><Relationship Id="rId29" Type="http://schemas.openxmlformats.org/officeDocument/2006/relationships/customXml" Target="../ink/ink91.xml"/><Relationship Id="rId11" Type="http://schemas.openxmlformats.org/officeDocument/2006/relationships/customXml" Target="../ink/ink82.xml"/><Relationship Id="rId24" Type="http://schemas.openxmlformats.org/officeDocument/2006/relationships/image" Target="../media/image110.png"/><Relationship Id="rId32" Type="http://schemas.openxmlformats.org/officeDocument/2006/relationships/image" Target="../media/image114.png"/><Relationship Id="rId37" Type="http://schemas.openxmlformats.org/officeDocument/2006/relationships/customXml" Target="../ink/ink95.xml"/><Relationship Id="rId40" Type="http://schemas.openxmlformats.org/officeDocument/2006/relationships/image" Target="../media/image118.png"/><Relationship Id="rId45" Type="http://schemas.openxmlformats.org/officeDocument/2006/relationships/customXml" Target="../ink/ink99.xml"/><Relationship Id="rId53" Type="http://schemas.openxmlformats.org/officeDocument/2006/relationships/customXml" Target="../ink/ink103.xml"/><Relationship Id="rId58" Type="http://schemas.openxmlformats.org/officeDocument/2006/relationships/image" Target="../media/image127.png"/><Relationship Id="rId5" Type="http://schemas.openxmlformats.org/officeDocument/2006/relationships/customXml" Target="../ink/ink79.xml"/><Relationship Id="rId19" Type="http://schemas.openxmlformats.org/officeDocument/2006/relationships/customXml" Target="../ink/ink86.xml"/><Relationship Id="rId4" Type="http://schemas.openxmlformats.org/officeDocument/2006/relationships/image" Target="../media/image100.png"/><Relationship Id="rId9" Type="http://schemas.openxmlformats.org/officeDocument/2006/relationships/customXml" Target="../ink/ink81.xml"/><Relationship Id="rId14" Type="http://schemas.openxmlformats.org/officeDocument/2006/relationships/image" Target="../media/image105.png"/><Relationship Id="rId22" Type="http://schemas.openxmlformats.org/officeDocument/2006/relationships/image" Target="../media/image109.png"/><Relationship Id="rId27" Type="http://schemas.openxmlformats.org/officeDocument/2006/relationships/customXml" Target="../ink/ink90.xml"/><Relationship Id="rId30" Type="http://schemas.openxmlformats.org/officeDocument/2006/relationships/image" Target="../media/image113.png"/><Relationship Id="rId35" Type="http://schemas.openxmlformats.org/officeDocument/2006/relationships/customXml" Target="../ink/ink94.xml"/><Relationship Id="rId43" Type="http://schemas.openxmlformats.org/officeDocument/2006/relationships/customXml" Target="../ink/ink98.xml"/><Relationship Id="rId48" Type="http://schemas.openxmlformats.org/officeDocument/2006/relationships/image" Target="../media/image122.png"/><Relationship Id="rId56" Type="http://schemas.openxmlformats.org/officeDocument/2006/relationships/image" Target="../media/image126.png"/><Relationship Id="rId8" Type="http://schemas.openxmlformats.org/officeDocument/2006/relationships/image" Target="../media/image102.png"/><Relationship Id="rId51" Type="http://schemas.openxmlformats.org/officeDocument/2006/relationships/customXml" Target="../ink/ink102.xml"/><Relationship Id="rId3" Type="http://schemas.openxmlformats.org/officeDocument/2006/relationships/customXml" Target="../ink/ink78.xml"/><Relationship Id="rId12" Type="http://schemas.openxmlformats.org/officeDocument/2006/relationships/image" Target="../media/image104.png"/><Relationship Id="rId17" Type="http://schemas.openxmlformats.org/officeDocument/2006/relationships/customXml" Target="../ink/ink85.xml"/><Relationship Id="rId25" Type="http://schemas.openxmlformats.org/officeDocument/2006/relationships/customXml" Target="../ink/ink89.xml"/><Relationship Id="rId33" Type="http://schemas.openxmlformats.org/officeDocument/2006/relationships/customXml" Target="../ink/ink93.xml"/><Relationship Id="rId38" Type="http://schemas.openxmlformats.org/officeDocument/2006/relationships/image" Target="../media/image117.png"/><Relationship Id="rId46" Type="http://schemas.openxmlformats.org/officeDocument/2006/relationships/image" Target="../media/image121.png"/><Relationship Id="rId20" Type="http://schemas.openxmlformats.org/officeDocument/2006/relationships/image" Target="../media/image108.png"/><Relationship Id="rId41" Type="http://schemas.openxmlformats.org/officeDocument/2006/relationships/customXml" Target="../ink/ink97.xml"/><Relationship Id="rId54" Type="http://schemas.openxmlformats.org/officeDocument/2006/relationships/image" Target="../media/image1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1.png"/><Relationship Id="rId15" Type="http://schemas.openxmlformats.org/officeDocument/2006/relationships/customXml" Target="../ink/ink84.xml"/><Relationship Id="rId23" Type="http://schemas.openxmlformats.org/officeDocument/2006/relationships/customXml" Target="../ink/ink88.xml"/><Relationship Id="rId28" Type="http://schemas.openxmlformats.org/officeDocument/2006/relationships/image" Target="../media/image112.png"/><Relationship Id="rId36" Type="http://schemas.openxmlformats.org/officeDocument/2006/relationships/image" Target="../media/image116.png"/><Relationship Id="rId49" Type="http://schemas.openxmlformats.org/officeDocument/2006/relationships/customXml" Target="../ink/ink101.xml"/><Relationship Id="rId57" Type="http://schemas.openxmlformats.org/officeDocument/2006/relationships/customXml" Target="../ink/ink105.xml"/><Relationship Id="rId10" Type="http://schemas.openxmlformats.org/officeDocument/2006/relationships/image" Target="../media/image103.png"/><Relationship Id="rId31" Type="http://schemas.openxmlformats.org/officeDocument/2006/relationships/customXml" Target="../ink/ink92.xml"/><Relationship Id="rId44" Type="http://schemas.openxmlformats.org/officeDocument/2006/relationships/image" Target="../media/image120.png"/><Relationship Id="rId52" Type="http://schemas.openxmlformats.org/officeDocument/2006/relationships/image" Target="../media/image124.png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11.xml"/><Relationship Id="rId18" Type="http://schemas.openxmlformats.org/officeDocument/2006/relationships/image" Target="../media/image136.png"/><Relationship Id="rId26" Type="http://schemas.openxmlformats.org/officeDocument/2006/relationships/image" Target="../media/image140.png"/><Relationship Id="rId39" Type="http://schemas.openxmlformats.org/officeDocument/2006/relationships/customXml" Target="../ink/ink124.xml"/><Relationship Id="rId21" Type="http://schemas.openxmlformats.org/officeDocument/2006/relationships/customXml" Target="../ink/ink115.xml"/><Relationship Id="rId34" Type="http://schemas.openxmlformats.org/officeDocument/2006/relationships/image" Target="../media/image144.png"/><Relationship Id="rId7" Type="http://schemas.openxmlformats.org/officeDocument/2006/relationships/customXml" Target="../ink/ink108.xml"/><Relationship Id="rId12" Type="http://schemas.openxmlformats.org/officeDocument/2006/relationships/image" Target="../media/image133.png"/><Relationship Id="rId17" Type="http://schemas.openxmlformats.org/officeDocument/2006/relationships/customXml" Target="../ink/ink113.xml"/><Relationship Id="rId25" Type="http://schemas.openxmlformats.org/officeDocument/2006/relationships/customXml" Target="../ink/ink117.xml"/><Relationship Id="rId33" Type="http://schemas.openxmlformats.org/officeDocument/2006/relationships/customXml" Target="../ink/ink121.xml"/><Relationship Id="rId38" Type="http://schemas.openxmlformats.org/officeDocument/2006/relationships/image" Target="../media/image146.png"/><Relationship Id="rId2" Type="http://schemas.openxmlformats.org/officeDocument/2006/relationships/image" Target="../media/image128.png"/><Relationship Id="rId16" Type="http://schemas.openxmlformats.org/officeDocument/2006/relationships/image" Target="../media/image135.png"/><Relationship Id="rId20" Type="http://schemas.openxmlformats.org/officeDocument/2006/relationships/image" Target="../media/image137.png"/><Relationship Id="rId29" Type="http://schemas.openxmlformats.org/officeDocument/2006/relationships/customXml" Target="../ink/ink1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11" Type="http://schemas.openxmlformats.org/officeDocument/2006/relationships/customXml" Target="../ink/ink110.xml"/><Relationship Id="rId24" Type="http://schemas.openxmlformats.org/officeDocument/2006/relationships/image" Target="../media/image139.png"/><Relationship Id="rId32" Type="http://schemas.openxmlformats.org/officeDocument/2006/relationships/image" Target="../media/image143.png"/><Relationship Id="rId37" Type="http://schemas.openxmlformats.org/officeDocument/2006/relationships/customXml" Target="../ink/ink123.xml"/><Relationship Id="rId40" Type="http://schemas.openxmlformats.org/officeDocument/2006/relationships/image" Target="../media/image147.png"/><Relationship Id="rId5" Type="http://schemas.openxmlformats.org/officeDocument/2006/relationships/customXml" Target="../ink/ink107.xml"/><Relationship Id="rId15" Type="http://schemas.openxmlformats.org/officeDocument/2006/relationships/customXml" Target="../ink/ink112.xml"/><Relationship Id="rId23" Type="http://schemas.openxmlformats.org/officeDocument/2006/relationships/customXml" Target="../ink/ink116.xml"/><Relationship Id="rId28" Type="http://schemas.openxmlformats.org/officeDocument/2006/relationships/image" Target="../media/image141.png"/><Relationship Id="rId36" Type="http://schemas.openxmlformats.org/officeDocument/2006/relationships/image" Target="../media/image145.png"/><Relationship Id="rId10" Type="http://schemas.openxmlformats.org/officeDocument/2006/relationships/image" Target="../media/image132.png"/><Relationship Id="rId19" Type="http://schemas.openxmlformats.org/officeDocument/2006/relationships/customXml" Target="../ink/ink114.xml"/><Relationship Id="rId31" Type="http://schemas.openxmlformats.org/officeDocument/2006/relationships/customXml" Target="../ink/ink120.xml"/><Relationship Id="rId4" Type="http://schemas.openxmlformats.org/officeDocument/2006/relationships/image" Target="../media/image129.png"/><Relationship Id="rId9" Type="http://schemas.openxmlformats.org/officeDocument/2006/relationships/customXml" Target="../ink/ink109.xml"/><Relationship Id="rId14" Type="http://schemas.openxmlformats.org/officeDocument/2006/relationships/image" Target="../media/image134.png"/><Relationship Id="rId22" Type="http://schemas.openxmlformats.org/officeDocument/2006/relationships/image" Target="../media/image138.png"/><Relationship Id="rId27" Type="http://schemas.openxmlformats.org/officeDocument/2006/relationships/customXml" Target="../ink/ink118.xml"/><Relationship Id="rId30" Type="http://schemas.openxmlformats.org/officeDocument/2006/relationships/image" Target="../media/image142.png"/><Relationship Id="rId35" Type="http://schemas.openxmlformats.org/officeDocument/2006/relationships/customXml" Target="../ink/ink122.xml"/><Relationship Id="rId8" Type="http://schemas.openxmlformats.org/officeDocument/2006/relationships/image" Target="../media/image131.png"/><Relationship Id="rId3" Type="http://schemas.openxmlformats.org/officeDocument/2006/relationships/customXml" Target="../ink/ink106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30.xml"/><Relationship Id="rId18" Type="http://schemas.openxmlformats.org/officeDocument/2006/relationships/image" Target="../media/image155.png"/><Relationship Id="rId26" Type="http://schemas.openxmlformats.org/officeDocument/2006/relationships/image" Target="../media/image159.png"/><Relationship Id="rId39" Type="http://schemas.openxmlformats.org/officeDocument/2006/relationships/customXml" Target="../ink/ink143.xml"/><Relationship Id="rId21" Type="http://schemas.openxmlformats.org/officeDocument/2006/relationships/customXml" Target="../ink/ink134.xml"/><Relationship Id="rId34" Type="http://schemas.openxmlformats.org/officeDocument/2006/relationships/image" Target="../media/image163.png"/><Relationship Id="rId42" Type="http://schemas.openxmlformats.org/officeDocument/2006/relationships/image" Target="../media/image167.png"/><Relationship Id="rId47" Type="http://schemas.openxmlformats.org/officeDocument/2006/relationships/customXml" Target="../ink/ink147.xml"/><Relationship Id="rId50" Type="http://schemas.openxmlformats.org/officeDocument/2006/relationships/image" Target="../media/image171.png"/><Relationship Id="rId55" Type="http://schemas.openxmlformats.org/officeDocument/2006/relationships/customXml" Target="../ink/ink151.xml"/><Relationship Id="rId7" Type="http://schemas.openxmlformats.org/officeDocument/2006/relationships/customXml" Target="../ink/ink127.xml"/><Relationship Id="rId2" Type="http://schemas.openxmlformats.org/officeDocument/2006/relationships/image" Target="../media/image148.png"/><Relationship Id="rId16" Type="http://schemas.openxmlformats.org/officeDocument/2006/relationships/image" Target="../media/image154.png"/><Relationship Id="rId29" Type="http://schemas.openxmlformats.org/officeDocument/2006/relationships/customXml" Target="../ink/ink138.xml"/><Relationship Id="rId11" Type="http://schemas.openxmlformats.org/officeDocument/2006/relationships/customXml" Target="../ink/ink129.xml"/><Relationship Id="rId24" Type="http://schemas.openxmlformats.org/officeDocument/2006/relationships/image" Target="../media/image158.png"/><Relationship Id="rId32" Type="http://schemas.openxmlformats.org/officeDocument/2006/relationships/image" Target="../media/image162.png"/><Relationship Id="rId37" Type="http://schemas.openxmlformats.org/officeDocument/2006/relationships/customXml" Target="../ink/ink142.xml"/><Relationship Id="rId40" Type="http://schemas.openxmlformats.org/officeDocument/2006/relationships/image" Target="../media/image166.png"/><Relationship Id="rId45" Type="http://schemas.openxmlformats.org/officeDocument/2006/relationships/customXml" Target="../ink/ink146.xml"/><Relationship Id="rId53" Type="http://schemas.openxmlformats.org/officeDocument/2006/relationships/customXml" Target="../ink/ink150.xml"/><Relationship Id="rId58" Type="http://schemas.openxmlformats.org/officeDocument/2006/relationships/image" Target="../media/image175.png"/><Relationship Id="rId5" Type="http://schemas.openxmlformats.org/officeDocument/2006/relationships/customXml" Target="../ink/ink126.xml"/><Relationship Id="rId19" Type="http://schemas.openxmlformats.org/officeDocument/2006/relationships/customXml" Target="../ink/ink133.xml"/><Relationship Id="rId4" Type="http://schemas.openxmlformats.org/officeDocument/2006/relationships/image" Target="../media/image1.png"/><Relationship Id="rId9" Type="http://schemas.openxmlformats.org/officeDocument/2006/relationships/customXml" Target="../ink/ink128.xml"/><Relationship Id="rId14" Type="http://schemas.openxmlformats.org/officeDocument/2006/relationships/image" Target="../media/image153.png"/><Relationship Id="rId22" Type="http://schemas.openxmlformats.org/officeDocument/2006/relationships/image" Target="../media/image157.png"/><Relationship Id="rId27" Type="http://schemas.openxmlformats.org/officeDocument/2006/relationships/customXml" Target="../ink/ink137.xml"/><Relationship Id="rId30" Type="http://schemas.openxmlformats.org/officeDocument/2006/relationships/image" Target="../media/image161.png"/><Relationship Id="rId35" Type="http://schemas.openxmlformats.org/officeDocument/2006/relationships/customXml" Target="../ink/ink141.xml"/><Relationship Id="rId43" Type="http://schemas.openxmlformats.org/officeDocument/2006/relationships/customXml" Target="../ink/ink145.xml"/><Relationship Id="rId48" Type="http://schemas.openxmlformats.org/officeDocument/2006/relationships/image" Target="../media/image170.png"/><Relationship Id="rId56" Type="http://schemas.openxmlformats.org/officeDocument/2006/relationships/image" Target="../media/image174.png"/><Relationship Id="rId8" Type="http://schemas.openxmlformats.org/officeDocument/2006/relationships/image" Target="../media/image150.png"/><Relationship Id="rId51" Type="http://schemas.openxmlformats.org/officeDocument/2006/relationships/customXml" Target="../ink/ink149.xml"/><Relationship Id="rId3" Type="http://schemas.openxmlformats.org/officeDocument/2006/relationships/customXml" Target="../ink/ink125.xml"/><Relationship Id="rId12" Type="http://schemas.openxmlformats.org/officeDocument/2006/relationships/image" Target="../media/image152.png"/><Relationship Id="rId17" Type="http://schemas.openxmlformats.org/officeDocument/2006/relationships/customXml" Target="../ink/ink132.xml"/><Relationship Id="rId25" Type="http://schemas.openxmlformats.org/officeDocument/2006/relationships/customXml" Target="../ink/ink136.xml"/><Relationship Id="rId33" Type="http://schemas.openxmlformats.org/officeDocument/2006/relationships/customXml" Target="../ink/ink140.xml"/><Relationship Id="rId38" Type="http://schemas.openxmlformats.org/officeDocument/2006/relationships/image" Target="../media/image165.png"/><Relationship Id="rId46" Type="http://schemas.openxmlformats.org/officeDocument/2006/relationships/image" Target="../media/image169.png"/><Relationship Id="rId20" Type="http://schemas.openxmlformats.org/officeDocument/2006/relationships/image" Target="../media/image156.png"/><Relationship Id="rId41" Type="http://schemas.openxmlformats.org/officeDocument/2006/relationships/customXml" Target="../ink/ink144.xml"/><Relationship Id="rId54" Type="http://schemas.openxmlformats.org/officeDocument/2006/relationships/image" Target="../media/image1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9.png"/><Relationship Id="rId15" Type="http://schemas.openxmlformats.org/officeDocument/2006/relationships/customXml" Target="../ink/ink131.xml"/><Relationship Id="rId23" Type="http://schemas.openxmlformats.org/officeDocument/2006/relationships/customXml" Target="../ink/ink135.xml"/><Relationship Id="rId28" Type="http://schemas.openxmlformats.org/officeDocument/2006/relationships/image" Target="../media/image160.png"/><Relationship Id="rId36" Type="http://schemas.openxmlformats.org/officeDocument/2006/relationships/image" Target="../media/image164.png"/><Relationship Id="rId49" Type="http://schemas.openxmlformats.org/officeDocument/2006/relationships/customXml" Target="../ink/ink148.xml"/><Relationship Id="rId57" Type="http://schemas.openxmlformats.org/officeDocument/2006/relationships/customXml" Target="../ink/ink152.xml"/><Relationship Id="rId10" Type="http://schemas.openxmlformats.org/officeDocument/2006/relationships/image" Target="../media/image151.png"/><Relationship Id="rId31" Type="http://schemas.openxmlformats.org/officeDocument/2006/relationships/customXml" Target="../ink/ink139.xml"/><Relationship Id="rId44" Type="http://schemas.openxmlformats.org/officeDocument/2006/relationships/image" Target="../media/image168.png"/><Relationship Id="rId52" Type="http://schemas.openxmlformats.org/officeDocument/2006/relationships/image" Target="../media/image17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3.xml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8.png"/><Relationship Id="rId5" Type="http://schemas.openxmlformats.org/officeDocument/2006/relationships/customXml" Target="../ink/ink154.xml"/><Relationship Id="rId4" Type="http://schemas.openxmlformats.org/officeDocument/2006/relationships/image" Target="../media/image17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6.xml"/><Relationship Id="rId21" Type="http://schemas.openxmlformats.org/officeDocument/2006/relationships/image" Target="../media/image190.png"/><Relationship Id="rId42" Type="http://schemas.openxmlformats.org/officeDocument/2006/relationships/customXml" Target="../ink/ink174.xml"/><Relationship Id="rId47" Type="http://schemas.openxmlformats.org/officeDocument/2006/relationships/image" Target="../media/image203.png"/><Relationship Id="rId63" Type="http://schemas.openxmlformats.org/officeDocument/2006/relationships/image" Target="../media/image211.png"/><Relationship Id="rId68" Type="http://schemas.openxmlformats.org/officeDocument/2006/relationships/customXml" Target="../ink/ink187.xml"/><Relationship Id="rId16" Type="http://schemas.openxmlformats.org/officeDocument/2006/relationships/customXml" Target="../ink/ink161.xml"/><Relationship Id="rId11" Type="http://schemas.openxmlformats.org/officeDocument/2006/relationships/image" Target="../media/image185.png"/><Relationship Id="rId32" Type="http://schemas.openxmlformats.org/officeDocument/2006/relationships/customXml" Target="../ink/ink169.xml"/><Relationship Id="rId37" Type="http://schemas.openxmlformats.org/officeDocument/2006/relationships/image" Target="../media/image198.png"/><Relationship Id="rId53" Type="http://schemas.openxmlformats.org/officeDocument/2006/relationships/image" Target="../media/image206.png"/><Relationship Id="rId58" Type="http://schemas.openxmlformats.org/officeDocument/2006/relationships/customXml" Target="../ink/ink182.xml"/><Relationship Id="rId74" Type="http://schemas.openxmlformats.org/officeDocument/2006/relationships/customXml" Target="../ink/ink190.xml"/><Relationship Id="rId79" Type="http://schemas.openxmlformats.org/officeDocument/2006/relationships/image" Target="../media/image219.png"/><Relationship Id="rId5" Type="http://schemas.openxmlformats.org/officeDocument/2006/relationships/image" Target="../media/image183.png"/><Relationship Id="rId61" Type="http://schemas.openxmlformats.org/officeDocument/2006/relationships/image" Target="../media/image210.png"/><Relationship Id="rId19" Type="http://schemas.openxmlformats.org/officeDocument/2006/relationships/image" Target="../media/image189.png"/><Relationship Id="rId14" Type="http://schemas.openxmlformats.org/officeDocument/2006/relationships/customXml" Target="../ink/ink160.xml"/><Relationship Id="rId22" Type="http://schemas.openxmlformats.org/officeDocument/2006/relationships/customXml" Target="../ink/ink164.xml"/><Relationship Id="rId27" Type="http://schemas.openxmlformats.org/officeDocument/2006/relationships/image" Target="../media/image193.png"/><Relationship Id="rId30" Type="http://schemas.openxmlformats.org/officeDocument/2006/relationships/customXml" Target="../ink/ink168.xml"/><Relationship Id="rId35" Type="http://schemas.openxmlformats.org/officeDocument/2006/relationships/image" Target="../media/image197.png"/><Relationship Id="rId43" Type="http://schemas.openxmlformats.org/officeDocument/2006/relationships/image" Target="../media/image201.png"/><Relationship Id="rId48" Type="http://schemas.openxmlformats.org/officeDocument/2006/relationships/customXml" Target="../ink/ink177.xml"/><Relationship Id="rId56" Type="http://schemas.openxmlformats.org/officeDocument/2006/relationships/customXml" Target="../ink/ink181.xml"/><Relationship Id="rId64" Type="http://schemas.openxmlformats.org/officeDocument/2006/relationships/customXml" Target="../ink/ink185.xml"/><Relationship Id="rId69" Type="http://schemas.openxmlformats.org/officeDocument/2006/relationships/image" Target="../media/image214.png"/><Relationship Id="rId77" Type="http://schemas.openxmlformats.org/officeDocument/2006/relationships/image" Target="../media/image218.png"/><Relationship Id="rId8" Type="http://schemas.openxmlformats.org/officeDocument/2006/relationships/customXml" Target="../ink/ink157.xml"/><Relationship Id="rId51" Type="http://schemas.openxmlformats.org/officeDocument/2006/relationships/image" Target="../media/image205.png"/><Relationship Id="rId72" Type="http://schemas.openxmlformats.org/officeDocument/2006/relationships/customXml" Target="../ink/ink189.xml"/><Relationship Id="rId80" Type="http://schemas.openxmlformats.org/officeDocument/2006/relationships/customXml" Target="../ink/ink193.xml"/><Relationship Id="rId3" Type="http://schemas.openxmlformats.org/officeDocument/2006/relationships/image" Target="../media/image182.png"/><Relationship Id="rId12" Type="http://schemas.openxmlformats.org/officeDocument/2006/relationships/customXml" Target="../ink/ink159.xml"/><Relationship Id="rId17" Type="http://schemas.openxmlformats.org/officeDocument/2006/relationships/image" Target="../media/image188.png"/><Relationship Id="rId25" Type="http://schemas.openxmlformats.org/officeDocument/2006/relationships/image" Target="../media/image192.png"/><Relationship Id="rId33" Type="http://schemas.openxmlformats.org/officeDocument/2006/relationships/image" Target="../media/image196.png"/><Relationship Id="rId38" Type="http://schemas.openxmlformats.org/officeDocument/2006/relationships/customXml" Target="../ink/ink172.xml"/><Relationship Id="rId46" Type="http://schemas.openxmlformats.org/officeDocument/2006/relationships/customXml" Target="../ink/ink176.xml"/><Relationship Id="rId59" Type="http://schemas.openxmlformats.org/officeDocument/2006/relationships/image" Target="../media/image209.png"/><Relationship Id="rId67" Type="http://schemas.openxmlformats.org/officeDocument/2006/relationships/image" Target="../media/image213.png"/><Relationship Id="rId20" Type="http://schemas.openxmlformats.org/officeDocument/2006/relationships/customXml" Target="../ink/ink163.xml"/><Relationship Id="rId41" Type="http://schemas.openxmlformats.org/officeDocument/2006/relationships/image" Target="../media/image200.png"/><Relationship Id="rId54" Type="http://schemas.openxmlformats.org/officeDocument/2006/relationships/customXml" Target="../ink/ink180.xml"/><Relationship Id="rId62" Type="http://schemas.openxmlformats.org/officeDocument/2006/relationships/customXml" Target="../ink/ink184.xml"/><Relationship Id="rId70" Type="http://schemas.openxmlformats.org/officeDocument/2006/relationships/customXml" Target="../ink/ink188.xml"/><Relationship Id="rId75" Type="http://schemas.openxmlformats.org/officeDocument/2006/relationships/image" Target="../media/image217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56.xml"/><Relationship Id="rId15" Type="http://schemas.openxmlformats.org/officeDocument/2006/relationships/image" Target="../media/image187.png"/><Relationship Id="rId23" Type="http://schemas.openxmlformats.org/officeDocument/2006/relationships/image" Target="../media/image191.png"/><Relationship Id="rId28" Type="http://schemas.openxmlformats.org/officeDocument/2006/relationships/customXml" Target="../ink/ink167.xml"/><Relationship Id="rId36" Type="http://schemas.openxmlformats.org/officeDocument/2006/relationships/customXml" Target="../ink/ink171.xml"/><Relationship Id="rId49" Type="http://schemas.openxmlformats.org/officeDocument/2006/relationships/image" Target="../media/image204.png"/><Relationship Id="rId57" Type="http://schemas.openxmlformats.org/officeDocument/2006/relationships/image" Target="../media/image208.png"/><Relationship Id="rId10" Type="http://schemas.openxmlformats.org/officeDocument/2006/relationships/customXml" Target="../ink/ink158.xml"/><Relationship Id="rId31" Type="http://schemas.openxmlformats.org/officeDocument/2006/relationships/image" Target="../media/image195.png"/><Relationship Id="rId44" Type="http://schemas.openxmlformats.org/officeDocument/2006/relationships/customXml" Target="../ink/ink175.xml"/><Relationship Id="rId52" Type="http://schemas.openxmlformats.org/officeDocument/2006/relationships/customXml" Target="../ink/ink179.xml"/><Relationship Id="rId60" Type="http://schemas.openxmlformats.org/officeDocument/2006/relationships/customXml" Target="../ink/ink183.xml"/><Relationship Id="rId65" Type="http://schemas.openxmlformats.org/officeDocument/2006/relationships/image" Target="../media/image212.png"/><Relationship Id="rId73" Type="http://schemas.openxmlformats.org/officeDocument/2006/relationships/image" Target="../media/image216.png"/><Relationship Id="rId78" Type="http://schemas.openxmlformats.org/officeDocument/2006/relationships/customXml" Target="../ink/ink192.xml"/><Relationship Id="rId81" Type="http://schemas.openxmlformats.org/officeDocument/2006/relationships/image" Target="../media/image220.png"/><Relationship Id="rId4" Type="http://schemas.openxmlformats.org/officeDocument/2006/relationships/customXml" Target="../ink/ink155.xml"/><Relationship Id="rId9" Type="http://schemas.openxmlformats.org/officeDocument/2006/relationships/image" Target="../media/image1.png"/><Relationship Id="rId13" Type="http://schemas.openxmlformats.org/officeDocument/2006/relationships/image" Target="../media/image186.png"/><Relationship Id="rId18" Type="http://schemas.openxmlformats.org/officeDocument/2006/relationships/customXml" Target="../ink/ink162.xml"/><Relationship Id="rId39" Type="http://schemas.openxmlformats.org/officeDocument/2006/relationships/image" Target="../media/image199.png"/><Relationship Id="rId34" Type="http://schemas.openxmlformats.org/officeDocument/2006/relationships/customXml" Target="../ink/ink170.xml"/><Relationship Id="rId50" Type="http://schemas.openxmlformats.org/officeDocument/2006/relationships/customXml" Target="../ink/ink178.xml"/><Relationship Id="rId55" Type="http://schemas.openxmlformats.org/officeDocument/2006/relationships/image" Target="../media/image207.png"/><Relationship Id="rId76" Type="http://schemas.openxmlformats.org/officeDocument/2006/relationships/customXml" Target="../ink/ink191.xml"/><Relationship Id="rId7" Type="http://schemas.openxmlformats.org/officeDocument/2006/relationships/image" Target="../media/image184.png"/><Relationship Id="rId71" Type="http://schemas.openxmlformats.org/officeDocument/2006/relationships/image" Target="../media/image215.png"/><Relationship Id="rId2" Type="http://schemas.openxmlformats.org/officeDocument/2006/relationships/image" Target="../media/image181.png"/><Relationship Id="rId29" Type="http://schemas.openxmlformats.org/officeDocument/2006/relationships/image" Target="../media/image194.png"/><Relationship Id="rId24" Type="http://schemas.openxmlformats.org/officeDocument/2006/relationships/customXml" Target="../ink/ink165.xml"/><Relationship Id="rId40" Type="http://schemas.openxmlformats.org/officeDocument/2006/relationships/customXml" Target="../ink/ink173.xml"/><Relationship Id="rId45" Type="http://schemas.openxmlformats.org/officeDocument/2006/relationships/image" Target="../media/image202.png"/><Relationship Id="rId66" Type="http://schemas.openxmlformats.org/officeDocument/2006/relationships/customXml" Target="../ink/ink186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9.png"/><Relationship Id="rId21" Type="http://schemas.openxmlformats.org/officeDocument/2006/relationships/image" Target="../media/image231.png"/><Relationship Id="rId42" Type="http://schemas.openxmlformats.org/officeDocument/2006/relationships/customXml" Target="../ink/ink213.xml"/><Relationship Id="rId63" Type="http://schemas.openxmlformats.org/officeDocument/2006/relationships/image" Target="../media/image252.png"/><Relationship Id="rId84" Type="http://schemas.openxmlformats.org/officeDocument/2006/relationships/customXml" Target="../ink/ink234.xml"/><Relationship Id="rId16" Type="http://schemas.openxmlformats.org/officeDocument/2006/relationships/customXml" Target="../ink/ink200.xml"/><Relationship Id="rId107" Type="http://schemas.openxmlformats.org/officeDocument/2006/relationships/image" Target="../media/image274.png"/><Relationship Id="rId11" Type="http://schemas.openxmlformats.org/officeDocument/2006/relationships/image" Target="../media/image226.png"/><Relationship Id="rId32" Type="http://schemas.openxmlformats.org/officeDocument/2006/relationships/customXml" Target="../ink/ink208.xml"/><Relationship Id="rId37" Type="http://schemas.openxmlformats.org/officeDocument/2006/relationships/image" Target="../media/image239.png"/><Relationship Id="rId53" Type="http://schemas.openxmlformats.org/officeDocument/2006/relationships/image" Target="../media/image247.png"/><Relationship Id="rId58" Type="http://schemas.openxmlformats.org/officeDocument/2006/relationships/customXml" Target="../ink/ink221.xml"/><Relationship Id="rId74" Type="http://schemas.openxmlformats.org/officeDocument/2006/relationships/customXml" Target="../ink/ink229.xml"/><Relationship Id="rId79" Type="http://schemas.openxmlformats.org/officeDocument/2006/relationships/image" Target="../media/image260.png"/><Relationship Id="rId102" Type="http://schemas.openxmlformats.org/officeDocument/2006/relationships/customXml" Target="../ink/ink243.xml"/><Relationship Id="rId123" Type="http://schemas.openxmlformats.org/officeDocument/2006/relationships/image" Target="../media/image282.png"/><Relationship Id="rId128" Type="http://schemas.openxmlformats.org/officeDocument/2006/relationships/customXml" Target="../ink/ink256.xml"/><Relationship Id="rId5" Type="http://schemas.openxmlformats.org/officeDocument/2006/relationships/image" Target="../media/image223.png"/><Relationship Id="rId90" Type="http://schemas.openxmlformats.org/officeDocument/2006/relationships/customXml" Target="../ink/ink237.xml"/><Relationship Id="rId95" Type="http://schemas.openxmlformats.org/officeDocument/2006/relationships/image" Target="../media/image268.png"/><Relationship Id="rId22" Type="http://schemas.openxmlformats.org/officeDocument/2006/relationships/customXml" Target="../ink/ink203.xml"/><Relationship Id="rId27" Type="http://schemas.openxmlformats.org/officeDocument/2006/relationships/image" Target="../media/image234.png"/><Relationship Id="rId43" Type="http://schemas.openxmlformats.org/officeDocument/2006/relationships/image" Target="../media/image242.png"/><Relationship Id="rId48" Type="http://schemas.openxmlformats.org/officeDocument/2006/relationships/customXml" Target="../ink/ink216.xml"/><Relationship Id="rId64" Type="http://schemas.openxmlformats.org/officeDocument/2006/relationships/customXml" Target="../ink/ink224.xml"/><Relationship Id="rId69" Type="http://schemas.openxmlformats.org/officeDocument/2006/relationships/image" Target="../media/image255.png"/><Relationship Id="rId113" Type="http://schemas.openxmlformats.org/officeDocument/2006/relationships/image" Target="../media/image277.png"/><Relationship Id="rId118" Type="http://schemas.openxmlformats.org/officeDocument/2006/relationships/customXml" Target="../ink/ink251.xml"/><Relationship Id="rId134" Type="http://schemas.openxmlformats.org/officeDocument/2006/relationships/customXml" Target="../ink/ink259.xml"/><Relationship Id="rId80" Type="http://schemas.openxmlformats.org/officeDocument/2006/relationships/customXml" Target="../ink/ink232.xml"/><Relationship Id="rId85" Type="http://schemas.openxmlformats.org/officeDocument/2006/relationships/image" Target="../media/image263.png"/><Relationship Id="rId12" Type="http://schemas.openxmlformats.org/officeDocument/2006/relationships/customXml" Target="../ink/ink198.xml"/><Relationship Id="rId17" Type="http://schemas.openxmlformats.org/officeDocument/2006/relationships/image" Target="../media/image229.png"/><Relationship Id="rId33" Type="http://schemas.openxmlformats.org/officeDocument/2006/relationships/image" Target="../media/image237.png"/><Relationship Id="rId38" Type="http://schemas.openxmlformats.org/officeDocument/2006/relationships/customXml" Target="../ink/ink211.xml"/><Relationship Id="rId59" Type="http://schemas.openxmlformats.org/officeDocument/2006/relationships/image" Target="../media/image250.png"/><Relationship Id="rId103" Type="http://schemas.openxmlformats.org/officeDocument/2006/relationships/image" Target="../media/image272.png"/><Relationship Id="rId108" Type="http://schemas.openxmlformats.org/officeDocument/2006/relationships/customXml" Target="../ink/ink246.xml"/><Relationship Id="rId124" Type="http://schemas.openxmlformats.org/officeDocument/2006/relationships/customXml" Target="../ink/ink254.xml"/><Relationship Id="rId129" Type="http://schemas.openxmlformats.org/officeDocument/2006/relationships/image" Target="../media/image285.png"/><Relationship Id="rId54" Type="http://schemas.openxmlformats.org/officeDocument/2006/relationships/customXml" Target="../ink/ink219.xml"/><Relationship Id="rId70" Type="http://schemas.openxmlformats.org/officeDocument/2006/relationships/customXml" Target="../ink/ink227.xml"/><Relationship Id="rId75" Type="http://schemas.openxmlformats.org/officeDocument/2006/relationships/image" Target="../media/image258.png"/><Relationship Id="rId91" Type="http://schemas.openxmlformats.org/officeDocument/2006/relationships/image" Target="../media/image266.png"/><Relationship Id="rId96" Type="http://schemas.openxmlformats.org/officeDocument/2006/relationships/customXml" Target="../ink/ink24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5.xml"/><Relationship Id="rId23" Type="http://schemas.openxmlformats.org/officeDocument/2006/relationships/image" Target="../media/image232.png"/><Relationship Id="rId28" Type="http://schemas.openxmlformats.org/officeDocument/2006/relationships/customXml" Target="../ink/ink206.xml"/><Relationship Id="rId49" Type="http://schemas.openxmlformats.org/officeDocument/2006/relationships/image" Target="../media/image245.png"/><Relationship Id="rId114" Type="http://schemas.openxmlformats.org/officeDocument/2006/relationships/customXml" Target="../ink/ink249.xml"/><Relationship Id="rId119" Type="http://schemas.openxmlformats.org/officeDocument/2006/relationships/image" Target="../media/image280.png"/><Relationship Id="rId44" Type="http://schemas.openxmlformats.org/officeDocument/2006/relationships/customXml" Target="../ink/ink214.xml"/><Relationship Id="rId60" Type="http://schemas.openxmlformats.org/officeDocument/2006/relationships/customXml" Target="../ink/ink222.xml"/><Relationship Id="rId65" Type="http://schemas.openxmlformats.org/officeDocument/2006/relationships/image" Target="../media/image253.png"/><Relationship Id="rId81" Type="http://schemas.openxmlformats.org/officeDocument/2006/relationships/image" Target="../media/image261.png"/><Relationship Id="rId86" Type="http://schemas.openxmlformats.org/officeDocument/2006/relationships/customXml" Target="../ink/ink235.xml"/><Relationship Id="rId130" Type="http://schemas.openxmlformats.org/officeDocument/2006/relationships/customXml" Target="../ink/ink257.xml"/><Relationship Id="rId135" Type="http://schemas.openxmlformats.org/officeDocument/2006/relationships/image" Target="../media/image288.png"/><Relationship Id="rId13" Type="http://schemas.openxmlformats.org/officeDocument/2006/relationships/image" Target="../media/image227.png"/><Relationship Id="rId18" Type="http://schemas.openxmlformats.org/officeDocument/2006/relationships/customXml" Target="../ink/ink201.xml"/><Relationship Id="rId39" Type="http://schemas.openxmlformats.org/officeDocument/2006/relationships/image" Target="../media/image240.png"/><Relationship Id="rId109" Type="http://schemas.openxmlformats.org/officeDocument/2006/relationships/image" Target="../media/image275.png"/><Relationship Id="rId34" Type="http://schemas.openxmlformats.org/officeDocument/2006/relationships/customXml" Target="../ink/ink209.xml"/><Relationship Id="rId50" Type="http://schemas.openxmlformats.org/officeDocument/2006/relationships/customXml" Target="../ink/ink217.xml"/><Relationship Id="rId55" Type="http://schemas.openxmlformats.org/officeDocument/2006/relationships/image" Target="../media/image248.png"/><Relationship Id="rId76" Type="http://schemas.openxmlformats.org/officeDocument/2006/relationships/customXml" Target="../ink/ink230.xml"/><Relationship Id="rId97" Type="http://schemas.openxmlformats.org/officeDocument/2006/relationships/image" Target="../media/image269.png"/><Relationship Id="rId104" Type="http://schemas.openxmlformats.org/officeDocument/2006/relationships/customXml" Target="../ink/ink244.xml"/><Relationship Id="rId120" Type="http://schemas.openxmlformats.org/officeDocument/2006/relationships/customXml" Target="../ink/ink252.xml"/><Relationship Id="rId125" Type="http://schemas.openxmlformats.org/officeDocument/2006/relationships/image" Target="../media/image283.png"/><Relationship Id="rId7" Type="http://schemas.openxmlformats.org/officeDocument/2006/relationships/image" Target="../media/image224.png"/><Relationship Id="rId71" Type="http://schemas.openxmlformats.org/officeDocument/2006/relationships/image" Target="../media/image256.png"/><Relationship Id="rId92" Type="http://schemas.openxmlformats.org/officeDocument/2006/relationships/customXml" Target="../ink/ink238.xml"/><Relationship Id="rId2" Type="http://schemas.openxmlformats.org/officeDocument/2006/relationships/image" Target="../media/image221.png"/><Relationship Id="rId29" Type="http://schemas.openxmlformats.org/officeDocument/2006/relationships/image" Target="../media/image235.png"/><Relationship Id="rId24" Type="http://schemas.openxmlformats.org/officeDocument/2006/relationships/customXml" Target="../ink/ink204.xml"/><Relationship Id="rId40" Type="http://schemas.openxmlformats.org/officeDocument/2006/relationships/customXml" Target="../ink/ink212.xml"/><Relationship Id="rId45" Type="http://schemas.openxmlformats.org/officeDocument/2006/relationships/image" Target="../media/image243.png"/><Relationship Id="rId66" Type="http://schemas.openxmlformats.org/officeDocument/2006/relationships/customXml" Target="../ink/ink225.xml"/><Relationship Id="rId87" Type="http://schemas.openxmlformats.org/officeDocument/2006/relationships/image" Target="../media/image264.png"/><Relationship Id="rId110" Type="http://schemas.openxmlformats.org/officeDocument/2006/relationships/customXml" Target="../ink/ink247.xml"/><Relationship Id="rId115" Type="http://schemas.openxmlformats.org/officeDocument/2006/relationships/image" Target="../media/image278.png"/><Relationship Id="rId131" Type="http://schemas.openxmlformats.org/officeDocument/2006/relationships/image" Target="../media/image286.png"/><Relationship Id="rId136" Type="http://schemas.openxmlformats.org/officeDocument/2006/relationships/customXml" Target="../ink/ink260.xml"/><Relationship Id="rId61" Type="http://schemas.openxmlformats.org/officeDocument/2006/relationships/image" Target="../media/image251.png"/><Relationship Id="rId82" Type="http://schemas.openxmlformats.org/officeDocument/2006/relationships/customXml" Target="../ink/ink233.xml"/><Relationship Id="rId19" Type="http://schemas.openxmlformats.org/officeDocument/2006/relationships/image" Target="../media/image230.png"/><Relationship Id="rId14" Type="http://schemas.openxmlformats.org/officeDocument/2006/relationships/customXml" Target="../ink/ink199.xml"/><Relationship Id="rId30" Type="http://schemas.openxmlformats.org/officeDocument/2006/relationships/customXml" Target="../ink/ink207.xml"/><Relationship Id="rId35" Type="http://schemas.openxmlformats.org/officeDocument/2006/relationships/image" Target="../media/image238.png"/><Relationship Id="rId56" Type="http://schemas.openxmlformats.org/officeDocument/2006/relationships/customXml" Target="../ink/ink220.xml"/><Relationship Id="rId77" Type="http://schemas.openxmlformats.org/officeDocument/2006/relationships/image" Target="../media/image259.png"/><Relationship Id="rId100" Type="http://schemas.openxmlformats.org/officeDocument/2006/relationships/customXml" Target="../ink/ink242.xml"/><Relationship Id="rId105" Type="http://schemas.openxmlformats.org/officeDocument/2006/relationships/image" Target="../media/image273.png"/><Relationship Id="rId126" Type="http://schemas.openxmlformats.org/officeDocument/2006/relationships/customXml" Target="../ink/ink255.xml"/><Relationship Id="rId8" Type="http://schemas.openxmlformats.org/officeDocument/2006/relationships/customXml" Target="../ink/ink196.xml"/><Relationship Id="rId51" Type="http://schemas.openxmlformats.org/officeDocument/2006/relationships/image" Target="../media/image246.png"/><Relationship Id="rId72" Type="http://schemas.openxmlformats.org/officeDocument/2006/relationships/customXml" Target="../ink/ink228.xml"/><Relationship Id="rId93" Type="http://schemas.openxmlformats.org/officeDocument/2006/relationships/image" Target="../media/image267.png"/><Relationship Id="rId98" Type="http://schemas.openxmlformats.org/officeDocument/2006/relationships/customXml" Target="../ink/ink241.xml"/><Relationship Id="rId121" Type="http://schemas.openxmlformats.org/officeDocument/2006/relationships/image" Target="../media/image281.png"/><Relationship Id="rId3" Type="http://schemas.openxmlformats.org/officeDocument/2006/relationships/image" Target="../media/image222.png"/><Relationship Id="rId25" Type="http://schemas.openxmlformats.org/officeDocument/2006/relationships/image" Target="../media/image233.png"/><Relationship Id="rId46" Type="http://schemas.openxmlformats.org/officeDocument/2006/relationships/customXml" Target="../ink/ink215.xml"/><Relationship Id="rId67" Type="http://schemas.openxmlformats.org/officeDocument/2006/relationships/image" Target="../media/image254.png"/><Relationship Id="rId116" Type="http://schemas.openxmlformats.org/officeDocument/2006/relationships/customXml" Target="../ink/ink250.xml"/><Relationship Id="rId137" Type="http://schemas.openxmlformats.org/officeDocument/2006/relationships/image" Target="../media/image289.png"/><Relationship Id="rId20" Type="http://schemas.openxmlformats.org/officeDocument/2006/relationships/customXml" Target="../ink/ink202.xml"/><Relationship Id="rId41" Type="http://schemas.openxmlformats.org/officeDocument/2006/relationships/image" Target="../media/image241.png"/><Relationship Id="rId62" Type="http://schemas.openxmlformats.org/officeDocument/2006/relationships/customXml" Target="../ink/ink223.xml"/><Relationship Id="rId83" Type="http://schemas.openxmlformats.org/officeDocument/2006/relationships/image" Target="../media/image262.png"/><Relationship Id="rId88" Type="http://schemas.openxmlformats.org/officeDocument/2006/relationships/customXml" Target="../ink/ink236.xml"/><Relationship Id="rId111" Type="http://schemas.openxmlformats.org/officeDocument/2006/relationships/image" Target="../media/image276.png"/><Relationship Id="rId132" Type="http://schemas.openxmlformats.org/officeDocument/2006/relationships/customXml" Target="../ink/ink258.xml"/><Relationship Id="rId15" Type="http://schemas.openxmlformats.org/officeDocument/2006/relationships/image" Target="../media/image228.png"/><Relationship Id="rId36" Type="http://schemas.openxmlformats.org/officeDocument/2006/relationships/customXml" Target="../ink/ink210.xml"/><Relationship Id="rId57" Type="http://schemas.openxmlformats.org/officeDocument/2006/relationships/image" Target="../media/image249.png"/><Relationship Id="rId106" Type="http://schemas.openxmlformats.org/officeDocument/2006/relationships/customXml" Target="../ink/ink245.xml"/><Relationship Id="rId127" Type="http://schemas.openxmlformats.org/officeDocument/2006/relationships/image" Target="../media/image284.png"/><Relationship Id="rId10" Type="http://schemas.openxmlformats.org/officeDocument/2006/relationships/customXml" Target="../ink/ink197.xml"/><Relationship Id="rId31" Type="http://schemas.openxmlformats.org/officeDocument/2006/relationships/image" Target="../media/image236.png"/><Relationship Id="rId52" Type="http://schemas.openxmlformats.org/officeDocument/2006/relationships/customXml" Target="../ink/ink218.xml"/><Relationship Id="rId73" Type="http://schemas.openxmlformats.org/officeDocument/2006/relationships/image" Target="../media/image257.png"/><Relationship Id="rId78" Type="http://schemas.openxmlformats.org/officeDocument/2006/relationships/customXml" Target="../ink/ink231.xml"/><Relationship Id="rId94" Type="http://schemas.openxmlformats.org/officeDocument/2006/relationships/customXml" Target="../ink/ink239.xml"/><Relationship Id="rId99" Type="http://schemas.openxmlformats.org/officeDocument/2006/relationships/image" Target="../media/image270.png"/><Relationship Id="rId101" Type="http://schemas.openxmlformats.org/officeDocument/2006/relationships/image" Target="../media/image271.png"/><Relationship Id="rId122" Type="http://schemas.openxmlformats.org/officeDocument/2006/relationships/customXml" Target="../ink/ink253.xml"/><Relationship Id="rId4" Type="http://schemas.openxmlformats.org/officeDocument/2006/relationships/customXml" Target="../ink/ink194.xml"/><Relationship Id="rId9" Type="http://schemas.openxmlformats.org/officeDocument/2006/relationships/image" Target="../media/image225.png"/><Relationship Id="rId26" Type="http://schemas.openxmlformats.org/officeDocument/2006/relationships/customXml" Target="../ink/ink205.xml"/><Relationship Id="rId47" Type="http://schemas.openxmlformats.org/officeDocument/2006/relationships/image" Target="../media/image244.png"/><Relationship Id="rId68" Type="http://schemas.openxmlformats.org/officeDocument/2006/relationships/customXml" Target="../ink/ink226.xml"/><Relationship Id="rId89" Type="http://schemas.openxmlformats.org/officeDocument/2006/relationships/image" Target="../media/image265.png"/><Relationship Id="rId112" Type="http://schemas.openxmlformats.org/officeDocument/2006/relationships/customXml" Target="../ink/ink248.xml"/><Relationship Id="rId133" Type="http://schemas.openxmlformats.org/officeDocument/2006/relationships/image" Target="../media/image287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18.xml"/><Relationship Id="rId21" Type="http://schemas.openxmlformats.org/officeDocument/2006/relationships/image" Target="../media/image300.png"/><Relationship Id="rId42" Type="http://schemas.openxmlformats.org/officeDocument/2006/relationships/image" Target="../media/image310.png"/><Relationship Id="rId63" Type="http://schemas.openxmlformats.org/officeDocument/2006/relationships/customXml" Target="../ink/ink291.xml"/><Relationship Id="rId84" Type="http://schemas.openxmlformats.org/officeDocument/2006/relationships/image" Target="../media/image331.png"/><Relationship Id="rId138" Type="http://schemas.openxmlformats.org/officeDocument/2006/relationships/image" Target="../media/image358.png"/><Relationship Id="rId159" Type="http://schemas.openxmlformats.org/officeDocument/2006/relationships/customXml" Target="../ink/ink339.xml"/><Relationship Id="rId170" Type="http://schemas.openxmlformats.org/officeDocument/2006/relationships/image" Target="../media/image374.png"/><Relationship Id="rId191" Type="http://schemas.openxmlformats.org/officeDocument/2006/relationships/customXml" Target="../ink/ink355.xml"/><Relationship Id="rId107" Type="http://schemas.openxmlformats.org/officeDocument/2006/relationships/customXml" Target="../ink/ink313.xml"/><Relationship Id="rId11" Type="http://schemas.openxmlformats.org/officeDocument/2006/relationships/image" Target="../media/image295.png"/><Relationship Id="rId32" Type="http://schemas.openxmlformats.org/officeDocument/2006/relationships/image" Target="../media/image305.png"/><Relationship Id="rId53" Type="http://schemas.openxmlformats.org/officeDocument/2006/relationships/customXml" Target="../ink/ink286.xml"/><Relationship Id="rId74" Type="http://schemas.openxmlformats.org/officeDocument/2006/relationships/image" Target="../media/image326.png"/><Relationship Id="rId128" Type="http://schemas.openxmlformats.org/officeDocument/2006/relationships/image" Target="../media/image353.png"/><Relationship Id="rId149" Type="http://schemas.openxmlformats.org/officeDocument/2006/relationships/customXml" Target="../ink/ink334.xml"/><Relationship Id="rId5" Type="http://schemas.openxmlformats.org/officeDocument/2006/relationships/image" Target="../media/image292.png"/><Relationship Id="rId95" Type="http://schemas.openxmlformats.org/officeDocument/2006/relationships/customXml" Target="../ink/ink307.xml"/><Relationship Id="rId160" Type="http://schemas.openxmlformats.org/officeDocument/2006/relationships/image" Target="../media/image369.png"/><Relationship Id="rId181" Type="http://schemas.openxmlformats.org/officeDocument/2006/relationships/customXml" Target="../ink/ink350.xml"/><Relationship Id="rId22" Type="http://schemas.openxmlformats.org/officeDocument/2006/relationships/customXml" Target="../ink/ink270.xml"/><Relationship Id="rId43" Type="http://schemas.openxmlformats.org/officeDocument/2006/relationships/customXml" Target="../ink/ink281.xml"/><Relationship Id="rId64" Type="http://schemas.openxmlformats.org/officeDocument/2006/relationships/image" Target="../media/image321.png"/><Relationship Id="rId118" Type="http://schemas.openxmlformats.org/officeDocument/2006/relationships/image" Target="../media/image348.png"/><Relationship Id="rId139" Type="http://schemas.openxmlformats.org/officeDocument/2006/relationships/customXml" Target="../ink/ink329.xml"/><Relationship Id="rId85" Type="http://schemas.openxmlformats.org/officeDocument/2006/relationships/customXml" Target="../ink/ink302.xml"/><Relationship Id="rId150" Type="http://schemas.openxmlformats.org/officeDocument/2006/relationships/image" Target="../media/image364.png"/><Relationship Id="rId171" Type="http://schemas.openxmlformats.org/officeDocument/2006/relationships/customXml" Target="../ink/ink345.xml"/><Relationship Id="rId192" Type="http://schemas.openxmlformats.org/officeDocument/2006/relationships/image" Target="../media/image385.png"/><Relationship Id="rId12" Type="http://schemas.openxmlformats.org/officeDocument/2006/relationships/customXml" Target="../ink/ink265.xml"/><Relationship Id="rId33" Type="http://schemas.openxmlformats.org/officeDocument/2006/relationships/customXml" Target="../ink/ink276.xml"/><Relationship Id="rId108" Type="http://schemas.openxmlformats.org/officeDocument/2006/relationships/image" Target="../media/image343.png"/><Relationship Id="rId129" Type="http://schemas.openxmlformats.org/officeDocument/2006/relationships/customXml" Target="../ink/ink324.xml"/><Relationship Id="rId54" Type="http://schemas.openxmlformats.org/officeDocument/2006/relationships/image" Target="../media/image316.png"/><Relationship Id="rId75" Type="http://schemas.openxmlformats.org/officeDocument/2006/relationships/customXml" Target="../ink/ink297.xml"/><Relationship Id="rId96" Type="http://schemas.openxmlformats.org/officeDocument/2006/relationships/image" Target="../media/image337.png"/><Relationship Id="rId140" Type="http://schemas.openxmlformats.org/officeDocument/2006/relationships/image" Target="../media/image359.png"/><Relationship Id="rId161" Type="http://schemas.openxmlformats.org/officeDocument/2006/relationships/customXml" Target="../ink/ink340.xml"/><Relationship Id="rId182" Type="http://schemas.openxmlformats.org/officeDocument/2006/relationships/image" Target="../media/image380.png"/><Relationship Id="rId6" Type="http://schemas.openxmlformats.org/officeDocument/2006/relationships/customXml" Target="../ink/ink262.xml"/><Relationship Id="rId23" Type="http://schemas.openxmlformats.org/officeDocument/2006/relationships/image" Target="../media/image301.png"/><Relationship Id="rId119" Type="http://schemas.openxmlformats.org/officeDocument/2006/relationships/customXml" Target="../ink/ink319.xml"/><Relationship Id="rId44" Type="http://schemas.openxmlformats.org/officeDocument/2006/relationships/image" Target="../media/image311.png"/><Relationship Id="rId65" Type="http://schemas.openxmlformats.org/officeDocument/2006/relationships/customXml" Target="../ink/ink292.xml"/><Relationship Id="rId86" Type="http://schemas.openxmlformats.org/officeDocument/2006/relationships/image" Target="../media/image332.png"/><Relationship Id="rId130" Type="http://schemas.openxmlformats.org/officeDocument/2006/relationships/image" Target="../media/image354.png"/><Relationship Id="rId151" Type="http://schemas.openxmlformats.org/officeDocument/2006/relationships/customXml" Target="../ink/ink335.xml"/><Relationship Id="rId172" Type="http://schemas.openxmlformats.org/officeDocument/2006/relationships/image" Target="../media/image375.png"/><Relationship Id="rId193" Type="http://schemas.openxmlformats.org/officeDocument/2006/relationships/customXml" Target="../ink/ink356.xml"/><Relationship Id="rId13" Type="http://schemas.openxmlformats.org/officeDocument/2006/relationships/image" Target="../media/image296.png"/><Relationship Id="rId109" Type="http://schemas.openxmlformats.org/officeDocument/2006/relationships/customXml" Target="../ink/ink314.xml"/><Relationship Id="rId34" Type="http://schemas.openxmlformats.org/officeDocument/2006/relationships/image" Target="../media/image306.png"/><Relationship Id="rId55" Type="http://schemas.openxmlformats.org/officeDocument/2006/relationships/customXml" Target="../ink/ink287.xml"/><Relationship Id="rId76" Type="http://schemas.openxmlformats.org/officeDocument/2006/relationships/image" Target="../media/image327.png"/><Relationship Id="rId97" Type="http://schemas.openxmlformats.org/officeDocument/2006/relationships/customXml" Target="../ink/ink308.xml"/><Relationship Id="rId120" Type="http://schemas.openxmlformats.org/officeDocument/2006/relationships/image" Target="../media/image349.png"/><Relationship Id="rId141" Type="http://schemas.openxmlformats.org/officeDocument/2006/relationships/customXml" Target="../ink/ink330.xml"/><Relationship Id="rId7" Type="http://schemas.openxmlformats.org/officeDocument/2006/relationships/image" Target="../media/image293.png"/><Relationship Id="rId162" Type="http://schemas.openxmlformats.org/officeDocument/2006/relationships/image" Target="../media/image370.png"/><Relationship Id="rId183" Type="http://schemas.openxmlformats.org/officeDocument/2006/relationships/customXml" Target="../ink/ink351.xml"/><Relationship Id="rId2" Type="http://schemas.openxmlformats.org/officeDocument/2006/relationships/image" Target="../media/image290.png"/><Relationship Id="rId29" Type="http://schemas.openxmlformats.org/officeDocument/2006/relationships/image" Target="../media/image304.png"/><Relationship Id="rId24" Type="http://schemas.openxmlformats.org/officeDocument/2006/relationships/customXml" Target="../ink/ink271.xml"/><Relationship Id="rId40" Type="http://schemas.openxmlformats.org/officeDocument/2006/relationships/image" Target="../media/image309.png"/><Relationship Id="rId45" Type="http://schemas.openxmlformats.org/officeDocument/2006/relationships/customXml" Target="../ink/ink282.xml"/><Relationship Id="rId66" Type="http://schemas.openxmlformats.org/officeDocument/2006/relationships/image" Target="../media/image322.png"/><Relationship Id="rId87" Type="http://schemas.openxmlformats.org/officeDocument/2006/relationships/customXml" Target="../ink/ink303.xml"/><Relationship Id="rId110" Type="http://schemas.openxmlformats.org/officeDocument/2006/relationships/image" Target="../media/image344.png"/><Relationship Id="rId115" Type="http://schemas.openxmlformats.org/officeDocument/2006/relationships/customXml" Target="../ink/ink317.xml"/><Relationship Id="rId131" Type="http://schemas.openxmlformats.org/officeDocument/2006/relationships/customXml" Target="../ink/ink325.xml"/><Relationship Id="rId136" Type="http://schemas.openxmlformats.org/officeDocument/2006/relationships/image" Target="../media/image357.png"/><Relationship Id="rId157" Type="http://schemas.openxmlformats.org/officeDocument/2006/relationships/customXml" Target="../ink/ink338.xml"/><Relationship Id="rId178" Type="http://schemas.openxmlformats.org/officeDocument/2006/relationships/image" Target="../media/image378.png"/><Relationship Id="rId61" Type="http://schemas.openxmlformats.org/officeDocument/2006/relationships/customXml" Target="../ink/ink290.xml"/><Relationship Id="rId82" Type="http://schemas.openxmlformats.org/officeDocument/2006/relationships/image" Target="../media/image330.png"/><Relationship Id="rId152" Type="http://schemas.openxmlformats.org/officeDocument/2006/relationships/image" Target="../media/image365.png"/><Relationship Id="rId173" Type="http://schemas.openxmlformats.org/officeDocument/2006/relationships/customXml" Target="../ink/ink346.xml"/><Relationship Id="rId194" Type="http://schemas.openxmlformats.org/officeDocument/2006/relationships/image" Target="../media/image386.png"/><Relationship Id="rId199" Type="http://schemas.openxmlformats.org/officeDocument/2006/relationships/customXml" Target="../ink/ink359.xml"/><Relationship Id="rId203" Type="http://schemas.openxmlformats.org/officeDocument/2006/relationships/customXml" Target="../ink/ink361.xml"/><Relationship Id="rId19" Type="http://schemas.openxmlformats.org/officeDocument/2006/relationships/image" Target="../media/image299.png"/><Relationship Id="rId14" Type="http://schemas.openxmlformats.org/officeDocument/2006/relationships/customXml" Target="../ink/ink266.xml"/><Relationship Id="rId30" Type="http://schemas.openxmlformats.org/officeDocument/2006/relationships/customXml" Target="../ink/ink274.xml"/><Relationship Id="rId35" Type="http://schemas.openxmlformats.org/officeDocument/2006/relationships/customXml" Target="../ink/ink277.xml"/><Relationship Id="rId56" Type="http://schemas.openxmlformats.org/officeDocument/2006/relationships/image" Target="../media/image317.png"/><Relationship Id="rId77" Type="http://schemas.openxmlformats.org/officeDocument/2006/relationships/customXml" Target="../ink/ink298.xml"/><Relationship Id="rId100" Type="http://schemas.openxmlformats.org/officeDocument/2006/relationships/image" Target="../media/image339.png"/><Relationship Id="rId105" Type="http://schemas.openxmlformats.org/officeDocument/2006/relationships/customXml" Target="../ink/ink312.xml"/><Relationship Id="rId126" Type="http://schemas.openxmlformats.org/officeDocument/2006/relationships/image" Target="../media/image352.png"/><Relationship Id="rId147" Type="http://schemas.openxmlformats.org/officeDocument/2006/relationships/customXml" Target="../ink/ink333.xml"/><Relationship Id="rId168" Type="http://schemas.openxmlformats.org/officeDocument/2006/relationships/image" Target="../media/image373.png"/><Relationship Id="rId8" Type="http://schemas.openxmlformats.org/officeDocument/2006/relationships/customXml" Target="../ink/ink263.xml"/><Relationship Id="rId51" Type="http://schemas.openxmlformats.org/officeDocument/2006/relationships/customXml" Target="../ink/ink285.xml"/><Relationship Id="rId72" Type="http://schemas.openxmlformats.org/officeDocument/2006/relationships/image" Target="../media/image325.png"/><Relationship Id="rId93" Type="http://schemas.openxmlformats.org/officeDocument/2006/relationships/customXml" Target="../ink/ink306.xml"/><Relationship Id="rId98" Type="http://schemas.openxmlformats.org/officeDocument/2006/relationships/image" Target="../media/image338.png"/><Relationship Id="rId121" Type="http://schemas.openxmlformats.org/officeDocument/2006/relationships/customXml" Target="../ink/ink320.xml"/><Relationship Id="rId142" Type="http://schemas.openxmlformats.org/officeDocument/2006/relationships/image" Target="../media/image360.png"/><Relationship Id="rId163" Type="http://schemas.openxmlformats.org/officeDocument/2006/relationships/customXml" Target="../ink/ink341.xml"/><Relationship Id="rId184" Type="http://schemas.openxmlformats.org/officeDocument/2006/relationships/image" Target="../media/image381.png"/><Relationship Id="rId189" Type="http://schemas.openxmlformats.org/officeDocument/2006/relationships/customXml" Target="../ink/ink354.xml"/><Relationship Id="rId3" Type="http://schemas.openxmlformats.org/officeDocument/2006/relationships/image" Target="../media/image291.png"/><Relationship Id="rId25" Type="http://schemas.openxmlformats.org/officeDocument/2006/relationships/image" Target="../media/image302.png"/><Relationship Id="rId46" Type="http://schemas.openxmlformats.org/officeDocument/2006/relationships/image" Target="../media/image312.png"/><Relationship Id="rId67" Type="http://schemas.openxmlformats.org/officeDocument/2006/relationships/customXml" Target="../ink/ink293.xml"/><Relationship Id="rId116" Type="http://schemas.openxmlformats.org/officeDocument/2006/relationships/image" Target="../media/image347.png"/><Relationship Id="rId137" Type="http://schemas.openxmlformats.org/officeDocument/2006/relationships/customXml" Target="../ink/ink328.xml"/><Relationship Id="rId158" Type="http://schemas.openxmlformats.org/officeDocument/2006/relationships/image" Target="../media/image368.png"/><Relationship Id="rId20" Type="http://schemas.openxmlformats.org/officeDocument/2006/relationships/customXml" Target="../ink/ink269.xml"/><Relationship Id="rId41" Type="http://schemas.openxmlformats.org/officeDocument/2006/relationships/customXml" Target="../ink/ink280.xml"/><Relationship Id="rId62" Type="http://schemas.openxmlformats.org/officeDocument/2006/relationships/image" Target="../media/image320.png"/><Relationship Id="rId83" Type="http://schemas.openxmlformats.org/officeDocument/2006/relationships/customXml" Target="../ink/ink301.xml"/><Relationship Id="rId88" Type="http://schemas.openxmlformats.org/officeDocument/2006/relationships/image" Target="../media/image333.png"/><Relationship Id="rId111" Type="http://schemas.openxmlformats.org/officeDocument/2006/relationships/customXml" Target="../ink/ink315.xml"/><Relationship Id="rId132" Type="http://schemas.openxmlformats.org/officeDocument/2006/relationships/image" Target="../media/image355.png"/><Relationship Id="rId153" Type="http://schemas.openxmlformats.org/officeDocument/2006/relationships/customXml" Target="../ink/ink336.xml"/><Relationship Id="rId174" Type="http://schemas.openxmlformats.org/officeDocument/2006/relationships/image" Target="../media/image376.png"/><Relationship Id="rId179" Type="http://schemas.openxmlformats.org/officeDocument/2006/relationships/customXml" Target="../ink/ink349.xml"/><Relationship Id="rId195" Type="http://schemas.openxmlformats.org/officeDocument/2006/relationships/customXml" Target="../ink/ink357.xml"/><Relationship Id="rId190" Type="http://schemas.openxmlformats.org/officeDocument/2006/relationships/image" Target="../media/image384.png"/><Relationship Id="rId204" Type="http://schemas.openxmlformats.org/officeDocument/2006/relationships/image" Target="../media/image391.png"/><Relationship Id="rId15" Type="http://schemas.openxmlformats.org/officeDocument/2006/relationships/image" Target="../media/image297.png"/><Relationship Id="rId36" Type="http://schemas.openxmlformats.org/officeDocument/2006/relationships/image" Target="../media/image307.png"/><Relationship Id="rId57" Type="http://schemas.openxmlformats.org/officeDocument/2006/relationships/customXml" Target="../ink/ink288.xml"/><Relationship Id="rId106" Type="http://schemas.openxmlformats.org/officeDocument/2006/relationships/image" Target="../media/image342.png"/><Relationship Id="rId127" Type="http://schemas.openxmlformats.org/officeDocument/2006/relationships/customXml" Target="../ink/ink323.xml"/><Relationship Id="rId10" Type="http://schemas.openxmlformats.org/officeDocument/2006/relationships/customXml" Target="../ink/ink264.xml"/><Relationship Id="rId31" Type="http://schemas.openxmlformats.org/officeDocument/2006/relationships/customXml" Target="../ink/ink275.xml"/><Relationship Id="rId52" Type="http://schemas.openxmlformats.org/officeDocument/2006/relationships/image" Target="../media/image315.png"/><Relationship Id="rId73" Type="http://schemas.openxmlformats.org/officeDocument/2006/relationships/customXml" Target="../ink/ink296.xml"/><Relationship Id="rId78" Type="http://schemas.openxmlformats.org/officeDocument/2006/relationships/image" Target="../media/image328.png"/><Relationship Id="rId94" Type="http://schemas.openxmlformats.org/officeDocument/2006/relationships/image" Target="../media/image336.png"/><Relationship Id="rId99" Type="http://schemas.openxmlformats.org/officeDocument/2006/relationships/customXml" Target="../ink/ink309.xml"/><Relationship Id="rId101" Type="http://schemas.openxmlformats.org/officeDocument/2006/relationships/customXml" Target="../ink/ink310.xml"/><Relationship Id="rId122" Type="http://schemas.openxmlformats.org/officeDocument/2006/relationships/image" Target="../media/image350.png"/><Relationship Id="rId143" Type="http://schemas.openxmlformats.org/officeDocument/2006/relationships/customXml" Target="../ink/ink331.xml"/><Relationship Id="rId148" Type="http://schemas.openxmlformats.org/officeDocument/2006/relationships/image" Target="../media/image363.png"/><Relationship Id="rId164" Type="http://schemas.openxmlformats.org/officeDocument/2006/relationships/image" Target="../media/image371.png"/><Relationship Id="rId169" Type="http://schemas.openxmlformats.org/officeDocument/2006/relationships/customXml" Target="../ink/ink344.xml"/><Relationship Id="rId185" Type="http://schemas.openxmlformats.org/officeDocument/2006/relationships/customXml" Target="../ink/ink352.xml"/><Relationship Id="rId4" Type="http://schemas.openxmlformats.org/officeDocument/2006/relationships/customXml" Target="../ink/ink261.xml"/><Relationship Id="rId9" Type="http://schemas.openxmlformats.org/officeDocument/2006/relationships/image" Target="../media/image294.png"/><Relationship Id="rId180" Type="http://schemas.openxmlformats.org/officeDocument/2006/relationships/image" Target="../media/image379.png"/><Relationship Id="rId26" Type="http://schemas.openxmlformats.org/officeDocument/2006/relationships/customXml" Target="../ink/ink272.xml"/><Relationship Id="rId47" Type="http://schemas.openxmlformats.org/officeDocument/2006/relationships/customXml" Target="../ink/ink283.xml"/><Relationship Id="rId68" Type="http://schemas.openxmlformats.org/officeDocument/2006/relationships/image" Target="../media/image323.png"/><Relationship Id="rId89" Type="http://schemas.openxmlformats.org/officeDocument/2006/relationships/customXml" Target="../ink/ink304.xml"/><Relationship Id="rId112" Type="http://schemas.openxmlformats.org/officeDocument/2006/relationships/image" Target="../media/image345.png"/><Relationship Id="rId133" Type="http://schemas.openxmlformats.org/officeDocument/2006/relationships/customXml" Target="../ink/ink326.xml"/><Relationship Id="rId154" Type="http://schemas.openxmlformats.org/officeDocument/2006/relationships/image" Target="../media/image366.png"/><Relationship Id="rId175" Type="http://schemas.openxmlformats.org/officeDocument/2006/relationships/customXml" Target="../ink/ink347.xml"/><Relationship Id="rId196" Type="http://schemas.openxmlformats.org/officeDocument/2006/relationships/image" Target="../media/image387.png"/><Relationship Id="rId200" Type="http://schemas.openxmlformats.org/officeDocument/2006/relationships/image" Target="../media/image389.png"/><Relationship Id="rId16" Type="http://schemas.openxmlformats.org/officeDocument/2006/relationships/customXml" Target="../ink/ink267.xml"/><Relationship Id="rId37" Type="http://schemas.openxmlformats.org/officeDocument/2006/relationships/customXml" Target="../ink/ink278.xml"/><Relationship Id="rId58" Type="http://schemas.openxmlformats.org/officeDocument/2006/relationships/image" Target="../media/image318.png"/><Relationship Id="rId79" Type="http://schemas.openxmlformats.org/officeDocument/2006/relationships/customXml" Target="../ink/ink299.xml"/><Relationship Id="rId102" Type="http://schemas.openxmlformats.org/officeDocument/2006/relationships/image" Target="../media/image340.png"/><Relationship Id="rId123" Type="http://schemas.openxmlformats.org/officeDocument/2006/relationships/customXml" Target="../ink/ink321.xml"/><Relationship Id="rId144" Type="http://schemas.openxmlformats.org/officeDocument/2006/relationships/image" Target="../media/image361.png"/><Relationship Id="rId90" Type="http://schemas.openxmlformats.org/officeDocument/2006/relationships/image" Target="../media/image334.png"/><Relationship Id="rId165" Type="http://schemas.openxmlformats.org/officeDocument/2006/relationships/customXml" Target="../ink/ink342.xml"/><Relationship Id="rId186" Type="http://schemas.openxmlformats.org/officeDocument/2006/relationships/image" Target="../media/image382.png"/><Relationship Id="rId27" Type="http://schemas.openxmlformats.org/officeDocument/2006/relationships/image" Target="../media/image303.png"/><Relationship Id="rId48" Type="http://schemas.openxmlformats.org/officeDocument/2006/relationships/image" Target="../media/image313.png"/><Relationship Id="rId69" Type="http://schemas.openxmlformats.org/officeDocument/2006/relationships/customXml" Target="../ink/ink294.xml"/><Relationship Id="rId113" Type="http://schemas.openxmlformats.org/officeDocument/2006/relationships/customXml" Target="../ink/ink316.xml"/><Relationship Id="rId134" Type="http://schemas.openxmlformats.org/officeDocument/2006/relationships/image" Target="../media/image356.png"/><Relationship Id="rId80" Type="http://schemas.openxmlformats.org/officeDocument/2006/relationships/image" Target="../media/image329.png"/><Relationship Id="rId155" Type="http://schemas.openxmlformats.org/officeDocument/2006/relationships/customXml" Target="../ink/ink337.xml"/><Relationship Id="rId176" Type="http://schemas.openxmlformats.org/officeDocument/2006/relationships/image" Target="../media/image377.png"/><Relationship Id="rId197" Type="http://schemas.openxmlformats.org/officeDocument/2006/relationships/customXml" Target="../ink/ink358.xml"/><Relationship Id="rId201" Type="http://schemas.openxmlformats.org/officeDocument/2006/relationships/customXml" Target="../ink/ink360.xml"/><Relationship Id="rId17" Type="http://schemas.openxmlformats.org/officeDocument/2006/relationships/image" Target="../media/image298.png"/><Relationship Id="rId38" Type="http://schemas.openxmlformats.org/officeDocument/2006/relationships/image" Target="../media/image308.png"/><Relationship Id="rId59" Type="http://schemas.openxmlformats.org/officeDocument/2006/relationships/customXml" Target="../ink/ink289.xml"/><Relationship Id="rId103" Type="http://schemas.openxmlformats.org/officeDocument/2006/relationships/customXml" Target="../ink/ink311.xml"/><Relationship Id="rId124" Type="http://schemas.openxmlformats.org/officeDocument/2006/relationships/image" Target="../media/image351.png"/><Relationship Id="rId70" Type="http://schemas.openxmlformats.org/officeDocument/2006/relationships/image" Target="../media/image324.png"/><Relationship Id="rId91" Type="http://schemas.openxmlformats.org/officeDocument/2006/relationships/customXml" Target="../ink/ink305.xml"/><Relationship Id="rId145" Type="http://schemas.openxmlformats.org/officeDocument/2006/relationships/customXml" Target="../ink/ink332.xml"/><Relationship Id="rId166" Type="http://schemas.openxmlformats.org/officeDocument/2006/relationships/image" Target="../media/image372.png"/><Relationship Id="rId187" Type="http://schemas.openxmlformats.org/officeDocument/2006/relationships/customXml" Target="../ink/ink353.xml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273.xml"/><Relationship Id="rId49" Type="http://schemas.openxmlformats.org/officeDocument/2006/relationships/customXml" Target="../ink/ink284.xml"/><Relationship Id="rId114" Type="http://schemas.openxmlformats.org/officeDocument/2006/relationships/image" Target="../media/image346.png"/><Relationship Id="rId60" Type="http://schemas.openxmlformats.org/officeDocument/2006/relationships/image" Target="../media/image319.png"/><Relationship Id="rId81" Type="http://schemas.openxmlformats.org/officeDocument/2006/relationships/customXml" Target="../ink/ink300.xml"/><Relationship Id="rId135" Type="http://schemas.openxmlformats.org/officeDocument/2006/relationships/customXml" Target="../ink/ink327.xml"/><Relationship Id="rId156" Type="http://schemas.openxmlformats.org/officeDocument/2006/relationships/image" Target="../media/image367.png"/><Relationship Id="rId177" Type="http://schemas.openxmlformats.org/officeDocument/2006/relationships/customXml" Target="../ink/ink348.xml"/><Relationship Id="rId198" Type="http://schemas.openxmlformats.org/officeDocument/2006/relationships/image" Target="../media/image388.png"/><Relationship Id="rId202" Type="http://schemas.openxmlformats.org/officeDocument/2006/relationships/image" Target="../media/image390.png"/><Relationship Id="rId18" Type="http://schemas.openxmlformats.org/officeDocument/2006/relationships/customXml" Target="../ink/ink268.xml"/><Relationship Id="rId39" Type="http://schemas.openxmlformats.org/officeDocument/2006/relationships/customXml" Target="../ink/ink279.xml"/><Relationship Id="rId50" Type="http://schemas.openxmlformats.org/officeDocument/2006/relationships/image" Target="../media/image314.png"/><Relationship Id="rId104" Type="http://schemas.openxmlformats.org/officeDocument/2006/relationships/image" Target="../media/image341.png"/><Relationship Id="rId125" Type="http://schemas.openxmlformats.org/officeDocument/2006/relationships/customXml" Target="../ink/ink322.xml"/><Relationship Id="rId146" Type="http://schemas.openxmlformats.org/officeDocument/2006/relationships/image" Target="../media/image362.png"/><Relationship Id="rId167" Type="http://schemas.openxmlformats.org/officeDocument/2006/relationships/customXml" Target="../ink/ink343.xml"/><Relationship Id="rId188" Type="http://schemas.openxmlformats.org/officeDocument/2006/relationships/image" Target="../media/image383.png"/><Relationship Id="rId71" Type="http://schemas.openxmlformats.org/officeDocument/2006/relationships/customXml" Target="../ink/ink295.xml"/><Relationship Id="rId92" Type="http://schemas.openxmlformats.org/officeDocument/2006/relationships/image" Target="../media/image335.png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9.png"/><Relationship Id="rId21" Type="http://schemas.openxmlformats.org/officeDocument/2006/relationships/image" Target="../media/image401.png"/><Relationship Id="rId42" Type="http://schemas.openxmlformats.org/officeDocument/2006/relationships/customXml" Target="../ink/ink382.xml"/><Relationship Id="rId63" Type="http://schemas.openxmlformats.org/officeDocument/2006/relationships/image" Target="../media/image422.png"/><Relationship Id="rId84" Type="http://schemas.openxmlformats.org/officeDocument/2006/relationships/customXml" Target="../ink/ink403.xml"/><Relationship Id="rId138" Type="http://schemas.openxmlformats.org/officeDocument/2006/relationships/customXml" Target="../ink/ink430.xml"/><Relationship Id="rId159" Type="http://schemas.openxmlformats.org/officeDocument/2006/relationships/image" Target="../media/image470.png"/><Relationship Id="rId170" Type="http://schemas.openxmlformats.org/officeDocument/2006/relationships/customXml" Target="../ink/ink446.xml"/><Relationship Id="rId191" Type="http://schemas.openxmlformats.org/officeDocument/2006/relationships/image" Target="../media/image486.png"/><Relationship Id="rId205" Type="http://schemas.openxmlformats.org/officeDocument/2006/relationships/image" Target="../media/image493.png"/><Relationship Id="rId107" Type="http://schemas.openxmlformats.org/officeDocument/2006/relationships/image" Target="../media/image444.png"/><Relationship Id="rId11" Type="http://schemas.openxmlformats.org/officeDocument/2006/relationships/image" Target="../media/image396.png"/><Relationship Id="rId32" Type="http://schemas.openxmlformats.org/officeDocument/2006/relationships/customXml" Target="../ink/ink377.xml"/><Relationship Id="rId53" Type="http://schemas.openxmlformats.org/officeDocument/2006/relationships/image" Target="../media/image417.png"/><Relationship Id="rId74" Type="http://schemas.openxmlformats.org/officeDocument/2006/relationships/customXml" Target="../ink/ink398.xml"/><Relationship Id="rId128" Type="http://schemas.openxmlformats.org/officeDocument/2006/relationships/customXml" Target="../ink/ink425.xml"/><Relationship Id="rId149" Type="http://schemas.openxmlformats.org/officeDocument/2006/relationships/image" Target="../media/image465.png"/><Relationship Id="rId5" Type="http://schemas.openxmlformats.org/officeDocument/2006/relationships/image" Target="../media/image393.png"/><Relationship Id="rId95" Type="http://schemas.openxmlformats.org/officeDocument/2006/relationships/image" Target="../media/image438.png"/><Relationship Id="rId160" Type="http://schemas.openxmlformats.org/officeDocument/2006/relationships/customXml" Target="../ink/ink441.xml"/><Relationship Id="rId181" Type="http://schemas.openxmlformats.org/officeDocument/2006/relationships/image" Target="../media/image481.png"/><Relationship Id="rId22" Type="http://schemas.openxmlformats.org/officeDocument/2006/relationships/customXml" Target="../ink/ink372.xml"/><Relationship Id="rId43" Type="http://schemas.openxmlformats.org/officeDocument/2006/relationships/image" Target="../media/image412.png"/><Relationship Id="rId64" Type="http://schemas.openxmlformats.org/officeDocument/2006/relationships/customXml" Target="../ink/ink393.xml"/><Relationship Id="rId118" Type="http://schemas.openxmlformats.org/officeDocument/2006/relationships/customXml" Target="../ink/ink420.xml"/><Relationship Id="rId139" Type="http://schemas.openxmlformats.org/officeDocument/2006/relationships/image" Target="../media/image460.png"/><Relationship Id="rId85" Type="http://schemas.openxmlformats.org/officeDocument/2006/relationships/image" Target="../media/image433.png"/><Relationship Id="rId150" Type="http://schemas.openxmlformats.org/officeDocument/2006/relationships/customXml" Target="../ink/ink436.xml"/><Relationship Id="rId171" Type="http://schemas.openxmlformats.org/officeDocument/2006/relationships/image" Target="../media/image476.png"/><Relationship Id="rId192" Type="http://schemas.openxmlformats.org/officeDocument/2006/relationships/customXml" Target="../ink/ink457.xml"/><Relationship Id="rId206" Type="http://schemas.openxmlformats.org/officeDocument/2006/relationships/customXml" Target="../ink/ink464.xml"/><Relationship Id="rId12" Type="http://schemas.openxmlformats.org/officeDocument/2006/relationships/customXml" Target="../ink/ink367.xml"/><Relationship Id="rId33" Type="http://schemas.openxmlformats.org/officeDocument/2006/relationships/image" Target="../media/image407.png"/><Relationship Id="rId108" Type="http://schemas.openxmlformats.org/officeDocument/2006/relationships/customXml" Target="../ink/ink415.xml"/><Relationship Id="rId129" Type="http://schemas.openxmlformats.org/officeDocument/2006/relationships/image" Target="../media/image455.png"/><Relationship Id="rId54" Type="http://schemas.openxmlformats.org/officeDocument/2006/relationships/customXml" Target="../ink/ink388.xml"/><Relationship Id="rId75" Type="http://schemas.openxmlformats.org/officeDocument/2006/relationships/image" Target="../media/image428.png"/><Relationship Id="rId96" Type="http://schemas.openxmlformats.org/officeDocument/2006/relationships/customXml" Target="../ink/ink409.xml"/><Relationship Id="rId140" Type="http://schemas.openxmlformats.org/officeDocument/2006/relationships/customXml" Target="../ink/ink431.xml"/><Relationship Id="rId161" Type="http://schemas.openxmlformats.org/officeDocument/2006/relationships/image" Target="../media/image471.png"/><Relationship Id="rId182" Type="http://schemas.openxmlformats.org/officeDocument/2006/relationships/customXml" Target="../ink/ink452.xml"/><Relationship Id="rId6" Type="http://schemas.openxmlformats.org/officeDocument/2006/relationships/customXml" Target="../ink/ink364.xml"/><Relationship Id="rId23" Type="http://schemas.openxmlformats.org/officeDocument/2006/relationships/image" Target="../media/image402.png"/><Relationship Id="rId119" Type="http://schemas.openxmlformats.org/officeDocument/2006/relationships/image" Target="../media/image450.png"/><Relationship Id="rId44" Type="http://schemas.openxmlformats.org/officeDocument/2006/relationships/customXml" Target="../ink/ink383.xml"/><Relationship Id="rId65" Type="http://schemas.openxmlformats.org/officeDocument/2006/relationships/image" Target="../media/image423.png"/><Relationship Id="rId86" Type="http://schemas.openxmlformats.org/officeDocument/2006/relationships/customXml" Target="../ink/ink404.xml"/><Relationship Id="rId130" Type="http://schemas.openxmlformats.org/officeDocument/2006/relationships/customXml" Target="../ink/ink426.xml"/><Relationship Id="rId151" Type="http://schemas.openxmlformats.org/officeDocument/2006/relationships/image" Target="../media/image466.png"/><Relationship Id="rId172" Type="http://schemas.openxmlformats.org/officeDocument/2006/relationships/customXml" Target="../ink/ink447.xml"/><Relationship Id="rId193" Type="http://schemas.openxmlformats.org/officeDocument/2006/relationships/image" Target="../media/image487.png"/><Relationship Id="rId207" Type="http://schemas.openxmlformats.org/officeDocument/2006/relationships/image" Target="../media/image494.png"/><Relationship Id="rId13" Type="http://schemas.openxmlformats.org/officeDocument/2006/relationships/image" Target="../media/image397.png"/><Relationship Id="rId109" Type="http://schemas.openxmlformats.org/officeDocument/2006/relationships/image" Target="../media/image445.png"/><Relationship Id="rId34" Type="http://schemas.openxmlformats.org/officeDocument/2006/relationships/customXml" Target="../ink/ink378.xml"/><Relationship Id="rId55" Type="http://schemas.openxmlformats.org/officeDocument/2006/relationships/image" Target="../media/image418.png"/><Relationship Id="rId76" Type="http://schemas.openxmlformats.org/officeDocument/2006/relationships/customXml" Target="../ink/ink399.xml"/><Relationship Id="rId97" Type="http://schemas.openxmlformats.org/officeDocument/2006/relationships/image" Target="../media/image439.png"/><Relationship Id="rId120" Type="http://schemas.openxmlformats.org/officeDocument/2006/relationships/customXml" Target="../ink/ink421.xml"/><Relationship Id="rId141" Type="http://schemas.openxmlformats.org/officeDocument/2006/relationships/image" Target="../media/image461.png"/><Relationship Id="rId7" Type="http://schemas.openxmlformats.org/officeDocument/2006/relationships/image" Target="../media/image394.png"/><Relationship Id="rId162" Type="http://schemas.openxmlformats.org/officeDocument/2006/relationships/customXml" Target="../ink/ink442.xml"/><Relationship Id="rId183" Type="http://schemas.openxmlformats.org/officeDocument/2006/relationships/image" Target="../media/image482.png"/><Relationship Id="rId24" Type="http://schemas.openxmlformats.org/officeDocument/2006/relationships/customXml" Target="../ink/ink373.xml"/><Relationship Id="rId45" Type="http://schemas.openxmlformats.org/officeDocument/2006/relationships/image" Target="../media/image413.png"/><Relationship Id="rId66" Type="http://schemas.openxmlformats.org/officeDocument/2006/relationships/customXml" Target="../ink/ink394.xml"/><Relationship Id="rId87" Type="http://schemas.openxmlformats.org/officeDocument/2006/relationships/image" Target="../media/image434.png"/><Relationship Id="rId110" Type="http://schemas.openxmlformats.org/officeDocument/2006/relationships/customXml" Target="../ink/ink416.xml"/><Relationship Id="rId131" Type="http://schemas.openxmlformats.org/officeDocument/2006/relationships/image" Target="../media/image456.png"/><Relationship Id="rId152" Type="http://schemas.openxmlformats.org/officeDocument/2006/relationships/customXml" Target="../ink/ink437.xml"/><Relationship Id="rId173" Type="http://schemas.openxmlformats.org/officeDocument/2006/relationships/image" Target="../media/image477.png"/><Relationship Id="rId194" Type="http://schemas.openxmlformats.org/officeDocument/2006/relationships/customXml" Target="../ink/ink458.xml"/><Relationship Id="rId208" Type="http://schemas.openxmlformats.org/officeDocument/2006/relationships/customXml" Target="../ink/ink465.xml"/><Relationship Id="rId19" Type="http://schemas.openxmlformats.org/officeDocument/2006/relationships/image" Target="../media/image400.png"/><Relationship Id="rId14" Type="http://schemas.openxmlformats.org/officeDocument/2006/relationships/customXml" Target="../ink/ink368.xml"/><Relationship Id="rId30" Type="http://schemas.openxmlformats.org/officeDocument/2006/relationships/customXml" Target="../ink/ink376.xml"/><Relationship Id="rId35" Type="http://schemas.openxmlformats.org/officeDocument/2006/relationships/image" Target="../media/image408.png"/><Relationship Id="rId56" Type="http://schemas.openxmlformats.org/officeDocument/2006/relationships/customXml" Target="../ink/ink389.xml"/><Relationship Id="rId77" Type="http://schemas.openxmlformats.org/officeDocument/2006/relationships/image" Target="../media/image429.png"/><Relationship Id="rId100" Type="http://schemas.openxmlformats.org/officeDocument/2006/relationships/customXml" Target="../ink/ink411.xml"/><Relationship Id="rId105" Type="http://schemas.openxmlformats.org/officeDocument/2006/relationships/image" Target="../media/image443.png"/><Relationship Id="rId126" Type="http://schemas.openxmlformats.org/officeDocument/2006/relationships/customXml" Target="../ink/ink424.xml"/><Relationship Id="rId147" Type="http://schemas.openxmlformats.org/officeDocument/2006/relationships/image" Target="../media/image464.png"/><Relationship Id="rId168" Type="http://schemas.openxmlformats.org/officeDocument/2006/relationships/customXml" Target="../ink/ink445.xml"/><Relationship Id="rId8" Type="http://schemas.openxmlformats.org/officeDocument/2006/relationships/customXml" Target="../ink/ink365.xml"/><Relationship Id="rId51" Type="http://schemas.openxmlformats.org/officeDocument/2006/relationships/image" Target="../media/image416.png"/><Relationship Id="rId72" Type="http://schemas.openxmlformats.org/officeDocument/2006/relationships/customXml" Target="../ink/ink397.xml"/><Relationship Id="rId93" Type="http://schemas.openxmlformats.org/officeDocument/2006/relationships/image" Target="../media/image437.png"/><Relationship Id="rId98" Type="http://schemas.openxmlformats.org/officeDocument/2006/relationships/customXml" Target="../ink/ink410.xml"/><Relationship Id="rId121" Type="http://schemas.openxmlformats.org/officeDocument/2006/relationships/image" Target="../media/image451.png"/><Relationship Id="rId142" Type="http://schemas.openxmlformats.org/officeDocument/2006/relationships/customXml" Target="../ink/ink432.xml"/><Relationship Id="rId163" Type="http://schemas.openxmlformats.org/officeDocument/2006/relationships/image" Target="../media/image472.png"/><Relationship Id="rId184" Type="http://schemas.openxmlformats.org/officeDocument/2006/relationships/customXml" Target="../ink/ink453.xml"/><Relationship Id="rId189" Type="http://schemas.openxmlformats.org/officeDocument/2006/relationships/image" Target="../media/image485.png"/><Relationship Id="rId3" Type="http://schemas.openxmlformats.org/officeDocument/2006/relationships/image" Target="../media/image392.png"/><Relationship Id="rId214" Type="http://schemas.openxmlformats.org/officeDocument/2006/relationships/customXml" Target="../ink/ink468.xml"/><Relationship Id="rId25" Type="http://schemas.openxmlformats.org/officeDocument/2006/relationships/image" Target="../media/image403.png"/><Relationship Id="rId46" Type="http://schemas.openxmlformats.org/officeDocument/2006/relationships/customXml" Target="../ink/ink384.xml"/><Relationship Id="rId67" Type="http://schemas.openxmlformats.org/officeDocument/2006/relationships/image" Target="../media/image424.png"/><Relationship Id="rId116" Type="http://schemas.openxmlformats.org/officeDocument/2006/relationships/customXml" Target="../ink/ink419.xml"/><Relationship Id="rId137" Type="http://schemas.openxmlformats.org/officeDocument/2006/relationships/image" Target="../media/image459.png"/><Relationship Id="rId158" Type="http://schemas.openxmlformats.org/officeDocument/2006/relationships/customXml" Target="../ink/ink440.xml"/><Relationship Id="rId20" Type="http://schemas.openxmlformats.org/officeDocument/2006/relationships/customXml" Target="../ink/ink371.xml"/><Relationship Id="rId41" Type="http://schemas.openxmlformats.org/officeDocument/2006/relationships/image" Target="../media/image411.png"/><Relationship Id="rId62" Type="http://schemas.openxmlformats.org/officeDocument/2006/relationships/customXml" Target="../ink/ink392.xml"/><Relationship Id="rId83" Type="http://schemas.openxmlformats.org/officeDocument/2006/relationships/image" Target="../media/image432.png"/><Relationship Id="rId88" Type="http://schemas.openxmlformats.org/officeDocument/2006/relationships/customXml" Target="../ink/ink405.xml"/><Relationship Id="rId111" Type="http://schemas.openxmlformats.org/officeDocument/2006/relationships/image" Target="../media/image446.png"/><Relationship Id="rId132" Type="http://schemas.openxmlformats.org/officeDocument/2006/relationships/customXml" Target="../ink/ink427.xml"/><Relationship Id="rId153" Type="http://schemas.openxmlformats.org/officeDocument/2006/relationships/image" Target="../media/image467.png"/><Relationship Id="rId174" Type="http://schemas.openxmlformats.org/officeDocument/2006/relationships/customXml" Target="../ink/ink448.xml"/><Relationship Id="rId179" Type="http://schemas.openxmlformats.org/officeDocument/2006/relationships/image" Target="../media/image480.png"/><Relationship Id="rId195" Type="http://schemas.openxmlformats.org/officeDocument/2006/relationships/image" Target="../media/image488.png"/><Relationship Id="rId209" Type="http://schemas.openxmlformats.org/officeDocument/2006/relationships/image" Target="../media/image495.png"/><Relationship Id="rId190" Type="http://schemas.openxmlformats.org/officeDocument/2006/relationships/customXml" Target="../ink/ink456.xml"/><Relationship Id="rId204" Type="http://schemas.openxmlformats.org/officeDocument/2006/relationships/customXml" Target="../ink/ink463.xml"/><Relationship Id="rId15" Type="http://schemas.openxmlformats.org/officeDocument/2006/relationships/image" Target="../media/image398.png"/><Relationship Id="rId36" Type="http://schemas.openxmlformats.org/officeDocument/2006/relationships/customXml" Target="../ink/ink379.xml"/><Relationship Id="rId57" Type="http://schemas.openxmlformats.org/officeDocument/2006/relationships/image" Target="../media/image419.png"/><Relationship Id="rId106" Type="http://schemas.openxmlformats.org/officeDocument/2006/relationships/customXml" Target="../ink/ink414.xml"/><Relationship Id="rId127" Type="http://schemas.openxmlformats.org/officeDocument/2006/relationships/image" Target="../media/image454.png"/><Relationship Id="rId10" Type="http://schemas.openxmlformats.org/officeDocument/2006/relationships/customXml" Target="../ink/ink366.xml"/><Relationship Id="rId31" Type="http://schemas.openxmlformats.org/officeDocument/2006/relationships/image" Target="../media/image406.png"/><Relationship Id="rId52" Type="http://schemas.openxmlformats.org/officeDocument/2006/relationships/customXml" Target="../ink/ink387.xml"/><Relationship Id="rId73" Type="http://schemas.openxmlformats.org/officeDocument/2006/relationships/image" Target="../media/image427.png"/><Relationship Id="rId78" Type="http://schemas.openxmlformats.org/officeDocument/2006/relationships/customXml" Target="../ink/ink400.xml"/><Relationship Id="rId94" Type="http://schemas.openxmlformats.org/officeDocument/2006/relationships/customXml" Target="../ink/ink408.xml"/><Relationship Id="rId99" Type="http://schemas.openxmlformats.org/officeDocument/2006/relationships/image" Target="../media/image440.png"/><Relationship Id="rId101" Type="http://schemas.openxmlformats.org/officeDocument/2006/relationships/image" Target="../media/image441.png"/><Relationship Id="rId122" Type="http://schemas.openxmlformats.org/officeDocument/2006/relationships/customXml" Target="../ink/ink422.xml"/><Relationship Id="rId143" Type="http://schemas.openxmlformats.org/officeDocument/2006/relationships/image" Target="../media/image462.png"/><Relationship Id="rId148" Type="http://schemas.openxmlformats.org/officeDocument/2006/relationships/customXml" Target="../ink/ink435.xml"/><Relationship Id="rId164" Type="http://schemas.openxmlformats.org/officeDocument/2006/relationships/customXml" Target="../ink/ink443.xml"/><Relationship Id="rId169" Type="http://schemas.openxmlformats.org/officeDocument/2006/relationships/image" Target="../media/image475.png"/><Relationship Id="rId185" Type="http://schemas.openxmlformats.org/officeDocument/2006/relationships/image" Target="../media/image483.png"/><Relationship Id="rId4" Type="http://schemas.openxmlformats.org/officeDocument/2006/relationships/customXml" Target="../ink/ink363.xml"/><Relationship Id="rId9" Type="http://schemas.openxmlformats.org/officeDocument/2006/relationships/image" Target="../media/image395.png"/><Relationship Id="rId180" Type="http://schemas.openxmlformats.org/officeDocument/2006/relationships/customXml" Target="../ink/ink451.xml"/><Relationship Id="rId210" Type="http://schemas.openxmlformats.org/officeDocument/2006/relationships/customXml" Target="../ink/ink466.xml"/><Relationship Id="rId215" Type="http://schemas.openxmlformats.org/officeDocument/2006/relationships/image" Target="../media/image498.png"/><Relationship Id="rId26" Type="http://schemas.openxmlformats.org/officeDocument/2006/relationships/customXml" Target="../ink/ink374.xml"/><Relationship Id="rId47" Type="http://schemas.openxmlformats.org/officeDocument/2006/relationships/image" Target="../media/image414.png"/><Relationship Id="rId68" Type="http://schemas.openxmlformats.org/officeDocument/2006/relationships/customXml" Target="../ink/ink395.xml"/><Relationship Id="rId89" Type="http://schemas.openxmlformats.org/officeDocument/2006/relationships/image" Target="../media/image435.png"/><Relationship Id="rId112" Type="http://schemas.openxmlformats.org/officeDocument/2006/relationships/customXml" Target="../ink/ink417.xml"/><Relationship Id="rId133" Type="http://schemas.openxmlformats.org/officeDocument/2006/relationships/image" Target="../media/image457.png"/><Relationship Id="rId154" Type="http://schemas.openxmlformats.org/officeDocument/2006/relationships/customXml" Target="../ink/ink438.xml"/><Relationship Id="rId175" Type="http://schemas.openxmlformats.org/officeDocument/2006/relationships/image" Target="../media/image478.png"/><Relationship Id="rId196" Type="http://schemas.openxmlformats.org/officeDocument/2006/relationships/customXml" Target="../ink/ink459.xml"/><Relationship Id="rId200" Type="http://schemas.openxmlformats.org/officeDocument/2006/relationships/customXml" Target="../ink/ink461.xml"/><Relationship Id="rId16" Type="http://schemas.openxmlformats.org/officeDocument/2006/relationships/customXml" Target="../ink/ink369.xml"/><Relationship Id="rId37" Type="http://schemas.openxmlformats.org/officeDocument/2006/relationships/image" Target="../media/image409.png"/><Relationship Id="rId58" Type="http://schemas.openxmlformats.org/officeDocument/2006/relationships/customXml" Target="../ink/ink390.xml"/><Relationship Id="rId79" Type="http://schemas.openxmlformats.org/officeDocument/2006/relationships/image" Target="../media/image430.png"/><Relationship Id="rId102" Type="http://schemas.openxmlformats.org/officeDocument/2006/relationships/customXml" Target="../ink/ink412.xml"/><Relationship Id="rId123" Type="http://schemas.openxmlformats.org/officeDocument/2006/relationships/image" Target="../media/image452.png"/><Relationship Id="rId144" Type="http://schemas.openxmlformats.org/officeDocument/2006/relationships/customXml" Target="../ink/ink433.xml"/><Relationship Id="rId90" Type="http://schemas.openxmlformats.org/officeDocument/2006/relationships/customXml" Target="../ink/ink406.xml"/><Relationship Id="rId165" Type="http://schemas.openxmlformats.org/officeDocument/2006/relationships/image" Target="../media/image473.png"/><Relationship Id="rId186" Type="http://schemas.openxmlformats.org/officeDocument/2006/relationships/customXml" Target="../ink/ink454.xml"/><Relationship Id="rId211" Type="http://schemas.openxmlformats.org/officeDocument/2006/relationships/image" Target="../media/image496.png"/><Relationship Id="rId27" Type="http://schemas.openxmlformats.org/officeDocument/2006/relationships/image" Target="../media/image404.png"/><Relationship Id="rId48" Type="http://schemas.openxmlformats.org/officeDocument/2006/relationships/customXml" Target="../ink/ink385.xml"/><Relationship Id="rId69" Type="http://schemas.openxmlformats.org/officeDocument/2006/relationships/image" Target="../media/image425.png"/><Relationship Id="rId113" Type="http://schemas.openxmlformats.org/officeDocument/2006/relationships/image" Target="../media/image447.png"/><Relationship Id="rId134" Type="http://schemas.openxmlformats.org/officeDocument/2006/relationships/customXml" Target="../ink/ink428.xml"/><Relationship Id="rId80" Type="http://schemas.openxmlformats.org/officeDocument/2006/relationships/customXml" Target="../ink/ink401.xml"/><Relationship Id="rId155" Type="http://schemas.openxmlformats.org/officeDocument/2006/relationships/image" Target="../media/image468.png"/><Relationship Id="rId176" Type="http://schemas.openxmlformats.org/officeDocument/2006/relationships/customXml" Target="../ink/ink449.xml"/><Relationship Id="rId197" Type="http://schemas.openxmlformats.org/officeDocument/2006/relationships/image" Target="../media/image489.png"/><Relationship Id="rId201" Type="http://schemas.openxmlformats.org/officeDocument/2006/relationships/image" Target="../media/image491.png"/><Relationship Id="rId17" Type="http://schemas.openxmlformats.org/officeDocument/2006/relationships/image" Target="../media/image399.png"/><Relationship Id="rId38" Type="http://schemas.openxmlformats.org/officeDocument/2006/relationships/customXml" Target="../ink/ink380.xml"/><Relationship Id="rId59" Type="http://schemas.openxmlformats.org/officeDocument/2006/relationships/image" Target="../media/image420.png"/><Relationship Id="rId103" Type="http://schemas.openxmlformats.org/officeDocument/2006/relationships/image" Target="../media/image442.png"/><Relationship Id="rId124" Type="http://schemas.openxmlformats.org/officeDocument/2006/relationships/customXml" Target="../ink/ink423.xml"/><Relationship Id="rId70" Type="http://schemas.openxmlformats.org/officeDocument/2006/relationships/customXml" Target="../ink/ink396.xml"/><Relationship Id="rId91" Type="http://schemas.openxmlformats.org/officeDocument/2006/relationships/image" Target="../media/image436.png"/><Relationship Id="rId145" Type="http://schemas.openxmlformats.org/officeDocument/2006/relationships/image" Target="../media/image463.png"/><Relationship Id="rId166" Type="http://schemas.openxmlformats.org/officeDocument/2006/relationships/customXml" Target="../ink/ink444.xml"/><Relationship Id="rId187" Type="http://schemas.openxmlformats.org/officeDocument/2006/relationships/image" Target="../media/image48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467.xml"/><Relationship Id="rId28" Type="http://schemas.openxmlformats.org/officeDocument/2006/relationships/customXml" Target="../ink/ink375.xml"/><Relationship Id="rId49" Type="http://schemas.openxmlformats.org/officeDocument/2006/relationships/image" Target="../media/image415.png"/><Relationship Id="rId114" Type="http://schemas.openxmlformats.org/officeDocument/2006/relationships/customXml" Target="../ink/ink418.xml"/><Relationship Id="rId60" Type="http://schemas.openxmlformats.org/officeDocument/2006/relationships/customXml" Target="../ink/ink391.xml"/><Relationship Id="rId81" Type="http://schemas.openxmlformats.org/officeDocument/2006/relationships/image" Target="../media/image431.png"/><Relationship Id="rId135" Type="http://schemas.openxmlformats.org/officeDocument/2006/relationships/image" Target="../media/image458.png"/><Relationship Id="rId156" Type="http://schemas.openxmlformats.org/officeDocument/2006/relationships/customXml" Target="../ink/ink439.xml"/><Relationship Id="rId177" Type="http://schemas.openxmlformats.org/officeDocument/2006/relationships/image" Target="../media/image479.png"/><Relationship Id="rId198" Type="http://schemas.openxmlformats.org/officeDocument/2006/relationships/customXml" Target="../ink/ink460.xml"/><Relationship Id="rId202" Type="http://schemas.openxmlformats.org/officeDocument/2006/relationships/customXml" Target="../ink/ink462.xml"/><Relationship Id="rId18" Type="http://schemas.openxmlformats.org/officeDocument/2006/relationships/customXml" Target="../ink/ink370.xml"/><Relationship Id="rId39" Type="http://schemas.openxmlformats.org/officeDocument/2006/relationships/image" Target="../media/image410.png"/><Relationship Id="rId50" Type="http://schemas.openxmlformats.org/officeDocument/2006/relationships/customXml" Target="../ink/ink386.xml"/><Relationship Id="rId104" Type="http://schemas.openxmlformats.org/officeDocument/2006/relationships/customXml" Target="../ink/ink413.xml"/><Relationship Id="rId125" Type="http://schemas.openxmlformats.org/officeDocument/2006/relationships/image" Target="../media/image453.png"/><Relationship Id="rId146" Type="http://schemas.openxmlformats.org/officeDocument/2006/relationships/customXml" Target="../ink/ink434.xml"/><Relationship Id="rId167" Type="http://schemas.openxmlformats.org/officeDocument/2006/relationships/image" Target="../media/image474.png"/><Relationship Id="rId188" Type="http://schemas.openxmlformats.org/officeDocument/2006/relationships/customXml" Target="../ink/ink455.xml"/><Relationship Id="rId71" Type="http://schemas.openxmlformats.org/officeDocument/2006/relationships/image" Target="../media/image426.png"/><Relationship Id="rId92" Type="http://schemas.openxmlformats.org/officeDocument/2006/relationships/customXml" Target="../ink/ink407.xml"/><Relationship Id="rId213" Type="http://schemas.openxmlformats.org/officeDocument/2006/relationships/image" Target="../media/image497.png"/><Relationship Id="rId2" Type="http://schemas.openxmlformats.org/officeDocument/2006/relationships/customXml" Target="../ink/ink362.xml"/><Relationship Id="rId29" Type="http://schemas.openxmlformats.org/officeDocument/2006/relationships/image" Target="../media/image405.png"/><Relationship Id="rId40" Type="http://schemas.openxmlformats.org/officeDocument/2006/relationships/customXml" Target="../ink/ink381.xml"/><Relationship Id="rId115" Type="http://schemas.openxmlformats.org/officeDocument/2006/relationships/image" Target="../media/image448.png"/><Relationship Id="rId136" Type="http://schemas.openxmlformats.org/officeDocument/2006/relationships/customXml" Target="../ink/ink429.xml"/><Relationship Id="rId157" Type="http://schemas.openxmlformats.org/officeDocument/2006/relationships/image" Target="../media/image469.png"/><Relationship Id="rId178" Type="http://schemas.openxmlformats.org/officeDocument/2006/relationships/customXml" Target="../ink/ink450.xml"/><Relationship Id="rId61" Type="http://schemas.openxmlformats.org/officeDocument/2006/relationships/image" Target="../media/image421.png"/><Relationship Id="rId82" Type="http://schemas.openxmlformats.org/officeDocument/2006/relationships/customXml" Target="../ink/ink402.xml"/><Relationship Id="rId199" Type="http://schemas.openxmlformats.org/officeDocument/2006/relationships/image" Target="../media/image490.png"/><Relationship Id="rId203" Type="http://schemas.openxmlformats.org/officeDocument/2006/relationships/image" Target="../media/image492.png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80.xml"/><Relationship Id="rId21" Type="http://schemas.openxmlformats.org/officeDocument/2006/relationships/image" Target="../media/image509.png"/><Relationship Id="rId42" Type="http://schemas.openxmlformats.org/officeDocument/2006/relationships/customXml" Target="../ink/ink488.xml"/><Relationship Id="rId47" Type="http://schemas.openxmlformats.org/officeDocument/2006/relationships/image" Target="../media/image522.png"/><Relationship Id="rId63" Type="http://schemas.openxmlformats.org/officeDocument/2006/relationships/image" Target="../media/image530.png"/><Relationship Id="rId68" Type="http://schemas.openxmlformats.org/officeDocument/2006/relationships/customXml" Target="../ink/ink501.xml"/><Relationship Id="rId16" Type="http://schemas.openxmlformats.org/officeDocument/2006/relationships/customXml" Target="../ink/ink475.xml"/><Relationship Id="rId11" Type="http://schemas.openxmlformats.org/officeDocument/2006/relationships/image" Target="../media/image504.png"/><Relationship Id="rId24" Type="http://schemas.openxmlformats.org/officeDocument/2006/relationships/customXml" Target="../ink/ink479.xml"/><Relationship Id="rId32" Type="http://schemas.openxmlformats.org/officeDocument/2006/relationships/customXml" Target="../ink/ink483.xml"/><Relationship Id="rId37" Type="http://schemas.openxmlformats.org/officeDocument/2006/relationships/image" Target="../media/image517.png"/><Relationship Id="rId40" Type="http://schemas.openxmlformats.org/officeDocument/2006/relationships/customXml" Target="../ink/ink487.xml"/><Relationship Id="rId45" Type="http://schemas.openxmlformats.org/officeDocument/2006/relationships/image" Target="../media/image521.png"/><Relationship Id="rId53" Type="http://schemas.openxmlformats.org/officeDocument/2006/relationships/image" Target="../media/image525.png"/><Relationship Id="rId58" Type="http://schemas.openxmlformats.org/officeDocument/2006/relationships/customXml" Target="../ink/ink496.xml"/><Relationship Id="rId66" Type="http://schemas.openxmlformats.org/officeDocument/2006/relationships/customXml" Target="../ink/ink500.xml"/><Relationship Id="rId74" Type="http://schemas.openxmlformats.org/officeDocument/2006/relationships/customXml" Target="../ink/ink504.xml"/><Relationship Id="rId79" Type="http://schemas.openxmlformats.org/officeDocument/2006/relationships/image" Target="../media/image538.png"/><Relationship Id="rId5" Type="http://schemas.openxmlformats.org/officeDocument/2006/relationships/image" Target="../media/image501.png"/><Relationship Id="rId61" Type="http://schemas.openxmlformats.org/officeDocument/2006/relationships/image" Target="../media/image529.png"/><Relationship Id="rId19" Type="http://schemas.openxmlformats.org/officeDocument/2006/relationships/image" Target="../media/image508.png"/><Relationship Id="rId14" Type="http://schemas.openxmlformats.org/officeDocument/2006/relationships/customXml" Target="../ink/ink474.xml"/><Relationship Id="rId22" Type="http://schemas.openxmlformats.org/officeDocument/2006/relationships/customXml" Target="../ink/ink478.xml"/><Relationship Id="rId27" Type="http://schemas.openxmlformats.org/officeDocument/2006/relationships/image" Target="../media/image512.png"/><Relationship Id="rId30" Type="http://schemas.openxmlformats.org/officeDocument/2006/relationships/customXml" Target="../ink/ink482.xml"/><Relationship Id="rId35" Type="http://schemas.openxmlformats.org/officeDocument/2006/relationships/image" Target="../media/image516.png"/><Relationship Id="rId43" Type="http://schemas.openxmlformats.org/officeDocument/2006/relationships/image" Target="../media/image520.png"/><Relationship Id="rId48" Type="http://schemas.openxmlformats.org/officeDocument/2006/relationships/customXml" Target="../ink/ink491.xml"/><Relationship Id="rId56" Type="http://schemas.openxmlformats.org/officeDocument/2006/relationships/customXml" Target="../ink/ink495.xml"/><Relationship Id="rId64" Type="http://schemas.openxmlformats.org/officeDocument/2006/relationships/customXml" Target="../ink/ink499.xml"/><Relationship Id="rId69" Type="http://schemas.openxmlformats.org/officeDocument/2006/relationships/image" Target="../media/image533.png"/><Relationship Id="rId77" Type="http://schemas.openxmlformats.org/officeDocument/2006/relationships/image" Target="../media/image537.png"/><Relationship Id="rId8" Type="http://schemas.openxmlformats.org/officeDocument/2006/relationships/customXml" Target="../ink/ink471.xml"/><Relationship Id="rId51" Type="http://schemas.openxmlformats.org/officeDocument/2006/relationships/image" Target="../media/image524.png"/><Relationship Id="rId72" Type="http://schemas.openxmlformats.org/officeDocument/2006/relationships/customXml" Target="../ink/ink503.xml"/><Relationship Id="rId3" Type="http://schemas.openxmlformats.org/officeDocument/2006/relationships/image" Target="../media/image500.png"/><Relationship Id="rId12" Type="http://schemas.openxmlformats.org/officeDocument/2006/relationships/customXml" Target="../ink/ink473.xml"/><Relationship Id="rId17" Type="http://schemas.openxmlformats.org/officeDocument/2006/relationships/image" Target="../media/image507.png"/><Relationship Id="rId25" Type="http://schemas.openxmlformats.org/officeDocument/2006/relationships/image" Target="../media/image511.png"/><Relationship Id="rId33" Type="http://schemas.openxmlformats.org/officeDocument/2006/relationships/image" Target="../media/image515.png"/><Relationship Id="rId38" Type="http://schemas.openxmlformats.org/officeDocument/2006/relationships/customXml" Target="../ink/ink486.xml"/><Relationship Id="rId46" Type="http://schemas.openxmlformats.org/officeDocument/2006/relationships/customXml" Target="../ink/ink490.xml"/><Relationship Id="rId59" Type="http://schemas.openxmlformats.org/officeDocument/2006/relationships/image" Target="../media/image528.png"/><Relationship Id="rId67" Type="http://schemas.openxmlformats.org/officeDocument/2006/relationships/image" Target="../media/image532.png"/><Relationship Id="rId20" Type="http://schemas.openxmlformats.org/officeDocument/2006/relationships/customXml" Target="../ink/ink477.xml"/><Relationship Id="rId41" Type="http://schemas.openxmlformats.org/officeDocument/2006/relationships/image" Target="../media/image519.png"/><Relationship Id="rId54" Type="http://schemas.openxmlformats.org/officeDocument/2006/relationships/customXml" Target="../ink/ink494.xml"/><Relationship Id="rId62" Type="http://schemas.openxmlformats.org/officeDocument/2006/relationships/customXml" Target="../ink/ink498.xml"/><Relationship Id="rId70" Type="http://schemas.openxmlformats.org/officeDocument/2006/relationships/customXml" Target="../ink/ink502.xml"/><Relationship Id="rId75" Type="http://schemas.openxmlformats.org/officeDocument/2006/relationships/image" Target="../media/image53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70.xml"/><Relationship Id="rId15" Type="http://schemas.openxmlformats.org/officeDocument/2006/relationships/image" Target="../media/image506.png"/><Relationship Id="rId23" Type="http://schemas.openxmlformats.org/officeDocument/2006/relationships/image" Target="../media/image510.png"/><Relationship Id="rId28" Type="http://schemas.openxmlformats.org/officeDocument/2006/relationships/customXml" Target="../ink/ink481.xml"/><Relationship Id="rId36" Type="http://schemas.openxmlformats.org/officeDocument/2006/relationships/customXml" Target="../ink/ink485.xml"/><Relationship Id="rId49" Type="http://schemas.openxmlformats.org/officeDocument/2006/relationships/image" Target="../media/image523.png"/><Relationship Id="rId57" Type="http://schemas.openxmlformats.org/officeDocument/2006/relationships/image" Target="../media/image527.png"/><Relationship Id="rId10" Type="http://schemas.openxmlformats.org/officeDocument/2006/relationships/customXml" Target="../ink/ink472.xml"/><Relationship Id="rId31" Type="http://schemas.openxmlformats.org/officeDocument/2006/relationships/image" Target="../media/image514.png"/><Relationship Id="rId44" Type="http://schemas.openxmlformats.org/officeDocument/2006/relationships/customXml" Target="../ink/ink489.xml"/><Relationship Id="rId52" Type="http://schemas.openxmlformats.org/officeDocument/2006/relationships/customXml" Target="../ink/ink493.xml"/><Relationship Id="rId60" Type="http://schemas.openxmlformats.org/officeDocument/2006/relationships/customXml" Target="../ink/ink497.xml"/><Relationship Id="rId65" Type="http://schemas.openxmlformats.org/officeDocument/2006/relationships/image" Target="../media/image531.png"/><Relationship Id="rId73" Type="http://schemas.openxmlformats.org/officeDocument/2006/relationships/image" Target="../media/image535.png"/><Relationship Id="rId78" Type="http://schemas.openxmlformats.org/officeDocument/2006/relationships/customXml" Target="../ink/ink506.xml"/><Relationship Id="rId4" Type="http://schemas.openxmlformats.org/officeDocument/2006/relationships/customXml" Target="../ink/ink469.xml"/><Relationship Id="rId9" Type="http://schemas.openxmlformats.org/officeDocument/2006/relationships/image" Target="../media/image503.png"/><Relationship Id="rId13" Type="http://schemas.openxmlformats.org/officeDocument/2006/relationships/image" Target="../media/image505.png"/><Relationship Id="rId18" Type="http://schemas.openxmlformats.org/officeDocument/2006/relationships/customXml" Target="../ink/ink476.xml"/><Relationship Id="rId39" Type="http://schemas.openxmlformats.org/officeDocument/2006/relationships/image" Target="../media/image518.png"/><Relationship Id="rId34" Type="http://schemas.openxmlformats.org/officeDocument/2006/relationships/customXml" Target="../ink/ink484.xml"/><Relationship Id="rId50" Type="http://schemas.openxmlformats.org/officeDocument/2006/relationships/customXml" Target="../ink/ink492.xml"/><Relationship Id="rId55" Type="http://schemas.openxmlformats.org/officeDocument/2006/relationships/image" Target="../media/image526.png"/><Relationship Id="rId76" Type="http://schemas.openxmlformats.org/officeDocument/2006/relationships/customXml" Target="../ink/ink505.xml"/><Relationship Id="rId7" Type="http://schemas.openxmlformats.org/officeDocument/2006/relationships/image" Target="../media/image502.png"/><Relationship Id="rId71" Type="http://schemas.openxmlformats.org/officeDocument/2006/relationships/image" Target="../media/image534.png"/><Relationship Id="rId2" Type="http://schemas.openxmlformats.org/officeDocument/2006/relationships/image" Target="../media/image499.png"/><Relationship Id="rId29" Type="http://schemas.openxmlformats.org/officeDocument/2006/relationships/image" Target="../media/image513.png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12.xml"/><Relationship Id="rId18" Type="http://schemas.openxmlformats.org/officeDocument/2006/relationships/image" Target="../media/image547.png"/><Relationship Id="rId26" Type="http://schemas.openxmlformats.org/officeDocument/2006/relationships/image" Target="../media/image551.png"/><Relationship Id="rId39" Type="http://schemas.openxmlformats.org/officeDocument/2006/relationships/customXml" Target="../ink/ink525.xml"/><Relationship Id="rId21" Type="http://schemas.openxmlformats.org/officeDocument/2006/relationships/customXml" Target="../ink/ink516.xml"/><Relationship Id="rId34" Type="http://schemas.openxmlformats.org/officeDocument/2006/relationships/image" Target="../media/image555.png"/><Relationship Id="rId42" Type="http://schemas.openxmlformats.org/officeDocument/2006/relationships/image" Target="../media/image559.png"/><Relationship Id="rId47" Type="http://schemas.openxmlformats.org/officeDocument/2006/relationships/customXml" Target="../ink/ink529.xml"/><Relationship Id="rId50" Type="http://schemas.openxmlformats.org/officeDocument/2006/relationships/image" Target="../media/image563.png"/><Relationship Id="rId55" Type="http://schemas.openxmlformats.org/officeDocument/2006/relationships/customXml" Target="../ink/ink533.xml"/><Relationship Id="rId7" Type="http://schemas.openxmlformats.org/officeDocument/2006/relationships/customXml" Target="../ink/ink509.xml"/><Relationship Id="rId2" Type="http://schemas.openxmlformats.org/officeDocument/2006/relationships/image" Target="../media/image539.png"/><Relationship Id="rId16" Type="http://schemas.openxmlformats.org/officeDocument/2006/relationships/image" Target="../media/image546.png"/><Relationship Id="rId29" Type="http://schemas.openxmlformats.org/officeDocument/2006/relationships/customXml" Target="../ink/ink520.xml"/><Relationship Id="rId11" Type="http://schemas.openxmlformats.org/officeDocument/2006/relationships/customXml" Target="../ink/ink511.xml"/><Relationship Id="rId24" Type="http://schemas.openxmlformats.org/officeDocument/2006/relationships/image" Target="../media/image550.png"/><Relationship Id="rId32" Type="http://schemas.openxmlformats.org/officeDocument/2006/relationships/image" Target="../media/image554.png"/><Relationship Id="rId37" Type="http://schemas.openxmlformats.org/officeDocument/2006/relationships/customXml" Target="../ink/ink524.xml"/><Relationship Id="rId40" Type="http://schemas.openxmlformats.org/officeDocument/2006/relationships/image" Target="../media/image558.png"/><Relationship Id="rId45" Type="http://schemas.openxmlformats.org/officeDocument/2006/relationships/customXml" Target="../ink/ink528.xml"/><Relationship Id="rId53" Type="http://schemas.openxmlformats.org/officeDocument/2006/relationships/customXml" Target="../ink/ink532.xml"/><Relationship Id="rId58" Type="http://schemas.openxmlformats.org/officeDocument/2006/relationships/image" Target="../media/image567.png"/><Relationship Id="rId5" Type="http://schemas.openxmlformats.org/officeDocument/2006/relationships/customXml" Target="../ink/ink508.xml"/><Relationship Id="rId19" Type="http://schemas.openxmlformats.org/officeDocument/2006/relationships/customXml" Target="../ink/ink515.xml"/><Relationship Id="rId4" Type="http://schemas.openxmlformats.org/officeDocument/2006/relationships/image" Target="../media/image540.png"/><Relationship Id="rId9" Type="http://schemas.openxmlformats.org/officeDocument/2006/relationships/customXml" Target="../ink/ink510.xml"/><Relationship Id="rId14" Type="http://schemas.openxmlformats.org/officeDocument/2006/relationships/image" Target="../media/image545.png"/><Relationship Id="rId22" Type="http://schemas.openxmlformats.org/officeDocument/2006/relationships/image" Target="../media/image549.png"/><Relationship Id="rId27" Type="http://schemas.openxmlformats.org/officeDocument/2006/relationships/customXml" Target="../ink/ink519.xml"/><Relationship Id="rId30" Type="http://schemas.openxmlformats.org/officeDocument/2006/relationships/image" Target="../media/image553.png"/><Relationship Id="rId35" Type="http://schemas.openxmlformats.org/officeDocument/2006/relationships/customXml" Target="../ink/ink523.xml"/><Relationship Id="rId43" Type="http://schemas.openxmlformats.org/officeDocument/2006/relationships/customXml" Target="../ink/ink527.xml"/><Relationship Id="rId48" Type="http://schemas.openxmlformats.org/officeDocument/2006/relationships/image" Target="../media/image562.png"/><Relationship Id="rId56" Type="http://schemas.openxmlformats.org/officeDocument/2006/relationships/image" Target="../media/image566.png"/><Relationship Id="rId8" Type="http://schemas.openxmlformats.org/officeDocument/2006/relationships/image" Target="../media/image542.png"/><Relationship Id="rId51" Type="http://schemas.openxmlformats.org/officeDocument/2006/relationships/customXml" Target="../ink/ink531.xml"/><Relationship Id="rId3" Type="http://schemas.openxmlformats.org/officeDocument/2006/relationships/customXml" Target="../ink/ink507.xml"/><Relationship Id="rId12" Type="http://schemas.openxmlformats.org/officeDocument/2006/relationships/image" Target="../media/image544.png"/><Relationship Id="rId17" Type="http://schemas.openxmlformats.org/officeDocument/2006/relationships/customXml" Target="../ink/ink514.xml"/><Relationship Id="rId25" Type="http://schemas.openxmlformats.org/officeDocument/2006/relationships/customXml" Target="../ink/ink518.xml"/><Relationship Id="rId33" Type="http://schemas.openxmlformats.org/officeDocument/2006/relationships/customXml" Target="../ink/ink522.xml"/><Relationship Id="rId38" Type="http://schemas.openxmlformats.org/officeDocument/2006/relationships/image" Target="../media/image557.png"/><Relationship Id="rId46" Type="http://schemas.openxmlformats.org/officeDocument/2006/relationships/image" Target="../media/image561.png"/><Relationship Id="rId20" Type="http://schemas.openxmlformats.org/officeDocument/2006/relationships/image" Target="../media/image548.png"/><Relationship Id="rId41" Type="http://schemas.openxmlformats.org/officeDocument/2006/relationships/customXml" Target="../ink/ink526.xml"/><Relationship Id="rId54" Type="http://schemas.openxmlformats.org/officeDocument/2006/relationships/image" Target="../media/image5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1.png"/><Relationship Id="rId15" Type="http://schemas.openxmlformats.org/officeDocument/2006/relationships/customXml" Target="../ink/ink513.xml"/><Relationship Id="rId23" Type="http://schemas.openxmlformats.org/officeDocument/2006/relationships/customXml" Target="../ink/ink517.xml"/><Relationship Id="rId28" Type="http://schemas.openxmlformats.org/officeDocument/2006/relationships/image" Target="../media/image552.png"/><Relationship Id="rId36" Type="http://schemas.openxmlformats.org/officeDocument/2006/relationships/image" Target="../media/image556.png"/><Relationship Id="rId49" Type="http://schemas.openxmlformats.org/officeDocument/2006/relationships/customXml" Target="../ink/ink530.xml"/><Relationship Id="rId57" Type="http://schemas.openxmlformats.org/officeDocument/2006/relationships/customXml" Target="../ink/ink534.xml"/><Relationship Id="rId10" Type="http://schemas.openxmlformats.org/officeDocument/2006/relationships/image" Target="../media/image543.png"/><Relationship Id="rId31" Type="http://schemas.openxmlformats.org/officeDocument/2006/relationships/customXml" Target="../ink/ink521.xml"/><Relationship Id="rId44" Type="http://schemas.openxmlformats.org/officeDocument/2006/relationships/image" Target="../media/image560.png"/><Relationship Id="rId52" Type="http://schemas.openxmlformats.org/officeDocument/2006/relationships/image" Target="../media/image564.png"/></Relationships>
</file>

<file path=ppt/slides/_rels/slide2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546.xml"/><Relationship Id="rId21" Type="http://schemas.openxmlformats.org/officeDocument/2006/relationships/image" Target="../media/image578.png"/><Relationship Id="rId42" Type="http://schemas.openxmlformats.org/officeDocument/2006/relationships/customXml" Target="../ink/ink554.xml"/><Relationship Id="rId47" Type="http://schemas.openxmlformats.org/officeDocument/2006/relationships/image" Target="../media/image591.png"/><Relationship Id="rId63" Type="http://schemas.openxmlformats.org/officeDocument/2006/relationships/image" Target="../media/image599.png"/><Relationship Id="rId68" Type="http://schemas.openxmlformats.org/officeDocument/2006/relationships/customXml" Target="../ink/ink567.xml"/><Relationship Id="rId84" Type="http://schemas.openxmlformats.org/officeDocument/2006/relationships/image" Target="../media/image609.png"/><Relationship Id="rId89" Type="http://schemas.openxmlformats.org/officeDocument/2006/relationships/customXml" Target="../ink/ink578.xml"/><Relationship Id="rId16" Type="http://schemas.openxmlformats.org/officeDocument/2006/relationships/customXml" Target="../ink/ink541.xml"/><Relationship Id="rId11" Type="http://schemas.openxmlformats.org/officeDocument/2006/relationships/image" Target="../media/image573.png"/><Relationship Id="rId32" Type="http://schemas.openxmlformats.org/officeDocument/2006/relationships/customXml" Target="../ink/ink549.xml"/><Relationship Id="rId37" Type="http://schemas.openxmlformats.org/officeDocument/2006/relationships/image" Target="../media/image586.png"/><Relationship Id="rId53" Type="http://schemas.openxmlformats.org/officeDocument/2006/relationships/image" Target="../media/image594.png"/><Relationship Id="rId58" Type="http://schemas.openxmlformats.org/officeDocument/2006/relationships/customXml" Target="../ink/ink562.xml"/><Relationship Id="rId74" Type="http://schemas.openxmlformats.org/officeDocument/2006/relationships/customXml" Target="../ink/ink570.xml"/><Relationship Id="rId79" Type="http://schemas.openxmlformats.org/officeDocument/2006/relationships/customXml" Target="../ink/ink573.xml"/><Relationship Id="rId5" Type="http://schemas.openxmlformats.org/officeDocument/2006/relationships/image" Target="../media/image570.png"/><Relationship Id="rId90" Type="http://schemas.openxmlformats.org/officeDocument/2006/relationships/image" Target="../media/image612.png"/><Relationship Id="rId14" Type="http://schemas.openxmlformats.org/officeDocument/2006/relationships/customXml" Target="../ink/ink540.xml"/><Relationship Id="rId22" Type="http://schemas.openxmlformats.org/officeDocument/2006/relationships/customXml" Target="../ink/ink544.xml"/><Relationship Id="rId27" Type="http://schemas.openxmlformats.org/officeDocument/2006/relationships/image" Target="../media/image581.png"/><Relationship Id="rId30" Type="http://schemas.openxmlformats.org/officeDocument/2006/relationships/customXml" Target="../ink/ink548.xml"/><Relationship Id="rId35" Type="http://schemas.openxmlformats.org/officeDocument/2006/relationships/image" Target="../media/image585.png"/><Relationship Id="rId43" Type="http://schemas.openxmlformats.org/officeDocument/2006/relationships/image" Target="../media/image589.png"/><Relationship Id="rId48" Type="http://schemas.openxmlformats.org/officeDocument/2006/relationships/customXml" Target="../ink/ink557.xml"/><Relationship Id="rId56" Type="http://schemas.openxmlformats.org/officeDocument/2006/relationships/customXml" Target="../ink/ink561.xml"/><Relationship Id="rId64" Type="http://schemas.openxmlformats.org/officeDocument/2006/relationships/customXml" Target="../ink/ink565.xml"/><Relationship Id="rId69" Type="http://schemas.openxmlformats.org/officeDocument/2006/relationships/image" Target="../media/image602.png"/><Relationship Id="rId77" Type="http://schemas.openxmlformats.org/officeDocument/2006/relationships/customXml" Target="../ink/ink572.xml"/><Relationship Id="rId8" Type="http://schemas.openxmlformats.org/officeDocument/2006/relationships/customXml" Target="../ink/ink537.xml"/><Relationship Id="rId51" Type="http://schemas.openxmlformats.org/officeDocument/2006/relationships/image" Target="../media/image593.png"/><Relationship Id="rId72" Type="http://schemas.openxmlformats.org/officeDocument/2006/relationships/customXml" Target="../ink/ink569.xml"/><Relationship Id="rId80" Type="http://schemas.openxmlformats.org/officeDocument/2006/relationships/image" Target="../media/image607.png"/><Relationship Id="rId85" Type="http://schemas.openxmlformats.org/officeDocument/2006/relationships/customXml" Target="../ink/ink576.xml"/><Relationship Id="rId3" Type="http://schemas.openxmlformats.org/officeDocument/2006/relationships/image" Target="../media/image569.png"/><Relationship Id="rId12" Type="http://schemas.openxmlformats.org/officeDocument/2006/relationships/customXml" Target="../ink/ink539.xml"/><Relationship Id="rId17" Type="http://schemas.openxmlformats.org/officeDocument/2006/relationships/image" Target="../media/image576.png"/><Relationship Id="rId25" Type="http://schemas.openxmlformats.org/officeDocument/2006/relationships/image" Target="../media/image580.png"/><Relationship Id="rId33" Type="http://schemas.openxmlformats.org/officeDocument/2006/relationships/image" Target="../media/image584.png"/><Relationship Id="rId38" Type="http://schemas.openxmlformats.org/officeDocument/2006/relationships/customXml" Target="../ink/ink552.xml"/><Relationship Id="rId46" Type="http://schemas.openxmlformats.org/officeDocument/2006/relationships/customXml" Target="../ink/ink556.xml"/><Relationship Id="rId59" Type="http://schemas.openxmlformats.org/officeDocument/2006/relationships/image" Target="../media/image597.png"/><Relationship Id="rId67" Type="http://schemas.openxmlformats.org/officeDocument/2006/relationships/image" Target="../media/image601.png"/><Relationship Id="rId20" Type="http://schemas.openxmlformats.org/officeDocument/2006/relationships/customXml" Target="../ink/ink543.xml"/><Relationship Id="rId41" Type="http://schemas.openxmlformats.org/officeDocument/2006/relationships/image" Target="../media/image588.png"/><Relationship Id="rId54" Type="http://schemas.openxmlformats.org/officeDocument/2006/relationships/customXml" Target="../ink/ink560.xml"/><Relationship Id="rId62" Type="http://schemas.openxmlformats.org/officeDocument/2006/relationships/customXml" Target="../ink/ink564.xml"/><Relationship Id="rId70" Type="http://schemas.openxmlformats.org/officeDocument/2006/relationships/customXml" Target="../ink/ink568.xml"/><Relationship Id="rId75" Type="http://schemas.openxmlformats.org/officeDocument/2006/relationships/customXml" Target="../ink/ink571.xml"/><Relationship Id="rId83" Type="http://schemas.openxmlformats.org/officeDocument/2006/relationships/customXml" Target="../ink/ink575.xml"/><Relationship Id="rId88" Type="http://schemas.openxmlformats.org/officeDocument/2006/relationships/image" Target="../media/image61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36.xml"/><Relationship Id="rId15" Type="http://schemas.openxmlformats.org/officeDocument/2006/relationships/image" Target="../media/image575.png"/><Relationship Id="rId23" Type="http://schemas.openxmlformats.org/officeDocument/2006/relationships/image" Target="../media/image579.png"/><Relationship Id="rId28" Type="http://schemas.openxmlformats.org/officeDocument/2006/relationships/customXml" Target="../ink/ink547.xml"/><Relationship Id="rId36" Type="http://schemas.openxmlformats.org/officeDocument/2006/relationships/customXml" Target="../ink/ink551.xml"/><Relationship Id="rId49" Type="http://schemas.openxmlformats.org/officeDocument/2006/relationships/image" Target="../media/image592.png"/><Relationship Id="rId57" Type="http://schemas.openxmlformats.org/officeDocument/2006/relationships/image" Target="../media/image596.png"/><Relationship Id="rId10" Type="http://schemas.openxmlformats.org/officeDocument/2006/relationships/customXml" Target="../ink/ink538.xml"/><Relationship Id="rId31" Type="http://schemas.openxmlformats.org/officeDocument/2006/relationships/image" Target="../media/image583.png"/><Relationship Id="rId44" Type="http://schemas.openxmlformats.org/officeDocument/2006/relationships/customXml" Target="../ink/ink555.xml"/><Relationship Id="rId52" Type="http://schemas.openxmlformats.org/officeDocument/2006/relationships/customXml" Target="../ink/ink559.xml"/><Relationship Id="rId60" Type="http://schemas.openxmlformats.org/officeDocument/2006/relationships/customXml" Target="../ink/ink563.xml"/><Relationship Id="rId65" Type="http://schemas.openxmlformats.org/officeDocument/2006/relationships/image" Target="../media/image600.png"/><Relationship Id="rId73" Type="http://schemas.openxmlformats.org/officeDocument/2006/relationships/image" Target="../media/image604.png"/><Relationship Id="rId78" Type="http://schemas.openxmlformats.org/officeDocument/2006/relationships/image" Target="../media/image606.png"/><Relationship Id="rId81" Type="http://schemas.openxmlformats.org/officeDocument/2006/relationships/customXml" Target="../ink/ink574.xml"/><Relationship Id="rId86" Type="http://schemas.openxmlformats.org/officeDocument/2006/relationships/image" Target="../media/image610.png"/><Relationship Id="rId4" Type="http://schemas.openxmlformats.org/officeDocument/2006/relationships/customXml" Target="../ink/ink535.xml"/><Relationship Id="rId9" Type="http://schemas.openxmlformats.org/officeDocument/2006/relationships/image" Target="../media/image572.png"/><Relationship Id="rId13" Type="http://schemas.openxmlformats.org/officeDocument/2006/relationships/image" Target="../media/image574.png"/><Relationship Id="rId18" Type="http://schemas.openxmlformats.org/officeDocument/2006/relationships/customXml" Target="../ink/ink542.xml"/><Relationship Id="rId39" Type="http://schemas.openxmlformats.org/officeDocument/2006/relationships/image" Target="../media/image587.png"/><Relationship Id="rId34" Type="http://schemas.openxmlformats.org/officeDocument/2006/relationships/customXml" Target="../ink/ink550.xml"/><Relationship Id="rId50" Type="http://schemas.openxmlformats.org/officeDocument/2006/relationships/customXml" Target="../ink/ink558.xml"/><Relationship Id="rId55" Type="http://schemas.openxmlformats.org/officeDocument/2006/relationships/image" Target="../media/image595.png"/><Relationship Id="rId76" Type="http://schemas.openxmlformats.org/officeDocument/2006/relationships/image" Target="../media/image605.png"/><Relationship Id="rId7" Type="http://schemas.openxmlformats.org/officeDocument/2006/relationships/image" Target="../media/image571.png"/><Relationship Id="rId71" Type="http://schemas.openxmlformats.org/officeDocument/2006/relationships/image" Target="../media/image603.png"/><Relationship Id="rId2" Type="http://schemas.openxmlformats.org/officeDocument/2006/relationships/image" Target="../media/image568.png"/><Relationship Id="rId29" Type="http://schemas.openxmlformats.org/officeDocument/2006/relationships/image" Target="../media/image582.png"/><Relationship Id="rId24" Type="http://schemas.openxmlformats.org/officeDocument/2006/relationships/customXml" Target="../ink/ink545.xml"/><Relationship Id="rId40" Type="http://schemas.openxmlformats.org/officeDocument/2006/relationships/customXml" Target="../ink/ink553.xml"/><Relationship Id="rId45" Type="http://schemas.openxmlformats.org/officeDocument/2006/relationships/image" Target="../media/image590.png"/><Relationship Id="rId66" Type="http://schemas.openxmlformats.org/officeDocument/2006/relationships/customXml" Target="../ink/ink566.xml"/><Relationship Id="rId87" Type="http://schemas.openxmlformats.org/officeDocument/2006/relationships/customXml" Target="../ink/ink577.xml"/><Relationship Id="rId61" Type="http://schemas.openxmlformats.org/officeDocument/2006/relationships/image" Target="../media/image598.png"/><Relationship Id="rId82" Type="http://schemas.openxmlformats.org/officeDocument/2006/relationships/image" Target="../media/image608.png"/><Relationship Id="rId19" Type="http://schemas.openxmlformats.org/officeDocument/2006/relationships/image" Target="../media/image577.png"/></Relationships>
</file>

<file path=ppt/slides/_rels/slide2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25.png"/><Relationship Id="rId117" Type="http://schemas.openxmlformats.org/officeDocument/2006/relationships/customXml" Target="../ink/ink636.xml"/><Relationship Id="rId21" Type="http://schemas.openxmlformats.org/officeDocument/2006/relationships/customXml" Target="../ink/ink588.xml"/><Relationship Id="rId42" Type="http://schemas.openxmlformats.org/officeDocument/2006/relationships/image" Target="../media/image632.png"/><Relationship Id="rId47" Type="http://schemas.openxmlformats.org/officeDocument/2006/relationships/customXml" Target="../ink/ink601.xml"/><Relationship Id="rId63" Type="http://schemas.openxmlformats.org/officeDocument/2006/relationships/customXml" Target="../ink/ink609.xml"/><Relationship Id="rId68" Type="http://schemas.openxmlformats.org/officeDocument/2006/relationships/image" Target="../media/image644.png"/><Relationship Id="rId84" Type="http://schemas.openxmlformats.org/officeDocument/2006/relationships/image" Target="../media/image652.png"/><Relationship Id="rId89" Type="http://schemas.openxmlformats.org/officeDocument/2006/relationships/customXml" Target="../ink/ink622.xml"/><Relationship Id="rId112" Type="http://schemas.openxmlformats.org/officeDocument/2006/relationships/image" Target="../media/image666.png"/><Relationship Id="rId16" Type="http://schemas.openxmlformats.org/officeDocument/2006/relationships/image" Target="../media/image620.png"/><Relationship Id="rId107" Type="http://schemas.openxmlformats.org/officeDocument/2006/relationships/customXml" Target="../ink/ink631.xml"/><Relationship Id="rId11" Type="http://schemas.openxmlformats.org/officeDocument/2006/relationships/customXml" Target="../ink/ink583.xml"/><Relationship Id="rId32" Type="http://schemas.openxmlformats.org/officeDocument/2006/relationships/image" Target="../media/image627.png"/><Relationship Id="rId37" Type="http://schemas.openxmlformats.org/officeDocument/2006/relationships/customXml" Target="../ink/ink596.xml"/><Relationship Id="rId53" Type="http://schemas.openxmlformats.org/officeDocument/2006/relationships/customXml" Target="../ink/ink604.xml"/><Relationship Id="rId58" Type="http://schemas.openxmlformats.org/officeDocument/2006/relationships/image" Target="../media/image640.png"/><Relationship Id="rId74" Type="http://schemas.openxmlformats.org/officeDocument/2006/relationships/image" Target="../media/image647.png"/><Relationship Id="rId79" Type="http://schemas.openxmlformats.org/officeDocument/2006/relationships/customXml" Target="../ink/ink617.xml"/><Relationship Id="rId102" Type="http://schemas.openxmlformats.org/officeDocument/2006/relationships/image" Target="../media/image661.png"/><Relationship Id="rId5" Type="http://schemas.openxmlformats.org/officeDocument/2006/relationships/customXml" Target="../ink/ink580.xml"/><Relationship Id="rId90" Type="http://schemas.openxmlformats.org/officeDocument/2006/relationships/image" Target="../media/image655.png"/><Relationship Id="rId95" Type="http://schemas.openxmlformats.org/officeDocument/2006/relationships/customXml" Target="../ink/ink625.xml"/><Relationship Id="rId22" Type="http://schemas.openxmlformats.org/officeDocument/2006/relationships/image" Target="../media/image623.png"/><Relationship Id="rId27" Type="http://schemas.openxmlformats.org/officeDocument/2006/relationships/customXml" Target="../ink/ink591.xml"/><Relationship Id="rId43" Type="http://schemas.openxmlformats.org/officeDocument/2006/relationships/customXml" Target="../ink/ink599.xml"/><Relationship Id="rId48" Type="http://schemas.openxmlformats.org/officeDocument/2006/relationships/image" Target="../media/image635.png"/><Relationship Id="rId64" Type="http://schemas.openxmlformats.org/officeDocument/2006/relationships/image" Target="../media/image642.png"/><Relationship Id="rId69" Type="http://schemas.openxmlformats.org/officeDocument/2006/relationships/customXml" Target="../ink/ink612.xml"/><Relationship Id="rId113" Type="http://schemas.openxmlformats.org/officeDocument/2006/relationships/customXml" Target="../ink/ink634.xml"/><Relationship Id="rId118" Type="http://schemas.openxmlformats.org/officeDocument/2006/relationships/image" Target="../media/image669.png"/><Relationship Id="rId80" Type="http://schemas.openxmlformats.org/officeDocument/2006/relationships/image" Target="../media/image650.png"/><Relationship Id="rId85" Type="http://schemas.openxmlformats.org/officeDocument/2006/relationships/customXml" Target="../ink/ink620.xml"/><Relationship Id="rId12" Type="http://schemas.openxmlformats.org/officeDocument/2006/relationships/image" Target="../media/image618.png"/><Relationship Id="rId17" Type="http://schemas.openxmlformats.org/officeDocument/2006/relationships/customXml" Target="../ink/ink586.xml"/><Relationship Id="rId33" Type="http://schemas.openxmlformats.org/officeDocument/2006/relationships/customXml" Target="../ink/ink594.xml"/><Relationship Id="rId38" Type="http://schemas.openxmlformats.org/officeDocument/2006/relationships/image" Target="../media/image630.png"/><Relationship Id="rId59" Type="http://schemas.openxmlformats.org/officeDocument/2006/relationships/customXml" Target="../ink/ink607.xml"/><Relationship Id="rId103" Type="http://schemas.openxmlformats.org/officeDocument/2006/relationships/customXml" Target="../ink/ink629.xml"/><Relationship Id="rId108" Type="http://schemas.openxmlformats.org/officeDocument/2006/relationships/image" Target="../media/image664.png"/><Relationship Id="rId54" Type="http://schemas.openxmlformats.org/officeDocument/2006/relationships/image" Target="../media/image638.png"/><Relationship Id="rId70" Type="http://schemas.openxmlformats.org/officeDocument/2006/relationships/image" Target="../media/image645.png"/><Relationship Id="rId75" Type="http://schemas.openxmlformats.org/officeDocument/2006/relationships/customXml" Target="../ink/ink615.xml"/><Relationship Id="rId91" Type="http://schemas.openxmlformats.org/officeDocument/2006/relationships/customXml" Target="../ink/ink623.xml"/><Relationship Id="rId96" Type="http://schemas.openxmlformats.org/officeDocument/2006/relationships/image" Target="../media/image6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5.png"/><Relationship Id="rId23" Type="http://schemas.openxmlformats.org/officeDocument/2006/relationships/customXml" Target="../ink/ink589.xml"/><Relationship Id="rId28" Type="http://schemas.openxmlformats.org/officeDocument/2006/relationships/image" Target="../media/image277.png"/><Relationship Id="rId49" Type="http://schemas.openxmlformats.org/officeDocument/2006/relationships/customXml" Target="../ink/ink602.xml"/><Relationship Id="rId114" Type="http://schemas.openxmlformats.org/officeDocument/2006/relationships/image" Target="../media/image667.png"/><Relationship Id="rId10" Type="http://schemas.openxmlformats.org/officeDocument/2006/relationships/image" Target="../media/image617.png"/><Relationship Id="rId31" Type="http://schemas.openxmlformats.org/officeDocument/2006/relationships/customXml" Target="../ink/ink593.xml"/><Relationship Id="rId44" Type="http://schemas.openxmlformats.org/officeDocument/2006/relationships/image" Target="../media/image633.png"/><Relationship Id="rId52" Type="http://schemas.openxmlformats.org/officeDocument/2006/relationships/image" Target="../media/image637.png"/><Relationship Id="rId60" Type="http://schemas.openxmlformats.org/officeDocument/2006/relationships/image" Target="../media/image340.png"/><Relationship Id="rId65" Type="http://schemas.openxmlformats.org/officeDocument/2006/relationships/customXml" Target="../ink/ink610.xml"/><Relationship Id="rId73" Type="http://schemas.openxmlformats.org/officeDocument/2006/relationships/customXml" Target="../ink/ink614.xml"/><Relationship Id="rId78" Type="http://schemas.openxmlformats.org/officeDocument/2006/relationships/image" Target="../media/image649.png"/><Relationship Id="rId81" Type="http://schemas.openxmlformats.org/officeDocument/2006/relationships/customXml" Target="../ink/ink618.xml"/><Relationship Id="rId86" Type="http://schemas.openxmlformats.org/officeDocument/2006/relationships/image" Target="../media/image653.png"/><Relationship Id="rId94" Type="http://schemas.openxmlformats.org/officeDocument/2006/relationships/image" Target="../media/image657.png"/><Relationship Id="rId99" Type="http://schemas.openxmlformats.org/officeDocument/2006/relationships/customXml" Target="../ink/ink627.xml"/><Relationship Id="rId101" Type="http://schemas.openxmlformats.org/officeDocument/2006/relationships/customXml" Target="../ink/ink628.xml"/><Relationship Id="rId4" Type="http://schemas.openxmlformats.org/officeDocument/2006/relationships/image" Target="../media/image614.png"/><Relationship Id="rId9" Type="http://schemas.openxmlformats.org/officeDocument/2006/relationships/customXml" Target="../ink/ink582.xml"/><Relationship Id="rId13" Type="http://schemas.openxmlformats.org/officeDocument/2006/relationships/customXml" Target="../ink/ink584.xml"/><Relationship Id="rId18" Type="http://schemas.openxmlformats.org/officeDocument/2006/relationships/image" Target="../media/image621.png"/><Relationship Id="rId39" Type="http://schemas.openxmlformats.org/officeDocument/2006/relationships/customXml" Target="../ink/ink597.xml"/><Relationship Id="rId109" Type="http://schemas.openxmlformats.org/officeDocument/2006/relationships/customXml" Target="../ink/ink632.xml"/><Relationship Id="rId34" Type="http://schemas.openxmlformats.org/officeDocument/2006/relationships/image" Target="../media/image628.png"/><Relationship Id="rId50" Type="http://schemas.openxmlformats.org/officeDocument/2006/relationships/image" Target="../media/image636.png"/><Relationship Id="rId55" Type="http://schemas.openxmlformats.org/officeDocument/2006/relationships/customXml" Target="../ink/ink605.xml"/><Relationship Id="rId76" Type="http://schemas.openxmlformats.org/officeDocument/2006/relationships/image" Target="../media/image648.png"/><Relationship Id="rId97" Type="http://schemas.openxmlformats.org/officeDocument/2006/relationships/customXml" Target="../ink/ink626.xml"/><Relationship Id="rId104" Type="http://schemas.openxmlformats.org/officeDocument/2006/relationships/image" Target="../media/image662.png"/><Relationship Id="rId7" Type="http://schemas.openxmlformats.org/officeDocument/2006/relationships/customXml" Target="../ink/ink581.xml"/><Relationship Id="rId71" Type="http://schemas.openxmlformats.org/officeDocument/2006/relationships/customXml" Target="../ink/ink613.xml"/><Relationship Id="rId92" Type="http://schemas.openxmlformats.org/officeDocument/2006/relationships/image" Target="../media/image656.png"/><Relationship Id="rId2" Type="http://schemas.openxmlformats.org/officeDocument/2006/relationships/image" Target="../media/image613.png"/><Relationship Id="rId29" Type="http://schemas.openxmlformats.org/officeDocument/2006/relationships/customXml" Target="../ink/ink592.xml"/><Relationship Id="rId24" Type="http://schemas.openxmlformats.org/officeDocument/2006/relationships/image" Target="../media/image624.png"/><Relationship Id="rId40" Type="http://schemas.openxmlformats.org/officeDocument/2006/relationships/image" Target="../media/image631.png"/><Relationship Id="rId45" Type="http://schemas.openxmlformats.org/officeDocument/2006/relationships/customXml" Target="../ink/ink600.xml"/><Relationship Id="rId66" Type="http://schemas.openxmlformats.org/officeDocument/2006/relationships/image" Target="../media/image643.png"/><Relationship Id="rId87" Type="http://schemas.openxmlformats.org/officeDocument/2006/relationships/customXml" Target="../ink/ink621.xml"/><Relationship Id="rId110" Type="http://schemas.openxmlformats.org/officeDocument/2006/relationships/image" Target="../media/image665.png"/><Relationship Id="rId115" Type="http://schemas.openxmlformats.org/officeDocument/2006/relationships/customXml" Target="../ink/ink635.xml"/><Relationship Id="rId61" Type="http://schemas.openxmlformats.org/officeDocument/2006/relationships/customXml" Target="../ink/ink608.xml"/><Relationship Id="rId82" Type="http://schemas.openxmlformats.org/officeDocument/2006/relationships/image" Target="../media/image651.png"/><Relationship Id="rId19" Type="http://schemas.openxmlformats.org/officeDocument/2006/relationships/customXml" Target="../ink/ink587.xml"/><Relationship Id="rId14" Type="http://schemas.openxmlformats.org/officeDocument/2006/relationships/image" Target="../media/image619.png"/><Relationship Id="rId30" Type="http://schemas.openxmlformats.org/officeDocument/2006/relationships/image" Target="../media/image626.png"/><Relationship Id="rId35" Type="http://schemas.openxmlformats.org/officeDocument/2006/relationships/customXml" Target="../ink/ink595.xml"/><Relationship Id="rId56" Type="http://schemas.openxmlformats.org/officeDocument/2006/relationships/image" Target="../media/image639.png"/><Relationship Id="rId77" Type="http://schemas.openxmlformats.org/officeDocument/2006/relationships/customXml" Target="../ink/ink616.xml"/><Relationship Id="rId100" Type="http://schemas.openxmlformats.org/officeDocument/2006/relationships/image" Target="../media/image660.png"/><Relationship Id="rId105" Type="http://schemas.openxmlformats.org/officeDocument/2006/relationships/customXml" Target="../ink/ink630.xml"/><Relationship Id="rId8" Type="http://schemas.openxmlformats.org/officeDocument/2006/relationships/image" Target="../media/image616.png"/><Relationship Id="rId51" Type="http://schemas.openxmlformats.org/officeDocument/2006/relationships/customXml" Target="../ink/ink603.xml"/><Relationship Id="rId72" Type="http://schemas.openxmlformats.org/officeDocument/2006/relationships/image" Target="../media/image646.png"/><Relationship Id="rId93" Type="http://schemas.openxmlformats.org/officeDocument/2006/relationships/customXml" Target="../ink/ink624.xml"/><Relationship Id="rId98" Type="http://schemas.openxmlformats.org/officeDocument/2006/relationships/image" Target="../media/image659.png"/><Relationship Id="rId3" Type="http://schemas.openxmlformats.org/officeDocument/2006/relationships/customXml" Target="../ink/ink579.xml"/><Relationship Id="rId25" Type="http://schemas.openxmlformats.org/officeDocument/2006/relationships/customXml" Target="../ink/ink590.xml"/><Relationship Id="rId46" Type="http://schemas.openxmlformats.org/officeDocument/2006/relationships/image" Target="../media/image634.png"/><Relationship Id="rId67" Type="http://schemas.openxmlformats.org/officeDocument/2006/relationships/customXml" Target="../ink/ink611.xml"/><Relationship Id="rId116" Type="http://schemas.openxmlformats.org/officeDocument/2006/relationships/image" Target="../media/image668.png"/><Relationship Id="rId20" Type="http://schemas.openxmlformats.org/officeDocument/2006/relationships/image" Target="../media/image622.png"/><Relationship Id="rId41" Type="http://schemas.openxmlformats.org/officeDocument/2006/relationships/customXml" Target="../ink/ink598.xml"/><Relationship Id="rId62" Type="http://schemas.openxmlformats.org/officeDocument/2006/relationships/image" Target="../media/image641.png"/><Relationship Id="rId83" Type="http://schemas.openxmlformats.org/officeDocument/2006/relationships/customXml" Target="../ink/ink619.xml"/><Relationship Id="rId88" Type="http://schemas.openxmlformats.org/officeDocument/2006/relationships/image" Target="../media/image654.png"/><Relationship Id="rId111" Type="http://schemas.openxmlformats.org/officeDocument/2006/relationships/customXml" Target="../ink/ink633.xml"/><Relationship Id="rId15" Type="http://schemas.openxmlformats.org/officeDocument/2006/relationships/customXml" Target="../ink/ink585.xml"/><Relationship Id="rId36" Type="http://schemas.openxmlformats.org/officeDocument/2006/relationships/image" Target="../media/image629.png"/><Relationship Id="rId57" Type="http://schemas.openxmlformats.org/officeDocument/2006/relationships/customXml" Target="../ink/ink606.xml"/><Relationship Id="rId106" Type="http://schemas.openxmlformats.org/officeDocument/2006/relationships/image" Target="../media/image66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2.png"/><Relationship Id="rId2" Type="http://schemas.openxmlformats.org/officeDocument/2006/relationships/image" Target="../media/image67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7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72D895-051A-4147-9017-0D33B0CB09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sz="9600" b="1" dirty="0"/>
              <a:t>CALCULO II</a:t>
            </a:r>
            <a:endParaRPr lang="es-CO" sz="9600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67BFEC8-6E07-4E2C-967C-EB57831CA8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b="1" i="1" dirty="0"/>
              <a:t>ALCIRA MARTINEZ ALVAREZ</a:t>
            </a:r>
            <a:endParaRPr lang="es-CO" b="1" i="1" dirty="0"/>
          </a:p>
        </p:txBody>
      </p:sp>
    </p:spTree>
    <p:extLst>
      <p:ext uri="{BB962C8B-B14F-4D97-AF65-F5344CB8AC3E}">
        <p14:creationId xmlns:p14="http://schemas.microsoft.com/office/powerpoint/2010/main" val="1727649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32FCE-165C-443C-8988-3C93CE600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OBJETIVOS DE LA CLASE</a:t>
            </a: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7381B8-73E9-44E0-92C9-2C6A3C071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664" y="1540189"/>
            <a:ext cx="8915400" cy="4158246"/>
          </a:xfrm>
        </p:spPr>
        <p:txBody>
          <a:bodyPr>
            <a:noAutofit/>
          </a:bodyPr>
          <a:lstStyle/>
          <a:p>
            <a:r>
              <a:rPr lang="es-MX" sz="3600" b="1" dirty="0"/>
              <a:t>Integrales impropias</a:t>
            </a:r>
          </a:p>
          <a:p>
            <a:r>
              <a:rPr lang="es-MX" sz="3600" b="1" dirty="0"/>
              <a:t>Área entre dos curvas</a:t>
            </a:r>
          </a:p>
          <a:p>
            <a:pPr marL="0" indent="0">
              <a:buNone/>
            </a:pPr>
            <a:endParaRPr lang="es-MX" sz="3600" b="1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E647FF0D-A8C9-4CA0-B518-6926648F4192}"/>
                  </a:ext>
                </a:extLst>
              </p14:cNvPr>
              <p14:cNvContentPartPr/>
              <p14:nvPr/>
            </p14:nvContentPartPr>
            <p14:xfrm>
              <a:off x="7554268" y="1816588"/>
              <a:ext cx="360" cy="36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E647FF0D-A8C9-4CA0-B518-6926648F41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18628" y="1744588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59069C2B-1E1D-45FC-98C9-D8B297B11BAA}"/>
                  </a:ext>
                </a:extLst>
              </p14:cNvPr>
              <p14:cNvContentPartPr/>
              <p14:nvPr/>
            </p14:nvContentPartPr>
            <p14:xfrm>
              <a:off x="7548508" y="1452988"/>
              <a:ext cx="486360" cy="51516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59069C2B-1E1D-45FC-98C9-D8B297B11B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39508" y="1443988"/>
                <a:ext cx="504000" cy="53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7336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BAC79557-B433-49E0-A3D9-DFC70C333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191" y="156055"/>
            <a:ext cx="9857755" cy="692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998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E0CFADF-1EC8-4E22-8929-5AEAA106A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9923" y="165529"/>
            <a:ext cx="3967088" cy="640233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56139827-A881-43F2-A6E6-60FDC8762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2529" y="306206"/>
            <a:ext cx="4148546" cy="527866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A9E5C6E-7074-483B-AF82-0E312ABE62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560" y="404680"/>
            <a:ext cx="4148546" cy="387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192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9003B5D-9DAD-4A84-A56C-C08512C821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9874" y="323556"/>
            <a:ext cx="10376990" cy="2940147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E8DB9BA1-5E54-4697-9CF7-299CB009F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0836" y="3594298"/>
            <a:ext cx="6014524" cy="239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76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BE7CA-62EC-49BE-B3DD-8937DD7D5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2586" y="202080"/>
            <a:ext cx="8911687" cy="1280890"/>
          </a:xfrm>
        </p:spPr>
        <p:txBody>
          <a:bodyPr/>
          <a:lstStyle/>
          <a:p>
            <a:r>
              <a:rPr lang="es-MX" b="1" dirty="0"/>
              <a:t>Integrales impropias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156E0D-5ABF-4DCC-9682-4DA7EC37A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294" y="1042914"/>
            <a:ext cx="8911686" cy="3210189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A4C9AB5-F957-4A6B-B59F-12191BE61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3294" y="4239191"/>
            <a:ext cx="8911686" cy="241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466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D0A418-76B7-47B0-85AA-552EA45AB7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782" y="310808"/>
            <a:ext cx="9910342" cy="1771210"/>
          </a:xfrm>
          <a:prstGeom prst="rect">
            <a:avLst/>
          </a:prstGeom>
        </p:spPr>
      </p:pic>
      <p:pic>
        <p:nvPicPr>
          <p:cNvPr id="5" name="Elementos multimedia en línea 4" title="Introduccion a integrales impropias">
            <a:hlinkClick r:id="" action="ppaction://media"/>
            <a:extLst>
              <a:ext uri="{FF2B5EF4-FFF2-40B4-BE49-F238E27FC236}">
                <a16:creationId xmlns:a16="http://schemas.microsoft.com/office/drawing/2014/main" id="{82B31E37-FA37-4442-96FE-338DE15EFA8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965670" y="1969476"/>
            <a:ext cx="6965852" cy="3918292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19D151C-0225-4C45-AF24-18897BF24ED9}"/>
              </a:ext>
            </a:extLst>
          </p:cNvPr>
          <p:cNvSpPr/>
          <p:nvPr/>
        </p:nvSpPr>
        <p:spPr>
          <a:xfrm>
            <a:off x="4771454" y="6038969"/>
            <a:ext cx="38026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https://youtu.be/WugBA9nH1oA</a:t>
            </a:r>
          </a:p>
        </p:txBody>
      </p:sp>
    </p:spTree>
    <p:extLst>
      <p:ext uri="{BB962C8B-B14F-4D97-AF65-F5344CB8AC3E}">
        <p14:creationId xmlns:p14="http://schemas.microsoft.com/office/powerpoint/2010/main" val="312895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EA949A-E370-47EC-8D53-74EE17EC5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744" y="689230"/>
            <a:ext cx="6451269" cy="91791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578A24D-778E-41F7-827F-D5391B433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231" y="1336164"/>
            <a:ext cx="3567552" cy="552183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8A3BBF9C-F98A-4BC6-A657-1AE72F0C6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0218" y="2284191"/>
            <a:ext cx="4511175" cy="2982718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29DE6412-E4DF-4899-819F-C19DF9974154}"/>
              </a:ext>
            </a:extLst>
          </p:cNvPr>
          <p:cNvSpPr/>
          <p:nvPr/>
        </p:nvSpPr>
        <p:spPr>
          <a:xfrm>
            <a:off x="2312744" y="166042"/>
            <a:ext cx="86879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s-MX" b="1" dirty="0">
                <a:solidFill>
                  <a:srgbClr val="21242C"/>
                </a:solidFill>
                <a:latin typeface="Lato"/>
              </a:rPr>
              <a:t>Evaluar integrales impropias con extremos no acotados</a:t>
            </a:r>
            <a:endParaRPr lang="es-MX" b="1" i="0" dirty="0">
              <a:solidFill>
                <a:srgbClr val="21242C"/>
              </a:solidFill>
              <a:effectLst/>
              <a:latin typeface="Lato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A8136665-E87E-49B0-B366-FACAAEDF6F3A}"/>
                  </a:ext>
                </a:extLst>
              </p14:cNvPr>
              <p14:cNvContentPartPr/>
              <p14:nvPr/>
            </p14:nvContentPartPr>
            <p14:xfrm>
              <a:off x="7647148" y="772588"/>
              <a:ext cx="246600" cy="22644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A8136665-E87E-49B0-B366-FACAAEDF6F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11148" y="700948"/>
                <a:ext cx="318240" cy="37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ECC8EFA4-20C4-4CB2-A7FB-D64DAC0ABEEF}"/>
                  </a:ext>
                </a:extLst>
              </p14:cNvPr>
              <p14:cNvContentPartPr/>
              <p14:nvPr/>
            </p14:nvContentPartPr>
            <p14:xfrm>
              <a:off x="2319148" y="1606708"/>
              <a:ext cx="202680" cy="2235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ECC8EFA4-20C4-4CB2-A7FB-D64DAC0ABEE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83148" y="1535068"/>
                <a:ext cx="27432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71DA7B82-DDED-401A-9746-02EBCAB25878}"/>
                  </a:ext>
                </a:extLst>
              </p14:cNvPr>
              <p14:cNvContentPartPr/>
              <p14:nvPr/>
            </p14:nvContentPartPr>
            <p14:xfrm>
              <a:off x="4259908" y="3834388"/>
              <a:ext cx="219240" cy="24264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71DA7B82-DDED-401A-9746-02EBCAB2587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223908" y="3762388"/>
                <a:ext cx="290880" cy="38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CA45AA14-D946-4518-BE19-FBB877A64E25}"/>
                  </a:ext>
                </a:extLst>
              </p14:cNvPr>
              <p14:cNvContentPartPr/>
              <p14:nvPr/>
            </p14:nvContentPartPr>
            <p14:xfrm>
              <a:off x="3806308" y="5451148"/>
              <a:ext cx="188280" cy="2196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CA45AA14-D946-4518-BE19-FBB877A64E2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70668" y="5379148"/>
                <a:ext cx="259920" cy="36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4F2EDB81-7568-4158-8EBD-F0EC57D886DD}"/>
                  </a:ext>
                </a:extLst>
              </p14:cNvPr>
              <p14:cNvContentPartPr/>
              <p14:nvPr/>
            </p14:nvContentPartPr>
            <p14:xfrm>
              <a:off x="4312468" y="4446388"/>
              <a:ext cx="200520" cy="22428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4F2EDB81-7568-4158-8EBD-F0EC57D886D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94468" y="4410748"/>
                <a:ext cx="23616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1BA3E576-D97D-4D03-BD1D-53848FA664FD}"/>
                  </a:ext>
                </a:extLst>
              </p14:cNvPr>
              <p14:cNvContentPartPr/>
              <p14:nvPr/>
            </p14:nvContentPartPr>
            <p14:xfrm>
              <a:off x="4784068" y="5432068"/>
              <a:ext cx="203760" cy="22428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1BA3E576-D97D-4D03-BD1D-53848FA664F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766428" y="5396428"/>
                <a:ext cx="2394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B74018B4-5218-4C1A-8B7C-658F9D3D5930}"/>
                  </a:ext>
                </a:extLst>
              </p14:cNvPr>
              <p14:cNvContentPartPr/>
              <p14:nvPr/>
            </p14:nvContentPartPr>
            <p14:xfrm>
              <a:off x="4102588" y="5313628"/>
              <a:ext cx="171720" cy="3276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B74018B4-5218-4C1A-8B7C-658F9D3D593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093948" y="5304628"/>
                <a:ext cx="18936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745C8F40-066D-489D-8D0E-6902ABF17457}"/>
                  </a:ext>
                </a:extLst>
              </p14:cNvPr>
              <p14:cNvContentPartPr/>
              <p14:nvPr/>
            </p14:nvContentPartPr>
            <p14:xfrm>
              <a:off x="4257388" y="5713588"/>
              <a:ext cx="721080" cy="13788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745C8F40-066D-489D-8D0E-6902ABF1745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248748" y="5704588"/>
                <a:ext cx="738720" cy="15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D7800752-F42E-4029-8E5A-D1B30DA97000}"/>
                  </a:ext>
                </a:extLst>
              </p14:cNvPr>
              <p14:cNvContentPartPr/>
              <p14:nvPr/>
            </p14:nvContentPartPr>
            <p14:xfrm>
              <a:off x="3628468" y="5889628"/>
              <a:ext cx="1999440" cy="88092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D7800752-F42E-4029-8E5A-D1B30DA9700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619828" y="5880632"/>
                <a:ext cx="2017080" cy="8985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0DDBF34C-8852-455C-A7F2-A1F30826E123}"/>
                  </a:ext>
                </a:extLst>
              </p14:cNvPr>
              <p14:cNvContentPartPr/>
              <p14:nvPr/>
            </p14:nvContentPartPr>
            <p14:xfrm>
              <a:off x="6990508" y="3291148"/>
              <a:ext cx="181440" cy="23832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0DDBF34C-8852-455C-A7F2-A1F30826E12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954508" y="3219508"/>
                <a:ext cx="253080" cy="38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69661156-3316-4BE4-8D95-4BB055352C5D}"/>
                  </a:ext>
                </a:extLst>
              </p14:cNvPr>
              <p14:cNvContentPartPr/>
              <p14:nvPr/>
            </p14:nvContentPartPr>
            <p14:xfrm>
              <a:off x="9272908" y="3332188"/>
              <a:ext cx="473040" cy="8352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69661156-3316-4BE4-8D95-4BB055352C5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237268" y="3260548"/>
                <a:ext cx="54468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50F8D2CB-1771-4465-9F7D-9C2EFCA59C38}"/>
                  </a:ext>
                </a:extLst>
              </p14:cNvPr>
              <p14:cNvContentPartPr/>
              <p14:nvPr/>
            </p14:nvContentPartPr>
            <p14:xfrm>
              <a:off x="10605628" y="3226348"/>
              <a:ext cx="180720" cy="21348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50F8D2CB-1771-4465-9F7D-9C2EFCA59C38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569988" y="3154348"/>
                <a:ext cx="252360" cy="35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282AA90A-CE3C-48EF-8E85-EDED128E06CE}"/>
                  </a:ext>
                </a:extLst>
              </p14:cNvPr>
              <p14:cNvContentPartPr/>
              <p14:nvPr/>
            </p14:nvContentPartPr>
            <p14:xfrm>
              <a:off x="11900908" y="4112308"/>
              <a:ext cx="141120" cy="213120"/>
            </p14:xfrm>
          </p:contentPart>
        </mc:Choice>
        <mc:Fallback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282AA90A-CE3C-48EF-8E85-EDED128E06C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1891908" y="4103308"/>
                <a:ext cx="158760" cy="23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C8B13521-1A23-4B80-8E35-B6FD2185F999}"/>
                  </a:ext>
                </a:extLst>
              </p14:cNvPr>
              <p14:cNvContentPartPr/>
              <p14:nvPr/>
            </p14:nvContentPartPr>
            <p14:xfrm>
              <a:off x="10936468" y="4708"/>
              <a:ext cx="1254240" cy="392796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C8B13521-1A23-4B80-8E35-B6FD2185F999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927826" y="-4292"/>
                <a:ext cx="1271885" cy="394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3480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DF14ED3-434D-4AF6-A07F-18EB568ED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026" y="267286"/>
            <a:ext cx="10423749" cy="554267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9496EF4C-338A-4066-A596-F102C06969FC}"/>
                  </a:ext>
                </a:extLst>
              </p14:cNvPr>
              <p14:cNvContentPartPr/>
              <p14:nvPr/>
            </p14:nvContentPartPr>
            <p14:xfrm>
              <a:off x="2321308" y="1038988"/>
              <a:ext cx="243360" cy="21132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9496EF4C-338A-4066-A596-F102C06969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85308" y="966988"/>
                <a:ext cx="31500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46A3C92E-299A-4B4D-99C7-4207EFBA5A18}"/>
                  </a:ext>
                </a:extLst>
              </p14:cNvPr>
              <p14:cNvContentPartPr/>
              <p14:nvPr/>
            </p14:nvContentPartPr>
            <p14:xfrm>
              <a:off x="4539988" y="2807668"/>
              <a:ext cx="186120" cy="2530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46A3C92E-299A-4B4D-99C7-4207EFBA5A1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04348" y="2736028"/>
                <a:ext cx="257760" cy="39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763FD2C4-D43D-40AE-BCF9-10A4394F0A8A}"/>
                  </a:ext>
                </a:extLst>
              </p14:cNvPr>
              <p14:cNvContentPartPr/>
              <p14:nvPr/>
            </p14:nvContentPartPr>
            <p14:xfrm>
              <a:off x="3744748" y="3332188"/>
              <a:ext cx="545040" cy="1386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763FD2C4-D43D-40AE-BCF9-10A4394F0A8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08748" y="3260548"/>
                <a:ext cx="61668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272BFF57-B10E-4C9D-9B30-6C4B553CFFAA}"/>
                  </a:ext>
                </a:extLst>
              </p14:cNvPr>
              <p14:cNvContentPartPr/>
              <p14:nvPr/>
            </p14:nvContentPartPr>
            <p14:xfrm>
              <a:off x="1858348" y="3958588"/>
              <a:ext cx="102600" cy="360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272BFF57-B10E-4C9D-9B30-6C4B553CFFA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849348" y="3949948"/>
                <a:ext cx="1202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E8147E28-C995-4A5F-8611-DDF06D90A39B}"/>
                  </a:ext>
                </a:extLst>
              </p14:cNvPr>
              <p14:cNvContentPartPr/>
              <p14:nvPr/>
            </p14:nvContentPartPr>
            <p14:xfrm>
              <a:off x="1379188" y="4169908"/>
              <a:ext cx="345960" cy="23400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E8147E28-C995-4A5F-8611-DDF06D90A39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70548" y="4160908"/>
                <a:ext cx="36360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C65AE32F-53D0-44A4-8FE6-A05ED66CFE66}"/>
                  </a:ext>
                </a:extLst>
              </p14:cNvPr>
              <p14:cNvContentPartPr/>
              <p14:nvPr/>
            </p14:nvContentPartPr>
            <p14:xfrm>
              <a:off x="2031508" y="3845188"/>
              <a:ext cx="138240" cy="14688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C65AE32F-53D0-44A4-8FE6-A05ED66CFE6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022868" y="3836188"/>
                <a:ext cx="1558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267EA258-49B1-4B6D-A93D-31D1DA762218}"/>
                  </a:ext>
                </a:extLst>
              </p14:cNvPr>
              <p14:cNvContentPartPr/>
              <p14:nvPr/>
            </p14:nvContentPartPr>
            <p14:xfrm>
              <a:off x="1407988" y="3892348"/>
              <a:ext cx="378360" cy="17640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267EA258-49B1-4B6D-A93D-31D1DA76221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399348" y="3883708"/>
                <a:ext cx="39600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CCBEB174-A16C-44D9-8703-BB2B67FE7501}"/>
                  </a:ext>
                </a:extLst>
              </p14:cNvPr>
              <p14:cNvContentPartPr/>
              <p14:nvPr/>
            </p14:nvContentPartPr>
            <p14:xfrm>
              <a:off x="1833148" y="4282588"/>
              <a:ext cx="85680" cy="720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CCBEB174-A16C-44D9-8703-BB2B67FE750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824508" y="4273948"/>
                <a:ext cx="10332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3D468824-6C9C-4C90-A124-4E6F3377BF95}"/>
                  </a:ext>
                </a:extLst>
              </p14:cNvPr>
              <p14:cNvContentPartPr/>
              <p14:nvPr/>
            </p14:nvContentPartPr>
            <p14:xfrm>
              <a:off x="1388548" y="4495708"/>
              <a:ext cx="361080" cy="3564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3D468824-6C9C-4C90-A124-4E6F3377BF9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379548" y="4486708"/>
                <a:ext cx="37872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53EFF2DE-7F33-4717-A77A-324FFBEC29F4}"/>
                  </a:ext>
                </a:extLst>
              </p14:cNvPr>
              <p14:cNvContentPartPr/>
              <p14:nvPr/>
            </p14:nvContentPartPr>
            <p14:xfrm>
              <a:off x="2189908" y="4272868"/>
              <a:ext cx="63720" cy="17820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53EFF2DE-7F33-4717-A77A-324FFBEC29F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181268" y="4263868"/>
                <a:ext cx="8136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3E005427-74F3-453A-A934-C4E3E9A63036}"/>
                  </a:ext>
                </a:extLst>
              </p14:cNvPr>
              <p14:cNvContentPartPr/>
              <p14:nvPr/>
            </p14:nvContentPartPr>
            <p14:xfrm>
              <a:off x="1858348" y="4349908"/>
              <a:ext cx="248040" cy="3888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3E005427-74F3-453A-A934-C4E3E9A63036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849361" y="4341268"/>
                <a:ext cx="265654" cy="5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C6342139-37A1-4928-8D35-50D654D81104}"/>
                  </a:ext>
                </a:extLst>
              </p14:cNvPr>
              <p14:cNvContentPartPr/>
              <p14:nvPr/>
            </p14:nvContentPartPr>
            <p14:xfrm>
              <a:off x="1470268" y="4558708"/>
              <a:ext cx="353520" cy="17244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C6342139-37A1-4928-8D35-50D654D8110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61277" y="4550068"/>
                <a:ext cx="371142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1B99F793-484A-4A6A-A14A-91CA9461E82A}"/>
                  </a:ext>
                </a:extLst>
              </p14:cNvPr>
              <p14:cNvContentPartPr/>
              <p14:nvPr/>
            </p14:nvContentPartPr>
            <p14:xfrm>
              <a:off x="1554868" y="4875508"/>
              <a:ext cx="302760" cy="16488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1B99F793-484A-4A6A-A14A-91CA9461E82A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545868" y="4866868"/>
                <a:ext cx="320400" cy="18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3EE4B472-BD19-4DDC-9858-2F3450186B39}"/>
                  </a:ext>
                </a:extLst>
              </p14:cNvPr>
              <p14:cNvContentPartPr/>
              <p14:nvPr/>
            </p14:nvContentPartPr>
            <p14:xfrm>
              <a:off x="1336708" y="4993228"/>
              <a:ext cx="132480" cy="3024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3EE4B472-BD19-4DDC-9858-2F3450186B3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328068" y="4984228"/>
                <a:ext cx="15012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D44F025F-82F2-4E78-B29A-58998537A964}"/>
                  </a:ext>
                </a:extLst>
              </p14:cNvPr>
              <p14:cNvContentPartPr/>
              <p14:nvPr/>
            </p14:nvContentPartPr>
            <p14:xfrm>
              <a:off x="2004148" y="4912588"/>
              <a:ext cx="116640" cy="1404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D44F025F-82F2-4E78-B29A-58998537A96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995148" y="4903588"/>
                <a:ext cx="1342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E184E2F2-4A24-4A73-8962-A2C6D582E7AD}"/>
                  </a:ext>
                </a:extLst>
              </p14:cNvPr>
              <p14:cNvContentPartPr/>
              <p14:nvPr/>
            </p14:nvContentPartPr>
            <p14:xfrm>
              <a:off x="2012788" y="4965508"/>
              <a:ext cx="149760" cy="1008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E184E2F2-4A24-4A73-8962-A2C6D582E7A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004148" y="4956508"/>
                <a:ext cx="1674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B2B3D938-BFB2-4633-8F98-F7694C06E55E}"/>
                  </a:ext>
                </a:extLst>
              </p14:cNvPr>
              <p14:cNvContentPartPr/>
              <p14:nvPr/>
            </p14:nvContentPartPr>
            <p14:xfrm>
              <a:off x="2233828" y="4727908"/>
              <a:ext cx="326880" cy="22680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B2B3D938-BFB2-4633-8F98-F7694C06E55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2225178" y="4719268"/>
                <a:ext cx="344539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D66B8A53-5ED1-4BDF-BDFB-E5B8F8524276}"/>
                  </a:ext>
                </a:extLst>
              </p14:cNvPr>
              <p14:cNvContentPartPr/>
              <p14:nvPr/>
            </p14:nvContentPartPr>
            <p14:xfrm>
              <a:off x="4543948" y="3925828"/>
              <a:ext cx="172080" cy="2988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D66B8A53-5ED1-4BDF-BDFB-E5B8F852427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4534948" y="3917188"/>
                <a:ext cx="1897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64E2B1C5-3E0C-4DD1-B972-F04A3ACD4EDA}"/>
                  </a:ext>
                </a:extLst>
              </p14:cNvPr>
              <p14:cNvContentPartPr/>
              <p14:nvPr/>
            </p14:nvContentPartPr>
            <p14:xfrm>
              <a:off x="5252428" y="3625228"/>
              <a:ext cx="165600" cy="16524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64E2B1C5-3E0C-4DD1-B972-F04A3ACD4EDA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216428" y="3553228"/>
                <a:ext cx="23724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D33340A5-7AF2-46F8-806F-6BF3E67833F8}"/>
                  </a:ext>
                </a:extLst>
              </p14:cNvPr>
              <p14:cNvContentPartPr/>
              <p14:nvPr/>
            </p14:nvContentPartPr>
            <p14:xfrm>
              <a:off x="4987828" y="4426228"/>
              <a:ext cx="105480" cy="15156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D33340A5-7AF2-46F8-806F-6BF3E67833F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4951828" y="4354588"/>
                <a:ext cx="17712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DE1A2320-E6ED-41DF-9178-FCA15B05C0C3}"/>
                  </a:ext>
                </a:extLst>
              </p14:cNvPr>
              <p14:cNvContentPartPr/>
              <p14:nvPr/>
            </p14:nvContentPartPr>
            <p14:xfrm>
              <a:off x="5291668" y="4123828"/>
              <a:ext cx="192600" cy="19872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DE1A2320-E6ED-41DF-9178-FCA15B05C0C3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273668" y="4088188"/>
                <a:ext cx="228240" cy="27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F2CE427B-36D1-4559-8FB0-E6638C89F6FC}"/>
                  </a:ext>
                </a:extLst>
              </p14:cNvPr>
              <p14:cNvContentPartPr/>
              <p14:nvPr/>
            </p14:nvContentPartPr>
            <p14:xfrm>
              <a:off x="5498668" y="4484548"/>
              <a:ext cx="183960" cy="18252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F2CE427B-36D1-4559-8FB0-E6638C89F6FC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5481028" y="4448548"/>
                <a:ext cx="21960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0DA31578-4BBD-4BAD-BFF6-0922F5DF664E}"/>
                  </a:ext>
                </a:extLst>
              </p14:cNvPr>
              <p14:cNvContentPartPr/>
              <p14:nvPr/>
            </p14:nvContentPartPr>
            <p14:xfrm>
              <a:off x="4463668" y="4779748"/>
              <a:ext cx="692640" cy="90468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0DA31578-4BBD-4BAD-BFF6-0922F5DF664E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4455028" y="4770748"/>
                <a:ext cx="710280" cy="9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E511D579-8868-4678-86C1-0EDF46F9AAC2}"/>
                  </a:ext>
                </a:extLst>
              </p14:cNvPr>
              <p14:cNvContentPartPr/>
              <p14:nvPr/>
            </p14:nvContentPartPr>
            <p14:xfrm>
              <a:off x="6077908" y="4519108"/>
              <a:ext cx="186120" cy="18216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E511D579-8868-4678-86C1-0EDF46F9AAC2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068908" y="4510108"/>
                <a:ext cx="20376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24C912F3-B3B8-4218-B5E0-AB8023CC8928}"/>
                  </a:ext>
                </a:extLst>
              </p14:cNvPr>
              <p14:cNvContentPartPr/>
              <p14:nvPr/>
            </p14:nvContentPartPr>
            <p14:xfrm>
              <a:off x="5844628" y="4582108"/>
              <a:ext cx="136080" cy="7884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24C912F3-B3B8-4218-B5E0-AB8023CC892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835652" y="4573108"/>
                <a:ext cx="153673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8B366B62-C059-4D60-B032-421B4A6D413F}"/>
                  </a:ext>
                </a:extLst>
              </p14:cNvPr>
              <p14:cNvContentPartPr/>
              <p14:nvPr/>
            </p14:nvContentPartPr>
            <p14:xfrm>
              <a:off x="6390748" y="4499668"/>
              <a:ext cx="154080" cy="20592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8B366B62-C059-4D60-B032-421B4A6D413F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381748" y="4490668"/>
                <a:ext cx="17172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F95082CA-417F-46A3-A9CD-4C70B22E8731}"/>
                  </a:ext>
                </a:extLst>
              </p14:cNvPr>
              <p14:cNvContentPartPr/>
              <p14:nvPr/>
            </p14:nvContentPartPr>
            <p14:xfrm>
              <a:off x="6633748" y="4478788"/>
              <a:ext cx="51840" cy="19008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F95082CA-417F-46A3-A9CD-4C70B22E873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624748" y="4469788"/>
                <a:ext cx="69480" cy="20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BCA7A741-8AA9-4D28-B1EF-AB64CDA98168}"/>
                  </a:ext>
                </a:extLst>
              </p14:cNvPr>
              <p14:cNvContentPartPr/>
              <p14:nvPr/>
            </p14:nvContentPartPr>
            <p14:xfrm>
              <a:off x="7338628" y="1006228"/>
              <a:ext cx="222120" cy="19512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BCA7A741-8AA9-4D28-B1EF-AB64CDA9816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302628" y="934588"/>
                <a:ext cx="293760" cy="33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9D58DA4C-3BB3-4B84-B275-090F27F585BB}"/>
                  </a:ext>
                </a:extLst>
              </p14:cNvPr>
              <p14:cNvContentPartPr/>
              <p14:nvPr/>
            </p14:nvContentPartPr>
            <p14:xfrm>
              <a:off x="9940708" y="2800828"/>
              <a:ext cx="167760" cy="22752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9D58DA4C-3BB3-4B84-B275-090F27F585BB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9905068" y="2728828"/>
                <a:ext cx="23940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FA12124A-FEA2-469D-94DC-DB2AB33F745C}"/>
                  </a:ext>
                </a:extLst>
              </p14:cNvPr>
              <p14:cNvContentPartPr/>
              <p14:nvPr/>
            </p14:nvContentPartPr>
            <p14:xfrm>
              <a:off x="9107308" y="3348748"/>
              <a:ext cx="599400" cy="8748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FA12124A-FEA2-469D-94DC-DB2AB33F745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9071308" y="3277108"/>
                <a:ext cx="6710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92F2483A-83C3-4B42-B1CA-13C0CBD1119E}"/>
                  </a:ext>
                </a:extLst>
              </p14:cNvPr>
              <p14:cNvContentPartPr/>
              <p14:nvPr/>
            </p14:nvContentPartPr>
            <p14:xfrm>
              <a:off x="10889308" y="3587788"/>
              <a:ext cx="185400" cy="14400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92F2483A-83C3-4B42-B1CA-13C0CBD1119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853668" y="3516148"/>
                <a:ext cx="257040" cy="28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DBCDDCD4-6D86-46FE-BDDB-F51E256EEE21}"/>
                  </a:ext>
                </a:extLst>
              </p14:cNvPr>
              <p14:cNvContentPartPr/>
              <p14:nvPr/>
            </p14:nvContentPartPr>
            <p14:xfrm>
              <a:off x="9118108" y="4139668"/>
              <a:ext cx="518400" cy="5904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DBCDDCD4-6D86-46FE-BDDB-F51E256EEE21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082468" y="4067668"/>
                <a:ext cx="5900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76A24C1C-8E47-4567-A7EA-42F250504BCC}"/>
                  </a:ext>
                </a:extLst>
              </p14:cNvPr>
              <p14:cNvContentPartPr/>
              <p14:nvPr/>
            </p14:nvContentPartPr>
            <p14:xfrm>
              <a:off x="10489708" y="4473028"/>
              <a:ext cx="156240" cy="211680"/>
            </p14:xfrm>
          </p:contentPart>
        </mc:Choice>
        <mc:Fallback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76A24C1C-8E47-4567-A7EA-42F250504BC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454068" y="4401388"/>
                <a:ext cx="22788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7B163344-0564-42C4-A23B-9540FAFC5230}"/>
                  </a:ext>
                </a:extLst>
              </p14:cNvPr>
              <p14:cNvContentPartPr/>
              <p14:nvPr/>
            </p14:nvContentPartPr>
            <p14:xfrm>
              <a:off x="9096148" y="4705588"/>
              <a:ext cx="571680" cy="14292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7B163344-0564-42C4-A23B-9540FAFC5230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060148" y="4633588"/>
                <a:ext cx="643320" cy="28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1066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s multimedia en línea 2" title="Integral impropia divergente">
            <a:hlinkClick r:id="" action="ppaction://media"/>
            <a:extLst>
              <a:ext uri="{FF2B5EF4-FFF2-40B4-BE49-F238E27FC236}">
                <a16:creationId xmlns:a16="http://schemas.microsoft.com/office/drawing/2014/main" id="{CE723FE7-2423-4534-A7AA-92460FD83B0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549769" y="721409"/>
            <a:ext cx="6614160" cy="3720465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AFCB2A57-9ECF-43E9-8F1E-1FE2CB000483}"/>
              </a:ext>
            </a:extLst>
          </p:cNvPr>
          <p:cNvSpPr/>
          <p:nvPr/>
        </p:nvSpPr>
        <p:spPr>
          <a:xfrm>
            <a:off x="3585151" y="4791780"/>
            <a:ext cx="3671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dirty="0"/>
              <a:t>https://youtu.be/YptEbm3H4H8</a:t>
            </a:r>
          </a:p>
        </p:txBody>
      </p:sp>
    </p:spTree>
    <p:extLst>
      <p:ext uri="{BB962C8B-B14F-4D97-AF65-F5344CB8AC3E}">
        <p14:creationId xmlns:p14="http://schemas.microsoft.com/office/powerpoint/2010/main" val="4052512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DEEE16D-C441-4CE9-AA56-C97D74758B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826" y="340922"/>
            <a:ext cx="9329339" cy="407633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Entrada de lápiz 1">
                <a:extLst>
                  <a:ext uri="{FF2B5EF4-FFF2-40B4-BE49-F238E27FC236}">
                    <a16:creationId xmlns:a16="http://schemas.microsoft.com/office/drawing/2014/main" id="{8784B2E3-1A13-4DC2-8EEF-85799F24DFA9}"/>
                  </a:ext>
                </a:extLst>
              </p14:cNvPr>
              <p14:cNvContentPartPr/>
              <p14:nvPr/>
            </p14:nvContentPartPr>
            <p14:xfrm>
              <a:off x="2935828" y="1885708"/>
              <a:ext cx="202320" cy="213120"/>
            </p14:xfrm>
          </p:contentPart>
        </mc:Choice>
        <mc:Fallback>
          <p:pic>
            <p:nvPicPr>
              <p:cNvPr id="2" name="Entrada de lápiz 1">
                <a:extLst>
                  <a:ext uri="{FF2B5EF4-FFF2-40B4-BE49-F238E27FC236}">
                    <a16:creationId xmlns:a16="http://schemas.microsoft.com/office/drawing/2014/main" id="{8784B2E3-1A13-4DC2-8EEF-85799F24DF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99828" y="1814068"/>
                <a:ext cx="273960" cy="35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8679DEF5-8472-4C0A-A7CE-6CC3D9B90C37}"/>
                  </a:ext>
                </a:extLst>
              </p14:cNvPr>
              <p14:cNvContentPartPr/>
              <p14:nvPr/>
            </p14:nvContentPartPr>
            <p14:xfrm>
              <a:off x="4601908" y="1823428"/>
              <a:ext cx="160920" cy="2113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8679DEF5-8472-4C0A-A7CE-6CC3D9B90C3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566268" y="1751788"/>
                <a:ext cx="232560" cy="35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DA08CD7A-0DB5-46B0-AB9C-3F90C67DE1B3}"/>
                  </a:ext>
                </a:extLst>
              </p14:cNvPr>
              <p14:cNvContentPartPr/>
              <p14:nvPr/>
            </p14:nvContentPartPr>
            <p14:xfrm>
              <a:off x="3788668" y="2446588"/>
              <a:ext cx="550800" cy="1008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DA08CD7A-0DB5-46B0-AB9C-3F90C67DE1B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52668" y="2374588"/>
                <a:ext cx="6224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05BFDD06-D9D3-4D4D-89C3-F477AB83BD3A}"/>
                  </a:ext>
                </a:extLst>
              </p14:cNvPr>
              <p14:cNvContentPartPr/>
              <p14:nvPr/>
            </p14:nvContentPartPr>
            <p14:xfrm>
              <a:off x="5079268" y="2597428"/>
              <a:ext cx="212040" cy="2437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05BFDD06-D9D3-4D4D-89C3-F477AB83BD3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043628" y="2525788"/>
                <a:ext cx="283680" cy="38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FABC539C-7CE6-4EEB-A049-CD6937D4A69B}"/>
                  </a:ext>
                </a:extLst>
              </p14:cNvPr>
              <p14:cNvContentPartPr/>
              <p14:nvPr/>
            </p14:nvContentPartPr>
            <p14:xfrm>
              <a:off x="5093308" y="3170188"/>
              <a:ext cx="183600" cy="2235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FABC539C-7CE6-4EEB-A049-CD6937D4A69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75308" y="3134188"/>
                <a:ext cx="21924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DA5D42CE-BA20-4498-8ECB-7FC9650ABFAD}"/>
                  </a:ext>
                </a:extLst>
              </p14:cNvPr>
              <p14:cNvContentPartPr/>
              <p14:nvPr/>
            </p14:nvContentPartPr>
            <p14:xfrm>
              <a:off x="9261388" y="789868"/>
              <a:ext cx="190080" cy="23976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DA5D42CE-BA20-4498-8ECB-7FC9650ABFA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252748" y="780868"/>
                <a:ext cx="2077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368AE29F-9581-4737-B0F1-DC1ABEACBE12}"/>
                  </a:ext>
                </a:extLst>
              </p14:cNvPr>
              <p14:cNvContentPartPr/>
              <p14:nvPr/>
            </p14:nvContentPartPr>
            <p14:xfrm>
              <a:off x="9362188" y="459388"/>
              <a:ext cx="60120" cy="23076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368AE29F-9581-4737-B0F1-DC1ABEACBE1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353188" y="450388"/>
                <a:ext cx="777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74841B80-A0C5-4423-9D3A-49796FF7B565}"/>
                  </a:ext>
                </a:extLst>
              </p14:cNvPr>
              <p14:cNvContentPartPr/>
              <p14:nvPr/>
            </p14:nvContentPartPr>
            <p14:xfrm>
              <a:off x="9932428" y="471268"/>
              <a:ext cx="210960" cy="15084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74841B80-A0C5-4423-9D3A-49796FF7B56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923428" y="462268"/>
                <a:ext cx="22860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EB3C4BC5-7B32-4AA9-9F41-7739A0A9F5EF}"/>
                  </a:ext>
                </a:extLst>
              </p14:cNvPr>
              <p14:cNvContentPartPr/>
              <p14:nvPr/>
            </p14:nvContentPartPr>
            <p14:xfrm>
              <a:off x="9637948" y="534628"/>
              <a:ext cx="187920" cy="8388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EB3C4BC5-7B32-4AA9-9F41-7739A0A9F5E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628948" y="525666"/>
                <a:ext cx="205560" cy="1014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EDE611F3-610A-4C3D-8D26-D1DBD5160BEF}"/>
                  </a:ext>
                </a:extLst>
              </p14:cNvPr>
              <p14:cNvContentPartPr/>
              <p14:nvPr/>
            </p14:nvContentPartPr>
            <p14:xfrm>
              <a:off x="8686108" y="288388"/>
              <a:ext cx="484200" cy="55152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EDE611F3-610A-4C3D-8D26-D1DBD5160BE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677115" y="279742"/>
                <a:ext cx="501827" cy="5691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C6184CAB-4AE8-4FE3-98AB-41846ADC3877}"/>
                  </a:ext>
                </a:extLst>
              </p14:cNvPr>
              <p14:cNvContentPartPr/>
              <p14:nvPr/>
            </p14:nvContentPartPr>
            <p14:xfrm>
              <a:off x="10107388" y="1280188"/>
              <a:ext cx="75240" cy="22248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C6184CAB-4AE8-4FE3-98AB-41846ADC3877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098748" y="1271548"/>
                <a:ext cx="9288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233E44B6-0A54-4391-84D1-65E60B2CAEB5}"/>
                  </a:ext>
                </a:extLst>
              </p14:cNvPr>
              <p14:cNvContentPartPr/>
              <p14:nvPr/>
            </p14:nvContentPartPr>
            <p14:xfrm>
              <a:off x="9772948" y="1392148"/>
              <a:ext cx="202320" cy="9108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233E44B6-0A54-4391-84D1-65E60B2CAEB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764308" y="1383474"/>
                <a:ext cx="219960" cy="1087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8C72E7E1-7D9D-47C5-B28C-2A26F157B564}"/>
                  </a:ext>
                </a:extLst>
              </p14:cNvPr>
              <p14:cNvContentPartPr/>
              <p14:nvPr/>
            </p14:nvContentPartPr>
            <p14:xfrm>
              <a:off x="9424828" y="1265068"/>
              <a:ext cx="220680" cy="37764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8C72E7E1-7D9D-47C5-B28C-2A26F157B564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415843" y="1256068"/>
                <a:ext cx="238291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4B151AB1-4300-4CFD-ADCE-07D14D1C4F7B}"/>
                  </a:ext>
                </a:extLst>
              </p14:cNvPr>
              <p14:cNvContentPartPr/>
              <p14:nvPr/>
            </p14:nvContentPartPr>
            <p14:xfrm>
              <a:off x="4766788" y="3531628"/>
              <a:ext cx="157680" cy="22320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4B151AB1-4300-4CFD-ADCE-07D14D1C4F7B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730788" y="3459628"/>
                <a:ext cx="2293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F1C11C87-4997-463A-A375-6C2075B88EB4}"/>
                  </a:ext>
                </a:extLst>
              </p14:cNvPr>
              <p14:cNvContentPartPr/>
              <p14:nvPr/>
            </p14:nvContentPartPr>
            <p14:xfrm>
              <a:off x="3738628" y="3921868"/>
              <a:ext cx="451440" cy="43488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F1C11C87-4997-463A-A375-6C2075B88EB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729628" y="3913228"/>
                <a:ext cx="469080" cy="45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07463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B69DB8E-9274-4285-8039-D3A23747E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798" y="336460"/>
            <a:ext cx="6387539" cy="62200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62F83D14-3EEA-47CC-9120-DBDBB17C814A}"/>
                  </a:ext>
                </a:extLst>
              </p14:cNvPr>
              <p14:cNvContentPartPr/>
              <p14:nvPr/>
            </p14:nvContentPartPr>
            <p14:xfrm>
              <a:off x="4906828" y="5724028"/>
              <a:ext cx="360" cy="147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62F83D14-3EEA-47CC-9120-DBDBB17C814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71188" y="5652028"/>
                <a:ext cx="7200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4400A3B0-892E-4005-A2D1-277FC2E24480}"/>
                  </a:ext>
                </a:extLst>
              </p14:cNvPr>
              <p14:cNvContentPartPr/>
              <p14:nvPr/>
            </p14:nvContentPartPr>
            <p14:xfrm>
              <a:off x="7068628" y="1320508"/>
              <a:ext cx="193680" cy="1724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4400A3B0-892E-4005-A2D1-277FC2E2448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32988" y="1248868"/>
                <a:ext cx="26532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B7DC316B-3929-4469-B411-A9927496FDF8}"/>
                  </a:ext>
                </a:extLst>
              </p14:cNvPr>
              <p14:cNvContentPartPr/>
              <p14:nvPr/>
            </p14:nvContentPartPr>
            <p14:xfrm>
              <a:off x="5538628" y="3287908"/>
              <a:ext cx="6783480" cy="24048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B7DC316B-3929-4469-B411-A9927496FD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502628" y="3216268"/>
                <a:ext cx="6855120" cy="38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695E3371-5B6C-4E33-A6B1-119A72A1FE2D}"/>
                  </a:ext>
                </a:extLst>
              </p14:cNvPr>
              <p14:cNvContentPartPr/>
              <p14:nvPr/>
            </p14:nvContentPartPr>
            <p14:xfrm>
              <a:off x="12198268" y="3051028"/>
              <a:ext cx="191880" cy="3373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695E3371-5B6C-4E33-A6B1-119A72A1FE2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2162268" y="2979388"/>
                <a:ext cx="263520" cy="48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F45F6472-729E-405F-90F4-E6DA022A4B4F}"/>
                  </a:ext>
                </a:extLst>
              </p14:cNvPr>
              <p14:cNvContentPartPr/>
              <p14:nvPr/>
            </p14:nvContentPartPr>
            <p14:xfrm>
              <a:off x="8831908" y="1710748"/>
              <a:ext cx="3273840" cy="56520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F45F6472-729E-405F-90F4-E6DA022A4B4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822909" y="1702108"/>
                <a:ext cx="3291478" cy="58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6564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E1AF453-CCF4-493A-932B-87E7E5CC7181}"/>
              </a:ext>
            </a:extLst>
          </p:cNvPr>
          <p:cNvSpPr/>
          <p:nvPr/>
        </p:nvSpPr>
        <p:spPr>
          <a:xfrm>
            <a:off x="2808848" y="221958"/>
            <a:ext cx="81498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s-MX" b="1" dirty="0">
                <a:solidFill>
                  <a:srgbClr val="21242C"/>
                </a:solidFill>
                <a:latin typeface="Lato"/>
              </a:rPr>
              <a:t>Evaluar integrales impropias con una función no acotada</a:t>
            </a:r>
            <a:endParaRPr lang="es-MX" b="1" i="0" dirty="0">
              <a:solidFill>
                <a:srgbClr val="21242C"/>
              </a:solidFill>
              <a:effectLst/>
              <a:latin typeface="Lato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6672AE-D943-42E2-BFA1-75FCFC5754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123" y="757458"/>
            <a:ext cx="6800850" cy="165735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58D1247-2C01-4897-8497-945AC4309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7299" y="2605594"/>
            <a:ext cx="2647950" cy="3686175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5591680-D7E2-4B55-9445-EFDF52F08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3331" y="2909081"/>
            <a:ext cx="6524625" cy="23622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58100746-BA7E-4A9F-B89A-16A4D256BB81}"/>
                  </a:ext>
                </a:extLst>
              </p14:cNvPr>
              <p14:cNvContentPartPr/>
              <p14:nvPr/>
            </p14:nvContentPartPr>
            <p14:xfrm>
              <a:off x="4096468" y="4662028"/>
              <a:ext cx="140040" cy="18072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58100746-BA7E-4A9F-B89A-16A4D256BB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60468" y="4590028"/>
                <a:ext cx="21168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CA299C10-408E-426D-8934-913CE339563D}"/>
                  </a:ext>
                </a:extLst>
              </p14:cNvPr>
              <p14:cNvContentPartPr/>
              <p14:nvPr/>
            </p14:nvContentPartPr>
            <p14:xfrm>
              <a:off x="3825028" y="5453668"/>
              <a:ext cx="116280" cy="16524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CA299C10-408E-426D-8934-913CE339563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89388" y="5381668"/>
                <a:ext cx="18792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92A78912-EF53-404B-A7E0-978C24A008C9}"/>
                  </a:ext>
                </a:extLst>
              </p14:cNvPr>
              <p14:cNvContentPartPr/>
              <p14:nvPr/>
            </p14:nvContentPartPr>
            <p14:xfrm>
              <a:off x="7129828" y="1683388"/>
              <a:ext cx="142920" cy="15084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92A78912-EF53-404B-A7E0-978C24A008C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111828" y="1647748"/>
                <a:ext cx="178560" cy="22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7EF01EAA-06CB-47EC-A1BC-7946A61965A8}"/>
                  </a:ext>
                </a:extLst>
              </p14:cNvPr>
              <p14:cNvContentPartPr/>
              <p14:nvPr/>
            </p14:nvContentPartPr>
            <p14:xfrm>
              <a:off x="6726628" y="1659628"/>
              <a:ext cx="67320" cy="13860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7EF01EAA-06CB-47EC-A1BC-7946A61965A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08988" y="1623988"/>
                <a:ext cx="10296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B9771B8B-BADD-4DE5-AD2D-F8F2B746C00F}"/>
                  </a:ext>
                </a:extLst>
              </p14:cNvPr>
              <p14:cNvContentPartPr/>
              <p14:nvPr/>
            </p14:nvContentPartPr>
            <p14:xfrm>
              <a:off x="6736708" y="1682308"/>
              <a:ext cx="290160" cy="10512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B9771B8B-BADD-4DE5-AD2D-F8F2B746C00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19068" y="1646668"/>
                <a:ext cx="32580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F0A809D9-0C12-45CE-8FA5-63C86A544E96}"/>
                  </a:ext>
                </a:extLst>
              </p14:cNvPr>
              <p14:cNvContentPartPr/>
              <p14:nvPr/>
            </p14:nvContentPartPr>
            <p14:xfrm>
              <a:off x="3968308" y="5832748"/>
              <a:ext cx="9360" cy="5472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F0A809D9-0C12-45CE-8FA5-63C86A544E9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950668" y="5797108"/>
                <a:ext cx="4500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52E5505A-34AD-4252-8454-1D87FAB7E19A}"/>
                  </a:ext>
                </a:extLst>
              </p14:cNvPr>
              <p14:cNvContentPartPr/>
              <p14:nvPr/>
            </p14:nvContentPartPr>
            <p14:xfrm>
              <a:off x="4404628" y="5484628"/>
              <a:ext cx="206280" cy="13968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52E5505A-34AD-4252-8454-1D87FAB7E19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386628" y="5448988"/>
                <a:ext cx="241920" cy="21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4887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DE23ED6-6296-456F-BC79-E1DD15408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155" y="203908"/>
            <a:ext cx="9426014" cy="657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6738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80D2115-CBA2-4EE6-AB45-365248B61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51" y="487460"/>
            <a:ext cx="11214558" cy="5055211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id="{8A5DCA39-97FB-4A9E-9635-C69742E78F5B}"/>
              </a:ext>
            </a:extLst>
          </p:cNvPr>
          <p:cNvSpPr/>
          <p:nvPr/>
        </p:nvSpPr>
        <p:spPr>
          <a:xfrm>
            <a:off x="4079631" y="562708"/>
            <a:ext cx="1336431" cy="4642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58BA13FC-5824-4882-9378-DA2FA0FF5671}"/>
                  </a:ext>
                </a:extLst>
              </p14:cNvPr>
              <p14:cNvContentPartPr/>
              <p14:nvPr/>
            </p14:nvContentPartPr>
            <p14:xfrm>
              <a:off x="2680948" y="863668"/>
              <a:ext cx="318960" cy="30456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58BA13FC-5824-4882-9378-DA2FA0FF567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1948" y="854668"/>
                <a:ext cx="336600" cy="32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23EA82DF-DA0C-4951-A1CF-738D7B690ACA}"/>
                  </a:ext>
                </a:extLst>
              </p14:cNvPr>
              <p14:cNvContentPartPr/>
              <p14:nvPr/>
            </p14:nvContentPartPr>
            <p14:xfrm>
              <a:off x="1145548" y="763228"/>
              <a:ext cx="1393200" cy="84888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23EA82DF-DA0C-4951-A1CF-738D7B690AC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36908" y="754588"/>
                <a:ext cx="1410840" cy="86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2230628A-8B84-41C3-A7AD-1DDF075DBECF}"/>
                  </a:ext>
                </a:extLst>
              </p14:cNvPr>
              <p14:cNvContentPartPr/>
              <p14:nvPr/>
            </p14:nvContentPartPr>
            <p14:xfrm>
              <a:off x="6499468" y="1380988"/>
              <a:ext cx="162720" cy="2340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2230628A-8B84-41C3-A7AD-1DDF075DBEC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90828" y="1372348"/>
                <a:ext cx="1803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94165A5F-E0AF-45F1-A9DE-2EAC660D5896}"/>
                  </a:ext>
                </a:extLst>
              </p14:cNvPr>
              <p14:cNvContentPartPr/>
              <p14:nvPr/>
            </p14:nvContentPartPr>
            <p14:xfrm>
              <a:off x="6553468" y="1458748"/>
              <a:ext cx="136440" cy="756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94165A5F-E0AF-45F1-A9DE-2EAC660D5896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544828" y="1449748"/>
                <a:ext cx="1540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A25A07F8-AFB0-46AC-93C8-3609F916D1D9}"/>
                  </a:ext>
                </a:extLst>
              </p14:cNvPr>
              <p14:cNvContentPartPr/>
              <p14:nvPr/>
            </p14:nvContentPartPr>
            <p14:xfrm>
              <a:off x="6872788" y="937828"/>
              <a:ext cx="1631520" cy="70128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A25A07F8-AFB0-46AC-93C8-3609F916D1D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64148" y="928828"/>
                <a:ext cx="1649160" cy="71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CAD4FB45-B8FE-4352-8C09-E24D0BE8E979}"/>
                  </a:ext>
                </a:extLst>
              </p14:cNvPr>
              <p14:cNvContentPartPr/>
              <p14:nvPr/>
            </p14:nvContentPartPr>
            <p14:xfrm>
              <a:off x="1699228" y="1404028"/>
              <a:ext cx="175680" cy="25740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CAD4FB45-B8FE-4352-8C09-E24D0BE8E97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663588" y="1332388"/>
                <a:ext cx="247320" cy="40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4CFF468B-7B4A-4B28-9B75-456F1CE7E364}"/>
                  </a:ext>
                </a:extLst>
              </p14:cNvPr>
              <p14:cNvContentPartPr/>
              <p14:nvPr/>
            </p14:nvContentPartPr>
            <p14:xfrm>
              <a:off x="7441948" y="1406188"/>
              <a:ext cx="101520" cy="15084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4CFF468B-7B4A-4B28-9B75-456F1CE7E364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06308" y="1334548"/>
                <a:ext cx="173160" cy="29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37024958-D3B2-4ACD-BD40-F51E09DFE7B3}"/>
                  </a:ext>
                </a:extLst>
              </p14:cNvPr>
              <p14:cNvContentPartPr/>
              <p14:nvPr/>
            </p14:nvContentPartPr>
            <p14:xfrm>
              <a:off x="2246428" y="1376668"/>
              <a:ext cx="158040" cy="19656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37024958-D3B2-4ACD-BD40-F51E09DFE7B3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228788" y="1340668"/>
                <a:ext cx="19368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F28B162C-CAB6-4EED-8260-682A897BE361}"/>
                  </a:ext>
                </a:extLst>
              </p14:cNvPr>
              <p14:cNvContentPartPr/>
              <p14:nvPr/>
            </p14:nvContentPartPr>
            <p14:xfrm>
              <a:off x="8004988" y="1335268"/>
              <a:ext cx="191880" cy="16236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F28B162C-CAB6-4EED-8260-682A897BE361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986988" y="1299268"/>
                <a:ext cx="22752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82D771CC-2722-4D45-B233-B59BC938F2FC}"/>
                  </a:ext>
                </a:extLst>
              </p14:cNvPr>
              <p14:cNvContentPartPr/>
              <p14:nvPr/>
            </p14:nvContentPartPr>
            <p14:xfrm>
              <a:off x="8673148" y="905788"/>
              <a:ext cx="382320" cy="29052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82D771CC-2722-4D45-B233-B59BC938F2FC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664508" y="896799"/>
                <a:ext cx="399960" cy="3081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0F3945DB-871E-41E0-BDB6-7989F0B5A705}"/>
                  </a:ext>
                </a:extLst>
              </p14:cNvPr>
              <p14:cNvContentPartPr/>
              <p14:nvPr/>
            </p14:nvContentPartPr>
            <p14:xfrm>
              <a:off x="1083268" y="2221228"/>
              <a:ext cx="127080" cy="3708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0F3945DB-871E-41E0-BDB6-7989F0B5A70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74628" y="2212588"/>
                <a:ext cx="1447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417214FE-FEED-4987-942E-0B441FA4B377}"/>
                  </a:ext>
                </a:extLst>
              </p14:cNvPr>
              <p14:cNvContentPartPr/>
              <p14:nvPr/>
            </p14:nvContentPartPr>
            <p14:xfrm>
              <a:off x="1103068" y="2300428"/>
              <a:ext cx="104400" cy="1584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417214FE-FEED-4987-942E-0B441FA4B377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094068" y="2291788"/>
                <a:ext cx="12204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16A6F120-A940-4494-83B1-7B1D9192FA31}"/>
                  </a:ext>
                </a:extLst>
              </p14:cNvPr>
              <p14:cNvContentPartPr/>
              <p14:nvPr/>
            </p14:nvContentPartPr>
            <p14:xfrm>
              <a:off x="1487188" y="2318068"/>
              <a:ext cx="262800" cy="18468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16A6F120-A940-4494-83B1-7B1D9192FA3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478188" y="2309428"/>
                <a:ext cx="280440" cy="20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79" name="Entrada de lápiz 78">
                <a:extLst>
                  <a:ext uri="{FF2B5EF4-FFF2-40B4-BE49-F238E27FC236}">
                    <a16:creationId xmlns:a16="http://schemas.microsoft.com/office/drawing/2014/main" id="{CDED7A19-FE67-445F-B061-B1038FC0FE06}"/>
                  </a:ext>
                </a:extLst>
              </p14:cNvPr>
              <p14:cNvContentPartPr/>
              <p14:nvPr/>
            </p14:nvContentPartPr>
            <p14:xfrm>
              <a:off x="2853748" y="2148508"/>
              <a:ext cx="331200" cy="25920"/>
            </p14:xfrm>
          </p:contentPart>
        </mc:Choice>
        <mc:Fallback>
          <p:pic>
            <p:nvPicPr>
              <p:cNvPr id="79" name="Entrada de lápiz 78">
                <a:extLst>
                  <a:ext uri="{FF2B5EF4-FFF2-40B4-BE49-F238E27FC236}">
                    <a16:creationId xmlns:a16="http://schemas.microsoft.com/office/drawing/2014/main" id="{CDED7A19-FE67-445F-B061-B1038FC0FE0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844748" y="2139868"/>
                <a:ext cx="34884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80" name="Entrada de lápiz 79">
                <a:extLst>
                  <a:ext uri="{FF2B5EF4-FFF2-40B4-BE49-F238E27FC236}">
                    <a16:creationId xmlns:a16="http://schemas.microsoft.com/office/drawing/2014/main" id="{F38A6CFD-6BC9-4332-8296-76DA4680C56C}"/>
                  </a:ext>
                </a:extLst>
              </p14:cNvPr>
              <p14:cNvContentPartPr/>
              <p14:nvPr/>
            </p14:nvContentPartPr>
            <p14:xfrm>
              <a:off x="2931148" y="2282068"/>
              <a:ext cx="264600" cy="117000"/>
            </p14:xfrm>
          </p:contentPart>
        </mc:Choice>
        <mc:Fallback>
          <p:pic>
            <p:nvPicPr>
              <p:cNvPr id="80" name="Entrada de lápiz 79">
                <a:extLst>
                  <a:ext uri="{FF2B5EF4-FFF2-40B4-BE49-F238E27FC236}">
                    <a16:creationId xmlns:a16="http://schemas.microsoft.com/office/drawing/2014/main" id="{F38A6CFD-6BC9-4332-8296-76DA4680C56C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922508" y="2273068"/>
                <a:ext cx="2822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B8800BC1-049B-47C0-A479-CBCA7D0C3374}"/>
                  </a:ext>
                </a:extLst>
              </p14:cNvPr>
              <p14:cNvContentPartPr/>
              <p14:nvPr/>
            </p14:nvContentPartPr>
            <p14:xfrm>
              <a:off x="2854468" y="1893268"/>
              <a:ext cx="192600" cy="18000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B8800BC1-049B-47C0-A479-CBCA7D0C337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2845828" y="1884628"/>
                <a:ext cx="21024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F6DDE3B5-C357-424D-A307-57B19A05DF9E}"/>
                  </a:ext>
                </a:extLst>
              </p14:cNvPr>
              <p14:cNvContentPartPr/>
              <p14:nvPr/>
            </p14:nvContentPartPr>
            <p14:xfrm>
              <a:off x="1800748" y="1910548"/>
              <a:ext cx="900360" cy="32220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F6DDE3B5-C357-424D-A307-57B19A05DF9E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791748" y="1901558"/>
                <a:ext cx="918000" cy="339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699EDD72-E5DE-43B0-A45B-ABB466063B78}"/>
                  </a:ext>
                </a:extLst>
              </p14:cNvPr>
              <p14:cNvContentPartPr/>
              <p14:nvPr/>
            </p14:nvContentPartPr>
            <p14:xfrm>
              <a:off x="1387468" y="1981828"/>
              <a:ext cx="237600" cy="27576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699EDD72-E5DE-43B0-A45B-ABB466063B7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378828" y="1972840"/>
                <a:ext cx="255240" cy="2933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9DBA681F-398A-4F9C-A516-DB97B3BC2F7D}"/>
                  </a:ext>
                </a:extLst>
              </p14:cNvPr>
              <p14:cNvContentPartPr/>
              <p14:nvPr/>
            </p14:nvContentPartPr>
            <p14:xfrm>
              <a:off x="1459108" y="2340748"/>
              <a:ext cx="262440" cy="19872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9DBA681F-398A-4F9C-A516-DB97B3BC2F7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423108" y="2268748"/>
                <a:ext cx="334080" cy="34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295C9C82-3CA5-42FC-8FBE-A25BEB75A4EC}"/>
                  </a:ext>
                </a:extLst>
              </p14:cNvPr>
              <p14:cNvContentPartPr/>
              <p14:nvPr/>
            </p14:nvContentPartPr>
            <p14:xfrm>
              <a:off x="2920348" y="2282788"/>
              <a:ext cx="242280" cy="20448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295C9C82-3CA5-42FC-8FBE-A25BEB75A4EC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2884348" y="2211148"/>
                <a:ext cx="31392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86" name="Entrada de lápiz 85">
                <a:extLst>
                  <a:ext uri="{FF2B5EF4-FFF2-40B4-BE49-F238E27FC236}">
                    <a16:creationId xmlns:a16="http://schemas.microsoft.com/office/drawing/2014/main" id="{9924CC82-5C0E-4B46-8F20-1EF9DC0CD507}"/>
                  </a:ext>
                </a:extLst>
              </p14:cNvPr>
              <p14:cNvContentPartPr/>
              <p14:nvPr/>
            </p14:nvContentPartPr>
            <p14:xfrm>
              <a:off x="4114108" y="4762828"/>
              <a:ext cx="11160" cy="360"/>
            </p14:xfrm>
          </p:contentPart>
        </mc:Choice>
        <mc:Fallback>
          <p:pic>
            <p:nvPicPr>
              <p:cNvPr id="86" name="Entrada de lápiz 85">
                <a:extLst>
                  <a:ext uri="{FF2B5EF4-FFF2-40B4-BE49-F238E27FC236}">
                    <a16:creationId xmlns:a16="http://schemas.microsoft.com/office/drawing/2014/main" id="{9924CC82-5C0E-4B46-8F20-1EF9DC0CD50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4078468" y="4691188"/>
                <a:ext cx="828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71AE1650-AB8B-4B14-A3F1-C8D06593389B}"/>
                  </a:ext>
                </a:extLst>
              </p14:cNvPr>
              <p14:cNvContentPartPr/>
              <p14:nvPr/>
            </p14:nvContentPartPr>
            <p14:xfrm>
              <a:off x="6350068" y="3056788"/>
              <a:ext cx="276480" cy="174960"/>
            </p14:xfrm>
          </p:contentPart>
        </mc:Choice>
        <mc:Fallback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71AE1650-AB8B-4B14-A3F1-C8D06593389B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6314428" y="2985148"/>
                <a:ext cx="34812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96DA226B-4F56-4C0C-A008-F68BE1E732A3}"/>
                  </a:ext>
                </a:extLst>
              </p14:cNvPr>
              <p14:cNvContentPartPr/>
              <p14:nvPr/>
            </p14:nvContentPartPr>
            <p14:xfrm>
              <a:off x="7729588" y="3591028"/>
              <a:ext cx="131760" cy="12096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96DA226B-4F56-4C0C-A008-F68BE1E732A3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7693948" y="3519388"/>
                <a:ext cx="20340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297CF5F0-240F-4AB8-BD5C-D752713E13E0}"/>
                  </a:ext>
                </a:extLst>
              </p14:cNvPr>
              <p14:cNvContentPartPr/>
              <p14:nvPr/>
            </p14:nvContentPartPr>
            <p14:xfrm>
              <a:off x="6160348" y="3597508"/>
              <a:ext cx="587520" cy="10476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297CF5F0-240F-4AB8-BD5C-D752713E13E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124348" y="3525508"/>
                <a:ext cx="6591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E758A663-ED75-4501-B4F0-CF35A959D82E}"/>
                  </a:ext>
                </a:extLst>
              </p14:cNvPr>
              <p14:cNvContentPartPr/>
              <p14:nvPr/>
            </p14:nvContentPartPr>
            <p14:xfrm>
              <a:off x="1960588" y="216028"/>
              <a:ext cx="3960" cy="108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E758A663-ED75-4501-B4F0-CF35A959D82E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1924588" y="144028"/>
                <a:ext cx="7560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3A986489-A33C-4657-96BC-0CEA8EE28B39}"/>
                  </a:ext>
                </a:extLst>
              </p14:cNvPr>
              <p14:cNvContentPartPr/>
              <p14:nvPr/>
            </p14:nvContentPartPr>
            <p14:xfrm>
              <a:off x="8030548" y="2608228"/>
              <a:ext cx="135360" cy="13752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3A986489-A33C-4657-96BC-0CEA8EE28B39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994548" y="2536588"/>
                <a:ext cx="207000" cy="28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E5273F44-BD02-4A0E-A4E0-3D4C623AD78D}"/>
                  </a:ext>
                </a:extLst>
              </p14:cNvPr>
              <p14:cNvContentPartPr/>
              <p14:nvPr/>
            </p14:nvContentPartPr>
            <p14:xfrm>
              <a:off x="9599068" y="3162988"/>
              <a:ext cx="153720" cy="11664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E5273F44-BD02-4A0E-A4E0-3D4C623AD78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9563068" y="3090988"/>
                <a:ext cx="225360" cy="26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9EBFA068-7530-474E-AF7A-69A5BDBE2946}"/>
                  </a:ext>
                </a:extLst>
              </p14:cNvPr>
              <p14:cNvContentPartPr/>
              <p14:nvPr/>
            </p14:nvContentPartPr>
            <p14:xfrm>
              <a:off x="8198308" y="3622708"/>
              <a:ext cx="389520" cy="7668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9EBFA068-7530-474E-AF7A-69A5BDBE2946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162668" y="3550708"/>
                <a:ext cx="461160" cy="22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8689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AD2DB3E-EA29-4559-9F86-B5FDA1B93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344" y="457054"/>
            <a:ext cx="11583558" cy="4129014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B416539-95F2-4536-9D8C-4F40648BB542}"/>
              </a:ext>
            </a:extLst>
          </p:cNvPr>
          <p:cNvSpPr/>
          <p:nvPr/>
        </p:nvSpPr>
        <p:spPr>
          <a:xfrm>
            <a:off x="3995225" y="562708"/>
            <a:ext cx="1406769" cy="5345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B9F750D6-05D8-490E-8A82-E36E409402A3}"/>
                  </a:ext>
                </a:extLst>
              </p14:cNvPr>
              <p14:cNvContentPartPr/>
              <p14:nvPr/>
            </p14:nvContentPartPr>
            <p14:xfrm>
              <a:off x="5126428" y="659188"/>
              <a:ext cx="7560" cy="180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B9F750D6-05D8-490E-8A82-E36E409402A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090788" y="587548"/>
                <a:ext cx="7920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FC9EC697-897F-4182-AD52-B7772B23F11D}"/>
                  </a:ext>
                </a:extLst>
              </p14:cNvPr>
              <p14:cNvContentPartPr/>
              <p14:nvPr/>
            </p14:nvContentPartPr>
            <p14:xfrm>
              <a:off x="4959028" y="1723708"/>
              <a:ext cx="113040" cy="1310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FC9EC697-897F-4182-AD52-B7772B23F11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23388" y="1651708"/>
                <a:ext cx="18468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7C126BE4-5C00-4032-8206-003550C5FAA7}"/>
                  </a:ext>
                </a:extLst>
              </p14:cNvPr>
              <p14:cNvContentPartPr/>
              <p14:nvPr/>
            </p14:nvContentPartPr>
            <p14:xfrm>
              <a:off x="6917428" y="3092788"/>
              <a:ext cx="162360" cy="1346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7C126BE4-5C00-4032-8206-003550C5FAA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881428" y="3020788"/>
                <a:ext cx="23400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FE51FD90-4D5D-4E3D-A75F-D9EAF897AF4F}"/>
                  </a:ext>
                </a:extLst>
              </p14:cNvPr>
              <p14:cNvContentPartPr/>
              <p14:nvPr/>
            </p14:nvContentPartPr>
            <p14:xfrm>
              <a:off x="5796388" y="3113668"/>
              <a:ext cx="492120" cy="925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FE51FD90-4D5D-4E3D-A75F-D9EAF897AF4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760748" y="3041668"/>
                <a:ext cx="56376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038FE22E-FCE0-4182-AFC8-C74C9AE73450}"/>
                  </a:ext>
                </a:extLst>
              </p14:cNvPr>
              <p14:cNvContentPartPr/>
              <p14:nvPr/>
            </p14:nvContentPartPr>
            <p14:xfrm>
              <a:off x="5726908" y="1482868"/>
              <a:ext cx="188280" cy="7704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038FE22E-FCE0-4182-AFC8-C74C9AE7345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718251" y="1473868"/>
                <a:ext cx="205954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960231A3-F0EA-4842-8799-D97804FB64E7}"/>
                  </a:ext>
                </a:extLst>
              </p14:cNvPr>
              <p14:cNvContentPartPr/>
              <p14:nvPr/>
            </p14:nvContentPartPr>
            <p14:xfrm>
              <a:off x="6183388" y="1076428"/>
              <a:ext cx="929160" cy="86436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960231A3-F0EA-4842-8799-D97804FB64E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74748" y="1067432"/>
                <a:ext cx="946800" cy="881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77732E4D-906B-4EEB-90D2-0513018B20D7}"/>
                  </a:ext>
                </a:extLst>
              </p14:cNvPr>
              <p14:cNvContentPartPr/>
              <p14:nvPr/>
            </p14:nvContentPartPr>
            <p14:xfrm>
              <a:off x="7427908" y="1433908"/>
              <a:ext cx="160560" cy="180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77732E4D-906B-4EEB-90D2-0513018B20D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419268" y="1424908"/>
                <a:ext cx="1782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AFAAD07A-3954-468F-8B6A-245592D4F132}"/>
                  </a:ext>
                </a:extLst>
              </p14:cNvPr>
              <p14:cNvContentPartPr/>
              <p14:nvPr/>
            </p14:nvContentPartPr>
            <p14:xfrm>
              <a:off x="7467148" y="1502668"/>
              <a:ext cx="165960" cy="1548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AFAAD07A-3954-468F-8B6A-245592D4F13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458508" y="1494028"/>
                <a:ext cx="1836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FF53E568-2DB2-4549-8C74-C7C5A31028D2}"/>
                  </a:ext>
                </a:extLst>
              </p14:cNvPr>
              <p14:cNvContentPartPr/>
              <p14:nvPr/>
            </p14:nvContentPartPr>
            <p14:xfrm>
              <a:off x="8808508" y="1249948"/>
              <a:ext cx="326160" cy="30060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FF53E568-2DB2-4549-8C74-C7C5A31028D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799868" y="1240948"/>
                <a:ext cx="34380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76A1CCA7-2099-4BFC-8B70-3F6C87F71860}"/>
                  </a:ext>
                </a:extLst>
              </p14:cNvPr>
              <p14:cNvContentPartPr/>
              <p14:nvPr/>
            </p14:nvContentPartPr>
            <p14:xfrm>
              <a:off x="8192908" y="978148"/>
              <a:ext cx="496440" cy="67284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76A1CCA7-2099-4BFC-8B70-3F6C87F7186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184262" y="969508"/>
                <a:ext cx="514093" cy="69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DE849FC2-8C6B-4833-BE07-D00B8742C801}"/>
                  </a:ext>
                </a:extLst>
              </p14:cNvPr>
              <p14:cNvContentPartPr/>
              <p14:nvPr/>
            </p14:nvContentPartPr>
            <p14:xfrm>
              <a:off x="7726708" y="1036468"/>
              <a:ext cx="352800" cy="84168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DE849FC2-8C6B-4833-BE07-D00B8742C80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717708" y="1027828"/>
                <a:ext cx="370440" cy="85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ED7AF7F2-9E3E-4400-94CD-C4C41A82E640}"/>
                  </a:ext>
                </a:extLst>
              </p14:cNvPr>
              <p14:cNvContentPartPr/>
              <p14:nvPr/>
            </p14:nvContentPartPr>
            <p14:xfrm>
              <a:off x="9442828" y="1444348"/>
              <a:ext cx="259560" cy="7632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ED7AF7F2-9E3E-4400-94CD-C4C41A82E64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434176" y="1435348"/>
                <a:ext cx="277225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D31E45AC-47EC-46C7-880F-5EFBAB2595EF}"/>
                  </a:ext>
                </a:extLst>
              </p14:cNvPr>
              <p14:cNvContentPartPr/>
              <p14:nvPr/>
            </p14:nvContentPartPr>
            <p14:xfrm>
              <a:off x="10757908" y="1596988"/>
              <a:ext cx="62640" cy="17964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D31E45AC-47EC-46C7-880F-5EFBAB2595EF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748908" y="1588348"/>
                <a:ext cx="8028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1FFB6760-4E0D-4189-A94B-360E3FCC6C5E}"/>
                  </a:ext>
                </a:extLst>
              </p14:cNvPr>
              <p14:cNvContentPartPr/>
              <p14:nvPr/>
            </p14:nvContentPartPr>
            <p14:xfrm>
              <a:off x="10507708" y="1658908"/>
              <a:ext cx="132840" cy="12204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1FFB6760-4E0D-4189-A94B-360E3FCC6C5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0499068" y="1649908"/>
                <a:ext cx="1504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721DDE2B-A51A-4898-89D9-25C5A4F23882}"/>
                  </a:ext>
                </a:extLst>
              </p14:cNvPr>
              <p14:cNvContentPartPr/>
              <p14:nvPr/>
            </p14:nvContentPartPr>
            <p14:xfrm>
              <a:off x="10056988" y="1643068"/>
              <a:ext cx="268200" cy="29124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721DDE2B-A51A-4898-89D9-25C5A4F23882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0047988" y="1634428"/>
                <a:ext cx="285840" cy="30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1163C7BE-FCD0-429E-A46E-0C5C2EDC5C37}"/>
                  </a:ext>
                </a:extLst>
              </p14:cNvPr>
              <p14:cNvContentPartPr/>
              <p14:nvPr/>
            </p14:nvContentPartPr>
            <p14:xfrm>
              <a:off x="9934948" y="889588"/>
              <a:ext cx="1084680" cy="64692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1163C7BE-FCD0-429E-A46E-0C5C2EDC5C3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925948" y="880948"/>
                <a:ext cx="1102320" cy="66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472D4164-1D6F-4A5A-A063-0B64EDF23A59}"/>
                  </a:ext>
                </a:extLst>
              </p14:cNvPr>
              <p14:cNvContentPartPr/>
              <p14:nvPr/>
            </p14:nvContentPartPr>
            <p14:xfrm>
              <a:off x="6926788" y="2628028"/>
              <a:ext cx="176760" cy="20664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472D4164-1D6F-4A5A-A063-0B64EDF23A5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6909148" y="2592028"/>
                <a:ext cx="212400" cy="27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68" name="Entrada de lápiz 67">
                <a:extLst>
                  <a:ext uri="{FF2B5EF4-FFF2-40B4-BE49-F238E27FC236}">
                    <a16:creationId xmlns:a16="http://schemas.microsoft.com/office/drawing/2014/main" id="{9B2FBFB6-FF86-41E7-BFF3-C82288F391FD}"/>
                  </a:ext>
                </a:extLst>
              </p14:cNvPr>
              <p14:cNvContentPartPr/>
              <p14:nvPr/>
            </p14:nvContentPartPr>
            <p14:xfrm>
              <a:off x="6541588" y="3515428"/>
              <a:ext cx="145800" cy="176400"/>
            </p14:xfrm>
          </p:contentPart>
        </mc:Choice>
        <mc:Fallback>
          <p:pic>
            <p:nvPicPr>
              <p:cNvPr id="68" name="Entrada de lápiz 67">
                <a:extLst>
                  <a:ext uri="{FF2B5EF4-FFF2-40B4-BE49-F238E27FC236}">
                    <a16:creationId xmlns:a16="http://schemas.microsoft.com/office/drawing/2014/main" id="{9B2FBFB6-FF86-41E7-BFF3-C82288F391FD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6523948" y="3479428"/>
                <a:ext cx="18144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A19AE974-1B7A-4EE9-A83D-D2A70AE45294}"/>
                  </a:ext>
                </a:extLst>
              </p14:cNvPr>
              <p14:cNvContentPartPr/>
              <p14:nvPr/>
            </p14:nvContentPartPr>
            <p14:xfrm>
              <a:off x="7005988" y="3582748"/>
              <a:ext cx="116640" cy="12492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A19AE974-1B7A-4EE9-A83D-D2A70AE4529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6969988" y="3511108"/>
                <a:ext cx="188280" cy="268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5813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8DECBBA-EACF-43B8-A190-770D04377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8146" y="270949"/>
            <a:ext cx="10453971" cy="506070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5B74AF0C-2899-40C0-B328-24BE0455C05D}"/>
                  </a:ext>
                </a:extLst>
              </p14:cNvPr>
              <p14:cNvContentPartPr/>
              <p14:nvPr/>
            </p14:nvContentPartPr>
            <p14:xfrm>
              <a:off x="2670508" y="1731628"/>
              <a:ext cx="360" cy="36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5B74AF0C-2899-40C0-B328-24BE0455C05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34508" y="1659628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34D816DA-F451-491B-A913-4979E28CDB0E}"/>
                  </a:ext>
                </a:extLst>
              </p14:cNvPr>
              <p14:cNvContentPartPr/>
              <p14:nvPr/>
            </p14:nvContentPartPr>
            <p14:xfrm>
              <a:off x="2600308" y="1688428"/>
              <a:ext cx="185400" cy="2059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34D816DA-F451-491B-A913-4979E28CDB0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4308" y="1616788"/>
                <a:ext cx="257040" cy="34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198D806F-2E3D-454D-9017-27F9EFC19FDA}"/>
                  </a:ext>
                </a:extLst>
              </p14:cNvPr>
              <p14:cNvContentPartPr/>
              <p14:nvPr/>
            </p14:nvContentPartPr>
            <p14:xfrm>
              <a:off x="4663828" y="3240028"/>
              <a:ext cx="198360" cy="20772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198D806F-2E3D-454D-9017-27F9EFC19FD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28188" y="3168388"/>
                <a:ext cx="27000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AFD43EF5-5D4A-4A6D-AF7A-FFCD048AE3FC}"/>
                  </a:ext>
                </a:extLst>
              </p14:cNvPr>
              <p14:cNvContentPartPr/>
              <p14:nvPr/>
            </p14:nvContentPartPr>
            <p14:xfrm>
              <a:off x="3006748" y="3233908"/>
              <a:ext cx="649080" cy="16812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AFD43EF5-5D4A-4A6D-AF7A-FFCD048AE3F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970748" y="3161908"/>
                <a:ext cx="72072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4CA2C9A9-112B-441F-8C84-8E56111869E2}"/>
                  </a:ext>
                </a:extLst>
              </p14:cNvPr>
              <p14:cNvContentPartPr/>
              <p14:nvPr/>
            </p14:nvContentPartPr>
            <p14:xfrm>
              <a:off x="3578788" y="1437508"/>
              <a:ext cx="215640" cy="972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4CA2C9A9-112B-441F-8C84-8E56111869E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69788" y="1428508"/>
                <a:ext cx="2332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FF9323F4-1B35-4754-9851-C7CDDE728A05}"/>
                  </a:ext>
                </a:extLst>
              </p14:cNvPr>
              <p14:cNvContentPartPr/>
              <p14:nvPr/>
            </p14:nvContentPartPr>
            <p14:xfrm>
              <a:off x="3655108" y="1499428"/>
              <a:ext cx="157680" cy="2520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FF9323F4-1B35-4754-9851-C7CDDE728A0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46468" y="1490788"/>
                <a:ext cx="17532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80194124-9ABB-4E16-89FA-71BA7B14A6B3}"/>
                  </a:ext>
                </a:extLst>
              </p14:cNvPr>
              <p14:cNvContentPartPr/>
              <p14:nvPr/>
            </p14:nvContentPartPr>
            <p14:xfrm>
              <a:off x="4050748" y="1019548"/>
              <a:ext cx="1222200" cy="91116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80194124-9ABB-4E16-89FA-71BA7B14A6B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042105" y="1010552"/>
                <a:ext cx="1239845" cy="9287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D5D30592-CD38-4861-BAC5-39CA07382310}"/>
                  </a:ext>
                </a:extLst>
              </p14:cNvPr>
              <p14:cNvContentPartPr/>
              <p14:nvPr/>
            </p14:nvContentPartPr>
            <p14:xfrm>
              <a:off x="5544748" y="1325188"/>
              <a:ext cx="103680" cy="1764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D5D30592-CD38-4861-BAC5-39CA0738231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535748" y="1316188"/>
                <a:ext cx="1213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8247CEE3-422D-4E8F-A8E6-E39287807A4A}"/>
                  </a:ext>
                </a:extLst>
              </p14:cNvPr>
              <p14:cNvContentPartPr/>
              <p14:nvPr/>
            </p14:nvContentPartPr>
            <p14:xfrm>
              <a:off x="5548348" y="1433188"/>
              <a:ext cx="123840" cy="2268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8247CEE3-422D-4E8F-A8E6-E39287807A4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539348" y="1424188"/>
                <a:ext cx="1414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1E852A04-0917-40E1-BCD8-0FE67AE8F0E1}"/>
                  </a:ext>
                </a:extLst>
              </p14:cNvPr>
              <p14:cNvContentPartPr/>
              <p14:nvPr/>
            </p14:nvContentPartPr>
            <p14:xfrm>
              <a:off x="6127588" y="1537948"/>
              <a:ext cx="1043640" cy="1728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1E852A04-0917-40E1-BCD8-0FE67AE8F0E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118588" y="1528948"/>
                <a:ext cx="10612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B0D4D41B-F643-4230-A399-35193062FAB9}"/>
                  </a:ext>
                </a:extLst>
              </p14:cNvPr>
              <p14:cNvContentPartPr/>
              <p14:nvPr/>
            </p14:nvContentPartPr>
            <p14:xfrm>
              <a:off x="6405868" y="1796428"/>
              <a:ext cx="140040" cy="432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B0D4D41B-F643-4230-A399-35193062FAB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396868" y="1787428"/>
                <a:ext cx="15768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0F0B683D-C6D5-4638-93F0-8EAA175D41A1}"/>
                  </a:ext>
                </a:extLst>
              </p14:cNvPr>
              <p14:cNvContentPartPr/>
              <p14:nvPr/>
            </p14:nvContentPartPr>
            <p14:xfrm>
              <a:off x="6650668" y="1766908"/>
              <a:ext cx="532080" cy="21564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0F0B683D-C6D5-4638-93F0-8EAA175D41A1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641674" y="1757908"/>
                <a:ext cx="549708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83E2AE10-B9A2-4E4D-BE46-790DA30EF8C1}"/>
                  </a:ext>
                </a:extLst>
              </p14:cNvPr>
              <p14:cNvContentPartPr/>
              <p14:nvPr/>
            </p14:nvContentPartPr>
            <p14:xfrm>
              <a:off x="6109588" y="748108"/>
              <a:ext cx="1018080" cy="65484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83E2AE10-B9A2-4E4D-BE46-790DA30EF8C1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100948" y="739108"/>
                <a:ext cx="1035720" cy="67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F44392E3-AAB0-4D85-877A-8BAF3AE51651}"/>
                  </a:ext>
                </a:extLst>
              </p14:cNvPr>
              <p14:cNvContentPartPr/>
              <p14:nvPr/>
            </p14:nvContentPartPr>
            <p14:xfrm>
              <a:off x="5864068" y="697708"/>
              <a:ext cx="75240" cy="8928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F44392E3-AAB0-4D85-877A-8BAF3AE5165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855428" y="688708"/>
                <a:ext cx="9288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6C92AA9A-20F1-470C-B251-9CFC6BA4D078}"/>
                  </a:ext>
                </a:extLst>
              </p14:cNvPr>
              <p14:cNvContentPartPr/>
              <p14:nvPr/>
            </p14:nvContentPartPr>
            <p14:xfrm>
              <a:off x="7673428" y="1422028"/>
              <a:ext cx="156600" cy="936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6C92AA9A-20F1-470C-B251-9CFC6BA4D07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664788" y="1413028"/>
                <a:ext cx="17424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CE8FC520-282E-4D5F-B121-9BE8B222E836}"/>
                  </a:ext>
                </a:extLst>
              </p14:cNvPr>
              <p14:cNvContentPartPr/>
              <p14:nvPr/>
            </p14:nvContentPartPr>
            <p14:xfrm>
              <a:off x="7701868" y="1496188"/>
              <a:ext cx="241560" cy="2160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CE8FC520-282E-4D5F-B121-9BE8B222E836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693228" y="1487548"/>
                <a:ext cx="2592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30632A63-1C9F-4394-A09C-2794B38FE668}"/>
                  </a:ext>
                </a:extLst>
              </p14:cNvPr>
              <p14:cNvContentPartPr/>
              <p14:nvPr/>
            </p14:nvContentPartPr>
            <p14:xfrm>
              <a:off x="8216308" y="1763668"/>
              <a:ext cx="136440" cy="1224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30632A63-1C9F-4394-A09C-2794B38FE668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207308" y="1754668"/>
                <a:ext cx="1540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ED4D1CB2-FE32-4C15-B7DA-C31DECF0D2E6}"/>
                  </a:ext>
                </a:extLst>
              </p14:cNvPr>
              <p14:cNvContentPartPr/>
              <p14:nvPr/>
            </p14:nvContentPartPr>
            <p14:xfrm>
              <a:off x="8480548" y="1713988"/>
              <a:ext cx="223560" cy="13968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ED4D1CB2-FE32-4C15-B7DA-C31DECF0D2E6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471548" y="1704988"/>
                <a:ext cx="24120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BDFC304C-D2D9-4B34-828A-3108DCC133DD}"/>
                  </a:ext>
                </a:extLst>
              </p14:cNvPr>
              <p14:cNvContentPartPr/>
              <p14:nvPr/>
            </p14:nvContentPartPr>
            <p14:xfrm>
              <a:off x="8209108" y="795628"/>
              <a:ext cx="726120" cy="70380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BDFC304C-D2D9-4B34-828A-3108DCC133D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8200104" y="786988"/>
                <a:ext cx="743769" cy="72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AC3AF0F6-57FC-4F47-9912-CDB0D0B865F7}"/>
                  </a:ext>
                </a:extLst>
              </p14:cNvPr>
              <p14:cNvContentPartPr/>
              <p14:nvPr/>
            </p14:nvContentPartPr>
            <p14:xfrm>
              <a:off x="9218908" y="1429228"/>
              <a:ext cx="147960" cy="1008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AC3AF0F6-57FC-4F47-9912-CDB0D0B865F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209908" y="1420228"/>
                <a:ext cx="1656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02B85FBC-2EC2-4B81-B557-5C9321BB0F45}"/>
                  </a:ext>
                </a:extLst>
              </p14:cNvPr>
              <p14:cNvContentPartPr/>
              <p14:nvPr/>
            </p14:nvContentPartPr>
            <p14:xfrm>
              <a:off x="9180388" y="1542628"/>
              <a:ext cx="213120" cy="2052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02B85FBC-2EC2-4B81-B557-5C9321BB0F4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9171748" y="1533988"/>
                <a:ext cx="23076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AE8D66E9-FF7B-4C46-8D97-5E9440D46549}"/>
                  </a:ext>
                </a:extLst>
              </p14:cNvPr>
              <p14:cNvContentPartPr/>
              <p14:nvPr/>
            </p14:nvContentPartPr>
            <p14:xfrm>
              <a:off x="9740908" y="1276228"/>
              <a:ext cx="169560" cy="1476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AE8D66E9-FF7B-4C46-8D97-5E9440D4654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9732268" y="1267588"/>
                <a:ext cx="18720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6FF9833C-3A6C-4B72-ACDA-DA0B8CFD5C77}"/>
                  </a:ext>
                </a:extLst>
              </p14:cNvPr>
              <p14:cNvContentPartPr/>
              <p14:nvPr/>
            </p14:nvContentPartPr>
            <p14:xfrm>
              <a:off x="10267588" y="966628"/>
              <a:ext cx="75960" cy="36216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6FF9833C-3A6C-4B72-ACDA-DA0B8CFD5C7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258948" y="957988"/>
                <a:ext cx="936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5985061F-479F-43E6-A957-E92CDC8F8B20}"/>
                  </a:ext>
                </a:extLst>
              </p14:cNvPr>
              <p14:cNvContentPartPr/>
              <p14:nvPr/>
            </p14:nvContentPartPr>
            <p14:xfrm>
              <a:off x="9914428" y="1415548"/>
              <a:ext cx="666720" cy="2124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5985061F-479F-43E6-A957-E92CDC8F8B2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9905788" y="1406548"/>
                <a:ext cx="68436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128687E8-F5E2-4768-8876-CCC980CB267C}"/>
                  </a:ext>
                </a:extLst>
              </p14:cNvPr>
              <p14:cNvContentPartPr/>
              <p14:nvPr/>
            </p14:nvContentPartPr>
            <p14:xfrm>
              <a:off x="9985708" y="1534348"/>
              <a:ext cx="686520" cy="29844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128687E8-F5E2-4768-8876-CCC980CB267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976708" y="1525708"/>
                <a:ext cx="7041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428314AF-C5F8-4C1E-87EC-529A66331908}"/>
                  </a:ext>
                </a:extLst>
              </p14:cNvPr>
              <p14:cNvContentPartPr/>
              <p14:nvPr/>
            </p14:nvContentPartPr>
            <p14:xfrm>
              <a:off x="4647988" y="2667988"/>
              <a:ext cx="299160" cy="23220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428314AF-C5F8-4C1E-87EC-529A6633190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629988" y="2631988"/>
                <a:ext cx="33480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3E2BA53C-780E-4042-BF39-D92E17DD1737}"/>
                  </a:ext>
                </a:extLst>
              </p14:cNvPr>
              <p14:cNvContentPartPr/>
              <p14:nvPr/>
            </p14:nvContentPartPr>
            <p14:xfrm>
              <a:off x="3085948" y="4047868"/>
              <a:ext cx="640080" cy="12060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3E2BA53C-780E-4042-BF39-D92E17DD173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049948" y="3976228"/>
                <a:ext cx="711720" cy="26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251B956D-B440-40D1-8B39-AA2A1A4753C1}"/>
                  </a:ext>
                </a:extLst>
              </p14:cNvPr>
              <p14:cNvContentPartPr/>
              <p14:nvPr/>
            </p14:nvContentPartPr>
            <p14:xfrm>
              <a:off x="-968012" y="3045628"/>
              <a:ext cx="93600" cy="1620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251B956D-B440-40D1-8B39-AA2A1A4753C1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-1004012" y="2973628"/>
                <a:ext cx="165240" cy="15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55139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71AC190-8BE4-4E75-98B5-042735E73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35" y="437050"/>
            <a:ext cx="11206376" cy="4767996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F3EE0F29-B7BA-4EEB-945E-60C5C4252693}"/>
              </a:ext>
            </a:extLst>
          </p:cNvPr>
          <p:cNvSpPr/>
          <p:nvPr/>
        </p:nvSpPr>
        <p:spPr>
          <a:xfrm>
            <a:off x="4234375" y="437050"/>
            <a:ext cx="1237957" cy="5617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CE44A2FF-1579-4217-A859-16276159575F}"/>
                  </a:ext>
                </a:extLst>
              </p14:cNvPr>
              <p14:cNvContentPartPr/>
              <p14:nvPr/>
            </p14:nvContentPartPr>
            <p14:xfrm>
              <a:off x="5772268" y="2559988"/>
              <a:ext cx="164880" cy="17604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CE44A2FF-1579-4217-A859-1627615957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36628" y="2487988"/>
                <a:ext cx="23652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FC19A95B-17B6-45BB-8883-E67332401F25}"/>
                  </a:ext>
                </a:extLst>
              </p14:cNvPr>
              <p14:cNvContentPartPr/>
              <p14:nvPr/>
            </p14:nvContentPartPr>
            <p14:xfrm>
              <a:off x="6557428" y="3028708"/>
              <a:ext cx="144720" cy="1728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FC19A95B-17B6-45BB-8883-E67332401F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21428" y="2957068"/>
                <a:ext cx="216360" cy="31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9623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BF46A0-FE55-4A87-908D-8879896F9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8833" y="2115354"/>
            <a:ext cx="1430985" cy="1108691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C59D7CE9-D99D-4B20-9C93-C48EB9308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7170" y="145809"/>
            <a:ext cx="8911687" cy="1280890"/>
          </a:xfrm>
        </p:spPr>
        <p:txBody>
          <a:bodyPr/>
          <a:lstStyle/>
          <a:p>
            <a:pPr algn="ctr"/>
            <a:r>
              <a:rPr lang="es-MX" b="1" dirty="0"/>
              <a:t>Ejercicios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569D3D8-F9D3-4879-A88F-D7919775A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818" y="1168571"/>
            <a:ext cx="6264367" cy="4486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594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3AA4E5-B131-42F1-B1D7-4919CC19F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9372" y="0"/>
            <a:ext cx="8911687" cy="1280890"/>
          </a:xfrm>
        </p:spPr>
        <p:txBody>
          <a:bodyPr/>
          <a:lstStyle/>
          <a:p>
            <a:pPr algn="ctr"/>
            <a:r>
              <a:rPr lang="es-MX" b="1" dirty="0"/>
              <a:t>Área entre dos curvas</a:t>
            </a:r>
            <a:endParaRPr lang="es-CO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905AC83-7402-4F16-A8CF-493A75FAD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9153" y="640445"/>
            <a:ext cx="7573694" cy="406988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621F311-4A6B-437A-80C5-1FDF21CA1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2111" y="4710330"/>
            <a:ext cx="7707777" cy="21806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063C0AA9-D66D-4F98-9BC2-9555205BDDDC}"/>
                  </a:ext>
                </a:extLst>
              </p14:cNvPr>
              <p14:cNvContentPartPr/>
              <p14:nvPr/>
            </p14:nvContentPartPr>
            <p14:xfrm>
              <a:off x="5289868" y="5335892"/>
              <a:ext cx="392760" cy="21060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063C0AA9-D66D-4F98-9BC2-9555205BDD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72228" y="5299892"/>
                <a:ext cx="4284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55C31A60-22CE-4E82-A884-CBFF68A48160}"/>
                  </a:ext>
                </a:extLst>
              </p14:cNvPr>
              <p14:cNvContentPartPr/>
              <p14:nvPr/>
            </p14:nvContentPartPr>
            <p14:xfrm>
              <a:off x="2804788" y="1384172"/>
              <a:ext cx="1728000" cy="99504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55C31A60-22CE-4E82-A884-CBFF68A4816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87148" y="1348172"/>
                <a:ext cx="1763640" cy="10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66CA4A04-1670-4074-B2E1-F88902B37BBF}"/>
                  </a:ext>
                </a:extLst>
              </p14:cNvPr>
              <p14:cNvContentPartPr/>
              <p14:nvPr/>
            </p14:nvContentPartPr>
            <p14:xfrm>
              <a:off x="2801908" y="2237372"/>
              <a:ext cx="360" cy="3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66CA4A04-1670-4074-B2E1-F88902B37BB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66268" y="2165372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2312DFDE-E181-4766-AEB7-1CA2E7BBE672}"/>
                  </a:ext>
                </a:extLst>
              </p14:cNvPr>
              <p14:cNvContentPartPr/>
              <p14:nvPr/>
            </p14:nvContentPartPr>
            <p14:xfrm>
              <a:off x="2792188" y="1477772"/>
              <a:ext cx="1436040" cy="77400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2312DFDE-E181-4766-AEB7-1CA2E7BBE67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56548" y="1406132"/>
                <a:ext cx="1507680" cy="9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35B5F47C-EF57-4D80-A7F6-93EE3BC880E6}"/>
                  </a:ext>
                </a:extLst>
              </p14:cNvPr>
              <p14:cNvContentPartPr/>
              <p14:nvPr/>
            </p14:nvContentPartPr>
            <p14:xfrm>
              <a:off x="5886388" y="5348852"/>
              <a:ext cx="335160" cy="14688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35B5F47C-EF57-4D80-A7F6-93EE3BC880E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850388" y="5277212"/>
                <a:ext cx="40680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CAE6C81F-2D0D-44CC-BCE5-AB1F8FF80A14}"/>
                  </a:ext>
                </a:extLst>
              </p14:cNvPr>
              <p14:cNvContentPartPr/>
              <p14:nvPr/>
            </p14:nvContentPartPr>
            <p14:xfrm>
              <a:off x="2351188" y="4578812"/>
              <a:ext cx="360" cy="612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CAE6C81F-2D0D-44CC-BCE5-AB1F8FF80A1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15188" y="4506812"/>
                <a:ext cx="7200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4DAD823E-6B12-4329-8E92-51338F9F7A8A}"/>
                  </a:ext>
                </a:extLst>
              </p14:cNvPr>
              <p14:cNvContentPartPr/>
              <p14:nvPr/>
            </p14:nvContentPartPr>
            <p14:xfrm>
              <a:off x="3501388" y="4199012"/>
              <a:ext cx="253080" cy="16884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4DAD823E-6B12-4329-8E92-51338F9F7A8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65388" y="4127372"/>
                <a:ext cx="32472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1EA7009B-6DA0-467E-8912-C8A2C81CDD49}"/>
                  </a:ext>
                </a:extLst>
              </p14:cNvPr>
              <p14:cNvContentPartPr/>
              <p14:nvPr/>
            </p14:nvContentPartPr>
            <p14:xfrm>
              <a:off x="4055428" y="4128092"/>
              <a:ext cx="311040" cy="25740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1EA7009B-6DA0-467E-8912-C8A2C81CDD4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037788" y="4092452"/>
                <a:ext cx="34668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E718CB75-7AE1-4A9C-B62D-A786B39B1968}"/>
                  </a:ext>
                </a:extLst>
              </p14:cNvPr>
              <p14:cNvContentPartPr/>
              <p14:nvPr/>
            </p14:nvContentPartPr>
            <p14:xfrm>
              <a:off x="5261788" y="1440332"/>
              <a:ext cx="1688040" cy="83880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E718CB75-7AE1-4A9C-B62D-A786B39B196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225788" y="1368692"/>
                <a:ext cx="1759680" cy="98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2B1AF718-E951-4619-81C0-1FA6D65AA71E}"/>
                  </a:ext>
                </a:extLst>
              </p14:cNvPr>
              <p14:cNvContentPartPr/>
              <p14:nvPr/>
            </p14:nvContentPartPr>
            <p14:xfrm>
              <a:off x="6396868" y="1565612"/>
              <a:ext cx="55440" cy="88956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2B1AF718-E951-4619-81C0-1FA6D65AA71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361228" y="1493972"/>
                <a:ext cx="127080" cy="10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869698DF-2708-4283-9BF7-3134309C351F}"/>
                  </a:ext>
                </a:extLst>
              </p14:cNvPr>
              <p14:cNvContentPartPr/>
              <p14:nvPr/>
            </p14:nvContentPartPr>
            <p14:xfrm>
              <a:off x="6446908" y="1600892"/>
              <a:ext cx="81000" cy="117036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869698DF-2708-4283-9BF7-3134309C351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10908" y="1529252"/>
                <a:ext cx="152640" cy="131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EDF88576-F9EA-4006-AC8A-08884F0234CB}"/>
                  </a:ext>
                </a:extLst>
              </p14:cNvPr>
              <p14:cNvContentPartPr/>
              <p14:nvPr/>
            </p14:nvContentPartPr>
            <p14:xfrm>
              <a:off x="6289588" y="1548332"/>
              <a:ext cx="99720" cy="134064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EDF88576-F9EA-4006-AC8A-08884F0234C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253588" y="1476332"/>
                <a:ext cx="171360" cy="14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17EB5672-F88B-4978-84C7-25FB4686D1A5}"/>
                  </a:ext>
                </a:extLst>
              </p14:cNvPr>
              <p14:cNvContentPartPr/>
              <p14:nvPr/>
            </p14:nvContentPartPr>
            <p14:xfrm>
              <a:off x="6136228" y="1497932"/>
              <a:ext cx="119520" cy="132804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17EB5672-F88B-4978-84C7-25FB4686D1A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00588" y="1425932"/>
                <a:ext cx="191160" cy="147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F87E8982-062B-4D26-8811-48B28392FED3}"/>
                  </a:ext>
                </a:extLst>
              </p14:cNvPr>
              <p14:cNvContentPartPr/>
              <p14:nvPr/>
            </p14:nvContentPartPr>
            <p14:xfrm>
              <a:off x="6013108" y="1377692"/>
              <a:ext cx="102960" cy="158652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F87E8982-062B-4D26-8811-48B28392FED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77468" y="1306052"/>
                <a:ext cx="174600" cy="173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0115F512-9932-4003-B541-0C9C1507555D}"/>
                  </a:ext>
                </a:extLst>
              </p14:cNvPr>
              <p14:cNvContentPartPr/>
              <p14:nvPr/>
            </p14:nvContentPartPr>
            <p14:xfrm>
              <a:off x="5868748" y="1568852"/>
              <a:ext cx="100800" cy="132624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0115F512-9932-4003-B541-0C9C1507555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32748" y="1497212"/>
                <a:ext cx="172440" cy="146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7708B696-B317-45DB-AB51-680DC3B8E86A}"/>
                  </a:ext>
                </a:extLst>
              </p14:cNvPr>
              <p14:cNvContentPartPr/>
              <p14:nvPr/>
            </p14:nvContentPartPr>
            <p14:xfrm>
              <a:off x="5739508" y="1599452"/>
              <a:ext cx="84960" cy="124416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7708B696-B317-45DB-AB51-680DC3B8E86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703868" y="1527452"/>
                <a:ext cx="156600" cy="13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1" name="Entrada de lápiz 20">
                <a:extLst>
                  <a:ext uri="{FF2B5EF4-FFF2-40B4-BE49-F238E27FC236}">
                    <a16:creationId xmlns:a16="http://schemas.microsoft.com/office/drawing/2014/main" id="{D894C17A-B8E2-4429-B04D-0B5525A103DE}"/>
                  </a:ext>
                </a:extLst>
              </p14:cNvPr>
              <p14:cNvContentPartPr/>
              <p14:nvPr/>
            </p14:nvContentPartPr>
            <p14:xfrm>
              <a:off x="5597308" y="1638692"/>
              <a:ext cx="149760" cy="1159920"/>
            </p14:xfrm>
          </p:contentPart>
        </mc:Choice>
        <mc:Fallback>
          <p:pic>
            <p:nvPicPr>
              <p:cNvPr id="21" name="Entrada de lápiz 20">
                <a:extLst>
                  <a:ext uri="{FF2B5EF4-FFF2-40B4-BE49-F238E27FC236}">
                    <a16:creationId xmlns:a16="http://schemas.microsoft.com/office/drawing/2014/main" id="{D894C17A-B8E2-4429-B04D-0B5525A103D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561308" y="1566692"/>
                <a:ext cx="221400" cy="13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7A451637-1347-453B-9C24-D7CECA14CA76}"/>
                  </a:ext>
                </a:extLst>
              </p14:cNvPr>
              <p14:cNvContentPartPr/>
              <p14:nvPr/>
            </p14:nvContentPartPr>
            <p14:xfrm>
              <a:off x="5878468" y="1665692"/>
              <a:ext cx="108720" cy="118044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7A451637-1347-453B-9C24-D7CECA14CA7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42828" y="1594052"/>
                <a:ext cx="180360" cy="13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0038F0B8-9A8C-4925-B9BC-F6B4264114B7}"/>
                  </a:ext>
                </a:extLst>
              </p14:cNvPr>
              <p14:cNvContentPartPr/>
              <p14:nvPr/>
            </p14:nvContentPartPr>
            <p14:xfrm>
              <a:off x="6247828" y="1636172"/>
              <a:ext cx="39240" cy="124992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0038F0B8-9A8C-4925-B9BC-F6B4264114B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211828" y="1564532"/>
                <a:ext cx="110880" cy="139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7369FA1D-6271-4B00-B5F9-8FECA0099184}"/>
                  </a:ext>
                </a:extLst>
              </p14:cNvPr>
              <p14:cNvContentPartPr/>
              <p14:nvPr/>
            </p14:nvContentPartPr>
            <p14:xfrm>
              <a:off x="6228748" y="1933892"/>
              <a:ext cx="77760" cy="4824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7369FA1D-6271-4B00-B5F9-8FECA009918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193108" y="1862252"/>
                <a:ext cx="14940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33DECCFE-2727-4756-AB11-EC80FDD7CCF8}"/>
                  </a:ext>
                </a:extLst>
              </p14:cNvPr>
              <p14:cNvContentPartPr/>
              <p14:nvPr/>
            </p14:nvContentPartPr>
            <p14:xfrm>
              <a:off x="6187708" y="1891412"/>
              <a:ext cx="37080" cy="84456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33DECCFE-2727-4756-AB11-EC80FDD7CCF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6152068" y="1819772"/>
                <a:ext cx="108720" cy="9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F69FE3D6-93EB-4DD5-A56A-775A1566D3D4}"/>
                  </a:ext>
                </a:extLst>
              </p14:cNvPr>
              <p14:cNvContentPartPr/>
              <p14:nvPr/>
            </p14:nvContentPartPr>
            <p14:xfrm>
              <a:off x="6014548" y="1485692"/>
              <a:ext cx="144360" cy="129204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F69FE3D6-93EB-4DD5-A56A-775A1566D3D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978908" y="1414052"/>
                <a:ext cx="216000" cy="14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6A730541-FA49-465E-BEE6-C5F4563F2E1E}"/>
                  </a:ext>
                </a:extLst>
              </p14:cNvPr>
              <p14:cNvContentPartPr/>
              <p14:nvPr/>
            </p14:nvContentPartPr>
            <p14:xfrm>
              <a:off x="5860468" y="1648412"/>
              <a:ext cx="47160" cy="111636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6A730541-FA49-465E-BEE6-C5F4563F2E1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824828" y="1576412"/>
                <a:ext cx="118800" cy="12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E35582F2-6DE5-404F-BC84-9332CDA34E22}"/>
                  </a:ext>
                </a:extLst>
              </p14:cNvPr>
              <p14:cNvContentPartPr/>
              <p14:nvPr/>
            </p14:nvContentPartPr>
            <p14:xfrm>
              <a:off x="5670748" y="1600172"/>
              <a:ext cx="154800" cy="123912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E35582F2-6DE5-404F-BC84-9332CDA34E2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634748" y="1528532"/>
                <a:ext cx="226440" cy="138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29" name="Entrada de lápiz 28">
                <a:extLst>
                  <a:ext uri="{FF2B5EF4-FFF2-40B4-BE49-F238E27FC236}">
                    <a16:creationId xmlns:a16="http://schemas.microsoft.com/office/drawing/2014/main" id="{58E99620-AC16-4C9B-9598-226168E60892}"/>
                  </a:ext>
                </a:extLst>
              </p14:cNvPr>
              <p14:cNvContentPartPr/>
              <p14:nvPr/>
            </p14:nvContentPartPr>
            <p14:xfrm>
              <a:off x="5627548" y="1649132"/>
              <a:ext cx="173880" cy="1186200"/>
            </p14:xfrm>
          </p:contentPart>
        </mc:Choice>
        <mc:Fallback>
          <p:pic>
            <p:nvPicPr>
              <p:cNvPr id="29" name="Entrada de lápiz 28">
                <a:extLst>
                  <a:ext uri="{FF2B5EF4-FFF2-40B4-BE49-F238E27FC236}">
                    <a16:creationId xmlns:a16="http://schemas.microsoft.com/office/drawing/2014/main" id="{58E99620-AC16-4C9B-9598-226168E60892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591548" y="1577132"/>
                <a:ext cx="245520" cy="132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3AC74AAD-FBC6-494D-98C7-EFC29ED47C15}"/>
                  </a:ext>
                </a:extLst>
              </p14:cNvPr>
              <p14:cNvContentPartPr/>
              <p14:nvPr/>
            </p14:nvContentPartPr>
            <p14:xfrm>
              <a:off x="5938948" y="1840292"/>
              <a:ext cx="57240" cy="108900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3AC74AAD-FBC6-494D-98C7-EFC29ED47C1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03308" y="1768652"/>
                <a:ext cx="128880" cy="12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F06C5C9F-A648-42A2-A6C7-D15B5B6D0F96}"/>
                  </a:ext>
                </a:extLst>
              </p14:cNvPr>
              <p14:cNvContentPartPr/>
              <p14:nvPr/>
            </p14:nvContentPartPr>
            <p14:xfrm>
              <a:off x="6081868" y="1865132"/>
              <a:ext cx="106560" cy="114876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F06C5C9F-A648-42A2-A6C7-D15B5B6D0F9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045868" y="1793132"/>
                <a:ext cx="178200" cy="129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63E3A532-73B4-4D8D-80D3-D569933E7653}"/>
                  </a:ext>
                </a:extLst>
              </p14:cNvPr>
              <p14:cNvContentPartPr/>
              <p14:nvPr/>
            </p14:nvContentPartPr>
            <p14:xfrm>
              <a:off x="6318748" y="2509172"/>
              <a:ext cx="66960" cy="39960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63E3A532-73B4-4D8D-80D3-D569933E765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282748" y="2437532"/>
                <a:ext cx="138600" cy="54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DA45BB4B-D57D-4DF7-804C-196595CA6FD5}"/>
                  </a:ext>
                </a:extLst>
              </p14:cNvPr>
              <p14:cNvContentPartPr/>
              <p14:nvPr/>
            </p14:nvContentPartPr>
            <p14:xfrm>
              <a:off x="6483268" y="2530052"/>
              <a:ext cx="21600" cy="28980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DA45BB4B-D57D-4DF7-804C-196595CA6FD5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447628" y="2458412"/>
                <a:ext cx="93240" cy="43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4" name="Entrada de lápiz 33">
                <a:extLst>
                  <a:ext uri="{FF2B5EF4-FFF2-40B4-BE49-F238E27FC236}">
                    <a16:creationId xmlns:a16="http://schemas.microsoft.com/office/drawing/2014/main" id="{7521E7EA-E7A9-4245-85D3-E764031EB98A}"/>
                  </a:ext>
                </a:extLst>
              </p14:cNvPr>
              <p14:cNvContentPartPr/>
              <p14:nvPr/>
            </p14:nvContentPartPr>
            <p14:xfrm>
              <a:off x="6530428" y="2580452"/>
              <a:ext cx="18000" cy="237240"/>
            </p14:xfrm>
          </p:contentPart>
        </mc:Choice>
        <mc:Fallback>
          <p:pic>
            <p:nvPicPr>
              <p:cNvPr id="34" name="Entrada de lápiz 33">
                <a:extLst>
                  <a:ext uri="{FF2B5EF4-FFF2-40B4-BE49-F238E27FC236}">
                    <a16:creationId xmlns:a16="http://schemas.microsoft.com/office/drawing/2014/main" id="{7521E7EA-E7A9-4245-85D3-E764031EB98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6494428" y="2508812"/>
                <a:ext cx="8964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9F6A98A3-41DC-4F9A-9692-7B16BA6DB416}"/>
                  </a:ext>
                </a:extLst>
              </p14:cNvPr>
              <p14:cNvContentPartPr/>
              <p14:nvPr/>
            </p14:nvContentPartPr>
            <p14:xfrm>
              <a:off x="7952068" y="2235572"/>
              <a:ext cx="69840" cy="4032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9F6A98A3-41DC-4F9A-9692-7B16BA6DB416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934068" y="2199932"/>
                <a:ext cx="10548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F396BB8C-5AA3-4AB1-B9DC-24A09B1DF90D}"/>
                  </a:ext>
                </a:extLst>
              </p14:cNvPr>
              <p14:cNvContentPartPr/>
              <p14:nvPr/>
            </p14:nvContentPartPr>
            <p14:xfrm>
              <a:off x="7713748" y="1867652"/>
              <a:ext cx="1457640" cy="48528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F396BB8C-5AA3-4AB1-B9DC-24A09B1DF90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695748" y="1831652"/>
                <a:ext cx="1493280" cy="55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F961CC29-0EAC-40AE-A916-C3C7E0043C36}"/>
                  </a:ext>
                </a:extLst>
              </p14:cNvPr>
              <p14:cNvContentPartPr/>
              <p14:nvPr/>
            </p14:nvContentPartPr>
            <p14:xfrm>
              <a:off x="8074468" y="2361932"/>
              <a:ext cx="54000" cy="58032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F961CC29-0EAC-40AE-A916-C3C7E0043C3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56828" y="2326292"/>
                <a:ext cx="89640" cy="65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C132BC52-234F-4D80-912A-FB33DB25802D}"/>
                  </a:ext>
                </a:extLst>
              </p14:cNvPr>
              <p14:cNvContentPartPr/>
              <p14:nvPr/>
            </p14:nvContentPartPr>
            <p14:xfrm>
              <a:off x="8192188" y="2444372"/>
              <a:ext cx="41400" cy="53352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C132BC52-234F-4D80-912A-FB33DB25802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174188" y="2408732"/>
                <a:ext cx="77040" cy="60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06285504-ECAB-4C81-B5E1-4FF9192F4F84}"/>
                  </a:ext>
                </a:extLst>
              </p14:cNvPr>
              <p14:cNvContentPartPr/>
              <p14:nvPr/>
            </p14:nvContentPartPr>
            <p14:xfrm>
              <a:off x="8112988" y="2401892"/>
              <a:ext cx="89280" cy="53748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06285504-ECAB-4C81-B5E1-4FF9192F4F84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094988" y="2366252"/>
                <a:ext cx="124920" cy="60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DD5FAD39-D389-415E-9E46-999F64D0E58E}"/>
                  </a:ext>
                </a:extLst>
              </p14:cNvPr>
              <p14:cNvContentPartPr/>
              <p14:nvPr/>
            </p14:nvContentPartPr>
            <p14:xfrm>
              <a:off x="8033788" y="2137652"/>
              <a:ext cx="974880" cy="83988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DD5FAD39-D389-415E-9E46-999F64D0E58E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8016148" y="2101652"/>
                <a:ext cx="1010520" cy="91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B774FB5A-7241-449D-967E-C9EB17154CD3}"/>
                  </a:ext>
                </a:extLst>
              </p14:cNvPr>
              <p14:cNvContentPartPr/>
              <p14:nvPr/>
            </p14:nvContentPartPr>
            <p14:xfrm>
              <a:off x="3153628" y="1455812"/>
              <a:ext cx="884880" cy="84060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B774FB5A-7241-449D-967E-C9EB17154CD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135988" y="1420172"/>
                <a:ext cx="920520" cy="9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6CB0FEDF-009F-44D3-95EC-EDD285F5C751}"/>
                  </a:ext>
                </a:extLst>
              </p14:cNvPr>
              <p14:cNvContentPartPr/>
              <p14:nvPr/>
            </p14:nvContentPartPr>
            <p14:xfrm>
              <a:off x="3790108" y="6177932"/>
              <a:ext cx="365760" cy="29232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6CB0FEDF-009F-44D3-95EC-EDD285F5C751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754468" y="6106292"/>
                <a:ext cx="43740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AF37B14D-9021-4C3D-8D3C-59CDDE3EAF12}"/>
                  </a:ext>
                </a:extLst>
              </p14:cNvPr>
              <p14:cNvContentPartPr/>
              <p14:nvPr/>
            </p14:nvContentPartPr>
            <p14:xfrm>
              <a:off x="4404988" y="6155252"/>
              <a:ext cx="383400" cy="27792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AF37B14D-9021-4C3D-8D3C-59CDDE3EAF12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4387348" y="6119252"/>
                <a:ext cx="419040" cy="34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0968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8A0C2AA-B4EA-4448-A861-41236665F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978" y="184272"/>
            <a:ext cx="10772543" cy="89894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67DC6EA-F081-4FEF-8051-4AEB6A2367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978" y="1257006"/>
            <a:ext cx="4483574" cy="451074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FE100C20-CEF0-4FC0-AD65-4EF335AA76D3}"/>
                  </a:ext>
                </a:extLst>
              </p14:cNvPr>
              <p14:cNvContentPartPr/>
              <p14:nvPr/>
            </p14:nvContentPartPr>
            <p14:xfrm>
              <a:off x="7068268" y="1860508"/>
              <a:ext cx="133920" cy="1836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FE100C20-CEF0-4FC0-AD65-4EF335AA76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59628" y="1851508"/>
                <a:ext cx="1515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0F34BAA5-BBBC-41E2-BA52-25ED383CA6BA}"/>
                  </a:ext>
                </a:extLst>
              </p14:cNvPr>
              <p14:cNvContentPartPr/>
              <p14:nvPr/>
            </p14:nvContentPartPr>
            <p14:xfrm>
              <a:off x="6026428" y="1148068"/>
              <a:ext cx="930600" cy="162288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0F34BAA5-BBBC-41E2-BA52-25ED383CA6B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17428" y="1139426"/>
                <a:ext cx="948240" cy="16405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DE0BA866-8EA3-4C05-87E2-699E3038A75B}"/>
                  </a:ext>
                </a:extLst>
              </p14:cNvPr>
              <p14:cNvContentPartPr/>
              <p14:nvPr/>
            </p14:nvContentPartPr>
            <p14:xfrm>
              <a:off x="7331788" y="1543708"/>
              <a:ext cx="1164240" cy="57816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DE0BA866-8EA3-4C05-87E2-699E3038A75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323145" y="1534708"/>
                <a:ext cx="1181885" cy="59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B0036A10-4E82-4B58-9E1D-F87C619A7F89}"/>
                  </a:ext>
                </a:extLst>
              </p14:cNvPr>
              <p14:cNvContentPartPr/>
              <p14:nvPr/>
            </p14:nvContentPartPr>
            <p14:xfrm>
              <a:off x="8610148" y="1202788"/>
              <a:ext cx="1510560" cy="130644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B0036A10-4E82-4B58-9E1D-F87C619A7F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601508" y="1193790"/>
                <a:ext cx="1528200" cy="1324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9B757E65-810C-4B91-962B-C585E622DC19}"/>
                  </a:ext>
                </a:extLst>
              </p14:cNvPr>
              <p14:cNvContentPartPr/>
              <p14:nvPr/>
            </p14:nvContentPartPr>
            <p14:xfrm>
              <a:off x="10629748" y="1566748"/>
              <a:ext cx="250920" cy="34272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9B757E65-810C-4B91-962B-C585E622DC1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620748" y="1557748"/>
                <a:ext cx="2685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F928D1CC-9B03-4A2B-8BA5-8908D18F33A4}"/>
                  </a:ext>
                </a:extLst>
              </p14:cNvPr>
              <p14:cNvContentPartPr/>
              <p14:nvPr/>
            </p14:nvContentPartPr>
            <p14:xfrm>
              <a:off x="10263628" y="1613908"/>
              <a:ext cx="272520" cy="30096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F928D1CC-9B03-4A2B-8BA5-8908D18F33A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254628" y="1604908"/>
                <a:ext cx="29016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2DA62611-4E03-4B2F-80C6-6EC299481F18}"/>
                  </a:ext>
                </a:extLst>
              </p14:cNvPr>
              <p14:cNvContentPartPr/>
              <p14:nvPr/>
            </p14:nvContentPartPr>
            <p14:xfrm>
              <a:off x="11411668" y="1524268"/>
              <a:ext cx="147240" cy="23472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2DA62611-4E03-4B2F-80C6-6EC299481F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403028" y="1515628"/>
                <a:ext cx="16488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A188B418-1C37-438E-91FF-E5528A902C2C}"/>
                  </a:ext>
                </a:extLst>
              </p14:cNvPr>
              <p14:cNvContentPartPr/>
              <p14:nvPr/>
            </p14:nvContentPartPr>
            <p14:xfrm>
              <a:off x="11076508" y="1497628"/>
              <a:ext cx="199440" cy="28440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A188B418-1C37-438E-91FF-E5528A902C2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1067868" y="1488639"/>
                <a:ext cx="217080" cy="3020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342FE679-BFC9-42B0-93DA-93955F527257}"/>
                  </a:ext>
                </a:extLst>
              </p14:cNvPr>
              <p14:cNvContentPartPr/>
              <p14:nvPr/>
            </p14:nvContentPartPr>
            <p14:xfrm>
              <a:off x="5951188" y="3268108"/>
              <a:ext cx="111600" cy="1008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342FE679-BFC9-42B0-93DA-93955F52725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942548" y="3259108"/>
                <a:ext cx="1292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6E2B3236-D3DA-49EA-956C-73D899594FA5}"/>
                  </a:ext>
                </a:extLst>
              </p14:cNvPr>
              <p14:cNvContentPartPr/>
              <p14:nvPr/>
            </p14:nvContentPartPr>
            <p14:xfrm>
              <a:off x="5954788" y="3349828"/>
              <a:ext cx="153360" cy="2196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6E2B3236-D3DA-49EA-956C-73D899594FA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946148" y="3340828"/>
                <a:ext cx="1710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7A21293A-A6A2-42FC-B358-EE613FFC17BE}"/>
                  </a:ext>
                </a:extLst>
              </p14:cNvPr>
              <p14:cNvContentPartPr/>
              <p14:nvPr/>
            </p14:nvContentPartPr>
            <p14:xfrm>
              <a:off x="6970708" y="3292948"/>
              <a:ext cx="463680" cy="23472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7A21293A-A6A2-42FC-B358-EE613FFC17B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962068" y="3283948"/>
                <a:ext cx="4813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80" name="Entrada de lápiz 79">
                <a:extLst>
                  <a:ext uri="{FF2B5EF4-FFF2-40B4-BE49-F238E27FC236}">
                    <a16:creationId xmlns:a16="http://schemas.microsoft.com/office/drawing/2014/main" id="{D10EDE75-7726-4B85-A480-62BBE15F578D}"/>
                  </a:ext>
                </a:extLst>
              </p14:cNvPr>
              <p14:cNvContentPartPr/>
              <p14:nvPr/>
            </p14:nvContentPartPr>
            <p14:xfrm>
              <a:off x="6197068" y="2846188"/>
              <a:ext cx="674640" cy="1071360"/>
            </p14:xfrm>
          </p:contentPart>
        </mc:Choice>
        <mc:Fallback>
          <p:pic>
            <p:nvPicPr>
              <p:cNvPr id="80" name="Entrada de lápiz 79">
                <a:extLst>
                  <a:ext uri="{FF2B5EF4-FFF2-40B4-BE49-F238E27FC236}">
                    <a16:creationId xmlns:a16="http://schemas.microsoft.com/office/drawing/2014/main" id="{D10EDE75-7726-4B85-A480-62BBE15F578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188068" y="2837548"/>
                <a:ext cx="692280" cy="108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77FB47E7-E70F-476B-BD72-6A30BB745379}"/>
                  </a:ext>
                </a:extLst>
              </p14:cNvPr>
              <p14:cNvContentPartPr/>
              <p14:nvPr/>
            </p14:nvContentPartPr>
            <p14:xfrm>
              <a:off x="7530148" y="3141748"/>
              <a:ext cx="528840" cy="46440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77FB47E7-E70F-476B-BD72-6A30BB745379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21508" y="3132748"/>
                <a:ext cx="546480" cy="48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86" name="Entrada de lápiz 85">
                <a:extLst>
                  <a:ext uri="{FF2B5EF4-FFF2-40B4-BE49-F238E27FC236}">
                    <a16:creationId xmlns:a16="http://schemas.microsoft.com/office/drawing/2014/main" id="{1489DF8B-9389-4493-8B0A-D9EE7799885A}"/>
                  </a:ext>
                </a:extLst>
              </p14:cNvPr>
              <p14:cNvContentPartPr/>
              <p14:nvPr/>
            </p14:nvContentPartPr>
            <p14:xfrm>
              <a:off x="8158348" y="3151108"/>
              <a:ext cx="364320" cy="316800"/>
            </p14:xfrm>
          </p:contentPart>
        </mc:Choice>
        <mc:Fallback>
          <p:pic>
            <p:nvPicPr>
              <p:cNvPr id="86" name="Entrada de lápiz 85">
                <a:extLst>
                  <a:ext uri="{FF2B5EF4-FFF2-40B4-BE49-F238E27FC236}">
                    <a16:creationId xmlns:a16="http://schemas.microsoft.com/office/drawing/2014/main" id="{1489DF8B-9389-4493-8B0A-D9EE7799885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149699" y="3142458"/>
                <a:ext cx="381977" cy="3344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D6541999-790C-4909-9875-5730ECED684B}"/>
                  </a:ext>
                </a:extLst>
              </p14:cNvPr>
              <p14:cNvContentPartPr/>
              <p14:nvPr/>
            </p14:nvContentPartPr>
            <p14:xfrm>
              <a:off x="8656228" y="3307348"/>
              <a:ext cx="162000" cy="17280"/>
            </p14:xfrm>
          </p:contentPart>
        </mc:Choice>
        <mc:Fallback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D6541999-790C-4909-9875-5730ECED684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647588" y="3298348"/>
                <a:ext cx="17964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804B4010-54BA-4D50-B843-A6CEC0B9776D}"/>
                  </a:ext>
                </a:extLst>
              </p14:cNvPr>
              <p14:cNvContentPartPr/>
              <p14:nvPr/>
            </p14:nvContentPartPr>
            <p14:xfrm>
              <a:off x="8688628" y="3416788"/>
              <a:ext cx="158760" cy="900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804B4010-54BA-4D50-B843-A6CEC0B9776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79628" y="3408148"/>
                <a:ext cx="1764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0C15BF30-7374-472B-A02A-576F133C0953}"/>
                  </a:ext>
                </a:extLst>
              </p14:cNvPr>
              <p14:cNvContentPartPr/>
              <p14:nvPr/>
            </p14:nvContentPartPr>
            <p14:xfrm>
              <a:off x="9113788" y="3573028"/>
              <a:ext cx="182160" cy="17676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0C15BF30-7374-472B-A02A-576F133C095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105148" y="3564028"/>
                <a:ext cx="199800" cy="19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0CF8804B-AB07-4E18-8035-9593D040AACB}"/>
                  </a:ext>
                </a:extLst>
              </p14:cNvPr>
              <p14:cNvContentPartPr/>
              <p14:nvPr/>
            </p14:nvContentPartPr>
            <p14:xfrm>
              <a:off x="8987428" y="2957788"/>
              <a:ext cx="407880" cy="45072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0CF8804B-AB07-4E18-8035-9593D040AACB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978788" y="2949148"/>
                <a:ext cx="425520" cy="46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02" name="Entrada de lápiz 101">
                <a:extLst>
                  <a:ext uri="{FF2B5EF4-FFF2-40B4-BE49-F238E27FC236}">
                    <a16:creationId xmlns:a16="http://schemas.microsoft.com/office/drawing/2014/main" id="{72BE3714-FE4C-4245-9C75-09D75668BD7D}"/>
                  </a:ext>
                </a:extLst>
              </p14:cNvPr>
              <p14:cNvContentPartPr/>
              <p14:nvPr/>
            </p14:nvContentPartPr>
            <p14:xfrm>
              <a:off x="9975628" y="2959948"/>
              <a:ext cx="363600" cy="641880"/>
            </p14:xfrm>
          </p:contentPart>
        </mc:Choice>
        <mc:Fallback>
          <p:pic>
            <p:nvPicPr>
              <p:cNvPr id="102" name="Entrada de lápiz 101">
                <a:extLst>
                  <a:ext uri="{FF2B5EF4-FFF2-40B4-BE49-F238E27FC236}">
                    <a16:creationId xmlns:a16="http://schemas.microsoft.com/office/drawing/2014/main" id="{72BE3714-FE4C-4245-9C75-09D75668BD7D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966988" y="2951308"/>
                <a:ext cx="381240" cy="65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F31589FB-E348-47AA-8BD7-CA4A73380B51}"/>
                  </a:ext>
                </a:extLst>
              </p14:cNvPr>
              <p14:cNvContentPartPr/>
              <p14:nvPr/>
            </p14:nvContentPartPr>
            <p14:xfrm>
              <a:off x="9563068" y="3232828"/>
              <a:ext cx="187200" cy="21348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F31589FB-E348-47AA-8BD7-CA4A73380B51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554428" y="3224188"/>
                <a:ext cx="2048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0FE86478-B909-4281-8BCB-EDFCD1189F23}"/>
                  </a:ext>
                </a:extLst>
              </p14:cNvPr>
              <p14:cNvContentPartPr/>
              <p14:nvPr/>
            </p14:nvContentPartPr>
            <p14:xfrm>
              <a:off x="10855828" y="3141748"/>
              <a:ext cx="432000" cy="23760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0FE86478-B909-4281-8BCB-EDFCD1189F2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846828" y="3132748"/>
                <a:ext cx="44964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7FB95A8D-DD28-4CF3-9668-C83138B4D18B}"/>
                  </a:ext>
                </a:extLst>
              </p14:cNvPr>
              <p14:cNvContentPartPr/>
              <p14:nvPr/>
            </p14:nvContentPartPr>
            <p14:xfrm>
              <a:off x="10539028" y="3176668"/>
              <a:ext cx="215640" cy="20448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7FB95A8D-DD28-4CF3-9668-C83138B4D18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0530028" y="3168028"/>
                <a:ext cx="2332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15" name="Entrada de lápiz 114">
                <a:extLst>
                  <a:ext uri="{FF2B5EF4-FFF2-40B4-BE49-F238E27FC236}">
                    <a16:creationId xmlns:a16="http://schemas.microsoft.com/office/drawing/2014/main" id="{1A5BF104-283E-4FD3-B39E-39D39661A9E3}"/>
                  </a:ext>
                </a:extLst>
              </p14:cNvPr>
              <p14:cNvContentPartPr/>
              <p14:nvPr/>
            </p14:nvContentPartPr>
            <p14:xfrm>
              <a:off x="11496268" y="2687428"/>
              <a:ext cx="266400" cy="1228320"/>
            </p14:xfrm>
          </p:contentPart>
        </mc:Choice>
        <mc:Fallback>
          <p:pic>
            <p:nvPicPr>
              <p:cNvPr id="115" name="Entrada de lápiz 114">
                <a:extLst>
                  <a:ext uri="{FF2B5EF4-FFF2-40B4-BE49-F238E27FC236}">
                    <a16:creationId xmlns:a16="http://schemas.microsoft.com/office/drawing/2014/main" id="{1A5BF104-283E-4FD3-B39E-39D39661A9E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487268" y="2678788"/>
                <a:ext cx="284040" cy="12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16" name="Entrada de lápiz 115">
                <a:extLst>
                  <a:ext uri="{FF2B5EF4-FFF2-40B4-BE49-F238E27FC236}">
                    <a16:creationId xmlns:a16="http://schemas.microsoft.com/office/drawing/2014/main" id="{EF5BC794-9D5A-4700-87E8-8F9E701DB1BC}"/>
                  </a:ext>
                </a:extLst>
              </p14:cNvPr>
              <p14:cNvContentPartPr/>
              <p14:nvPr/>
            </p14:nvContentPartPr>
            <p14:xfrm>
              <a:off x="5834908" y="4575628"/>
              <a:ext cx="127440" cy="5760"/>
            </p14:xfrm>
          </p:contentPart>
        </mc:Choice>
        <mc:Fallback>
          <p:pic>
            <p:nvPicPr>
              <p:cNvPr id="116" name="Entrada de lápiz 115">
                <a:extLst>
                  <a:ext uri="{FF2B5EF4-FFF2-40B4-BE49-F238E27FC236}">
                    <a16:creationId xmlns:a16="http://schemas.microsoft.com/office/drawing/2014/main" id="{EF5BC794-9D5A-4700-87E8-8F9E701DB1B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825908" y="4566988"/>
                <a:ext cx="1450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1DA1BDFE-034A-49D9-9A77-12AF79AAD523}"/>
                  </a:ext>
                </a:extLst>
              </p14:cNvPr>
              <p14:cNvContentPartPr/>
              <p14:nvPr/>
            </p14:nvContentPartPr>
            <p14:xfrm>
              <a:off x="5856148" y="4658068"/>
              <a:ext cx="115200" cy="3312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1DA1BDFE-034A-49D9-9A77-12AF79AAD523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847148" y="4649068"/>
                <a:ext cx="1328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D12766F6-C920-486A-BA00-16E1E212F993}"/>
                  </a:ext>
                </a:extLst>
              </p14:cNvPr>
              <p14:cNvContentPartPr/>
              <p14:nvPr/>
            </p14:nvContentPartPr>
            <p14:xfrm>
              <a:off x="6243148" y="4423708"/>
              <a:ext cx="57240" cy="176400"/>
            </p14:xfrm>
          </p:contentPart>
        </mc:Choice>
        <mc:Fallback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D12766F6-C920-486A-BA00-16E1E212F993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234148" y="4415068"/>
                <a:ext cx="74880" cy="19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20" name="Entrada de lápiz 119">
                <a:extLst>
                  <a:ext uri="{FF2B5EF4-FFF2-40B4-BE49-F238E27FC236}">
                    <a16:creationId xmlns:a16="http://schemas.microsoft.com/office/drawing/2014/main" id="{43E1CD17-E1AA-4C6B-8954-4CF696DE7107}"/>
                  </a:ext>
                </a:extLst>
              </p14:cNvPr>
              <p14:cNvContentPartPr/>
              <p14:nvPr/>
            </p14:nvContentPartPr>
            <p14:xfrm>
              <a:off x="6400468" y="4317868"/>
              <a:ext cx="109800" cy="145080"/>
            </p14:xfrm>
          </p:contentPart>
        </mc:Choice>
        <mc:Fallback>
          <p:pic>
            <p:nvPicPr>
              <p:cNvPr id="120" name="Entrada de lápiz 119">
                <a:extLst>
                  <a:ext uri="{FF2B5EF4-FFF2-40B4-BE49-F238E27FC236}">
                    <a16:creationId xmlns:a16="http://schemas.microsoft.com/office/drawing/2014/main" id="{43E1CD17-E1AA-4C6B-8954-4CF696DE7107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391828" y="4309228"/>
                <a:ext cx="1274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6EBABC98-B662-47DB-A033-95329BEB8513}"/>
                  </a:ext>
                </a:extLst>
              </p14:cNvPr>
              <p14:cNvContentPartPr/>
              <p14:nvPr/>
            </p14:nvContentPartPr>
            <p14:xfrm>
              <a:off x="6226228" y="4680388"/>
              <a:ext cx="287640" cy="2232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6EBABC98-B662-47DB-A033-95329BEB851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217228" y="4671748"/>
                <a:ext cx="3052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B656A1A3-A78E-448C-A003-D914B03654E1}"/>
                  </a:ext>
                </a:extLst>
              </p14:cNvPr>
              <p14:cNvContentPartPr/>
              <p14:nvPr/>
            </p14:nvContentPartPr>
            <p14:xfrm>
              <a:off x="6298948" y="4787668"/>
              <a:ext cx="158760" cy="189720"/>
            </p14:xfrm>
          </p:contentPart>
        </mc:Choice>
        <mc:Fallback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B656A1A3-A78E-448C-A003-D914B03654E1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290308" y="4779028"/>
                <a:ext cx="176400" cy="20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7E4A8257-03C2-4A8F-9821-D162ED831513}"/>
                  </a:ext>
                </a:extLst>
              </p14:cNvPr>
              <p14:cNvContentPartPr/>
              <p14:nvPr/>
            </p14:nvContentPartPr>
            <p14:xfrm>
              <a:off x="7019668" y="4478068"/>
              <a:ext cx="121320" cy="20088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7E4A8257-03C2-4A8F-9821-D162ED83151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011028" y="4469068"/>
                <a:ext cx="13896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891059B0-48AE-4609-B618-733E8EF24335}"/>
                  </a:ext>
                </a:extLst>
              </p14:cNvPr>
              <p14:cNvContentPartPr/>
              <p14:nvPr/>
            </p14:nvContentPartPr>
            <p14:xfrm>
              <a:off x="7204348" y="4293028"/>
              <a:ext cx="112680" cy="110880"/>
            </p14:xfrm>
          </p:contentPart>
        </mc:Choice>
        <mc:Fallback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891059B0-48AE-4609-B618-733E8EF2433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195708" y="4284028"/>
                <a:ext cx="13032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57910F16-3DD6-4B6B-B0FA-982593E51232}"/>
                  </a:ext>
                </a:extLst>
              </p14:cNvPr>
              <p14:cNvContentPartPr/>
              <p14:nvPr/>
            </p14:nvContentPartPr>
            <p14:xfrm>
              <a:off x="7029028" y="4786228"/>
              <a:ext cx="252720" cy="1296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57910F16-3DD6-4B6B-B0FA-982593E5123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020388" y="4777228"/>
                <a:ext cx="27036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12D3AA8B-A13A-451F-99AB-3C63A4877980}"/>
                  </a:ext>
                </a:extLst>
              </p14:cNvPr>
              <p14:cNvContentPartPr/>
              <p14:nvPr/>
            </p14:nvContentPartPr>
            <p14:xfrm>
              <a:off x="8102188" y="4466908"/>
              <a:ext cx="80280" cy="19764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12D3AA8B-A13A-451F-99AB-3C63A487798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093548" y="4458268"/>
                <a:ext cx="9792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14AEA1EC-BEFF-4FC0-B1C3-B285482639DD}"/>
                  </a:ext>
                </a:extLst>
              </p14:cNvPr>
              <p14:cNvContentPartPr/>
              <p14:nvPr/>
            </p14:nvContentPartPr>
            <p14:xfrm>
              <a:off x="7771708" y="4552948"/>
              <a:ext cx="239400" cy="17532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14AEA1EC-BEFF-4FC0-B1C3-B285482639D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762708" y="4544308"/>
                <a:ext cx="257040" cy="19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238AF06B-7DF2-463D-BE6C-EC064339F599}"/>
                  </a:ext>
                </a:extLst>
              </p14:cNvPr>
              <p14:cNvContentPartPr/>
              <p14:nvPr/>
            </p14:nvContentPartPr>
            <p14:xfrm>
              <a:off x="7534828" y="4527028"/>
              <a:ext cx="150840" cy="24516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238AF06B-7DF2-463D-BE6C-EC064339F59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7525828" y="4518028"/>
                <a:ext cx="16848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6DBCCF47-7D37-4D9D-99A5-CAECBE334B01}"/>
                  </a:ext>
                </a:extLst>
              </p14:cNvPr>
              <p14:cNvContentPartPr/>
              <p14:nvPr/>
            </p14:nvContentPartPr>
            <p14:xfrm>
              <a:off x="7054948" y="4902148"/>
              <a:ext cx="216000" cy="20448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6DBCCF47-7D37-4D9D-99A5-CAECBE334B0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7046308" y="4893508"/>
                <a:ext cx="23364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94A2B6BB-8DFD-4B9F-9626-4DA7AA6F2039}"/>
                  </a:ext>
                </a:extLst>
              </p14:cNvPr>
              <p14:cNvContentPartPr/>
              <p14:nvPr/>
            </p14:nvContentPartPr>
            <p14:xfrm>
              <a:off x="6739588" y="4548628"/>
              <a:ext cx="122400" cy="185760"/>
            </p14:xfrm>
          </p:contentPart>
        </mc:Choice>
        <mc:Fallback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94A2B6BB-8DFD-4B9F-9626-4DA7AA6F2039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730588" y="4539628"/>
                <a:ext cx="14004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762ACFA5-9EED-4FAA-9307-5B47FD323FB2}"/>
                  </a:ext>
                </a:extLst>
              </p14:cNvPr>
              <p14:cNvContentPartPr/>
              <p14:nvPr/>
            </p14:nvContentPartPr>
            <p14:xfrm>
              <a:off x="8316388" y="4490668"/>
              <a:ext cx="357480" cy="9576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762ACFA5-9EED-4FAA-9307-5B47FD323FB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307388" y="4482028"/>
                <a:ext cx="3751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8B3B8D40-5C77-4264-89CF-0F0E8798A3AD}"/>
                  </a:ext>
                </a:extLst>
              </p14:cNvPr>
              <p14:cNvContentPartPr/>
              <p14:nvPr/>
            </p14:nvContentPartPr>
            <p14:xfrm>
              <a:off x="11593828" y="2652508"/>
              <a:ext cx="232560" cy="29124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8B3B8D40-5C77-4264-89CF-0F0E8798A3A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558188" y="2580868"/>
                <a:ext cx="304200" cy="43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D54C4266-FA21-4AA5-A1EB-74A406D093DA}"/>
                  </a:ext>
                </a:extLst>
              </p14:cNvPr>
              <p14:cNvContentPartPr/>
              <p14:nvPr/>
            </p14:nvContentPartPr>
            <p14:xfrm>
              <a:off x="6200308" y="4502548"/>
              <a:ext cx="169920" cy="16308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D54C4266-FA21-4AA5-A1EB-74A406D093D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164308" y="4430548"/>
                <a:ext cx="24156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3B61E3D2-9581-40B6-8D65-CAB8F865388E}"/>
                  </a:ext>
                </a:extLst>
              </p14:cNvPr>
              <p14:cNvContentPartPr/>
              <p14:nvPr/>
            </p14:nvContentPartPr>
            <p14:xfrm>
              <a:off x="6998788" y="4506508"/>
              <a:ext cx="193320" cy="17604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3B61E3D2-9581-40B6-8D65-CAB8F865388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962788" y="4434508"/>
                <a:ext cx="26496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47" name="Entrada de lápiz 146">
                <a:extLst>
                  <a:ext uri="{FF2B5EF4-FFF2-40B4-BE49-F238E27FC236}">
                    <a16:creationId xmlns:a16="http://schemas.microsoft.com/office/drawing/2014/main" id="{A8FD79C9-2B3C-41C2-B19B-BFF5987B3EF7}"/>
                  </a:ext>
                </a:extLst>
              </p14:cNvPr>
              <p14:cNvContentPartPr/>
              <p14:nvPr/>
            </p14:nvContentPartPr>
            <p14:xfrm>
              <a:off x="8077348" y="4502548"/>
              <a:ext cx="167400" cy="212760"/>
            </p14:xfrm>
          </p:contentPart>
        </mc:Choice>
        <mc:Fallback>
          <p:pic>
            <p:nvPicPr>
              <p:cNvPr id="147" name="Entrada de lápiz 146">
                <a:extLst>
                  <a:ext uri="{FF2B5EF4-FFF2-40B4-BE49-F238E27FC236}">
                    <a16:creationId xmlns:a16="http://schemas.microsoft.com/office/drawing/2014/main" id="{A8FD79C9-2B3C-41C2-B19B-BFF5987B3EF7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8041708" y="4430548"/>
                <a:ext cx="23904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66E42270-F764-40FE-8D4C-B1262023D327}"/>
                  </a:ext>
                </a:extLst>
              </p14:cNvPr>
              <p14:cNvContentPartPr/>
              <p14:nvPr/>
            </p14:nvContentPartPr>
            <p14:xfrm>
              <a:off x="11581948" y="3743308"/>
              <a:ext cx="225360" cy="22644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66E42270-F764-40FE-8D4C-B1262023D32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1564308" y="3707668"/>
                <a:ext cx="26100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2CDF79C5-3C71-4251-8679-12C070525045}"/>
                  </a:ext>
                </a:extLst>
              </p14:cNvPr>
              <p14:cNvContentPartPr/>
              <p14:nvPr/>
            </p14:nvContentPartPr>
            <p14:xfrm>
              <a:off x="9055108" y="4274668"/>
              <a:ext cx="237240" cy="22356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2CDF79C5-3C71-4251-8679-12C070525045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9037468" y="4238668"/>
                <a:ext cx="2728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71DC41F5-3C66-47E9-A212-A78DE8CE64E0}"/>
                  </a:ext>
                </a:extLst>
              </p14:cNvPr>
              <p14:cNvContentPartPr/>
              <p14:nvPr/>
            </p14:nvContentPartPr>
            <p14:xfrm>
              <a:off x="9957268" y="4344868"/>
              <a:ext cx="239400" cy="17676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71DC41F5-3C66-47E9-A212-A78DE8CE64E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939268" y="4309228"/>
                <a:ext cx="2750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172" name="Entrada de lápiz 171">
                <a:extLst>
                  <a:ext uri="{FF2B5EF4-FFF2-40B4-BE49-F238E27FC236}">
                    <a16:creationId xmlns:a16="http://schemas.microsoft.com/office/drawing/2014/main" id="{DBB3214E-0835-4FEC-B027-3CB4E1261F2E}"/>
                  </a:ext>
                </a:extLst>
              </p14:cNvPr>
              <p14:cNvContentPartPr/>
              <p14:nvPr/>
            </p14:nvContentPartPr>
            <p14:xfrm>
              <a:off x="11091268" y="4417948"/>
              <a:ext cx="192240" cy="210600"/>
            </p14:xfrm>
          </p:contentPart>
        </mc:Choice>
        <mc:Fallback>
          <p:pic>
            <p:nvPicPr>
              <p:cNvPr id="172" name="Entrada de lápiz 171">
                <a:extLst>
                  <a:ext uri="{FF2B5EF4-FFF2-40B4-BE49-F238E27FC236}">
                    <a16:creationId xmlns:a16="http://schemas.microsoft.com/office/drawing/2014/main" id="{DBB3214E-0835-4FEC-B027-3CB4E1261F2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073628" y="4382308"/>
                <a:ext cx="22788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75" name="Entrada de lápiz 174">
                <a:extLst>
                  <a:ext uri="{FF2B5EF4-FFF2-40B4-BE49-F238E27FC236}">
                    <a16:creationId xmlns:a16="http://schemas.microsoft.com/office/drawing/2014/main" id="{A89D6578-C661-4999-9072-88E466BA8FB7}"/>
                  </a:ext>
                </a:extLst>
              </p14:cNvPr>
              <p14:cNvContentPartPr/>
              <p14:nvPr/>
            </p14:nvContentPartPr>
            <p14:xfrm>
              <a:off x="8840908" y="4143628"/>
              <a:ext cx="2837160" cy="1028520"/>
            </p14:xfrm>
          </p:contentPart>
        </mc:Choice>
        <mc:Fallback>
          <p:pic>
            <p:nvPicPr>
              <p:cNvPr id="175" name="Entrada de lápiz 174">
                <a:extLst>
                  <a:ext uri="{FF2B5EF4-FFF2-40B4-BE49-F238E27FC236}">
                    <a16:creationId xmlns:a16="http://schemas.microsoft.com/office/drawing/2014/main" id="{A89D6578-C661-4999-9072-88E466BA8FB7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831908" y="4134628"/>
                <a:ext cx="2854800" cy="104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76" name="Entrada de lápiz 175">
                <a:extLst>
                  <a:ext uri="{FF2B5EF4-FFF2-40B4-BE49-F238E27FC236}">
                    <a16:creationId xmlns:a16="http://schemas.microsoft.com/office/drawing/2014/main" id="{7EC9065D-A3D6-44A3-8546-4E9B4826E923}"/>
                  </a:ext>
                </a:extLst>
              </p14:cNvPr>
              <p14:cNvContentPartPr/>
              <p14:nvPr/>
            </p14:nvContentPartPr>
            <p14:xfrm>
              <a:off x="5940748" y="5458348"/>
              <a:ext cx="118800" cy="17280"/>
            </p14:xfrm>
          </p:contentPart>
        </mc:Choice>
        <mc:Fallback>
          <p:pic>
            <p:nvPicPr>
              <p:cNvPr id="176" name="Entrada de lápiz 175">
                <a:extLst>
                  <a:ext uri="{FF2B5EF4-FFF2-40B4-BE49-F238E27FC236}">
                    <a16:creationId xmlns:a16="http://schemas.microsoft.com/office/drawing/2014/main" id="{7EC9065D-A3D6-44A3-8546-4E9B4826E923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931748" y="5449348"/>
                <a:ext cx="13644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CCB3B4EA-EE90-47E3-88EF-7560E195C46C}"/>
                  </a:ext>
                </a:extLst>
              </p14:cNvPr>
              <p14:cNvContentPartPr/>
              <p14:nvPr/>
            </p14:nvContentPartPr>
            <p14:xfrm>
              <a:off x="5955868" y="5547268"/>
              <a:ext cx="179280" cy="5760"/>
            </p14:xfrm>
          </p:contentPart>
        </mc:Choice>
        <mc:Fallback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CCB3B4EA-EE90-47E3-88EF-7560E195C46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946868" y="5538268"/>
                <a:ext cx="1969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96" name="Entrada de lápiz 195">
                <a:extLst>
                  <a:ext uri="{FF2B5EF4-FFF2-40B4-BE49-F238E27FC236}">
                    <a16:creationId xmlns:a16="http://schemas.microsoft.com/office/drawing/2014/main" id="{CDCCE4C2-99D6-45AE-A447-9A0911C9EEDA}"/>
                  </a:ext>
                </a:extLst>
              </p14:cNvPr>
              <p14:cNvContentPartPr/>
              <p14:nvPr/>
            </p14:nvContentPartPr>
            <p14:xfrm>
              <a:off x="8021548" y="5668948"/>
              <a:ext cx="86400" cy="198360"/>
            </p14:xfrm>
          </p:contentPart>
        </mc:Choice>
        <mc:Fallback>
          <p:pic>
            <p:nvPicPr>
              <p:cNvPr id="196" name="Entrada de lápiz 195">
                <a:extLst>
                  <a:ext uri="{FF2B5EF4-FFF2-40B4-BE49-F238E27FC236}">
                    <a16:creationId xmlns:a16="http://schemas.microsoft.com/office/drawing/2014/main" id="{CDCCE4C2-99D6-45AE-A447-9A0911C9EEDA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8012548" y="5659948"/>
                <a:ext cx="104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98" name="Entrada de lápiz 197">
                <a:extLst>
                  <a:ext uri="{FF2B5EF4-FFF2-40B4-BE49-F238E27FC236}">
                    <a16:creationId xmlns:a16="http://schemas.microsoft.com/office/drawing/2014/main" id="{7A55673E-C164-44B3-B671-A2E6DABA5C68}"/>
                  </a:ext>
                </a:extLst>
              </p14:cNvPr>
              <p14:cNvContentPartPr/>
              <p14:nvPr/>
            </p14:nvContentPartPr>
            <p14:xfrm>
              <a:off x="8084908" y="5298868"/>
              <a:ext cx="128520" cy="229320"/>
            </p14:xfrm>
          </p:contentPart>
        </mc:Choice>
        <mc:Fallback>
          <p:pic>
            <p:nvPicPr>
              <p:cNvPr id="198" name="Entrada de lápiz 197">
                <a:extLst>
                  <a:ext uri="{FF2B5EF4-FFF2-40B4-BE49-F238E27FC236}">
                    <a16:creationId xmlns:a16="http://schemas.microsoft.com/office/drawing/2014/main" id="{7A55673E-C164-44B3-B671-A2E6DABA5C6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8075908" y="5290228"/>
                <a:ext cx="14616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207" name="Entrada de lápiz 206">
                <a:extLst>
                  <a:ext uri="{FF2B5EF4-FFF2-40B4-BE49-F238E27FC236}">
                    <a16:creationId xmlns:a16="http://schemas.microsoft.com/office/drawing/2014/main" id="{72E969DA-3DD0-42CB-BCCE-440FBC1DA091}"/>
                  </a:ext>
                </a:extLst>
              </p14:cNvPr>
              <p14:cNvContentPartPr/>
              <p14:nvPr/>
            </p14:nvContentPartPr>
            <p14:xfrm>
              <a:off x="6283108" y="5214268"/>
              <a:ext cx="1257480" cy="644040"/>
            </p14:xfrm>
          </p:contentPart>
        </mc:Choice>
        <mc:Fallback>
          <p:pic>
            <p:nvPicPr>
              <p:cNvPr id="207" name="Entrada de lápiz 206">
                <a:extLst>
                  <a:ext uri="{FF2B5EF4-FFF2-40B4-BE49-F238E27FC236}">
                    <a16:creationId xmlns:a16="http://schemas.microsoft.com/office/drawing/2014/main" id="{72E969DA-3DD0-42CB-BCCE-440FBC1DA09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274108" y="5205628"/>
                <a:ext cx="1275120" cy="66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208" name="Entrada de lápiz 207">
                <a:extLst>
                  <a:ext uri="{FF2B5EF4-FFF2-40B4-BE49-F238E27FC236}">
                    <a16:creationId xmlns:a16="http://schemas.microsoft.com/office/drawing/2014/main" id="{9402465B-6CDA-414B-9D01-D2314900116C}"/>
                  </a:ext>
                </a:extLst>
              </p14:cNvPr>
              <p14:cNvContentPartPr/>
              <p14:nvPr/>
            </p14:nvContentPartPr>
            <p14:xfrm>
              <a:off x="7643188" y="5389588"/>
              <a:ext cx="323280" cy="190800"/>
            </p14:xfrm>
          </p:contentPart>
        </mc:Choice>
        <mc:Fallback>
          <p:pic>
            <p:nvPicPr>
              <p:cNvPr id="208" name="Entrada de lápiz 207">
                <a:extLst>
                  <a:ext uri="{FF2B5EF4-FFF2-40B4-BE49-F238E27FC236}">
                    <a16:creationId xmlns:a16="http://schemas.microsoft.com/office/drawing/2014/main" id="{9402465B-6CDA-414B-9D01-D2314900116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634548" y="5380948"/>
                <a:ext cx="340920" cy="2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209" name="Entrada de lápiz 208">
                <a:extLst>
                  <a:ext uri="{FF2B5EF4-FFF2-40B4-BE49-F238E27FC236}">
                    <a16:creationId xmlns:a16="http://schemas.microsoft.com/office/drawing/2014/main" id="{3EE94608-E36B-486D-9EAC-52B9DBA27299}"/>
                  </a:ext>
                </a:extLst>
              </p14:cNvPr>
              <p14:cNvContentPartPr/>
              <p14:nvPr/>
            </p14:nvContentPartPr>
            <p14:xfrm>
              <a:off x="7634908" y="5631148"/>
              <a:ext cx="264600" cy="193680"/>
            </p14:xfrm>
          </p:contentPart>
        </mc:Choice>
        <mc:Fallback>
          <p:pic>
            <p:nvPicPr>
              <p:cNvPr id="209" name="Entrada de lápiz 208">
                <a:extLst>
                  <a:ext uri="{FF2B5EF4-FFF2-40B4-BE49-F238E27FC236}">
                    <a16:creationId xmlns:a16="http://schemas.microsoft.com/office/drawing/2014/main" id="{3EE94608-E36B-486D-9EAC-52B9DBA27299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626268" y="5622148"/>
                <a:ext cx="282240" cy="21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210" name="Entrada de lápiz 209">
                <a:extLst>
                  <a:ext uri="{FF2B5EF4-FFF2-40B4-BE49-F238E27FC236}">
                    <a16:creationId xmlns:a16="http://schemas.microsoft.com/office/drawing/2014/main" id="{834E0658-F942-446D-AC09-EDAE07CB73F0}"/>
                  </a:ext>
                </a:extLst>
              </p14:cNvPr>
              <p14:cNvContentPartPr/>
              <p14:nvPr/>
            </p14:nvContentPartPr>
            <p14:xfrm>
              <a:off x="5994028" y="6281668"/>
              <a:ext cx="134640" cy="1080"/>
            </p14:xfrm>
          </p:contentPart>
        </mc:Choice>
        <mc:Fallback>
          <p:pic>
            <p:nvPicPr>
              <p:cNvPr id="210" name="Entrada de lápiz 209">
                <a:extLst>
                  <a:ext uri="{FF2B5EF4-FFF2-40B4-BE49-F238E27FC236}">
                    <a16:creationId xmlns:a16="http://schemas.microsoft.com/office/drawing/2014/main" id="{834E0658-F942-446D-AC09-EDAE07CB73F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985028" y="6273028"/>
                <a:ext cx="15228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211" name="Entrada de lápiz 210">
                <a:extLst>
                  <a:ext uri="{FF2B5EF4-FFF2-40B4-BE49-F238E27FC236}">
                    <a16:creationId xmlns:a16="http://schemas.microsoft.com/office/drawing/2014/main" id="{ACAF4813-1683-4271-934D-D1553BBFD72E}"/>
                  </a:ext>
                </a:extLst>
              </p14:cNvPr>
              <p14:cNvContentPartPr/>
              <p14:nvPr/>
            </p14:nvContentPartPr>
            <p14:xfrm>
              <a:off x="6010948" y="6367348"/>
              <a:ext cx="154440" cy="13320"/>
            </p14:xfrm>
          </p:contentPart>
        </mc:Choice>
        <mc:Fallback>
          <p:pic>
            <p:nvPicPr>
              <p:cNvPr id="211" name="Entrada de lápiz 210">
                <a:extLst>
                  <a:ext uri="{FF2B5EF4-FFF2-40B4-BE49-F238E27FC236}">
                    <a16:creationId xmlns:a16="http://schemas.microsoft.com/office/drawing/2014/main" id="{ACAF4813-1683-4271-934D-D1553BBFD72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001948" y="6358708"/>
                <a:ext cx="17208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212" name="Entrada de lápiz 211">
                <a:extLst>
                  <a:ext uri="{FF2B5EF4-FFF2-40B4-BE49-F238E27FC236}">
                    <a16:creationId xmlns:a16="http://schemas.microsoft.com/office/drawing/2014/main" id="{E43886E9-BC6C-4A4B-B56E-5D88C0BC4C41}"/>
                  </a:ext>
                </a:extLst>
              </p14:cNvPr>
              <p14:cNvContentPartPr/>
              <p14:nvPr/>
            </p14:nvContentPartPr>
            <p14:xfrm>
              <a:off x="6350788" y="6152428"/>
              <a:ext cx="147960" cy="124200"/>
            </p14:xfrm>
          </p:contentPart>
        </mc:Choice>
        <mc:Fallback>
          <p:pic>
            <p:nvPicPr>
              <p:cNvPr id="212" name="Entrada de lápiz 211">
                <a:extLst>
                  <a:ext uri="{FF2B5EF4-FFF2-40B4-BE49-F238E27FC236}">
                    <a16:creationId xmlns:a16="http://schemas.microsoft.com/office/drawing/2014/main" id="{E43886E9-BC6C-4A4B-B56E-5D88C0BC4C41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6341788" y="6143788"/>
                <a:ext cx="165600" cy="1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213" name="Entrada de lápiz 212">
                <a:extLst>
                  <a:ext uri="{FF2B5EF4-FFF2-40B4-BE49-F238E27FC236}">
                    <a16:creationId xmlns:a16="http://schemas.microsoft.com/office/drawing/2014/main" id="{D051F9CD-9E8F-4DFE-B02A-A97E84671B84}"/>
                  </a:ext>
                </a:extLst>
              </p14:cNvPr>
              <p14:cNvContentPartPr/>
              <p14:nvPr/>
            </p14:nvContentPartPr>
            <p14:xfrm>
              <a:off x="6297148" y="6343948"/>
              <a:ext cx="262080" cy="17280"/>
            </p14:xfrm>
          </p:contentPart>
        </mc:Choice>
        <mc:Fallback>
          <p:pic>
            <p:nvPicPr>
              <p:cNvPr id="213" name="Entrada de lápiz 212">
                <a:extLst>
                  <a:ext uri="{FF2B5EF4-FFF2-40B4-BE49-F238E27FC236}">
                    <a16:creationId xmlns:a16="http://schemas.microsoft.com/office/drawing/2014/main" id="{D051F9CD-9E8F-4DFE-B02A-A97E84671B84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288508" y="6335308"/>
                <a:ext cx="27972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214" name="Entrada de lápiz 213">
                <a:extLst>
                  <a:ext uri="{FF2B5EF4-FFF2-40B4-BE49-F238E27FC236}">
                    <a16:creationId xmlns:a16="http://schemas.microsoft.com/office/drawing/2014/main" id="{82B1107E-C39E-43DD-B523-40602755BC5A}"/>
                  </a:ext>
                </a:extLst>
              </p14:cNvPr>
              <p14:cNvContentPartPr/>
              <p14:nvPr/>
            </p14:nvContentPartPr>
            <p14:xfrm>
              <a:off x="6424948" y="6410188"/>
              <a:ext cx="176760" cy="178560"/>
            </p14:xfrm>
          </p:contentPart>
        </mc:Choice>
        <mc:Fallback>
          <p:pic>
            <p:nvPicPr>
              <p:cNvPr id="214" name="Entrada de lápiz 213">
                <a:extLst>
                  <a:ext uri="{FF2B5EF4-FFF2-40B4-BE49-F238E27FC236}">
                    <a16:creationId xmlns:a16="http://schemas.microsoft.com/office/drawing/2014/main" id="{82B1107E-C39E-43DD-B523-40602755BC5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415948" y="6401188"/>
                <a:ext cx="194400" cy="19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217" name="Entrada de lápiz 216">
                <a:extLst>
                  <a:ext uri="{FF2B5EF4-FFF2-40B4-BE49-F238E27FC236}">
                    <a16:creationId xmlns:a16="http://schemas.microsoft.com/office/drawing/2014/main" id="{A4B6801D-CC37-4515-8737-19EDE07A1143}"/>
                  </a:ext>
                </a:extLst>
              </p14:cNvPr>
              <p14:cNvContentPartPr/>
              <p14:nvPr/>
            </p14:nvContentPartPr>
            <p14:xfrm>
              <a:off x="7170868" y="6112108"/>
              <a:ext cx="126720" cy="159120"/>
            </p14:xfrm>
          </p:contentPart>
        </mc:Choice>
        <mc:Fallback>
          <p:pic>
            <p:nvPicPr>
              <p:cNvPr id="217" name="Entrada de lápiz 216">
                <a:extLst>
                  <a:ext uri="{FF2B5EF4-FFF2-40B4-BE49-F238E27FC236}">
                    <a16:creationId xmlns:a16="http://schemas.microsoft.com/office/drawing/2014/main" id="{A4B6801D-CC37-4515-8737-19EDE07A114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162228" y="6103468"/>
                <a:ext cx="14436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18" name="Entrada de lápiz 217">
                <a:extLst>
                  <a:ext uri="{FF2B5EF4-FFF2-40B4-BE49-F238E27FC236}">
                    <a16:creationId xmlns:a16="http://schemas.microsoft.com/office/drawing/2014/main" id="{C0B4A8C8-A28F-4483-B3D8-2A37DE520A24}"/>
                  </a:ext>
                </a:extLst>
              </p14:cNvPr>
              <p14:cNvContentPartPr/>
              <p14:nvPr/>
            </p14:nvContentPartPr>
            <p14:xfrm>
              <a:off x="7090948" y="6314428"/>
              <a:ext cx="351000" cy="22680"/>
            </p14:xfrm>
          </p:contentPart>
        </mc:Choice>
        <mc:Fallback>
          <p:pic>
            <p:nvPicPr>
              <p:cNvPr id="218" name="Entrada de lápiz 217">
                <a:extLst>
                  <a:ext uri="{FF2B5EF4-FFF2-40B4-BE49-F238E27FC236}">
                    <a16:creationId xmlns:a16="http://schemas.microsoft.com/office/drawing/2014/main" id="{C0B4A8C8-A28F-4483-B3D8-2A37DE520A2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081948" y="6305788"/>
                <a:ext cx="36864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19" name="Entrada de lápiz 218">
                <a:extLst>
                  <a:ext uri="{FF2B5EF4-FFF2-40B4-BE49-F238E27FC236}">
                    <a16:creationId xmlns:a16="http://schemas.microsoft.com/office/drawing/2014/main" id="{B7647BDF-7356-41D0-BC63-8795FE6F7935}"/>
                  </a:ext>
                </a:extLst>
              </p14:cNvPr>
              <p14:cNvContentPartPr/>
              <p14:nvPr/>
            </p14:nvContentPartPr>
            <p14:xfrm>
              <a:off x="7291828" y="6424948"/>
              <a:ext cx="120960" cy="198000"/>
            </p14:xfrm>
          </p:contentPart>
        </mc:Choice>
        <mc:Fallback>
          <p:pic>
            <p:nvPicPr>
              <p:cNvPr id="219" name="Entrada de lápiz 218">
                <a:extLst>
                  <a:ext uri="{FF2B5EF4-FFF2-40B4-BE49-F238E27FC236}">
                    <a16:creationId xmlns:a16="http://schemas.microsoft.com/office/drawing/2014/main" id="{B7647BDF-7356-41D0-BC63-8795FE6F7935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282828" y="6416308"/>
                <a:ext cx="13860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20" name="Entrada de lápiz 219">
                <a:extLst>
                  <a:ext uri="{FF2B5EF4-FFF2-40B4-BE49-F238E27FC236}">
                    <a16:creationId xmlns:a16="http://schemas.microsoft.com/office/drawing/2014/main" id="{62372994-1FD4-459C-896F-C9801446ECFD}"/>
                  </a:ext>
                </a:extLst>
              </p14:cNvPr>
              <p14:cNvContentPartPr/>
              <p14:nvPr/>
            </p14:nvContentPartPr>
            <p14:xfrm>
              <a:off x="6824908" y="6192748"/>
              <a:ext cx="141840" cy="161280"/>
            </p14:xfrm>
          </p:contentPart>
        </mc:Choice>
        <mc:Fallback>
          <p:pic>
            <p:nvPicPr>
              <p:cNvPr id="220" name="Entrada de lápiz 219">
                <a:extLst>
                  <a:ext uri="{FF2B5EF4-FFF2-40B4-BE49-F238E27FC236}">
                    <a16:creationId xmlns:a16="http://schemas.microsoft.com/office/drawing/2014/main" id="{62372994-1FD4-459C-896F-C9801446ECFD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815908" y="6184108"/>
                <a:ext cx="15948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226" name="Entrada de lápiz 225">
                <a:extLst>
                  <a:ext uri="{FF2B5EF4-FFF2-40B4-BE49-F238E27FC236}">
                    <a16:creationId xmlns:a16="http://schemas.microsoft.com/office/drawing/2014/main" id="{710E7343-A2EA-4920-8185-24A977433AED}"/>
                  </a:ext>
                </a:extLst>
              </p14:cNvPr>
              <p14:cNvContentPartPr/>
              <p14:nvPr/>
            </p14:nvContentPartPr>
            <p14:xfrm>
              <a:off x="8084188" y="6458428"/>
              <a:ext cx="153000" cy="187200"/>
            </p14:xfrm>
          </p:contentPart>
        </mc:Choice>
        <mc:Fallback>
          <p:pic>
            <p:nvPicPr>
              <p:cNvPr id="226" name="Entrada de lápiz 225">
                <a:extLst>
                  <a:ext uri="{FF2B5EF4-FFF2-40B4-BE49-F238E27FC236}">
                    <a16:creationId xmlns:a16="http://schemas.microsoft.com/office/drawing/2014/main" id="{710E7343-A2EA-4920-8185-24A977433AE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075188" y="6449788"/>
                <a:ext cx="17064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227" name="Entrada de lápiz 226">
                <a:extLst>
                  <a:ext uri="{FF2B5EF4-FFF2-40B4-BE49-F238E27FC236}">
                    <a16:creationId xmlns:a16="http://schemas.microsoft.com/office/drawing/2014/main" id="{68E14446-624E-4C2D-ADD5-45A262E95563}"/>
                  </a:ext>
                </a:extLst>
              </p14:cNvPr>
              <p14:cNvContentPartPr/>
              <p14:nvPr/>
            </p14:nvContentPartPr>
            <p14:xfrm>
              <a:off x="7926148" y="6148108"/>
              <a:ext cx="325080" cy="244080"/>
            </p14:xfrm>
          </p:contentPart>
        </mc:Choice>
        <mc:Fallback>
          <p:pic>
            <p:nvPicPr>
              <p:cNvPr id="227" name="Entrada de lápiz 226">
                <a:extLst>
                  <a:ext uri="{FF2B5EF4-FFF2-40B4-BE49-F238E27FC236}">
                    <a16:creationId xmlns:a16="http://schemas.microsoft.com/office/drawing/2014/main" id="{68E14446-624E-4C2D-ADD5-45A262E9556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917508" y="6139108"/>
                <a:ext cx="3427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228" name="Entrada de lápiz 227">
                <a:extLst>
                  <a:ext uri="{FF2B5EF4-FFF2-40B4-BE49-F238E27FC236}">
                    <a16:creationId xmlns:a16="http://schemas.microsoft.com/office/drawing/2014/main" id="{4FE94126-C7F9-4D71-B7FE-2DB1C37FF7F8}"/>
                  </a:ext>
                </a:extLst>
              </p14:cNvPr>
              <p14:cNvContentPartPr/>
              <p14:nvPr/>
            </p14:nvContentPartPr>
            <p14:xfrm>
              <a:off x="7612228" y="6184108"/>
              <a:ext cx="168480" cy="186120"/>
            </p14:xfrm>
          </p:contentPart>
        </mc:Choice>
        <mc:Fallback>
          <p:pic>
            <p:nvPicPr>
              <p:cNvPr id="228" name="Entrada de lápiz 227">
                <a:extLst>
                  <a:ext uri="{FF2B5EF4-FFF2-40B4-BE49-F238E27FC236}">
                    <a16:creationId xmlns:a16="http://schemas.microsoft.com/office/drawing/2014/main" id="{4FE94126-C7F9-4D71-B7FE-2DB1C37FF7F8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7603228" y="6175108"/>
                <a:ext cx="18612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237" name="Entrada de lápiz 236">
                <a:extLst>
                  <a:ext uri="{FF2B5EF4-FFF2-40B4-BE49-F238E27FC236}">
                    <a16:creationId xmlns:a16="http://schemas.microsoft.com/office/drawing/2014/main" id="{9118B8AA-AAAA-4A76-942B-C29EA385A629}"/>
                  </a:ext>
                </a:extLst>
              </p14:cNvPr>
              <p14:cNvContentPartPr/>
              <p14:nvPr/>
            </p14:nvContentPartPr>
            <p14:xfrm>
              <a:off x="8726788" y="5688748"/>
              <a:ext cx="1206720" cy="1106640"/>
            </p14:xfrm>
          </p:contentPart>
        </mc:Choice>
        <mc:Fallback>
          <p:pic>
            <p:nvPicPr>
              <p:cNvPr id="237" name="Entrada de lápiz 236">
                <a:extLst>
                  <a:ext uri="{FF2B5EF4-FFF2-40B4-BE49-F238E27FC236}">
                    <a16:creationId xmlns:a16="http://schemas.microsoft.com/office/drawing/2014/main" id="{9118B8AA-AAAA-4A76-942B-C29EA385A629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718148" y="5680108"/>
                <a:ext cx="1224360" cy="112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7717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4913BC8-99BC-4882-A5B6-F210343D38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026" y="284064"/>
            <a:ext cx="10195403" cy="60220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0A28CFE-6CC1-476F-A742-BC9573FC9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71" y="886265"/>
            <a:ext cx="4418085" cy="53316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40F32B26-BEC1-4793-8363-B447B5A2EE18}"/>
                  </a:ext>
                </a:extLst>
              </p14:cNvPr>
              <p14:cNvContentPartPr/>
              <p14:nvPr/>
            </p14:nvContentPartPr>
            <p14:xfrm>
              <a:off x="3685348" y="2703988"/>
              <a:ext cx="124920" cy="18612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40F32B26-BEC1-4793-8363-B447B5A2EE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76708" y="2694988"/>
                <a:ext cx="14256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Entrada de lápiz 4">
                <a:extLst>
                  <a:ext uri="{FF2B5EF4-FFF2-40B4-BE49-F238E27FC236}">
                    <a16:creationId xmlns:a16="http://schemas.microsoft.com/office/drawing/2014/main" id="{6C9D0EB6-9D08-4D40-9DA1-7CADD9D9FEB4}"/>
                  </a:ext>
                </a:extLst>
              </p14:cNvPr>
              <p14:cNvContentPartPr/>
              <p14:nvPr/>
            </p14:nvContentPartPr>
            <p14:xfrm>
              <a:off x="3755908" y="2974348"/>
              <a:ext cx="17280" cy="158040"/>
            </p14:xfrm>
          </p:contentPart>
        </mc:Choice>
        <mc:Fallback>
          <p:pic>
            <p:nvPicPr>
              <p:cNvPr id="5" name="Entrada de lápiz 4">
                <a:extLst>
                  <a:ext uri="{FF2B5EF4-FFF2-40B4-BE49-F238E27FC236}">
                    <a16:creationId xmlns:a16="http://schemas.microsoft.com/office/drawing/2014/main" id="{6C9D0EB6-9D08-4D40-9DA1-7CADD9D9FE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46908" y="2965708"/>
                <a:ext cx="34920" cy="17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Entrada de lápiz 5">
                <a:extLst>
                  <a:ext uri="{FF2B5EF4-FFF2-40B4-BE49-F238E27FC236}">
                    <a16:creationId xmlns:a16="http://schemas.microsoft.com/office/drawing/2014/main" id="{F6C9D1DB-BEFE-4C2D-BFD0-1848A2325043}"/>
                  </a:ext>
                </a:extLst>
              </p14:cNvPr>
              <p14:cNvContentPartPr/>
              <p14:nvPr/>
            </p14:nvContentPartPr>
            <p14:xfrm>
              <a:off x="3777148" y="3196828"/>
              <a:ext cx="3960" cy="82080"/>
            </p14:xfrm>
          </p:contentPart>
        </mc:Choice>
        <mc:Fallback>
          <p:pic>
            <p:nvPicPr>
              <p:cNvPr id="6" name="Entrada de lápiz 5">
                <a:extLst>
                  <a:ext uri="{FF2B5EF4-FFF2-40B4-BE49-F238E27FC236}">
                    <a16:creationId xmlns:a16="http://schemas.microsoft.com/office/drawing/2014/main" id="{F6C9D1DB-BEFE-4C2D-BFD0-1848A23250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68148" y="3187828"/>
                <a:ext cx="2160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7" name="Entrada de lápiz 6">
                <a:extLst>
                  <a:ext uri="{FF2B5EF4-FFF2-40B4-BE49-F238E27FC236}">
                    <a16:creationId xmlns:a16="http://schemas.microsoft.com/office/drawing/2014/main" id="{02E9E967-1D15-49A8-B0EF-BB0A63B5E6A8}"/>
                  </a:ext>
                </a:extLst>
              </p14:cNvPr>
              <p14:cNvContentPartPr/>
              <p14:nvPr/>
            </p14:nvContentPartPr>
            <p14:xfrm>
              <a:off x="3782548" y="3343348"/>
              <a:ext cx="3960" cy="50760"/>
            </p14:xfrm>
          </p:contentPart>
        </mc:Choice>
        <mc:Fallback>
          <p:pic>
            <p:nvPicPr>
              <p:cNvPr id="7" name="Entrada de lápiz 6">
                <a:extLst>
                  <a:ext uri="{FF2B5EF4-FFF2-40B4-BE49-F238E27FC236}">
                    <a16:creationId xmlns:a16="http://schemas.microsoft.com/office/drawing/2014/main" id="{02E9E967-1D15-49A8-B0EF-BB0A63B5E6A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773548" y="3334348"/>
                <a:ext cx="216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FEC00A4F-837D-4CFD-B5D5-624CA99522E3}"/>
                  </a:ext>
                </a:extLst>
              </p14:cNvPr>
              <p14:cNvContentPartPr/>
              <p14:nvPr/>
            </p14:nvContentPartPr>
            <p14:xfrm>
              <a:off x="3779668" y="3471148"/>
              <a:ext cx="2880" cy="6192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FEC00A4F-837D-4CFD-B5D5-624CA99522E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71028" y="3462508"/>
                <a:ext cx="205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9" name="Entrada de lápiz 8">
                <a:extLst>
                  <a:ext uri="{FF2B5EF4-FFF2-40B4-BE49-F238E27FC236}">
                    <a16:creationId xmlns:a16="http://schemas.microsoft.com/office/drawing/2014/main" id="{13E43AA4-24DC-4DAD-9E39-2FE9FF055D26}"/>
                  </a:ext>
                </a:extLst>
              </p14:cNvPr>
              <p14:cNvContentPartPr/>
              <p14:nvPr/>
            </p14:nvContentPartPr>
            <p14:xfrm>
              <a:off x="3760948" y="3580948"/>
              <a:ext cx="9360" cy="36360"/>
            </p14:xfrm>
          </p:contentPart>
        </mc:Choice>
        <mc:Fallback>
          <p:pic>
            <p:nvPicPr>
              <p:cNvPr id="9" name="Entrada de lápiz 8">
                <a:extLst>
                  <a:ext uri="{FF2B5EF4-FFF2-40B4-BE49-F238E27FC236}">
                    <a16:creationId xmlns:a16="http://schemas.microsoft.com/office/drawing/2014/main" id="{13E43AA4-24DC-4DAD-9E39-2FE9FF055D2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752308" y="3571948"/>
                <a:ext cx="2700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0" name="Entrada de lápiz 9">
                <a:extLst>
                  <a:ext uri="{FF2B5EF4-FFF2-40B4-BE49-F238E27FC236}">
                    <a16:creationId xmlns:a16="http://schemas.microsoft.com/office/drawing/2014/main" id="{2D97B4F5-0FC6-47E8-A2B7-B4CAE4AB3C01}"/>
                  </a:ext>
                </a:extLst>
              </p14:cNvPr>
              <p14:cNvContentPartPr/>
              <p14:nvPr/>
            </p14:nvContentPartPr>
            <p14:xfrm>
              <a:off x="833428" y="5528908"/>
              <a:ext cx="194760" cy="137160"/>
            </p14:xfrm>
          </p:contentPart>
        </mc:Choice>
        <mc:Fallback>
          <p:pic>
            <p:nvPicPr>
              <p:cNvPr id="10" name="Entrada de lápiz 9">
                <a:extLst>
                  <a:ext uri="{FF2B5EF4-FFF2-40B4-BE49-F238E27FC236}">
                    <a16:creationId xmlns:a16="http://schemas.microsoft.com/office/drawing/2014/main" id="{2D97B4F5-0FC6-47E8-A2B7-B4CAE4AB3C0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24428" y="5519908"/>
                <a:ext cx="21240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574A67C3-5BF8-43A7-B8A8-ACB6BB697769}"/>
                  </a:ext>
                </a:extLst>
              </p14:cNvPr>
              <p14:cNvContentPartPr/>
              <p14:nvPr/>
            </p14:nvContentPartPr>
            <p14:xfrm>
              <a:off x="891388" y="5341348"/>
              <a:ext cx="26640" cy="14724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574A67C3-5BF8-43A7-B8A8-ACB6BB69776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82748" y="5332708"/>
                <a:ext cx="4428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2" name="Entrada de lápiz 11">
                <a:extLst>
                  <a:ext uri="{FF2B5EF4-FFF2-40B4-BE49-F238E27FC236}">
                    <a16:creationId xmlns:a16="http://schemas.microsoft.com/office/drawing/2014/main" id="{BCC944CE-44A3-4507-89F8-C46809EA985B}"/>
                  </a:ext>
                </a:extLst>
              </p14:cNvPr>
              <p14:cNvContentPartPr/>
              <p14:nvPr/>
            </p14:nvContentPartPr>
            <p14:xfrm>
              <a:off x="876988" y="5180788"/>
              <a:ext cx="2160" cy="58680"/>
            </p14:xfrm>
          </p:contentPart>
        </mc:Choice>
        <mc:Fallback>
          <p:pic>
            <p:nvPicPr>
              <p:cNvPr id="12" name="Entrada de lápiz 11">
                <a:extLst>
                  <a:ext uri="{FF2B5EF4-FFF2-40B4-BE49-F238E27FC236}">
                    <a16:creationId xmlns:a16="http://schemas.microsoft.com/office/drawing/2014/main" id="{BCC944CE-44A3-4507-89F8-C46809EA985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67988" y="5171788"/>
                <a:ext cx="1980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FB6FCAAE-5F40-4A42-AAF0-0C3FD5FEA9CB}"/>
                  </a:ext>
                </a:extLst>
              </p14:cNvPr>
              <p14:cNvContentPartPr/>
              <p14:nvPr/>
            </p14:nvContentPartPr>
            <p14:xfrm>
              <a:off x="847468" y="4930948"/>
              <a:ext cx="11880" cy="7884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FB6FCAAE-5F40-4A42-AAF0-0C3FD5FEA9C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838828" y="4921948"/>
                <a:ext cx="2952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F513849D-A12D-4001-9565-4B7EF01654E7}"/>
                  </a:ext>
                </a:extLst>
              </p14:cNvPr>
              <p14:cNvContentPartPr/>
              <p14:nvPr/>
            </p14:nvContentPartPr>
            <p14:xfrm>
              <a:off x="867988" y="4766788"/>
              <a:ext cx="4680" cy="7560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F513849D-A12D-4001-9565-4B7EF01654E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859348" y="4758148"/>
                <a:ext cx="223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1F5F2A39-0076-4C17-B3D4-C934AD24B0D6}"/>
                  </a:ext>
                </a:extLst>
              </p14:cNvPr>
              <p14:cNvContentPartPr/>
              <p14:nvPr/>
            </p14:nvContentPartPr>
            <p14:xfrm>
              <a:off x="860068" y="4629268"/>
              <a:ext cx="6480" cy="6264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1F5F2A39-0076-4C17-B3D4-C934AD24B0D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51068" y="4620268"/>
                <a:ext cx="241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28BC181A-ADC9-4FAA-832B-36BAE06C0C1D}"/>
                  </a:ext>
                </a:extLst>
              </p14:cNvPr>
              <p14:cNvContentPartPr/>
              <p14:nvPr/>
            </p14:nvContentPartPr>
            <p14:xfrm>
              <a:off x="863668" y="4479508"/>
              <a:ext cx="2880" cy="6984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28BC181A-ADC9-4FAA-832B-36BAE06C0C1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54668" y="4470868"/>
                <a:ext cx="2052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209CF5B8-1B84-4AE5-B55B-71A23C719687}"/>
                  </a:ext>
                </a:extLst>
              </p14:cNvPr>
              <p14:cNvContentPartPr/>
              <p14:nvPr/>
            </p14:nvContentPartPr>
            <p14:xfrm>
              <a:off x="851068" y="4332988"/>
              <a:ext cx="3960" cy="5724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209CF5B8-1B84-4AE5-B55B-71A23C71968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2428" y="4324348"/>
                <a:ext cx="216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8" name="Entrada de lápiz 17">
                <a:extLst>
                  <a:ext uri="{FF2B5EF4-FFF2-40B4-BE49-F238E27FC236}">
                    <a16:creationId xmlns:a16="http://schemas.microsoft.com/office/drawing/2014/main" id="{F5D2F230-83E2-4926-88E0-AB6C914AC5A4}"/>
                  </a:ext>
                </a:extLst>
              </p14:cNvPr>
              <p14:cNvContentPartPr/>
              <p14:nvPr/>
            </p14:nvContentPartPr>
            <p14:xfrm>
              <a:off x="888508" y="4207348"/>
              <a:ext cx="2880" cy="39600"/>
            </p14:xfrm>
          </p:contentPart>
        </mc:Choice>
        <mc:Fallback>
          <p:pic>
            <p:nvPicPr>
              <p:cNvPr id="18" name="Entrada de lápiz 17">
                <a:extLst>
                  <a:ext uri="{FF2B5EF4-FFF2-40B4-BE49-F238E27FC236}">
                    <a16:creationId xmlns:a16="http://schemas.microsoft.com/office/drawing/2014/main" id="{F5D2F230-83E2-4926-88E0-AB6C914AC5A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79508" y="4198708"/>
                <a:ext cx="2052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9" name="Entrada de lápiz 18">
                <a:extLst>
                  <a:ext uri="{FF2B5EF4-FFF2-40B4-BE49-F238E27FC236}">
                    <a16:creationId xmlns:a16="http://schemas.microsoft.com/office/drawing/2014/main" id="{ED23D426-84A9-49C5-AB60-41BD88BB1E20}"/>
                  </a:ext>
                </a:extLst>
              </p14:cNvPr>
              <p14:cNvContentPartPr/>
              <p14:nvPr/>
            </p14:nvContentPartPr>
            <p14:xfrm>
              <a:off x="885988" y="4072348"/>
              <a:ext cx="5760" cy="80280"/>
            </p14:xfrm>
          </p:contentPart>
        </mc:Choice>
        <mc:Fallback>
          <p:pic>
            <p:nvPicPr>
              <p:cNvPr id="19" name="Entrada de lápiz 18">
                <a:extLst>
                  <a:ext uri="{FF2B5EF4-FFF2-40B4-BE49-F238E27FC236}">
                    <a16:creationId xmlns:a16="http://schemas.microsoft.com/office/drawing/2014/main" id="{ED23D426-84A9-49C5-AB60-41BD88BB1E2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76988" y="4063348"/>
                <a:ext cx="2340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20" name="Entrada de lápiz 19">
                <a:extLst>
                  <a:ext uri="{FF2B5EF4-FFF2-40B4-BE49-F238E27FC236}">
                    <a16:creationId xmlns:a16="http://schemas.microsoft.com/office/drawing/2014/main" id="{F8CB0F17-040E-405F-B810-40CF8FF03F40}"/>
                  </a:ext>
                </a:extLst>
              </p14:cNvPr>
              <p14:cNvContentPartPr/>
              <p14:nvPr/>
            </p14:nvContentPartPr>
            <p14:xfrm>
              <a:off x="890308" y="3955348"/>
              <a:ext cx="11160" cy="73080"/>
            </p14:xfrm>
          </p:contentPart>
        </mc:Choice>
        <mc:Fallback>
          <p:pic>
            <p:nvPicPr>
              <p:cNvPr id="20" name="Entrada de lápiz 19">
                <a:extLst>
                  <a:ext uri="{FF2B5EF4-FFF2-40B4-BE49-F238E27FC236}">
                    <a16:creationId xmlns:a16="http://schemas.microsoft.com/office/drawing/2014/main" id="{F8CB0F17-040E-405F-B810-40CF8FF03F40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81308" y="3946708"/>
                <a:ext cx="288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7F84567E-735D-48C5-88D7-F5D2E75F2A35}"/>
                  </a:ext>
                </a:extLst>
              </p14:cNvPr>
              <p14:cNvContentPartPr/>
              <p14:nvPr/>
            </p14:nvContentPartPr>
            <p14:xfrm>
              <a:off x="9406468" y="1128988"/>
              <a:ext cx="363240" cy="12132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7F84567E-735D-48C5-88D7-F5D2E75F2A3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9397828" y="1120348"/>
                <a:ext cx="380880" cy="13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C63D8F17-8AC7-4F22-8666-E28B99C7274E}"/>
                  </a:ext>
                </a:extLst>
              </p14:cNvPr>
              <p14:cNvContentPartPr/>
              <p14:nvPr/>
            </p14:nvContentPartPr>
            <p14:xfrm>
              <a:off x="11130148" y="935668"/>
              <a:ext cx="536400" cy="23724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C63D8F17-8AC7-4F22-8666-E28B99C7274E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121148" y="926668"/>
                <a:ext cx="5540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7CCFD3E8-3988-49C7-BEA1-D523AAF3A168}"/>
                  </a:ext>
                </a:extLst>
              </p14:cNvPr>
              <p14:cNvContentPartPr/>
              <p14:nvPr/>
            </p14:nvContentPartPr>
            <p14:xfrm>
              <a:off x="9896068" y="1080748"/>
              <a:ext cx="1074600" cy="14904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7CCFD3E8-3988-49C7-BEA1-D523AAF3A168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887428" y="1072108"/>
                <a:ext cx="109224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107433E1-2877-4387-B3A4-DA165BD66E24}"/>
                  </a:ext>
                </a:extLst>
              </p14:cNvPr>
              <p14:cNvContentPartPr/>
              <p14:nvPr/>
            </p14:nvContentPartPr>
            <p14:xfrm>
              <a:off x="8339788" y="960868"/>
              <a:ext cx="925920" cy="28980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107433E1-2877-4387-B3A4-DA165BD66E24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8330788" y="952217"/>
                <a:ext cx="943560" cy="3074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D35ED84B-3F11-477C-813A-AC13E2ABE660}"/>
                  </a:ext>
                </a:extLst>
              </p14:cNvPr>
              <p14:cNvContentPartPr/>
              <p14:nvPr/>
            </p14:nvContentPartPr>
            <p14:xfrm>
              <a:off x="8047108" y="1046548"/>
              <a:ext cx="152640" cy="18684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D35ED84B-3F11-477C-813A-AC13E2ABE660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8038468" y="1037908"/>
                <a:ext cx="17028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918C1810-EC4F-4533-BAE6-77CBEEBCB9E9}"/>
                  </a:ext>
                </a:extLst>
              </p14:cNvPr>
              <p14:cNvContentPartPr/>
              <p14:nvPr/>
            </p14:nvContentPartPr>
            <p14:xfrm>
              <a:off x="6511708" y="1013788"/>
              <a:ext cx="1403280" cy="30312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918C1810-EC4F-4533-BAE6-77CBEEBCB9E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503068" y="1004777"/>
                <a:ext cx="1420920" cy="32078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8E4E6845-2EB7-4876-AFD4-A2D9BD5278EA}"/>
                  </a:ext>
                </a:extLst>
              </p14:cNvPr>
              <p14:cNvContentPartPr/>
              <p14:nvPr/>
            </p14:nvContentPartPr>
            <p14:xfrm>
              <a:off x="6036148" y="1013068"/>
              <a:ext cx="334800" cy="30204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8E4E6845-2EB7-4876-AFD4-A2D9BD5278E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027508" y="1004428"/>
                <a:ext cx="35244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89C66168-42F1-408B-BC3A-50999055AC57}"/>
                  </a:ext>
                </a:extLst>
              </p14:cNvPr>
              <p14:cNvContentPartPr/>
              <p14:nvPr/>
            </p14:nvContentPartPr>
            <p14:xfrm>
              <a:off x="5013748" y="1006588"/>
              <a:ext cx="911160" cy="27828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89C66168-42F1-408B-BC3A-50999055AC5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5004748" y="997588"/>
                <a:ext cx="92880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DFB9FC31-B3EA-4C74-84FE-2AFF9CB5084E}"/>
                  </a:ext>
                </a:extLst>
              </p14:cNvPr>
              <p14:cNvContentPartPr/>
              <p14:nvPr/>
            </p14:nvContentPartPr>
            <p14:xfrm>
              <a:off x="6637348" y="1589788"/>
              <a:ext cx="20520" cy="4932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DFB9FC31-B3EA-4C74-84FE-2AFF9CB5084E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6628348" y="1581148"/>
                <a:ext cx="3816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E4A43E5C-4D00-43FE-84E4-801868722E87}"/>
                  </a:ext>
                </a:extLst>
              </p14:cNvPr>
              <p14:cNvContentPartPr/>
              <p14:nvPr/>
            </p14:nvContentPartPr>
            <p14:xfrm>
              <a:off x="6678388" y="1710748"/>
              <a:ext cx="19440" cy="5760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E4A43E5C-4D00-43FE-84E4-801868722E87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669388" y="1702108"/>
                <a:ext cx="370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3B55F48D-3311-483D-9E6E-DCA8C7350614}"/>
                  </a:ext>
                </a:extLst>
              </p14:cNvPr>
              <p14:cNvContentPartPr/>
              <p14:nvPr/>
            </p14:nvContentPartPr>
            <p14:xfrm>
              <a:off x="5088628" y="1565668"/>
              <a:ext cx="1423440" cy="22104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3B55F48D-3311-483D-9E6E-DCA8C735061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5079988" y="1556668"/>
                <a:ext cx="1441080" cy="23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A0819B3D-23D4-4E9C-B61F-C60798F6E7F0}"/>
                  </a:ext>
                </a:extLst>
              </p14:cNvPr>
              <p14:cNvContentPartPr/>
              <p14:nvPr/>
            </p14:nvContentPartPr>
            <p14:xfrm>
              <a:off x="6792868" y="2148508"/>
              <a:ext cx="138240" cy="756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A0819B3D-23D4-4E9C-B61F-C60798F6E7F0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6783868" y="2139868"/>
                <a:ext cx="1558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503143BF-05E4-45ED-9D9E-CF440083A444}"/>
                  </a:ext>
                </a:extLst>
              </p14:cNvPr>
              <p14:cNvContentPartPr/>
              <p14:nvPr/>
            </p14:nvContentPartPr>
            <p14:xfrm>
              <a:off x="6806908" y="2217988"/>
              <a:ext cx="150840" cy="2448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503143BF-05E4-45ED-9D9E-CF440083A44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798268" y="2209348"/>
                <a:ext cx="16848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71" name="Entrada de lápiz 70">
                <a:extLst>
                  <a:ext uri="{FF2B5EF4-FFF2-40B4-BE49-F238E27FC236}">
                    <a16:creationId xmlns:a16="http://schemas.microsoft.com/office/drawing/2014/main" id="{88082CAF-BE09-4B6E-A85C-8EFD8CE4F0CE}"/>
                  </a:ext>
                </a:extLst>
              </p14:cNvPr>
              <p14:cNvContentPartPr/>
              <p14:nvPr/>
            </p14:nvContentPartPr>
            <p14:xfrm>
              <a:off x="6332428" y="1946188"/>
              <a:ext cx="331200" cy="288720"/>
            </p14:xfrm>
          </p:contentPart>
        </mc:Choice>
        <mc:Fallback>
          <p:pic>
            <p:nvPicPr>
              <p:cNvPr id="71" name="Entrada de lápiz 70">
                <a:extLst>
                  <a:ext uri="{FF2B5EF4-FFF2-40B4-BE49-F238E27FC236}">
                    <a16:creationId xmlns:a16="http://schemas.microsoft.com/office/drawing/2014/main" id="{88082CAF-BE09-4B6E-A85C-8EFD8CE4F0CE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323428" y="1937199"/>
                <a:ext cx="348840" cy="3063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72" name="Entrada de lápiz 71">
                <a:extLst>
                  <a:ext uri="{FF2B5EF4-FFF2-40B4-BE49-F238E27FC236}">
                    <a16:creationId xmlns:a16="http://schemas.microsoft.com/office/drawing/2014/main" id="{132EA0F2-2977-41AB-9AF1-38E2C04BB983}"/>
                  </a:ext>
                </a:extLst>
              </p14:cNvPr>
              <p14:cNvContentPartPr/>
              <p14:nvPr/>
            </p14:nvContentPartPr>
            <p14:xfrm>
              <a:off x="5864068" y="2054548"/>
              <a:ext cx="334080" cy="235080"/>
            </p14:xfrm>
          </p:contentPart>
        </mc:Choice>
        <mc:Fallback>
          <p:pic>
            <p:nvPicPr>
              <p:cNvPr id="72" name="Entrada de lápiz 71">
                <a:extLst>
                  <a:ext uri="{FF2B5EF4-FFF2-40B4-BE49-F238E27FC236}">
                    <a16:creationId xmlns:a16="http://schemas.microsoft.com/office/drawing/2014/main" id="{132EA0F2-2977-41AB-9AF1-38E2C04BB983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5855419" y="2045548"/>
                <a:ext cx="351739" cy="25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E26AE4B6-A032-42E0-A850-5CBF553CD99A}"/>
                  </a:ext>
                </a:extLst>
              </p14:cNvPr>
              <p14:cNvContentPartPr/>
              <p14:nvPr/>
            </p14:nvContentPartPr>
            <p14:xfrm>
              <a:off x="7088068" y="2069308"/>
              <a:ext cx="183600" cy="210600"/>
            </p14:xfrm>
          </p:contentPart>
        </mc:Choice>
        <mc:Fallback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E26AE4B6-A032-42E0-A850-5CBF553CD99A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7079428" y="2060308"/>
                <a:ext cx="201240" cy="22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7EB07FAD-F482-47D1-8CEC-A6FD47666E32}"/>
                  </a:ext>
                </a:extLst>
              </p14:cNvPr>
              <p14:cNvContentPartPr/>
              <p14:nvPr/>
            </p14:nvContentPartPr>
            <p14:xfrm>
              <a:off x="6439708" y="2566468"/>
              <a:ext cx="169560" cy="15768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7EB07FAD-F482-47D1-8CEC-A6FD47666E3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6430708" y="2557468"/>
                <a:ext cx="187200" cy="1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C6051E51-7E11-4D2F-9268-FF9A12B0CB40}"/>
                  </a:ext>
                </a:extLst>
              </p14:cNvPr>
              <p14:cNvContentPartPr/>
              <p14:nvPr/>
            </p14:nvContentPartPr>
            <p14:xfrm>
              <a:off x="6835708" y="2557468"/>
              <a:ext cx="121320" cy="1728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C6051E51-7E11-4D2F-9268-FF9A12B0CB4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6826708" y="2548468"/>
                <a:ext cx="13896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49D73E12-6FC2-474F-9816-61BED843863F}"/>
                  </a:ext>
                </a:extLst>
              </p14:cNvPr>
              <p14:cNvContentPartPr/>
              <p14:nvPr/>
            </p14:nvContentPartPr>
            <p14:xfrm>
              <a:off x="6845428" y="2626948"/>
              <a:ext cx="160560" cy="2088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49D73E12-6FC2-474F-9816-61BED843863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836428" y="2618308"/>
                <a:ext cx="1782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F29BC615-322B-4537-8716-3CC9F0D5A509}"/>
                  </a:ext>
                </a:extLst>
              </p14:cNvPr>
              <p14:cNvContentPartPr/>
              <p14:nvPr/>
            </p14:nvContentPartPr>
            <p14:xfrm>
              <a:off x="7935868" y="2505268"/>
              <a:ext cx="137520" cy="169920"/>
            </p14:xfrm>
          </p:contentPart>
        </mc:Choice>
        <mc:Fallback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F29BC615-322B-4537-8716-3CC9F0D5A509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927228" y="2496628"/>
                <a:ext cx="15516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910056DE-C589-4A13-9CBE-180D6B827471}"/>
                  </a:ext>
                </a:extLst>
              </p14:cNvPr>
              <p14:cNvContentPartPr/>
              <p14:nvPr/>
            </p14:nvContentPartPr>
            <p14:xfrm>
              <a:off x="7174468" y="2382148"/>
              <a:ext cx="656280" cy="30888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910056DE-C589-4A13-9CBE-180D6B827471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165823" y="2373148"/>
                <a:ext cx="67393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1C2E647E-E853-4202-8647-58361F534218}"/>
                  </a:ext>
                </a:extLst>
              </p14:cNvPr>
              <p14:cNvContentPartPr/>
              <p14:nvPr/>
            </p14:nvContentPartPr>
            <p14:xfrm>
              <a:off x="8203708" y="2575828"/>
              <a:ext cx="140760" cy="1404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1C2E647E-E853-4202-8647-58361F534218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195068" y="2567188"/>
                <a:ext cx="1584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90" name="Entrada de lápiz 89">
                <a:extLst>
                  <a:ext uri="{FF2B5EF4-FFF2-40B4-BE49-F238E27FC236}">
                    <a16:creationId xmlns:a16="http://schemas.microsoft.com/office/drawing/2014/main" id="{842D81F4-B66F-47F1-B31B-CD0D2DB54866}"/>
                  </a:ext>
                </a:extLst>
              </p14:cNvPr>
              <p14:cNvContentPartPr/>
              <p14:nvPr/>
            </p14:nvContentPartPr>
            <p14:xfrm>
              <a:off x="8454268" y="2485108"/>
              <a:ext cx="258840" cy="174600"/>
            </p14:xfrm>
          </p:contentPart>
        </mc:Choice>
        <mc:Fallback>
          <p:pic>
            <p:nvPicPr>
              <p:cNvPr id="90" name="Entrada de lápiz 89">
                <a:extLst>
                  <a:ext uri="{FF2B5EF4-FFF2-40B4-BE49-F238E27FC236}">
                    <a16:creationId xmlns:a16="http://schemas.microsoft.com/office/drawing/2014/main" id="{842D81F4-B66F-47F1-B31B-CD0D2DB54866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445268" y="2476108"/>
                <a:ext cx="2764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91" name="Entrada de lápiz 90">
                <a:extLst>
                  <a:ext uri="{FF2B5EF4-FFF2-40B4-BE49-F238E27FC236}">
                    <a16:creationId xmlns:a16="http://schemas.microsoft.com/office/drawing/2014/main" id="{201E5101-57C0-47CD-BFD1-ADB4A21412F9}"/>
                  </a:ext>
                </a:extLst>
              </p14:cNvPr>
              <p14:cNvContentPartPr/>
              <p14:nvPr/>
            </p14:nvContentPartPr>
            <p14:xfrm>
              <a:off x="6420628" y="3046348"/>
              <a:ext cx="155520" cy="136440"/>
            </p14:xfrm>
          </p:contentPart>
        </mc:Choice>
        <mc:Fallback>
          <p:pic>
            <p:nvPicPr>
              <p:cNvPr id="91" name="Entrada de lápiz 90">
                <a:extLst>
                  <a:ext uri="{FF2B5EF4-FFF2-40B4-BE49-F238E27FC236}">
                    <a16:creationId xmlns:a16="http://schemas.microsoft.com/office/drawing/2014/main" id="{201E5101-57C0-47CD-BFD1-ADB4A21412F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6411628" y="3037348"/>
                <a:ext cx="1731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92" name="Entrada de lápiz 91">
                <a:extLst>
                  <a:ext uri="{FF2B5EF4-FFF2-40B4-BE49-F238E27FC236}">
                    <a16:creationId xmlns:a16="http://schemas.microsoft.com/office/drawing/2014/main" id="{6AA5C609-BED2-4101-98F9-4C4C15B2BE76}"/>
                  </a:ext>
                </a:extLst>
              </p14:cNvPr>
              <p14:cNvContentPartPr/>
              <p14:nvPr/>
            </p14:nvContentPartPr>
            <p14:xfrm>
              <a:off x="6860548" y="3062188"/>
              <a:ext cx="120960" cy="7200"/>
            </p14:xfrm>
          </p:contentPart>
        </mc:Choice>
        <mc:Fallback>
          <p:pic>
            <p:nvPicPr>
              <p:cNvPr id="92" name="Entrada de lápiz 91">
                <a:extLst>
                  <a:ext uri="{FF2B5EF4-FFF2-40B4-BE49-F238E27FC236}">
                    <a16:creationId xmlns:a16="http://schemas.microsoft.com/office/drawing/2014/main" id="{6AA5C609-BED2-4101-98F9-4C4C15B2BE76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6851548" y="3053188"/>
                <a:ext cx="1386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93" name="Entrada de lápiz 92">
                <a:extLst>
                  <a:ext uri="{FF2B5EF4-FFF2-40B4-BE49-F238E27FC236}">
                    <a16:creationId xmlns:a16="http://schemas.microsoft.com/office/drawing/2014/main" id="{2DF81413-D029-47DA-83CF-F0DBCDF4B210}"/>
                  </a:ext>
                </a:extLst>
              </p14:cNvPr>
              <p14:cNvContentPartPr/>
              <p14:nvPr/>
            </p14:nvContentPartPr>
            <p14:xfrm>
              <a:off x="6878188" y="3113668"/>
              <a:ext cx="125640" cy="24120"/>
            </p14:xfrm>
          </p:contentPart>
        </mc:Choice>
        <mc:Fallback>
          <p:pic>
            <p:nvPicPr>
              <p:cNvPr id="93" name="Entrada de lápiz 92">
                <a:extLst>
                  <a:ext uri="{FF2B5EF4-FFF2-40B4-BE49-F238E27FC236}">
                    <a16:creationId xmlns:a16="http://schemas.microsoft.com/office/drawing/2014/main" id="{2DF81413-D029-47DA-83CF-F0DBCDF4B210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6869548" y="3104668"/>
                <a:ext cx="1432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76A5534F-8354-42BF-B2B5-F27045C81A4E}"/>
                  </a:ext>
                </a:extLst>
              </p14:cNvPr>
              <p14:cNvContentPartPr/>
              <p14:nvPr/>
            </p14:nvContentPartPr>
            <p14:xfrm>
              <a:off x="9179668" y="2774548"/>
              <a:ext cx="141480" cy="33876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76A5534F-8354-42BF-B2B5-F27045C81A4E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9170668" y="2765908"/>
                <a:ext cx="15912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10315539-7521-444E-86C6-020B84E2F744}"/>
                  </a:ext>
                </a:extLst>
              </p14:cNvPr>
              <p14:cNvContentPartPr/>
              <p14:nvPr/>
            </p14:nvContentPartPr>
            <p14:xfrm>
              <a:off x="8224588" y="2850508"/>
              <a:ext cx="343440" cy="31428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10315539-7521-444E-86C6-020B84E2F744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215948" y="2841868"/>
                <a:ext cx="36108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07" name="Entrada de lápiz 106">
                <a:extLst>
                  <a:ext uri="{FF2B5EF4-FFF2-40B4-BE49-F238E27FC236}">
                    <a16:creationId xmlns:a16="http://schemas.microsoft.com/office/drawing/2014/main" id="{73A28126-8E4A-411B-B86D-C997B091F2E6}"/>
                  </a:ext>
                </a:extLst>
              </p14:cNvPr>
              <p14:cNvContentPartPr/>
              <p14:nvPr/>
            </p14:nvContentPartPr>
            <p14:xfrm>
              <a:off x="8760988" y="3017548"/>
              <a:ext cx="145080" cy="12240"/>
            </p14:xfrm>
          </p:contentPart>
        </mc:Choice>
        <mc:Fallback>
          <p:pic>
            <p:nvPicPr>
              <p:cNvPr id="107" name="Entrada de lápiz 106">
                <a:extLst>
                  <a:ext uri="{FF2B5EF4-FFF2-40B4-BE49-F238E27FC236}">
                    <a16:creationId xmlns:a16="http://schemas.microsoft.com/office/drawing/2014/main" id="{73A28126-8E4A-411B-B86D-C997B091F2E6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752348" y="3008908"/>
                <a:ext cx="1627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C21C3A55-9334-43B7-A439-58BCD3FFDF3F}"/>
                  </a:ext>
                </a:extLst>
              </p14:cNvPr>
              <p14:cNvContentPartPr/>
              <p14:nvPr/>
            </p14:nvContentPartPr>
            <p14:xfrm>
              <a:off x="9013348" y="2929708"/>
              <a:ext cx="68760" cy="16668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C21C3A55-9334-43B7-A439-58BCD3FFDF3F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9004348" y="2921068"/>
                <a:ext cx="8640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5C2489C9-208A-4241-B0A7-D827EFC236DE}"/>
                  </a:ext>
                </a:extLst>
              </p14:cNvPr>
              <p14:cNvContentPartPr/>
              <p14:nvPr/>
            </p14:nvContentPartPr>
            <p14:xfrm>
              <a:off x="7799788" y="2842228"/>
              <a:ext cx="289440" cy="35820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5C2489C9-208A-4241-B0A7-D827EFC236DE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7791148" y="2833588"/>
                <a:ext cx="30708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74416031-37F8-4777-B3F0-8E0E315085FC}"/>
                  </a:ext>
                </a:extLst>
              </p14:cNvPr>
              <p14:cNvContentPartPr/>
              <p14:nvPr/>
            </p14:nvContentPartPr>
            <p14:xfrm>
              <a:off x="7139908" y="2862388"/>
              <a:ext cx="553320" cy="35712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74416031-37F8-4777-B3F0-8E0E315085FC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7130914" y="2853388"/>
                <a:ext cx="570949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AFC8437A-7672-424F-8CBC-71C31459E3F0}"/>
                  </a:ext>
                </a:extLst>
              </p14:cNvPr>
              <p14:cNvContentPartPr/>
              <p14:nvPr/>
            </p14:nvContentPartPr>
            <p14:xfrm>
              <a:off x="7355908" y="3367108"/>
              <a:ext cx="360" cy="36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AFC8437A-7672-424F-8CBC-71C31459E3F0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7347268" y="335846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69BBCFB6-55B7-4E43-9636-CBBFBA82126E}"/>
                  </a:ext>
                </a:extLst>
              </p14:cNvPr>
              <p14:cNvContentPartPr/>
              <p14:nvPr/>
            </p14:nvContentPartPr>
            <p14:xfrm>
              <a:off x="8028388" y="3520108"/>
              <a:ext cx="377640" cy="14076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69BBCFB6-55B7-4E43-9636-CBBFBA82126E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8019748" y="3511108"/>
                <a:ext cx="3952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C4918E35-361A-4004-B4AE-1527E5D24196}"/>
                  </a:ext>
                </a:extLst>
              </p14:cNvPr>
              <p14:cNvContentPartPr/>
              <p14:nvPr/>
            </p14:nvContentPartPr>
            <p14:xfrm>
              <a:off x="7501708" y="3508588"/>
              <a:ext cx="424080" cy="18072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C4918E35-361A-4004-B4AE-1527E5D24196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493061" y="3499588"/>
                <a:ext cx="441735" cy="19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DFE6BB41-22BB-4B41-920E-02F41B071339}"/>
                  </a:ext>
                </a:extLst>
              </p14:cNvPr>
              <p14:cNvContentPartPr/>
              <p14:nvPr/>
            </p14:nvContentPartPr>
            <p14:xfrm>
              <a:off x="7279588" y="3484468"/>
              <a:ext cx="109800" cy="20376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DFE6BB41-22BB-4B41-920E-02F41B071339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270588" y="3475828"/>
                <a:ext cx="12744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7E84FDA3-C143-4482-BAE7-0BC0128D7112}"/>
                  </a:ext>
                </a:extLst>
              </p14:cNvPr>
              <p14:cNvContentPartPr/>
              <p14:nvPr/>
            </p14:nvContentPartPr>
            <p14:xfrm>
              <a:off x="9523828" y="3504268"/>
              <a:ext cx="118800" cy="3240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7E84FDA3-C143-4482-BAE7-0BC0128D7112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9515188" y="3495268"/>
                <a:ext cx="1364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3D843015-80EC-4E6A-AE69-0B9D7FBD6362}"/>
                  </a:ext>
                </a:extLst>
              </p14:cNvPr>
              <p14:cNvContentPartPr/>
              <p14:nvPr/>
            </p14:nvContentPartPr>
            <p14:xfrm>
              <a:off x="9770788" y="3406708"/>
              <a:ext cx="91440" cy="17568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3D843015-80EC-4E6A-AE69-0B9D7FBD6362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9762148" y="3398068"/>
                <a:ext cx="10908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AB947C95-DCE7-442F-A107-A83EBAD4CD54}"/>
                  </a:ext>
                </a:extLst>
              </p14:cNvPr>
              <p14:cNvContentPartPr/>
              <p14:nvPr/>
            </p14:nvContentPartPr>
            <p14:xfrm>
              <a:off x="10034668" y="3499948"/>
              <a:ext cx="108720" cy="1224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AB947C95-DCE7-442F-A107-A83EBAD4CD54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10025668" y="3491308"/>
                <a:ext cx="12636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03217344-0942-4C2F-B4E7-EFBBA79A9C8F}"/>
                  </a:ext>
                </a:extLst>
              </p14:cNvPr>
              <p14:cNvContentPartPr/>
              <p14:nvPr/>
            </p14:nvContentPartPr>
            <p14:xfrm>
              <a:off x="10070308" y="3556108"/>
              <a:ext cx="88560" cy="900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03217344-0942-4C2F-B4E7-EFBBA79A9C8F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10061308" y="3547468"/>
                <a:ext cx="1062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38797424-5C01-4F6F-BF68-C83F4A04A1B9}"/>
                  </a:ext>
                </a:extLst>
              </p14:cNvPr>
              <p14:cNvContentPartPr/>
              <p14:nvPr/>
            </p14:nvContentPartPr>
            <p14:xfrm>
              <a:off x="10316548" y="3426508"/>
              <a:ext cx="181080" cy="18000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38797424-5C01-4F6F-BF68-C83F4A04A1B9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10307908" y="3417868"/>
                <a:ext cx="1987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3AE5E964-1F3A-4D0D-8493-DB83651A2670}"/>
                  </a:ext>
                </a:extLst>
              </p14:cNvPr>
              <p14:cNvContentPartPr/>
              <p14:nvPr/>
            </p14:nvContentPartPr>
            <p14:xfrm>
              <a:off x="9228628" y="3401668"/>
              <a:ext cx="185400" cy="20664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3AE5E964-1F3A-4D0D-8493-DB83651A2670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9219628" y="3393028"/>
                <a:ext cx="2030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4E0DE445-2435-4D05-AEC8-BB24EF5A988A}"/>
                  </a:ext>
                </a:extLst>
              </p14:cNvPr>
              <p14:cNvContentPartPr/>
              <p14:nvPr/>
            </p14:nvContentPartPr>
            <p14:xfrm>
              <a:off x="9052948" y="2050228"/>
              <a:ext cx="767160" cy="40608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4E0DE445-2435-4D05-AEC8-BB24EF5A988A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9044308" y="2041228"/>
                <a:ext cx="78480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3A283285-36A0-4482-8B7E-F148A0679EC7}"/>
                  </a:ext>
                </a:extLst>
              </p14:cNvPr>
              <p14:cNvContentPartPr/>
              <p14:nvPr/>
            </p14:nvContentPartPr>
            <p14:xfrm>
              <a:off x="10029988" y="1921348"/>
              <a:ext cx="154440" cy="18396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3A283285-36A0-4482-8B7E-F148A0679EC7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10021348" y="1912348"/>
                <a:ext cx="1720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108D7974-E212-481F-B549-C78382BDC02F}"/>
                  </a:ext>
                </a:extLst>
              </p14:cNvPr>
              <p14:cNvContentPartPr/>
              <p14:nvPr/>
            </p14:nvContentPartPr>
            <p14:xfrm>
              <a:off x="10289908" y="1854028"/>
              <a:ext cx="339480" cy="15336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108D7974-E212-481F-B549-C78382BDC02F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0280908" y="1845388"/>
                <a:ext cx="357120" cy="1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38AF8D44-1A19-4820-A2EA-F6839BDD00C9}"/>
                  </a:ext>
                </a:extLst>
              </p14:cNvPr>
              <p14:cNvContentPartPr/>
              <p14:nvPr/>
            </p14:nvContentPartPr>
            <p14:xfrm>
              <a:off x="10134388" y="2181268"/>
              <a:ext cx="153000" cy="279720"/>
            </p14:xfrm>
          </p:contentPart>
        </mc:Choice>
        <mc:Fallback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38AF8D44-1A19-4820-A2EA-F6839BDD00C9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125748" y="2172628"/>
                <a:ext cx="1706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9">
            <p14:nvContentPartPr>
              <p14:cNvPr id="157" name="Entrada de lápiz 156">
                <a:extLst>
                  <a:ext uri="{FF2B5EF4-FFF2-40B4-BE49-F238E27FC236}">
                    <a16:creationId xmlns:a16="http://schemas.microsoft.com/office/drawing/2014/main" id="{095E02B8-8485-4FB7-AAE7-47812ED9DF5F}"/>
                  </a:ext>
                </a:extLst>
              </p14:cNvPr>
              <p14:cNvContentPartPr/>
              <p14:nvPr/>
            </p14:nvContentPartPr>
            <p14:xfrm>
              <a:off x="10425268" y="2298268"/>
              <a:ext cx="108720" cy="30600"/>
            </p14:xfrm>
          </p:contentPart>
        </mc:Choice>
        <mc:Fallback>
          <p:pic>
            <p:nvPicPr>
              <p:cNvPr id="157" name="Entrada de lápiz 156">
                <a:extLst>
                  <a:ext uri="{FF2B5EF4-FFF2-40B4-BE49-F238E27FC236}">
                    <a16:creationId xmlns:a16="http://schemas.microsoft.com/office/drawing/2014/main" id="{095E02B8-8485-4FB7-AAE7-47812ED9DF5F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416268" y="2289268"/>
                <a:ext cx="12636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1">
            <p14:nvContentPartPr>
              <p14:cNvPr id="158" name="Entrada de lápiz 157">
                <a:extLst>
                  <a:ext uri="{FF2B5EF4-FFF2-40B4-BE49-F238E27FC236}">
                    <a16:creationId xmlns:a16="http://schemas.microsoft.com/office/drawing/2014/main" id="{9A1EC313-5453-48FA-98AC-B22B3D9E4F01}"/>
                  </a:ext>
                </a:extLst>
              </p14:cNvPr>
              <p14:cNvContentPartPr/>
              <p14:nvPr/>
            </p14:nvContentPartPr>
            <p14:xfrm>
              <a:off x="10458028" y="2368468"/>
              <a:ext cx="156960" cy="10080"/>
            </p14:xfrm>
          </p:contentPart>
        </mc:Choice>
        <mc:Fallback>
          <p:pic>
            <p:nvPicPr>
              <p:cNvPr id="158" name="Entrada de lápiz 157">
                <a:extLst>
                  <a:ext uri="{FF2B5EF4-FFF2-40B4-BE49-F238E27FC236}">
                    <a16:creationId xmlns:a16="http://schemas.microsoft.com/office/drawing/2014/main" id="{9A1EC313-5453-48FA-98AC-B22B3D9E4F01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0449388" y="2359828"/>
                <a:ext cx="1746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3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D0ACD7E0-E3F8-4BC9-8D47-E320EFD713BC}"/>
                  </a:ext>
                </a:extLst>
              </p14:cNvPr>
              <p14:cNvContentPartPr/>
              <p14:nvPr/>
            </p14:nvContentPartPr>
            <p14:xfrm>
              <a:off x="10741708" y="2163628"/>
              <a:ext cx="90360" cy="209520"/>
            </p14:xfrm>
          </p:contentPart>
        </mc:Choice>
        <mc:Fallback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D0ACD7E0-E3F8-4BC9-8D47-E320EFD713BC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10733068" y="2154988"/>
                <a:ext cx="10800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4AF24748-ADD5-4B74-BDCC-07A02632B626}"/>
                  </a:ext>
                </a:extLst>
              </p14:cNvPr>
              <p14:cNvContentPartPr/>
              <p14:nvPr/>
            </p14:nvContentPartPr>
            <p14:xfrm>
              <a:off x="10175788" y="2599948"/>
              <a:ext cx="207000" cy="218160"/>
            </p14:xfrm>
          </p:contentPart>
        </mc:Choice>
        <mc:Fallback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4AF24748-ADD5-4B74-BDCC-07A02632B626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10167148" y="2590948"/>
                <a:ext cx="2246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B8084B52-CA66-4EBA-AF46-5C763D0C2239}"/>
                  </a:ext>
                </a:extLst>
              </p14:cNvPr>
              <p14:cNvContentPartPr/>
              <p14:nvPr/>
            </p14:nvContentPartPr>
            <p14:xfrm>
              <a:off x="10533628" y="2658268"/>
              <a:ext cx="106920" cy="2016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B8084B52-CA66-4EBA-AF46-5C763D0C2239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10524988" y="2649628"/>
                <a:ext cx="1245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62" name="Entrada de lápiz 161">
                <a:extLst>
                  <a:ext uri="{FF2B5EF4-FFF2-40B4-BE49-F238E27FC236}">
                    <a16:creationId xmlns:a16="http://schemas.microsoft.com/office/drawing/2014/main" id="{C218D398-419D-4CC0-BEA3-B29C5060401C}"/>
                  </a:ext>
                </a:extLst>
              </p14:cNvPr>
              <p14:cNvContentPartPr/>
              <p14:nvPr/>
            </p14:nvContentPartPr>
            <p14:xfrm>
              <a:off x="10553068" y="2727748"/>
              <a:ext cx="139320" cy="9360"/>
            </p14:xfrm>
          </p:contentPart>
        </mc:Choice>
        <mc:Fallback>
          <p:pic>
            <p:nvPicPr>
              <p:cNvPr id="162" name="Entrada de lápiz 161">
                <a:extLst>
                  <a:ext uri="{FF2B5EF4-FFF2-40B4-BE49-F238E27FC236}">
                    <a16:creationId xmlns:a16="http://schemas.microsoft.com/office/drawing/2014/main" id="{C218D398-419D-4CC0-BEA3-B29C5060401C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10544428" y="2719108"/>
                <a:ext cx="1569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1">
            <p14:nvContentPartPr>
              <p14:cNvPr id="165" name="Entrada de lápiz 164">
                <a:extLst>
                  <a:ext uri="{FF2B5EF4-FFF2-40B4-BE49-F238E27FC236}">
                    <a16:creationId xmlns:a16="http://schemas.microsoft.com/office/drawing/2014/main" id="{139E5ED0-6A2F-43FA-A152-08FC5C31204A}"/>
                  </a:ext>
                </a:extLst>
              </p14:cNvPr>
              <p14:cNvContentPartPr/>
              <p14:nvPr/>
            </p14:nvContentPartPr>
            <p14:xfrm>
              <a:off x="10809388" y="2565028"/>
              <a:ext cx="390600" cy="147960"/>
            </p14:xfrm>
          </p:contentPart>
        </mc:Choice>
        <mc:Fallback>
          <p:pic>
            <p:nvPicPr>
              <p:cNvPr id="165" name="Entrada de lápiz 164">
                <a:extLst>
                  <a:ext uri="{FF2B5EF4-FFF2-40B4-BE49-F238E27FC236}">
                    <a16:creationId xmlns:a16="http://schemas.microsoft.com/office/drawing/2014/main" id="{139E5ED0-6A2F-43FA-A152-08FC5C31204A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0800748" y="2556028"/>
                <a:ext cx="408240" cy="16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3">
            <p14:nvContentPartPr>
              <p14:cNvPr id="217" name="Entrada de lápiz 216">
                <a:extLst>
                  <a:ext uri="{FF2B5EF4-FFF2-40B4-BE49-F238E27FC236}">
                    <a16:creationId xmlns:a16="http://schemas.microsoft.com/office/drawing/2014/main" id="{745F5AB1-19BF-4125-ACD3-271D1F12AB9E}"/>
                  </a:ext>
                </a:extLst>
              </p14:cNvPr>
              <p14:cNvContentPartPr/>
              <p14:nvPr/>
            </p14:nvContentPartPr>
            <p14:xfrm>
              <a:off x="5155228" y="3778588"/>
              <a:ext cx="6827760" cy="1739520"/>
            </p14:xfrm>
          </p:contentPart>
        </mc:Choice>
        <mc:Fallback>
          <p:pic>
            <p:nvPicPr>
              <p:cNvPr id="217" name="Entrada de lápiz 216">
                <a:extLst>
                  <a:ext uri="{FF2B5EF4-FFF2-40B4-BE49-F238E27FC236}">
                    <a16:creationId xmlns:a16="http://schemas.microsoft.com/office/drawing/2014/main" id="{745F5AB1-19BF-4125-ACD3-271D1F12AB9E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5146228" y="3769950"/>
                <a:ext cx="6845400" cy="17571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218" name="Entrada de lápiz 217">
                <a:extLst>
                  <a:ext uri="{FF2B5EF4-FFF2-40B4-BE49-F238E27FC236}">
                    <a16:creationId xmlns:a16="http://schemas.microsoft.com/office/drawing/2014/main" id="{72A9B50D-EB74-4CA1-892D-20BDE5D8DAE6}"/>
                  </a:ext>
                </a:extLst>
              </p14:cNvPr>
              <p14:cNvContentPartPr/>
              <p14:nvPr/>
            </p14:nvContentPartPr>
            <p14:xfrm>
              <a:off x="5400748" y="6059188"/>
              <a:ext cx="150840" cy="18720"/>
            </p14:xfrm>
          </p:contentPart>
        </mc:Choice>
        <mc:Fallback>
          <p:pic>
            <p:nvPicPr>
              <p:cNvPr id="218" name="Entrada de lápiz 217">
                <a:extLst>
                  <a:ext uri="{FF2B5EF4-FFF2-40B4-BE49-F238E27FC236}">
                    <a16:creationId xmlns:a16="http://schemas.microsoft.com/office/drawing/2014/main" id="{72A9B50D-EB74-4CA1-892D-20BDE5D8DAE6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5391748" y="6050548"/>
                <a:ext cx="1684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219" name="Entrada de lápiz 218">
                <a:extLst>
                  <a:ext uri="{FF2B5EF4-FFF2-40B4-BE49-F238E27FC236}">
                    <a16:creationId xmlns:a16="http://schemas.microsoft.com/office/drawing/2014/main" id="{DA4C2AB2-8C7A-42F5-8B42-C3A45032436B}"/>
                  </a:ext>
                </a:extLst>
              </p14:cNvPr>
              <p14:cNvContentPartPr/>
              <p14:nvPr/>
            </p14:nvContentPartPr>
            <p14:xfrm>
              <a:off x="5400748" y="6145588"/>
              <a:ext cx="151200" cy="18000"/>
            </p14:xfrm>
          </p:contentPart>
        </mc:Choice>
        <mc:Fallback>
          <p:pic>
            <p:nvPicPr>
              <p:cNvPr id="219" name="Entrada de lápiz 218">
                <a:extLst>
                  <a:ext uri="{FF2B5EF4-FFF2-40B4-BE49-F238E27FC236}">
                    <a16:creationId xmlns:a16="http://schemas.microsoft.com/office/drawing/2014/main" id="{DA4C2AB2-8C7A-42F5-8B42-C3A45032436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5391748" y="6136948"/>
                <a:ext cx="16884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222" name="Entrada de lápiz 221">
                <a:extLst>
                  <a:ext uri="{FF2B5EF4-FFF2-40B4-BE49-F238E27FC236}">
                    <a16:creationId xmlns:a16="http://schemas.microsoft.com/office/drawing/2014/main" id="{F20CF200-36DE-4C9C-B2DF-5ACF60F80A55}"/>
                  </a:ext>
                </a:extLst>
              </p14:cNvPr>
              <p14:cNvContentPartPr/>
              <p14:nvPr/>
            </p14:nvContentPartPr>
            <p14:xfrm>
              <a:off x="5109868" y="6013828"/>
              <a:ext cx="165600" cy="175320"/>
            </p14:xfrm>
          </p:contentPart>
        </mc:Choice>
        <mc:Fallback>
          <p:pic>
            <p:nvPicPr>
              <p:cNvPr id="222" name="Entrada de lápiz 221">
                <a:extLst>
                  <a:ext uri="{FF2B5EF4-FFF2-40B4-BE49-F238E27FC236}">
                    <a16:creationId xmlns:a16="http://schemas.microsoft.com/office/drawing/2014/main" id="{F20CF200-36DE-4C9C-B2DF-5ACF60F80A55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100888" y="6004846"/>
                <a:ext cx="183202" cy="1929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223" name="Entrada de lápiz 222">
                <a:extLst>
                  <a:ext uri="{FF2B5EF4-FFF2-40B4-BE49-F238E27FC236}">
                    <a16:creationId xmlns:a16="http://schemas.microsoft.com/office/drawing/2014/main" id="{9DCF4003-1BE7-4869-917C-21CBAA0A0A85}"/>
                  </a:ext>
                </a:extLst>
              </p14:cNvPr>
              <p14:cNvContentPartPr/>
              <p14:nvPr/>
            </p14:nvContentPartPr>
            <p14:xfrm>
              <a:off x="5718988" y="6002308"/>
              <a:ext cx="226440" cy="17280"/>
            </p14:xfrm>
          </p:contentPart>
        </mc:Choice>
        <mc:Fallback>
          <p:pic>
            <p:nvPicPr>
              <p:cNvPr id="223" name="Entrada de lápiz 222">
                <a:extLst>
                  <a:ext uri="{FF2B5EF4-FFF2-40B4-BE49-F238E27FC236}">
                    <a16:creationId xmlns:a16="http://schemas.microsoft.com/office/drawing/2014/main" id="{9DCF4003-1BE7-4869-917C-21CBAA0A0A85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5710348" y="5993668"/>
                <a:ext cx="24408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3">
            <p14:nvContentPartPr>
              <p14:cNvPr id="224" name="Entrada de lápiz 223">
                <a:extLst>
                  <a:ext uri="{FF2B5EF4-FFF2-40B4-BE49-F238E27FC236}">
                    <a16:creationId xmlns:a16="http://schemas.microsoft.com/office/drawing/2014/main" id="{C5AE6A4E-F1FF-423D-A888-8DA248DFB085}"/>
                  </a:ext>
                </a:extLst>
              </p14:cNvPr>
              <p14:cNvContentPartPr/>
              <p14:nvPr/>
            </p14:nvContentPartPr>
            <p14:xfrm>
              <a:off x="6042988" y="5871988"/>
              <a:ext cx="51120" cy="204480"/>
            </p14:xfrm>
          </p:contentPart>
        </mc:Choice>
        <mc:Fallback>
          <p:pic>
            <p:nvPicPr>
              <p:cNvPr id="224" name="Entrada de lápiz 223">
                <a:extLst>
                  <a:ext uri="{FF2B5EF4-FFF2-40B4-BE49-F238E27FC236}">
                    <a16:creationId xmlns:a16="http://schemas.microsoft.com/office/drawing/2014/main" id="{C5AE6A4E-F1FF-423D-A888-8DA248DFB085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6033988" y="5863348"/>
                <a:ext cx="6876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5">
            <p14:nvContentPartPr>
              <p14:cNvPr id="227" name="Entrada de lápiz 226">
                <a:extLst>
                  <a:ext uri="{FF2B5EF4-FFF2-40B4-BE49-F238E27FC236}">
                    <a16:creationId xmlns:a16="http://schemas.microsoft.com/office/drawing/2014/main" id="{E524D1B5-0CCA-41D1-86CF-8DBC1F0DC8E9}"/>
                  </a:ext>
                </a:extLst>
              </p14:cNvPr>
              <p14:cNvContentPartPr/>
              <p14:nvPr/>
            </p14:nvContentPartPr>
            <p14:xfrm>
              <a:off x="6263668" y="6051268"/>
              <a:ext cx="152280" cy="20520"/>
            </p14:xfrm>
          </p:contentPart>
        </mc:Choice>
        <mc:Fallback>
          <p:pic>
            <p:nvPicPr>
              <p:cNvPr id="227" name="Entrada de lápiz 226">
                <a:extLst>
                  <a:ext uri="{FF2B5EF4-FFF2-40B4-BE49-F238E27FC236}">
                    <a16:creationId xmlns:a16="http://schemas.microsoft.com/office/drawing/2014/main" id="{E524D1B5-0CCA-41D1-86CF-8DBC1F0DC8E9}"/>
                  </a:ext>
                </a:extLst>
              </p:cNvPr>
              <p:cNvPicPr/>
              <p:nvPr/>
            </p:nvPicPr>
            <p:blipFill>
              <a:blip r:embed="rId156"/>
              <a:stretch>
                <a:fillRect/>
              </a:stretch>
            </p:blipFill>
            <p:spPr>
              <a:xfrm>
                <a:off x="6254668" y="6042268"/>
                <a:ext cx="16992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228" name="Entrada de lápiz 227">
                <a:extLst>
                  <a:ext uri="{FF2B5EF4-FFF2-40B4-BE49-F238E27FC236}">
                    <a16:creationId xmlns:a16="http://schemas.microsoft.com/office/drawing/2014/main" id="{101999F5-D76E-4307-869A-0C834E037A7C}"/>
                  </a:ext>
                </a:extLst>
              </p14:cNvPr>
              <p14:cNvContentPartPr/>
              <p14:nvPr/>
            </p14:nvContentPartPr>
            <p14:xfrm>
              <a:off x="6227308" y="5844268"/>
              <a:ext cx="114840" cy="139680"/>
            </p14:xfrm>
          </p:contentPart>
        </mc:Choice>
        <mc:Fallback>
          <p:pic>
            <p:nvPicPr>
              <p:cNvPr id="228" name="Entrada de lápiz 227">
                <a:extLst>
                  <a:ext uri="{FF2B5EF4-FFF2-40B4-BE49-F238E27FC236}">
                    <a16:creationId xmlns:a16="http://schemas.microsoft.com/office/drawing/2014/main" id="{101999F5-D76E-4307-869A-0C834E037A7C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6218668" y="5835268"/>
                <a:ext cx="13248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9">
            <p14:nvContentPartPr>
              <p14:cNvPr id="233" name="Entrada de lápiz 232">
                <a:extLst>
                  <a:ext uri="{FF2B5EF4-FFF2-40B4-BE49-F238E27FC236}">
                    <a16:creationId xmlns:a16="http://schemas.microsoft.com/office/drawing/2014/main" id="{8D64DDD1-C752-4F58-8C2B-6D771D44510C}"/>
                  </a:ext>
                </a:extLst>
              </p14:cNvPr>
              <p14:cNvContentPartPr/>
              <p14:nvPr/>
            </p14:nvContentPartPr>
            <p14:xfrm>
              <a:off x="5906548" y="6144148"/>
              <a:ext cx="908640" cy="35280"/>
            </p14:xfrm>
          </p:contentPart>
        </mc:Choice>
        <mc:Fallback>
          <p:pic>
            <p:nvPicPr>
              <p:cNvPr id="233" name="Entrada de lápiz 232">
                <a:extLst>
                  <a:ext uri="{FF2B5EF4-FFF2-40B4-BE49-F238E27FC236}">
                    <a16:creationId xmlns:a16="http://schemas.microsoft.com/office/drawing/2014/main" id="{8D64DDD1-C752-4F58-8C2B-6D771D44510C}"/>
                  </a:ext>
                </a:extLst>
              </p:cNvPr>
              <p:cNvPicPr/>
              <p:nvPr/>
            </p:nvPicPr>
            <p:blipFill>
              <a:blip r:embed="rId160"/>
              <a:stretch>
                <a:fillRect/>
              </a:stretch>
            </p:blipFill>
            <p:spPr>
              <a:xfrm>
                <a:off x="5897548" y="6135148"/>
                <a:ext cx="92628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1">
            <p14:nvContentPartPr>
              <p14:cNvPr id="234" name="Entrada de lápiz 233">
                <a:extLst>
                  <a:ext uri="{FF2B5EF4-FFF2-40B4-BE49-F238E27FC236}">
                    <a16:creationId xmlns:a16="http://schemas.microsoft.com/office/drawing/2014/main" id="{92363B4A-73E2-4A00-A433-86AB452B7A35}"/>
                  </a:ext>
                </a:extLst>
              </p14:cNvPr>
              <p14:cNvContentPartPr/>
              <p14:nvPr/>
            </p14:nvContentPartPr>
            <p14:xfrm>
              <a:off x="6267988" y="6283828"/>
              <a:ext cx="284040" cy="165600"/>
            </p14:xfrm>
          </p:contentPart>
        </mc:Choice>
        <mc:Fallback>
          <p:pic>
            <p:nvPicPr>
              <p:cNvPr id="234" name="Entrada de lápiz 233">
                <a:extLst>
                  <a:ext uri="{FF2B5EF4-FFF2-40B4-BE49-F238E27FC236}">
                    <a16:creationId xmlns:a16="http://schemas.microsoft.com/office/drawing/2014/main" id="{92363B4A-73E2-4A00-A433-86AB452B7A35}"/>
                  </a:ext>
                </a:extLst>
              </p:cNvPr>
              <p:cNvPicPr/>
              <p:nvPr/>
            </p:nvPicPr>
            <p:blipFill>
              <a:blip r:embed="rId162"/>
              <a:stretch>
                <a:fillRect/>
              </a:stretch>
            </p:blipFill>
            <p:spPr>
              <a:xfrm>
                <a:off x="6258988" y="6275188"/>
                <a:ext cx="30168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3">
            <p14:nvContentPartPr>
              <p14:cNvPr id="235" name="Entrada de lápiz 234">
                <a:extLst>
                  <a:ext uri="{FF2B5EF4-FFF2-40B4-BE49-F238E27FC236}">
                    <a16:creationId xmlns:a16="http://schemas.microsoft.com/office/drawing/2014/main" id="{9F0B48CA-3AAD-41C4-AC91-7B5EA307EA68}"/>
                  </a:ext>
                </a:extLst>
              </p14:cNvPr>
              <p14:cNvContentPartPr/>
              <p14:nvPr/>
            </p14:nvContentPartPr>
            <p14:xfrm>
              <a:off x="6514228" y="5858308"/>
              <a:ext cx="159120" cy="221760"/>
            </p14:xfrm>
          </p:contentPart>
        </mc:Choice>
        <mc:Fallback>
          <p:pic>
            <p:nvPicPr>
              <p:cNvPr id="235" name="Entrada de lápiz 234">
                <a:extLst>
                  <a:ext uri="{FF2B5EF4-FFF2-40B4-BE49-F238E27FC236}">
                    <a16:creationId xmlns:a16="http://schemas.microsoft.com/office/drawing/2014/main" id="{9F0B48CA-3AAD-41C4-AC91-7B5EA307EA68}"/>
                  </a:ext>
                </a:extLst>
              </p:cNvPr>
              <p:cNvPicPr/>
              <p:nvPr/>
            </p:nvPicPr>
            <p:blipFill>
              <a:blip r:embed="rId164"/>
              <a:stretch>
                <a:fillRect/>
              </a:stretch>
            </p:blipFill>
            <p:spPr>
              <a:xfrm>
                <a:off x="6505588" y="5849668"/>
                <a:ext cx="1767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5">
            <p14:nvContentPartPr>
              <p14:cNvPr id="238" name="Entrada de lápiz 237">
                <a:extLst>
                  <a:ext uri="{FF2B5EF4-FFF2-40B4-BE49-F238E27FC236}">
                    <a16:creationId xmlns:a16="http://schemas.microsoft.com/office/drawing/2014/main" id="{8FBADD3D-0E9F-4921-AC7D-A264FAB3E88F}"/>
                  </a:ext>
                </a:extLst>
              </p14:cNvPr>
              <p14:cNvContentPartPr/>
              <p14:nvPr/>
            </p14:nvContentPartPr>
            <p14:xfrm>
              <a:off x="7103188" y="5839228"/>
              <a:ext cx="862920" cy="690840"/>
            </p14:xfrm>
          </p:contentPart>
        </mc:Choice>
        <mc:Fallback>
          <p:pic>
            <p:nvPicPr>
              <p:cNvPr id="238" name="Entrada de lápiz 237">
                <a:extLst>
                  <a:ext uri="{FF2B5EF4-FFF2-40B4-BE49-F238E27FC236}">
                    <a16:creationId xmlns:a16="http://schemas.microsoft.com/office/drawing/2014/main" id="{8FBADD3D-0E9F-4921-AC7D-A264FAB3E88F}"/>
                  </a:ext>
                </a:extLst>
              </p:cNvPr>
              <p:cNvPicPr/>
              <p:nvPr/>
            </p:nvPicPr>
            <p:blipFill>
              <a:blip r:embed="rId166"/>
              <a:stretch>
                <a:fillRect/>
              </a:stretch>
            </p:blipFill>
            <p:spPr>
              <a:xfrm>
                <a:off x="7094544" y="5830588"/>
                <a:ext cx="880567" cy="70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7">
            <p14:nvContentPartPr>
              <p14:cNvPr id="241" name="Entrada de lápiz 240">
                <a:extLst>
                  <a:ext uri="{FF2B5EF4-FFF2-40B4-BE49-F238E27FC236}">
                    <a16:creationId xmlns:a16="http://schemas.microsoft.com/office/drawing/2014/main" id="{A32D0D01-E557-4637-B9B9-7937C7FCFC8A}"/>
                  </a:ext>
                </a:extLst>
              </p14:cNvPr>
              <p14:cNvContentPartPr/>
              <p14:nvPr/>
            </p14:nvContentPartPr>
            <p14:xfrm>
              <a:off x="8118388" y="5713228"/>
              <a:ext cx="155160" cy="271080"/>
            </p14:xfrm>
          </p:contentPart>
        </mc:Choice>
        <mc:Fallback>
          <p:pic>
            <p:nvPicPr>
              <p:cNvPr id="241" name="Entrada de lápiz 240">
                <a:extLst>
                  <a:ext uri="{FF2B5EF4-FFF2-40B4-BE49-F238E27FC236}">
                    <a16:creationId xmlns:a16="http://schemas.microsoft.com/office/drawing/2014/main" id="{A32D0D01-E557-4637-B9B9-7937C7FCFC8A}"/>
                  </a:ext>
                </a:extLst>
              </p:cNvPr>
              <p:cNvPicPr/>
              <p:nvPr/>
            </p:nvPicPr>
            <p:blipFill>
              <a:blip r:embed="rId168"/>
              <a:stretch>
                <a:fillRect/>
              </a:stretch>
            </p:blipFill>
            <p:spPr>
              <a:xfrm>
                <a:off x="8109388" y="5704228"/>
                <a:ext cx="172800" cy="28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9">
            <p14:nvContentPartPr>
              <p14:cNvPr id="242" name="Entrada de lápiz 241">
                <a:extLst>
                  <a:ext uri="{FF2B5EF4-FFF2-40B4-BE49-F238E27FC236}">
                    <a16:creationId xmlns:a16="http://schemas.microsoft.com/office/drawing/2014/main" id="{76E5DA44-C763-4C5B-9562-7DC8889EDD50}"/>
                  </a:ext>
                </a:extLst>
              </p14:cNvPr>
              <p14:cNvContentPartPr/>
              <p14:nvPr/>
            </p14:nvContentPartPr>
            <p14:xfrm>
              <a:off x="8432308" y="5810428"/>
              <a:ext cx="138240" cy="20520"/>
            </p14:xfrm>
          </p:contentPart>
        </mc:Choice>
        <mc:Fallback>
          <p:pic>
            <p:nvPicPr>
              <p:cNvPr id="242" name="Entrada de lápiz 241">
                <a:extLst>
                  <a:ext uri="{FF2B5EF4-FFF2-40B4-BE49-F238E27FC236}">
                    <a16:creationId xmlns:a16="http://schemas.microsoft.com/office/drawing/2014/main" id="{76E5DA44-C763-4C5B-9562-7DC8889EDD50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8423668" y="5801428"/>
                <a:ext cx="15588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1">
            <p14:nvContentPartPr>
              <p14:cNvPr id="243" name="Entrada de lápiz 242">
                <a:extLst>
                  <a:ext uri="{FF2B5EF4-FFF2-40B4-BE49-F238E27FC236}">
                    <a16:creationId xmlns:a16="http://schemas.microsoft.com/office/drawing/2014/main" id="{55883606-B70A-4866-A848-B4843E0CFBBF}"/>
                  </a:ext>
                </a:extLst>
              </p14:cNvPr>
              <p14:cNvContentPartPr/>
              <p14:nvPr/>
            </p14:nvContentPartPr>
            <p14:xfrm>
              <a:off x="8447428" y="5882428"/>
              <a:ext cx="160560" cy="21240"/>
            </p14:xfrm>
          </p:contentPart>
        </mc:Choice>
        <mc:Fallback>
          <p:pic>
            <p:nvPicPr>
              <p:cNvPr id="243" name="Entrada de lápiz 242">
                <a:extLst>
                  <a:ext uri="{FF2B5EF4-FFF2-40B4-BE49-F238E27FC236}">
                    <a16:creationId xmlns:a16="http://schemas.microsoft.com/office/drawing/2014/main" id="{55883606-B70A-4866-A848-B4843E0CFBBF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8438788" y="5873428"/>
                <a:ext cx="1782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3">
            <p14:nvContentPartPr>
              <p14:cNvPr id="244" name="Entrada de lápiz 243">
                <a:extLst>
                  <a:ext uri="{FF2B5EF4-FFF2-40B4-BE49-F238E27FC236}">
                    <a16:creationId xmlns:a16="http://schemas.microsoft.com/office/drawing/2014/main" id="{1191D706-CB05-41DC-A8EA-BE632DCBC021}"/>
                  </a:ext>
                </a:extLst>
              </p14:cNvPr>
              <p14:cNvContentPartPr/>
              <p14:nvPr/>
            </p14:nvContentPartPr>
            <p14:xfrm>
              <a:off x="8751628" y="5824108"/>
              <a:ext cx="130320" cy="3600"/>
            </p14:xfrm>
          </p:contentPart>
        </mc:Choice>
        <mc:Fallback>
          <p:pic>
            <p:nvPicPr>
              <p:cNvPr id="244" name="Entrada de lápiz 243">
                <a:extLst>
                  <a:ext uri="{FF2B5EF4-FFF2-40B4-BE49-F238E27FC236}">
                    <a16:creationId xmlns:a16="http://schemas.microsoft.com/office/drawing/2014/main" id="{1191D706-CB05-41DC-A8EA-BE632DCBC021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8742988" y="5815108"/>
                <a:ext cx="147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5">
            <p14:nvContentPartPr>
              <p14:cNvPr id="245" name="Entrada de lápiz 244">
                <a:extLst>
                  <a:ext uri="{FF2B5EF4-FFF2-40B4-BE49-F238E27FC236}">
                    <a16:creationId xmlns:a16="http://schemas.microsoft.com/office/drawing/2014/main" id="{90B7DBED-77C9-45FB-8AD5-C0699174D2FF}"/>
                  </a:ext>
                </a:extLst>
              </p14:cNvPr>
              <p14:cNvContentPartPr/>
              <p14:nvPr/>
            </p14:nvContentPartPr>
            <p14:xfrm>
              <a:off x="9019468" y="5699548"/>
              <a:ext cx="66240" cy="158400"/>
            </p14:xfrm>
          </p:contentPart>
        </mc:Choice>
        <mc:Fallback>
          <p:pic>
            <p:nvPicPr>
              <p:cNvPr id="245" name="Entrada de lápiz 244">
                <a:extLst>
                  <a:ext uri="{FF2B5EF4-FFF2-40B4-BE49-F238E27FC236}">
                    <a16:creationId xmlns:a16="http://schemas.microsoft.com/office/drawing/2014/main" id="{90B7DBED-77C9-45FB-8AD5-C0699174D2FF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9010828" y="5690908"/>
                <a:ext cx="8388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7">
            <p14:nvContentPartPr>
              <p14:cNvPr id="248" name="Entrada de lápiz 247">
                <a:extLst>
                  <a:ext uri="{FF2B5EF4-FFF2-40B4-BE49-F238E27FC236}">
                    <a16:creationId xmlns:a16="http://schemas.microsoft.com/office/drawing/2014/main" id="{BEE5026B-7BFE-47D8-9D7D-2760FEB01190}"/>
                  </a:ext>
                </a:extLst>
              </p14:cNvPr>
              <p14:cNvContentPartPr/>
              <p14:nvPr/>
            </p14:nvContentPartPr>
            <p14:xfrm>
              <a:off x="9498268" y="5671828"/>
              <a:ext cx="177480" cy="204120"/>
            </p14:xfrm>
          </p:contentPart>
        </mc:Choice>
        <mc:Fallback>
          <p:pic>
            <p:nvPicPr>
              <p:cNvPr id="248" name="Entrada de lápiz 247">
                <a:extLst>
                  <a:ext uri="{FF2B5EF4-FFF2-40B4-BE49-F238E27FC236}">
                    <a16:creationId xmlns:a16="http://schemas.microsoft.com/office/drawing/2014/main" id="{BEE5026B-7BFE-47D8-9D7D-2760FEB01190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9489268" y="5663188"/>
                <a:ext cx="19512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9">
            <p14:nvContentPartPr>
              <p14:cNvPr id="249" name="Entrada de lápiz 248">
                <a:extLst>
                  <a:ext uri="{FF2B5EF4-FFF2-40B4-BE49-F238E27FC236}">
                    <a16:creationId xmlns:a16="http://schemas.microsoft.com/office/drawing/2014/main" id="{DE8A940A-C80C-49A9-8685-E37213C139C2}"/>
                  </a:ext>
                </a:extLst>
              </p14:cNvPr>
              <p14:cNvContentPartPr/>
              <p14:nvPr/>
            </p14:nvContentPartPr>
            <p14:xfrm>
              <a:off x="8975908" y="5919148"/>
              <a:ext cx="737280" cy="32400"/>
            </p14:xfrm>
          </p:contentPart>
        </mc:Choice>
        <mc:Fallback>
          <p:pic>
            <p:nvPicPr>
              <p:cNvPr id="249" name="Entrada de lápiz 248">
                <a:extLst>
                  <a:ext uri="{FF2B5EF4-FFF2-40B4-BE49-F238E27FC236}">
                    <a16:creationId xmlns:a16="http://schemas.microsoft.com/office/drawing/2014/main" id="{DE8A940A-C80C-49A9-8685-E37213C139C2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8967268" y="5910508"/>
                <a:ext cx="75492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1">
            <p14:nvContentPartPr>
              <p14:cNvPr id="250" name="Entrada de lápiz 249">
                <a:extLst>
                  <a:ext uri="{FF2B5EF4-FFF2-40B4-BE49-F238E27FC236}">
                    <a16:creationId xmlns:a16="http://schemas.microsoft.com/office/drawing/2014/main" id="{679FE35E-CFFA-411E-B5C5-A40550103A42}"/>
                  </a:ext>
                </a:extLst>
              </p14:cNvPr>
              <p14:cNvContentPartPr/>
              <p14:nvPr/>
            </p14:nvContentPartPr>
            <p14:xfrm>
              <a:off x="9369748" y="6008428"/>
              <a:ext cx="257760" cy="137520"/>
            </p14:xfrm>
          </p:contentPart>
        </mc:Choice>
        <mc:Fallback>
          <p:pic>
            <p:nvPicPr>
              <p:cNvPr id="250" name="Entrada de lápiz 249">
                <a:extLst>
                  <a:ext uri="{FF2B5EF4-FFF2-40B4-BE49-F238E27FC236}">
                    <a16:creationId xmlns:a16="http://schemas.microsoft.com/office/drawing/2014/main" id="{679FE35E-CFFA-411E-B5C5-A40550103A42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9361108" y="5999788"/>
                <a:ext cx="275400" cy="15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3">
            <p14:nvContentPartPr>
              <p14:cNvPr id="255" name="Entrada de lápiz 254">
                <a:extLst>
                  <a:ext uri="{FF2B5EF4-FFF2-40B4-BE49-F238E27FC236}">
                    <a16:creationId xmlns:a16="http://schemas.microsoft.com/office/drawing/2014/main" id="{7008EF46-D5BE-4A0E-AB34-1305E697FC57}"/>
                  </a:ext>
                </a:extLst>
              </p14:cNvPr>
              <p14:cNvContentPartPr/>
              <p14:nvPr/>
            </p14:nvContentPartPr>
            <p14:xfrm>
              <a:off x="9257788" y="5667868"/>
              <a:ext cx="123840" cy="173160"/>
            </p14:xfrm>
          </p:contentPart>
        </mc:Choice>
        <mc:Fallback>
          <p:pic>
            <p:nvPicPr>
              <p:cNvPr id="255" name="Entrada de lápiz 254">
                <a:extLst>
                  <a:ext uri="{FF2B5EF4-FFF2-40B4-BE49-F238E27FC236}">
                    <a16:creationId xmlns:a16="http://schemas.microsoft.com/office/drawing/2014/main" id="{7008EF46-D5BE-4A0E-AB34-1305E697FC57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9249148" y="5659228"/>
                <a:ext cx="141480" cy="19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258" name="Entrada de lápiz 257">
                <a:extLst>
                  <a:ext uri="{FF2B5EF4-FFF2-40B4-BE49-F238E27FC236}">
                    <a16:creationId xmlns:a16="http://schemas.microsoft.com/office/drawing/2014/main" id="{FCD2B4EC-F35D-4EAE-A861-75C5BC8610D6}"/>
                  </a:ext>
                </a:extLst>
              </p14:cNvPr>
              <p14:cNvContentPartPr/>
              <p14:nvPr/>
            </p14:nvContentPartPr>
            <p14:xfrm>
              <a:off x="8492068" y="6601708"/>
              <a:ext cx="150120" cy="34920"/>
            </p14:xfrm>
          </p:contentPart>
        </mc:Choice>
        <mc:Fallback>
          <p:pic>
            <p:nvPicPr>
              <p:cNvPr id="258" name="Entrada de lápiz 257">
                <a:extLst>
                  <a:ext uri="{FF2B5EF4-FFF2-40B4-BE49-F238E27FC236}">
                    <a16:creationId xmlns:a16="http://schemas.microsoft.com/office/drawing/2014/main" id="{FCD2B4EC-F35D-4EAE-A861-75C5BC8610D6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8483068" y="6593068"/>
                <a:ext cx="16776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7">
            <p14:nvContentPartPr>
              <p14:cNvPr id="259" name="Entrada de lápiz 258">
                <a:extLst>
                  <a:ext uri="{FF2B5EF4-FFF2-40B4-BE49-F238E27FC236}">
                    <a16:creationId xmlns:a16="http://schemas.microsoft.com/office/drawing/2014/main" id="{73C3280E-BF9E-489D-815E-03E4FCADEBD9}"/>
                  </a:ext>
                </a:extLst>
              </p14:cNvPr>
              <p14:cNvContentPartPr/>
              <p14:nvPr/>
            </p14:nvContentPartPr>
            <p14:xfrm>
              <a:off x="8547868" y="6689188"/>
              <a:ext cx="170280" cy="7200"/>
            </p14:xfrm>
          </p:contentPart>
        </mc:Choice>
        <mc:Fallback>
          <p:pic>
            <p:nvPicPr>
              <p:cNvPr id="259" name="Entrada de lápiz 258">
                <a:extLst>
                  <a:ext uri="{FF2B5EF4-FFF2-40B4-BE49-F238E27FC236}">
                    <a16:creationId xmlns:a16="http://schemas.microsoft.com/office/drawing/2014/main" id="{73C3280E-BF9E-489D-815E-03E4FCADEBD9}"/>
                  </a:ext>
                </a:extLst>
              </p:cNvPr>
              <p:cNvPicPr/>
              <p:nvPr/>
            </p:nvPicPr>
            <p:blipFill>
              <a:blip r:embed="rId188"/>
              <a:stretch>
                <a:fillRect/>
              </a:stretch>
            </p:blipFill>
            <p:spPr>
              <a:xfrm>
                <a:off x="8539228" y="6680188"/>
                <a:ext cx="18792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9">
            <p14:nvContentPartPr>
              <p14:cNvPr id="260" name="Entrada de lápiz 259">
                <a:extLst>
                  <a:ext uri="{FF2B5EF4-FFF2-40B4-BE49-F238E27FC236}">
                    <a16:creationId xmlns:a16="http://schemas.microsoft.com/office/drawing/2014/main" id="{D5494D3B-DF9E-4603-B2E0-5E9A1FDB774B}"/>
                  </a:ext>
                </a:extLst>
              </p14:cNvPr>
              <p14:cNvContentPartPr/>
              <p14:nvPr/>
            </p14:nvContentPartPr>
            <p14:xfrm>
              <a:off x="8919748" y="6589468"/>
              <a:ext cx="192600" cy="10440"/>
            </p14:xfrm>
          </p:contentPart>
        </mc:Choice>
        <mc:Fallback>
          <p:pic>
            <p:nvPicPr>
              <p:cNvPr id="260" name="Entrada de lápiz 259">
                <a:extLst>
                  <a:ext uri="{FF2B5EF4-FFF2-40B4-BE49-F238E27FC236}">
                    <a16:creationId xmlns:a16="http://schemas.microsoft.com/office/drawing/2014/main" id="{D5494D3B-DF9E-4603-B2E0-5E9A1FDB774B}"/>
                  </a:ext>
                </a:extLst>
              </p:cNvPr>
              <p:cNvPicPr/>
              <p:nvPr/>
            </p:nvPicPr>
            <p:blipFill>
              <a:blip r:embed="rId190"/>
              <a:stretch>
                <a:fillRect/>
              </a:stretch>
            </p:blipFill>
            <p:spPr>
              <a:xfrm>
                <a:off x="8911108" y="6580468"/>
                <a:ext cx="21024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1">
            <p14:nvContentPartPr>
              <p14:cNvPr id="261" name="Entrada de lápiz 260">
                <a:extLst>
                  <a:ext uri="{FF2B5EF4-FFF2-40B4-BE49-F238E27FC236}">
                    <a16:creationId xmlns:a16="http://schemas.microsoft.com/office/drawing/2014/main" id="{C01EEDFA-B792-43F4-8478-6D8E16475EF6}"/>
                  </a:ext>
                </a:extLst>
              </p14:cNvPr>
              <p14:cNvContentPartPr/>
              <p14:nvPr/>
            </p14:nvContentPartPr>
            <p14:xfrm>
              <a:off x="9237628" y="6488308"/>
              <a:ext cx="65160" cy="165240"/>
            </p14:xfrm>
          </p:contentPart>
        </mc:Choice>
        <mc:Fallback>
          <p:pic>
            <p:nvPicPr>
              <p:cNvPr id="261" name="Entrada de lápiz 260">
                <a:extLst>
                  <a:ext uri="{FF2B5EF4-FFF2-40B4-BE49-F238E27FC236}">
                    <a16:creationId xmlns:a16="http://schemas.microsoft.com/office/drawing/2014/main" id="{C01EEDFA-B792-43F4-8478-6D8E16475EF6}"/>
                  </a:ext>
                </a:extLst>
              </p:cNvPr>
              <p:cNvPicPr/>
              <p:nvPr/>
            </p:nvPicPr>
            <p:blipFill>
              <a:blip r:embed="rId192"/>
              <a:stretch>
                <a:fillRect/>
              </a:stretch>
            </p:blipFill>
            <p:spPr>
              <a:xfrm>
                <a:off x="9228628" y="6479668"/>
                <a:ext cx="82800" cy="18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3">
            <p14:nvContentPartPr>
              <p14:cNvPr id="262" name="Entrada de lápiz 261">
                <a:extLst>
                  <a:ext uri="{FF2B5EF4-FFF2-40B4-BE49-F238E27FC236}">
                    <a16:creationId xmlns:a16="http://schemas.microsoft.com/office/drawing/2014/main" id="{568FC411-B57C-48B8-8C35-E5533EA7D629}"/>
                  </a:ext>
                </a:extLst>
              </p14:cNvPr>
              <p14:cNvContentPartPr/>
              <p14:nvPr/>
            </p14:nvContentPartPr>
            <p14:xfrm>
              <a:off x="9441388" y="6592348"/>
              <a:ext cx="149040" cy="6120"/>
            </p14:xfrm>
          </p:contentPart>
        </mc:Choice>
        <mc:Fallback>
          <p:pic>
            <p:nvPicPr>
              <p:cNvPr id="262" name="Entrada de lápiz 261">
                <a:extLst>
                  <a:ext uri="{FF2B5EF4-FFF2-40B4-BE49-F238E27FC236}">
                    <a16:creationId xmlns:a16="http://schemas.microsoft.com/office/drawing/2014/main" id="{568FC411-B57C-48B8-8C35-E5533EA7D629}"/>
                  </a:ext>
                </a:extLst>
              </p:cNvPr>
              <p:cNvPicPr/>
              <p:nvPr/>
            </p:nvPicPr>
            <p:blipFill>
              <a:blip r:embed="rId194"/>
              <a:stretch>
                <a:fillRect/>
              </a:stretch>
            </p:blipFill>
            <p:spPr>
              <a:xfrm>
                <a:off x="9432388" y="6583348"/>
                <a:ext cx="1666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5">
            <p14:nvContentPartPr>
              <p14:cNvPr id="263" name="Entrada de lápiz 262">
                <a:extLst>
                  <a:ext uri="{FF2B5EF4-FFF2-40B4-BE49-F238E27FC236}">
                    <a16:creationId xmlns:a16="http://schemas.microsoft.com/office/drawing/2014/main" id="{DD8B41DD-B64B-4870-B0F2-0FD831EE69E4}"/>
                  </a:ext>
                </a:extLst>
              </p14:cNvPr>
              <p14:cNvContentPartPr/>
              <p14:nvPr/>
            </p14:nvContentPartPr>
            <p14:xfrm>
              <a:off x="8115868" y="6511348"/>
              <a:ext cx="217440" cy="224640"/>
            </p14:xfrm>
          </p:contentPart>
        </mc:Choice>
        <mc:Fallback>
          <p:pic>
            <p:nvPicPr>
              <p:cNvPr id="263" name="Entrada de lápiz 262">
                <a:extLst>
                  <a:ext uri="{FF2B5EF4-FFF2-40B4-BE49-F238E27FC236}">
                    <a16:creationId xmlns:a16="http://schemas.microsoft.com/office/drawing/2014/main" id="{DD8B41DD-B64B-4870-B0F2-0FD831EE69E4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8106868" y="6502708"/>
                <a:ext cx="235080" cy="24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7">
            <p14:nvContentPartPr>
              <p14:cNvPr id="264" name="Entrada de lápiz 263">
                <a:extLst>
                  <a:ext uri="{FF2B5EF4-FFF2-40B4-BE49-F238E27FC236}">
                    <a16:creationId xmlns:a16="http://schemas.microsoft.com/office/drawing/2014/main" id="{D74BA554-6017-4E81-8C72-DAFB80AEB3CF}"/>
                  </a:ext>
                </a:extLst>
              </p14:cNvPr>
              <p14:cNvContentPartPr/>
              <p14:nvPr/>
            </p14:nvContentPartPr>
            <p14:xfrm>
              <a:off x="9707068" y="6474628"/>
              <a:ext cx="158760" cy="179280"/>
            </p14:xfrm>
          </p:contentPart>
        </mc:Choice>
        <mc:Fallback>
          <p:pic>
            <p:nvPicPr>
              <p:cNvPr id="264" name="Entrada de lápiz 263">
                <a:extLst>
                  <a:ext uri="{FF2B5EF4-FFF2-40B4-BE49-F238E27FC236}">
                    <a16:creationId xmlns:a16="http://schemas.microsoft.com/office/drawing/2014/main" id="{D74BA554-6017-4E81-8C72-DAFB80AEB3CF}"/>
                  </a:ext>
                </a:extLst>
              </p:cNvPr>
              <p:cNvPicPr/>
              <p:nvPr/>
            </p:nvPicPr>
            <p:blipFill>
              <a:blip r:embed="rId198"/>
              <a:stretch>
                <a:fillRect/>
              </a:stretch>
            </p:blipFill>
            <p:spPr>
              <a:xfrm>
                <a:off x="9698428" y="6465628"/>
                <a:ext cx="17640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9">
            <p14:nvContentPartPr>
              <p14:cNvPr id="267" name="Entrada de lápiz 266">
                <a:extLst>
                  <a:ext uri="{FF2B5EF4-FFF2-40B4-BE49-F238E27FC236}">
                    <a16:creationId xmlns:a16="http://schemas.microsoft.com/office/drawing/2014/main" id="{F2A4638C-9865-4590-A50C-5CCFD57F8ACA}"/>
                  </a:ext>
                </a:extLst>
              </p14:cNvPr>
              <p14:cNvContentPartPr/>
              <p14:nvPr/>
            </p14:nvContentPartPr>
            <p14:xfrm>
              <a:off x="9068428" y="6690628"/>
              <a:ext cx="900360" cy="138240"/>
            </p14:xfrm>
          </p:contentPart>
        </mc:Choice>
        <mc:Fallback>
          <p:pic>
            <p:nvPicPr>
              <p:cNvPr id="267" name="Entrada de lápiz 266">
                <a:extLst>
                  <a:ext uri="{FF2B5EF4-FFF2-40B4-BE49-F238E27FC236}">
                    <a16:creationId xmlns:a16="http://schemas.microsoft.com/office/drawing/2014/main" id="{F2A4638C-9865-4590-A50C-5CCFD57F8ACA}"/>
                  </a:ext>
                </a:extLst>
              </p:cNvPr>
              <p:cNvPicPr/>
              <p:nvPr/>
            </p:nvPicPr>
            <p:blipFill>
              <a:blip r:embed="rId200"/>
              <a:stretch>
                <a:fillRect/>
              </a:stretch>
            </p:blipFill>
            <p:spPr>
              <a:xfrm>
                <a:off x="9059788" y="6681965"/>
                <a:ext cx="918000" cy="1559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1">
            <p14:nvContentPartPr>
              <p14:cNvPr id="274" name="Entrada de lápiz 273">
                <a:extLst>
                  <a:ext uri="{FF2B5EF4-FFF2-40B4-BE49-F238E27FC236}">
                    <a16:creationId xmlns:a16="http://schemas.microsoft.com/office/drawing/2014/main" id="{250378B8-A8EF-4797-BDB9-2DB83439DEA8}"/>
                  </a:ext>
                </a:extLst>
              </p14:cNvPr>
              <p14:cNvContentPartPr/>
              <p14:nvPr/>
            </p14:nvContentPartPr>
            <p14:xfrm>
              <a:off x="10129708" y="6305068"/>
              <a:ext cx="979560" cy="434880"/>
            </p14:xfrm>
          </p:contentPart>
        </mc:Choice>
        <mc:Fallback>
          <p:pic>
            <p:nvPicPr>
              <p:cNvPr id="274" name="Entrada de lápiz 273">
                <a:extLst>
                  <a:ext uri="{FF2B5EF4-FFF2-40B4-BE49-F238E27FC236}">
                    <a16:creationId xmlns:a16="http://schemas.microsoft.com/office/drawing/2014/main" id="{250378B8-A8EF-4797-BDB9-2DB83439DEA8}"/>
                  </a:ext>
                </a:extLst>
              </p:cNvPr>
              <p:cNvPicPr/>
              <p:nvPr/>
            </p:nvPicPr>
            <p:blipFill>
              <a:blip r:embed="rId202"/>
              <a:stretch>
                <a:fillRect/>
              </a:stretch>
            </p:blipFill>
            <p:spPr>
              <a:xfrm>
                <a:off x="10121065" y="6296068"/>
                <a:ext cx="997206" cy="45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275" name="Entrada de lápiz 274">
                <a:extLst>
                  <a:ext uri="{FF2B5EF4-FFF2-40B4-BE49-F238E27FC236}">
                    <a16:creationId xmlns:a16="http://schemas.microsoft.com/office/drawing/2014/main" id="{16AA38C5-27E4-4D31-86BB-CB4EFDCBD58A}"/>
                  </a:ext>
                </a:extLst>
              </p14:cNvPr>
              <p14:cNvContentPartPr/>
              <p14:nvPr/>
            </p14:nvContentPartPr>
            <p14:xfrm>
              <a:off x="9908308" y="5609548"/>
              <a:ext cx="789120" cy="496440"/>
            </p14:xfrm>
          </p:contentPart>
        </mc:Choice>
        <mc:Fallback>
          <p:pic>
            <p:nvPicPr>
              <p:cNvPr id="275" name="Entrada de lápiz 274">
                <a:extLst>
                  <a:ext uri="{FF2B5EF4-FFF2-40B4-BE49-F238E27FC236}">
                    <a16:creationId xmlns:a16="http://schemas.microsoft.com/office/drawing/2014/main" id="{16AA38C5-27E4-4D31-86BB-CB4EFDCBD58A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9899308" y="5600548"/>
                <a:ext cx="806760" cy="51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17679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Entrada de lápiz 2">
                <a:extLst>
                  <a:ext uri="{FF2B5EF4-FFF2-40B4-BE49-F238E27FC236}">
                    <a16:creationId xmlns:a16="http://schemas.microsoft.com/office/drawing/2014/main" id="{3B7C93F9-29E7-4BBD-AE7C-DC9199D9171C}"/>
                  </a:ext>
                </a:extLst>
              </p14:cNvPr>
              <p14:cNvContentPartPr/>
              <p14:nvPr/>
            </p14:nvContentPartPr>
            <p14:xfrm>
              <a:off x="2117908" y="1810828"/>
              <a:ext cx="95400" cy="12240"/>
            </p14:xfrm>
          </p:contentPart>
        </mc:Choice>
        <mc:Fallback>
          <p:pic>
            <p:nvPicPr>
              <p:cNvPr id="3" name="Entrada de lápiz 2">
                <a:extLst>
                  <a:ext uri="{FF2B5EF4-FFF2-40B4-BE49-F238E27FC236}">
                    <a16:creationId xmlns:a16="http://schemas.microsoft.com/office/drawing/2014/main" id="{3B7C93F9-29E7-4BBD-AE7C-DC9199D917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09268" y="1801828"/>
                <a:ext cx="1130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FD832D5C-3CBE-4FB1-A435-96E6E39D33CA}"/>
                  </a:ext>
                </a:extLst>
              </p14:cNvPr>
              <p14:cNvContentPartPr/>
              <p14:nvPr/>
            </p14:nvContentPartPr>
            <p14:xfrm>
              <a:off x="2337508" y="1736308"/>
              <a:ext cx="202320" cy="172080"/>
            </p14:xfrm>
          </p:contentPart>
        </mc:Choice>
        <mc:Fallback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FD832D5C-3CBE-4FB1-A435-96E6E39D33C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8868" y="1727308"/>
                <a:ext cx="21996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Entrada de lápiz 7">
                <a:extLst>
                  <a:ext uri="{FF2B5EF4-FFF2-40B4-BE49-F238E27FC236}">
                    <a16:creationId xmlns:a16="http://schemas.microsoft.com/office/drawing/2014/main" id="{88EF849D-7603-4D7C-88D9-79ACAD2AA4A4}"/>
                  </a:ext>
                </a:extLst>
              </p14:cNvPr>
              <p14:cNvContentPartPr/>
              <p14:nvPr/>
            </p14:nvContentPartPr>
            <p14:xfrm>
              <a:off x="2853748" y="944308"/>
              <a:ext cx="140760" cy="15480"/>
            </p14:xfrm>
          </p:contentPart>
        </mc:Choice>
        <mc:Fallback>
          <p:pic>
            <p:nvPicPr>
              <p:cNvPr id="8" name="Entrada de lápiz 7">
                <a:extLst>
                  <a:ext uri="{FF2B5EF4-FFF2-40B4-BE49-F238E27FC236}">
                    <a16:creationId xmlns:a16="http://schemas.microsoft.com/office/drawing/2014/main" id="{88EF849D-7603-4D7C-88D9-79ACAD2AA4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844748" y="935308"/>
                <a:ext cx="1584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" name="Entrada de lápiz 12">
                <a:extLst>
                  <a:ext uri="{FF2B5EF4-FFF2-40B4-BE49-F238E27FC236}">
                    <a16:creationId xmlns:a16="http://schemas.microsoft.com/office/drawing/2014/main" id="{95529636-8C3D-4D98-A337-4A96C1642D31}"/>
                  </a:ext>
                </a:extLst>
              </p14:cNvPr>
              <p14:cNvContentPartPr/>
              <p14:nvPr/>
            </p14:nvContentPartPr>
            <p14:xfrm>
              <a:off x="3109708" y="654148"/>
              <a:ext cx="538560" cy="351360"/>
            </p14:xfrm>
          </p:contentPart>
        </mc:Choice>
        <mc:Fallback>
          <p:pic>
            <p:nvPicPr>
              <p:cNvPr id="13" name="Entrada de lápiz 12">
                <a:extLst>
                  <a:ext uri="{FF2B5EF4-FFF2-40B4-BE49-F238E27FC236}">
                    <a16:creationId xmlns:a16="http://schemas.microsoft.com/office/drawing/2014/main" id="{95529636-8C3D-4D98-A337-4A96C1642D3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101062" y="645157"/>
                <a:ext cx="556212" cy="3689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3" name="Entrada de lápiz 22">
                <a:extLst>
                  <a:ext uri="{FF2B5EF4-FFF2-40B4-BE49-F238E27FC236}">
                    <a16:creationId xmlns:a16="http://schemas.microsoft.com/office/drawing/2014/main" id="{CF2AB653-7D38-41A5-946A-3026E2F55F89}"/>
                  </a:ext>
                </a:extLst>
              </p14:cNvPr>
              <p14:cNvContentPartPr/>
              <p14:nvPr/>
            </p14:nvContentPartPr>
            <p14:xfrm>
              <a:off x="4312828" y="592948"/>
              <a:ext cx="468000" cy="363600"/>
            </p14:xfrm>
          </p:contentPart>
        </mc:Choice>
        <mc:Fallback>
          <p:pic>
            <p:nvPicPr>
              <p:cNvPr id="23" name="Entrada de lápiz 22">
                <a:extLst>
                  <a:ext uri="{FF2B5EF4-FFF2-40B4-BE49-F238E27FC236}">
                    <a16:creationId xmlns:a16="http://schemas.microsoft.com/office/drawing/2014/main" id="{CF2AB653-7D38-41A5-946A-3026E2F55F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03828" y="584308"/>
                <a:ext cx="48564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4" name="Entrada de lápiz 23">
                <a:extLst>
                  <a:ext uri="{FF2B5EF4-FFF2-40B4-BE49-F238E27FC236}">
                    <a16:creationId xmlns:a16="http://schemas.microsoft.com/office/drawing/2014/main" id="{BD7B8F23-D0E2-43AF-9D59-F75366FD3A1C}"/>
                  </a:ext>
                </a:extLst>
              </p14:cNvPr>
              <p14:cNvContentPartPr/>
              <p14:nvPr/>
            </p14:nvContentPartPr>
            <p14:xfrm>
              <a:off x="2112508" y="122428"/>
              <a:ext cx="645120" cy="1477440"/>
            </p14:xfrm>
          </p:contentPart>
        </mc:Choice>
        <mc:Fallback>
          <p:pic>
            <p:nvPicPr>
              <p:cNvPr id="24" name="Entrada de lápiz 23">
                <a:extLst>
                  <a:ext uri="{FF2B5EF4-FFF2-40B4-BE49-F238E27FC236}">
                    <a16:creationId xmlns:a16="http://schemas.microsoft.com/office/drawing/2014/main" id="{BD7B8F23-D0E2-43AF-9D59-F75366FD3A1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03868" y="113428"/>
                <a:ext cx="662760" cy="149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5" name="Entrada de lápiz 24">
                <a:extLst>
                  <a:ext uri="{FF2B5EF4-FFF2-40B4-BE49-F238E27FC236}">
                    <a16:creationId xmlns:a16="http://schemas.microsoft.com/office/drawing/2014/main" id="{F7D731CD-C2D3-423B-A883-7B2E775456D2}"/>
                  </a:ext>
                </a:extLst>
              </p14:cNvPr>
              <p14:cNvContentPartPr/>
              <p14:nvPr/>
            </p14:nvContentPartPr>
            <p14:xfrm>
              <a:off x="3818908" y="660988"/>
              <a:ext cx="365040" cy="462960"/>
            </p14:xfrm>
          </p:contentPart>
        </mc:Choice>
        <mc:Fallback>
          <p:pic>
            <p:nvPicPr>
              <p:cNvPr id="25" name="Entrada de lápiz 24">
                <a:extLst>
                  <a:ext uri="{FF2B5EF4-FFF2-40B4-BE49-F238E27FC236}">
                    <a16:creationId xmlns:a16="http://schemas.microsoft.com/office/drawing/2014/main" id="{F7D731CD-C2D3-423B-A883-7B2E775456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809917" y="651988"/>
                <a:ext cx="382663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6F717508-619A-4AA4-B6BA-94C0B180B165}"/>
                  </a:ext>
                </a:extLst>
              </p14:cNvPr>
              <p14:cNvContentPartPr/>
              <p14:nvPr/>
            </p14:nvContentPartPr>
            <p14:xfrm>
              <a:off x="5002948" y="776908"/>
              <a:ext cx="174600" cy="576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6F717508-619A-4AA4-B6BA-94C0B180B16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993948" y="768268"/>
                <a:ext cx="1922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0E59D22A-D7AC-4EDA-BF73-C09F9E967BD9}"/>
                  </a:ext>
                </a:extLst>
              </p14:cNvPr>
              <p14:cNvContentPartPr/>
              <p14:nvPr/>
            </p14:nvContentPartPr>
            <p14:xfrm>
              <a:off x="5060908" y="848908"/>
              <a:ext cx="168480" cy="2088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0E59D22A-D7AC-4EDA-BF73-C09F9E967BD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051908" y="840268"/>
                <a:ext cx="18612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949F2F03-B893-460A-8FAF-3D7B0024B515}"/>
                  </a:ext>
                </a:extLst>
              </p14:cNvPr>
              <p14:cNvContentPartPr/>
              <p14:nvPr/>
            </p14:nvContentPartPr>
            <p14:xfrm>
              <a:off x="5465548" y="661708"/>
              <a:ext cx="240480" cy="23364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949F2F03-B893-460A-8FAF-3D7B0024B51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56548" y="652708"/>
                <a:ext cx="25812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A207B82D-E788-4B3E-B111-3571377B7909}"/>
                  </a:ext>
                </a:extLst>
              </p14:cNvPr>
              <p14:cNvContentPartPr/>
              <p14:nvPr/>
            </p14:nvContentPartPr>
            <p14:xfrm>
              <a:off x="6149548" y="750628"/>
              <a:ext cx="156960" cy="1620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A207B82D-E788-4B3E-B111-3571377B7909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140908" y="741628"/>
                <a:ext cx="1746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5" name="Entrada de lápiz 34">
                <a:extLst>
                  <a:ext uri="{FF2B5EF4-FFF2-40B4-BE49-F238E27FC236}">
                    <a16:creationId xmlns:a16="http://schemas.microsoft.com/office/drawing/2014/main" id="{AD885432-25A4-429F-AE70-5B897C479426}"/>
                  </a:ext>
                </a:extLst>
              </p14:cNvPr>
              <p14:cNvContentPartPr/>
              <p14:nvPr/>
            </p14:nvContentPartPr>
            <p14:xfrm>
              <a:off x="6502708" y="862588"/>
              <a:ext cx="330120" cy="37800"/>
            </p14:xfrm>
          </p:contentPart>
        </mc:Choice>
        <mc:Fallback>
          <p:pic>
            <p:nvPicPr>
              <p:cNvPr id="35" name="Entrada de lápiz 34">
                <a:extLst>
                  <a:ext uri="{FF2B5EF4-FFF2-40B4-BE49-F238E27FC236}">
                    <a16:creationId xmlns:a16="http://schemas.microsoft.com/office/drawing/2014/main" id="{AD885432-25A4-429F-AE70-5B897C47942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494068" y="853588"/>
                <a:ext cx="3477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6" name="Entrada de lápiz 35">
                <a:extLst>
                  <a:ext uri="{FF2B5EF4-FFF2-40B4-BE49-F238E27FC236}">
                    <a16:creationId xmlns:a16="http://schemas.microsoft.com/office/drawing/2014/main" id="{2D62381E-5801-4F8C-88F1-B8A11A0A8C79}"/>
                  </a:ext>
                </a:extLst>
              </p14:cNvPr>
              <p14:cNvContentPartPr/>
              <p14:nvPr/>
            </p14:nvContentPartPr>
            <p14:xfrm>
              <a:off x="6621868" y="997228"/>
              <a:ext cx="176040" cy="199080"/>
            </p14:xfrm>
          </p:contentPart>
        </mc:Choice>
        <mc:Fallback>
          <p:pic>
            <p:nvPicPr>
              <p:cNvPr id="36" name="Entrada de lápiz 35">
                <a:extLst>
                  <a:ext uri="{FF2B5EF4-FFF2-40B4-BE49-F238E27FC236}">
                    <a16:creationId xmlns:a16="http://schemas.microsoft.com/office/drawing/2014/main" id="{2D62381E-5801-4F8C-88F1-B8A11A0A8C7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613228" y="988588"/>
                <a:ext cx="193680" cy="21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28176115-AE73-406A-9DCA-E659062BE420}"/>
                  </a:ext>
                </a:extLst>
              </p14:cNvPr>
              <p14:cNvContentPartPr/>
              <p14:nvPr/>
            </p14:nvContentPartPr>
            <p14:xfrm>
              <a:off x="7090948" y="809668"/>
              <a:ext cx="216360" cy="1512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28176115-AE73-406A-9DCA-E659062BE42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81948" y="801028"/>
                <a:ext cx="2340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78F39D5B-7313-4137-BB9F-CDD17E7AA49D}"/>
                  </a:ext>
                </a:extLst>
              </p14:cNvPr>
              <p14:cNvContentPartPr/>
              <p14:nvPr/>
            </p14:nvContentPartPr>
            <p14:xfrm>
              <a:off x="6514228" y="357868"/>
              <a:ext cx="299880" cy="45504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78F39D5B-7313-4137-BB9F-CDD17E7AA49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505588" y="349228"/>
                <a:ext cx="317520" cy="47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236D2320-9F0C-4CE7-AEA8-4D4D5C39E5C7}"/>
                  </a:ext>
                </a:extLst>
              </p14:cNvPr>
              <p14:cNvContentPartPr/>
              <p14:nvPr/>
            </p14:nvContentPartPr>
            <p14:xfrm>
              <a:off x="5848948" y="610588"/>
              <a:ext cx="137160" cy="23292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236D2320-9F0C-4CE7-AEA8-4D4D5C39E5C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840308" y="601602"/>
                <a:ext cx="154800" cy="2505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F00762D5-A9FD-4996-8AC6-ECE62623FC6E}"/>
                  </a:ext>
                </a:extLst>
              </p14:cNvPr>
              <p14:cNvContentPartPr/>
              <p14:nvPr/>
            </p14:nvContentPartPr>
            <p14:xfrm>
              <a:off x="7634908" y="955468"/>
              <a:ext cx="254160" cy="20412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F00762D5-A9FD-4996-8AC6-ECE62623FC6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626268" y="946828"/>
                <a:ext cx="271800" cy="22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13E450B4-8E1F-4EA3-99D9-AEF5E73A0906}"/>
                  </a:ext>
                </a:extLst>
              </p14:cNvPr>
              <p14:cNvContentPartPr/>
              <p14:nvPr/>
            </p14:nvContentPartPr>
            <p14:xfrm>
              <a:off x="7532308" y="417628"/>
              <a:ext cx="441360" cy="42372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13E450B4-8E1F-4EA3-99D9-AEF5E73A090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23308" y="408628"/>
                <a:ext cx="459000" cy="44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49A24BC6-6E28-4ECC-9608-5147BFABBEE6}"/>
                  </a:ext>
                </a:extLst>
              </p14:cNvPr>
              <p14:cNvContentPartPr/>
              <p14:nvPr/>
            </p14:nvContentPartPr>
            <p14:xfrm>
              <a:off x="8343388" y="335188"/>
              <a:ext cx="62640" cy="81684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49A24BC6-6E28-4ECC-9608-5147BFABBEE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334748" y="326188"/>
                <a:ext cx="80280" cy="83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61574F52-8414-44CE-B088-963A0DDE5566}"/>
                  </a:ext>
                </a:extLst>
              </p14:cNvPr>
              <p14:cNvContentPartPr/>
              <p14:nvPr/>
            </p14:nvContentPartPr>
            <p14:xfrm>
              <a:off x="8388028" y="1290628"/>
              <a:ext cx="97200" cy="2520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61574F52-8414-44CE-B088-963A0DDE5566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379028" y="1281988"/>
                <a:ext cx="11484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68A2621C-0391-45EF-A1A2-3307B65D6A33}"/>
                  </a:ext>
                </a:extLst>
              </p14:cNvPr>
              <p14:cNvContentPartPr/>
              <p14:nvPr/>
            </p14:nvContentPartPr>
            <p14:xfrm>
              <a:off x="8594308" y="1202428"/>
              <a:ext cx="230040" cy="14076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68A2621C-0391-45EF-A1A2-3307B65D6A3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585308" y="1193788"/>
                <a:ext cx="24768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EF12CC68-006A-4CAF-B38C-B379C965B951}"/>
                  </a:ext>
                </a:extLst>
              </p14:cNvPr>
              <p14:cNvContentPartPr/>
              <p14:nvPr/>
            </p14:nvContentPartPr>
            <p14:xfrm>
              <a:off x="8511148" y="177148"/>
              <a:ext cx="85320" cy="25128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EF12CC68-006A-4CAF-B38C-B379C965B95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502148" y="168148"/>
                <a:ext cx="1029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17443D32-32EE-427E-835E-6C79B4C041D9}"/>
                  </a:ext>
                </a:extLst>
              </p14:cNvPr>
              <p14:cNvContentPartPr/>
              <p14:nvPr/>
            </p14:nvContentPartPr>
            <p14:xfrm>
              <a:off x="8460388" y="172828"/>
              <a:ext cx="289440" cy="28008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17443D32-32EE-427E-835E-6C79B4C041D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424748" y="100828"/>
                <a:ext cx="361080" cy="42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93A20510-5BA4-48E7-A224-2A5C6822B3F1}"/>
                  </a:ext>
                </a:extLst>
              </p14:cNvPr>
              <p14:cNvContentPartPr/>
              <p14:nvPr/>
            </p14:nvContentPartPr>
            <p14:xfrm>
              <a:off x="8361388" y="1076068"/>
              <a:ext cx="472680" cy="38556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93A20510-5BA4-48E7-A224-2A5C6822B3F1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343748" y="1040428"/>
                <a:ext cx="50832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2" name="Entrada de lápiz 51">
                <a:extLst>
                  <a:ext uri="{FF2B5EF4-FFF2-40B4-BE49-F238E27FC236}">
                    <a16:creationId xmlns:a16="http://schemas.microsoft.com/office/drawing/2014/main" id="{BAC867DD-1D6E-4843-98F0-C288DC821431}"/>
                  </a:ext>
                </a:extLst>
              </p14:cNvPr>
              <p14:cNvContentPartPr/>
              <p14:nvPr/>
            </p14:nvContentPartPr>
            <p14:xfrm>
              <a:off x="2313748" y="2598868"/>
              <a:ext cx="152640" cy="6840"/>
            </p14:xfrm>
          </p:contentPart>
        </mc:Choice>
        <mc:Fallback>
          <p:pic>
            <p:nvPicPr>
              <p:cNvPr id="52" name="Entrada de lápiz 51">
                <a:extLst>
                  <a:ext uri="{FF2B5EF4-FFF2-40B4-BE49-F238E27FC236}">
                    <a16:creationId xmlns:a16="http://schemas.microsoft.com/office/drawing/2014/main" id="{BAC867DD-1D6E-4843-98F0-C288DC82143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304748" y="2590228"/>
                <a:ext cx="1702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63F9810B-4925-4F71-AF42-4278C4D1C97A}"/>
                  </a:ext>
                </a:extLst>
              </p14:cNvPr>
              <p14:cNvContentPartPr/>
              <p14:nvPr/>
            </p14:nvContentPartPr>
            <p14:xfrm>
              <a:off x="2344708" y="2674108"/>
              <a:ext cx="183600" cy="1224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63F9810B-4925-4F71-AF42-4278C4D1C97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2336068" y="2665468"/>
                <a:ext cx="20124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6CE8B7A9-8235-4EC5-860C-10E592E4FC3C}"/>
                  </a:ext>
                </a:extLst>
              </p14:cNvPr>
              <p14:cNvContentPartPr/>
              <p14:nvPr/>
            </p14:nvContentPartPr>
            <p14:xfrm>
              <a:off x="2762308" y="2406988"/>
              <a:ext cx="155880" cy="22428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6CE8B7A9-8235-4EC5-860C-10E592E4FC3C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753668" y="2397988"/>
                <a:ext cx="173520" cy="24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10A115B7-094B-4CF0-8E96-D51CE503E195}"/>
                  </a:ext>
                </a:extLst>
              </p14:cNvPr>
              <p14:cNvContentPartPr/>
              <p14:nvPr/>
            </p14:nvContentPartPr>
            <p14:xfrm>
              <a:off x="3009988" y="2542708"/>
              <a:ext cx="60480" cy="4284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10A115B7-094B-4CF0-8E96-D51CE503E19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001348" y="2533708"/>
                <a:ext cx="78120" cy="6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A0F096C8-6DB0-4ED9-9DC5-F0831ECFABCD}"/>
                  </a:ext>
                </a:extLst>
              </p14:cNvPr>
              <p14:cNvContentPartPr/>
              <p14:nvPr/>
            </p14:nvContentPartPr>
            <p14:xfrm>
              <a:off x="3214828" y="2414548"/>
              <a:ext cx="98280" cy="20340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A0F096C8-6DB0-4ED9-9DC5-F0831ECFABC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205828" y="2405908"/>
                <a:ext cx="1159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E37D6C0B-12A1-4663-AE65-41427A962DFE}"/>
                  </a:ext>
                </a:extLst>
              </p14:cNvPr>
              <p14:cNvContentPartPr/>
              <p14:nvPr/>
            </p14:nvContentPartPr>
            <p14:xfrm>
              <a:off x="3489508" y="2562148"/>
              <a:ext cx="139320" cy="1188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E37D6C0B-12A1-4663-AE65-41427A962DFE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480508" y="2553148"/>
                <a:ext cx="1569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0" name="Entrada de lápiz 59">
                <a:extLst>
                  <a:ext uri="{FF2B5EF4-FFF2-40B4-BE49-F238E27FC236}">
                    <a16:creationId xmlns:a16="http://schemas.microsoft.com/office/drawing/2014/main" id="{972575B6-1D66-48EC-96C7-AA216B7B4D0C}"/>
                  </a:ext>
                </a:extLst>
              </p14:cNvPr>
              <p14:cNvContentPartPr/>
              <p14:nvPr/>
            </p14:nvContentPartPr>
            <p14:xfrm>
              <a:off x="3859948" y="2592748"/>
              <a:ext cx="313920" cy="52200"/>
            </p14:xfrm>
          </p:contentPart>
        </mc:Choice>
        <mc:Fallback>
          <p:pic>
            <p:nvPicPr>
              <p:cNvPr id="60" name="Entrada de lápiz 59">
                <a:extLst>
                  <a:ext uri="{FF2B5EF4-FFF2-40B4-BE49-F238E27FC236}">
                    <a16:creationId xmlns:a16="http://schemas.microsoft.com/office/drawing/2014/main" id="{972575B6-1D66-48EC-96C7-AA216B7B4D0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851308" y="2583748"/>
                <a:ext cx="33156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1" name="Entrada de lápiz 60">
                <a:extLst>
                  <a:ext uri="{FF2B5EF4-FFF2-40B4-BE49-F238E27FC236}">
                    <a16:creationId xmlns:a16="http://schemas.microsoft.com/office/drawing/2014/main" id="{EEB2C4D2-38FE-47B9-B78B-ACB00D096B63}"/>
                  </a:ext>
                </a:extLst>
              </p14:cNvPr>
              <p14:cNvContentPartPr/>
              <p14:nvPr/>
            </p14:nvContentPartPr>
            <p14:xfrm>
              <a:off x="3858148" y="2763748"/>
              <a:ext cx="160920" cy="194760"/>
            </p14:xfrm>
          </p:contentPart>
        </mc:Choice>
        <mc:Fallback>
          <p:pic>
            <p:nvPicPr>
              <p:cNvPr id="61" name="Entrada de lápiz 60">
                <a:extLst>
                  <a:ext uri="{FF2B5EF4-FFF2-40B4-BE49-F238E27FC236}">
                    <a16:creationId xmlns:a16="http://schemas.microsoft.com/office/drawing/2014/main" id="{EEB2C4D2-38FE-47B9-B78B-ACB00D096B6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849148" y="2755108"/>
                <a:ext cx="17856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2386AB4F-5108-4250-BCC1-2841804AA782}"/>
                  </a:ext>
                </a:extLst>
              </p14:cNvPr>
              <p14:cNvContentPartPr/>
              <p14:nvPr/>
            </p14:nvContentPartPr>
            <p14:xfrm>
              <a:off x="4412188" y="2558908"/>
              <a:ext cx="205200" cy="3492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2386AB4F-5108-4250-BCC1-2841804AA78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403188" y="2550268"/>
                <a:ext cx="22284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BF4B621F-EA9E-4594-89FC-578836B2A925}"/>
                  </a:ext>
                </a:extLst>
              </p14:cNvPr>
              <p14:cNvContentPartPr/>
              <p14:nvPr/>
            </p14:nvContentPartPr>
            <p14:xfrm>
              <a:off x="4821508" y="2282788"/>
              <a:ext cx="84600" cy="25020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BF4B621F-EA9E-4594-89FC-578836B2A92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812508" y="2273788"/>
                <a:ext cx="10224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64" name="Entrada de lápiz 63">
                <a:extLst>
                  <a:ext uri="{FF2B5EF4-FFF2-40B4-BE49-F238E27FC236}">
                    <a16:creationId xmlns:a16="http://schemas.microsoft.com/office/drawing/2014/main" id="{79A86832-76A7-412D-9251-B00DA212BA89}"/>
                  </a:ext>
                </a:extLst>
              </p14:cNvPr>
              <p14:cNvContentPartPr/>
              <p14:nvPr/>
            </p14:nvContentPartPr>
            <p14:xfrm>
              <a:off x="4970908" y="2102788"/>
              <a:ext cx="167760" cy="117000"/>
            </p14:xfrm>
          </p:contentPart>
        </mc:Choice>
        <mc:Fallback>
          <p:pic>
            <p:nvPicPr>
              <p:cNvPr id="64" name="Entrada de lápiz 63">
                <a:extLst>
                  <a:ext uri="{FF2B5EF4-FFF2-40B4-BE49-F238E27FC236}">
                    <a16:creationId xmlns:a16="http://schemas.microsoft.com/office/drawing/2014/main" id="{79A86832-76A7-412D-9251-B00DA212BA8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4962268" y="2094148"/>
                <a:ext cx="18540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5347CBB6-F560-417B-86B4-19300F2F960E}"/>
                  </a:ext>
                </a:extLst>
              </p14:cNvPr>
              <p14:cNvContentPartPr/>
              <p14:nvPr/>
            </p14:nvContentPartPr>
            <p14:xfrm>
              <a:off x="4820788" y="2588788"/>
              <a:ext cx="313920" cy="3312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5347CBB6-F560-417B-86B4-19300F2F960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811788" y="2579788"/>
                <a:ext cx="3315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0DEC6A75-BB22-45D4-9BB5-7F63593A2081}"/>
                  </a:ext>
                </a:extLst>
              </p14:cNvPr>
              <p14:cNvContentPartPr/>
              <p14:nvPr/>
            </p14:nvContentPartPr>
            <p14:xfrm>
              <a:off x="4893508" y="2730268"/>
              <a:ext cx="256680" cy="20124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0DEC6A75-BB22-45D4-9BB5-7F63593A2081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884868" y="2721628"/>
                <a:ext cx="274320" cy="21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62451191-40ED-4F80-B6EA-F1CFB656ECB0}"/>
                  </a:ext>
                </a:extLst>
              </p14:cNvPr>
              <p14:cNvContentPartPr/>
              <p14:nvPr/>
            </p14:nvContentPartPr>
            <p14:xfrm>
              <a:off x="5399668" y="2516788"/>
              <a:ext cx="239400" cy="2196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62451191-40ED-4F80-B6EA-F1CFB656ECB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391028" y="2507788"/>
                <a:ext cx="25704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69" name="Entrada de lápiz 68">
                <a:extLst>
                  <a:ext uri="{FF2B5EF4-FFF2-40B4-BE49-F238E27FC236}">
                    <a16:creationId xmlns:a16="http://schemas.microsoft.com/office/drawing/2014/main" id="{9393E793-89BD-4292-9BFC-95DA15BB4B28}"/>
                  </a:ext>
                </a:extLst>
              </p14:cNvPr>
              <p14:cNvContentPartPr/>
              <p14:nvPr/>
            </p14:nvContentPartPr>
            <p14:xfrm>
              <a:off x="3906028" y="2181268"/>
              <a:ext cx="283680" cy="356400"/>
            </p14:xfrm>
          </p:contentPart>
        </mc:Choice>
        <mc:Fallback>
          <p:pic>
            <p:nvPicPr>
              <p:cNvPr id="69" name="Entrada de lápiz 68">
                <a:extLst>
                  <a:ext uri="{FF2B5EF4-FFF2-40B4-BE49-F238E27FC236}">
                    <a16:creationId xmlns:a16="http://schemas.microsoft.com/office/drawing/2014/main" id="{9393E793-89BD-4292-9BFC-95DA15BB4B2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97388" y="2172628"/>
                <a:ext cx="30132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9CD63C0D-AF2D-4C6F-8893-31365E2E330F}"/>
                  </a:ext>
                </a:extLst>
              </p14:cNvPr>
              <p14:cNvContentPartPr/>
              <p14:nvPr/>
            </p14:nvContentPartPr>
            <p14:xfrm>
              <a:off x="7298668" y="2286028"/>
              <a:ext cx="178560" cy="48240"/>
            </p14:xfrm>
          </p:contentPart>
        </mc:Choice>
        <mc:Fallback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9CD63C0D-AF2D-4C6F-8893-31365E2E330F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290028" y="2277388"/>
                <a:ext cx="19620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FF77847B-D3BA-41DF-B93C-AFC01995AD87}"/>
                  </a:ext>
                </a:extLst>
              </p14:cNvPr>
              <p14:cNvContentPartPr/>
              <p14:nvPr/>
            </p14:nvContentPartPr>
            <p14:xfrm>
              <a:off x="5893588" y="2000548"/>
              <a:ext cx="1167840" cy="96120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FF77847B-D3BA-41DF-B93C-AFC01995AD8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884945" y="1991548"/>
                <a:ext cx="1185485" cy="9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FB140565-2BB6-4B7B-979D-0B980148F9AB}"/>
                  </a:ext>
                </a:extLst>
              </p14:cNvPr>
              <p14:cNvContentPartPr/>
              <p14:nvPr/>
            </p14:nvContentPartPr>
            <p14:xfrm>
              <a:off x="8017228" y="2557108"/>
              <a:ext cx="168120" cy="24156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FB140565-2BB6-4B7B-979D-0B980148F9AB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008228" y="2548468"/>
                <a:ext cx="1857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38AA6BEC-0863-4FD6-AB01-1DBDE31C86C8}"/>
                  </a:ext>
                </a:extLst>
              </p14:cNvPr>
              <p14:cNvContentPartPr/>
              <p14:nvPr/>
            </p14:nvContentPartPr>
            <p14:xfrm>
              <a:off x="7731388" y="1861588"/>
              <a:ext cx="689040" cy="58572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38AA6BEC-0863-4FD6-AB01-1DBDE31C86C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722743" y="1852948"/>
                <a:ext cx="706689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85" name="Entrada de lápiz 84">
                <a:extLst>
                  <a:ext uri="{FF2B5EF4-FFF2-40B4-BE49-F238E27FC236}">
                    <a16:creationId xmlns:a16="http://schemas.microsoft.com/office/drawing/2014/main" id="{152AFD06-80C0-4A42-BC65-A6405BFD52D4}"/>
                  </a:ext>
                </a:extLst>
              </p14:cNvPr>
              <p14:cNvContentPartPr/>
              <p14:nvPr/>
            </p14:nvContentPartPr>
            <p14:xfrm>
              <a:off x="8593588" y="2406988"/>
              <a:ext cx="189000" cy="10800"/>
            </p14:xfrm>
          </p:contentPart>
        </mc:Choice>
        <mc:Fallback>
          <p:pic>
            <p:nvPicPr>
              <p:cNvPr id="85" name="Entrada de lápiz 84">
                <a:extLst>
                  <a:ext uri="{FF2B5EF4-FFF2-40B4-BE49-F238E27FC236}">
                    <a16:creationId xmlns:a16="http://schemas.microsoft.com/office/drawing/2014/main" id="{152AFD06-80C0-4A42-BC65-A6405BFD52D4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8584588" y="2398348"/>
                <a:ext cx="20664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94" name="Entrada de lápiz 93">
                <a:extLst>
                  <a:ext uri="{FF2B5EF4-FFF2-40B4-BE49-F238E27FC236}">
                    <a16:creationId xmlns:a16="http://schemas.microsoft.com/office/drawing/2014/main" id="{78731951-97AB-44A7-B12B-E0E089929ADB}"/>
                  </a:ext>
                </a:extLst>
              </p14:cNvPr>
              <p14:cNvContentPartPr/>
              <p14:nvPr/>
            </p14:nvContentPartPr>
            <p14:xfrm>
              <a:off x="9007228" y="1814788"/>
              <a:ext cx="1123200" cy="1013760"/>
            </p14:xfrm>
          </p:contentPart>
        </mc:Choice>
        <mc:Fallback>
          <p:pic>
            <p:nvPicPr>
              <p:cNvPr id="94" name="Entrada de lápiz 93">
                <a:extLst>
                  <a:ext uri="{FF2B5EF4-FFF2-40B4-BE49-F238E27FC236}">
                    <a16:creationId xmlns:a16="http://schemas.microsoft.com/office/drawing/2014/main" id="{78731951-97AB-44A7-B12B-E0E089929AD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998588" y="1806145"/>
                <a:ext cx="1140840" cy="10314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E081C442-D37B-4791-828C-CD4B9486BA27}"/>
                  </a:ext>
                </a:extLst>
              </p14:cNvPr>
              <p14:cNvContentPartPr/>
              <p14:nvPr/>
            </p14:nvContentPartPr>
            <p14:xfrm>
              <a:off x="2373508" y="3480868"/>
              <a:ext cx="158040" cy="3564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E081C442-D37B-4791-828C-CD4B9486BA2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364508" y="3472228"/>
                <a:ext cx="17568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893B58BE-EA57-4D7F-AAE1-4084F10FEB18}"/>
                  </a:ext>
                </a:extLst>
              </p14:cNvPr>
              <p14:cNvContentPartPr/>
              <p14:nvPr/>
            </p14:nvContentPartPr>
            <p14:xfrm>
              <a:off x="2421388" y="3584908"/>
              <a:ext cx="204840" cy="2340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893B58BE-EA57-4D7F-AAE1-4084F10FEB1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2412388" y="3576268"/>
                <a:ext cx="22248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103" name="Entrada de lápiz 102">
                <a:extLst>
                  <a:ext uri="{FF2B5EF4-FFF2-40B4-BE49-F238E27FC236}">
                    <a16:creationId xmlns:a16="http://schemas.microsoft.com/office/drawing/2014/main" id="{E68A9161-387A-4A4D-AC87-2AF177A0DBCC}"/>
                  </a:ext>
                </a:extLst>
              </p14:cNvPr>
              <p14:cNvContentPartPr/>
              <p14:nvPr/>
            </p14:nvContentPartPr>
            <p14:xfrm>
              <a:off x="3672028" y="3570508"/>
              <a:ext cx="249120" cy="40320"/>
            </p14:xfrm>
          </p:contentPart>
        </mc:Choice>
        <mc:Fallback>
          <p:pic>
            <p:nvPicPr>
              <p:cNvPr id="103" name="Entrada de lápiz 102">
                <a:extLst>
                  <a:ext uri="{FF2B5EF4-FFF2-40B4-BE49-F238E27FC236}">
                    <a16:creationId xmlns:a16="http://schemas.microsoft.com/office/drawing/2014/main" id="{E68A9161-387A-4A4D-AC87-2AF177A0DBC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663388" y="3561868"/>
                <a:ext cx="26676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AFAEB654-1096-4847-AD6A-C600661C57C6}"/>
                  </a:ext>
                </a:extLst>
              </p14:cNvPr>
              <p14:cNvContentPartPr/>
              <p14:nvPr/>
            </p14:nvContentPartPr>
            <p14:xfrm>
              <a:off x="3765628" y="3686068"/>
              <a:ext cx="211320" cy="16272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AFAEB654-1096-4847-AD6A-C600661C57C6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756628" y="3677068"/>
                <a:ext cx="22896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58F67C64-32DA-404B-A57A-C1025A136E8A}"/>
                  </a:ext>
                </a:extLst>
              </p14:cNvPr>
              <p14:cNvContentPartPr/>
              <p14:nvPr/>
            </p14:nvContentPartPr>
            <p14:xfrm>
              <a:off x="3672028" y="3249748"/>
              <a:ext cx="124200" cy="24444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58F67C64-32DA-404B-A57A-C1025A136E8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663363" y="3240761"/>
                <a:ext cx="141891" cy="2620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DDCDF2D7-0C46-45E3-BA9E-58ADD30B6826}"/>
                  </a:ext>
                </a:extLst>
              </p14:cNvPr>
              <p14:cNvContentPartPr/>
              <p14:nvPr/>
            </p14:nvContentPartPr>
            <p14:xfrm>
              <a:off x="3261988" y="3468268"/>
              <a:ext cx="201240" cy="3672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DDCDF2D7-0C46-45E3-BA9E-58ADD30B6826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3252988" y="3459268"/>
                <a:ext cx="218880" cy="5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07" name="Entrada de lápiz 106">
                <a:extLst>
                  <a:ext uri="{FF2B5EF4-FFF2-40B4-BE49-F238E27FC236}">
                    <a16:creationId xmlns:a16="http://schemas.microsoft.com/office/drawing/2014/main" id="{98A753AA-A4A5-42A0-8259-18EDD01F949A}"/>
                  </a:ext>
                </a:extLst>
              </p14:cNvPr>
              <p14:cNvContentPartPr/>
              <p14:nvPr/>
            </p14:nvContentPartPr>
            <p14:xfrm>
              <a:off x="2840428" y="3402028"/>
              <a:ext cx="251280" cy="212760"/>
            </p14:xfrm>
          </p:contentPart>
        </mc:Choice>
        <mc:Fallback>
          <p:pic>
            <p:nvPicPr>
              <p:cNvPr id="107" name="Entrada de lápiz 106">
                <a:extLst>
                  <a:ext uri="{FF2B5EF4-FFF2-40B4-BE49-F238E27FC236}">
                    <a16:creationId xmlns:a16="http://schemas.microsoft.com/office/drawing/2014/main" id="{98A753AA-A4A5-42A0-8259-18EDD01F949A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831428" y="3393028"/>
                <a:ext cx="26892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108" name="Entrada de lápiz 107">
                <a:extLst>
                  <a:ext uri="{FF2B5EF4-FFF2-40B4-BE49-F238E27FC236}">
                    <a16:creationId xmlns:a16="http://schemas.microsoft.com/office/drawing/2014/main" id="{136BF20B-6E6C-4050-82A6-13B7E6037D8D}"/>
                  </a:ext>
                </a:extLst>
              </p14:cNvPr>
              <p14:cNvContentPartPr/>
              <p14:nvPr/>
            </p14:nvContentPartPr>
            <p14:xfrm>
              <a:off x="4105468" y="3503908"/>
              <a:ext cx="187200" cy="1440"/>
            </p14:xfrm>
          </p:contentPart>
        </mc:Choice>
        <mc:Fallback>
          <p:pic>
            <p:nvPicPr>
              <p:cNvPr id="108" name="Entrada de lápiz 107">
                <a:extLst>
                  <a:ext uri="{FF2B5EF4-FFF2-40B4-BE49-F238E27FC236}">
                    <a16:creationId xmlns:a16="http://schemas.microsoft.com/office/drawing/2014/main" id="{136BF20B-6E6C-4050-82A6-13B7E6037D8D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096468" y="3494908"/>
                <a:ext cx="20484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7DED1716-2DCD-47BA-B729-C0A8B9581004}"/>
                  </a:ext>
                </a:extLst>
              </p14:cNvPr>
              <p14:cNvContentPartPr/>
              <p14:nvPr/>
            </p14:nvContentPartPr>
            <p14:xfrm>
              <a:off x="4628548" y="3624148"/>
              <a:ext cx="228240" cy="22032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7DED1716-2DCD-47BA-B729-C0A8B9581004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619548" y="3615508"/>
                <a:ext cx="24588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599F3A80-3377-49BB-9674-2C3AE87C3292}"/>
                  </a:ext>
                </a:extLst>
              </p14:cNvPr>
              <p14:cNvContentPartPr/>
              <p14:nvPr/>
            </p14:nvContentPartPr>
            <p14:xfrm>
              <a:off x="5115988" y="3416068"/>
              <a:ext cx="249480" cy="2772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599F3A80-3377-49BB-9674-2C3AE87C329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106988" y="3407428"/>
                <a:ext cx="26712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13" name="Entrada de lápiz 112">
                <a:extLst>
                  <a:ext uri="{FF2B5EF4-FFF2-40B4-BE49-F238E27FC236}">
                    <a16:creationId xmlns:a16="http://schemas.microsoft.com/office/drawing/2014/main" id="{F68EE4AE-2C69-4E8C-8A10-BAF92AC564EC}"/>
                  </a:ext>
                </a:extLst>
              </p14:cNvPr>
              <p14:cNvContentPartPr/>
              <p14:nvPr/>
            </p14:nvContentPartPr>
            <p14:xfrm>
              <a:off x="4501108" y="3247948"/>
              <a:ext cx="208440" cy="284760"/>
            </p14:xfrm>
          </p:contentPart>
        </mc:Choice>
        <mc:Fallback>
          <p:pic>
            <p:nvPicPr>
              <p:cNvPr id="113" name="Entrada de lápiz 112">
                <a:extLst>
                  <a:ext uri="{FF2B5EF4-FFF2-40B4-BE49-F238E27FC236}">
                    <a16:creationId xmlns:a16="http://schemas.microsoft.com/office/drawing/2014/main" id="{F68EE4AE-2C69-4E8C-8A10-BAF92AC564E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4492468" y="3239308"/>
                <a:ext cx="22608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DC5E1EFD-DCB5-454A-A9C7-69DD3D12A88B}"/>
                  </a:ext>
                </a:extLst>
              </p14:cNvPr>
              <p14:cNvContentPartPr/>
              <p14:nvPr/>
            </p14:nvContentPartPr>
            <p14:xfrm>
              <a:off x="6040108" y="3299428"/>
              <a:ext cx="200520" cy="30060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DC5E1EFD-DCB5-454A-A9C7-69DD3D12A88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6031468" y="3290428"/>
                <a:ext cx="21816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19" name="Entrada de lápiz 118">
                <a:extLst>
                  <a:ext uri="{FF2B5EF4-FFF2-40B4-BE49-F238E27FC236}">
                    <a16:creationId xmlns:a16="http://schemas.microsoft.com/office/drawing/2014/main" id="{7EB795AE-60FD-4DA4-8FAA-6335BCF7FBDC}"/>
                  </a:ext>
                </a:extLst>
              </p14:cNvPr>
              <p14:cNvContentPartPr/>
              <p14:nvPr/>
            </p14:nvContentPartPr>
            <p14:xfrm>
              <a:off x="5553748" y="3022228"/>
              <a:ext cx="369360" cy="809280"/>
            </p14:xfrm>
          </p:contentPart>
        </mc:Choice>
        <mc:Fallback>
          <p:pic>
            <p:nvPicPr>
              <p:cNvPr id="119" name="Entrada de lápiz 118">
                <a:extLst>
                  <a:ext uri="{FF2B5EF4-FFF2-40B4-BE49-F238E27FC236}">
                    <a16:creationId xmlns:a16="http://schemas.microsoft.com/office/drawing/2014/main" id="{7EB795AE-60FD-4DA4-8FAA-6335BCF7FBD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545108" y="3013588"/>
                <a:ext cx="387000" cy="82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330AE98A-F636-4E4C-9ACE-BC332D4E8E20}"/>
                  </a:ext>
                </a:extLst>
              </p14:cNvPr>
              <p14:cNvContentPartPr/>
              <p14:nvPr/>
            </p14:nvContentPartPr>
            <p14:xfrm>
              <a:off x="6861628" y="3670948"/>
              <a:ext cx="210240" cy="163440"/>
            </p14:xfrm>
          </p:contentPart>
        </mc:Choice>
        <mc:Fallback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330AE98A-F636-4E4C-9ACE-BC332D4E8E2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6852988" y="3662308"/>
                <a:ext cx="22788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25" name="Entrada de lápiz 124">
                <a:extLst>
                  <a:ext uri="{FF2B5EF4-FFF2-40B4-BE49-F238E27FC236}">
                    <a16:creationId xmlns:a16="http://schemas.microsoft.com/office/drawing/2014/main" id="{57950556-62D3-4BC0-B296-96011D3CD5C7}"/>
                  </a:ext>
                </a:extLst>
              </p14:cNvPr>
              <p14:cNvContentPartPr/>
              <p14:nvPr/>
            </p14:nvContentPartPr>
            <p14:xfrm>
              <a:off x="6787468" y="3256588"/>
              <a:ext cx="238680" cy="308880"/>
            </p14:xfrm>
          </p:contentPart>
        </mc:Choice>
        <mc:Fallback>
          <p:pic>
            <p:nvPicPr>
              <p:cNvPr id="125" name="Entrada de lápiz 124">
                <a:extLst>
                  <a:ext uri="{FF2B5EF4-FFF2-40B4-BE49-F238E27FC236}">
                    <a16:creationId xmlns:a16="http://schemas.microsoft.com/office/drawing/2014/main" id="{57950556-62D3-4BC0-B296-96011D3CD5C7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778828" y="3247588"/>
                <a:ext cx="25632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3B6B9558-07A6-43C1-B0F8-13D679FF0FAE}"/>
                  </a:ext>
                </a:extLst>
              </p14:cNvPr>
              <p14:cNvContentPartPr/>
              <p14:nvPr/>
            </p14:nvContentPartPr>
            <p14:xfrm>
              <a:off x="6445108" y="3311668"/>
              <a:ext cx="178200" cy="216720"/>
            </p14:xfrm>
          </p:contentPart>
        </mc:Choice>
        <mc:Fallback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3B6B9558-07A6-43C1-B0F8-13D679FF0FA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436108" y="3302668"/>
                <a:ext cx="1958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7BF66723-79E7-48CC-A401-BED3DAEA960F}"/>
                  </a:ext>
                </a:extLst>
              </p14:cNvPr>
              <p14:cNvContentPartPr/>
              <p14:nvPr/>
            </p14:nvContentPartPr>
            <p14:xfrm>
              <a:off x="7297228" y="3497788"/>
              <a:ext cx="135720" cy="1008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7BF66723-79E7-48CC-A401-BED3DAEA960F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7288588" y="3488788"/>
                <a:ext cx="1533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133" name="Entrada de lápiz 132">
                <a:extLst>
                  <a:ext uri="{FF2B5EF4-FFF2-40B4-BE49-F238E27FC236}">
                    <a16:creationId xmlns:a16="http://schemas.microsoft.com/office/drawing/2014/main" id="{36F4A824-66E1-4580-9C29-0B11C01BDA83}"/>
                  </a:ext>
                </a:extLst>
              </p14:cNvPr>
              <p14:cNvContentPartPr/>
              <p14:nvPr/>
            </p14:nvContentPartPr>
            <p14:xfrm>
              <a:off x="7590988" y="3103948"/>
              <a:ext cx="543960" cy="779760"/>
            </p14:xfrm>
          </p:contentPart>
        </mc:Choice>
        <mc:Fallback>
          <p:pic>
            <p:nvPicPr>
              <p:cNvPr id="133" name="Entrada de lápiz 132">
                <a:extLst>
                  <a:ext uri="{FF2B5EF4-FFF2-40B4-BE49-F238E27FC236}">
                    <a16:creationId xmlns:a16="http://schemas.microsoft.com/office/drawing/2014/main" id="{36F4A824-66E1-4580-9C29-0B11C01BDA8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581994" y="3095308"/>
                <a:ext cx="561588" cy="79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8B912044-F374-4186-BF19-97E118485C42}"/>
                  </a:ext>
                </a:extLst>
              </p14:cNvPr>
              <p14:cNvContentPartPr/>
              <p14:nvPr/>
            </p14:nvContentPartPr>
            <p14:xfrm>
              <a:off x="2439028" y="4346668"/>
              <a:ext cx="143640" cy="1224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8B912044-F374-4186-BF19-97E118485C4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430388" y="4338028"/>
                <a:ext cx="16128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8900C7C0-C921-4111-8052-2AB8BB973861}"/>
                  </a:ext>
                </a:extLst>
              </p14:cNvPr>
              <p14:cNvContentPartPr/>
              <p14:nvPr/>
            </p14:nvContentPartPr>
            <p14:xfrm>
              <a:off x="2475388" y="4466908"/>
              <a:ext cx="144360" cy="900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8900C7C0-C921-4111-8052-2AB8BB973861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2466748" y="4457908"/>
                <a:ext cx="1620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3E8D37B1-009C-4787-BD73-D0A31ED830FF}"/>
                  </a:ext>
                </a:extLst>
              </p14:cNvPr>
              <p14:cNvContentPartPr/>
              <p14:nvPr/>
            </p14:nvContentPartPr>
            <p14:xfrm>
              <a:off x="3808108" y="4518748"/>
              <a:ext cx="208440" cy="205560"/>
            </p14:xfrm>
          </p:contentPart>
        </mc:Choice>
        <mc:Fallback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3E8D37B1-009C-4787-BD73-D0A31ED830F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799468" y="4509748"/>
                <a:ext cx="226080" cy="2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141" name="Entrada de lápiz 140">
                <a:extLst>
                  <a:ext uri="{FF2B5EF4-FFF2-40B4-BE49-F238E27FC236}">
                    <a16:creationId xmlns:a16="http://schemas.microsoft.com/office/drawing/2014/main" id="{1F2AD6C0-4838-4E28-8F99-44292D40AC17}"/>
                  </a:ext>
                </a:extLst>
              </p14:cNvPr>
              <p14:cNvContentPartPr/>
              <p14:nvPr/>
            </p14:nvContentPartPr>
            <p14:xfrm>
              <a:off x="4251628" y="4404268"/>
              <a:ext cx="144720" cy="15480"/>
            </p14:xfrm>
          </p:contentPart>
        </mc:Choice>
        <mc:Fallback>
          <p:pic>
            <p:nvPicPr>
              <p:cNvPr id="141" name="Entrada de lápiz 140">
                <a:extLst>
                  <a:ext uri="{FF2B5EF4-FFF2-40B4-BE49-F238E27FC236}">
                    <a16:creationId xmlns:a16="http://schemas.microsoft.com/office/drawing/2014/main" id="{1F2AD6C0-4838-4E28-8F99-44292D40AC1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242988" y="4395628"/>
                <a:ext cx="1623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BE8D5207-EE21-45D6-861A-9AAACFD3A7DA}"/>
                  </a:ext>
                </a:extLst>
              </p14:cNvPr>
              <p14:cNvContentPartPr/>
              <p14:nvPr/>
            </p14:nvContentPartPr>
            <p14:xfrm>
              <a:off x="4609828" y="4540348"/>
              <a:ext cx="228240" cy="19764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BE8D5207-EE21-45D6-861A-9AAACFD3A7DA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600828" y="4531348"/>
                <a:ext cx="24588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1290BD44-346C-4209-9876-78A178755A2B}"/>
                  </a:ext>
                </a:extLst>
              </p14:cNvPr>
              <p14:cNvContentPartPr/>
              <p14:nvPr/>
            </p14:nvContentPartPr>
            <p14:xfrm>
              <a:off x="4518028" y="4201948"/>
              <a:ext cx="187200" cy="27972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1290BD44-346C-4209-9876-78A178755A2B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509388" y="4193308"/>
                <a:ext cx="204840" cy="29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4ADD06B7-0C36-4F4C-B417-9CBA059250EF}"/>
                  </a:ext>
                </a:extLst>
              </p14:cNvPr>
              <p14:cNvContentPartPr/>
              <p14:nvPr/>
            </p14:nvContentPartPr>
            <p14:xfrm>
              <a:off x="3733588" y="4239388"/>
              <a:ext cx="194040" cy="21204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4ADD06B7-0C36-4F4C-B417-9CBA059250E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724948" y="4230733"/>
                <a:ext cx="211680" cy="2297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D7FC69B8-6427-4976-9193-20D49966D744}"/>
                  </a:ext>
                </a:extLst>
              </p14:cNvPr>
              <p14:cNvContentPartPr/>
              <p14:nvPr/>
            </p14:nvContentPartPr>
            <p14:xfrm>
              <a:off x="5756428" y="4374388"/>
              <a:ext cx="158760" cy="2772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D7FC69B8-6427-4976-9193-20D49966D744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747788" y="4365748"/>
                <a:ext cx="1764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152" name="Entrada de lápiz 151">
                <a:extLst>
                  <a:ext uri="{FF2B5EF4-FFF2-40B4-BE49-F238E27FC236}">
                    <a16:creationId xmlns:a16="http://schemas.microsoft.com/office/drawing/2014/main" id="{E1E73EC6-A57F-4BC7-9937-5EB2C05AEB49}"/>
                  </a:ext>
                </a:extLst>
              </p14:cNvPr>
              <p14:cNvContentPartPr/>
              <p14:nvPr/>
            </p14:nvContentPartPr>
            <p14:xfrm>
              <a:off x="5399668" y="4266748"/>
              <a:ext cx="130320" cy="222120"/>
            </p14:xfrm>
          </p:contentPart>
        </mc:Choice>
        <mc:Fallback>
          <p:pic>
            <p:nvPicPr>
              <p:cNvPr id="152" name="Entrada de lápiz 151">
                <a:extLst>
                  <a:ext uri="{FF2B5EF4-FFF2-40B4-BE49-F238E27FC236}">
                    <a16:creationId xmlns:a16="http://schemas.microsoft.com/office/drawing/2014/main" id="{E1E73EC6-A57F-4BC7-9937-5EB2C05AEB49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391028" y="4257748"/>
                <a:ext cx="147960" cy="23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D22AA5B0-6A03-4447-9A77-7773AA34C5A6}"/>
                  </a:ext>
                </a:extLst>
              </p14:cNvPr>
              <p14:cNvContentPartPr/>
              <p14:nvPr/>
            </p14:nvContentPartPr>
            <p14:xfrm>
              <a:off x="5021668" y="4238668"/>
              <a:ext cx="186120" cy="196200"/>
            </p14:xfrm>
          </p:contentPart>
        </mc:Choice>
        <mc:Fallback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D22AA5B0-6A03-4447-9A77-7773AA34C5A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012668" y="4230028"/>
                <a:ext cx="20376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31F9D745-5FDE-4401-918B-30AC35059B34}"/>
                  </a:ext>
                </a:extLst>
              </p14:cNvPr>
              <p14:cNvContentPartPr/>
              <p14:nvPr/>
            </p14:nvContentPartPr>
            <p14:xfrm>
              <a:off x="6278788" y="4089268"/>
              <a:ext cx="129240" cy="241920"/>
            </p14:xfrm>
          </p:contentPart>
        </mc:Choice>
        <mc:Fallback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31F9D745-5FDE-4401-918B-30AC35059B34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270148" y="4080628"/>
                <a:ext cx="146880" cy="25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55" name="Entrada de lápiz 154">
                <a:extLst>
                  <a:ext uri="{FF2B5EF4-FFF2-40B4-BE49-F238E27FC236}">
                    <a16:creationId xmlns:a16="http://schemas.microsoft.com/office/drawing/2014/main" id="{18FD7D60-0FC8-435D-94D0-71ED74EFDCB2}"/>
                  </a:ext>
                </a:extLst>
              </p14:cNvPr>
              <p14:cNvContentPartPr/>
              <p14:nvPr/>
            </p14:nvContentPartPr>
            <p14:xfrm>
              <a:off x="6262588" y="4396348"/>
              <a:ext cx="281160" cy="6120"/>
            </p14:xfrm>
          </p:contentPart>
        </mc:Choice>
        <mc:Fallback>
          <p:pic>
            <p:nvPicPr>
              <p:cNvPr id="155" name="Entrada de lápiz 154">
                <a:extLst>
                  <a:ext uri="{FF2B5EF4-FFF2-40B4-BE49-F238E27FC236}">
                    <a16:creationId xmlns:a16="http://schemas.microsoft.com/office/drawing/2014/main" id="{18FD7D60-0FC8-435D-94D0-71ED74EFDCB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253588" y="4387708"/>
                <a:ext cx="2988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56" name="Entrada de lápiz 155">
                <a:extLst>
                  <a:ext uri="{FF2B5EF4-FFF2-40B4-BE49-F238E27FC236}">
                    <a16:creationId xmlns:a16="http://schemas.microsoft.com/office/drawing/2014/main" id="{D61A9381-5EE0-4BD0-847E-01557CA61EA9}"/>
                  </a:ext>
                </a:extLst>
              </p14:cNvPr>
              <p14:cNvContentPartPr/>
              <p14:nvPr/>
            </p14:nvContentPartPr>
            <p14:xfrm>
              <a:off x="6312628" y="4507228"/>
              <a:ext cx="156240" cy="165960"/>
            </p14:xfrm>
          </p:contentPart>
        </mc:Choice>
        <mc:Fallback>
          <p:pic>
            <p:nvPicPr>
              <p:cNvPr id="156" name="Entrada de lápiz 155">
                <a:extLst>
                  <a:ext uri="{FF2B5EF4-FFF2-40B4-BE49-F238E27FC236}">
                    <a16:creationId xmlns:a16="http://schemas.microsoft.com/office/drawing/2014/main" id="{D61A9381-5EE0-4BD0-847E-01557CA61EA9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6303628" y="4498228"/>
                <a:ext cx="173880" cy="1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54DC0461-0152-4F08-9172-D4A516D617BA}"/>
                  </a:ext>
                </a:extLst>
              </p14:cNvPr>
              <p14:cNvContentPartPr/>
              <p14:nvPr/>
            </p14:nvContentPartPr>
            <p14:xfrm>
              <a:off x="6786748" y="4207708"/>
              <a:ext cx="202320" cy="262800"/>
            </p14:xfrm>
          </p:contentPart>
        </mc:Choice>
        <mc:Fallback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54DC0461-0152-4F08-9172-D4A516D617BA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6777748" y="4199068"/>
                <a:ext cx="21996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60" name="Entrada de lápiz 159">
                <a:extLst>
                  <a:ext uri="{FF2B5EF4-FFF2-40B4-BE49-F238E27FC236}">
                    <a16:creationId xmlns:a16="http://schemas.microsoft.com/office/drawing/2014/main" id="{9A864E6A-957C-4225-8B70-CFC7E8AEE3E8}"/>
                  </a:ext>
                </a:extLst>
              </p14:cNvPr>
              <p14:cNvContentPartPr/>
              <p14:nvPr/>
            </p14:nvContentPartPr>
            <p14:xfrm>
              <a:off x="7173028" y="4182508"/>
              <a:ext cx="258120" cy="231480"/>
            </p14:xfrm>
          </p:contentPart>
        </mc:Choice>
        <mc:Fallback>
          <p:pic>
            <p:nvPicPr>
              <p:cNvPr id="160" name="Entrada de lápiz 159">
                <a:extLst>
                  <a:ext uri="{FF2B5EF4-FFF2-40B4-BE49-F238E27FC236}">
                    <a16:creationId xmlns:a16="http://schemas.microsoft.com/office/drawing/2014/main" id="{9A864E6A-957C-4225-8B70-CFC7E8AEE3E8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164028" y="4173868"/>
                <a:ext cx="27576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62" name="Entrada de lápiz 161">
                <a:extLst>
                  <a:ext uri="{FF2B5EF4-FFF2-40B4-BE49-F238E27FC236}">
                    <a16:creationId xmlns:a16="http://schemas.microsoft.com/office/drawing/2014/main" id="{BFDCBC71-71E8-497E-BCF1-B46CFCF3F0C0}"/>
                  </a:ext>
                </a:extLst>
              </p14:cNvPr>
              <p14:cNvContentPartPr/>
              <p14:nvPr/>
            </p14:nvContentPartPr>
            <p14:xfrm>
              <a:off x="5281228" y="3934468"/>
              <a:ext cx="187920" cy="174240"/>
            </p14:xfrm>
          </p:contentPart>
        </mc:Choice>
        <mc:Fallback>
          <p:pic>
            <p:nvPicPr>
              <p:cNvPr id="162" name="Entrada de lápiz 161">
                <a:extLst>
                  <a:ext uri="{FF2B5EF4-FFF2-40B4-BE49-F238E27FC236}">
                    <a16:creationId xmlns:a16="http://schemas.microsoft.com/office/drawing/2014/main" id="{BFDCBC71-71E8-497E-BCF1-B46CFCF3F0C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272588" y="3925828"/>
                <a:ext cx="205560" cy="19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63" name="Entrada de lápiz 162">
                <a:extLst>
                  <a:ext uri="{FF2B5EF4-FFF2-40B4-BE49-F238E27FC236}">
                    <a16:creationId xmlns:a16="http://schemas.microsoft.com/office/drawing/2014/main" id="{E6355980-6955-45A9-8ABC-5EF56517920F}"/>
                  </a:ext>
                </a:extLst>
              </p14:cNvPr>
              <p14:cNvContentPartPr/>
              <p14:nvPr/>
            </p14:nvContentPartPr>
            <p14:xfrm>
              <a:off x="2910628" y="3987388"/>
              <a:ext cx="594720" cy="510480"/>
            </p14:xfrm>
          </p:contentPart>
        </mc:Choice>
        <mc:Fallback>
          <p:pic>
            <p:nvPicPr>
              <p:cNvPr id="163" name="Entrada de lápiz 162">
                <a:extLst>
                  <a:ext uri="{FF2B5EF4-FFF2-40B4-BE49-F238E27FC236}">
                    <a16:creationId xmlns:a16="http://schemas.microsoft.com/office/drawing/2014/main" id="{E6355980-6955-45A9-8ABC-5EF56517920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2901988" y="3978748"/>
                <a:ext cx="612360" cy="52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64" name="Entrada de lápiz 163">
                <a:extLst>
                  <a:ext uri="{FF2B5EF4-FFF2-40B4-BE49-F238E27FC236}">
                    <a16:creationId xmlns:a16="http://schemas.microsoft.com/office/drawing/2014/main" id="{57EB1793-7B81-450B-9B18-C542B93672E6}"/>
                  </a:ext>
                </a:extLst>
              </p14:cNvPr>
              <p14:cNvContentPartPr/>
              <p14:nvPr/>
            </p14:nvContentPartPr>
            <p14:xfrm>
              <a:off x="7441228" y="3967588"/>
              <a:ext cx="226440" cy="158760"/>
            </p14:xfrm>
          </p:contentPart>
        </mc:Choice>
        <mc:Fallback>
          <p:pic>
            <p:nvPicPr>
              <p:cNvPr id="164" name="Entrada de lápiz 163">
                <a:extLst>
                  <a:ext uri="{FF2B5EF4-FFF2-40B4-BE49-F238E27FC236}">
                    <a16:creationId xmlns:a16="http://schemas.microsoft.com/office/drawing/2014/main" id="{57EB1793-7B81-450B-9B18-C542B93672E6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432588" y="3958588"/>
                <a:ext cx="2440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65" name="Entrada de lápiz 164">
                <a:extLst>
                  <a:ext uri="{FF2B5EF4-FFF2-40B4-BE49-F238E27FC236}">
                    <a16:creationId xmlns:a16="http://schemas.microsoft.com/office/drawing/2014/main" id="{7E6EA3E0-0F83-4FA9-B243-07B06D370784}"/>
                  </a:ext>
                </a:extLst>
              </p14:cNvPr>
              <p14:cNvContentPartPr/>
              <p14:nvPr/>
            </p14:nvContentPartPr>
            <p14:xfrm>
              <a:off x="7729588" y="4316428"/>
              <a:ext cx="252360" cy="23400"/>
            </p14:xfrm>
          </p:contentPart>
        </mc:Choice>
        <mc:Fallback>
          <p:pic>
            <p:nvPicPr>
              <p:cNvPr id="165" name="Entrada de lápiz 164">
                <a:extLst>
                  <a:ext uri="{FF2B5EF4-FFF2-40B4-BE49-F238E27FC236}">
                    <a16:creationId xmlns:a16="http://schemas.microsoft.com/office/drawing/2014/main" id="{7E6EA3E0-0F83-4FA9-B243-07B06D370784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720948" y="4307428"/>
                <a:ext cx="27000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66" name="Entrada de lápiz 165">
                <a:extLst>
                  <a:ext uri="{FF2B5EF4-FFF2-40B4-BE49-F238E27FC236}">
                    <a16:creationId xmlns:a16="http://schemas.microsoft.com/office/drawing/2014/main" id="{4B63A3AC-6403-48AB-A807-0CC565F831D6}"/>
                  </a:ext>
                </a:extLst>
              </p14:cNvPr>
              <p14:cNvContentPartPr/>
              <p14:nvPr/>
            </p14:nvContentPartPr>
            <p14:xfrm>
              <a:off x="7797268" y="4394908"/>
              <a:ext cx="226440" cy="15840"/>
            </p14:xfrm>
          </p:contentPart>
        </mc:Choice>
        <mc:Fallback>
          <p:pic>
            <p:nvPicPr>
              <p:cNvPr id="166" name="Entrada de lápiz 165">
                <a:extLst>
                  <a:ext uri="{FF2B5EF4-FFF2-40B4-BE49-F238E27FC236}">
                    <a16:creationId xmlns:a16="http://schemas.microsoft.com/office/drawing/2014/main" id="{4B63A3AC-6403-48AB-A807-0CC565F831D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788268" y="4385908"/>
                <a:ext cx="24408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935D9DDE-1051-439F-9BDA-91D3F236686D}"/>
                  </a:ext>
                </a:extLst>
              </p14:cNvPr>
              <p14:cNvContentPartPr/>
              <p14:nvPr/>
            </p14:nvContentPartPr>
            <p14:xfrm>
              <a:off x="8355628" y="4070908"/>
              <a:ext cx="233640" cy="35712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935D9DDE-1051-439F-9BDA-91D3F236686D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346988" y="4062268"/>
                <a:ext cx="25128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685C47F9-6B43-49BF-BE54-95760D5CD0F9}"/>
                  </a:ext>
                </a:extLst>
              </p14:cNvPr>
              <p14:cNvContentPartPr/>
              <p14:nvPr/>
            </p14:nvContentPartPr>
            <p14:xfrm>
              <a:off x="3930508" y="4003588"/>
              <a:ext cx="244800" cy="143280"/>
            </p14:xfrm>
          </p:contentPart>
        </mc:Choice>
        <mc:Fallback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685C47F9-6B43-49BF-BE54-95760D5CD0F9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3921508" y="3994588"/>
                <a:ext cx="262440" cy="16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EA140280-9918-4436-BCFD-8485B9BEFB2A}"/>
                  </a:ext>
                </a:extLst>
              </p14:cNvPr>
              <p14:cNvContentPartPr/>
              <p14:nvPr/>
            </p14:nvContentPartPr>
            <p14:xfrm>
              <a:off x="6484348" y="3916108"/>
              <a:ext cx="185400" cy="9648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EA140280-9918-4436-BCFD-8485B9BEFB2A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475348" y="3907468"/>
                <a:ext cx="20304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72" name="Entrada de lápiz 171">
                <a:extLst>
                  <a:ext uri="{FF2B5EF4-FFF2-40B4-BE49-F238E27FC236}">
                    <a16:creationId xmlns:a16="http://schemas.microsoft.com/office/drawing/2014/main" id="{F36F456A-B0B9-4963-9808-844703361046}"/>
                  </a:ext>
                </a:extLst>
              </p14:cNvPr>
              <p14:cNvContentPartPr/>
              <p14:nvPr/>
            </p14:nvContentPartPr>
            <p14:xfrm>
              <a:off x="9576388" y="4212388"/>
              <a:ext cx="192600" cy="44280"/>
            </p14:xfrm>
          </p:contentPart>
        </mc:Choice>
        <mc:Fallback>
          <p:pic>
            <p:nvPicPr>
              <p:cNvPr id="172" name="Entrada de lápiz 171">
                <a:extLst>
                  <a:ext uri="{FF2B5EF4-FFF2-40B4-BE49-F238E27FC236}">
                    <a16:creationId xmlns:a16="http://schemas.microsoft.com/office/drawing/2014/main" id="{F36F456A-B0B9-4963-9808-84470336104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9567748" y="4203388"/>
                <a:ext cx="210240" cy="6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73" name="Entrada de lápiz 172">
                <a:extLst>
                  <a:ext uri="{FF2B5EF4-FFF2-40B4-BE49-F238E27FC236}">
                    <a16:creationId xmlns:a16="http://schemas.microsoft.com/office/drawing/2014/main" id="{753A61BD-B246-4B16-AF7D-7F5B6CC7F390}"/>
                  </a:ext>
                </a:extLst>
              </p14:cNvPr>
              <p14:cNvContentPartPr/>
              <p14:nvPr/>
            </p14:nvContentPartPr>
            <p14:xfrm>
              <a:off x="9970588" y="3993148"/>
              <a:ext cx="53640" cy="234000"/>
            </p14:xfrm>
          </p:contentPart>
        </mc:Choice>
        <mc:Fallback>
          <p:pic>
            <p:nvPicPr>
              <p:cNvPr id="173" name="Entrada de lápiz 172">
                <a:extLst>
                  <a:ext uri="{FF2B5EF4-FFF2-40B4-BE49-F238E27FC236}">
                    <a16:creationId xmlns:a16="http://schemas.microsoft.com/office/drawing/2014/main" id="{753A61BD-B246-4B16-AF7D-7F5B6CC7F390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961588" y="3984148"/>
                <a:ext cx="71280" cy="2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74" name="Entrada de lápiz 173">
                <a:extLst>
                  <a:ext uri="{FF2B5EF4-FFF2-40B4-BE49-F238E27FC236}">
                    <a16:creationId xmlns:a16="http://schemas.microsoft.com/office/drawing/2014/main" id="{3F230FBC-EF69-420A-A496-CEF9688E2932}"/>
                  </a:ext>
                </a:extLst>
              </p14:cNvPr>
              <p14:cNvContentPartPr/>
              <p14:nvPr/>
            </p14:nvContentPartPr>
            <p14:xfrm>
              <a:off x="9934228" y="4281148"/>
              <a:ext cx="162360" cy="15480"/>
            </p14:xfrm>
          </p:contentPart>
        </mc:Choice>
        <mc:Fallback>
          <p:pic>
            <p:nvPicPr>
              <p:cNvPr id="174" name="Entrada de lápiz 173">
                <a:extLst>
                  <a:ext uri="{FF2B5EF4-FFF2-40B4-BE49-F238E27FC236}">
                    <a16:creationId xmlns:a16="http://schemas.microsoft.com/office/drawing/2014/main" id="{3F230FBC-EF69-420A-A496-CEF9688E2932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925228" y="4272508"/>
                <a:ext cx="1800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75" name="Entrada de lápiz 174">
                <a:extLst>
                  <a:ext uri="{FF2B5EF4-FFF2-40B4-BE49-F238E27FC236}">
                    <a16:creationId xmlns:a16="http://schemas.microsoft.com/office/drawing/2014/main" id="{5A0BA832-CBF7-4415-A9A2-68BCDE84887E}"/>
                  </a:ext>
                </a:extLst>
              </p14:cNvPr>
              <p14:cNvContentPartPr/>
              <p14:nvPr/>
            </p14:nvContentPartPr>
            <p14:xfrm>
              <a:off x="9974188" y="4367188"/>
              <a:ext cx="228240" cy="154080"/>
            </p14:xfrm>
          </p:contentPart>
        </mc:Choice>
        <mc:Fallback>
          <p:pic>
            <p:nvPicPr>
              <p:cNvPr id="175" name="Entrada de lápiz 174">
                <a:extLst>
                  <a:ext uri="{FF2B5EF4-FFF2-40B4-BE49-F238E27FC236}">
                    <a16:creationId xmlns:a16="http://schemas.microsoft.com/office/drawing/2014/main" id="{5A0BA832-CBF7-4415-A9A2-68BCDE84887E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965188" y="4358188"/>
                <a:ext cx="2458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76" name="Entrada de lápiz 175">
                <a:extLst>
                  <a:ext uri="{FF2B5EF4-FFF2-40B4-BE49-F238E27FC236}">
                    <a16:creationId xmlns:a16="http://schemas.microsoft.com/office/drawing/2014/main" id="{75489CDB-57A0-48BB-A3D4-F12A11FF04A6}"/>
                  </a:ext>
                </a:extLst>
              </p14:cNvPr>
              <p14:cNvContentPartPr/>
              <p14:nvPr/>
            </p14:nvContentPartPr>
            <p14:xfrm>
              <a:off x="8766028" y="4089628"/>
              <a:ext cx="495360" cy="260280"/>
            </p14:xfrm>
          </p:contentPart>
        </mc:Choice>
        <mc:Fallback>
          <p:pic>
            <p:nvPicPr>
              <p:cNvPr id="176" name="Entrada de lápiz 175">
                <a:extLst>
                  <a:ext uri="{FF2B5EF4-FFF2-40B4-BE49-F238E27FC236}">
                    <a16:creationId xmlns:a16="http://schemas.microsoft.com/office/drawing/2014/main" id="{75489CDB-57A0-48BB-A3D4-F12A11FF04A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757028" y="4080628"/>
                <a:ext cx="51300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77" name="Entrada de lápiz 176">
                <a:extLst>
                  <a:ext uri="{FF2B5EF4-FFF2-40B4-BE49-F238E27FC236}">
                    <a16:creationId xmlns:a16="http://schemas.microsoft.com/office/drawing/2014/main" id="{D4A72978-28DE-4E36-A719-BB23586820C1}"/>
                  </a:ext>
                </a:extLst>
              </p14:cNvPr>
              <p14:cNvContentPartPr/>
              <p14:nvPr/>
            </p14:nvContentPartPr>
            <p14:xfrm>
              <a:off x="7871788" y="4906828"/>
              <a:ext cx="147240" cy="10800"/>
            </p14:xfrm>
          </p:contentPart>
        </mc:Choice>
        <mc:Fallback>
          <p:pic>
            <p:nvPicPr>
              <p:cNvPr id="177" name="Entrada de lápiz 176">
                <a:extLst>
                  <a:ext uri="{FF2B5EF4-FFF2-40B4-BE49-F238E27FC236}">
                    <a16:creationId xmlns:a16="http://schemas.microsoft.com/office/drawing/2014/main" id="{D4A72978-28DE-4E36-A719-BB23586820C1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863148" y="4898188"/>
                <a:ext cx="1648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78" name="Entrada de lápiz 177">
                <a:extLst>
                  <a:ext uri="{FF2B5EF4-FFF2-40B4-BE49-F238E27FC236}">
                    <a16:creationId xmlns:a16="http://schemas.microsoft.com/office/drawing/2014/main" id="{9C7BC62C-14F2-4644-AB94-C8DE72C08CCF}"/>
                  </a:ext>
                </a:extLst>
              </p14:cNvPr>
              <p14:cNvContentPartPr/>
              <p14:nvPr/>
            </p14:nvContentPartPr>
            <p14:xfrm>
              <a:off x="7881868" y="5012668"/>
              <a:ext cx="171000" cy="13680"/>
            </p14:xfrm>
          </p:contentPart>
        </mc:Choice>
        <mc:Fallback>
          <p:pic>
            <p:nvPicPr>
              <p:cNvPr id="178" name="Entrada de lápiz 177">
                <a:extLst>
                  <a:ext uri="{FF2B5EF4-FFF2-40B4-BE49-F238E27FC236}">
                    <a16:creationId xmlns:a16="http://schemas.microsoft.com/office/drawing/2014/main" id="{9C7BC62C-14F2-4644-AB94-C8DE72C08CC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872868" y="5003668"/>
                <a:ext cx="1886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83" name="Entrada de lápiz 182">
                <a:extLst>
                  <a:ext uri="{FF2B5EF4-FFF2-40B4-BE49-F238E27FC236}">
                    <a16:creationId xmlns:a16="http://schemas.microsoft.com/office/drawing/2014/main" id="{C4DCD5F4-6B42-4FA5-AB96-4CB89727DD66}"/>
                  </a:ext>
                </a:extLst>
              </p14:cNvPr>
              <p14:cNvContentPartPr/>
              <p14:nvPr/>
            </p14:nvContentPartPr>
            <p14:xfrm>
              <a:off x="9182548" y="5005468"/>
              <a:ext cx="215640" cy="154440"/>
            </p14:xfrm>
          </p:contentPart>
        </mc:Choice>
        <mc:Fallback>
          <p:pic>
            <p:nvPicPr>
              <p:cNvPr id="183" name="Entrada de lápiz 182">
                <a:extLst>
                  <a:ext uri="{FF2B5EF4-FFF2-40B4-BE49-F238E27FC236}">
                    <a16:creationId xmlns:a16="http://schemas.microsoft.com/office/drawing/2014/main" id="{C4DCD5F4-6B42-4FA5-AB96-4CB89727DD66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173548" y="4996828"/>
                <a:ext cx="23328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84" name="Entrada de lápiz 183">
                <a:extLst>
                  <a:ext uri="{FF2B5EF4-FFF2-40B4-BE49-F238E27FC236}">
                    <a16:creationId xmlns:a16="http://schemas.microsoft.com/office/drawing/2014/main" id="{DFA3F197-F43B-4677-992E-03F6A7DAA392}"/>
                  </a:ext>
                </a:extLst>
              </p14:cNvPr>
              <p14:cNvContentPartPr/>
              <p14:nvPr/>
            </p14:nvContentPartPr>
            <p14:xfrm>
              <a:off x="9158428" y="4738708"/>
              <a:ext cx="158760" cy="204840"/>
            </p14:xfrm>
          </p:contentPart>
        </mc:Choice>
        <mc:Fallback>
          <p:pic>
            <p:nvPicPr>
              <p:cNvPr id="184" name="Entrada de lápiz 183">
                <a:extLst>
                  <a:ext uri="{FF2B5EF4-FFF2-40B4-BE49-F238E27FC236}">
                    <a16:creationId xmlns:a16="http://schemas.microsoft.com/office/drawing/2014/main" id="{DFA3F197-F43B-4677-992E-03F6A7DAA39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149428" y="4730053"/>
                <a:ext cx="176400" cy="2225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86" name="Entrada de lápiz 185">
                <a:extLst>
                  <a:ext uri="{FF2B5EF4-FFF2-40B4-BE49-F238E27FC236}">
                    <a16:creationId xmlns:a16="http://schemas.microsoft.com/office/drawing/2014/main" id="{95F6750D-BA3C-418A-807D-99A32A45FF3E}"/>
                  </a:ext>
                </a:extLst>
              </p14:cNvPr>
              <p14:cNvContentPartPr/>
              <p14:nvPr/>
            </p14:nvContentPartPr>
            <p14:xfrm>
              <a:off x="8531308" y="5198068"/>
              <a:ext cx="77760" cy="160560"/>
            </p14:xfrm>
          </p:contentPart>
        </mc:Choice>
        <mc:Fallback>
          <p:pic>
            <p:nvPicPr>
              <p:cNvPr id="186" name="Entrada de lápiz 185">
                <a:extLst>
                  <a:ext uri="{FF2B5EF4-FFF2-40B4-BE49-F238E27FC236}">
                    <a16:creationId xmlns:a16="http://schemas.microsoft.com/office/drawing/2014/main" id="{95F6750D-BA3C-418A-807D-99A32A45FF3E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522308" y="5189068"/>
                <a:ext cx="95400" cy="17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91" name="Entrada de lápiz 190">
                <a:extLst>
                  <a:ext uri="{FF2B5EF4-FFF2-40B4-BE49-F238E27FC236}">
                    <a16:creationId xmlns:a16="http://schemas.microsoft.com/office/drawing/2014/main" id="{22507E4E-56F4-4997-9C77-5E5D1030BFAF}"/>
                  </a:ext>
                </a:extLst>
              </p14:cNvPr>
              <p14:cNvContentPartPr/>
              <p14:nvPr/>
            </p14:nvContentPartPr>
            <p14:xfrm>
              <a:off x="8418268" y="4695508"/>
              <a:ext cx="558000" cy="444960"/>
            </p14:xfrm>
          </p:contentPart>
        </mc:Choice>
        <mc:Fallback>
          <p:pic>
            <p:nvPicPr>
              <p:cNvPr id="191" name="Entrada de lápiz 190">
                <a:extLst>
                  <a:ext uri="{FF2B5EF4-FFF2-40B4-BE49-F238E27FC236}">
                    <a16:creationId xmlns:a16="http://schemas.microsoft.com/office/drawing/2014/main" id="{22507E4E-56F4-4997-9C77-5E5D1030BFA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409268" y="4686861"/>
                <a:ext cx="575640" cy="4626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92" name="Entrada de lápiz 191">
                <a:extLst>
                  <a:ext uri="{FF2B5EF4-FFF2-40B4-BE49-F238E27FC236}">
                    <a16:creationId xmlns:a16="http://schemas.microsoft.com/office/drawing/2014/main" id="{EE88A32F-E1F8-4B24-B5C1-E01F4946FFB4}"/>
                  </a:ext>
                </a:extLst>
              </p14:cNvPr>
              <p14:cNvContentPartPr/>
              <p14:nvPr/>
            </p14:nvContentPartPr>
            <p14:xfrm>
              <a:off x="8732908" y="5240908"/>
              <a:ext cx="263880" cy="127800"/>
            </p14:xfrm>
          </p:contentPart>
        </mc:Choice>
        <mc:Fallback>
          <p:pic>
            <p:nvPicPr>
              <p:cNvPr id="192" name="Entrada de lápiz 191">
                <a:extLst>
                  <a:ext uri="{FF2B5EF4-FFF2-40B4-BE49-F238E27FC236}">
                    <a16:creationId xmlns:a16="http://schemas.microsoft.com/office/drawing/2014/main" id="{EE88A32F-E1F8-4B24-B5C1-E01F4946FFB4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724256" y="5232268"/>
                <a:ext cx="281544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95" name="Entrada de lápiz 194">
                <a:extLst>
                  <a:ext uri="{FF2B5EF4-FFF2-40B4-BE49-F238E27FC236}">
                    <a16:creationId xmlns:a16="http://schemas.microsoft.com/office/drawing/2014/main" id="{6F26733C-533D-4981-9698-2041D00A0D10}"/>
                  </a:ext>
                </a:extLst>
              </p14:cNvPr>
              <p14:cNvContentPartPr/>
              <p14:nvPr/>
            </p14:nvContentPartPr>
            <p14:xfrm>
              <a:off x="9732628" y="4975228"/>
              <a:ext cx="152280" cy="17640"/>
            </p14:xfrm>
          </p:contentPart>
        </mc:Choice>
        <mc:Fallback>
          <p:pic>
            <p:nvPicPr>
              <p:cNvPr id="195" name="Entrada de lápiz 194">
                <a:extLst>
                  <a:ext uri="{FF2B5EF4-FFF2-40B4-BE49-F238E27FC236}">
                    <a16:creationId xmlns:a16="http://schemas.microsoft.com/office/drawing/2014/main" id="{6F26733C-533D-4981-9698-2041D00A0D1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9723628" y="4966228"/>
                <a:ext cx="16992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96" name="Entrada de lápiz 195">
                <a:extLst>
                  <a:ext uri="{FF2B5EF4-FFF2-40B4-BE49-F238E27FC236}">
                    <a16:creationId xmlns:a16="http://schemas.microsoft.com/office/drawing/2014/main" id="{654BEDA4-2206-4CF8-B166-C699D4EF5952}"/>
                  </a:ext>
                </a:extLst>
              </p14:cNvPr>
              <p14:cNvContentPartPr/>
              <p14:nvPr/>
            </p14:nvContentPartPr>
            <p14:xfrm>
              <a:off x="9736588" y="5082148"/>
              <a:ext cx="213840" cy="2880"/>
            </p14:xfrm>
          </p:contentPart>
        </mc:Choice>
        <mc:Fallback>
          <p:pic>
            <p:nvPicPr>
              <p:cNvPr id="196" name="Entrada de lápiz 195">
                <a:extLst>
                  <a:ext uri="{FF2B5EF4-FFF2-40B4-BE49-F238E27FC236}">
                    <a16:creationId xmlns:a16="http://schemas.microsoft.com/office/drawing/2014/main" id="{654BEDA4-2206-4CF8-B166-C699D4EF5952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727588" y="5073508"/>
                <a:ext cx="23148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99" name="Entrada de lápiz 198">
                <a:extLst>
                  <a:ext uri="{FF2B5EF4-FFF2-40B4-BE49-F238E27FC236}">
                    <a16:creationId xmlns:a16="http://schemas.microsoft.com/office/drawing/2014/main" id="{D7687517-345E-43F4-BB6D-4FF5BC78A569}"/>
                  </a:ext>
                </a:extLst>
              </p14:cNvPr>
              <p14:cNvContentPartPr/>
              <p14:nvPr/>
            </p14:nvContentPartPr>
            <p14:xfrm>
              <a:off x="10176148" y="5045428"/>
              <a:ext cx="259200" cy="21240"/>
            </p14:xfrm>
          </p:contentPart>
        </mc:Choice>
        <mc:Fallback>
          <p:pic>
            <p:nvPicPr>
              <p:cNvPr id="199" name="Entrada de lápiz 198">
                <a:extLst>
                  <a:ext uri="{FF2B5EF4-FFF2-40B4-BE49-F238E27FC236}">
                    <a16:creationId xmlns:a16="http://schemas.microsoft.com/office/drawing/2014/main" id="{D7687517-345E-43F4-BB6D-4FF5BC78A569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10167148" y="5036428"/>
                <a:ext cx="27684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200" name="Entrada de lápiz 199">
                <a:extLst>
                  <a:ext uri="{FF2B5EF4-FFF2-40B4-BE49-F238E27FC236}">
                    <a16:creationId xmlns:a16="http://schemas.microsoft.com/office/drawing/2014/main" id="{2CEDA3AE-BF5E-4627-BFE6-9B7C17707D65}"/>
                  </a:ext>
                </a:extLst>
              </p14:cNvPr>
              <p14:cNvContentPartPr/>
              <p14:nvPr/>
            </p14:nvContentPartPr>
            <p14:xfrm>
              <a:off x="10250668" y="5163148"/>
              <a:ext cx="255600" cy="141120"/>
            </p14:xfrm>
          </p:contentPart>
        </mc:Choice>
        <mc:Fallback>
          <p:pic>
            <p:nvPicPr>
              <p:cNvPr id="200" name="Entrada de lápiz 199">
                <a:extLst>
                  <a:ext uri="{FF2B5EF4-FFF2-40B4-BE49-F238E27FC236}">
                    <a16:creationId xmlns:a16="http://schemas.microsoft.com/office/drawing/2014/main" id="{2CEDA3AE-BF5E-4627-BFE6-9B7C17707D6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0242028" y="5154148"/>
                <a:ext cx="2732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201" name="Entrada de lápiz 200">
                <a:extLst>
                  <a:ext uri="{FF2B5EF4-FFF2-40B4-BE49-F238E27FC236}">
                    <a16:creationId xmlns:a16="http://schemas.microsoft.com/office/drawing/2014/main" id="{559B7AE8-8D44-4AF8-8B9A-51866500DCBB}"/>
                  </a:ext>
                </a:extLst>
              </p14:cNvPr>
              <p14:cNvContentPartPr/>
              <p14:nvPr/>
            </p14:nvContentPartPr>
            <p14:xfrm>
              <a:off x="10703548" y="4969468"/>
              <a:ext cx="154440" cy="14040"/>
            </p14:xfrm>
          </p:contentPart>
        </mc:Choice>
        <mc:Fallback>
          <p:pic>
            <p:nvPicPr>
              <p:cNvPr id="201" name="Entrada de lápiz 200">
                <a:extLst>
                  <a:ext uri="{FF2B5EF4-FFF2-40B4-BE49-F238E27FC236}">
                    <a16:creationId xmlns:a16="http://schemas.microsoft.com/office/drawing/2014/main" id="{559B7AE8-8D44-4AF8-8B9A-51866500DCBB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0694908" y="4960468"/>
                <a:ext cx="1720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204" name="Entrada de lápiz 203">
                <a:extLst>
                  <a:ext uri="{FF2B5EF4-FFF2-40B4-BE49-F238E27FC236}">
                    <a16:creationId xmlns:a16="http://schemas.microsoft.com/office/drawing/2014/main" id="{0D60A92C-3E52-4295-BD51-811FB4BB1834}"/>
                  </a:ext>
                </a:extLst>
              </p14:cNvPr>
              <p14:cNvContentPartPr/>
              <p14:nvPr/>
            </p14:nvContentPartPr>
            <p14:xfrm>
              <a:off x="11055988" y="5042548"/>
              <a:ext cx="239040" cy="145440"/>
            </p14:xfrm>
          </p:contentPart>
        </mc:Choice>
        <mc:Fallback>
          <p:pic>
            <p:nvPicPr>
              <p:cNvPr id="204" name="Entrada de lápiz 203">
                <a:extLst>
                  <a:ext uri="{FF2B5EF4-FFF2-40B4-BE49-F238E27FC236}">
                    <a16:creationId xmlns:a16="http://schemas.microsoft.com/office/drawing/2014/main" id="{0D60A92C-3E52-4295-BD51-811FB4BB1834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11046988" y="5033548"/>
                <a:ext cx="256680" cy="16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205" name="Entrada de lápiz 204">
                <a:extLst>
                  <a:ext uri="{FF2B5EF4-FFF2-40B4-BE49-F238E27FC236}">
                    <a16:creationId xmlns:a16="http://schemas.microsoft.com/office/drawing/2014/main" id="{60F4667A-93D1-4A54-B1A7-4D8728C86FF9}"/>
                  </a:ext>
                </a:extLst>
              </p14:cNvPr>
              <p14:cNvContentPartPr/>
              <p14:nvPr/>
            </p14:nvContentPartPr>
            <p14:xfrm>
              <a:off x="11005228" y="4666348"/>
              <a:ext cx="181800" cy="332640"/>
            </p14:xfrm>
          </p:contentPart>
        </mc:Choice>
        <mc:Fallback>
          <p:pic>
            <p:nvPicPr>
              <p:cNvPr id="205" name="Entrada de lápiz 204">
                <a:extLst>
                  <a:ext uri="{FF2B5EF4-FFF2-40B4-BE49-F238E27FC236}">
                    <a16:creationId xmlns:a16="http://schemas.microsoft.com/office/drawing/2014/main" id="{60F4667A-93D1-4A54-B1A7-4D8728C86FF9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0996228" y="4657358"/>
                <a:ext cx="199440" cy="3502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206" name="Entrada de lápiz 205">
                <a:extLst>
                  <a:ext uri="{FF2B5EF4-FFF2-40B4-BE49-F238E27FC236}">
                    <a16:creationId xmlns:a16="http://schemas.microsoft.com/office/drawing/2014/main" id="{D5255C0A-4B6E-4DC7-92FF-0FD6F296ECC0}"/>
                  </a:ext>
                </a:extLst>
              </p14:cNvPr>
              <p14:cNvContentPartPr/>
              <p14:nvPr/>
            </p14:nvContentPartPr>
            <p14:xfrm>
              <a:off x="10216828" y="4765708"/>
              <a:ext cx="241200" cy="228240"/>
            </p14:xfrm>
          </p:contentPart>
        </mc:Choice>
        <mc:Fallback>
          <p:pic>
            <p:nvPicPr>
              <p:cNvPr id="206" name="Entrada de lápiz 205">
                <a:extLst>
                  <a:ext uri="{FF2B5EF4-FFF2-40B4-BE49-F238E27FC236}">
                    <a16:creationId xmlns:a16="http://schemas.microsoft.com/office/drawing/2014/main" id="{D5255C0A-4B6E-4DC7-92FF-0FD6F296ECC0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10208188" y="4757054"/>
                <a:ext cx="258840" cy="2459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213" name="Entrada de lápiz 212">
                <a:extLst>
                  <a:ext uri="{FF2B5EF4-FFF2-40B4-BE49-F238E27FC236}">
                    <a16:creationId xmlns:a16="http://schemas.microsoft.com/office/drawing/2014/main" id="{002F80B6-E8D7-4241-8C6D-74A0FD7D839A}"/>
                  </a:ext>
                </a:extLst>
              </p14:cNvPr>
              <p14:cNvContentPartPr/>
              <p14:nvPr/>
            </p14:nvContentPartPr>
            <p14:xfrm>
              <a:off x="7953148" y="5521708"/>
              <a:ext cx="1314720" cy="1016640"/>
            </p14:xfrm>
          </p:contentPart>
        </mc:Choice>
        <mc:Fallback>
          <p:pic>
            <p:nvPicPr>
              <p:cNvPr id="213" name="Entrada de lápiz 212">
                <a:extLst>
                  <a:ext uri="{FF2B5EF4-FFF2-40B4-BE49-F238E27FC236}">
                    <a16:creationId xmlns:a16="http://schemas.microsoft.com/office/drawing/2014/main" id="{002F80B6-E8D7-4241-8C6D-74A0FD7D839A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7944508" y="5512708"/>
                <a:ext cx="1332360" cy="103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161793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ECEEDF50-CE85-4E51-AF01-BC822620F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008" y="109170"/>
            <a:ext cx="10323217" cy="87556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1A2C677-FDE0-4DE6-BBD3-BC33E455F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7" y="984736"/>
            <a:ext cx="4265326" cy="533165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755F1DFE-AA68-4287-8C2C-C5559D59D394}"/>
                  </a:ext>
                </a:extLst>
              </p14:cNvPr>
              <p14:cNvContentPartPr/>
              <p14:nvPr/>
            </p14:nvContentPartPr>
            <p14:xfrm>
              <a:off x="9076708" y="2382148"/>
              <a:ext cx="116280" cy="14256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755F1DFE-AA68-4287-8C2C-C5559D59D39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068068" y="2373148"/>
                <a:ext cx="13392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3E19F48F-6761-476D-95CE-08F3675EF74F}"/>
                  </a:ext>
                </a:extLst>
              </p14:cNvPr>
              <p14:cNvContentPartPr/>
              <p14:nvPr/>
            </p14:nvContentPartPr>
            <p14:xfrm>
              <a:off x="12024748" y="1405108"/>
              <a:ext cx="205560" cy="28980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3E19F48F-6761-476D-95CE-08F3675EF74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16108" y="1396097"/>
                <a:ext cx="223200" cy="3074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36C27398-9E25-411A-9D7D-7019971A9BA4}"/>
                  </a:ext>
                </a:extLst>
              </p14:cNvPr>
              <p14:cNvContentPartPr/>
              <p14:nvPr/>
            </p14:nvContentPartPr>
            <p14:xfrm>
              <a:off x="6888988" y="1235548"/>
              <a:ext cx="1814400" cy="64512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36C27398-9E25-411A-9D7D-7019971A9BA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80346" y="1226548"/>
                <a:ext cx="1832044" cy="66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56BF6269-E426-46B3-A9EE-C6C18603ADB8}"/>
                  </a:ext>
                </a:extLst>
              </p14:cNvPr>
              <p14:cNvContentPartPr/>
              <p14:nvPr/>
            </p14:nvContentPartPr>
            <p14:xfrm>
              <a:off x="4761028" y="1035388"/>
              <a:ext cx="1987920" cy="133200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56BF6269-E426-46B3-A9EE-C6C18603ADB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752028" y="1026746"/>
                <a:ext cx="2005560" cy="13496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26" name="Entrada de lápiz 125">
                <a:extLst>
                  <a:ext uri="{FF2B5EF4-FFF2-40B4-BE49-F238E27FC236}">
                    <a16:creationId xmlns:a16="http://schemas.microsoft.com/office/drawing/2014/main" id="{DFA606F9-ADD1-463C-8352-F35650D25F87}"/>
                  </a:ext>
                </a:extLst>
              </p14:cNvPr>
              <p14:cNvContentPartPr/>
              <p14:nvPr/>
            </p14:nvContentPartPr>
            <p14:xfrm>
              <a:off x="5701348" y="2946268"/>
              <a:ext cx="1128960" cy="425160"/>
            </p14:xfrm>
          </p:contentPart>
        </mc:Choice>
        <mc:Fallback>
          <p:pic>
            <p:nvPicPr>
              <p:cNvPr id="126" name="Entrada de lápiz 125">
                <a:extLst>
                  <a:ext uri="{FF2B5EF4-FFF2-40B4-BE49-F238E27FC236}">
                    <a16:creationId xmlns:a16="http://schemas.microsoft.com/office/drawing/2014/main" id="{DFA606F9-ADD1-463C-8352-F35650D25F8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92351" y="2937628"/>
                <a:ext cx="1146594" cy="44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27" name="Entrada de lápiz 126">
                <a:extLst>
                  <a:ext uri="{FF2B5EF4-FFF2-40B4-BE49-F238E27FC236}">
                    <a16:creationId xmlns:a16="http://schemas.microsoft.com/office/drawing/2014/main" id="{1023B277-5BDC-42F2-AAED-6EE9EAF5CD7A}"/>
                  </a:ext>
                </a:extLst>
              </p14:cNvPr>
              <p14:cNvContentPartPr/>
              <p14:nvPr/>
            </p14:nvContentPartPr>
            <p14:xfrm>
              <a:off x="4603708" y="2648548"/>
              <a:ext cx="993960" cy="1127160"/>
            </p14:xfrm>
          </p:contentPart>
        </mc:Choice>
        <mc:Fallback>
          <p:pic>
            <p:nvPicPr>
              <p:cNvPr id="127" name="Entrada de lápiz 126">
                <a:extLst>
                  <a:ext uri="{FF2B5EF4-FFF2-40B4-BE49-F238E27FC236}">
                    <a16:creationId xmlns:a16="http://schemas.microsoft.com/office/drawing/2014/main" id="{1023B277-5BDC-42F2-AAED-6EE9EAF5CD7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95065" y="2639908"/>
                <a:ext cx="1011606" cy="11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4" name="Entrada de lápiz 133">
                <a:extLst>
                  <a:ext uri="{FF2B5EF4-FFF2-40B4-BE49-F238E27FC236}">
                    <a16:creationId xmlns:a16="http://schemas.microsoft.com/office/drawing/2014/main" id="{9E0CA418-7006-4816-8FE8-67984050A885}"/>
                  </a:ext>
                </a:extLst>
              </p14:cNvPr>
              <p14:cNvContentPartPr/>
              <p14:nvPr/>
            </p14:nvContentPartPr>
            <p14:xfrm>
              <a:off x="7074748" y="3047068"/>
              <a:ext cx="189000" cy="274320"/>
            </p14:xfrm>
          </p:contentPart>
        </mc:Choice>
        <mc:Fallback>
          <p:pic>
            <p:nvPicPr>
              <p:cNvPr id="134" name="Entrada de lápiz 133">
                <a:extLst>
                  <a:ext uri="{FF2B5EF4-FFF2-40B4-BE49-F238E27FC236}">
                    <a16:creationId xmlns:a16="http://schemas.microsoft.com/office/drawing/2014/main" id="{9E0CA418-7006-4816-8FE8-67984050A88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66108" y="3038068"/>
                <a:ext cx="20664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8D1840ED-A261-46ED-AEC3-C2EB3D558291}"/>
                  </a:ext>
                </a:extLst>
              </p14:cNvPr>
              <p14:cNvContentPartPr/>
              <p14:nvPr/>
            </p14:nvContentPartPr>
            <p14:xfrm>
              <a:off x="8790148" y="1026388"/>
              <a:ext cx="1380960" cy="124596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8D1840ED-A261-46ED-AEC3-C2EB3D55829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781148" y="1017748"/>
                <a:ext cx="1398600" cy="12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44" name="Entrada de lápiz 143">
                <a:extLst>
                  <a:ext uri="{FF2B5EF4-FFF2-40B4-BE49-F238E27FC236}">
                    <a16:creationId xmlns:a16="http://schemas.microsoft.com/office/drawing/2014/main" id="{558B0387-8406-452F-83BC-600416314683}"/>
                  </a:ext>
                </a:extLst>
              </p14:cNvPr>
              <p14:cNvContentPartPr/>
              <p14:nvPr/>
            </p14:nvContentPartPr>
            <p14:xfrm>
              <a:off x="10287028" y="1146628"/>
              <a:ext cx="1646280" cy="775440"/>
            </p14:xfrm>
          </p:contentPart>
        </mc:Choice>
        <mc:Fallback>
          <p:pic>
            <p:nvPicPr>
              <p:cNvPr id="144" name="Entrada de lápiz 143">
                <a:extLst>
                  <a:ext uri="{FF2B5EF4-FFF2-40B4-BE49-F238E27FC236}">
                    <a16:creationId xmlns:a16="http://schemas.microsoft.com/office/drawing/2014/main" id="{558B0387-8406-452F-83BC-60041631468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278388" y="1137628"/>
                <a:ext cx="1663920" cy="79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59" name="Entrada de lápiz 158">
                <a:extLst>
                  <a:ext uri="{FF2B5EF4-FFF2-40B4-BE49-F238E27FC236}">
                    <a16:creationId xmlns:a16="http://schemas.microsoft.com/office/drawing/2014/main" id="{6A1AFE94-5EC0-414D-9E50-5A677F58F3B2}"/>
                  </a:ext>
                </a:extLst>
              </p14:cNvPr>
              <p14:cNvContentPartPr/>
              <p14:nvPr/>
            </p14:nvContentPartPr>
            <p14:xfrm>
              <a:off x="9440308" y="2914228"/>
              <a:ext cx="388080" cy="352080"/>
            </p14:xfrm>
          </p:contentPart>
        </mc:Choice>
        <mc:Fallback>
          <p:pic>
            <p:nvPicPr>
              <p:cNvPr id="159" name="Entrada de lápiz 158">
                <a:extLst>
                  <a:ext uri="{FF2B5EF4-FFF2-40B4-BE49-F238E27FC236}">
                    <a16:creationId xmlns:a16="http://schemas.microsoft.com/office/drawing/2014/main" id="{6A1AFE94-5EC0-414D-9E50-5A677F58F3B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431316" y="2905588"/>
                <a:ext cx="405704" cy="36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88" name="Entrada de lápiz 187">
                <a:extLst>
                  <a:ext uri="{FF2B5EF4-FFF2-40B4-BE49-F238E27FC236}">
                    <a16:creationId xmlns:a16="http://schemas.microsoft.com/office/drawing/2014/main" id="{683B937E-D1D6-44FA-A6A4-81BB0C7DED56}"/>
                  </a:ext>
                </a:extLst>
              </p14:cNvPr>
              <p14:cNvContentPartPr/>
              <p14:nvPr/>
            </p14:nvContentPartPr>
            <p14:xfrm>
              <a:off x="7381828" y="2655028"/>
              <a:ext cx="1980360" cy="1154520"/>
            </p14:xfrm>
          </p:contentPart>
        </mc:Choice>
        <mc:Fallback>
          <p:pic>
            <p:nvPicPr>
              <p:cNvPr id="188" name="Entrada de lápiz 187">
                <a:extLst>
                  <a:ext uri="{FF2B5EF4-FFF2-40B4-BE49-F238E27FC236}">
                    <a16:creationId xmlns:a16="http://schemas.microsoft.com/office/drawing/2014/main" id="{683B937E-D1D6-44FA-A6A4-81BB0C7DED5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372828" y="2646388"/>
                <a:ext cx="1998000" cy="11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64" name="Entrada de lápiz 263">
                <a:extLst>
                  <a:ext uri="{FF2B5EF4-FFF2-40B4-BE49-F238E27FC236}">
                    <a16:creationId xmlns:a16="http://schemas.microsoft.com/office/drawing/2014/main" id="{37274B18-4FA3-47B3-885D-1BB1F83BB994}"/>
                  </a:ext>
                </a:extLst>
              </p14:cNvPr>
              <p14:cNvContentPartPr/>
              <p14:nvPr/>
            </p14:nvContentPartPr>
            <p14:xfrm>
              <a:off x="4731508" y="5204548"/>
              <a:ext cx="624240" cy="802800"/>
            </p14:xfrm>
          </p:contentPart>
        </mc:Choice>
        <mc:Fallback>
          <p:pic>
            <p:nvPicPr>
              <p:cNvPr id="264" name="Entrada de lápiz 263">
                <a:extLst>
                  <a:ext uri="{FF2B5EF4-FFF2-40B4-BE49-F238E27FC236}">
                    <a16:creationId xmlns:a16="http://schemas.microsoft.com/office/drawing/2014/main" id="{37274B18-4FA3-47B3-885D-1BB1F83BB99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722868" y="5195904"/>
                <a:ext cx="641880" cy="8204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65" name="Entrada de lápiz 264">
                <a:extLst>
                  <a:ext uri="{FF2B5EF4-FFF2-40B4-BE49-F238E27FC236}">
                    <a16:creationId xmlns:a16="http://schemas.microsoft.com/office/drawing/2014/main" id="{994BC6C2-38E6-4D40-8CF0-9CCC65A7F3C4}"/>
                  </a:ext>
                </a:extLst>
              </p14:cNvPr>
              <p14:cNvContentPartPr/>
              <p14:nvPr/>
            </p14:nvContentPartPr>
            <p14:xfrm>
              <a:off x="5490388" y="5563108"/>
              <a:ext cx="150840" cy="25920"/>
            </p14:xfrm>
          </p:contentPart>
        </mc:Choice>
        <mc:Fallback>
          <p:pic>
            <p:nvPicPr>
              <p:cNvPr id="265" name="Entrada de lápiz 264">
                <a:extLst>
                  <a:ext uri="{FF2B5EF4-FFF2-40B4-BE49-F238E27FC236}">
                    <a16:creationId xmlns:a16="http://schemas.microsoft.com/office/drawing/2014/main" id="{994BC6C2-38E6-4D40-8CF0-9CCC65A7F3C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5481748" y="5554468"/>
                <a:ext cx="16848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271" name="Entrada de lápiz 270">
                <a:extLst>
                  <a:ext uri="{FF2B5EF4-FFF2-40B4-BE49-F238E27FC236}">
                    <a16:creationId xmlns:a16="http://schemas.microsoft.com/office/drawing/2014/main" id="{947DD721-417F-4056-85A0-ABC16A802607}"/>
                  </a:ext>
                </a:extLst>
              </p14:cNvPr>
              <p14:cNvContentPartPr/>
              <p14:nvPr/>
            </p14:nvContentPartPr>
            <p14:xfrm>
              <a:off x="5820508" y="5617468"/>
              <a:ext cx="514440" cy="41040"/>
            </p14:xfrm>
          </p:contentPart>
        </mc:Choice>
        <mc:Fallback>
          <p:pic>
            <p:nvPicPr>
              <p:cNvPr id="271" name="Entrada de lápiz 270">
                <a:extLst>
                  <a:ext uri="{FF2B5EF4-FFF2-40B4-BE49-F238E27FC236}">
                    <a16:creationId xmlns:a16="http://schemas.microsoft.com/office/drawing/2014/main" id="{947DD721-417F-4056-85A0-ABC16A802607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811508" y="5608828"/>
                <a:ext cx="532080" cy="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272" name="Entrada de lápiz 271">
                <a:extLst>
                  <a:ext uri="{FF2B5EF4-FFF2-40B4-BE49-F238E27FC236}">
                    <a16:creationId xmlns:a16="http://schemas.microsoft.com/office/drawing/2014/main" id="{B7823E2E-FFE6-4A74-A7C1-F86FDD31BAF9}"/>
                  </a:ext>
                </a:extLst>
              </p14:cNvPr>
              <p14:cNvContentPartPr/>
              <p14:nvPr/>
            </p14:nvContentPartPr>
            <p14:xfrm>
              <a:off x="6087628" y="5753908"/>
              <a:ext cx="221760" cy="173880"/>
            </p14:xfrm>
          </p:contentPart>
        </mc:Choice>
        <mc:Fallback>
          <p:pic>
            <p:nvPicPr>
              <p:cNvPr id="272" name="Entrada de lápiz 271">
                <a:extLst>
                  <a:ext uri="{FF2B5EF4-FFF2-40B4-BE49-F238E27FC236}">
                    <a16:creationId xmlns:a16="http://schemas.microsoft.com/office/drawing/2014/main" id="{B7823E2E-FFE6-4A74-A7C1-F86FDD31BAF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078988" y="5745268"/>
                <a:ext cx="23940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73" name="Entrada de lápiz 272">
                <a:extLst>
                  <a:ext uri="{FF2B5EF4-FFF2-40B4-BE49-F238E27FC236}">
                    <a16:creationId xmlns:a16="http://schemas.microsoft.com/office/drawing/2014/main" id="{1F135F7D-443F-4F9E-92DD-EAF7A2ABA71F}"/>
                  </a:ext>
                </a:extLst>
              </p14:cNvPr>
              <p14:cNvContentPartPr/>
              <p14:nvPr/>
            </p14:nvContentPartPr>
            <p14:xfrm>
              <a:off x="6143428" y="5129308"/>
              <a:ext cx="293040" cy="368280"/>
            </p14:xfrm>
          </p:contentPart>
        </mc:Choice>
        <mc:Fallback>
          <p:pic>
            <p:nvPicPr>
              <p:cNvPr id="273" name="Entrada de lápiz 272">
                <a:extLst>
                  <a:ext uri="{FF2B5EF4-FFF2-40B4-BE49-F238E27FC236}">
                    <a16:creationId xmlns:a16="http://schemas.microsoft.com/office/drawing/2014/main" id="{1F135F7D-443F-4F9E-92DD-EAF7A2ABA71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134428" y="5120668"/>
                <a:ext cx="31068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74" name="Entrada de lápiz 273">
                <a:extLst>
                  <a:ext uri="{FF2B5EF4-FFF2-40B4-BE49-F238E27FC236}">
                    <a16:creationId xmlns:a16="http://schemas.microsoft.com/office/drawing/2014/main" id="{0638A40C-A61F-49CA-BB84-9DCE6E71F692}"/>
                  </a:ext>
                </a:extLst>
              </p14:cNvPr>
              <p14:cNvContentPartPr/>
              <p14:nvPr/>
            </p14:nvContentPartPr>
            <p14:xfrm>
              <a:off x="5783068" y="5348188"/>
              <a:ext cx="257760" cy="188640"/>
            </p14:xfrm>
          </p:contentPart>
        </mc:Choice>
        <mc:Fallback>
          <p:pic>
            <p:nvPicPr>
              <p:cNvPr id="274" name="Entrada de lápiz 273">
                <a:extLst>
                  <a:ext uri="{FF2B5EF4-FFF2-40B4-BE49-F238E27FC236}">
                    <a16:creationId xmlns:a16="http://schemas.microsoft.com/office/drawing/2014/main" id="{0638A40C-A61F-49CA-BB84-9DCE6E71F69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774416" y="5339205"/>
                <a:ext cx="275425" cy="2062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79" name="Entrada de lápiz 278">
                <a:extLst>
                  <a:ext uri="{FF2B5EF4-FFF2-40B4-BE49-F238E27FC236}">
                    <a16:creationId xmlns:a16="http://schemas.microsoft.com/office/drawing/2014/main" id="{0625E6C8-714F-44E9-BE35-CD61E62FBCA4}"/>
                  </a:ext>
                </a:extLst>
              </p14:cNvPr>
              <p14:cNvContentPartPr/>
              <p14:nvPr/>
            </p14:nvContentPartPr>
            <p14:xfrm>
              <a:off x="6685228" y="5040388"/>
              <a:ext cx="518040" cy="1044360"/>
            </p14:xfrm>
          </p:contentPart>
        </mc:Choice>
        <mc:Fallback>
          <p:pic>
            <p:nvPicPr>
              <p:cNvPr id="279" name="Entrada de lápiz 278">
                <a:extLst>
                  <a:ext uri="{FF2B5EF4-FFF2-40B4-BE49-F238E27FC236}">
                    <a16:creationId xmlns:a16="http://schemas.microsoft.com/office/drawing/2014/main" id="{0625E6C8-714F-44E9-BE35-CD61E62FBCA4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6676228" y="5031388"/>
                <a:ext cx="535680" cy="10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82" name="Entrada de lápiz 281">
                <a:extLst>
                  <a:ext uri="{FF2B5EF4-FFF2-40B4-BE49-F238E27FC236}">
                    <a16:creationId xmlns:a16="http://schemas.microsoft.com/office/drawing/2014/main" id="{6A9F2F3A-E711-4F29-80E8-A185DDFDE311}"/>
                  </a:ext>
                </a:extLst>
              </p14:cNvPr>
              <p14:cNvContentPartPr/>
              <p14:nvPr/>
            </p14:nvContentPartPr>
            <p14:xfrm>
              <a:off x="7436908" y="5174308"/>
              <a:ext cx="210960" cy="277920"/>
            </p14:xfrm>
          </p:contentPart>
        </mc:Choice>
        <mc:Fallback>
          <p:pic>
            <p:nvPicPr>
              <p:cNvPr id="282" name="Entrada de lápiz 281">
                <a:extLst>
                  <a:ext uri="{FF2B5EF4-FFF2-40B4-BE49-F238E27FC236}">
                    <a16:creationId xmlns:a16="http://schemas.microsoft.com/office/drawing/2014/main" id="{6A9F2F3A-E711-4F29-80E8-A185DDFDE31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428268" y="5165668"/>
                <a:ext cx="228600" cy="29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85" name="Entrada de lápiz 284">
                <a:extLst>
                  <a:ext uri="{FF2B5EF4-FFF2-40B4-BE49-F238E27FC236}">
                    <a16:creationId xmlns:a16="http://schemas.microsoft.com/office/drawing/2014/main" id="{E85395ED-2F4D-4F4E-A34B-6BE36262A69A}"/>
                  </a:ext>
                </a:extLst>
              </p14:cNvPr>
              <p14:cNvContentPartPr/>
              <p14:nvPr/>
            </p14:nvContentPartPr>
            <p14:xfrm>
              <a:off x="8266348" y="5207428"/>
              <a:ext cx="129600" cy="223200"/>
            </p14:xfrm>
          </p:contentPart>
        </mc:Choice>
        <mc:Fallback>
          <p:pic>
            <p:nvPicPr>
              <p:cNvPr id="285" name="Entrada de lápiz 284">
                <a:extLst>
                  <a:ext uri="{FF2B5EF4-FFF2-40B4-BE49-F238E27FC236}">
                    <a16:creationId xmlns:a16="http://schemas.microsoft.com/office/drawing/2014/main" id="{E85395ED-2F4D-4F4E-A34B-6BE36262A69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257348" y="5198788"/>
                <a:ext cx="14724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93" name="Entrada de lápiz 292">
                <a:extLst>
                  <a:ext uri="{FF2B5EF4-FFF2-40B4-BE49-F238E27FC236}">
                    <a16:creationId xmlns:a16="http://schemas.microsoft.com/office/drawing/2014/main" id="{C2A02534-58FF-4E3E-8D44-EB543CCDECFE}"/>
                  </a:ext>
                </a:extLst>
              </p14:cNvPr>
              <p14:cNvContentPartPr/>
              <p14:nvPr/>
            </p14:nvContentPartPr>
            <p14:xfrm>
              <a:off x="8614828" y="5588668"/>
              <a:ext cx="158400" cy="242280"/>
            </p14:xfrm>
          </p:contentPart>
        </mc:Choice>
        <mc:Fallback>
          <p:pic>
            <p:nvPicPr>
              <p:cNvPr id="293" name="Entrada de lápiz 292">
                <a:extLst>
                  <a:ext uri="{FF2B5EF4-FFF2-40B4-BE49-F238E27FC236}">
                    <a16:creationId xmlns:a16="http://schemas.microsoft.com/office/drawing/2014/main" id="{C2A02534-58FF-4E3E-8D44-EB543CCDECF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605828" y="5580028"/>
                <a:ext cx="17604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94" name="Entrada de lápiz 293">
                <a:extLst>
                  <a:ext uri="{FF2B5EF4-FFF2-40B4-BE49-F238E27FC236}">
                    <a16:creationId xmlns:a16="http://schemas.microsoft.com/office/drawing/2014/main" id="{CE1CEDAE-9FD2-4114-879B-24C68D5DA845}"/>
                  </a:ext>
                </a:extLst>
              </p14:cNvPr>
              <p14:cNvContentPartPr/>
              <p14:nvPr/>
            </p14:nvContentPartPr>
            <p14:xfrm>
              <a:off x="8512588" y="5004388"/>
              <a:ext cx="387720" cy="461520"/>
            </p14:xfrm>
          </p:contentPart>
        </mc:Choice>
        <mc:Fallback>
          <p:pic>
            <p:nvPicPr>
              <p:cNvPr id="294" name="Entrada de lápiz 293">
                <a:extLst>
                  <a:ext uri="{FF2B5EF4-FFF2-40B4-BE49-F238E27FC236}">
                    <a16:creationId xmlns:a16="http://schemas.microsoft.com/office/drawing/2014/main" id="{CE1CEDAE-9FD2-4114-879B-24C68D5DA84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503588" y="4995741"/>
                <a:ext cx="405360" cy="4791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95" name="Entrada de lápiz 294">
                <a:extLst>
                  <a:ext uri="{FF2B5EF4-FFF2-40B4-BE49-F238E27FC236}">
                    <a16:creationId xmlns:a16="http://schemas.microsoft.com/office/drawing/2014/main" id="{9534F8F9-0B8A-4872-8450-C9FA4B76577B}"/>
                  </a:ext>
                </a:extLst>
              </p14:cNvPr>
              <p14:cNvContentPartPr/>
              <p14:nvPr/>
            </p14:nvContentPartPr>
            <p14:xfrm>
              <a:off x="7799788" y="4949308"/>
              <a:ext cx="322560" cy="931680"/>
            </p14:xfrm>
          </p:contentPart>
        </mc:Choice>
        <mc:Fallback>
          <p:pic>
            <p:nvPicPr>
              <p:cNvPr id="295" name="Entrada de lápiz 294">
                <a:extLst>
                  <a:ext uri="{FF2B5EF4-FFF2-40B4-BE49-F238E27FC236}">
                    <a16:creationId xmlns:a16="http://schemas.microsoft.com/office/drawing/2014/main" id="{9534F8F9-0B8A-4872-8450-C9FA4B76577B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791138" y="4940668"/>
                <a:ext cx="340220" cy="9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298" name="Entrada de lápiz 297">
                <a:extLst>
                  <a:ext uri="{FF2B5EF4-FFF2-40B4-BE49-F238E27FC236}">
                    <a16:creationId xmlns:a16="http://schemas.microsoft.com/office/drawing/2014/main" id="{D6AD8FF5-94D4-4D95-B9C0-F09BE8B94786}"/>
                  </a:ext>
                </a:extLst>
              </p14:cNvPr>
              <p14:cNvContentPartPr/>
              <p14:nvPr/>
            </p14:nvContentPartPr>
            <p14:xfrm>
              <a:off x="9136108" y="5236588"/>
              <a:ext cx="145440" cy="227520"/>
            </p14:xfrm>
          </p:contentPart>
        </mc:Choice>
        <mc:Fallback>
          <p:pic>
            <p:nvPicPr>
              <p:cNvPr id="298" name="Entrada de lápiz 297">
                <a:extLst>
                  <a:ext uri="{FF2B5EF4-FFF2-40B4-BE49-F238E27FC236}">
                    <a16:creationId xmlns:a16="http://schemas.microsoft.com/office/drawing/2014/main" id="{D6AD8FF5-94D4-4D95-B9C0-F09BE8B9478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127108" y="5227948"/>
                <a:ext cx="163080" cy="24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04" name="Entrada de lápiz 303">
                <a:extLst>
                  <a:ext uri="{FF2B5EF4-FFF2-40B4-BE49-F238E27FC236}">
                    <a16:creationId xmlns:a16="http://schemas.microsoft.com/office/drawing/2014/main" id="{1060FD8F-9231-4CEF-B640-F3E74A198656}"/>
                  </a:ext>
                </a:extLst>
              </p14:cNvPr>
              <p14:cNvContentPartPr/>
              <p14:nvPr/>
            </p14:nvContentPartPr>
            <p14:xfrm>
              <a:off x="9863668" y="5410108"/>
              <a:ext cx="402480" cy="30600"/>
            </p14:xfrm>
          </p:contentPart>
        </mc:Choice>
        <mc:Fallback>
          <p:pic>
            <p:nvPicPr>
              <p:cNvPr id="304" name="Entrada de lápiz 303">
                <a:extLst>
                  <a:ext uri="{FF2B5EF4-FFF2-40B4-BE49-F238E27FC236}">
                    <a16:creationId xmlns:a16="http://schemas.microsoft.com/office/drawing/2014/main" id="{1060FD8F-9231-4CEF-B640-F3E74A19865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855028" y="5401468"/>
                <a:ext cx="4201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05" name="Entrada de lápiz 304">
                <a:extLst>
                  <a:ext uri="{FF2B5EF4-FFF2-40B4-BE49-F238E27FC236}">
                    <a16:creationId xmlns:a16="http://schemas.microsoft.com/office/drawing/2014/main" id="{532C207C-E7B8-4995-9262-9EEC0D445059}"/>
                  </a:ext>
                </a:extLst>
              </p14:cNvPr>
              <p14:cNvContentPartPr/>
              <p14:nvPr/>
            </p14:nvContentPartPr>
            <p14:xfrm>
              <a:off x="10016308" y="5526028"/>
              <a:ext cx="195480" cy="181440"/>
            </p14:xfrm>
          </p:contentPart>
        </mc:Choice>
        <mc:Fallback>
          <p:pic>
            <p:nvPicPr>
              <p:cNvPr id="305" name="Entrada de lápiz 304">
                <a:extLst>
                  <a:ext uri="{FF2B5EF4-FFF2-40B4-BE49-F238E27FC236}">
                    <a16:creationId xmlns:a16="http://schemas.microsoft.com/office/drawing/2014/main" id="{532C207C-E7B8-4995-9262-9EEC0D44505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007668" y="5517388"/>
                <a:ext cx="213120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06" name="Entrada de lápiz 305">
                <a:extLst>
                  <a:ext uri="{FF2B5EF4-FFF2-40B4-BE49-F238E27FC236}">
                    <a16:creationId xmlns:a16="http://schemas.microsoft.com/office/drawing/2014/main" id="{3232881B-4984-48EC-950D-24ADC2C6DA2A}"/>
                  </a:ext>
                </a:extLst>
              </p14:cNvPr>
              <p14:cNvContentPartPr/>
              <p14:nvPr/>
            </p14:nvContentPartPr>
            <p14:xfrm>
              <a:off x="9895708" y="5027788"/>
              <a:ext cx="329040" cy="319680"/>
            </p14:xfrm>
          </p:contentPart>
        </mc:Choice>
        <mc:Fallback>
          <p:pic>
            <p:nvPicPr>
              <p:cNvPr id="306" name="Entrada de lápiz 305">
                <a:extLst>
                  <a:ext uri="{FF2B5EF4-FFF2-40B4-BE49-F238E27FC236}">
                    <a16:creationId xmlns:a16="http://schemas.microsoft.com/office/drawing/2014/main" id="{3232881B-4984-48EC-950D-24ADC2C6DA2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887059" y="5018788"/>
                <a:ext cx="346699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07" name="Entrada de lápiz 306">
                <a:extLst>
                  <a:ext uri="{FF2B5EF4-FFF2-40B4-BE49-F238E27FC236}">
                    <a16:creationId xmlns:a16="http://schemas.microsoft.com/office/drawing/2014/main" id="{86F9B50A-B149-4105-A526-40CA5D89F106}"/>
                  </a:ext>
                </a:extLst>
              </p14:cNvPr>
              <p14:cNvContentPartPr/>
              <p14:nvPr/>
            </p14:nvContentPartPr>
            <p14:xfrm>
              <a:off x="9457228" y="5233348"/>
              <a:ext cx="256680" cy="163440"/>
            </p14:xfrm>
          </p:contentPart>
        </mc:Choice>
        <mc:Fallback>
          <p:pic>
            <p:nvPicPr>
              <p:cNvPr id="307" name="Entrada de lápiz 306">
                <a:extLst>
                  <a:ext uri="{FF2B5EF4-FFF2-40B4-BE49-F238E27FC236}">
                    <a16:creationId xmlns:a16="http://schemas.microsoft.com/office/drawing/2014/main" id="{86F9B50A-B149-4105-A526-40CA5D89F10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9448228" y="5224708"/>
                <a:ext cx="27432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08" name="Entrada de lápiz 307">
                <a:extLst>
                  <a:ext uri="{FF2B5EF4-FFF2-40B4-BE49-F238E27FC236}">
                    <a16:creationId xmlns:a16="http://schemas.microsoft.com/office/drawing/2014/main" id="{E821E8E0-20AF-4915-A9A3-2C7C4BB2DA80}"/>
                  </a:ext>
                </a:extLst>
              </p14:cNvPr>
              <p14:cNvContentPartPr/>
              <p14:nvPr/>
            </p14:nvContentPartPr>
            <p14:xfrm>
              <a:off x="10354708" y="5028508"/>
              <a:ext cx="242280" cy="764640"/>
            </p14:xfrm>
          </p:contentPart>
        </mc:Choice>
        <mc:Fallback>
          <p:pic>
            <p:nvPicPr>
              <p:cNvPr id="308" name="Entrada de lápiz 307">
                <a:extLst>
                  <a:ext uri="{FF2B5EF4-FFF2-40B4-BE49-F238E27FC236}">
                    <a16:creationId xmlns:a16="http://schemas.microsoft.com/office/drawing/2014/main" id="{E821E8E0-20AF-4915-A9A3-2C7C4BB2DA8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346068" y="5019868"/>
                <a:ext cx="259920" cy="78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12" name="Entrada de lápiz 311">
                <a:extLst>
                  <a:ext uri="{FF2B5EF4-FFF2-40B4-BE49-F238E27FC236}">
                    <a16:creationId xmlns:a16="http://schemas.microsoft.com/office/drawing/2014/main" id="{0EDB7EA6-0585-4B22-AB99-FACBDC2CB1D3}"/>
                  </a:ext>
                </a:extLst>
              </p14:cNvPr>
              <p14:cNvContentPartPr/>
              <p14:nvPr/>
            </p14:nvContentPartPr>
            <p14:xfrm>
              <a:off x="10748908" y="4769668"/>
              <a:ext cx="476280" cy="1193760"/>
            </p14:xfrm>
          </p:contentPart>
        </mc:Choice>
        <mc:Fallback>
          <p:pic>
            <p:nvPicPr>
              <p:cNvPr id="312" name="Entrada de lápiz 311">
                <a:extLst>
                  <a:ext uri="{FF2B5EF4-FFF2-40B4-BE49-F238E27FC236}">
                    <a16:creationId xmlns:a16="http://schemas.microsoft.com/office/drawing/2014/main" id="{0EDB7EA6-0585-4B22-AB99-FACBDC2CB1D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740268" y="4761028"/>
                <a:ext cx="493920" cy="12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13" name="Entrada de lápiz 312">
                <a:extLst>
                  <a:ext uri="{FF2B5EF4-FFF2-40B4-BE49-F238E27FC236}">
                    <a16:creationId xmlns:a16="http://schemas.microsoft.com/office/drawing/2014/main" id="{93DE171E-AF3D-43CB-AB60-52BB7D378D4C}"/>
                  </a:ext>
                </a:extLst>
              </p14:cNvPr>
              <p14:cNvContentPartPr/>
              <p14:nvPr/>
            </p14:nvContentPartPr>
            <p14:xfrm>
              <a:off x="1083988" y="4953628"/>
              <a:ext cx="235080" cy="216360"/>
            </p14:xfrm>
          </p:contentPart>
        </mc:Choice>
        <mc:Fallback>
          <p:pic>
            <p:nvPicPr>
              <p:cNvPr id="313" name="Entrada de lápiz 312">
                <a:extLst>
                  <a:ext uri="{FF2B5EF4-FFF2-40B4-BE49-F238E27FC236}">
                    <a16:creationId xmlns:a16="http://schemas.microsoft.com/office/drawing/2014/main" id="{93DE171E-AF3D-43CB-AB60-52BB7D378D4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48348" y="4881988"/>
                <a:ext cx="30672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14" name="Entrada de lápiz 313">
                <a:extLst>
                  <a:ext uri="{FF2B5EF4-FFF2-40B4-BE49-F238E27FC236}">
                    <a16:creationId xmlns:a16="http://schemas.microsoft.com/office/drawing/2014/main" id="{6ED83324-394F-4B2B-98A2-51FB0481C512}"/>
                  </a:ext>
                </a:extLst>
              </p14:cNvPr>
              <p14:cNvContentPartPr/>
              <p14:nvPr/>
            </p14:nvContentPartPr>
            <p14:xfrm>
              <a:off x="4887028" y="2243548"/>
              <a:ext cx="275040" cy="293040"/>
            </p14:xfrm>
          </p:contentPart>
        </mc:Choice>
        <mc:Fallback>
          <p:pic>
            <p:nvPicPr>
              <p:cNvPr id="314" name="Entrada de lápiz 313">
                <a:extLst>
                  <a:ext uri="{FF2B5EF4-FFF2-40B4-BE49-F238E27FC236}">
                    <a16:creationId xmlns:a16="http://schemas.microsoft.com/office/drawing/2014/main" id="{6ED83324-394F-4B2B-98A2-51FB0481C512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851388" y="2171548"/>
                <a:ext cx="34668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15" name="Entrada de lápiz 314">
                <a:extLst>
                  <a:ext uri="{FF2B5EF4-FFF2-40B4-BE49-F238E27FC236}">
                    <a16:creationId xmlns:a16="http://schemas.microsoft.com/office/drawing/2014/main" id="{74CC5855-A261-4683-9953-0EEE1D880420}"/>
                  </a:ext>
                </a:extLst>
              </p14:cNvPr>
              <p14:cNvContentPartPr/>
              <p14:nvPr/>
            </p14:nvContentPartPr>
            <p14:xfrm>
              <a:off x="2453428" y="2739988"/>
              <a:ext cx="241920" cy="315360"/>
            </p14:xfrm>
          </p:contentPart>
        </mc:Choice>
        <mc:Fallback>
          <p:pic>
            <p:nvPicPr>
              <p:cNvPr id="315" name="Entrada de lápiz 314">
                <a:extLst>
                  <a:ext uri="{FF2B5EF4-FFF2-40B4-BE49-F238E27FC236}">
                    <a16:creationId xmlns:a16="http://schemas.microsoft.com/office/drawing/2014/main" id="{74CC5855-A261-4683-9953-0EEE1D880420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435428" y="2703988"/>
                <a:ext cx="27756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316" name="Entrada de lápiz 315">
                <a:extLst>
                  <a:ext uri="{FF2B5EF4-FFF2-40B4-BE49-F238E27FC236}">
                    <a16:creationId xmlns:a16="http://schemas.microsoft.com/office/drawing/2014/main" id="{40C2C11C-1D3A-45FD-B1D2-E2290C72CFFF}"/>
                  </a:ext>
                </a:extLst>
              </p14:cNvPr>
              <p14:cNvContentPartPr/>
              <p14:nvPr/>
            </p14:nvContentPartPr>
            <p14:xfrm>
              <a:off x="5178988" y="957628"/>
              <a:ext cx="223920" cy="236520"/>
            </p14:xfrm>
          </p:contentPart>
        </mc:Choice>
        <mc:Fallback>
          <p:pic>
            <p:nvPicPr>
              <p:cNvPr id="316" name="Entrada de lápiz 315">
                <a:extLst>
                  <a:ext uri="{FF2B5EF4-FFF2-40B4-BE49-F238E27FC236}">
                    <a16:creationId xmlns:a16="http://schemas.microsoft.com/office/drawing/2014/main" id="{40C2C11C-1D3A-45FD-B1D2-E2290C72CFFF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160988" y="921988"/>
                <a:ext cx="25956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317" name="Entrada de lápiz 316">
                <a:extLst>
                  <a:ext uri="{FF2B5EF4-FFF2-40B4-BE49-F238E27FC236}">
                    <a16:creationId xmlns:a16="http://schemas.microsoft.com/office/drawing/2014/main" id="{5F7DDDF2-9716-48EA-BB0C-1962945649EA}"/>
                  </a:ext>
                </a:extLst>
              </p14:cNvPr>
              <p14:cNvContentPartPr/>
              <p14:nvPr/>
            </p14:nvContentPartPr>
            <p14:xfrm>
              <a:off x="9063748" y="2320588"/>
              <a:ext cx="171720" cy="234000"/>
            </p14:xfrm>
          </p:contentPart>
        </mc:Choice>
        <mc:Fallback>
          <p:pic>
            <p:nvPicPr>
              <p:cNvPr id="317" name="Entrada de lápiz 316">
                <a:extLst>
                  <a:ext uri="{FF2B5EF4-FFF2-40B4-BE49-F238E27FC236}">
                    <a16:creationId xmlns:a16="http://schemas.microsoft.com/office/drawing/2014/main" id="{5F7DDDF2-9716-48EA-BB0C-1962945649E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9045748" y="2284588"/>
                <a:ext cx="20736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318" name="Entrada de lápiz 317">
                <a:extLst>
                  <a:ext uri="{FF2B5EF4-FFF2-40B4-BE49-F238E27FC236}">
                    <a16:creationId xmlns:a16="http://schemas.microsoft.com/office/drawing/2014/main" id="{DBD1C2DA-74A8-4D83-A445-16F8291291A5}"/>
                  </a:ext>
                </a:extLst>
              </p14:cNvPr>
              <p14:cNvContentPartPr/>
              <p14:nvPr/>
            </p14:nvContentPartPr>
            <p14:xfrm>
              <a:off x="245188" y="2115748"/>
              <a:ext cx="14760" cy="10800"/>
            </p14:xfrm>
          </p:contentPart>
        </mc:Choice>
        <mc:Fallback>
          <p:pic>
            <p:nvPicPr>
              <p:cNvPr id="318" name="Entrada de lápiz 317">
                <a:extLst>
                  <a:ext uri="{FF2B5EF4-FFF2-40B4-BE49-F238E27FC236}">
                    <a16:creationId xmlns:a16="http://schemas.microsoft.com/office/drawing/2014/main" id="{DBD1C2DA-74A8-4D83-A445-16F8291291A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09548" y="2043748"/>
                <a:ext cx="8640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319" name="Entrada de lápiz 318">
                <a:extLst>
                  <a:ext uri="{FF2B5EF4-FFF2-40B4-BE49-F238E27FC236}">
                    <a16:creationId xmlns:a16="http://schemas.microsoft.com/office/drawing/2014/main" id="{5282EA35-6D23-4C95-AB44-9573AEC2438F}"/>
                  </a:ext>
                </a:extLst>
              </p14:cNvPr>
              <p14:cNvContentPartPr/>
              <p14:nvPr/>
            </p14:nvContentPartPr>
            <p14:xfrm>
              <a:off x="3773908" y="2941588"/>
              <a:ext cx="184320" cy="285120"/>
            </p14:xfrm>
          </p:contentPart>
        </mc:Choice>
        <mc:Fallback>
          <p:pic>
            <p:nvPicPr>
              <p:cNvPr id="319" name="Entrada de lápiz 318">
                <a:extLst>
                  <a:ext uri="{FF2B5EF4-FFF2-40B4-BE49-F238E27FC236}">
                    <a16:creationId xmlns:a16="http://schemas.microsoft.com/office/drawing/2014/main" id="{5282EA35-6D23-4C95-AB44-9573AEC2438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3737908" y="2869588"/>
                <a:ext cx="255960" cy="42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320" name="Entrada de lápiz 319">
                <a:extLst>
                  <a:ext uri="{FF2B5EF4-FFF2-40B4-BE49-F238E27FC236}">
                    <a16:creationId xmlns:a16="http://schemas.microsoft.com/office/drawing/2014/main" id="{7BE681DD-567A-4548-80CF-DAE7709E6915}"/>
                  </a:ext>
                </a:extLst>
              </p14:cNvPr>
              <p14:cNvContentPartPr/>
              <p14:nvPr/>
            </p14:nvContentPartPr>
            <p14:xfrm>
              <a:off x="9229348" y="993628"/>
              <a:ext cx="262440" cy="210600"/>
            </p14:xfrm>
          </p:contentPart>
        </mc:Choice>
        <mc:Fallback>
          <p:pic>
            <p:nvPicPr>
              <p:cNvPr id="320" name="Entrada de lápiz 319">
                <a:extLst>
                  <a:ext uri="{FF2B5EF4-FFF2-40B4-BE49-F238E27FC236}">
                    <a16:creationId xmlns:a16="http://schemas.microsoft.com/office/drawing/2014/main" id="{7BE681DD-567A-4548-80CF-DAE7709E691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193348" y="921988"/>
                <a:ext cx="334080" cy="35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723848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48A719C-8D5C-4F9B-A0A5-7DB26FA84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3324" y="194163"/>
            <a:ext cx="6453844" cy="150802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9DD85E1F-A6E7-4A3F-BECD-C686B78FD8F7}"/>
                  </a:ext>
                </a:extLst>
              </p14:cNvPr>
              <p14:cNvContentPartPr/>
              <p14:nvPr/>
            </p14:nvContentPartPr>
            <p14:xfrm>
              <a:off x="3670588" y="1782748"/>
              <a:ext cx="1028520" cy="97416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9DD85E1F-A6E7-4A3F-BECD-C686B78FD8F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61588" y="1774108"/>
                <a:ext cx="1046160" cy="9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EB4424BC-BDF5-4441-8A12-43C5AF28D278}"/>
                  </a:ext>
                </a:extLst>
              </p14:cNvPr>
              <p14:cNvContentPartPr/>
              <p14:nvPr/>
            </p14:nvContentPartPr>
            <p14:xfrm>
              <a:off x="4804588" y="2384668"/>
              <a:ext cx="141840" cy="1872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EB4424BC-BDF5-4441-8A12-43C5AF28D27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795588" y="2375668"/>
                <a:ext cx="15948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5" name="Entrada de lápiz 44">
                <a:extLst>
                  <a:ext uri="{FF2B5EF4-FFF2-40B4-BE49-F238E27FC236}">
                    <a16:creationId xmlns:a16="http://schemas.microsoft.com/office/drawing/2014/main" id="{E9834E10-CAD9-491C-91D7-FD573AC88130}"/>
                  </a:ext>
                </a:extLst>
              </p14:cNvPr>
              <p14:cNvContentPartPr/>
              <p14:nvPr/>
            </p14:nvContentPartPr>
            <p14:xfrm>
              <a:off x="5066308" y="2183068"/>
              <a:ext cx="140760" cy="194400"/>
            </p14:xfrm>
          </p:contentPart>
        </mc:Choice>
        <mc:Fallback>
          <p:pic>
            <p:nvPicPr>
              <p:cNvPr id="45" name="Entrada de lápiz 44">
                <a:extLst>
                  <a:ext uri="{FF2B5EF4-FFF2-40B4-BE49-F238E27FC236}">
                    <a16:creationId xmlns:a16="http://schemas.microsoft.com/office/drawing/2014/main" id="{E9834E10-CAD9-491C-91D7-FD573AC8813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57668" y="2174068"/>
                <a:ext cx="1584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20F856D3-7DF7-450B-94C3-6A1E74FE92F5}"/>
                  </a:ext>
                </a:extLst>
              </p14:cNvPr>
              <p14:cNvContentPartPr/>
              <p14:nvPr/>
            </p14:nvContentPartPr>
            <p14:xfrm>
              <a:off x="5320828" y="2262988"/>
              <a:ext cx="28080" cy="4824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20F856D3-7DF7-450B-94C3-6A1E74FE92F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12188" y="2253988"/>
                <a:ext cx="457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2FE77AA1-B498-481C-9272-2C6683089D9B}"/>
                  </a:ext>
                </a:extLst>
              </p14:cNvPr>
              <p14:cNvContentPartPr/>
              <p14:nvPr/>
            </p14:nvContentPartPr>
            <p14:xfrm>
              <a:off x="5504788" y="1825228"/>
              <a:ext cx="558720" cy="75960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2FE77AA1-B498-481C-9272-2C6683089D9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96148" y="1816232"/>
                <a:ext cx="576360" cy="777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8C823056-6538-4DF9-97DF-73A22E1F6596}"/>
                  </a:ext>
                </a:extLst>
              </p14:cNvPr>
              <p14:cNvContentPartPr/>
              <p14:nvPr/>
            </p14:nvContentPartPr>
            <p14:xfrm>
              <a:off x="6276988" y="2149948"/>
              <a:ext cx="228600" cy="22284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8C823056-6538-4DF9-97DF-73A22E1F659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67988" y="2141308"/>
                <a:ext cx="24624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A599D4C3-6E29-4FE3-A4F4-CC928ED9AD4B}"/>
                  </a:ext>
                </a:extLst>
              </p14:cNvPr>
              <p14:cNvContentPartPr/>
              <p14:nvPr/>
            </p14:nvContentPartPr>
            <p14:xfrm>
              <a:off x="6752188" y="1832428"/>
              <a:ext cx="1387080" cy="853200"/>
            </p14:xfrm>
          </p:contentPart>
        </mc:Choice>
        <mc:Fallback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A599D4C3-6E29-4FE3-A4F4-CC928ED9AD4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743188" y="1823788"/>
                <a:ext cx="1404720" cy="87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3A60E543-8C06-4622-B02A-E9D1881933C4}"/>
                  </a:ext>
                </a:extLst>
              </p14:cNvPr>
              <p14:cNvContentPartPr/>
              <p14:nvPr/>
            </p14:nvContentPartPr>
            <p14:xfrm>
              <a:off x="8809588" y="2102068"/>
              <a:ext cx="20520" cy="3168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3A60E543-8C06-4622-B02A-E9D1881933C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800588" y="2093428"/>
                <a:ext cx="381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84" name="Entrada de lápiz 83">
                <a:extLst>
                  <a:ext uri="{FF2B5EF4-FFF2-40B4-BE49-F238E27FC236}">
                    <a16:creationId xmlns:a16="http://schemas.microsoft.com/office/drawing/2014/main" id="{10BD32FC-EB74-461A-B62C-6723BD44D9C5}"/>
                  </a:ext>
                </a:extLst>
              </p14:cNvPr>
              <p14:cNvContentPartPr/>
              <p14:nvPr/>
            </p14:nvContentPartPr>
            <p14:xfrm>
              <a:off x="8298028" y="2147788"/>
              <a:ext cx="146160" cy="187200"/>
            </p14:xfrm>
          </p:contentPart>
        </mc:Choice>
        <mc:Fallback>
          <p:pic>
            <p:nvPicPr>
              <p:cNvPr id="84" name="Entrada de lápiz 83">
                <a:extLst>
                  <a:ext uri="{FF2B5EF4-FFF2-40B4-BE49-F238E27FC236}">
                    <a16:creationId xmlns:a16="http://schemas.microsoft.com/office/drawing/2014/main" id="{10BD32FC-EB74-461A-B62C-6723BD44D9C5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289388" y="2139148"/>
                <a:ext cx="16380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9CB18F76-027C-4484-BD02-992BE6F82850}"/>
                  </a:ext>
                </a:extLst>
              </p14:cNvPr>
              <p14:cNvContentPartPr/>
              <p14:nvPr/>
            </p14:nvContentPartPr>
            <p14:xfrm>
              <a:off x="8983108" y="1814428"/>
              <a:ext cx="261360" cy="312480"/>
            </p14:xfrm>
          </p:contentPart>
        </mc:Choice>
        <mc:Fallback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9CB18F76-027C-4484-BD02-992BE6F8285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974108" y="1805428"/>
                <a:ext cx="2790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A40A3A6D-E3A9-4BE9-9622-73F7BC325824}"/>
                  </a:ext>
                </a:extLst>
              </p14:cNvPr>
              <p14:cNvContentPartPr/>
              <p14:nvPr/>
            </p14:nvContentPartPr>
            <p14:xfrm>
              <a:off x="8568388" y="1957348"/>
              <a:ext cx="147240" cy="23256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A40A3A6D-E3A9-4BE9-9622-73F7BC32582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559748" y="1948348"/>
                <a:ext cx="1648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89" name="Entrada de lápiz 88">
                <a:extLst>
                  <a:ext uri="{FF2B5EF4-FFF2-40B4-BE49-F238E27FC236}">
                    <a16:creationId xmlns:a16="http://schemas.microsoft.com/office/drawing/2014/main" id="{8529B5FE-1754-4DB4-82FE-C0D1C2921AFE}"/>
                  </a:ext>
                </a:extLst>
              </p14:cNvPr>
              <p14:cNvContentPartPr/>
              <p14:nvPr/>
            </p14:nvContentPartPr>
            <p14:xfrm>
              <a:off x="9456508" y="2079028"/>
              <a:ext cx="177840" cy="27000"/>
            </p14:xfrm>
          </p:contentPart>
        </mc:Choice>
        <mc:Fallback>
          <p:pic>
            <p:nvPicPr>
              <p:cNvPr id="89" name="Entrada de lápiz 88">
                <a:extLst>
                  <a:ext uri="{FF2B5EF4-FFF2-40B4-BE49-F238E27FC236}">
                    <a16:creationId xmlns:a16="http://schemas.microsoft.com/office/drawing/2014/main" id="{8529B5FE-1754-4DB4-82FE-C0D1C2921AF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447868" y="2070028"/>
                <a:ext cx="1954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7AB9698B-6290-472A-964D-8027B98A4D60}"/>
                  </a:ext>
                </a:extLst>
              </p14:cNvPr>
              <p14:cNvContentPartPr/>
              <p14:nvPr/>
            </p14:nvContentPartPr>
            <p14:xfrm>
              <a:off x="9885268" y="1281628"/>
              <a:ext cx="2317680" cy="118296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7AB9698B-6290-472A-964D-8027B98A4D6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876628" y="1272631"/>
                <a:ext cx="2335320" cy="12005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24" name="Entrada de lápiz 123">
                <a:extLst>
                  <a:ext uri="{FF2B5EF4-FFF2-40B4-BE49-F238E27FC236}">
                    <a16:creationId xmlns:a16="http://schemas.microsoft.com/office/drawing/2014/main" id="{7F3C399C-B5B4-4CE6-9E61-B75C1C878552}"/>
                  </a:ext>
                </a:extLst>
              </p14:cNvPr>
              <p14:cNvContentPartPr/>
              <p14:nvPr/>
            </p14:nvContentPartPr>
            <p14:xfrm>
              <a:off x="1296748" y="1721548"/>
              <a:ext cx="2235960" cy="1109880"/>
            </p14:xfrm>
          </p:contentPart>
        </mc:Choice>
        <mc:Fallback>
          <p:pic>
            <p:nvPicPr>
              <p:cNvPr id="124" name="Entrada de lápiz 123">
                <a:extLst>
                  <a:ext uri="{FF2B5EF4-FFF2-40B4-BE49-F238E27FC236}">
                    <a16:creationId xmlns:a16="http://schemas.microsoft.com/office/drawing/2014/main" id="{7F3C399C-B5B4-4CE6-9E61-B75C1C87855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1288108" y="1712908"/>
                <a:ext cx="2253600" cy="11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145" name="Entrada de lápiz 144">
                <a:extLst>
                  <a:ext uri="{FF2B5EF4-FFF2-40B4-BE49-F238E27FC236}">
                    <a16:creationId xmlns:a16="http://schemas.microsoft.com/office/drawing/2014/main" id="{F40CEC9B-49B9-45D0-A1D8-24EC9E5B666B}"/>
                  </a:ext>
                </a:extLst>
              </p14:cNvPr>
              <p14:cNvContentPartPr/>
              <p14:nvPr/>
            </p14:nvContentPartPr>
            <p14:xfrm>
              <a:off x="6224428" y="3240748"/>
              <a:ext cx="227520" cy="302760"/>
            </p14:xfrm>
          </p:contentPart>
        </mc:Choice>
        <mc:Fallback>
          <p:pic>
            <p:nvPicPr>
              <p:cNvPr id="145" name="Entrada de lápiz 144">
                <a:extLst>
                  <a:ext uri="{FF2B5EF4-FFF2-40B4-BE49-F238E27FC236}">
                    <a16:creationId xmlns:a16="http://schemas.microsoft.com/office/drawing/2014/main" id="{F40CEC9B-49B9-45D0-A1D8-24EC9E5B666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215428" y="3231748"/>
                <a:ext cx="245160" cy="32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151" name="Entrada de lápiz 150">
                <a:extLst>
                  <a:ext uri="{FF2B5EF4-FFF2-40B4-BE49-F238E27FC236}">
                    <a16:creationId xmlns:a16="http://schemas.microsoft.com/office/drawing/2014/main" id="{C0A90EE8-4A09-4B9F-9C04-6FCE7128707F}"/>
                  </a:ext>
                </a:extLst>
              </p14:cNvPr>
              <p14:cNvContentPartPr/>
              <p14:nvPr/>
            </p14:nvContentPartPr>
            <p14:xfrm>
              <a:off x="6757948" y="3138508"/>
              <a:ext cx="548280" cy="423720"/>
            </p14:xfrm>
          </p:contentPart>
        </mc:Choice>
        <mc:Fallback>
          <p:pic>
            <p:nvPicPr>
              <p:cNvPr id="151" name="Entrada de lápiz 150">
                <a:extLst>
                  <a:ext uri="{FF2B5EF4-FFF2-40B4-BE49-F238E27FC236}">
                    <a16:creationId xmlns:a16="http://schemas.microsoft.com/office/drawing/2014/main" id="{C0A90EE8-4A09-4B9F-9C04-6FCE7128707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749308" y="3129516"/>
                <a:ext cx="565920" cy="4413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161" name="Entrada de lápiz 160">
                <a:extLst>
                  <a:ext uri="{FF2B5EF4-FFF2-40B4-BE49-F238E27FC236}">
                    <a16:creationId xmlns:a16="http://schemas.microsoft.com/office/drawing/2014/main" id="{3242E4D0-737F-4587-8B89-6387420B6993}"/>
                  </a:ext>
                </a:extLst>
              </p14:cNvPr>
              <p14:cNvContentPartPr/>
              <p14:nvPr/>
            </p14:nvContentPartPr>
            <p14:xfrm>
              <a:off x="3430828" y="3159388"/>
              <a:ext cx="2612520" cy="502200"/>
            </p14:xfrm>
          </p:contentPart>
        </mc:Choice>
        <mc:Fallback>
          <p:pic>
            <p:nvPicPr>
              <p:cNvPr id="161" name="Entrada de lápiz 160">
                <a:extLst>
                  <a:ext uri="{FF2B5EF4-FFF2-40B4-BE49-F238E27FC236}">
                    <a16:creationId xmlns:a16="http://schemas.microsoft.com/office/drawing/2014/main" id="{3242E4D0-737F-4587-8B89-6387420B6993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3422187" y="3150388"/>
                <a:ext cx="2630162" cy="5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163" name="Entrada de lápiz 162">
                <a:extLst>
                  <a:ext uri="{FF2B5EF4-FFF2-40B4-BE49-F238E27FC236}">
                    <a16:creationId xmlns:a16="http://schemas.microsoft.com/office/drawing/2014/main" id="{2FB3060E-7079-4740-B8B2-25D45CDE8D12}"/>
                  </a:ext>
                </a:extLst>
              </p14:cNvPr>
              <p14:cNvContentPartPr/>
              <p14:nvPr/>
            </p14:nvContentPartPr>
            <p14:xfrm>
              <a:off x="5114908" y="3902068"/>
              <a:ext cx="1559520" cy="1003680"/>
            </p14:xfrm>
          </p:contentPart>
        </mc:Choice>
        <mc:Fallback>
          <p:pic>
            <p:nvPicPr>
              <p:cNvPr id="163" name="Entrada de lápiz 162">
                <a:extLst>
                  <a:ext uri="{FF2B5EF4-FFF2-40B4-BE49-F238E27FC236}">
                    <a16:creationId xmlns:a16="http://schemas.microsoft.com/office/drawing/2014/main" id="{2FB3060E-7079-4740-B8B2-25D45CDE8D12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106268" y="3893068"/>
                <a:ext cx="1577160" cy="10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164" name="Entrada de lápiz 163">
                <a:extLst>
                  <a:ext uri="{FF2B5EF4-FFF2-40B4-BE49-F238E27FC236}">
                    <a16:creationId xmlns:a16="http://schemas.microsoft.com/office/drawing/2014/main" id="{9A4B30D0-E959-46D6-B097-28CB339BD19B}"/>
                  </a:ext>
                </a:extLst>
              </p14:cNvPr>
              <p14:cNvContentPartPr/>
              <p14:nvPr/>
            </p14:nvContentPartPr>
            <p14:xfrm>
              <a:off x="3860308" y="1959868"/>
              <a:ext cx="752400" cy="672120"/>
            </p14:xfrm>
          </p:contentPart>
        </mc:Choice>
        <mc:Fallback>
          <p:pic>
            <p:nvPicPr>
              <p:cNvPr id="164" name="Entrada de lápiz 163">
                <a:extLst>
                  <a:ext uri="{FF2B5EF4-FFF2-40B4-BE49-F238E27FC236}">
                    <a16:creationId xmlns:a16="http://schemas.microsoft.com/office/drawing/2014/main" id="{9A4B30D0-E959-46D6-B097-28CB339BD19B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824308" y="1887868"/>
                <a:ext cx="824040" cy="81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165" name="Entrada de lápiz 164">
                <a:extLst>
                  <a:ext uri="{FF2B5EF4-FFF2-40B4-BE49-F238E27FC236}">
                    <a16:creationId xmlns:a16="http://schemas.microsoft.com/office/drawing/2014/main" id="{D800B948-1906-4BB4-81F1-B7D17493A8B6}"/>
                  </a:ext>
                </a:extLst>
              </p14:cNvPr>
              <p14:cNvContentPartPr/>
              <p14:nvPr/>
            </p14:nvContentPartPr>
            <p14:xfrm>
              <a:off x="3846988" y="3228148"/>
              <a:ext cx="340560" cy="335520"/>
            </p14:xfrm>
          </p:contentPart>
        </mc:Choice>
        <mc:Fallback>
          <p:pic>
            <p:nvPicPr>
              <p:cNvPr id="165" name="Entrada de lápiz 164">
                <a:extLst>
                  <a:ext uri="{FF2B5EF4-FFF2-40B4-BE49-F238E27FC236}">
                    <a16:creationId xmlns:a16="http://schemas.microsoft.com/office/drawing/2014/main" id="{D800B948-1906-4BB4-81F1-B7D17493A8B6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3810988" y="3156148"/>
                <a:ext cx="412200" cy="4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166" name="Entrada de lápiz 165">
                <a:extLst>
                  <a:ext uri="{FF2B5EF4-FFF2-40B4-BE49-F238E27FC236}">
                    <a16:creationId xmlns:a16="http://schemas.microsoft.com/office/drawing/2014/main" id="{3971075C-7F63-423F-B9EA-E6A037EC9A5C}"/>
                  </a:ext>
                </a:extLst>
              </p14:cNvPr>
              <p14:cNvContentPartPr/>
              <p14:nvPr/>
            </p14:nvContentPartPr>
            <p14:xfrm>
              <a:off x="5045428" y="1945468"/>
              <a:ext cx="966960" cy="635040"/>
            </p14:xfrm>
          </p:contentPart>
        </mc:Choice>
        <mc:Fallback>
          <p:pic>
            <p:nvPicPr>
              <p:cNvPr id="166" name="Entrada de lápiz 165">
                <a:extLst>
                  <a:ext uri="{FF2B5EF4-FFF2-40B4-BE49-F238E27FC236}">
                    <a16:creationId xmlns:a16="http://schemas.microsoft.com/office/drawing/2014/main" id="{3971075C-7F63-423F-B9EA-E6A037EC9A5C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027428" y="1909828"/>
                <a:ext cx="1002600" cy="70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3ADD09EE-5DEB-48A6-8A5F-AAD96BA8EF59}"/>
                  </a:ext>
                </a:extLst>
              </p14:cNvPr>
              <p14:cNvContentPartPr/>
              <p14:nvPr/>
            </p14:nvContentPartPr>
            <p14:xfrm>
              <a:off x="4677868" y="3237508"/>
              <a:ext cx="407160" cy="33876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3ADD09EE-5DEB-48A6-8A5F-AAD96BA8EF59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659868" y="3201508"/>
                <a:ext cx="442800" cy="41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61EB5A5D-E565-498A-A87A-491937974B27}"/>
                  </a:ext>
                </a:extLst>
              </p14:cNvPr>
              <p14:cNvContentPartPr/>
              <p14:nvPr/>
            </p14:nvContentPartPr>
            <p14:xfrm>
              <a:off x="6946948" y="1813348"/>
              <a:ext cx="1192680" cy="848880"/>
            </p14:xfrm>
          </p:contentPart>
        </mc:Choice>
        <mc:Fallback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61EB5A5D-E565-498A-A87A-491937974B27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6928948" y="1777708"/>
                <a:ext cx="1228320" cy="9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169" name="Entrada de lápiz 168">
                <a:extLst>
                  <a:ext uri="{FF2B5EF4-FFF2-40B4-BE49-F238E27FC236}">
                    <a16:creationId xmlns:a16="http://schemas.microsoft.com/office/drawing/2014/main" id="{391F147A-970B-4A50-8A37-02E4C504CE2D}"/>
                  </a:ext>
                </a:extLst>
              </p14:cNvPr>
              <p14:cNvContentPartPr/>
              <p14:nvPr/>
            </p14:nvContentPartPr>
            <p14:xfrm>
              <a:off x="5582548" y="3210868"/>
              <a:ext cx="461880" cy="375120"/>
            </p14:xfrm>
          </p:contentPart>
        </mc:Choice>
        <mc:Fallback>
          <p:pic>
            <p:nvPicPr>
              <p:cNvPr id="169" name="Entrada de lápiz 168">
                <a:extLst>
                  <a:ext uri="{FF2B5EF4-FFF2-40B4-BE49-F238E27FC236}">
                    <a16:creationId xmlns:a16="http://schemas.microsoft.com/office/drawing/2014/main" id="{391F147A-970B-4A50-8A37-02E4C504CE2D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564548" y="3175228"/>
                <a:ext cx="49752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97B52D22-5E74-4D44-B5A0-87417E0725CC}"/>
                  </a:ext>
                </a:extLst>
              </p14:cNvPr>
              <p14:cNvContentPartPr/>
              <p14:nvPr/>
            </p14:nvContentPartPr>
            <p14:xfrm>
              <a:off x="9044308" y="2107828"/>
              <a:ext cx="36000" cy="1332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97B52D22-5E74-4D44-B5A0-87417E0725C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026668" y="2071828"/>
                <a:ext cx="716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171" name="Entrada de lápiz 170">
                <a:extLst>
                  <a:ext uri="{FF2B5EF4-FFF2-40B4-BE49-F238E27FC236}">
                    <a16:creationId xmlns:a16="http://schemas.microsoft.com/office/drawing/2014/main" id="{22FB4E36-17E2-43F0-A759-8B6005FD4093}"/>
                  </a:ext>
                </a:extLst>
              </p14:cNvPr>
              <p14:cNvContentPartPr/>
              <p14:nvPr/>
            </p14:nvContentPartPr>
            <p14:xfrm>
              <a:off x="9079948" y="2107828"/>
              <a:ext cx="360" cy="360"/>
            </p14:xfrm>
          </p:contentPart>
        </mc:Choice>
        <mc:Fallback>
          <p:pic>
            <p:nvPicPr>
              <p:cNvPr id="171" name="Entrada de lápiz 170">
                <a:extLst>
                  <a:ext uri="{FF2B5EF4-FFF2-40B4-BE49-F238E27FC236}">
                    <a16:creationId xmlns:a16="http://schemas.microsoft.com/office/drawing/2014/main" id="{22FB4E36-17E2-43F0-A759-8B6005FD4093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9062308" y="2071828"/>
                <a:ext cx="36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172" name="Entrada de lápiz 171">
                <a:extLst>
                  <a:ext uri="{FF2B5EF4-FFF2-40B4-BE49-F238E27FC236}">
                    <a16:creationId xmlns:a16="http://schemas.microsoft.com/office/drawing/2014/main" id="{D18AB1E7-A227-47F0-BBD0-DC46B5A4FB11}"/>
                  </a:ext>
                </a:extLst>
              </p14:cNvPr>
              <p14:cNvContentPartPr/>
              <p14:nvPr/>
            </p14:nvContentPartPr>
            <p14:xfrm>
              <a:off x="8484868" y="1788868"/>
              <a:ext cx="900000" cy="497880"/>
            </p14:xfrm>
          </p:contentPart>
        </mc:Choice>
        <mc:Fallback>
          <p:pic>
            <p:nvPicPr>
              <p:cNvPr id="172" name="Entrada de lápiz 171">
                <a:extLst>
                  <a:ext uri="{FF2B5EF4-FFF2-40B4-BE49-F238E27FC236}">
                    <a16:creationId xmlns:a16="http://schemas.microsoft.com/office/drawing/2014/main" id="{D18AB1E7-A227-47F0-BBD0-DC46B5A4FB11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8467228" y="1753228"/>
                <a:ext cx="935640" cy="56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173" name="Entrada de lápiz 172">
                <a:extLst>
                  <a:ext uri="{FF2B5EF4-FFF2-40B4-BE49-F238E27FC236}">
                    <a16:creationId xmlns:a16="http://schemas.microsoft.com/office/drawing/2014/main" id="{E589AA73-5A88-445E-BB77-BE358978C8C4}"/>
                  </a:ext>
                </a:extLst>
              </p14:cNvPr>
              <p14:cNvContentPartPr/>
              <p14:nvPr/>
            </p14:nvContentPartPr>
            <p14:xfrm>
              <a:off x="6751828" y="3150028"/>
              <a:ext cx="638640" cy="516600"/>
            </p14:xfrm>
          </p:contentPart>
        </mc:Choice>
        <mc:Fallback>
          <p:pic>
            <p:nvPicPr>
              <p:cNvPr id="173" name="Entrada de lápiz 172">
                <a:extLst>
                  <a:ext uri="{FF2B5EF4-FFF2-40B4-BE49-F238E27FC236}">
                    <a16:creationId xmlns:a16="http://schemas.microsoft.com/office/drawing/2014/main" id="{E589AA73-5A88-445E-BB77-BE358978C8C4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734188" y="3114028"/>
                <a:ext cx="674280" cy="58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0418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4ED1615-76A6-4ADC-BEF4-C89E480D0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945" y="246184"/>
            <a:ext cx="9595412" cy="70103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D5ADE92-CFD5-4955-84CD-820B56BBE8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95" y="947219"/>
            <a:ext cx="4617330" cy="38779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1" name="Entrada de lápiz 10">
                <a:extLst>
                  <a:ext uri="{FF2B5EF4-FFF2-40B4-BE49-F238E27FC236}">
                    <a16:creationId xmlns:a16="http://schemas.microsoft.com/office/drawing/2014/main" id="{C85D6C72-8F08-4446-9617-78049DED44E6}"/>
                  </a:ext>
                </a:extLst>
              </p14:cNvPr>
              <p14:cNvContentPartPr/>
              <p14:nvPr/>
            </p14:nvContentPartPr>
            <p14:xfrm>
              <a:off x="5259988" y="905068"/>
              <a:ext cx="652320" cy="1639080"/>
            </p14:xfrm>
          </p:contentPart>
        </mc:Choice>
        <mc:Fallback>
          <p:pic>
            <p:nvPicPr>
              <p:cNvPr id="11" name="Entrada de lápiz 10">
                <a:extLst>
                  <a:ext uri="{FF2B5EF4-FFF2-40B4-BE49-F238E27FC236}">
                    <a16:creationId xmlns:a16="http://schemas.microsoft.com/office/drawing/2014/main" id="{C85D6C72-8F08-4446-9617-78049DED44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1343" y="896428"/>
                <a:ext cx="669970" cy="165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Entrada de lápiz 13">
                <a:extLst>
                  <a:ext uri="{FF2B5EF4-FFF2-40B4-BE49-F238E27FC236}">
                    <a16:creationId xmlns:a16="http://schemas.microsoft.com/office/drawing/2014/main" id="{486C0651-B595-4546-B79F-8E0B20CFBF5D}"/>
                  </a:ext>
                </a:extLst>
              </p14:cNvPr>
              <p14:cNvContentPartPr/>
              <p14:nvPr/>
            </p14:nvContentPartPr>
            <p14:xfrm>
              <a:off x="6036508" y="1307908"/>
              <a:ext cx="537840" cy="495000"/>
            </p14:xfrm>
          </p:contentPart>
        </mc:Choice>
        <mc:Fallback>
          <p:pic>
            <p:nvPicPr>
              <p:cNvPr id="14" name="Entrada de lápiz 13">
                <a:extLst>
                  <a:ext uri="{FF2B5EF4-FFF2-40B4-BE49-F238E27FC236}">
                    <a16:creationId xmlns:a16="http://schemas.microsoft.com/office/drawing/2014/main" id="{486C0651-B595-4546-B79F-8E0B20CFBF5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7868" y="1298908"/>
                <a:ext cx="555480" cy="51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5" name="Entrada de lápiz 14">
                <a:extLst>
                  <a:ext uri="{FF2B5EF4-FFF2-40B4-BE49-F238E27FC236}">
                    <a16:creationId xmlns:a16="http://schemas.microsoft.com/office/drawing/2014/main" id="{30AB5D02-7365-4D9C-B96E-6AF6C4409A29}"/>
                  </a:ext>
                </a:extLst>
              </p14:cNvPr>
              <p14:cNvContentPartPr/>
              <p14:nvPr/>
            </p14:nvContentPartPr>
            <p14:xfrm>
              <a:off x="6682708" y="1568188"/>
              <a:ext cx="210960" cy="26640"/>
            </p14:xfrm>
          </p:contentPart>
        </mc:Choice>
        <mc:Fallback>
          <p:pic>
            <p:nvPicPr>
              <p:cNvPr id="15" name="Entrada de lápiz 14">
                <a:extLst>
                  <a:ext uri="{FF2B5EF4-FFF2-40B4-BE49-F238E27FC236}">
                    <a16:creationId xmlns:a16="http://schemas.microsoft.com/office/drawing/2014/main" id="{30AB5D02-7365-4D9C-B96E-6AF6C4409A2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74068" y="1559548"/>
                <a:ext cx="2286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6" name="Entrada de lápiz 15">
                <a:extLst>
                  <a:ext uri="{FF2B5EF4-FFF2-40B4-BE49-F238E27FC236}">
                    <a16:creationId xmlns:a16="http://schemas.microsoft.com/office/drawing/2014/main" id="{F786CED0-50AC-4E1F-97E0-CC4E856C36B9}"/>
                  </a:ext>
                </a:extLst>
              </p14:cNvPr>
              <p14:cNvContentPartPr/>
              <p14:nvPr/>
            </p14:nvContentPartPr>
            <p14:xfrm>
              <a:off x="7036948" y="1324108"/>
              <a:ext cx="137880" cy="365400"/>
            </p14:xfrm>
          </p:contentPart>
        </mc:Choice>
        <mc:Fallback>
          <p:pic>
            <p:nvPicPr>
              <p:cNvPr id="16" name="Entrada de lápiz 15">
                <a:extLst>
                  <a:ext uri="{FF2B5EF4-FFF2-40B4-BE49-F238E27FC236}">
                    <a16:creationId xmlns:a16="http://schemas.microsoft.com/office/drawing/2014/main" id="{F786CED0-50AC-4E1F-97E0-CC4E856C36B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027948" y="1315468"/>
                <a:ext cx="155520" cy="38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7" name="Entrada de lápiz 16">
                <a:extLst>
                  <a:ext uri="{FF2B5EF4-FFF2-40B4-BE49-F238E27FC236}">
                    <a16:creationId xmlns:a16="http://schemas.microsoft.com/office/drawing/2014/main" id="{B6B8F196-F645-4E25-99E6-96C764A62931}"/>
                  </a:ext>
                </a:extLst>
              </p14:cNvPr>
              <p14:cNvContentPartPr/>
              <p14:nvPr/>
            </p14:nvContentPartPr>
            <p14:xfrm>
              <a:off x="7263388" y="1456948"/>
              <a:ext cx="139320" cy="258840"/>
            </p14:xfrm>
          </p:contentPart>
        </mc:Choice>
        <mc:Fallback>
          <p:pic>
            <p:nvPicPr>
              <p:cNvPr id="17" name="Entrada de lápiz 16">
                <a:extLst>
                  <a:ext uri="{FF2B5EF4-FFF2-40B4-BE49-F238E27FC236}">
                    <a16:creationId xmlns:a16="http://schemas.microsoft.com/office/drawing/2014/main" id="{B6B8F196-F645-4E25-99E6-96C764A6293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54748" y="1448308"/>
                <a:ext cx="156960" cy="27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2" name="Entrada de lápiz 21">
                <a:extLst>
                  <a:ext uri="{FF2B5EF4-FFF2-40B4-BE49-F238E27FC236}">
                    <a16:creationId xmlns:a16="http://schemas.microsoft.com/office/drawing/2014/main" id="{4B667091-15D2-405F-8D47-019054D0FC4B}"/>
                  </a:ext>
                </a:extLst>
              </p14:cNvPr>
              <p14:cNvContentPartPr/>
              <p14:nvPr/>
            </p14:nvContentPartPr>
            <p14:xfrm>
              <a:off x="7559668" y="1294948"/>
              <a:ext cx="504360" cy="376560"/>
            </p14:xfrm>
          </p:contentPart>
        </mc:Choice>
        <mc:Fallback>
          <p:pic>
            <p:nvPicPr>
              <p:cNvPr id="22" name="Entrada de lápiz 21">
                <a:extLst>
                  <a:ext uri="{FF2B5EF4-FFF2-40B4-BE49-F238E27FC236}">
                    <a16:creationId xmlns:a16="http://schemas.microsoft.com/office/drawing/2014/main" id="{4B667091-15D2-405F-8D47-019054D0FC4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7551028" y="1286308"/>
                <a:ext cx="52200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6" name="Entrada de lápiz 25">
                <a:extLst>
                  <a:ext uri="{FF2B5EF4-FFF2-40B4-BE49-F238E27FC236}">
                    <a16:creationId xmlns:a16="http://schemas.microsoft.com/office/drawing/2014/main" id="{B6896BD4-CAA9-4DDA-9509-C09FC361BF1B}"/>
                  </a:ext>
                </a:extLst>
              </p14:cNvPr>
              <p14:cNvContentPartPr/>
              <p14:nvPr/>
            </p14:nvContentPartPr>
            <p14:xfrm>
              <a:off x="8431948" y="1234468"/>
              <a:ext cx="397080" cy="538560"/>
            </p14:xfrm>
          </p:contentPart>
        </mc:Choice>
        <mc:Fallback>
          <p:pic>
            <p:nvPicPr>
              <p:cNvPr id="26" name="Entrada de lápiz 25">
                <a:extLst>
                  <a:ext uri="{FF2B5EF4-FFF2-40B4-BE49-F238E27FC236}">
                    <a16:creationId xmlns:a16="http://schemas.microsoft.com/office/drawing/2014/main" id="{B6896BD4-CAA9-4DDA-9509-C09FC361BF1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423308" y="1225468"/>
                <a:ext cx="414720" cy="55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7" name="Entrada de lápiz 26">
                <a:extLst>
                  <a:ext uri="{FF2B5EF4-FFF2-40B4-BE49-F238E27FC236}">
                    <a16:creationId xmlns:a16="http://schemas.microsoft.com/office/drawing/2014/main" id="{6EFD8246-5EB9-485D-AF3F-7008041FA39D}"/>
                  </a:ext>
                </a:extLst>
              </p14:cNvPr>
              <p14:cNvContentPartPr/>
              <p14:nvPr/>
            </p14:nvContentPartPr>
            <p14:xfrm>
              <a:off x="5378428" y="2937268"/>
              <a:ext cx="233280" cy="824760"/>
            </p14:xfrm>
          </p:contentPart>
        </mc:Choice>
        <mc:Fallback>
          <p:pic>
            <p:nvPicPr>
              <p:cNvPr id="27" name="Entrada de lápiz 26">
                <a:extLst>
                  <a:ext uri="{FF2B5EF4-FFF2-40B4-BE49-F238E27FC236}">
                    <a16:creationId xmlns:a16="http://schemas.microsoft.com/office/drawing/2014/main" id="{6EFD8246-5EB9-485D-AF3F-7008041FA39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69428" y="2928628"/>
                <a:ext cx="250920" cy="84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8" name="Entrada de lápiz 27">
                <a:extLst>
                  <a:ext uri="{FF2B5EF4-FFF2-40B4-BE49-F238E27FC236}">
                    <a16:creationId xmlns:a16="http://schemas.microsoft.com/office/drawing/2014/main" id="{8FF19E1D-BABE-4C17-8473-25C7D2F0CCA0}"/>
                  </a:ext>
                </a:extLst>
              </p14:cNvPr>
              <p14:cNvContentPartPr/>
              <p14:nvPr/>
            </p14:nvContentPartPr>
            <p14:xfrm>
              <a:off x="5446828" y="3849868"/>
              <a:ext cx="146160" cy="16200"/>
            </p14:xfrm>
          </p:contentPart>
        </mc:Choice>
        <mc:Fallback>
          <p:pic>
            <p:nvPicPr>
              <p:cNvPr id="28" name="Entrada de lápiz 27">
                <a:extLst>
                  <a:ext uri="{FF2B5EF4-FFF2-40B4-BE49-F238E27FC236}">
                    <a16:creationId xmlns:a16="http://schemas.microsoft.com/office/drawing/2014/main" id="{8FF19E1D-BABE-4C17-8473-25C7D2F0CCA0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438188" y="3840868"/>
                <a:ext cx="1638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0" name="Entrada de lápiz 29">
                <a:extLst>
                  <a:ext uri="{FF2B5EF4-FFF2-40B4-BE49-F238E27FC236}">
                    <a16:creationId xmlns:a16="http://schemas.microsoft.com/office/drawing/2014/main" id="{47AD4FA5-E0ED-437A-8AC3-F7D420ED2608}"/>
                  </a:ext>
                </a:extLst>
              </p14:cNvPr>
              <p14:cNvContentPartPr/>
              <p14:nvPr/>
            </p14:nvContentPartPr>
            <p14:xfrm>
              <a:off x="5735908" y="3819988"/>
              <a:ext cx="75960" cy="149400"/>
            </p14:xfrm>
          </p:contentPart>
        </mc:Choice>
        <mc:Fallback>
          <p:pic>
            <p:nvPicPr>
              <p:cNvPr id="30" name="Entrada de lápiz 29">
                <a:extLst>
                  <a:ext uri="{FF2B5EF4-FFF2-40B4-BE49-F238E27FC236}">
                    <a16:creationId xmlns:a16="http://schemas.microsoft.com/office/drawing/2014/main" id="{47AD4FA5-E0ED-437A-8AC3-F7D420ED260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5727268" y="3810988"/>
                <a:ext cx="936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31" name="Entrada de lápiz 30">
                <a:extLst>
                  <a:ext uri="{FF2B5EF4-FFF2-40B4-BE49-F238E27FC236}">
                    <a16:creationId xmlns:a16="http://schemas.microsoft.com/office/drawing/2014/main" id="{0D172427-DFD0-4EFE-B20A-9901726F7DCF}"/>
                  </a:ext>
                </a:extLst>
              </p14:cNvPr>
              <p14:cNvContentPartPr/>
              <p14:nvPr/>
            </p14:nvContentPartPr>
            <p14:xfrm>
              <a:off x="5740588" y="2896948"/>
              <a:ext cx="160560" cy="140400"/>
            </p14:xfrm>
          </p:contentPart>
        </mc:Choice>
        <mc:Fallback>
          <p:pic>
            <p:nvPicPr>
              <p:cNvPr id="31" name="Entrada de lápiz 30">
                <a:extLst>
                  <a:ext uri="{FF2B5EF4-FFF2-40B4-BE49-F238E27FC236}">
                    <a16:creationId xmlns:a16="http://schemas.microsoft.com/office/drawing/2014/main" id="{0D172427-DFD0-4EFE-B20A-9901726F7DC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731588" y="2887948"/>
                <a:ext cx="1782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32" name="Entrada de lápiz 31">
                <a:extLst>
                  <a:ext uri="{FF2B5EF4-FFF2-40B4-BE49-F238E27FC236}">
                    <a16:creationId xmlns:a16="http://schemas.microsoft.com/office/drawing/2014/main" id="{478084FC-AB5D-4F66-8B2E-B24AB8846A2A}"/>
                  </a:ext>
                </a:extLst>
              </p14:cNvPr>
              <p14:cNvContentPartPr/>
              <p14:nvPr/>
            </p14:nvContentPartPr>
            <p14:xfrm>
              <a:off x="5862268" y="3258028"/>
              <a:ext cx="187560" cy="217800"/>
            </p14:xfrm>
          </p:contentPart>
        </mc:Choice>
        <mc:Fallback>
          <p:pic>
            <p:nvPicPr>
              <p:cNvPr id="32" name="Entrada de lápiz 31">
                <a:extLst>
                  <a:ext uri="{FF2B5EF4-FFF2-40B4-BE49-F238E27FC236}">
                    <a16:creationId xmlns:a16="http://schemas.microsoft.com/office/drawing/2014/main" id="{478084FC-AB5D-4F66-8B2E-B24AB8846A2A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53628" y="3249028"/>
                <a:ext cx="205200" cy="23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33" name="Entrada de lápiz 32">
                <a:extLst>
                  <a:ext uri="{FF2B5EF4-FFF2-40B4-BE49-F238E27FC236}">
                    <a16:creationId xmlns:a16="http://schemas.microsoft.com/office/drawing/2014/main" id="{0189808D-CC0B-4D45-8F69-F6F63558CF4A}"/>
                  </a:ext>
                </a:extLst>
              </p14:cNvPr>
              <p14:cNvContentPartPr/>
              <p14:nvPr/>
            </p14:nvContentPartPr>
            <p14:xfrm>
              <a:off x="6170068" y="3403108"/>
              <a:ext cx="113400" cy="13680"/>
            </p14:xfrm>
          </p:contentPart>
        </mc:Choice>
        <mc:Fallback>
          <p:pic>
            <p:nvPicPr>
              <p:cNvPr id="33" name="Entrada de lápiz 32">
                <a:extLst>
                  <a:ext uri="{FF2B5EF4-FFF2-40B4-BE49-F238E27FC236}">
                    <a16:creationId xmlns:a16="http://schemas.microsoft.com/office/drawing/2014/main" id="{0189808D-CC0B-4D45-8F69-F6F63558CF4A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161428" y="3394468"/>
                <a:ext cx="1310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12CFC980-A9C6-4066-8EC4-5D19D6FCFC4D}"/>
                  </a:ext>
                </a:extLst>
              </p14:cNvPr>
              <p14:cNvContentPartPr/>
              <p14:nvPr/>
            </p14:nvContentPartPr>
            <p14:xfrm>
              <a:off x="7040908" y="3312748"/>
              <a:ext cx="181080" cy="26136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12CFC980-A9C6-4066-8EC4-5D19D6FCFC4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032268" y="3304108"/>
                <a:ext cx="19872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E0624F21-15A6-4924-B3F1-8D1E9F7304CB}"/>
                  </a:ext>
                </a:extLst>
              </p14:cNvPr>
              <p14:cNvContentPartPr/>
              <p14:nvPr/>
            </p14:nvContentPartPr>
            <p14:xfrm>
              <a:off x="7329268" y="3380068"/>
              <a:ext cx="117000" cy="1332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E0624F21-15A6-4924-B3F1-8D1E9F7304C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20628" y="3371428"/>
                <a:ext cx="13464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DF4CD919-1832-4AFA-BE87-5924811BEB53}"/>
                  </a:ext>
                </a:extLst>
              </p14:cNvPr>
              <p14:cNvContentPartPr/>
              <p14:nvPr/>
            </p14:nvContentPartPr>
            <p14:xfrm>
              <a:off x="7618348" y="3268468"/>
              <a:ext cx="51120" cy="16668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DF4CD919-1832-4AFA-BE87-5924811BEB5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609708" y="3259468"/>
                <a:ext cx="687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DE2A779F-F8C6-4EB2-81EA-7B08D028F96E}"/>
                  </a:ext>
                </a:extLst>
              </p14:cNvPr>
              <p14:cNvContentPartPr/>
              <p14:nvPr/>
            </p14:nvContentPartPr>
            <p14:xfrm>
              <a:off x="6395068" y="3165508"/>
              <a:ext cx="528840" cy="42444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DE2A779F-F8C6-4EB2-81EA-7B08D028F96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6386428" y="3156508"/>
                <a:ext cx="546480" cy="44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47" name="Entrada de lápiz 46">
                <a:extLst>
                  <a:ext uri="{FF2B5EF4-FFF2-40B4-BE49-F238E27FC236}">
                    <a16:creationId xmlns:a16="http://schemas.microsoft.com/office/drawing/2014/main" id="{858FEB76-DF39-4812-B9A5-B8BF1D096475}"/>
                  </a:ext>
                </a:extLst>
              </p14:cNvPr>
              <p14:cNvContentPartPr/>
              <p14:nvPr/>
            </p14:nvContentPartPr>
            <p14:xfrm>
              <a:off x="8436988" y="2823508"/>
              <a:ext cx="443520" cy="953640"/>
            </p14:xfrm>
          </p:contentPart>
        </mc:Choice>
        <mc:Fallback>
          <p:pic>
            <p:nvPicPr>
              <p:cNvPr id="47" name="Entrada de lápiz 46">
                <a:extLst>
                  <a:ext uri="{FF2B5EF4-FFF2-40B4-BE49-F238E27FC236}">
                    <a16:creationId xmlns:a16="http://schemas.microsoft.com/office/drawing/2014/main" id="{858FEB76-DF39-4812-B9A5-B8BF1D09647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27988" y="2814508"/>
                <a:ext cx="461160" cy="9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01905569-2E23-457D-AD4A-5D8D2886E463}"/>
                  </a:ext>
                </a:extLst>
              </p14:cNvPr>
              <p14:cNvContentPartPr/>
              <p14:nvPr/>
            </p14:nvContentPartPr>
            <p14:xfrm>
              <a:off x="7957828" y="3117268"/>
              <a:ext cx="344520" cy="39780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01905569-2E23-457D-AD4A-5D8D2886E463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948828" y="3108628"/>
                <a:ext cx="362160" cy="4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18D5C6AD-A896-4349-93E8-CFF51306AABD}"/>
                  </a:ext>
                </a:extLst>
              </p14:cNvPr>
              <p14:cNvContentPartPr/>
              <p14:nvPr/>
            </p14:nvContentPartPr>
            <p14:xfrm>
              <a:off x="8807788" y="3948148"/>
              <a:ext cx="124920" cy="360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18D5C6AD-A896-4349-93E8-CFF51306AAB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799148" y="3939508"/>
                <a:ext cx="1425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0" name="Entrada de lápiz 49">
                <a:extLst>
                  <a:ext uri="{FF2B5EF4-FFF2-40B4-BE49-F238E27FC236}">
                    <a16:creationId xmlns:a16="http://schemas.microsoft.com/office/drawing/2014/main" id="{2785863F-CCB4-4064-AC88-557364D1E79D}"/>
                  </a:ext>
                </a:extLst>
              </p14:cNvPr>
              <p14:cNvContentPartPr/>
              <p14:nvPr/>
            </p14:nvContentPartPr>
            <p14:xfrm>
              <a:off x="9071308" y="3922228"/>
              <a:ext cx="93240" cy="182880"/>
            </p14:xfrm>
          </p:contentPart>
        </mc:Choice>
        <mc:Fallback>
          <p:pic>
            <p:nvPicPr>
              <p:cNvPr id="50" name="Entrada de lápiz 49">
                <a:extLst>
                  <a:ext uri="{FF2B5EF4-FFF2-40B4-BE49-F238E27FC236}">
                    <a16:creationId xmlns:a16="http://schemas.microsoft.com/office/drawing/2014/main" id="{2785863F-CCB4-4064-AC88-557364D1E79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062308" y="3913228"/>
                <a:ext cx="110880" cy="20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A1CB875F-9E93-4872-9BB5-2D9B51432B34}"/>
                  </a:ext>
                </a:extLst>
              </p14:cNvPr>
              <p14:cNvContentPartPr/>
              <p14:nvPr/>
            </p14:nvContentPartPr>
            <p14:xfrm>
              <a:off x="8906428" y="2590948"/>
              <a:ext cx="193320" cy="16128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A1CB875F-9E93-4872-9BB5-2D9B51432B3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897788" y="2581948"/>
                <a:ext cx="210960" cy="17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53" name="Entrada de lápiz 52">
                <a:extLst>
                  <a:ext uri="{FF2B5EF4-FFF2-40B4-BE49-F238E27FC236}">
                    <a16:creationId xmlns:a16="http://schemas.microsoft.com/office/drawing/2014/main" id="{0A9596F5-2AA0-4B28-BC96-C1C2A49C6D87}"/>
                  </a:ext>
                </a:extLst>
              </p14:cNvPr>
              <p14:cNvContentPartPr/>
              <p14:nvPr/>
            </p14:nvContentPartPr>
            <p14:xfrm>
              <a:off x="9459028" y="3236788"/>
              <a:ext cx="94680" cy="1800"/>
            </p14:xfrm>
          </p:contentPart>
        </mc:Choice>
        <mc:Fallback>
          <p:pic>
            <p:nvPicPr>
              <p:cNvPr id="53" name="Entrada de lápiz 52">
                <a:extLst>
                  <a:ext uri="{FF2B5EF4-FFF2-40B4-BE49-F238E27FC236}">
                    <a16:creationId xmlns:a16="http://schemas.microsoft.com/office/drawing/2014/main" id="{0A9596F5-2AA0-4B28-BC96-C1C2A49C6D8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450028" y="3228148"/>
                <a:ext cx="11232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54" name="Entrada de lápiz 53">
                <a:extLst>
                  <a:ext uri="{FF2B5EF4-FFF2-40B4-BE49-F238E27FC236}">
                    <a16:creationId xmlns:a16="http://schemas.microsoft.com/office/drawing/2014/main" id="{B9975BAB-89D2-45A2-8802-B43B73158E2E}"/>
                  </a:ext>
                </a:extLst>
              </p14:cNvPr>
              <p14:cNvContentPartPr/>
              <p14:nvPr/>
            </p14:nvContentPartPr>
            <p14:xfrm>
              <a:off x="9647668" y="3128068"/>
              <a:ext cx="170280" cy="302400"/>
            </p14:xfrm>
          </p:contentPart>
        </mc:Choice>
        <mc:Fallback>
          <p:pic>
            <p:nvPicPr>
              <p:cNvPr id="54" name="Entrada de lápiz 53">
                <a:extLst>
                  <a:ext uri="{FF2B5EF4-FFF2-40B4-BE49-F238E27FC236}">
                    <a16:creationId xmlns:a16="http://schemas.microsoft.com/office/drawing/2014/main" id="{B9975BAB-89D2-45A2-8802-B43B73158E2E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638668" y="3119068"/>
                <a:ext cx="18792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55" name="Entrada de lápiz 54">
                <a:extLst>
                  <a:ext uri="{FF2B5EF4-FFF2-40B4-BE49-F238E27FC236}">
                    <a16:creationId xmlns:a16="http://schemas.microsoft.com/office/drawing/2014/main" id="{6346F680-0BE2-4D9C-BCFE-2119100C894A}"/>
                  </a:ext>
                </a:extLst>
              </p14:cNvPr>
              <p14:cNvContentPartPr/>
              <p14:nvPr/>
            </p14:nvContentPartPr>
            <p14:xfrm>
              <a:off x="9892108" y="2891188"/>
              <a:ext cx="143280" cy="159120"/>
            </p14:xfrm>
          </p:contentPart>
        </mc:Choice>
        <mc:Fallback>
          <p:pic>
            <p:nvPicPr>
              <p:cNvPr id="55" name="Entrada de lápiz 54">
                <a:extLst>
                  <a:ext uri="{FF2B5EF4-FFF2-40B4-BE49-F238E27FC236}">
                    <a16:creationId xmlns:a16="http://schemas.microsoft.com/office/drawing/2014/main" id="{6346F680-0BE2-4D9C-BCFE-2119100C894A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883468" y="2882188"/>
                <a:ext cx="16092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56" name="Entrada de lápiz 55">
                <a:extLst>
                  <a:ext uri="{FF2B5EF4-FFF2-40B4-BE49-F238E27FC236}">
                    <a16:creationId xmlns:a16="http://schemas.microsoft.com/office/drawing/2014/main" id="{7FE86204-7B76-46CA-8C13-41751E1243DE}"/>
                  </a:ext>
                </a:extLst>
              </p14:cNvPr>
              <p14:cNvContentPartPr/>
              <p14:nvPr/>
            </p14:nvContentPartPr>
            <p14:xfrm>
              <a:off x="10069948" y="3194668"/>
              <a:ext cx="144720" cy="15840"/>
            </p14:xfrm>
          </p:contentPart>
        </mc:Choice>
        <mc:Fallback>
          <p:pic>
            <p:nvPicPr>
              <p:cNvPr id="56" name="Entrada de lápiz 55">
                <a:extLst>
                  <a:ext uri="{FF2B5EF4-FFF2-40B4-BE49-F238E27FC236}">
                    <a16:creationId xmlns:a16="http://schemas.microsoft.com/office/drawing/2014/main" id="{7FE86204-7B76-46CA-8C13-41751E1243DE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0061308" y="3185668"/>
                <a:ext cx="1623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62" name="Entrada de lápiz 61">
                <a:extLst>
                  <a:ext uri="{FF2B5EF4-FFF2-40B4-BE49-F238E27FC236}">
                    <a16:creationId xmlns:a16="http://schemas.microsoft.com/office/drawing/2014/main" id="{E6E2A990-6B8B-4EA4-8247-33E03DEF42A6}"/>
                  </a:ext>
                </a:extLst>
              </p14:cNvPr>
              <p14:cNvContentPartPr/>
              <p14:nvPr/>
            </p14:nvContentPartPr>
            <p14:xfrm>
              <a:off x="10298548" y="2880028"/>
              <a:ext cx="356400" cy="561960"/>
            </p14:xfrm>
          </p:contentPart>
        </mc:Choice>
        <mc:Fallback>
          <p:pic>
            <p:nvPicPr>
              <p:cNvPr id="62" name="Entrada de lápiz 61">
                <a:extLst>
                  <a:ext uri="{FF2B5EF4-FFF2-40B4-BE49-F238E27FC236}">
                    <a16:creationId xmlns:a16="http://schemas.microsoft.com/office/drawing/2014/main" id="{E6E2A990-6B8B-4EA4-8247-33E03DEF42A6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289908" y="2871028"/>
                <a:ext cx="37404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63" name="Entrada de lápiz 62">
                <a:extLst>
                  <a:ext uri="{FF2B5EF4-FFF2-40B4-BE49-F238E27FC236}">
                    <a16:creationId xmlns:a16="http://schemas.microsoft.com/office/drawing/2014/main" id="{7FC89522-B955-4BCD-977D-D7A8B321350A}"/>
                  </a:ext>
                </a:extLst>
              </p14:cNvPr>
              <p14:cNvContentPartPr/>
              <p14:nvPr/>
            </p14:nvContentPartPr>
            <p14:xfrm>
              <a:off x="10738468" y="2937628"/>
              <a:ext cx="443880" cy="493200"/>
            </p14:xfrm>
          </p:contentPart>
        </mc:Choice>
        <mc:Fallback>
          <p:pic>
            <p:nvPicPr>
              <p:cNvPr id="63" name="Entrada de lápiz 62">
                <a:extLst>
                  <a:ext uri="{FF2B5EF4-FFF2-40B4-BE49-F238E27FC236}">
                    <a16:creationId xmlns:a16="http://schemas.microsoft.com/office/drawing/2014/main" id="{7FC89522-B955-4BCD-977D-D7A8B321350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729828" y="2928988"/>
                <a:ext cx="461520" cy="51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65" name="Entrada de lápiz 64">
                <a:extLst>
                  <a:ext uri="{FF2B5EF4-FFF2-40B4-BE49-F238E27FC236}">
                    <a16:creationId xmlns:a16="http://schemas.microsoft.com/office/drawing/2014/main" id="{9BAAC628-E067-4B21-A363-73194715DC69}"/>
                  </a:ext>
                </a:extLst>
              </p14:cNvPr>
              <p14:cNvContentPartPr/>
              <p14:nvPr/>
            </p14:nvContentPartPr>
            <p14:xfrm>
              <a:off x="9038548" y="2954188"/>
              <a:ext cx="298080" cy="515520"/>
            </p14:xfrm>
          </p:contentPart>
        </mc:Choice>
        <mc:Fallback>
          <p:pic>
            <p:nvPicPr>
              <p:cNvPr id="65" name="Entrada de lápiz 64">
                <a:extLst>
                  <a:ext uri="{FF2B5EF4-FFF2-40B4-BE49-F238E27FC236}">
                    <a16:creationId xmlns:a16="http://schemas.microsoft.com/office/drawing/2014/main" id="{9BAAC628-E067-4B21-A363-73194715DC69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9029548" y="2945548"/>
                <a:ext cx="315720" cy="53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EFC8424A-9A8C-444C-BFD7-5FFBCC4238FE}"/>
                  </a:ext>
                </a:extLst>
              </p14:cNvPr>
              <p14:cNvContentPartPr/>
              <p14:nvPr/>
            </p14:nvContentPartPr>
            <p14:xfrm>
              <a:off x="5074228" y="4775788"/>
              <a:ext cx="153720" cy="2988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EFC8424A-9A8C-444C-BFD7-5FFBCC4238F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5065228" y="4766788"/>
                <a:ext cx="1713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67" name="Entrada de lápiz 66">
                <a:extLst>
                  <a:ext uri="{FF2B5EF4-FFF2-40B4-BE49-F238E27FC236}">
                    <a16:creationId xmlns:a16="http://schemas.microsoft.com/office/drawing/2014/main" id="{BB9C422E-244F-4286-AD06-0D19EA425843}"/>
                  </a:ext>
                </a:extLst>
              </p14:cNvPr>
              <p14:cNvContentPartPr/>
              <p14:nvPr/>
            </p14:nvContentPartPr>
            <p14:xfrm>
              <a:off x="5097268" y="4894228"/>
              <a:ext cx="169560" cy="10800"/>
            </p14:xfrm>
          </p:contentPart>
        </mc:Choice>
        <mc:Fallback>
          <p:pic>
            <p:nvPicPr>
              <p:cNvPr id="67" name="Entrada de lápiz 66">
                <a:extLst>
                  <a:ext uri="{FF2B5EF4-FFF2-40B4-BE49-F238E27FC236}">
                    <a16:creationId xmlns:a16="http://schemas.microsoft.com/office/drawing/2014/main" id="{BB9C422E-244F-4286-AD06-0D19EA425843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088268" y="4885228"/>
                <a:ext cx="1872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70" name="Entrada de lápiz 69">
                <a:extLst>
                  <a:ext uri="{FF2B5EF4-FFF2-40B4-BE49-F238E27FC236}">
                    <a16:creationId xmlns:a16="http://schemas.microsoft.com/office/drawing/2014/main" id="{D0153BB8-732A-426F-86E8-7B62F4E98F9A}"/>
                  </a:ext>
                </a:extLst>
              </p14:cNvPr>
              <p14:cNvContentPartPr/>
              <p14:nvPr/>
            </p14:nvContentPartPr>
            <p14:xfrm>
              <a:off x="5440708" y="4685788"/>
              <a:ext cx="407520" cy="446040"/>
            </p14:xfrm>
          </p:contentPart>
        </mc:Choice>
        <mc:Fallback>
          <p:pic>
            <p:nvPicPr>
              <p:cNvPr id="70" name="Entrada de lápiz 69">
                <a:extLst>
                  <a:ext uri="{FF2B5EF4-FFF2-40B4-BE49-F238E27FC236}">
                    <a16:creationId xmlns:a16="http://schemas.microsoft.com/office/drawing/2014/main" id="{D0153BB8-732A-426F-86E8-7B62F4E98F9A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5431716" y="4676795"/>
                <a:ext cx="425144" cy="4636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6923F863-5258-4692-9CF4-869D7158AE11}"/>
                  </a:ext>
                </a:extLst>
              </p14:cNvPr>
              <p14:cNvContentPartPr/>
              <p14:nvPr/>
            </p14:nvContentPartPr>
            <p14:xfrm>
              <a:off x="6188428" y="4951108"/>
              <a:ext cx="353520" cy="3708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6923F863-5258-4692-9CF4-869D7158AE11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179788" y="4942108"/>
                <a:ext cx="37116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FAA90369-2A47-4A1C-9BFB-315FD3344EBB}"/>
                  </a:ext>
                </a:extLst>
              </p14:cNvPr>
              <p14:cNvContentPartPr/>
              <p14:nvPr/>
            </p14:nvContentPartPr>
            <p14:xfrm>
              <a:off x="6346108" y="5051188"/>
              <a:ext cx="179640" cy="192600"/>
            </p14:xfrm>
          </p:contentPart>
        </mc:Choice>
        <mc:Fallback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FAA90369-2A47-4A1C-9BFB-315FD3344EB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337468" y="5042548"/>
                <a:ext cx="19728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BAD22189-99FE-4FA3-A9E2-A75335D87BF2}"/>
                  </a:ext>
                </a:extLst>
              </p14:cNvPr>
              <p14:cNvContentPartPr/>
              <p14:nvPr/>
            </p14:nvContentPartPr>
            <p14:xfrm>
              <a:off x="5957308" y="4413988"/>
              <a:ext cx="512640" cy="44892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BAD22189-99FE-4FA3-A9E2-A75335D87BF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948308" y="4404988"/>
                <a:ext cx="530280" cy="46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25EE39B5-3A6C-43D7-82E6-A5243C170233}"/>
                  </a:ext>
                </a:extLst>
              </p14:cNvPr>
              <p14:cNvContentPartPr/>
              <p14:nvPr/>
            </p14:nvContentPartPr>
            <p14:xfrm>
              <a:off x="6817708" y="4856428"/>
              <a:ext cx="125280" cy="360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25EE39B5-3A6C-43D7-82E6-A5243C17023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809068" y="4847788"/>
                <a:ext cx="1429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81" name="Entrada de lápiz 80">
                <a:extLst>
                  <a:ext uri="{FF2B5EF4-FFF2-40B4-BE49-F238E27FC236}">
                    <a16:creationId xmlns:a16="http://schemas.microsoft.com/office/drawing/2014/main" id="{1DF6921C-B98C-4CB1-8C53-EAC48D9D0ECC}"/>
                  </a:ext>
                </a:extLst>
              </p14:cNvPr>
              <p14:cNvContentPartPr/>
              <p14:nvPr/>
            </p14:nvContentPartPr>
            <p14:xfrm>
              <a:off x="7093828" y="4340908"/>
              <a:ext cx="372960" cy="542880"/>
            </p14:xfrm>
          </p:contentPart>
        </mc:Choice>
        <mc:Fallback>
          <p:pic>
            <p:nvPicPr>
              <p:cNvPr id="81" name="Entrada de lápiz 80">
                <a:extLst>
                  <a:ext uri="{FF2B5EF4-FFF2-40B4-BE49-F238E27FC236}">
                    <a16:creationId xmlns:a16="http://schemas.microsoft.com/office/drawing/2014/main" id="{1DF6921C-B98C-4CB1-8C53-EAC48D9D0ECC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7085180" y="4332268"/>
                <a:ext cx="390617" cy="56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82" name="Entrada de lápiz 81">
                <a:extLst>
                  <a:ext uri="{FF2B5EF4-FFF2-40B4-BE49-F238E27FC236}">
                    <a16:creationId xmlns:a16="http://schemas.microsoft.com/office/drawing/2014/main" id="{FFE6B5B3-F112-426C-A113-90205A2DD2B2}"/>
                  </a:ext>
                </a:extLst>
              </p14:cNvPr>
              <p14:cNvContentPartPr/>
              <p14:nvPr/>
            </p14:nvContentPartPr>
            <p14:xfrm>
              <a:off x="7259788" y="5065948"/>
              <a:ext cx="240840" cy="179280"/>
            </p14:xfrm>
          </p:contentPart>
        </mc:Choice>
        <mc:Fallback>
          <p:pic>
            <p:nvPicPr>
              <p:cNvPr id="82" name="Entrada de lápiz 81">
                <a:extLst>
                  <a:ext uri="{FF2B5EF4-FFF2-40B4-BE49-F238E27FC236}">
                    <a16:creationId xmlns:a16="http://schemas.microsoft.com/office/drawing/2014/main" id="{FFE6B5B3-F112-426C-A113-90205A2DD2B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7250788" y="5057308"/>
                <a:ext cx="25848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67" name="Entrada de lápiz 166">
                <a:extLst>
                  <a:ext uri="{FF2B5EF4-FFF2-40B4-BE49-F238E27FC236}">
                    <a16:creationId xmlns:a16="http://schemas.microsoft.com/office/drawing/2014/main" id="{BCE114D4-C53C-4FFE-B695-A1C803FA54E6}"/>
                  </a:ext>
                </a:extLst>
              </p14:cNvPr>
              <p14:cNvContentPartPr/>
              <p14:nvPr/>
            </p14:nvContentPartPr>
            <p14:xfrm>
              <a:off x="3549988" y="1989748"/>
              <a:ext cx="196920" cy="203040"/>
            </p14:xfrm>
          </p:contentPart>
        </mc:Choice>
        <mc:Fallback>
          <p:pic>
            <p:nvPicPr>
              <p:cNvPr id="167" name="Entrada de lápiz 166">
                <a:extLst>
                  <a:ext uri="{FF2B5EF4-FFF2-40B4-BE49-F238E27FC236}">
                    <a16:creationId xmlns:a16="http://schemas.microsoft.com/office/drawing/2014/main" id="{BCE114D4-C53C-4FFE-B695-A1C803FA54E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513988" y="1917748"/>
                <a:ext cx="268560" cy="34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68" name="Entrada de lápiz 167">
                <a:extLst>
                  <a:ext uri="{FF2B5EF4-FFF2-40B4-BE49-F238E27FC236}">
                    <a16:creationId xmlns:a16="http://schemas.microsoft.com/office/drawing/2014/main" id="{2467E7A7-3B38-4A64-B4D6-992B3B9C2E01}"/>
                  </a:ext>
                </a:extLst>
              </p14:cNvPr>
              <p14:cNvContentPartPr/>
              <p14:nvPr/>
            </p14:nvContentPartPr>
            <p14:xfrm>
              <a:off x="1273708" y="4401748"/>
              <a:ext cx="350640" cy="267480"/>
            </p14:xfrm>
          </p:contentPart>
        </mc:Choice>
        <mc:Fallback>
          <p:pic>
            <p:nvPicPr>
              <p:cNvPr id="168" name="Entrada de lápiz 167">
                <a:extLst>
                  <a:ext uri="{FF2B5EF4-FFF2-40B4-BE49-F238E27FC236}">
                    <a16:creationId xmlns:a16="http://schemas.microsoft.com/office/drawing/2014/main" id="{2467E7A7-3B38-4A64-B4D6-992B3B9C2E01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256068" y="4365748"/>
                <a:ext cx="38628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70" name="Entrada de lápiz 169">
                <a:extLst>
                  <a:ext uri="{FF2B5EF4-FFF2-40B4-BE49-F238E27FC236}">
                    <a16:creationId xmlns:a16="http://schemas.microsoft.com/office/drawing/2014/main" id="{08FE5262-3713-46DB-BE49-1F7EC7410E9C}"/>
                  </a:ext>
                </a:extLst>
              </p14:cNvPr>
              <p14:cNvContentPartPr/>
              <p14:nvPr/>
            </p14:nvContentPartPr>
            <p14:xfrm>
              <a:off x="8169148" y="5217868"/>
              <a:ext cx="203040" cy="204480"/>
            </p14:xfrm>
          </p:contentPart>
        </mc:Choice>
        <mc:Fallback>
          <p:pic>
            <p:nvPicPr>
              <p:cNvPr id="170" name="Entrada de lápiz 169">
                <a:extLst>
                  <a:ext uri="{FF2B5EF4-FFF2-40B4-BE49-F238E27FC236}">
                    <a16:creationId xmlns:a16="http://schemas.microsoft.com/office/drawing/2014/main" id="{08FE5262-3713-46DB-BE49-1F7EC7410E9C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160148" y="5208868"/>
                <a:ext cx="2206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72" name="Entrada de lápiz 171">
                <a:extLst>
                  <a:ext uri="{FF2B5EF4-FFF2-40B4-BE49-F238E27FC236}">
                    <a16:creationId xmlns:a16="http://schemas.microsoft.com/office/drawing/2014/main" id="{BCDD76E5-3348-48F4-8696-96DE18F35288}"/>
                  </a:ext>
                </a:extLst>
              </p14:cNvPr>
              <p14:cNvContentPartPr/>
              <p14:nvPr/>
            </p14:nvContentPartPr>
            <p14:xfrm>
              <a:off x="7812028" y="4237228"/>
              <a:ext cx="247680" cy="1117440"/>
            </p14:xfrm>
          </p:contentPart>
        </mc:Choice>
        <mc:Fallback>
          <p:pic>
            <p:nvPicPr>
              <p:cNvPr id="172" name="Entrada de lápiz 171">
                <a:extLst>
                  <a:ext uri="{FF2B5EF4-FFF2-40B4-BE49-F238E27FC236}">
                    <a16:creationId xmlns:a16="http://schemas.microsoft.com/office/drawing/2014/main" id="{BCDD76E5-3348-48F4-8696-96DE18F35288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803041" y="4228588"/>
                <a:ext cx="265294" cy="11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73" name="Entrada de lápiz 172">
                <a:extLst>
                  <a:ext uri="{FF2B5EF4-FFF2-40B4-BE49-F238E27FC236}">
                    <a16:creationId xmlns:a16="http://schemas.microsoft.com/office/drawing/2014/main" id="{84777BC8-2D68-446C-894F-8B42AF9D1DC3}"/>
                  </a:ext>
                </a:extLst>
              </p14:cNvPr>
              <p14:cNvContentPartPr/>
              <p14:nvPr/>
            </p14:nvContentPartPr>
            <p14:xfrm>
              <a:off x="7890868" y="4269268"/>
              <a:ext cx="231480" cy="223560"/>
            </p14:xfrm>
          </p:contentPart>
        </mc:Choice>
        <mc:Fallback>
          <p:pic>
            <p:nvPicPr>
              <p:cNvPr id="173" name="Entrada de lápiz 172">
                <a:extLst>
                  <a:ext uri="{FF2B5EF4-FFF2-40B4-BE49-F238E27FC236}">
                    <a16:creationId xmlns:a16="http://schemas.microsoft.com/office/drawing/2014/main" id="{84777BC8-2D68-446C-894F-8B42AF9D1DC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855228" y="4197628"/>
                <a:ext cx="30312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74" name="Entrada de lápiz 173">
                <a:extLst>
                  <a:ext uri="{FF2B5EF4-FFF2-40B4-BE49-F238E27FC236}">
                    <a16:creationId xmlns:a16="http://schemas.microsoft.com/office/drawing/2014/main" id="{8BFC83AA-0185-45BC-A304-BAE3618327E6}"/>
                  </a:ext>
                </a:extLst>
              </p14:cNvPr>
              <p14:cNvContentPartPr/>
              <p14:nvPr/>
            </p14:nvContentPartPr>
            <p14:xfrm>
              <a:off x="7916428" y="5151628"/>
              <a:ext cx="427320" cy="333000"/>
            </p14:xfrm>
          </p:contentPart>
        </mc:Choice>
        <mc:Fallback>
          <p:pic>
            <p:nvPicPr>
              <p:cNvPr id="174" name="Entrada de lápiz 173">
                <a:extLst>
                  <a:ext uri="{FF2B5EF4-FFF2-40B4-BE49-F238E27FC236}">
                    <a16:creationId xmlns:a16="http://schemas.microsoft.com/office/drawing/2014/main" id="{8BFC83AA-0185-45BC-A304-BAE3618327E6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7898428" y="5115988"/>
                <a:ext cx="462960" cy="404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64971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n 33">
            <a:extLst>
              <a:ext uri="{FF2B5EF4-FFF2-40B4-BE49-F238E27FC236}">
                <a16:creationId xmlns:a16="http://schemas.microsoft.com/office/drawing/2014/main" id="{7D7DCEBC-65CB-494A-A036-F266DD693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433" y="461009"/>
            <a:ext cx="4267567" cy="202750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7" name="Entrada de lápiz 36">
                <a:extLst>
                  <a:ext uri="{FF2B5EF4-FFF2-40B4-BE49-F238E27FC236}">
                    <a16:creationId xmlns:a16="http://schemas.microsoft.com/office/drawing/2014/main" id="{3DB10D1C-0F73-4B1B-81AB-F9698FD814C7}"/>
                  </a:ext>
                </a:extLst>
              </p14:cNvPr>
              <p14:cNvContentPartPr/>
              <p14:nvPr/>
            </p14:nvContentPartPr>
            <p14:xfrm>
              <a:off x="2702548" y="3065428"/>
              <a:ext cx="106200" cy="262440"/>
            </p14:xfrm>
          </p:contentPart>
        </mc:Choice>
        <mc:Fallback>
          <p:pic>
            <p:nvPicPr>
              <p:cNvPr id="37" name="Entrada de lápiz 36">
                <a:extLst>
                  <a:ext uri="{FF2B5EF4-FFF2-40B4-BE49-F238E27FC236}">
                    <a16:creationId xmlns:a16="http://schemas.microsoft.com/office/drawing/2014/main" id="{3DB10D1C-0F73-4B1B-81AB-F9698FD814C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93548" y="3056428"/>
                <a:ext cx="1238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8" name="Entrada de lápiz 37">
                <a:extLst>
                  <a:ext uri="{FF2B5EF4-FFF2-40B4-BE49-F238E27FC236}">
                    <a16:creationId xmlns:a16="http://schemas.microsoft.com/office/drawing/2014/main" id="{BBAC59D3-8A8A-4A12-B726-45C31B9877C0}"/>
                  </a:ext>
                </a:extLst>
              </p14:cNvPr>
              <p14:cNvContentPartPr/>
              <p14:nvPr/>
            </p14:nvContentPartPr>
            <p14:xfrm>
              <a:off x="2952388" y="3245788"/>
              <a:ext cx="165960" cy="37080"/>
            </p14:xfrm>
          </p:contentPart>
        </mc:Choice>
        <mc:Fallback>
          <p:pic>
            <p:nvPicPr>
              <p:cNvPr id="38" name="Entrada de lápiz 37">
                <a:extLst>
                  <a:ext uri="{FF2B5EF4-FFF2-40B4-BE49-F238E27FC236}">
                    <a16:creationId xmlns:a16="http://schemas.microsoft.com/office/drawing/2014/main" id="{BBAC59D3-8A8A-4A12-B726-45C31B9877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43748" y="3236788"/>
                <a:ext cx="18360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9" name="Entrada de lápiz 38">
                <a:extLst>
                  <a:ext uri="{FF2B5EF4-FFF2-40B4-BE49-F238E27FC236}">
                    <a16:creationId xmlns:a16="http://schemas.microsoft.com/office/drawing/2014/main" id="{ABDC4135-97D0-4257-9A7D-FD4A33AFC9CC}"/>
                  </a:ext>
                </a:extLst>
              </p14:cNvPr>
              <p14:cNvContentPartPr/>
              <p14:nvPr/>
            </p14:nvContentPartPr>
            <p14:xfrm>
              <a:off x="3322468" y="2997748"/>
              <a:ext cx="108000" cy="272880"/>
            </p14:xfrm>
          </p:contentPart>
        </mc:Choice>
        <mc:Fallback>
          <p:pic>
            <p:nvPicPr>
              <p:cNvPr id="39" name="Entrada de lápiz 38">
                <a:extLst>
                  <a:ext uri="{FF2B5EF4-FFF2-40B4-BE49-F238E27FC236}">
                    <a16:creationId xmlns:a16="http://schemas.microsoft.com/office/drawing/2014/main" id="{ABDC4135-97D0-4257-9A7D-FD4A33AFC9C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313828" y="2988748"/>
                <a:ext cx="12564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40" name="Entrada de lápiz 39">
                <a:extLst>
                  <a:ext uri="{FF2B5EF4-FFF2-40B4-BE49-F238E27FC236}">
                    <a16:creationId xmlns:a16="http://schemas.microsoft.com/office/drawing/2014/main" id="{239C174D-4924-4CD3-BE5E-70828B8D75CA}"/>
                  </a:ext>
                </a:extLst>
              </p14:cNvPr>
              <p14:cNvContentPartPr/>
              <p14:nvPr/>
            </p14:nvContentPartPr>
            <p14:xfrm>
              <a:off x="3529828" y="2791108"/>
              <a:ext cx="144720" cy="246240"/>
            </p14:xfrm>
          </p:contentPart>
        </mc:Choice>
        <mc:Fallback>
          <p:pic>
            <p:nvPicPr>
              <p:cNvPr id="40" name="Entrada de lápiz 39">
                <a:extLst>
                  <a:ext uri="{FF2B5EF4-FFF2-40B4-BE49-F238E27FC236}">
                    <a16:creationId xmlns:a16="http://schemas.microsoft.com/office/drawing/2014/main" id="{239C174D-4924-4CD3-BE5E-70828B8D75C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20828" y="2782108"/>
                <a:ext cx="162360" cy="26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41" name="Entrada de lápiz 40">
                <a:extLst>
                  <a:ext uri="{FF2B5EF4-FFF2-40B4-BE49-F238E27FC236}">
                    <a16:creationId xmlns:a16="http://schemas.microsoft.com/office/drawing/2014/main" id="{FE651D99-61B7-431E-9A3A-C78DBD396EBF}"/>
                  </a:ext>
                </a:extLst>
              </p14:cNvPr>
              <p14:cNvContentPartPr/>
              <p14:nvPr/>
            </p14:nvContentPartPr>
            <p14:xfrm>
              <a:off x="3277108" y="3459268"/>
              <a:ext cx="425160" cy="25560"/>
            </p14:xfrm>
          </p:contentPart>
        </mc:Choice>
        <mc:Fallback>
          <p:pic>
            <p:nvPicPr>
              <p:cNvPr id="41" name="Entrada de lápiz 40">
                <a:extLst>
                  <a:ext uri="{FF2B5EF4-FFF2-40B4-BE49-F238E27FC236}">
                    <a16:creationId xmlns:a16="http://schemas.microsoft.com/office/drawing/2014/main" id="{FE651D99-61B7-431E-9A3A-C78DBD396EB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268468" y="3450628"/>
                <a:ext cx="4428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42" name="Entrada de lápiz 41">
                <a:extLst>
                  <a:ext uri="{FF2B5EF4-FFF2-40B4-BE49-F238E27FC236}">
                    <a16:creationId xmlns:a16="http://schemas.microsoft.com/office/drawing/2014/main" id="{6CA438B9-245D-4FEE-A58F-32E991C70500}"/>
                  </a:ext>
                </a:extLst>
              </p14:cNvPr>
              <p14:cNvContentPartPr/>
              <p14:nvPr/>
            </p14:nvContentPartPr>
            <p14:xfrm>
              <a:off x="2229868" y="3142828"/>
              <a:ext cx="356040" cy="275400"/>
            </p14:xfrm>
          </p:contentPart>
        </mc:Choice>
        <mc:Fallback>
          <p:pic>
            <p:nvPicPr>
              <p:cNvPr id="42" name="Entrada de lápiz 41">
                <a:extLst>
                  <a:ext uri="{FF2B5EF4-FFF2-40B4-BE49-F238E27FC236}">
                    <a16:creationId xmlns:a16="http://schemas.microsoft.com/office/drawing/2014/main" id="{6CA438B9-245D-4FEE-A58F-32E991C7050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221228" y="3133828"/>
                <a:ext cx="373680" cy="29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43" name="Entrada de lápiz 42">
                <a:extLst>
                  <a:ext uri="{FF2B5EF4-FFF2-40B4-BE49-F238E27FC236}">
                    <a16:creationId xmlns:a16="http://schemas.microsoft.com/office/drawing/2014/main" id="{34018671-9432-4101-BEDA-E3526053C94B}"/>
                  </a:ext>
                </a:extLst>
              </p14:cNvPr>
              <p14:cNvContentPartPr/>
              <p14:nvPr/>
            </p14:nvContentPartPr>
            <p14:xfrm>
              <a:off x="3434428" y="3605068"/>
              <a:ext cx="210240" cy="191520"/>
            </p14:xfrm>
          </p:contentPart>
        </mc:Choice>
        <mc:Fallback>
          <p:pic>
            <p:nvPicPr>
              <p:cNvPr id="43" name="Entrada de lápiz 42">
                <a:extLst>
                  <a:ext uri="{FF2B5EF4-FFF2-40B4-BE49-F238E27FC236}">
                    <a16:creationId xmlns:a16="http://schemas.microsoft.com/office/drawing/2014/main" id="{34018671-9432-4101-BEDA-E3526053C94B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25788" y="3596068"/>
                <a:ext cx="2278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44" name="Entrada de lápiz 43">
                <a:extLst>
                  <a:ext uri="{FF2B5EF4-FFF2-40B4-BE49-F238E27FC236}">
                    <a16:creationId xmlns:a16="http://schemas.microsoft.com/office/drawing/2014/main" id="{42AC9773-582F-448F-84C6-E181BA30FC08}"/>
                  </a:ext>
                </a:extLst>
              </p14:cNvPr>
              <p14:cNvContentPartPr/>
              <p14:nvPr/>
            </p14:nvContentPartPr>
            <p14:xfrm>
              <a:off x="3979828" y="3376108"/>
              <a:ext cx="219960" cy="29880"/>
            </p14:xfrm>
          </p:contentPart>
        </mc:Choice>
        <mc:Fallback>
          <p:pic>
            <p:nvPicPr>
              <p:cNvPr id="44" name="Entrada de lápiz 43">
                <a:extLst>
                  <a:ext uri="{FF2B5EF4-FFF2-40B4-BE49-F238E27FC236}">
                    <a16:creationId xmlns:a16="http://schemas.microsoft.com/office/drawing/2014/main" id="{42AC9773-582F-448F-84C6-E181BA30FC0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971188" y="3367108"/>
                <a:ext cx="23760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46" name="Entrada de lápiz 45">
                <a:extLst>
                  <a:ext uri="{FF2B5EF4-FFF2-40B4-BE49-F238E27FC236}">
                    <a16:creationId xmlns:a16="http://schemas.microsoft.com/office/drawing/2014/main" id="{61AAF75E-D243-4845-962E-62EA46C90E07}"/>
                  </a:ext>
                </a:extLst>
              </p14:cNvPr>
              <p14:cNvContentPartPr/>
              <p14:nvPr/>
            </p14:nvContentPartPr>
            <p14:xfrm>
              <a:off x="4646188" y="2830708"/>
              <a:ext cx="172440" cy="174600"/>
            </p14:xfrm>
          </p:contentPart>
        </mc:Choice>
        <mc:Fallback>
          <p:pic>
            <p:nvPicPr>
              <p:cNvPr id="46" name="Entrada de lápiz 45">
                <a:extLst>
                  <a:ext uri="{FF2B5EF4-FFF2-40B4-BE49-F238E27FC236}">
                    <a16:creationId xmlns:a16="http://schemas.microsoft.com/office/drawing/2014/main" id="{61AAF75E-D243-4845-962E-62EA46C90E0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637548" y="2821708"/>
                <a:ext cx="190080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48" name="Entrada de lápiz 47">
                <a:extLst>
                  <a:ext uri="{FF2B5EF4-FFF2-40B4-BE49-F238E27FC236}">
                    <a16:creationId xmlns:a16="http://schemas.microsoft.com/office/drawing/2014/main" id="{389B76D2-B8B8-472B-AA1D-C9242F5DC7B6}"/>
                  </a:ext>
                </a:extLst>
              </p14:cNvPr>
              <p14:cNvContentPartPr/>
              <p14:nvPr/>
            </p14:nvContentPartPr>
            <p14:xfrm>
              <a:off x="4624948" y="3570508"/>
              <a:ext cx="203040" cy="217440"/>
            </p14:xfrm>
          </p:contentPart>
        </mc:Choice>
        <mc:Fallback>
          <p:pic>
            <p:nvPicPr>
              <p:cNvPr id="48" name="Entrada de lápiz 47">
                <a:extLst>
                  <a:ext uri="{FF2B5EF4-FFF2-40B4-BE49-F238E27FC236}">
                    <a16:creationId xmlns:a16="http://schemas.microsoft.com/office/drawing/2014/main" id="{389B76D2-B8B8-472B-AA1D-C9242F5DC7B6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616308" y="3561868"/>
                <a:ext cx="22068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49" name="Entrada de lápiz 48">
                <a:extLst>
                  <a:ext uri="{FF2B5EF4-FFF2-40B4-BE49-F238E27FC236}">
                    <a16:creationId xmlns:a16="http://schemas.microsoft.com/office/drawing/2014/main" id="{5605D121-196F-4BEE-ACEC-92BDCD88B478}"/>
                  </a:ext>
                </a:extLst>
              </p14:cNvPr>
              <p14:cNvContentPartPr/>
              <p14:nvPr/>
            </p14:nvContentPartPr>
            <p14:xfrm>
              <a:off x="5266108" y="3298348"/>
              <a:ext cx="222480" cy="34920"/>
            </p14:xfrm>
          </p:contentPart>
        </mc:Choice>
        <mc:Fallback>
          <p:pic>
            <p:nvPicPr>
              <p:cNvPr id="49" name="Entrada de lápiz 48">
                <a:extLst>
                  <a:ext uri="{FF2B5EF4-FFF2-40B4-BE49-F238E27FC236}">
                    <a16:creationId xmlns:a16="http://schemas.microsoft.com/office/drawing/2014/main" id="{5605D121-196F-4BEE-ACEC-92BDCD88B47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257468" y="3289708"/>
                <a:ext cx="24012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51" name="Entrada de lápiz 50">
                <a:extLst>
                  <a:ext uri="{FF2B5EF4-FFF2-40B4-BE49-F238E27FC236}">
                    <a16:creationId xmlns:a16="http://schemas.microsoft.com/office/drawing/2014/main" id="{4C2FF0CA-94C4-4198-BD37-AE2CD6B3D504}"/>
                  </a:ext>
                </a:extLst>
              </p14:cNvPr>
              <p14:cNvContentPartPr/>
              <p14:nvPr/>
            </p14:nvContentPartPr>
            <p14:xfrm>
              <a:off x="4501108" y="3066148"/>
              <a:ext cx="326880" cy="361080"/>
            </p14:xfrm>
          </p:contentPart>
        </mc:Choice>
        <mc:Fallback>
          <p:pic>
            <p:nvPicPr>
              <p:cNvPr id="51" name="Entrada de lápiz 50">
                <a:extLst>
                  <a:ext uri="{FF2B5EF4-FFF2-40B4-BE49-F238E27FC236}">
                    <a16:creationId xmlns:a16="http://schemas.microsoft.com/office/drawing/2014/main" id="{4C2FF0CA-94C4-4198-BD37-AE2CD6B3D504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4492468" y="3057157"/>
                <a:ext cx="344520" cy="3787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57" name="Entrada de lápiz 56">
                <a:extLst>
                  <a:ext uri="{FF2B5EF4-FFF2-40B4-BE49-F238E27FC236}">
                    <a16:creationId xmlns:a16="http://schemas.microsoft.com/office/drawing/2014/main" id="{7BAB20C7-A987-4217-8708-E6A990550EAE}"/>
                  </a:ext>
                </a:extLst>
              </p14:cNvPr>
              <p14:cNvContentPartPr/>
              <p14:nvPr/>
            </p14:nvContentPartPr>
            <p14:xfrm>
              <a:off x="7141708" y="3084868"/>
              <a:ext cx="141840" cy="6120"/>
            </p14:xfrm>
          </p:contentPart>
        </mc:Choice>
        <mc:Fallback>
          <p:pic>
            <p:nvPicPr>
              <p:cNvPr id="57" name="Entrada de lápiz 56">
                <a:extLst>
                  <a:ext uri="{FF2B5EF4-FFF2-40B4-BE49-F238E27FC236}">
                    <a16:creationId xmlns:a16="http://schemas.microsoft.com/office/drawing/2014/main" id="{7BAB20C7-A987-4217-8708-E6A990550EA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132708" y="3075868"/>
                <a:ext cx="1594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8" name="Entrada de lápiz 57">
                <a:extLst>
                  <a:ext uri="{FF2B5EF4-FFF2-40B4-BE49-F238E27FC236}">
                    <a16:creationId xmlns:a16="http://schemas.microsoft.com/office/drawing/2014/main" id="{D770AB1F-ED98-4285-B3D6-1FEE1CEABB70}"/>
                  </a:ext>
                </a:extLst>
              </p14:cNvPr>
              <p14:cNvContentPartPr/>
              <p14:nvPr/>
            </p14:nvContentPartPr>
            <p14:xfrm>
              <a:off x="6400468" y="2818468"/>
              <a:ext cx="589320" cy="452520"/>
            </p14:xfrm>
          </p:contentPart>
        </mc:Choice>
        <mc:Fallback>
          <p:pic>
            <p:nvPicPr>
              <p:cNvPr id="58" name="Entrada de lápiz 57">
                <a:extLst>
                  <a:ext uri="{FF2B5EF4-FFF2-40B4-BE49-F238E27FC236}">
                    <a16:creationId xmlns:a16="http://schemas.microsoft.com/office/drawing/2014/main" id="{D770AB1F-ED98-4285-B3D6-1FEE1CEABB7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391828" y="2809468"/>
                <a:ext cx="606960" cy="47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9" name="Entrada de lápiz 58">
                <a:extLst>
                  <a:ext uri="{FF2B5EF4-FFF2-40B4-BE49-F238E27FC236}">
                    <a16:creationId xmlns:a16="http://schemas.microsoft.com/office/drawing/2014/main" id="{7A79DC38-0640-42B6-8D58-8145C3CA1548}"/>
                  </a:ext>
                </a:extLst>
              </p14:cNvPr>
              <p14:cNvContentPartPr/>
              <p14:nvPr/>
            </p14:nvContentPartPr>
            <p14:xfrm>
              <a:off x="5739868" y="2719108"/>
              <a:ext cx="544680" cy="921960"/>
            </p14:xfrm>
          </p:contentPart>
        </mc:Choice>
        <mc:Fallback>
          <p:pic>
            <p:nvPicPr>
              <p:cNvPr id="59" name="Entrada de lápiz 58">
                <a:extLst>
                  <a:ext uri="{FF2B5EF4-FFF2-40B4-BE49-F238E27FC236}">
                    <a16:creationId xmlns:a16="http://schemas.microsoft.com/office/drawing/2014/main" id="{7A79DC38-0640-42B6-8D58-8145C3CA154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730868" y="2710108"/>
                <a:ext cx="562320" cy="9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66" name="Entrada de lápiz 65">
                <a:extLst>
                  <a:ext uri="{FF2B5EF4-FFF2-40B4-BE49-F238E27FC236}">
                    <a16:creationId xmlns:a16="http://schemas.microsoft.com/office/drawing/2014/main" id="{D111B1E5-C498-489E-A0A0-5F37BF151940}"/>
                  </a:ext>
                </a:extLst>
              </p14:cNvPr>
              <p14:cNvContentPartPr/>
              <p14:nvPr/>
            </p14:nvContentPartPr>
            <p14:xfrm>
              <a:off x="7888708" y="3274228"/>
              <a:ext cx="230760" cy="210960"/>
            </p14:xfrm>
          </p:contentPart>
        </mc:Choice>
        <mc:Fallback>
          <p:pic>
            <p:nvPicPr>
              <p:cNvPr id="66" name="Entrada de lápiz 65">
                <a:extLst>
                  <a:ext uri="{FF2B5EF4-FFF2-40B4-BE49-F238E27FC236}">
                    <a16:creationId xmlns:a16="http://schemas.microsoft.com/office/drawing/2014/main" id="{D111B1E5-C498-489E-A0A0-5F37BF151940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7880068" y="3265228"/>
                <a:ext cx="248400" cy="22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74" name="Entrada de lápiz 73">
                <a:extLst>
                  <a:ext uri="{FF2B5EF4-FFF2-40B4-BE49-F238E27FC236}">
                    <a16:creationId xmlns:a16="http://schemas.microsoft.com/office/drawing/2014/main" id="{507FD2D5-DAA0-4D84-A127-BE43712412A1}"/>
                  </a:ext>
                </a:extLst>
              </p14:cNvPr>
              <p14:cNvContentPartPr/>
              <p14:nvPr/>
            </p14:nvContentPartPr>
            <p14:xfrm>
              <a:off x="9432748" y="3271708"/>
              <a:ext cx="275400" cy="194760"/>
            </p14:xfrm>
          </p:contentPart>
        </mc:Choice>
        <mc:Fallback>
          <p:pic>
            <p:nvPicPr>
              <p:cNvPr id="74" name="Entrada de lápiz 73">
                <a:extLst>
                  <a:ext uri="{FF2B5EF4-FFF2-40B4-BE49-F238E27FC236}">
                    <a16:creationId xmlns:a16="http://schemas.microsoft.com/office/drawing/2014/main" id="{507FD2D5-DAA0-4D84-A127-BE43712412A1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9424108" y="3263068"/>
                <a:ext cx="2930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75" name="Entrada de lápiz 74">
                <a:extLst>
                  <a:ext uri="{FF2B5EF4-FFF2-40B4-BE49-F238E27FC236}">
                    <a16:creationId xmlns:a16="http://schemas.microsoft.com/office/drawing/2014/main" id="{813E71C1-0732-421F-A19E-FBE388F9EA71}"/>
                  </a:ext>
                </a:extLst>
              </p14:cNvPr>
              <p14:cNvContentPartPr/>
              <p14:nvPr/>
            </p14:nvContentPartPr>
            <p14:xfrm>
              <a:off x="10051588" y="2380708"/>
              <a:ext cx="283320" cy="901080"/>
            </p14:xfrm>
          </p:contentPart>
        </mc:Choice>
        <mc:Fallback>
          <p:pic>
            <p:nvPicPr>
              <p:cNvPr id="75" name="Entrada de lápiz 74">
                <a:extLst>
                  <a:ext uri="{FF2B5EF4-FFF2-40B4-BE49-F238E27FC236}">
                    <a16:creationId xmlns:a16="http://schemas.microsoft.com/office/drawing/2014/main" id="{813E71C1-0732-421F-A19E-FBE388F9EA7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0042588" y="2371708"/>
                <a:ext cx="300960" cy="9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76" name="Entrada de lápiz 75">
                <a:extLst>
                  <a:ext uri="{FF2B5EF4-FFF2-40B4-BE49-F238E27FC236}">
                    <a16:creationId xmlns:a16="http://schemas.microsoft.com/office/drawing/2014/main" id="{1666327D-659B-44DA-9AC7-FC267E6BD91C}"/>
                  </a:ext>
                </a:extLst>
              </p14:cNvPr>
              <p14:cNvContentPartPr/>
              <p14:nvPr/>
            </p14:nvContentPartPr>
            <p14:xfrm>
              <a:off x="9055468" y="2437588"/>
              <a:ext cx="800640" cy="675720"/>
            </p14:xfrm>
          </p:contentPart>
        </mc:Choice>
        <mc:Fallback>
          <p:pic>
            <p:nvPicPr>
              <p:cNvPr id="76" name="Entrada de lápiz 75">
                <a:extLst>
                  <a:ext uri="{FF2B5EF4-FFF2-40B4-BE49-F238E27FC236}">
                    <a16:creationId xmlns:a16="http://schemas.microsoft.com/office/drawing/2014/main" id="{1666327D-659B-44DA-9AC7-FC267E6BD91C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9046824" y="2428588"/>
                <a:ext cx="818288" cy="69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77" name="Entrada de lápiz 76">
                <a:extLst>
                  <a:ext uri="{FF2B5EF4-FFF2-40B4-BE49-F238E27FC236}">
                    <a16:creationId xmlns:a16="http://schemas.microsoft.com/office/drawing/2014/main" id="{8F433444-0BBD-42AA-B657-76DAA152D097}"/>
                  </a:ext>
                </a:extLst>
              </p14:cNvPr>
              <p14:cNvContentPartPr/>
              <p14:nvPr/>
            </p14:nvContentPartPr>
            <p14:xfrm>
              <a:off x="7603948" y="2489788"/>
              <a:ext cx="1108800" cy="686160"/>
            </p14:xfrm>
          </p:contentPart>
        </mc:Choice>
        <mc:Fallback>
          <p:pic>
            <p:nvPicPr>
              <p:cNvPr id="77" name="Entrada de lápiz 76">
                <a:extLst>
                  <a:ext uri="{FF2B5EF4-FFF2-40B4-BE49-F238E27FC236}">
                    <a16:creationId xmlns:a16="http://schemas.microsoft.com/office/drawing/2014/main" id="{8F433444-0BBD-42AA-B657-76DAA152D09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595311" y="2481148"/>
                <a:ext cx="1126434" cy="70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78" name="Entrada de lápiz 77">
                <a:extLst>
                  <a:ext uri="{FF2B5EF4-FFF2-40B4-BE49-F238E27FC236}">
                    <a16:creationId xmlns:a16="http://schemas.microsoft.com/office/drawing/2014/main" id="{041D819C-8FEE-4FB9-9D01-3F19AB51A52F}"/>
                  </a:ext>
                </a:extLst>
              </p14:cNvPr>
              <p14:cNvContentPartPr/>
              <p14:nvPr/>
            </p14:nvContentPartPr>
            <p14:xfrm>
              <a:off x="2421748" y="4218508"/>
              <a:ext cx="200160" cy="213480"/>
            </p14:xfrm>
          </p:contentPart>
        </mc:Choice>
        <mc:Fallback>
          <p:pic>
            <p:nvPicPr>
              <p:cNvPr id="78" name="Entrada de lápiz 77">
                <a:extLst>
                  <a:ext uri="{FF2B5EF4-FFF2-40B4-BE49-F238E27FC236}">
                    <a16:creationId xmlns:a16="http://schemas.microsoft.com/office/drawing/2014/main" id="{041D819C-8FEE-4FB9-9D01-3F19AB51A52F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2412748" y="4209508"/>
                <a:ext cx="21780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79" name="Entrada de lápiz 78">
                <a:extLst>
                  <a:ext uri="{FF2B5EF4-FFF2-40B4-BE49-F238E27FC236}">
                    <a16:creationId xmlns:a16="http://schemas.microsoft.com/office/drawing/2014/main" id="{18E3AB11-0C15-4141-A9FB-95FEAE15B14E}"/>
                  </a:ext>
                </a:extLst>
              </p14:cNvPr>
              <p14:cNvContentPartPr/>
              <p14:nvPr/>
            </p14:nvContentPartPr>
            <p14:xfrm>
              <a:off x="2907388" y="4279708"/>
              <a:ext cx="213480" cy="18360"/>
            </p14:xfrm>
          </p:contentPart>
        </mc:Choice>
        <mc:Fallback>
          <p:pic>
            <p:nvPicPr>
              <p:cNvPr id="79" name="Entrada de lápiz 78">
                <a:extLst>
                  <a:ext uri="{FF2B5EF4-FFF2-40B4-BE49-F238E27FC236}">
                    <a16:creationId xmlns:a16="http://schemas.microsoft.com/office/drawing/2014/main" id="{18E3AB11-0C15-4141-A9FB-95FEAE15B14E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2898748" y="4270708"/>
                <a:ext cx="2311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83" name="Entrada de lápiz 82">
                <a:extLst>
                  <a:ext uri="{FF2B5EF4-FFF2-40B4-BE49-F238E27FC236}">
                    <a16:creationId xmlns:a16="http://schemas.microsoft.com/office/drawing/2014/main" id="{DB5DAB51-3C52-4EB0-89AA-BB4DA8F75C86}"/>
                  </a:ext>
                </a:extLst>
              </p14:cNvPr>
              <p14:cNvContentPartPr/>
              <p14:nvPr/>
            </p14:nvContentPartPr>
            <p14:xfrm>
              <a:off x="3817108" y="4220308"/>
              <a:ext cx="168480" cy="13680"/>
            </p14:xfrm>
          </p:contentPart>
        </mc:Choice>
        <mc:Fallback>
          <p:pic>
            <p:nvPicPr>
              <p:cNvPr id="83" name="Entrada de lápiz 82">
                <a:extLst>
                  <a:ext uri="{FF2B5EF4-FFF2-40B4-BE49-F238E27FC236}">
                    <a16:creationId xmlns:a16="http://schemas.microsoft.com/office/drawing/2014/main" id="{DB5DAB51-3C52-4EB0-89AA-BB4DA8F75C86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3808108" y="4211668"/>
                <a:ext cx="18612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87" name="Entrada de lápiz 86">
                <a:extLst>
                  <a:ext uri="{FF2B5EF4-FFF2-40B4-BE49-F238E27FC236}">
                    <a16:creationId xmlns:a16="http://schemas.microsoft.com/office/drawing/2014/main" id="{DB5CCC77-472F-4460-91FA-DF1DCDA29E5A}"/>
                  </a:ext>
                </a:extLst>
              </p14:cNvPr>
              <p14:cNvContentPartPr/>
              <p14:nvPr/>
            </p14:nvContentPartPr>
            <p14:xfrm>
              <a:off x="4132108" y="4039588"/>
              <a:ext cx="370080" cy="463680"/>
            </p14:xfrm>
          </p:contentPart>
        </mc:Choice>
        <mc:Fallback>
          <p:pic>
            <p:nvPicPr>
              <p:cNvPr id="87" name="Entrada de lápiz 86">
                <a:extLst>
                  <a:ext uri="{FF2B5EF4-FFF2-40B4-BE49-F238E27FC236}">
                    <a16:creationId xmlns:a16="http://schemas.microsoft.com/office/drawing/2014/main" id="{DB5CCC77-472F-4460-91FA-DF1DCDA29E5A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123117" y="4030948"/>
                <a:ext cx="387703" cy="48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1">
            <p14:nvContentPartPr>
              <p14:cNvPr id="88" name="Entrada de lápiz 87">
                <a:extLst>
                  <a:ext uri="{FF2B5EF4-FFF2-40B4-BE49-F238E27FC236}">
                    <a16:creationId xmlns:a16="http://schemas.microsoft.com/office/drawing/2014/main" id="{B1F8C6E2-46AB-45B8-8599-20BC82E4D446}"/>
                  </a:ext>
                </a:extLst>
              </p14:cNvPr>
              <p14:cNvContentPartPr/>
              <p14:nvPr/>
            </p14:nvContentPartPr>
            <p14:xfrm>
              <a:off x="3343708" y="4071628"/>
              <a:ext cx="238680" cy="466920"/>
            </p14:xfrm>
          </p:contentPart>
        </mc:Choice>
        <mc:Fallback>
          <p:pic>
            <p:nvPicPr>
              <p:cNvPr id="88" name="Entrada de lápiz 87">
                <a:extLst>
                  <a:ext uri="{FF2B5EF4-FFF2-40B4-BE49-F238E27FC236}">
                    <a16:creationId xmlns:a16="http://schemas.microsoft.com/office/drawing/2014/main" id="{B1F8C6E2-46AB-45B8-8599-20BC82E4D446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3335068" y="4062628"/>
                <a:ext cx="256320" cy="48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3">
            <p14:nvContentPartPr>
              <p14:cNvPr id="95" name="Entrada de lápiz 94">
                <a:extLst>
                  <a:ext uri="{FF2B5EF4-FFF2-40B4-BE49-F238E27FC236}">
                    <a16:creationId xmlns:a16="http://schemas.microsoft.com/office/drawing/2014/main" id="{1D0A2AFF-4495-4A7D-9F95-6E56551CB921}"/>
                  </a:ext>
                </a:extLst>
              </p14:cNvPr>
              <p14:cNvContentPartPr/>
              <p14:nvPr/>
            </p14:nvContentPartPr>
            <p14:xfrm>
              <a:off x="5743108" y="4249108"/>
              <a:ext cx="245160" cy="32400"/>
            </p14:xfrm>
          </p:contentPart>
        </mc:Choice>
        <mc:Fallback>
          <p:pic>
            <p:nvPicPr>
              <p:cNvPr id="95" name="Entrada de lápiz 94">
                <a:extLst>
                  <a:ext uri="{FF2B5EF4-FFF2-40B4-BE49-F238E27FC236}">
                    <a16:creationId xmlns:a16="http://schemas.microsoft.com/office/drawing/2014/main" id="{1D0A2AFF-4495-4A7D-9F95-6E56551CB921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5734108" y="4240468"/>
                <a:ext cx="26280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5">
            <p14:nvContentPartPr>
              <p14:cNvPr id="96" name="Entrada de lápiz 95">
                <a:extLst>
                  <a:ext uri="{FF2B5EF4-FFF2-40B4-BE49-F238E27FC236}">
                    <a16:creationId xmlns:a16="http://schemas.microsoft.com/office/drawing/2014/main" id="{0E7C7BFD-A6CC-48B3-A5E2-0BBB9DF689F3}"/>
                  </a:ext>
                </a:extLst>
              </p14:cNvPr>
              <p14:cNvContentPartPr/>
              <p14:nvPr/>
            </p14:nvContentPartPr>
            <p14:xfrm>
              <a:off x="6233428" y="4022668"/>
              <a:ext cx="121320" cy="250560"/>
            </p14:xfrm>
          </p:contentPart>
        </mc:Choice>
        <mc:Fallback>
          <p:pic>
            <p:nvPicPr>
              <p:cNvPr id="96" name="Entrada de lápiz 95">
                <a:extLst>
                  <a:ext uri="{FF2B5EF4-FFF2-40B4-BE49-F238E27FC236}">
                    <a16:creationId xmlns:a16="http://schemas.microsoft.com/office/drawing/2014/main" id="{0E7C7BFD-A6CC-48B3-A5E2-0BBB9DF689F3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6224428" y="4014028"/>
                <a:ext cx="13896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97" name="Entrada de lápiz 96">
                <a:extLst>
                  <a:ext uri="{FF2B5EF4-FFF2-40B4-BE49-F238E27FC236}">
                    <a16:creationId xmlns:a16="http://schemas.microsoft.com/office/drawing/2014/main" id="{9DB88AD8-1452-49F6-8B8C-E1C383E5F503}"/>
                  </a:ext>
                </a:extLst>
              </p14:cNvPr>
              <p14:cNvContentPartPr/>
              <p14:nvPr/>
            </p14:nvContentPartPr>
            <p14:xfrm>
              <a:off x="6157828" y="4326868"/>
              <a:ext cx="330480" cy="22320"/>
            </p14:xfrm>
          </p:contentPart>
        </mc:Choice>
        <mc:Fallback>
          <p:pic>
            <p:nvPicPr>
              <p:cNvPr id="97" name="Entrada de lápiz 96">
                <a:extLst>
                  <a:ext uri="{FF2B5EF4-FFF2-40B4-BE49-F238E27FC236}">
                    <a16:creationId xmlns:a16="http://schemas.microsoft.com/office/drawing/2014/main" id="{9DB88AD8-1452-49F6-8B8C-E1C383E5F503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6148828" y="4317868"/>
                <a:ext cx="34812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99" name="Entrada de lápiz 98">
                <a:extLst>
                  <a:ext uri="{FF2B5EF4-FFF2-40B4-BE49-F238E27FC236}">
                    <a16:creationId xmlns:a16="http://schemas.microsoft.com/office/drawing/2014/main" id="{4D97E11C-A052-4A14-BE61-7B82EF8BAB28}"/>
                  </a:ext>
                </a:extLst>
              </p14:cNvPr>
              <p14:cNvContentPartPr/>
              <p14:nvPr/>
            </p14:nvContentPartPr>
            <p14:xfrm>
              <a:off x="8877268" y="3091348"/>
              <a:ext cx="360" cy="360"/>
            </p14:xfrm>
          </p:contentPart>
        </mc:Choice>
        <mc:Fallback>
          <p:pic>
            <p:nvPicPr>
              <p:cNvPr id="99" name="Entrada de lápiz 98">
                <a:extLst>
                  <a:ext uri="{FF2B5EF4-FFF2-40B4-BE49-F238E27FC236}">
                    <a16:creationId xmlns:a16="http://schemas.microsoft.com/office/drawing/2014/main" id="{4D97E11C-A052-4A14-BE61-7B82EF8BAB28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868268" y="308234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104" name="Entrada de lápiz 103">
                <a:extLst>
                  <a:ext uri="{FF2B5EF4-FFF2-40B4-BE49-F238E27FC236}">
                    <a16:creationId xmlns:a16="http://schemas.microsoft.com/office/drawing/2014/main" id="{BCD54DB1-36FE-437E-86CD-C30EA80489A8}"/>
                  </a:ext>
                </a:extLst>
              </p14:cNvPr>
              <p14:cNvContentPartPr/>
              <p14:nvPr/>
            </p14:nvContentPartPr>
            <p14:xfrm>
              <a:off x="7465348" y="3989908"/>
              <a:ext cx="303840" cy="297720"/>
            </p14:xfrm>
          </p:contentPart>
        </mc:Choice>
        <mc:Fallback>
          <p:pic>
            <p:nvPicPr>
              <p:cNvPr id="104" name="Entrada de lápiz 103">
                <a:extLst>
                  <a:ext uri="{FF2B5EF4-FFF2-40B4-BE49-F238E27FC236}">
                    <a16:creationId xmlns:a16="http://schemas.microsoft.com/office/drawing/2014/main" id="{BCD54DB1-36FE-437E-86CD-C30EA80489A8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7456708" y="3980908"/>
                <a:ext cx="321480" cy="31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3">
            <p14:nvContentPartPr>
              <p14:cNvPr id="105" name="Entrada de lápiz 104">
                <a:extLst>
                  <a:ext uri="{FF2B5EF4-FFF2-40B4-BE49-F238E27FC236}">
                    <a16:creationId xmlns:a16="http://schemas.microsoft.com/office/drawing/2014/main" id="{00C7FCDE-545B-40B3-96BE-922DEDEAFC1A}"/>
                  </a:ext>
                </a:extLst>
              </p14:cNvPr>
              <p14:cNvContentPartPr/>
              <p14:nvPr/>
            </p14:nvContentPartPr>
            <p14:xfrm>
              <a:off x="6891508" y="4150828"/>
              <a:ext cx="181800" cy="187920"/>
            </p14:xfrm>
          </p:contentPart>
        </mc:Choice>
        <mc:Fallback>
          <p:pic>
            <p:nvPicPr>
              <p:cNvPr id="105" name="Entrada de lápiz 104">
                <a:extLst>
                  <a:ext uri="{FF2B5EF4-FFF2-40B4-BE49-F238E27FC236}">
                    <a16:creationId xmlns:a16="http://schemas.microsoft.com/office/drawing/2014/main" id="{00C7FCDE-545B-40B3-96BE-922DEDEAFC1A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882868" y="4141828"/>
                <a:ext cx="199440" cy="20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5">
            <p14:nvContentPartPr>
              <p14:cNvPr id="106" name="Entrada de lápiz 105">
                <a:extLst>
                  <a:ext uri="{FF2B5EF4-FFF2-40B4-BE49-F238E27FC236}">
                    <a16:creationId xmlns:a16="http://schemas.microsoft.com/office/drawing/2014/main" id="{66C5C82F-659C-498E-9F89-1DDDA84AD385}"/>
                  </a:ext>
                </a:extLst>
              </p14:cNvPr>
              <p14:cNvContentPartPr/>
              <p14:nvPr/>
            </p14:nvContentPartPr>
            <p14:xfrm>
              <a:off x="2384668" y="4530988"/>
              <a:ext cx="358200" cy="32400"/>
            </p14:xfrm>
          </p:contentPart>
        </mc:Choice>
        <mc:Fallback>
          <p:pic>
            <p:nvPicPr>
              <p:cNvPr id="106" name="Entrada de lápiz 105">
                <a:extLst>
                  <a:ext uri="{FF2B5EF4-FFF2-40B4-BE49-F238E27FC236}">
                    <a16:creationId xmlns:a16="http://schemas.microsoft.com/office/drawing/2014/main" id="{66C5C82F-659C-498E-9F89-1DDDA84AD38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376028" y="4521988"/>
                <a:ext cx="37584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109" name="Entrada de lápiz 108">
                <a:extLst>
                  <a:ext uri="{FF2B5EF4-FFF2-40B4-BE49-F238E27FC236}">
                    <a16:creationId xmlns:a16="http://schemas.microsoft.com/office/drawing/2014/main" id="{ABB5B137-DCEF-477C-8C60-7046031A2514}"/>
                  </a:ext>
                </a:extLst>
              </p14:cNvPr>
              <p14:cNvContentPartPr/>
              <p14:nvPr/>
            </p14:nvContentPartPr>
            <p14:xfrm>
              <a:off x="6934348" y="4398148"/>
              <a:ext cx="652320" cy="40680"/>
            </p14:xfrm>
          </p:contentPart>
        </mc:Choice>
        <mc:Fallback>
          <p:pic>
            <p:nvPicPr>
              <p:cNvPr id="109" name="Entrada de lápiz 108">
                <a:extLst>
                  <a:ext uri="{FF2B5EF4-FFF2-40B4-BE49-F238E27FC236}">
                    <a16:creationId xmlns:a16="http://schemas.microsoft.com/office/drawing/2014/main" id="{ABB5B137-DCEF-477C-8C60-7046031A251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925348" y="4389148"/>
                <a:ext cx="6699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110" name="Entrada de lápiz 109">
                <a:extLst>
                  <a:ext uri="{FF2B5EF4-FFF2-40B4-BE49-F238E27FC236}">
                    <a16:creationId xmlns:a16="http://schemas.microsoft.com/office/drawing/2014/main" id="{FCCAEF23-3490-4803-8923-8038C1B45BD2}"/>
                  </a:ext>
                </a:extLst>
              </p14:cNvPr>
              <p14:cNvContentPartPr/>
              <p14:nvPr/>
            </p14:nvContentPartPr>
            <p14:xfrm>
              <a:off x="4796668" y="4080268"/>
              <a:ext cx="762840" cy="391320"/>
            </p14:xfrm>
          </p:contentPart>
        </mc:Choice>
        <mc:Fallback>
          <p:pic>
            <p:nvPicPr>
              <p:cNvPr id="110" name="Entrada de lápiz 109">
                <a:extLst>
                  <a:ext uri="{FF2B5EF4-FFF2-40B4-BE49-F238E27FC236}">
                    <a16:creationId xmlns:a16="http://schemas.microsoft.com/office/drawing/2014/main" id="{FCCAEF23-3490-4803-8923-8038C1B45BD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787668" y="4071620"/>
                <a:ext cx="780480" cy="4089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111" name="Entrada de lápiz 110">
                <a:extLst>
                  <a:ext uri="{FF2B5EF4-FFF2-40B4-BE49-F238E27FC236}">
                    <a16:creationId xmlns:a16="http://schemas.microsoft.com/office/drawing/2014/main" id="{7BCB971E-1852-4CAE-BD25-F11F0C39631B}"/>
                  </a:ext>
                </a:extLst>
              </p14:cNvPr>
              <p14:cNvContentPartPr/>
              <p14:nvPr/>
            </p14:nvContentPartPr>
            <p14:xfrm>
              <a:off x="2440828" y="4824388"/>
              <a:ext cx="264960" cy="499320"/>
            </p14:xfrm>
          </p:contentPart>
        </mc:Choice>
        <mc:Fallback>
          <p:pic>
            <p:nvPicPr>
              <p:cNvPr id="111" name="Entrada de lápiz 110">
                <a:extLst>
                  <a:ext uri="{FF2B5EF4-FFF2-40B4-BE49-F238E27FC236}">
                    <a16:creationId xmlns:a16="http://schemas.microsoft.com/office/drawing/2014/main" id="{7BCB971E-1852-4CAE-BD25-F11F0C39631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2431828" y="4815748"/>
                <a:ext cx="282600" cy="5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12" name="Entrada de lápiz 111">
                <a:extLst>
                  <a:ext uri="{FF2B5EF4-FFF2-40B4-BE49-F238E27FC236}">
                    <a16:creationId xmlns:a16="http://schemas.microsoft.com/office/drawing/2014/main" id="{AEC71256-4F7F-4812-83EB-2D2E34088D60}"/>
                  </a:ext>
                </a:extLst>
              </p14:cNvPr>
              <p14:cNvContentPartPr/>
              <p14:nvPr/>
            </p14:nvContentPartPr>
            <p14:xfrm>
              <a:off x="3168388" y="4638988"/>
              <a:ext cx="501120" cy="85680"/>
            </p14:xfrm>
          </p:contentPart>
        </mc:Choice>
        <mc:Fallback>
          <p:pic>
            <p:nvPicPr>
              <p:cNvPr id="112" name="Entrada de lápiz 111">
                <a:extLst>
                  <a:ext uri="{FF2B5EF4-FFF2-40B4-BE49-F238E27FC236}">
                    <a16:creationId xmlns:a16="http://schemas.microsoft.com/office/drawing/2014/main" id="{AEC71256-4F7F-4812-83EB-2D2E34088D60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3159748" y="4629988"/>
                <a:ext cx="51876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114" name="Entrada de lápiz 113">
                <a:extLst>
                  <a:ext uri="{FF2B5EF4-FFF2-40B4-BE49-F238E27FC236}">
                    <a16:creationId xmlns:a16="http://schemas.microsoft.com/office/drawing/2014/main" id="{C9838841-A8E6-464F-AEE6-2C329C0FD8E5}"/>
                  </a:ext>
                </a:extLst>
              </p14:cNvPr>
              <p14:cNvContentPartPr/>
              <p14:nvPr/>
            </p14:nvContentPartPr>
            <p14:xfrm>
              <a:off x="6158548" y="4428388"/>
              <a:ext cx="509760" cy="344520"/>
            </p14:xfrm>
          </p:contentPart>
        </mc:Choice>
        <mc:Fallback>
          <p:pic>
            <p:nvPicPr>
              <p:cNvPr id="114" name="Entrada de lápiz 113">
                <a:extLst>
                  <a:ext uri="{FF2B5EF4-FFF2-40B4-BE49-F238E27FC236}">
                    <a16:creationId xmlns:a16="http://schemas.microsoft.com/office/drawing/2014/main" id="{C9838841-A8E6-464F-AEE6-2C329C0FD8E5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149548" y="4419388"/>
                <a:ext cx="52740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117" name="Entrada de lápiz 116">
                <a:extLst>
                  <a:ext uri="{FF2B5EF4-FFF2-40B4-BE49-F238E27FC236}">
                    <a16:creationId xmlns:a16="http://schemas.microsoft.com/office/drawing/2014/main" id="{A55096B5-A02B-4823-B42A-DC769582EEC2}"/>
                  </a:ext>
                </a:extLst>
              </p14:cNvPr>
              <p14:cNvContentPartPr/>
              <p14:nvPr/>
            </p14:nvContentPartPr>
            <p14:xfrm>
              <a:off x="2930068" y="4956868"/>
              <a:ext cx="581040" cy="271440"/>
            </p14:xfrm>
          </p:contentPart>
        </mc:Choice>
        <mc:Fallback>
          <p:pic>
            <p:nvPicPr>
              <p:cNvPr id="117" name="Entrada de lápiz 116">
                <a:extLst>
                  <a:ext uri="{FF2B5EF4-FFF2-40B4-BE49-F238E27FC236}">
                    <a16:creationId xmlns:a16="http://schemas.microsoft.com/office/drawing/2014/main" id="{A55096B5-A02B-4823-B42A-DC769582EEC2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921428" y="4947868"/>
                <a:ext cx="59868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118" name="Entrada de lápiz 117">
                <a:extLst>
                  <a:ext uri="{FF2B5EF4-FFF2-40B4-BE49-F238E27FC236}">
                    <a16:creationId xmlns:a16="http://schemas.microsoft.com/office/drawing/2014/main" id="{107475AC-AEB6-482F-A76E-54D0CAC1B2E0}"/>
                  </a:ext>
                </a:extLst>
              </p14:cNvPr>
              <p14:cNvContentPartPr/>
              <p14:nvPr/>
            </p14:nvContentPartPr>
            <p14:xfrm>
              <a:off x="3831148" y="5070268"/>
              <a:ext cx="141840" cy="9000"/>
            </p14:xfrm>
          </p:contentPart>
        </mc:Choice>
        <mc:Fallback>
          <p:pic>
            <p:nvPicPr>
              <p:cNvPr id="118" name="Entrada de lápiz 117">
                <a:extLst>
                  <a:ext uri="{FF2B5EF4-FFF2-40B4-BE49-F238E27FC236}">
                    <a16:creationId xmlns:a16="http://schemas.microsoft.com/office/drawing/2014/main" id="{107475AC-AEB6-482F-A76E-54D0CAC1B2E0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3822508" y="5061268"/>
                <a:ext cx="1594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121" name="Entrada de lápiz 120">
                <a:extLst>
                  <a:ext uri="{FF2B5EF4-FFF2-40B4-BE49-F238E27FC236}">
                    <a16:creationId xmlns:a16="http://schemas.microsoft.com/office/drawing/2014/main" id="{A6FF3C35-359B-4175-8078-858ECE6D9993}"/>
                  </a:ext>
                </a:extLst>
              </p14:cNvPr>
              <p14:cNvContentPartPr/>
              <p14:nvPr/>
            </p14:nvContentPartPr>
            <p14:xfrm>
              <a:off x="4238668" y="5205268"/>
              <a:ext cx="187920" cy="219600"/>
            </p14:xfrm>
          </p:contentPart>
        </mc:Choice>
        <mc:Fallback>
          <p:pic>
            <p:nvPicPr>
              <p:cNvPr id="121" name="Entrada de lápiz 120">
                <a:extLst>
                  <a:ext uri="{FF2B5EF4-FFF2-40B4-BE49-F238E27FC236}">
                    <a16:creationId xmlns:a16="http://schemas.microsoft.com/office/drawing/2014/main" id="{A6FF3C35-359B-4175-8078-858ECE6D9993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4230028" y="5196628"/>
                <a:ext cx="2055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3">
            <p14:nvContentPartPr>
              <p14:cNvPr id="122" name="Entrada de lápiz 121">
                <a:extLst>
                  <a:ext uri="{FF2B5EF4-FFF2-40B4-BE49-F238E27FC236}">
                    <a16:creationId xmlns:a16="http://schemas.microsoft.com/office/drawing/2014/main" id="{410BC238-C06D-4960-B953-F15E3F2AC8DA}"/>
                  </a:ext>
                </a:extLst>
              </p14:cNvPr>
              <p14:cNvContentPartPr/>
              <p14:nvPr/>
            </p14:nvContentPartPr>
            <p14:xfrm>
              <a:off x="4118788" y="4884508"/>
              <a:ext cx="200520" cy="276480"/>
            </p14:xfrm>
          </p:contentPart>
        </mc:Choice>
        <mc:Fallback>
          <p:pic>
            <p:nvPicPr>
              <p:cNvPr id="122" name="Entrada de lápiz 121">
                <a:extLst>
                  <a:ext uri="{FF2B5EF4-FFF2-40B4-BE49-F238E27FC236}">
                    <a16:creationId xmlns:a16="http://schemas.microsoft.com/office/drawing/2014/main" id="{410BC238-C06D-4960-B953-F15E3F2AC8DA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109788" y="4875868"/>
                <a:ext cx="218160" cy="29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5">
            <p14:nvContentPartPr>
              <p14:cNvPr id="128" name="Entrada de lápiz 127">
                <a:extLst>
                  <a:ext uri="{FF2B5EF4-FFF2-40B4-BE49-F238E27FC236}">
                    <a16:creationId xmlns:a16="http://schemas.microsoft.com/office/drawing/2014/main" id="{D2DFDB43-C11B-462D-88AD-123C5F1DAEAF}"/>
                  </a:ext>
                </a:extLst>
              </p14:cNvPr>
              <p14:cNvContentPartPr/>
              <p14:nvPr/>
            </p14:nvContentPartPr>
            <p14:xfrm>
              <a:off x="4203028" y="5637628"/>
              <a:ext cx="360000" cy="558360"/>
            </p14:xfrm>
          </p:contentPart>
        </mc:Choice>
        <mc:Fallback>
          <p:pic>
            <p:nvPicPr>
              <p:cNvPr id="128" name="Entrada de lápiz 127">
                <a:extLst>
                  <a:ext uri="{FF2B5EF4-FFF2-40B4-BE49-F238E27FC236}">
                    <a16:creationId xmlns:a16="http://schemas.microsoft.com/office/drawing/2014/main" id="{D2DFDB43-C11B-462D-88AD-123C5F1DAEAF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4194379" y="5628634"/>
                <a:ext cx="377658" cy="5759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29" name="Entrada de lápiz 128">
                <a:extLst>
                  <a:ext uri="{FF2B5EF4-FFF2-40B4-BE49-F238E27FC236}">
                    <a16:creationId xmlns:a16="http://schemas.microsoft.com/office/drawing/2014/main" id="{6BF7F176-2A54-4460-9C00-8240C5A74B78}"/>
                  </a:ext>
                </a:extLst>
              </p14:cNvPr>
              <p14:cNvContentPartPr/>
              <p14:nvPr/>
            </p14:nvContentPartPr>
            <p14:xfrm>
              <a:off x="3240028" y="6153868"/>
              <a:ext cx="359280" cy="21240"/>
            </p14:xfrm>
          </p:contentPart>
        </mc:Choice>
        <mc:Fallback>
          <p:pic>
            <p:nvPicPr>
              <p:cNvPr id="129" name="Entrada de lápiz 128">
                <a:extLst>
                  <a:ext uri="{FF2B5EF4-FFF2-40B4-BE49-F238E27FC236}">
                    <a16:creationId xmlns:a16="http://schemas.microsoft.com/office/drawing/2014/main" id="{6BF7F176-2A54-4460-9C00-8240C5A74B78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3231028" y="6144868"/>
                <a:ext cx="37692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9">
            <p14:nvContentPartPr>
              <p14:cNvPr id="130" name="Entrada de lápiz 129">
                <a:extLst>
                  <a:ext uri="{FF2B5EF4-FFF2-40B4-BE49-F238E27FC236}">
                    <a16:creationId xmlns:a16="http://schemas.microsoft.com/office/drawing/2014/main" id="{349063BA-A0EB-4873-88D1-D085F5797EF9}"/>
                  </a:ext>
                </a:extLst>
              </p14:cNvPr>
              <p14:cNvContentPartPr/>
              <p14:nvPr/>
            </p14:nvContentPartPr>
            <p14:xfrm>
              <a:off x="3390868" y="6306148"/>
              <a:ext cx="63360" cy="196200"/>
            </p14:xfrm>
          </p:contentPart>
        </mc:Choice>
        <mc:Fallback>
          <p:pic>
            <p:nvPicPr>
              <p:cNvPr id="130" name="Entrada de lápiz 129">
                <a:extLst>
                  <a:ext uri="{FF2B5EF4-FFF2-40B4-BE49-F238E27FC236}">
                    <a16:creationId xmlns:a16="http://schemas.microsoft.com/office/drawing/2014/main" id="{349063BA-A0EB-4873-88D1-D085F5797EF9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3382228" y="6297148"/>
                <a:ext cx="810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135" name="Entrada de lápiz 134">
                <a:extLst>
                  <a:ext uri="{FF2B5EF4-FFF2-40B4-BE49-F238E27FC236}">
                    <a16:creationId xmlns:a16="http://schemas.microsoft.com/office/drawing/2014/main" id="{A2422841-CA97-49DF-9630-61392D5BF892}"/>
                  </a:ext>
                </a:extLst>
              </p14:cNvPr>
              <p14:cNvContentPartPr/>
              <p14:nvPr/>
            </p14:nvContentPartPr>
            <p14:xfrm>
              <a:off x="3167308" y="5533588"/>
              <a:ext cx="784440" cy="462960"/>
            </p14:xfrm>
          </p:contentPart>
        </mc:Choice>
        <mc:Fallback>
          <p:pic>
            <p:nvPicPr>
              <p:cNvPr id="135" name="Entrada de lápiz 134">
                <a:extLst>
                  <a:ext uri="{FF2B5EF4-FFF2-40B4-BE49-F238E27FC236}">
                    <a16:creationId xmlns:a16="http://schemas.microsoft.com/office/drawing/2014/main" id="{A2422841-CA97-49DF-9630-61392D5BF892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3158668" y="5524588"/>
                <a:ext cx="802080" cy="48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136" name="Entrada de lápiz 135">
                <a:extLst>
                  <a:ext uri="{FF2B5EF4-FFF2-40B4-BE49-F238E27FC236}">
                    <a16:creationId xmlns:a16="http://schemas.microsoft.com/office/drawing/2014/main" id="{6BE7E62B-6FE4-4171-B432-357F1B5BB5F4}"/>
                  </a:ext>
                </a:extLst>
              </p14:cNvPr>
              <p14:cNvContentPartPr/>
              <p14:nvPr/>
            </p14:nvContentPartPr>
            <p14:xfrm>
              <a:off x="3599308" y="6380308"/>
              <a:ext cx="286920" cy="117000"/>
            </p14:xfrm>
          </p:contentPart>
        </mc:Choice>
        <mc:Fallback>
          <p:pic>
            <p:nvPicPr>
              <p:cNvPr id="136" name="Entrada de lápiz 135">
                <a:extLst>
                  <a:ext uri="{FF2B5EF4-FFF2-40B4-BE49-F238E27FC236}">
                    <a16:creationId xmlns:a16="http://schemas.microsoft.com/office/drawing/2014/main" id="{6BE7E62B-6FE4-4171-B432-357F1B5BB5F4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3590308" y="6371668"/>
                <a:ext cx="3045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137" name="Entrada de lápiz 136">
                <a:extLst>
                  <a:ext uri="{FF2B5EF4-FFF2-40B4-BE49-F238E27FC236}">
                    <a16:creationId xmlns:a16="http://schemas.microsoft.com/office/drawing/2014/main" id="{976B9771-51FB-45E0-BAF9-960C7DEAA6DA}"/>
                  </a:ext>
                </a:extLst>
              </p14:cNvPr>
              <p14:cNvContentPartPr/>
              <p14:nvPr/>
            </p14:nvContentPartPr>
            <p14:xfrm>
              <a:off x="5349988" y="5955868"/>
              <a:ext cx="217440" cy="22680"/>
            </p14:xfrm>
          </p:contentPart>
        </mc:Choice>
        <mc:Fallback>
          <p:pic>
            <p:nvPicPr>
              <p:cNvPr id="137" name="Entrada de lápiz 136">
                <a:extLst>
                  <a:ext uri="{FF2B5EF4-FFF2-40B4-BE49-F238E27FC236}">
                    <a16:creationId xmlns:a16="http://schemas.microsoft.com/office/drawing/2014/main" id="{976B9771-51FB-45E0-BAF9-960C7DEAA6DA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340988" y="5947228"/>
                <a:ext cx="23508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138" name="Entrada de lápiz 137">
                <a:extLst>
                  <a:ext uri="{FF2B5EF4-FFF2-40B4-BE49-F238E27FC236}">
                    <a16:creationId xmlns:a16="http://schemas.microsoft.com/office/drawing/2014/main" id="{C7C65AD2-12D4-4E41-B04B-B3D04004977F}"/>
                  </a:ext>
                </a:extLst>
              </p14:cNvPr>
              <p14:cNvContentPartPr/>
              <p14:nvPr/>
            </p14:nvContentPartPr>
            <p14:xfrm>
              <a:off x="5395348" y="6094468"/>
              <a:ext cx="249480" cy="19800"/>
            </p14:xfrm>
          </p:contentPart>
        </mc:Choice>
        <mc:Fallback>
          <p:pic>
            <p:nvPicPr>
              <p:cNvPr id="138" name="Entrada de lápiz 137">
                <a:extLst>
                  <a:ext uri="{FF2B5EF4-FFF2-40B4-BE49-F238E27FC236}">
                    <a16:creationId xmlns:a16="http://schemas.microsoft.com/office/drawing/2014/main" id="{C7C65AD2-12D4-4E41-B04B-B3D04004977F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5386348" y="6085828"/>
                <a:ext cx="2671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139" name="Entrada de lápiz 138">
                <a:extLst>
                  <a:ext uri="{FF2B5EF4-FFF2-40B4-BE49-F238E27FC236}">
                    <a16:creationId xmlns:a16="http://schemas.microsoft.com/office/drawing/2014/main" id="{2E5BD95F-7435-4ADF-9B0A-DDB2C9BEAF73}"/>
                  </a:ext>
                </a:extLst>
              </p14:cNvPr>
              <p14:cNvContentPartPr/>
              <p14:nvPr/>
            </p14:nvContentPartPr>
            <p14:xfrm>
              <a:off x="6081868" y="5717908"/>
              <a:ext cx="56160" cy="197640"/>
            </p14:xfrm>
          </p:contentPart>
        </mc:Choice>
        <mc:Fallback>
          <p:pic>
            <p:nvPicPr>
              <p:cNvPr id="139" name="Entrada de lápiz 138">
                <a:extLst>
                  <a:ext uri="{FF2B5EF4-FFF2-40B4-BE49-F238E27FC236}">
                    <a16:creationId xmlns:a16="http://schemas.microsoft.com/office/drawing/2014/main" id="{2E5BD95F-7435-4ADF-9B0A-DDB2C9BEAF73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073228" y="5709268"/>
                <a:ext cx="73800" cy="21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140" name="Entrada de lápiz 139">
                <a:extLst>
                  <a:ext uri="{FF2B5EF4-FFF2-40B4-BE49-F238E27FC236}">
                    <a16:creationId xmlns:a16="http://schemas.microsoft.com/office/drawing/2014/main" id="{6BF71CA0-383D-4436-9A54-1FD0BF9CEB47}"/>
                  </a:ext>
                </a:extLst>
              </p14:cNvPr>
              <p14:cNvContentPartPr/>
              <p14:nvPr/>
            </p14:nvContentPartPr>
            <p14:xfrm>
              <a:off x="6257188" y="5700988"/>
              <a:ext cx="171360" cy="194400"/>
            </p14:xfrm>
          </p:contentPart>
        </mc:Choice>
        <mc:Fallback>
          <p:pic>
            <p:nvPicPr>
              <p:cNvPr id="140" name="Entrada de lápiz 139">
                <a:extLst>
                  <a:ext uri="{FF2B5EF4-FFF2-40B4-BE49-F238E27FC236}">
                    <a16:creationId xmlns:a16="http://schemas.microsoft.com/office/drawing/2014/main" id="{6BF71CA0-383D-4436-9A54-1FD0BF9CEB47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248548" y="5691988"/>
                <a:ext cx="18900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141" name="Entrada de lápiz 140">
                <a:extLst>
                  <a:ext uri="{FF2B5EF4-FFF2-40B4-BE49-F238E27FC236}">
                    <a16:creationId xmlns:a16="http://schemas.microsoft.com/office/drawing/2014/main" id="{93075643-5EFE-412A-88B4-A8F74910360C}"/>
                  </a:ext>
                </a:extLst>
              </p14:cNvPr>
              <p14:cNvContentPartPr/>
              <p14:nvPr/>
            </p14:nvContentPartPr>
            <p14:xfrm>
              <a:off x="6145228" y="6018148"/>
              <a:ext cx="290520" cy="15840"/>
            </p14:xfrm>
          </p:contentPart>
        </mc:Choice>
        <mc:Fallback>
          <p:pic>
            <p:nvPicPr>
              <p:cNvPr id="141" name="Entrada de lápiz 140">
                <a:extLst>
                  <a:ext uri="{FF2B5EF4-FFF2-40B4-BE49-F238E27FC236}">
                    <a16:creationId xmlns:a16="http://schemas.microsoft.com/office/drawing/2014/main" id="{93075643-5EFE-412A-88B4-A8F74910360C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6136228" y="6009508"/>
                <a:ext cx="308160" cy="3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142" name="Entrada de lápiz 141">
                <a:extLst>
                  <a:ext uri="{FF2B5EF4-FFF2-40B4-BE49-F238E27FC236}">
                    <a16:creationId xmlns:a16="http://schemas.microsoft.com/office/drawing/2014/main" id="{2A88951D-B777-491B-9303-059E5CE85955}"/>
                  </a:ext>
                </a:extLst>
              </p14:cNvPr>
              <p14:cNvContentPartPr/>
              <p14:nvPr/>
            </p14:nvContentPartPr>
            <p14:xfrm>
              <a:off x="6298228" y="6146668"/>
              <a:ext cx="300240" cy="191160"/>
            </p14:xfrm>
          </p:contentPart>
        </mc:Choice>
        <mc:Fallback>
          <p:pic>
            <p:nvPicPr>
              <p:cNvPr id="142" name="Entrada de lápiz 141">
                <a:extLst>
                  <a:ext uri="{FF2B5EF4-FFF2-40B4-BE49-F238E27FC236}">
                    <a16:creationId xmlns:a16="http://schemas.microsoft.com/office/drawing/2014/main" id="{2A88951D-B777-491B-9303-059E5CE85955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6289228" y="6138028"/>
                <a:ext cx="31788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143" name="Entrada de lápiz 142">
                <a:extLst>
                  <a:ext uri="{FF2B5EF4-FFF2-40B4-BE49-F238E27FC236}">
                    <a16:creationId xmlns:a16="http://schemas.microsoft.com/office/drawing/2014/main" id="{B2FCF1C3-FAF8-4C47-A12D-2E66E498B704}"/>
                  </a:ext>
                </a:extLst>
              </p14:cNvPr>
              <p14:cNvContentPartPr/>
              <p14:nvPr/>
            </p14:nvContentPartPr>
            <p14:xfrm>
              <a:off x="6846148" y="5929588"/>
              <a:ext cx="178920" cy="26280"/>
            </p14:xfrm>
          </p:contentPart>
        </mc:Choice>
        <mc:Fallback>
          <p:pic>
            <p:nvPicPr>
              <p:cNvPr id="143" name="Entrada de lápiz 142">
                <a:extLst>
                  <a:ext uri="{FF2B5EF4-FFF2-40B4-BE49-F238E27FC236}">
                    <a16:creationId xmlns:a16="http://schemas.microsoft.com/office/drawing/2014/main" id="{B2FCF1C3-FAF8-4C47-A12D-2E66E498B704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6837508" y="5920948"/>
                <a:ext cx="196560" cy="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146" name="Entrada de lápiz 145">
                <a:extLst>
                  <a:ext uri="{FF2B5EF4-FFF2-40B4-BE49-F238E27FC236}">
                    <a16:creationId xmlns:a16="http://schemas.microsoft.com/office/drawing/2014/main" id="{383338A3-E44E-4999-BC2E-3757BA9C0FF0}"/>
                  </a:ext>
                </a:extLst>
              </p14:cNvPr>
              <p14:cNvContentPartPr/>
              <p14:nvPr/>
            </p14:nvContentPartPr>
            <p14:xfrm>
              <a:off x="7426108" y="6065308"/>
              <a:ext cx="416160" cy="266760"/>
            </p14:xfrm>
          </p:contentPart>
        </mc:Choice>
        <mc:Fallback>
          <p:pic>
            <p:nvPicPr>
              <p:cNvPr id="146" name="Entrada de lápiz 145">
                <a:extLst>
                  <a:ext uri="{FF2B5EF4-FFF2-40B4-BE49-F238E27FC236}">
                    <a16:creationId xmlns:a16="http://schemas.microsoft.com/office/drawing/2014/main" id="{383338A3-E44E-4999-BC2E-3757BA9C0FF0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417108" y="6056308"/>
                <a:ext cx="43380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147" name="Entrada de lápiz 146">
                <a:extLst>
                  <a:ext uri="{FF2B5EF4-FFF2-40B4-BE49-F238E27FC236}">
                    <a16:creationId xmlns:a16="http://schemas.microsoft.com/office/drawing/2014/main" id="{DD201EF6-79D5-43D8-A472-79DCE80C4134}"/>
                  </a:ext>
                </a:extLst>
              </p14:cNvPr>
              <p14:cNvContentPartPr/>
              <p14:nvPr/>
            </p14:nvContentPartPr>
            <p14:xfrm>
              <a:off x="8363908" y="5817628"/>
              <a:ext cx="205920" cy="18000"/>
            </p14:xfrm>
          </p:contentPart>
        </mc:Choice>
        <mc:Fallback>
          <p:pic>
            <p:nvPicPr>
              <p:cNvPr id="147" name="Entrada de lápiz 146">
                <a:extLst>
                  <a:ext uri="{FF2B5EF4-FFF2-40B4-BE49-F238E27FC236}">
                    <a16:creationId xmlns:a16="http://schemas.microsoft.com/office/drawing/2014/main" id="{DD201EF6-79D5-43D8-A472-79DCE80C4134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354908" y="5808628"/>
                <a:ext cx="22356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148" name="Entrada de lápiz 147">
                <a:extLst>
                  <a:ext uri="{FF2B5EF4-FFF2-40B4-BE49-F238E27FC236}">
                    <a16:creationId xmlns:a16="http://schemas.microsoft.com/office/drawing/2014/main" id="{FA0741AA-AD4F-4AFF-94CE-E76660D87C7D}"/>
                  </a:ext>
                </a:extLst>
              </p14:cNvPr>
              <p14:cNvContentPartPr/>
              <p14:nvPr/>
            </p14:nvContentPartPr>
            <p14:xfrm>
              <a:off x="8396668" y="5922388"/>
              <a:ext cx="267120" cy="10080"/>
            </p14:xfrm>
          </p:contentPart>
        </mc:Choice>
        <mc:Fallback>
          <p:pic>
            <p:nvPicPr>
              <p:cNvPr id="148" name="Entrada de lápiz 147">
                <a:extLst>
                  <a:ext uri="{FF2B5EF4-FFF2-40B4-BE49-F238E27FC236}">
                    <a16:creationId xmlns:a16="http://schemas.microsoft.com/office/drawing/2014/main" id="{FA0741AA-AD4F-4AFF-94CE-E76660D87C7D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388028" y="5913748"/>
                <a:ext cx="2847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153" name="Entrada de lápiz 152">
                <a:extLst>
                  <a:ext uri="{FF2B5EF4-FFF2-40B4-BE49-F238E27FC236}">
                    <a16:creationId xmlns:a16="http://schemas.microsoft.com/office/drawing/2014/main" id="{0B799774-AB7F-4A8C-9F1E-1355E8A0BFB4}"/>
                  </a:ext>
                </a:extLst>
              </p14:cNvPr>
              <p14:cNvContentPartPr/>
              <p14:nvPr/>
            </p14:nvContentPartPr>
            <p14:xfrm>
              <a:off x="8814988" y="5117428"/>
              <a:ext cx="1495080" cy="1418040"/>
            </p14:xfrm>
          </p:contentPart>
        </mc:Choice>
        <mc:Fallback>
          <p:pic>
            <p:nvPicPr>
              <p:cNvPr id="153" name="Entrada de lápiz 152">
                <a:extLst>
                  <a:ext uri="{FF2B5EF4-FFF2-40B4-BE49-F238E27FC236}">
                    <a16:creationId xmlns:a16="http://schemas.microsoft.com/office/drawing/2014/main" id="{0B799774-AB7F-4A8C-9F1E-1355E8A0BFB4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8805988" y="5108788"/>
                <a:ext cx="1512720" cy="143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154" name="Entrada de lápiz 153">
                <a:extLst>
                  <a:ext uri="{FF2B5EF4-FFF2-40B4-BE49-F238E27FC236}">
                    <a16:creationId xmlns:a16="http://schemas.microsoft.com/office/drawing/2014/main" id="{63A471E6-A654-4E27-9134-D0341C38F993}"/>
                  </a:ext>
                </a:extLst>
              </p14:cNvPr>
              <p14:cNvContentPartPr/>
              <p14:nvPr/>
            </p14:nvContentPartPr>
            <p14:xfrm>
              <a:off x="7234948" y="5698468"/>
              <a:ext cx="232560" cy="276840"/>
            </p14:xfrm>
          </p:contentPart>
        </mc:Choice>
        <mc:Fallback>
          <p:pic>
            <p:nvPicPr>
              <p:cNvPr id="154" name="Entrada de lápiz 153">
                <a:extLst>
                  <a:ext uri="{FF2B5EF4-FFF2-40B4-BE49-F238E27FC236}">
                    <a16:creationId xmlns:a16="http://schemas.microsoft.com/office/drawing/2014/main" id="{63A471E6-A654-4E27-9134-D0341C38F993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7226308" y="5689828"/>
                <a:ext cx="250200" cy="29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65699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5832090-CA8D-4B08-89F7-1DF0A7525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21" y="407963"/>
            <a:ext cx="10846958" cy="392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5900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1B275940-3223-4323-9A1D-D13BFE3C2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890" y="1062695"/>
            <a:ext cx="4783110" cy="520094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866BD0A-0A95-4928-9F24-27EB8EA2F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540" y="1062695"/>
            <a:ext cx="5416082" cy="3199816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9E6EDC04-E084-4228-A374-C6FDA097D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6653" y="300553"/>
            <a:ext cx="8911687" cy="1280890"/>
          </a:xfrm>
        </p:spPr>
        <p:txBody>
          <a:bodyPr/>
          <a:lstStyle/>
          <a:p>
            <a:pPr algn="ctr"/>
            <a:r>
              <a:rPr lang="es-MX" b="1" dirty="0"/>
              <a:t>Taller</a:t>
            </a:r>
            <a:endParaRPr lang="es-CO" b="1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0D08C7-4575-4ED4-8050-B81524AAEC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230" y="4103307"/>
            <a:ext cx="4783110" cy="256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2660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8232D3-973F-426A-A754-E10411B8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/>
              <a:t>TRABAJO INDEPENDIENTE</a:t>
            </a:r>
            <a:br>
              <a:rPr lang="es-MX" b="1" dirty="0"/>
            </a:br>
            <a:endParaRPr lang="es-CO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7D8AA2-DA6B-4362-B199-B1C9CA47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5386" y="1563757"/>
            <a:ext cx="8915400" cy="44129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800" b="1" dirty="0"/>
              <a:t>Realizar los ejercicios de cálculo de integrales impropias y los ejercicios de área entre dos curvas, escoger 10(5 de cada tema), realizarlos y enviarlos por teams</a:t>
            </a:r>
          </a:p>
          <a:p>
            <a:pPr marL="0" indent="0">
              <a:buNone/>
            </a:pPr>
            <a:endParaRPr lang="es-MX" sz="2800" b="1" dirty="0"/>
          </a:p>
          <a:p>
            <a:pPr marL="0" indent="0">
              <a:buNone/>
            </a:pPr>
            <a:r>
              <a:rPr lang="es-MX" sz="2800" b="1" dirty="0"/>
              <a:t>Investigar</a:t>
            </a:r>
          </a:p>
          <a:p>
            <a:r>
              <a:rPr lang="es-MX" sz="2800" b="1" dirty="0"/>
              <a:t>Cálculo del volumen de sólidos de revolución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354789253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91</Words>
  <Application>Microsoft Office PowerPoint</Application>
  <PresentationFormat>Panorámica</PresentationFormat>
  <Paragraphs>18</Paragraphs>
  <Slides>30</Slides>
  <Notes>0</Notes>
  <HiddenSlides>0</HiddenSlides>
  <MMClips>2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5" baseType="lpstr">
      <vt:lpstr>Arial</vt:lpstr>
      <vt:lpstr>Century Gothic</vt:lpstr>
      <vt:lpstr>Lato</vt:lpstr>
      <vt:lpstr>Wingdings 3</vt:lpstr>
      <vt:lpstr>Espiral</vt:lpstr>
      <vt:lpstr>CALCULO II</vt:lpstr>
      <vt:lpstr>OBJETIVOS DE LA CLASE</vt:lpstr>
      <vt:lpstr>Presentación de PowerPoint</vt:lpstr>
      <vt:lpstr>Presentación de PowerPoint</vt:lpstr>
      <vt:lpstr>Presentación de PowerPoint</vt:lpstr>
      <vt:lpstr>Integrales impropias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Ejercicios</vt:lpstr>
      <vt:lpstr>Área entre dos curvas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Taller</vt:lpstr>
      <vt:lpstr>TRABAJO INDEPENDIENTE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CALCULO I</dc:title>
  <dc:creator>ALCIRA MARTINEZ</dc:creator>
  <cp:lastModifiedBy>ALCIRA MARTINEZ</cp:lastModifiedBy>
  <cp:revision>148</cp:revision>
  <dcterms:created xsi:type="dcterms:W3CDTF">2024-05-13T22:13:31Z</dcterms:created>
  <dcterms:modified xsi:type="dcterms:W3CDTF">2024-07-01T09:47:07Z</dcterms:modified>
</cp:coreProperties>
</file>