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366" r:id="rId4"/>
    <p:sldId id="351" r:id="rId5"/>
    <p:sldId id="368" r:id="rId6"/>
    <p:sldId id="372" r:id="rId7"/>
    <p:sldId id="369" r:id="rId8"/>
    <p:sldId id="370" r:id="rId9"/>
    <p:sldId id="385" r:id="rId10"/>
    <p:sldId id="386" r:id="rId11"/>
    <p:sldId id="387" r:id="rId12"/>
    <p:sldId id="388" r:id="rId13"/>
    <p:sldId id="381" r:id="rId14"/>
    <p:sldId id="382" r:id="rId15"/>
    <p:sldId id="383" r:id="rId16"/>
    <p:sldId id="384" r:id="rId17"/>
    <p:sldId id="389" r:id="rId18"/>
    <p:sldId id="371" r:id="rId19"/>
    <p:sldId id="373" r:id="rId20"/>
    <p:sldId id="374" r:id="rId21"/>
    <p:sldId id="375" r:id="rId22"/>
    <p:sldId id="377" r:id="rId23"/>
    <p:sldId id="390" r:id="rId24"/>
    <p:sldId id="378" r:id="rId25"/>
    <p:sldId id="379" r:id="rId26"/>
    <p:sldId id="3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44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6:4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9 7826,'0'0'116,"0"0"548,0 0 1903,0 0-133,0 0-982,0 0-573,-8-9 2188,-2 160-1057,10-145-1967,1 0-1,-1 0 1,1 0 0,0 0-1,1-1 1,-1 1-1,1-1 1,0 1-1,1-1 1,-1 1 0,1-1-1,0 0 1,0 0-1,1-1 1,-1 1 0,1-1-1,0 1 1,1-1-1,-1 0 1,1-1 0,-1 1-1,1-1 1,0 0-1,0 0 1,1 0 0,-1-1-1,0 0 1,1 0-1,0 0 1,5 0-43,179 14 285,-184-16-288,-1 0-1,1-1 0,0 1 1,-1-1-1,1 0 0,-1 0 1,1-1-1,-1 0 1,0 0-1,1 0 0,-1-1 1,0 1-1,0-1 1,-1 0-1,1-1 0,-1 1 1,1-1-1,-1 0 0,0 0 1,0 0-1,-1-1 1,1 1-1,-1-1 0,0 0 1,-1 0-1,1 0 1,-1 0-1,0 0 0,0 0 1,0-1-1,-1 1 0,0-1 1,0 0-1,0 1 1,-1-1-1,0 1 0,0-1 1,0-5 3,-5 3-8,1-1 1,-1 2-1,-1-1 0,1 0 1,-1 1-1,0 0 1,-1 0-1,0 1 1,0 0-1,0 0 0,-1 1 1,0-1-1,0 2 1,0-1-1,-1 1 1,1 1-1,-1-1 0,0 1 1,-2 0 7,-8-3 66,-1 0 1,0 0 0,0 2-1,-1 1 1,1 0 0,-1 2 0,1 0-1,-1 1 1,-3 2-67,18-2-31,1 1 0,0 0 1,0 1-1,0-1 0,0 1 1,0 0-1,0 0 0,0 1 0,0-1 1,1 1-1,-1 0 0,1 0 1,0 0-1,0 1 0,0 0 0,0 0 1,1 0-1,0 0 0,0 0 0,0 1 1,0-1-1,0 1 0,1 0 1,0 0-1,0 0 0,0 0 0,1 0 1,0 0-1,-1 4 31,10-4-1696,81-46-6969,-38 2 5086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6:4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6553,'0'0'1138,"0"0"993,0 0-724,0 0-704,0 0-66,0 0 337,14 2 185,226-6 3054,-128-9-3800,-93-9-7294,-11 11 4911,7-3 287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6:51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68 877 4017,'0'0'2311,"0"0"-825,0 0 305,0 0 415,0 0-429,0 0-446,-7-7-508,2 3-700,5 3-103,-1 0 0,1 1 1,0-1-1,-1 0 0,1 0 0,-1 0 0,1 1 1,-1-1-1,1 0 0,-1 1 0,1-1 1,-1 0-1,0 1 0,1-1 0,-1 1 1,0-1-1,1 1 0,-1-1 0,0 1 0,0 0 1,0-1-1,1 1 0,-1 0 0,0-1 1,0 1-1,0 0 0,0 0 0,0 0 0,0 0 1,1 0-1,-1 0 0,0 0 0,0 0 1,0 0-1,0 1 0,0-1 0,1 0 1,-1 0-1,0 1 0,0-1 0,0 1 0,1-1 1,-1 1-1,0-1 0,0 1 0,1-1 1,-1 1-1,1-1 0,-1 1 0,0 0 1,1 0-1,-1-1 0,1 1 0,-1 0 0,1 0 1,0-1-1,-1 1 0,1 0 0,0 0 1,0 0-1,-1 0 0,1-1 0,0 1 0,0 0 1,0 0-21,-3 7 120,0 0 0,1 0 0,-1 0 0,2 0 0,-1 1 0,1-1 0,0 0 0,1 1 0,0-1 0,1 0 0,-1 1 0,1-1 1,1 0-1,0 0 0,0 1 0,0-1 0,1-1 0,1 1 0,-1 0 0,1-1 0,0 0 0,1 0 0,0 0 0,0 0 0,0-1 0,1 1 0,0-2 0,0 1 1,0-1-1,1 1 0,0-2 0,0 1 0,0-1 0,2 0-120,4 0 44,0-1 1,0 0-1,1-1 1,-1-1-1,1 0 1,-1-1-1,1-1 1,-1 0-1,1 0 1,-1-1-1,0-1 1,0-1-1,0 0 1,0 0-1,3-3-44,-9 5-67,0-2-1,0 1 1,-1 0 0,1-1-1,-1-1 1,0 1 0,0-1-1,-1 0 1,1 0-1,-1 0 1,-1-1 0,1 0-1,-1 0 1,1 0 0,-2 0-1,1-1 1,-1 0 0,0 0-1,0 0 1,-1 0-1,0 0 1,0 0 0,-1 0-1,0-1 1,0 1 0,0-1-1,-1 1 1,-1-1 67,0 1-55,0 0 0,-1 0 0,0 0 0,0 0-1,-1 0 1,0 1 0,0-1 0,-1 1 0,1 0 0,-1 0 0,-1 0 0,1 1 0,-1-1-1,0 1 1,0 0 0,-1 1 0,1-1 0,-1 1 0,0 0 0,0 0 0,-1 1 0,1 0-1,-1 0 1,1 0 0,-2 1 55,-178-34 953,180 35-931,1 1 1,0 0-1,0 1 1,0-1 0,0 1-1,0 0 1,0 0-1,0 1 1,0 0 0,0-1-1,0 2 1,1-1-1,-1 0 1,1 1 0,-1 0-1,1 0 1,0 0-1,0 1 1,1-1 0,-1 1-1,1 0 1,0 0-1,0 0 1,0 1 0,0-1-1,1 0 1,-1 1-1,1 0 1,1 0 0,-1 0-1,0 0 1,1 0-1,0 0 1,1 0 0,-1 0-1,1 0 1,0 0-1,0 0 1,1 5-23,-1-3-22,0-1-1,0 1 1,1-1-1,0 1 1,0-1 0,1 0-1,0 0 1,0 0-1,1 0 1,-1 0 0,1 0-1,0 0 1,1-1-1,-1 1 1,1-1 0,0 0-1,1 0 1,-1-1-1,1 1 1,0-1 0,0 0-1,0 0 1,1-1-1,-1 0 1,1 0 0,0 0-1,0 0 1,0-1-1,0 0 1,0 0-1,0-1 1,1 0 0,-1 0-1,1 0 1,5-1 22,116-19-6959,-75-8 2373</inkml:trace>
  <inkml:trace contextRef="#ctx0" brushRef="#br0" timeOffset="351.832">95 1 9066,'0'0'1464,"0"0"1179,0 0-1438,0 0-648,0 0-223,0 0 151,1 2 209,60 136 2189,-3 11-1427,-35-78-1120,4-2-1,2 0 1,4-2 0,2-1-1,3-2 1,3-2 0,44 51-336,-72-100-260,31 43 304,-33-11-6621,-34-31-560,14-14 6548</inkml:trace>
  <inkml:trace contextRef="#ctx0" brushRef="#br0" timeOffset="755.28">1328 321 4913,'0'0'2957,"0"0"1817,0 0-2854,0 0-1247,0 0 91,-19 28 531,-109 194 1867,-131 256-172,253-465-3424,-4 6 661,3-27-9101,-16-68 2358,8 38 5162</inkml:trace>
  <inkml:trace contextRef="#ctx0" brushRef="#br0" timeOffset="1040.035">757 543 6601,'0'0'1110,"0"0"260,0 0 1868,0 0-1598,22-5-856,69-14 11,-84 19-686,1 1 1,-1-1-1,0 1 1,1 1-1,-1 0 1,0 0-1,0 0 1,0 1-1,-1 0 1,1 0-1,0 0 0,-1 1 1,0 0-1,0 1 1,0-1-1,-1 1 1,1 0-1,-1 1 1,0-1-1,-1 1 1,1 0-1,-1 0 0,0 0 1,-1 1-1,0-1 1,0 1-1,0 0 1,-1 0-1,1 0 1,-2 0-1,1 0 1,-1 1-1,0-1 0,-1 0 1,0 5-110,7 12 182,8 30 535,-10-30-496,1-1 0,2 1 1,0-1-1,1-1 0,1 1 1,1-1-1,1-1 0,1 0 0,4 3-221,-12-20 27,-1 0 0,1 0 0,-1-1 0,1 0-1,0 0 1,1 0 0,-1-1 0,0 1 0,1-1-1,-1-1 1,1 1 0,0-1 0,-1 0 0,1 0-1,0-1 1,0 1 0,0-1 0,0-1 0,-1 1-1,1-1 1,2 0-27,58-40-4641,-53 27 1722,12-11-2805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6:4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403 563 13595,'0'0'1319,"0"0"-523,0 0-501,0 0-14,0 0 258,0 0 212,-9-12-115,-26-32-372,21 42-185,-128 362 2321,-6-121-1342,140-293-11047,9 13 7484,3 4 1140</inkml:trace>
  <inkml:trace contextRef="#ctx0" brushRef="#br0" timeOffset="347.233">0 721 5697,'0'0'2041,"0"0"511,0 0-1029,0 0-647,0 0-197,0 0 203,8-8-70,-6 5-725,-1 2-47,0-1 1,0 1-1,0-1 1,0 1-1,0-1 1,0 1-1,1 0 1,-1 0-1,0 0 1,1 0-1,-1 0 1,1 0 0,-1 0-1,1 0 1,-1 0-1,1 1 1,0-1-1,-1 0 1,1 1-1,0 0 1,-1-1-1,1 1 1,0 0-1,0 0 1,-1 0-1,1 0 1,0 0-1,-1 0 1,1 1-1,0-1 1,0 1-1,-1-1 1,1 1-1,0-1 1,-1 1-1,1 0 1,-1 0 0,1 0-1,-1 0 1,0 0-1,1 0 1,-1 0-1,0 0 1,1 1-41,128 153 2648,-109-124-2396,2-1 0,0-2 0,3 0 0,0-2 0,1 0 0,2-2 1,11 7-253,82 14-1953,-49-90-7079,-55 16 6818</inkml:trace>
  <inkml:trace contextRef="#ctx0" brushRef="#br0" timeOffset="915.652">440 269 3473,'0'0'2846,"0"0"-1245,0 0 944,0 0-649,0 0-594,0 0-345,2-6-594,0 3-322,-1 0-1,1 0 1,-1 0-1,1 0 1,0 1-1,0-1 1,0 1 0,1-1-1,-1 1 1,1 0-1,-1-1 1,1 1-1,0 1 1,0-1-1,0 0 1,0 1-1,0-1 1,0 1-1,0 0 1,0 0 0,0 0-1,1 1 1,-1-1-1,0 1 1,1-1-1,-1 1 1,0 0-1,1 1 1,-1-1-1,1 0-40,0-1 30,1 0-1,0 0 0,-1 0 0,1 0 0,-1 1 0,1-1 0,0 1 0,-1 0 0,1 1 0,0-1 0,-1 1 0,1 0 0,-1 0 0,1 1 0,-1-1 0,1 1 0,-1 0 0,0 0 0,0 0 0,0 1 0,0-1 0,0 1 0,-1 0 1,1 0-1,-1 0 0,0 1 0,1-1 0,-2 1 0,1 0 0,0 0 0,-1 0 0,0 0 0,0 0 0,0 0 0,0 1 0,0 1-29,0 5 66,0 1 1,-1 0-1,0-1 0,0 1 0,-2 0 1,1-1-1,-1 1 0,-1 0 0,0-1 1,-1 0-1,0 1 0,-1-1 1,0 0-1,-1-1 0,0 1 0,0-1 1,-1 0-1,-1 0 0,1 0 1,-2-1-1,1 0 0,-1-1 0,-1 0-66,36 4 630,8-12-173,-9 2-213,1-2 1,0-1-1,-1-2 1,1 0-1,-1-2 1,0 0-1,7-4-244,-6 1-1479,-32 14-7520,-11 0 3367</inkml:trace>
  <inkml:trace contextRef="#ctx0" brushRef="#br0" timeOffset="1546.699">929 0 7058,'0'0'364,"0"0"-210,0 0 442,0 0 1638,0 0-954,0 0-426,6 7 162,30 38 302,106 136 1547,-105-134-2719,-3 2 1,-2 2-1,-1 1 0,-4 1 1,-1 1-1,-3 1 0,-3 2 0,1 6-146,-8 1 274,-3-1 0,-2 1-1,-3 1 1,-3-1 0,-3 26-274,-1-70 161,0-1 1,-1 1 0,-1 0-1,-1-1 1,-1 0 0,0 0-1,-2-1 1,0 1 0,-6 9-162,8-90-11428,6 29 9213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6:3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1938 1547 6617,'0'0'5962,"0"0"-3562,0 0-863,0 0-793,0 0-376,0 0-24,0 0-184,0 0 56,0 0-112,0 0-104,0 0 0,0 2-48,0 3-984,0-3-1785,-12-2-1920,2 0 1816</inkml:trace>
  <inkml:trace contextRef="#ctx0" brushRef="#br0" timeOffset="2626.97">421 658 6433,'0'0'793,"0"0"-471,0 0 296,0 0 1345,0 0-373,-4 0-656,-91-15 7514,24 79-8133,58-46-182,-5 10 36,1 2 1,2 0 0,0 0-1,3 2 1,0-1-1,2 2 1,2-1 0,1 1-1,1 1 1,2-1 0,1 1-1,2 0 1,1-1 0,1 1-1,5 22-169,-3-40 26,1-1-1,0-1 1,0 1-1,2 0 1,0-1 0,0 0-1,1-1 1,1 1-1,1-1 1,1 1-26,19 36 48,89 266 66,-63-145-70,101 312 150,-146-427-184,-3 1 1,-2 1-1,-3-1 0,-3 41-10,0-27-1,-3-43 10,-2-1-1,-1 1 1,-1-1-1,-2 0 1,0-1-1,-2 0 0,-1-1 1,-1-1-1,-1 0 1,-1 0-1,-1-2 1,-1 0-1,-1-1 1,0-1-1,-6 3-8,13-9 13,-1 0 1,0-2-1,-1 1 0,0-1 1,-1-1-1,0-1 0,-1 0 1,-1-1-1,1-1 0,-1 0 1,0-1-1,-1-1 0,0-1 1,0 0-1,0-2 0,0 0 1,-11 0-14,-23-22 261,52 18-324,0 1 45,0 0-5,0 0-65,0 0-37,0 0-199,79 20-11005,-52-11 6257</inkml:trace>
  <inkml:trace contextRef="#ctx0" brushRef="#br0" timeOffset="4671.001">698 13 6793,'0'0'691,"0"0"161,0 0 1710,0 0-461,0 0-706,0 0-462,0-13 668,-37 251 1682,30-91-1671,66-145-677,13-35-658,61-10-208,-125 44-100,-1 0 1,1 0 0,0 1 0,0 0 0,-1 0 0,1 1-1,-1 0 1,0 0 0,1 0 0,-2 1 0,1 1 0,0-1-1,-1 1 1,0 0 0,0 0 0,0 1 0,-1-1 0,0 1-1,0 1 1,0-1 0,3 6 30,-11-18-10912,-16-38 8145,6 17 1682</inkml:trace>
  <inkml:trace contextRef="#ctx0" brushRef="#br0" timeOffset="5125.551">876 78 6433,'0'0'790,"0"0"-469,0 0-245,0 0 367,0 0 1207,0 0 74,1-4-525,5-14 781,-6 18-1063,0 7 18,7 590 6507,-7-617-8439,0 11-7057,0 7 2653</inkml:trace>
  <inkml:trace contextRef="#ctx0" brushRef="#br0" timeOffset="6603.549">1098 1574 6313,'0'0'826,"0"0"-475,0 0 98,0 0 1246,0 0-143,0 0-818,2-8-126,0 2-231,6-28 73,-5 6 4804,-29 76-4739,2 0-132,2 2-1,3 0 1,1 1 0,3 1-1,3 1 1,1 0-1,3 0 1,2 1 0,3 0-1,3 46-382,4-74 70,1-1-1,1 0 1,1-1 0,2 0-1,0 0 1,1 0-1,1-2 1,2 1 0,0-1-1,1-1 1,2 0-1,0-2 1,0 1 0,2-2-1,1 0 1,0-1-1,1-1 1,1-1 0,0-1-1,1-1 1,22 10-70,-6 4 96,-52-40-191,12 4-970,0 1 1,1-1-1,0 1 0,1-1 0,0 0 0,0 1 1,0-1-1,1 0 0,1 1 0,0-1 0,0 1 1,0 0-1,1-1 0,3-6 1065,9-17-1776</inkml:trace>
  <inkml:trace contextRef="#ctx0" brushRef="#br0" timeOffset="7151.891">1335 1883 6849,'0'0'3148,"0"0"-700,0 0-1155,0 0-640,0 0 115,0 0-149,2 17 129,-3 230 2862,-5-119-2440,73-118-978,91-36-155,-126 58-2193,-32-31 469,0-1-854,-3-7-2505,-7-12 4292,6 12 250,-6-13-85</inkml:trace>
  <inkml:trace contextRef="#ctx0" brushRef="#br0" timeOffset="7466.767">1446 2003 6361,'0'0'1506,"0"0"712,0 0-230,0 0-421,0 0-495,0 0-302,-4-4-229,4 5-529,0-1-1,0 1 0,0-1 1,0 1-1,0-1 0,0 1 1,0-1-1,0 1 0,-1-1 0,1 1 1,0-1-1,0 1 0,0-1 1,-1 0-1,1 1 0,0-1 1,-1 1-1,1-1 0,0 0 1,-1 1-1,1-1 0,0 0 0,-1 1 1,1-1-1,0 0 0,-1 0 1,1 1-1,-1-1 0,1 0 1,-1 0-1,1 0 0,-1 1 1,1-1-1,-1 0 0,1 0 0,-1 0 1,1 0-1,-1 0 0,1 0 1,-1 0-1,1 0 0,-1 0 1,1 0-1,-1-1 0,1 1 0,-1 0 1,1 0-1,0 0 0,-1-1 1,1 1-1,-1 0 0,1 0 1,-1-1-1,1 1 0,0 0 1,-1-1-1,1 1 0,0 0 0,-1-1 1,1 1-1,0-1 0,0 1 1,-1-1-1,1 1 0,0 0 1,0-1-1,0 1-11,12 54 971,69 299 1637,-78-315-3082,-3-37-1099,0-1-3388,-3-2 2243,-2-7 742</inkml:trace>
  <inkml:trace contextRef="#ctx0" brushRef="#br0" timeOffset="7855.562">2059 1841 4961,'0'0'2830,"0"0"1001,0 0-2018,0 0-849,-9 21-86,-75 234 2985,-28 79-3032,99-314-3218,-8-19-4740,13-10 5272</inkml:trace>
  <inkml:trace contextRef="#ctx0" brushRef="#br0" timeOffset="8299.36">1691 2045 6569,'0'0'989,"0"0"-157,0 0 1158,0 0-506,0 0-636,0 0-445,5-5 190,-3 4-534,-1 0-1,1 0 1,-1 0-1,1 1 1,0-1-1,0 0 1,-1 1-1,1-1 1,0 1 0,0-1-1,0 1 1,-1 0-1,1 0 1,0 0-1,0 0 1,0 0-1,0 0 1,0 1-1,-1-1 1,1 0-1,0 1 1,0 0-1,0-1 1,-1 1-1,1 0 1,0 0-1,-1 0 1,1 0 0,-1 0-1,1 0 1,-1 0-1,0 1 1,1-1-1,-1 0 1,0 1-1,0-1 1,0 1-1,0 0 1,0-1-1,0 1 1,-1 0-1,1-1 1,0 1-1,-1 0 1,1 0-1,-1 0 1,0-1-1,0 1 1,1 1-59,-1-2 13,65 106 1843,70 82 174,-102-140-1725,-16-40-10352,-10-13 8068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05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5945,'0'0'2143,"0"0"1498,0 0-1711,0 0-1075,0 0 144,0 0 18,22 2-103,132 6 213,51-45-127,-203 44-2323,-2-5-6717,0-2 5914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1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5513,'0'0'1347,"0"0"-160,0 0 1878,0 0-873,0 0-1088,0 0-349,2 18 1372,191-2 1692,-138-17-2917,190-15 552,-238 40-2785,-7-10-3239,0-7-3280,0-7 6154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11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6793,'0'0'750,"0"0"-50,0 0 791,0 0 383,0 0-897,0 0-458,13 25 1834,-1-19-1993,1-1 0,-1 0 1,1 0-1,1-2 0,-1 1 0,0-2 1,1 0-1,0 0 0,-1-1 1,1-1-1,0 0 0,-1-1 0,8-2-360,20 2 679,159 1 1130,-178-32-10890,-12 7 3112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08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2 531 7698,'0'0'5074,"0"0"-2841,0 0-1592,0 0-304,0 0 429,0 0 365,0 23-106,-1 75-202,1-87-759,0 0 1,1 0-1,1 0 0,0 0 0,0 0 0,1 0 0,0 0 1,1-1-1,0 1 0,1-1 0,0 0 0,1-1 1,0 1-1,0-1 0,1 0 0,0 0 0,1-1 0,-1 0 1,2-1-1,-1 1 0,1-2 0,0 1 0,1-1 0,-1-1 1,1 1-1,0-2 0,1 1 0,-1-1 0,1-1 0,0 0 1,0-1-1,0 0 0,0 0 0,0-1 0,0-1 1,0 0-1,0 0 0,1-1 0,-1 0 0,0-1 0,10-3-64,-14 1-17,1 0-1,-1 0 0,0-1 0,0 0 0,0 0 0,-1 0 1,0-1-1,0 0 0,0 0 0,-1-1 0,0 0 0,0 0 1,0 0-1,-1 0 0,0 0 0,-1-1 0,0 0 0,0 0 1,0 0-1,-1 0 0,-1 0 0,1-1 0,-1 1 0,0 0 1,-1-1-1,0 1 0,-1-1 0,1 1 0,-2 0 0,1-1 0,-1 1 1,0 0-1,-1 0 0,0 0 0,0 0 0,-1 1 0,0-1 1,0 1-1,0 0 0,-3-3 18,-1 1 0,0 1 0,0-1 0,0 1 0,-1 0 0,0 1 0,-1 0 0,0 1 0,0 0 0,0 0 0,-1 1 0,0 0 0,0 1 0,0 1 0,0-1 0,-1 2 0,1-1 0,-1 2 0,1-1 0,-1 2 0,0 0 0,-11 1 0,19 0-2,-1 1 0,1 0 0,-1 0-1,1 0 1,0 1 0,0 0 0,0 0 0,0 0 0,1 0-1,-1 0 1,1 1 0,-1-1 0,1 1 0,0 0 0,1 0 0,-1 0-1,1 0 1,0 1 0,0-1 0,0 1 0,0-1 0,1 1 0,0 0-1,0-1 1,0 1 0,1 0 0,-1 0 0,1 0 0,0 0 0,1 0-1,-1-1 1,1 1 0,0 0 0,0 0 0,0-1 0,2 4 2,42 25-2491,50-37-6840,-55-13 6513</inkml:trace>
  <inkml:trace contextRef="#ctx0" brushRef="#br0" timeOffset="334.925">146 0 6905,'0'0'1900,"0"0"1702,0 0-1718,0 0-960,0 0-221,0 0 271,4 4-144,62 127 3366,-55-97-3636,160 547 3554,-83-449-4170,-87-132-215,0-1 0,0 1 0,0 0 0,0 0 0,0 0 0,0-1 0,0 1 0,0 0 0,0-1 0,0 1 0,0-1 0,-1 1 0,1-1 0,0 0 0,0 1 0,0-1 0,-1 0 0,1 0 0,0 1 0,-1-1 0,1 0 0,-1 0 0,1 0 0,-1 0 0,1 0 0,-1 0 0,0 1 0,1-1 0,-1 0 0,0 0 0,0 0 0,0 0 0,1 0 0,-1-1 0,0 1 0,0 0 0,-1 0 0,1 0 0,0 0 0,0 0 0,0 0 0,-1 0 0,1 1 0,-1-1 0,1 0 0,0 0 0,-1 0 0,0 0 0,1 0-1,-1 0 1,1 1 0,-1-1 0,0 0 271,0-2-964,-5-28-2098</inkml:trace>
  <inkml:trace contextRef="#ctx0" brushRef="#br0" timeOffset="768.452">929 318 6649,'0'0'1485,"0"0"1611,0 0-1611,0 0-6,0 0-106,-1 23-132,0 3-879,-26 103 1064,-119 186 318,142-306-1941,-15 29-2734,0-27-5246,12-12 7225,4-9 647</inkml:trace>
  <inkml:trace contextRef="#ctx0" brushRef="#br0" timeOffset="1131.988">603 347 5417,'0'0'2405,"0"0"1123,0 0-1898,0 0-571,0 0-245,0 0 115,2-4-215,5 5-525,0 1 1,1 0 0,-1 0 0,0 0 0,0 1 0,0 0-1,-1 0 1,1 1 0,-1 0 0,0 0 0,0 1 0,0-1-1,0 1 1,-1 1 0,0-1 0,0 1 0,0-1 0,-1 2-1,0-1 1,1 2-190,200 319 3210,-200-319-3245,1 0 0,0-1 0,0 0 0,1 0 0,-1-1-1,1 1 1,1-2 0,-1 1 0,1-1 0,0 0 0,1 0 0,-1-1-1,1 0 36,18 0-4311,0-10-4238,-17-1 6894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0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369 482 6769,'0'0'763,"0"0"77,0 0 1441,0 0-606,0 0-153,-2 23 83,-31 186 2450,21-172-3873,-2 0 1,-1-1 0,-2 0-1,-1-2 1,-2 0 0,-2-1-1,0-1 1,-23 24-183,28-39-1434,16-16 1218,1 0 0,-1 0 0,1 0 0,-1 0 0,1 0 0,-1 0 1,0 0-1,1 0 0,-1 0 0,0 0 0,0-1 0,0 1 0,1 0 0,-1 0 1,0-1-1,0 1 0,0-1 0,0 1 0,0-1 0,0 1 0,-1-1 1,1 0-1,0 1 0,0-1 0,0 0 0,0 0 0,0 0 0,0 0 0,-1 0 1,1 0-1,0 0 0,0 0 0,0 0 0,0-1 0,0 1 0,0 0 1,0-1-1,-1 1 0,1-1 0,0 1 0,0-1 0,1 1 0,-1-1 0,0 0 1,0 0-1,0 1 0,0-1 0,0 0 0,1 0 0,-1 0 216,-2-16-781</inkml:trace>
  <inkml:trace contextRef="#ctx0" brushRef="#br0" timeOffset="361.309">0 578 8090,'0'0'1976,"0"0"-756,0 0-497,0 0 107,20 3 589,-2-2-1013,-11-1-292,0 0-1,0 0 0,0 1 0,-1 0 1,1 1-1,0-1 0,-1 1 1,1 0-1,-1 1 0,1 0 0,-1 0 1,0 0-1,0 1 0,-1-1 1,1 2-1,2 1-113,8 12 399,0 1-1,-1 1 1,0 1 0,-2 0-1,-1 0 1,0 1 0,-2 1 0,0 0-1,-2 0 1,2 8-399,87 167 1961,-95-194-1964,1 0 1,0-1 0,0 0-1,0 1 1,0-1-1,0 0 1,0 0 0,1-1-1,0 1 1,-1-1-1,1 0 1,0 0-1,0 0 1,0 0 0,0 0-1,1-1 1,-1 0-1,0 0 1,1 0 0,-1-1-1,1 1 1,-1-1-1,0 0 1,1 0 0,-1-1-1,5 0 3,-6-2-451,0 0 1,-1 0-1,1 0 0,-1 0 1,1 0-1,-1-1 0,0 1 1,0-1-1,-1 0 0,1 1 1,-1-1-1,1 0 0,-1 0 1,0 0-1,-1 0 0,1 0 1,-1 0-1,0 0 0,0 0 1,0 0-1,0-1 451,0-2-1505,3-33-1438</inkml:trace>
  <inkml:trace contextRef="#ctx0" brushRef="#br0" timeOffset="879.132">472 236 8122,'0'0'964,"0"0"782,0 0-534,0 0-676,0 0-217,0 0 245,19-5 209,151-19 1112,-166 26-1841,-1 1 0,0-1 0,0 1 0,0 0 0,0 0 0,0 0-1,0 0 1,-1 0 0,0 1 0,0-1 0,0 1 0,0-1 0,0 1 0,-1 0 0,1 0 0,-1 0 0,0 0 0,0 0 0,0 0 0,-1 0 0,0 0 0,0 0 0,0 0 0,0 0 0,0 0 0,-1 0 0,0 0 0,0 0-1,-1 4-43,2 8 198,-50 194 1968,90-205-1607,66-5-554,-103 9-5099,-3-7 2144,0 1-647</inkml:trace>
  <inkml:trace contextRef="#ctx0" brushRef="#br0" timeOffset="1448.501">868 18 6209,'0'0'971,"0"0"-421,0 0-60,0 0 1149,0 0-376,0 0-557,-3-4-267,4 4-414,-1 0 1,1 0 0,-1 0 0,1 0 0,-1 0-1,0 0 1,1 0 0,-1 0 0,1 0 0,-1 0-1,1 0 1,-1 0 0,1 0 0,-1 0 0,0-1-1,1 1 1,-1 0 0,1 0 0,-1 0 0,0-1-1,1 1 1,-1 0 0,1-1 0,-1 1-1,0 0 1,0-1 0,1 1 0,-1 0 0,0-1-1,1 1 1,-1 0 0,0-1 0,0 1 0,0-1-1,0 1 1,1-1 0,-1 1 0,0-1 0,0 1-1,0 0 1,0-1 0,0 1 0,0-1 0,0 1-1,0-1 1,0 1 0,0-1 0,-1 1 0,1-1-26,50 34 1268,-12 7-554,-1 1 1,-2 2-1,-2 1 0,-2 2 1,-2 1-1,-2 1 0,-2 1 0,-2 2 1,-3 0-1,4 17-714,-11-27 124,-1 0-1,-2 1 1,-1 1 0,-3-1-1,-1 1 1,-2 1 0,-3-1 0,-2 30-124,-1-56 2,0 0 0,-2 0 0,1 0 0,-2 0 0,0-1 0,-1 0 1,-1 0-1,0-1 0,-1 1 0,-1-2 0,-11 13-2,-46 35-4083,43-50-1840,4-8 376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2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1088,'0'0'4819,"0"0"-2732,0 0 1141,0 0-1541,0 0-993,0 0-310,2 13 1411,559-24 5083,-570 12-7767,-20-2 2390,23-1-5155,3-3-4686,3-5 4936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2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44 6433,'0'0'2121,"0"0"2764,0 0-2450,0 0-1192,0 0-454,0 0 165,-10 0 2084,30-9-2967,0 2 1,1 0-1,0 1 1,0 1-1,0 2 1,0 0-1,0 1 0,1 0 1,20 3-72,-38-1-4,-1 1 0,1 0 1,0 0-1,-1 0 1,1 0-1,0 1 0,-1-1 1,0 1-1,1 0 0,-1 0 1,0 0-1,0 1 0,0-1 1,0 1-1,0-1 0,-1 1 1,1 0-1,-1 0 0,0 0 1,0 0-1,0 1 0,0-1 1,0 0-1,-1 1 0,0 0 1,0-1-1,0 1 0,0 0 1,0-1-1,0 1 0,-1 0 1,0 0-1,0 0 0,0-1 1,0 1-1,-1 0 0,0 0 1,1-1-1,-1 1 0,0 0 1,-1-1-1,1 1 0,-1-1 1,0 1-1,1-1 0,-2 0 1,1 0-1,0 0 0,0 0 1,-1 0-1,-2 2 4,-9 8 8,0-1 0,-1 0-1,0-2 1,-1 1 0,0-2 0,-1 0 0,0-1-1,0-1 1,0-1 0,-1 0 0,0-1-1,-4 0-7,144-61 10,-113 55-70,-1 1 0,0-1-1,1 1 1,-1 1 0,0-1 0,0 1 0,1 1 0,-1 0 0,0 0 0,0 0 0,0 1 0,-1 1-1,1-1 1,-1 1 0,0 0 0,0 1 0,0-1 0,0 2 0,-1-1 0,0 1 0,0-1-1,0 2 1,-1-1 0,0 1 0,0-1 0,-1 2 0,1-1 0,1 6 60,-2-8-10,3 3-24,1 0 0,-1 1 0,-1 0 0,1 1 0,-2-1 0,1 1 0,-1 1 0,-1-1 0,0 0 0,0 1 0,-1 0 0,-1 0 0,0 0 0,0 0 0,-1 0 0,0 1 0,-1 10 34,-5-18 10,1 1 0,-1-1 0,0 0 1,0 0-1,0 0 0,-1 0 0,1-1 1,-1 0-1,0-1 0,0 1 0,0-1 1,0 0-1,0 0 0,0-1 0,-1 0 1,1 0-1,0 0 0,-1-1 0,1 0 1,-1 0-11,1 0 29,-288 3 2421,287-4-2293,-1 1-1,0-1 1,0-1-1,1 1 1,-1-2-1,1 1 1,0-1-1,0 1 1,0-2-1,0 1 0,0-1 1,0 0-1,1-1 1,0 0-1,0 0 1,0 0-1,1 0 1,-5-6-157,14 8-8375,12-4 3781,-8 3 2370,11-5-212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2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589 536 7746,'0'0'74,"0"0"759,0 0 2579,0 0-1518,0 0-1278,0 0-226,-8 14 260,-170 298 3750,6 23-3347,171-333-803,-16 27-1568,17-28 1088,-1 0 1,1-1-1,-1 1 1,1 0-1,-1 0 0,0-1 1,0 1-1,1 0 0,-1-1 1,0 1-1,0-1 1,0 1-1,1-1 0,-1 0 1,0 1-1,0-1 0,0 0 1,0 1-1,0-1 1,0 0-1,0 0 0,0 0 1,0 0-1,0 0 0,0 0 1,0 0-1,0 0 1,0 0-1,0-1 0,0 1 1,1 0-1,-1-1 1,0 1-1,0 0 0,0-1 1,0 1-1,0-1 0,1 1 1,-1-1-1,0 0 1,0 1-1,1-1 0,-1 0 1,0 0-1,1 1 0,-1-1 1,1 0-1,-1 0 1,1 0 229,-13-16-1331</inkml:trace>
  <inkml:trace contextRef="#ctx0" brushRef="#br0" timeOffset="387.608">18 694 7402,'0'0'153,"0"0"-29,0 0 449,0 0 1592,0 0-718,0 0-550,26-6 277,87-18 169,-104 22-1207,0 0 0,0 1 0,1 1-1,-1-1 1,0 1 0,1 1 0,-1 0 0,1 0 0,-1 1 0,0 0-1,0 0 1,0 1 0,0 0 0,-1 1 0,1 0 0,-1 1 0,0-1-1,0 1 1,0 1 0,-1 0 0,0 0 0,0 0 0,0 1 0,-1 0-1,1 0-135,10 19 277,0 1-1,-2 0 1,-1 1-1,-1 1 1,-1 0-1,4 18-276,19 44 1216,-29-83-1223,1 0 1,0 0 0,0 0 0,1-1 0,-1 0-1,2 0 1,-1-1 0,1 0 0,0-1 0,0 0 0,0 0-1,1-1 1,-1 0 0,1-1 0,0 0 0,1 0-1,-1-1 1,0 0 0,1-1 0,-1 0 0,1-1-1,-1 0 1,0-1 0,1 0 0,-1-1 0,1 0-1,-1 0 1,0-1 0,0 0 0,0-1 0,-1 0-1,1-1 1,-1 0 0,0 0 0,-1-1 0,1 0 0,-1-1-1,0 0 1,0 0 0,-1 0 0,0-1 0,1-2 6,-5 5-636,0 0 0,-1-1 0,1 1 1,-1-1-1,0 1 0,-1-1 0,1 0 1,-1 0-1,0 0 0,-1 0 0,1 0 1,-1 0-1,0 0 0,-1 0 1,1 1-1,-1-1 0,-1 0 0,1 0 1,-1 0-1,0 1 636,-9-18-844</inkml:trace>
  <inkml:trace contextRef="#ctx0" brushRef="#br0" timeOffset="1073.15">708 96 5457,'0'0'2194,"0"0"1336,0 0-1882,0 0-658,0 0-174,23-11 83,158-64 736,-178 73-1626,-1 1 0,0 0 0,1 0 1,-1 0-1,1 0 0,-1 0 0,1 1 0,0-1 0,-1 1 1,1-1-1,0 1 0,-1 0 0,1 0 0,0 0 0,-1 1 1,1-1-1,0 0 0,-1 1 0,1 0 0,-1 0 0,1 0 1,-1 0-1,1 0 0,-1 0 0,1 1 0,-1-1 0,0 1 1,0-1-1,0 1 0,0 0 0,0 0 0,0 0 0,-1 0 1,1 0-1,-1 0 0,1 1 0,-1-1 0,0 0 0,1 2-9,-1 12 99,-1-1 0,-1 1 0,0-1 0,-1 1 0,-1-1 0,0 0 0,-1 1 0,-1-2 0,0 1 0,-1 0 0,-1-1 0,0 0 0,-1-1 0,0 0-1,-1 0 1,-7 8-99,10-13 965,21-29-647,-10 16-333,1 0 0,0 0 0,1 0 0,-1 1 0,1 0 0,0 0 0,0 1 0,0 0 0,0 0 0,1 1 0,-1 0 1,1 0-1,-1 1 0,1-1 0,0 2 0,0-1 0,0 1 0,-1 1 0,1-1 0,0 1 0,6 2 15,-10 0 18,1 0 0,-1 1 0,-1 0 0,1 0 0,-1 0 0,1 0 0,-1 0 1,0 1-1,-1 0 0,1-1 0,-1 1 0,0 0 0,0 0 0,-1 0 0,1 0 1,-1 1-1,0-1 0,0 0 0,-1 1 0,0-1 0,0 0 0,0 1 0,-1-1 1,1 0-1,-1 0 0,-1 4-18,2 9 263,-1-10-120,-1 0-1,0 0 0,0-1 1,0 1-1,-1 0 0,0-1 1,0 0-1,-1 1 0,0-1 1,0-1-1,-1 1 0,0 0 1,0-1-1,-1 0 0,1-1 1,-1 1-1,0-1 0,-1 0 1,1 0-1,-1-1 0,0 0 1,0 0-1,-1-1 0,1 0 1,-1 0-1,-4 1-142,-49 30-2933,12 10-6311,43-35 2581</inkml:trace>
  <inkml:trace contextRef="#ctx0" brushRef="#br0" timeOffset="1802.455">1 1405 912,'0'0'4907,"0"0"-3538,0 0-613,0 0 1573,0 0-629,0 0-569,0 0-259,0 0-198,0 0 26,0 0-284,0 0-164,0 0-153,0 0-65,21 1 313,328-4 3277,-52-32-2572,238-12 309,-541 44-6575,-4-7-143,3 0 1819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44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40 6305,'0'0'1093,"0"0"1035,0 0 63,0 0-791,0 0-393,0 0 50,-7-6-52,-35-27 647,40 36-1499,-1 0 0,0 0 0,1 1 0,0-1 0,0 1 0,0 0-1,0 0 1,0 0 0,1 0 0,0 0 0,0 0 0,0 0-1,0 0 1,1 0 0,-1 1 0,1-1 0,0 0 0,0 0-1,1 0 1,-1 1 0,1-1 0,1 2-153,-2 0 352,29 200 1591,-27-198-1903,1 0 1,0-1-1,1 1 1,0-1-1,0 0 1,1 0-1,-1 0 0,1-1 1,1 1-1,-1-1 1,1-1-1,1 1 1,-1-1-1,0 0 1,1 0-1,0-1 0,0 0 1,1 0-1,-1-1 1,1 0-1,0 0 1,0-1-1,0 1 1,2-1-41,-4 0 10,0 0 1,0 0 0,0 0 0,1-1 0,-1 0 0,0 0-1,1-1 1,-1 1 0,0-1 0,1-1 0,-1 1 0,0-1-1,0 0 1,1-1 0,-1 1 0,0-1 0,0-1 0,0 1 0,-1-1-1,1 0 1,-1 0 0,1-1 0,-1 1 0,0-1 0,0 0-1,0-1 1,-1 1 0,0-1 0,0 0 0,0 0 0,0 0-1,-1 0 1,0-1 0,0 0 0,0 1 0,-1-1 0,0 0-1,0 0 1,0-1-11,-2 0 7,0 0 0,0 1 0,0-1-1,-1 0 1,0 1 0,0-1 0,-1 1 0,0 0-1,0-1 1,-1 1 0,1 0 0,-1 0-1,-1 0 1,1 1 0,-1-1 0,0 1 0,0 0-1,-1 0 1,1 0 0,-1 1 0,0-1-1,0 1 1,-1 0 0,1 1 0,-1-1 0,0 1-1,0 0 1,-5-1-7,-6-3 22,-1 0 0,0 2-1,0 0 1,0 1 0,-1 1 0,0 0-1,1 1 1,-1 2 0,-14 0-22,32 0-45,-1 0 0,1 0 1,0 0-1,-1 0 0,1 0 0,0 1 1,-1-1-1,1 0 0,0 1 0,0-1 1,-1 1-1,1-1 0,0 1 0,0 0 1,0 0-1,0-1 0,0 1 1,-1 0-1,2 0 0,-1 0 0,0 0 1,0 0-1,0 0 0,0 0 0,1 0 1,-1 1-1,0-1 0,1 0 0,-1 0 1,1 0-1,-1 1 0,1-1 0,0 0 1,0 1-1,0-1 0,-1 0 1,1 1-1,0-1 0,0 0 0,1 1 1,-1-1-1,0 0 0,0 1 0,1-1 1,-1 0-1,1 1 0,-1-1 0,1 0 1,-1 0-1,1 0 0,0 1 1,0-1-1,0 0 0,-1 0 0,1 0 1,0 0-1,0 0 45,70 16-10960,-36-14 5052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0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489 467 6361,'0'0'953,"0"0"157,0 0 1282,0 0-993,0 0-854,-3-10 141,-26-104 1702,25 111-2345,0 1-1,1 0 0,-1 0 1,0 0-1,0 1 1,-1-1-1,1 1 1,0 0-1,0 0 1,-1 0-1,1 1 1,0 0-1,-1 0 1,1 0-1,0 0 1,-1 0-1,1 1 1,0 0-1,-1 0 1,1 0-1,0 0 1,0 1-1,0 0 1,0 0-1,0 0 0,0 0 1,0 1-43,-12 16 243,1 1 0,2 0 0,0 1 0,1 1 0,1 0 0,1 0 0,1 1-1,1 0 1,1 0 0,1 1 0,1 0 0,1 1 0,1-1 0,1 0 0,1 1 0,2-1 0,0 1 0,3 11-243,-1-16 105,1-1-1,1 0 1,0 0 0,2 0 0,0-1-1,1 0 1,1 0 0,0-1 0,1 0-1,1-1 1,5 5-105,22 39 104,-8-5-41,-1 2-1,-3 0 1,-3 2-1,-2 1 0,-3 0 1,8 48-63,-3 10 128,-3-29-39,-5 0 1,-3 0-1,-1 68-89,-14-114 25,-2-1 1,-2 1-1,-1-1 0,-3-1 1,-1 0-1,-2 0 0,-5 8-25,11-27 8,-1-1 0,-1 1 0,0-1 0,-2-1 0,0 0 0,-2-1 0,0 0 0,0-1 0,-2-1-1,-1 0 1,0-1 0,0-1 0,-2-1 0,0 0 0,-10 4-8,12-13 14,0 0 1,0-2-1,0 0 0,-1-1 0,1-1 1,-1 0-1,1-1 0,-1-1 0,-5-2-14,-35 1-39,13-4 1002,94 5-2248,-22 1-1697,2 0-3406,-6 0-212</inkml:trace>
  <inkml:trace contextRef="#ctx0" brushRef="#br0" timeOffset="1874.739">946 1561 6449,'0'0'1263,"0"0"1162,0 0-573,0 0-1037,0 0-406,0 0 258,5 7 304,2 10-654,0 0 0,-1 1 1,-1 0-1,-1 0 0,0 0 0,-1 1 0,-1-1 0,-1 1 0,-1 0 0,0-1 0,-1 1 1,-1 0-318,1 34 275,60-45-82,-16-8-185,194-25 84,-235 25-292,-2 0-584,-22 13-6671,7-11 5228,0-1 1166</inkml:trace>
  <inkml:trace contextRef="#ctx0" brushRef="#br0" timeOffset="2263.392">1122 1601 6481,'0'0'1797,"0"0"1772,0 0-1338,0 0-1296,0 0-426,0 0 102,1 10 577,97 333 3500,-47-180-3908,-51-219-9927,0-50 3704,0 57 4310</inkml:trace>
  <inkml:trace contextRef="#ctx0" brushRef="#br0" timeOffset="2610.921">1653 1561 8138,'0'0'334,"0"0"948,0 0 509,0 0-517,0 0-11,-1 20-318,-15 149 2196,-56 94-1670,72-262-1636,0 0 0,0 0 0,0 0 0,-1-1 0,1 1-1,0 0 1,-1 0 0,1-1 0,-1 1 0,1 0 0,-1-1 0,1 1 0,-1 0 0,1-1 0,-1 1 0,1-1 0,-1 1 0,0-1 0,1 1 0,-1-1-1,0 0 1,0 1 0,1-1 0,-1 0 0,0 1 0,0-1 0,0 0 0,1 0 0,-1 0 0,0 0 0,0 0 0,0 0 0,1 0 0,-1 0 0,0 0 0,0 0-1,0 0 1,0 0 0,1-1 0,-1 1 0,0 0 0,0 0 0,1-1 0,-1 1 0,0-1 0,1 1 0,-1-1 0,0 1 0,1-1 0,-1 1 0,1-1-1,-1 0 1,1 1 0,-1-1 0,1 0 0,-1 1 0,1-1 0,-1 0 0,1 1 0,0-1 0,0 0 0,-1 0 0,1 0 0,0 1 0,0-1 0,0-1 165,-8-19-1135</inkml:trace>
  <inkml:trace contextRef="#ctx0" brushRef="#br0" timeOffset="2912.136">1403 1661 7138,'0'0'1124,"0"0"1382,0 0-1049,0 0-766,0 0 527,0 0 29,19 13-156,144 114 888,9 66-628,-159-188-1832,0-17-7119,-10-1 4513</inkml:trace>
  <inkml:trace contextRef="#ctx0" brushRef="#br0" timeOffset="6161.468">939 1181 6313,'0'0'706,"0"0"-409,0 0-205,0 0-2,0 0-9,0 0 207,-4-8 974,-17-37 1656,20 45-2859,-1 0 1,1 0 0,0 0-1,-1 0 1,1 0 0,-1 0-1,1 0 1,0 1-1,0-1 1,-1 0 0,1 1-1,0-1 1,-1 1 0,1 0-1,0-1 1,0 1 0,0 0-1,0 0 1,0 0 0,0 0-1,0 0 1,0 0 0,0 0-1,0 0 1,1 0 0,-1 0-1,0 0 1,1 0 0,-1 1-1,0-1 1,1 0 0,0 1-1,-1-1 1,1 0 0,0 1-1,0-1 1,0 1-60,0-2 1,-36 86 1015,4 1-1,4 1 1,4 2-1,2 11-1015,18-84 242,0 1-1,1 1 0,1-1 1,1 0-1,1 0 1,0 1-1,1-1 0,1 0 1,1 1-1,1-1 0,0-1 1,1 1-1,1-1 1,1 1-1,0-2 0,1 1 1,1-1-1,1 0 1,0-1-1,1 0 0,1 0-241,288 257 1719,-292-265-1757,0 0 0,0 0-1,-1 0 1,0 1 0,0 0-1,-1 1 1,0-1-1,0 1 1,-1 0 0,0 1-1,-1-1 1,0 1 0,1 3 38,52-134-10760,-25 76 5435</inkml:trace>
  <inkml:trace contextRef="#ctx0" brushRef="#br0" timeOffset="43545.667">583 1 656,'0'0'4965,"0"0"-2911,0 0 895,0 0-1178,1 24 128,1 166 1435,-8-91-1302,6-99-1845,0 0 76,0 0 18,0 0 126,0 0-68,23 0 194,164 9-520,-186-9-358,1-1 0,-1 1 0,0-1 0,0 0-1,0 1 1,0-1 0,0 0 0,1 0 0,-1 0 0,-1 0-1,1 0 1,0 0 0,0 0 0,0 0 0,0 0-1,-1 0 1,1 0 0,-1-1 0,1 1 0,-1 0 0,1 0-1,-1-1 1,1 1 0,-1 0 0,0-1 0,0 1-1,0-1 1,0 1 0,0 0 0,0-1 0,0 1 0,0 0-1,-1-1 1,1 1 0,-1 0 0,1 0 0,0-1-1,-1 1 1,0 0 0,1 0 0,-1-1 345,-10-11-1506</inkml:trace>
  <inkml:trace contextRef="#ctx0" brushRef="#br0" timeOffset="44026.805">734 23 5401,'0'0'1486,"0"0"-778,0 0 17,0 0 1456,0 0-737,0 0-677,0 12 845,3 218 4539,38 114-2868,-29-304-2777,-12-39-462,0-1 101,0 0-66,0 0-46,0-15-688,0-73-9744,8 55 5098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4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74 785 6409,'0'0'662,"0"0"-385,0 0 350,0 0 1795,0 0-687,0-40 2662,0 30 2439,1 741-2938,13-374-3431,1-172-423,-16 18 204,-10 1 0,-12 31-248,-11 214 67,14-250-6,20-109 52,0-90-111,0 0 46,0 0 8,0 0 46,0 0 55,0 0-1,0 0-120,0 0-31,0 0 22,0 0-90,0 0-205,-7-16-10169,-1-1-1414</inkml:trace>
  <inkml:trace contextRef="#ctx0" brushRef="#br0" timeOffset="8895.451">487 3433 6433,'0'0'710,"0"0"-455,0 0 29,0 0 449,0 0 1302,0 0-640,0-1-1848,-2-9 8948,-38 85-8216,38 25 115,2-100-343,0 0 24,0 0 23,0 0-15,0 0 64,0 0-2,0 0 161,0 0 126,0 0-132,0 0 34,0 0-246,0 0-50,0 0-3,0 0-9,0 0-74,0 0 122,0 0-10,0 0-30,0 0-66,0 0 72,0 0-137,1 45-39,3-35 141,1-1 0,0 1 0,0-1 0,1 0 0,1 0 0,-1-1 0,1 1 0,1-2 0,0 1 0,0-1 0,0 0 0,1-1 0,0 0 1,0 0-1,0-1 0,1 0 0,0 0 0,0-1 0,0-1 0,0 0 0,1 0 0,-1-1 0,1 0 0,0-1 0,-1 0 0,1-1 0,0 0 0,2-1-5,-7 3 4,1-1 0,-1 0 0,1 0 0,-1-1 0,1 0 0,-1 0 0,1-1 0,0 1 0,-1-1 0,0-1 0,1 1 0,-1-1 0,0 0 0,1-1 0,-1 1 0,-1-1-1,1-1 1,0 1 0,-1-1 0,1 0 0,-1 0 0,0 0 0,-1-1 0,1 0 0,-1 0 0,0 0 0,0 0 0,0-1 0,-1 1 0,0-1 0,0 0 0,0 0-4,16-141-9,-56 41 38,33 100-29,1 0 0,-1 0 0,0 0 0,-1 1 0,1 0 0,-1 0 0,0 0 0,-1 0 1,1 1-1,-1 0 0,0 0 0,0 1 0,0-1 0,0 1 0,-1 1 0,1-1 0,-1 1 0,0 0 0,1 0 0,-1 1 0,0 0 0,0 0 1,0 1-1,0 0 0,0 0 0,0 1 0,0-1 0,0 2 0,0-1 0,0 1 0,1 0 0,-1 0 0,1 1 0,-1 0 0,1 0 0,0 0 1,-5 4-1,-85 66 24,95-18-2817,13-24-6317,-7-19 6003</inkml:trace>
  <inkml:trace contextRef="#ctx0" brushRef="#br0" timeOffset="10128.882">309 179 6849,'0'0'390,"0"0"-214,0 0 387,0 0 1744,0 0-287,0 0-663,0-5-404,-5 2 3208,-17 106-3486,20 135 872,1-235-1532,1 0 1,0 1-1,0-1 0,0 0 1,1 1-1,-1-1 0,1 0 1,-1 0-1,1 1 0,0-1 1,0 0-1,1 0 0,-1 0 1,1 0-1,-1 0 1,1 0-1,0-1 0,0 1 1,0 0-1,1-1 0,-1 0 1,0 1-1,1-1 0,0 0 1,-1 0-1,1 0 1,0-1-1,0 1 0,0-1 1,0 0-1,3 1-15,226-53 313,-119 36-289,-120 48-892,-31 8-1671,8-24-2806,29-23 1271,2-17 2912,20-45-921,-6 38 2008</inkml:trace>
  <inkml:trace contextRef="#ctx0" brushRef="#br0" timeOffset="10622.614">606 67 6329,'0'0'899,"0"0"0,0 0 1979,0 0-1324,0 0-463,0 0-74,-5-11 177,-13-33-269,13 33-327,5 11-236,0 9 104,-1 607 6246,42-385-5698,-37-251 882,24-22-5230,-6 23-938,1-1-1569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7:14.89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16 628 6497,'0'0'691,"0"0"119,0 0 1195,0 0-515,0 0-510,0 0-61,-3-7-327,0-5-761,-3-9 2255,3 37-829,48 367 633,-41-381-1879,0 0 0,0 0 0,0 0 0,1-1 0,-1 1 0,1-1 0,-1 0 0,1-1-1,0 1 1,-1-1 0,1 1 0,-1-1 0,1-1 0,0 1 0,-1-1 0,1 0 0,-1 0 0,1 0 0,-1 0 0,1-1-11,48-12 66,1 3 0,-1 2-1,2 3 1,-1 2 0,4 2-66,-58 2-5,1 1-1,0-1 1,-1 1-1,1 0 1,0-1 0,-1 1-1,1 0 1,-1 0-1,1-1 1,-1 1-1,1 0 1,-1 0 0,0-1-1,1 1 1,-1 0-1,0 0 1,0 0-1,0 0 1,1 0 0,-1 0-1,0 0 1,0-1-1,0 1 1,0 0-1,-1 0 1,1 0-1,0 0 1,0 0 0,0 0-1,-1-1 1,1 1-1,0 0 1,-1 0-1,1 0 1,-1-1 0,1 1-1,-1 0 1,1-1-1,-1 1 1,0 0-1,1-1 1,-1 1 0,0-1-1,0 1 1,1-1-1,-1 1 1,0-1-1,0 1 1,0-1 0,1 0-1,-1 1 1,0-1-1,0 0 1,0 0 5,-1-3-402,-1 0 0,1-1 0,0 1 0,0-1 1,1 0-1,-1 0 0,1 1 0,-1-1 0,1 0 0,1 0 1,-1 0-1,0 0 0,1 0 0,0-1 0,0 1 1,0 0-1,1 0 0,-1 0 0,1 0 0,0 0 0,1-1 402,-2-13-1959,0 0 680</inkml:trace>
  <inkml:trace contextRef="#ctx0" brushRef="#br0" timeOffset="620.673">263 550 7394,'0'0'290,"0"0"236,0 0 1458,0 0-309,0 0-555,0 0-374,0 26 1108,86 271 1916,-26 30-463,-43-288-1513,10-25-4020,10 41 959,-37-55 1196,-32-16-7812,10-4 199</inkml:trace>
  <inkml:trace contextRef="#ctx0" brushRef="#br0" timeOffset="6265.31">1249 1933 3081,'0'0'4573,"0"0"702,0 0-2479,0 0-1443,0 0-363,0 0-278,-1-6 204,0 3-874,1 0-1,0 0 1,-1 0 0,1 0-1,0 0 1,1 0-1,-1 0 1,0 0-1,1 1 1,0-1 0,-1 0-1,1 0 1,0 1-1,1-1 1,-1 0-1,0 1 1,1-1 0,0 1-1,-1-1 1,1 1-1,0 0 1,0 0-1,0 0 1,0 0 0,1 0-1,-1 0 1,0 1-1,1-1 1,-1 1 0,1-1-1,0 1 1,-1 0-1,1 0 1,2 0-42,-2 0-3,0-1 0,0 1 0,1 0 1,-1 1-1,0-1 0,0 0 0,1 1 0,-1 0 1,0 0-1,0 0 0,1 0 0,-1 0 0,0 1 0,1-1 1,-1 1-1,0 0 0,0 0 0,0 0 0,0 1 1,0-1-1,0 1 0,0-1 0,0 1 0,-1 0 1,1 0-1,-1 0 0,1 1 0,-1-1 0,0 0 0,0 1 1,0 0-1,0-1 0,0 1 0,1 3 3,40 113 60,-39-101-3,24 259 103,-30-270-149,1 0 0,-1 0 0,0 0 1,-1-1-1,0 1 0,0-1 0,0 1 0,-1-1 0,0 0 0,0 0 0,0 0 0,-1-1 0,0 0 0,0 0 1,0 0-1,-1 0 0,1-1 0,-1 0 0,0 0 0,-1 0 0,1-1 0,-1 0 0,1 0 0,-1-1 0,0 0 1,0 0-1,0 0 0,0-1 0,0 0 0,0-1 0,0 1 0,-1-1 0,1-1 0,0 1 0,0-1 0,0-1 1,0 1-1,-5-3-11,8 4 3,1 0 1,-1 0 0,1-1-1,-1 0 1,1 1 0,-1-1-1,1-1 1,0 1 0,0 0-1,-1-1 1,1 1 0,0-1-1,0 0 1,1 0 0,-1 0-1,0-1 1,1 1 0,-1-1-1,1 1 1,0-1 0,-1 0-1,1 0 1,1 0 0,-1 0-1,0 0 1,1 0 0,0 0-1,-1-1 1,1 1 0,1 0-1,-1-1 1,0 1 0,1-1-1,0 1 1,0-1 0,0 1-1,0-1 1,0 1 0,1-1-1,-1 1 1,1-1 0,0 1-1,0 0 1,0-1 0,1 1-1,-1 0 1,1 0 0,1-2-4,15-4-23,0 1 1,1 0-1,-1 1 0,2 2 1,-1 0-1,0 0 1,1 2-1,0 1 1,0 0-1,0 2 0,0 0 1,0 1-1,19 3 23,99 24-93,-136-28 70,2 2 9,1-1 1,-1 0-1,0 0 1,1 0-1,-1 0 0,1-1 1,-1 0-1,0 0 0,1 0 1,-1 0-1,1-1 1,-1 0-1,0 0 0,1 0 1,-1 0-1,0-1 0,0 1 1,0-1-1,0 0 1,0 0-1,0-1 0,-1 1 1,1-1-1,-1 0 0,1 0 1,-1 0-1,0 0 0,0-1 1,-1 1-1,1-1 1,-1 0-1,1 1 0,-1-1 1,0 0-1,-1-1 0,1 1 14,11-47-10347,-6 31 8268</inkml:trace>
  <inkml:trace contextRef="#ctx0" brushRef="#br0" timeOffset="3497.505">789 643 5857,'0'0'1159,"0"0"-771,0 0 316,0 0 1702,0 0-711,0 0-426,-2-7-175,-8-68 3737,48 73-4691,-32 1-137,0 0-1,0 1 1,0 0 0,0 0 0,0 0 0,1 1-1,-1 0 1,0 0 0,0 0 0,0 1 0,-1 0-1,1 0 1,0 1 0,-1 0 0,1-1 0,-1 2-1,0-1 1,0 1 0,0 0 0,-1 0-1,1 0 1,-1 0 0,0 1 0,0 0 0,0 0-1,-1 0 1,0 0 0,0 0 0,0 1 0,-1 0-1,1-1 1,-1 1-3,20 155 719,-24-148-630,1-1 0,0 1 0,1 0 0,0 0 0,1 0 0,1 0 0,0-1 0,0 1 0,1 0 0,1-1 0,0 0 0,1 0-1,0 0 1,1-1 0,0 1 0,1-1 0,0-1 0,1 1 0,0-1 0,1-1 0,0 0 0,0 0 0,1 0 0,0-1 0,0-1 0,4 2-89,-4-5 31,0-1 1,1 0-1,-1 0 1,0-1 0,1-1-1,0 1 1,-1-2 0,1 0-1,0 0 1,0-1 0,-1 0-1,1 0 1,-1-2 0,1 1-1,-1-1 1,0-1 0,0 0-1,0 0 1,5-4-32,81-94-13364,-74 72 11177</inkml:trace>
  <inkml:trace contextRef="#ctx0" brushRef="#br0" timeOffset="4068.638">1293 461 6737,'0'0'637,"0"0"-251,0 0 364,0 0 1553,0 0-627,-18 25-257,-100 164 931,-41 238 1774,113-326-3766,14-17 652,84-90-415,-12-53-3687,-25-54-6398,-14 101 8466,0-39-681</inkml:trace>
  <inkml:trace contextRef="#ctx0" brushRef="#br0" timeOffset="4804.519">1367 1 2865,'0'0'3587,"0"0"-2636,0 0-766,0 0 214,0 0 1132,0 0-281,4 0 2069,145 16-1668,-146-10-1536,1 0 0,-1 0 0,0 1-1,-1-1 1,0 1 0,0 0 0,0-1 0,-1 1-1,0 0 1,0 0 0,-1 0 0,0 0 0,0 0 0,0 0-1,-1 0 1,0 0 0,-1 0 0,1 0 0,-1-1 0,-1 3-115,-60 267 2097,125-267-1805,120-50-332,-167 43-928,-23 25-7834,-11-8 6022</inkml:trace>
  <inkml:trace contextRef="#ctx0" brushRef="#br0" timeOffset="5554.467">940 1506 6585,'0'0'455,"0"0"-231,0 0-169,0 0 720,0 0 2329,0 0-1293,-5 0-744,-8-5 2665,53-1-2437,566-38 1653,-510 41-3313,-136 27-12036,23-17 9901</inkml:trace>
  <inkml:trace contextRef="#ctx0" brushRef="#br1" timeOffset="42330.862">710 399 6313,'0'0'750,"0"0"154,0 0 1957,0 0-1356,-11 20-458,-149 311 3513,-128 290 224,281-604-5727,31-11-11134,-21-6 11755,16-2-2315</inkml:trace>
  <inkml:trace contextRef="#ctx0" brushRef="#br1" timeOffset="43066.478">1778 1672 7786,'0'0'3558,"-14"25"-1825,-92 160 913,2-32-428,-121 210 1212,204-298-3234,21-64-237,0-1 85,0 0 13,0 0-13,0 0-49,0 0-332,1-39-10591,3 13 7208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01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6249,'0'0'1349,"0"0"1759,0 0-1465,0 0-712,0 0-208,0 0-66,6 1 226,230 32 4637,-102-19-5053,-54-11-656,-62-3-2357,-55 0-3952,5 0 2987</inkml:trace>
  <inkml:trace contextRef="#ctx0" brushRef="#br0" timeOffset="415.567">1 254 6409,'0'0'710,"0"0"114,0 0 1356,0 0-472,0 0-281,0 0-203,25 4 224,204 19 1950,6-28-415,-225 13-5922,30-54-7258,-16 15 6255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03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40 317 6081,'0'0'1597,"0"0"1665,0 0-959,0 0-859,0 0-324,0 0-187,-2-13 671,3 8-1584,1-1-1,0 1 1,0-1-1,0 1 1,0-1-1,1 1 1,0 0 0,0 0-1,0 1 1,1-1-1,-1 1 1,1-1 0,0 1-1,1 0 1,-1 1-1,1-1 1,-1 1-1,1-1 1,0 2 0,0-1-1,1 0 1,-1 1-1,0 0 1,1 0 0,-1 1-1,1 0 1,0 0-1,-1 0 1,1 0 0,0 1-1,0 0 1,0 0-1,-1 1 1,1-1-1,0 1 1,-1 1 0,1-1-1,0 1 1,-1 0-1,0 0 1,1 0 0,-1 1-1,0 0 1,0 0-1,0 0 1,-1 1 0,1-1-1,3 5-19,-1 9 3,0 1 1,-1 1-1,-1-1 0,-1 1 1,0-1-1,-2 1 0,0 0 1,-1 0-1,-1 0 0,0 0 1,-2 1-1,0-2 0,-1 1 1,-1 0-1,-1-1 0,-3 10-3,-8 16 44,-1-1 0,-1-1 0,-3 0 1,-2-1-1,-1-2 0,-25 31-44,49-68 11,-1-1 0,1 1 0,-1-1 0,0 0 0,1 1 1,-1-1-1,0 0 0,0 0 0,0 1 0,0-1 0,0 0 1,0 0-1,0 0 0,0 0 0,-1 0 0,1 0 1,0-1-1,-1 1 0,1 0 0,0 0 0,-1-1 0,1 1 1,-1-1-1,1 0 0,-1 1 0,1-1 0,-1 0 0,1 0 1,-1 0-1,1 0 0,-1 0 0,1 0 0,-1 0 0,1-1 1,-1 1-1,1-1 0,-1 1 0,1-1 0,-1 1 1,1-1-1,0 0 0,-1 1 0,1-1 0,0 0 0,0 0 1,-1 0-1,1 0 0,0 0 0,0-1 0,0 1 0,0 0 1,0 0-1,1-1 0,-1 1 0,0 0 0,1-1 1,-1 1-1,0-1-11,-40-149 409,83 153-608,43 42 241,-71-35-27,1 0 0,0-1 1,0-1-1,0 0 0,1-1 0,0-1 0,1 0 0,-1-1 0,1-1 0,-1 0 0,8-1-15,10 1 53,8 0-2514,-16-8-4165,-9-5 1529</inkml:trace>
  <inkml:trace contextRef="#ctx0" brushRef="#br0" timeOffset="502.953">1002 188 6833,'0'0'1251,"0"0"1826,0 0-1225,0 0-862,0 0-439,2-3-4,-2 3-502,-1 1 1,1-1-1,0 1 1,0-1 0,-1 1-1,1-1 1,0 0 0,0 1-1,0-1 1,-1 1 0,1-1-1,0 1 1,0-1 0,0 1-1,0-1 1,0 1-1,0-1 1,0 1 0,0-1-1,0 1 1,0-1 0,1 1-1,-1-1 1,0 1 0,0-1-1,0 1 1,0-1-1,1 1 1,-1-1 0,0 0-1,1 1 1,-1-1 0,0 1-1,1-1 1,-1 0 0,0 1-1,1-1 1,-1 0-1,1 1 1,-1-1 0,0 0-1,1 0 1,-1 0 0,1 1-1,-1-1 1,1 0 0,-1 0-1,1 0 1,-1 0 0,1 0-1,-1 0 1,1 0-1,-1 0 1,1 0 0,-1 0-1,1 0 1,-1 0 0,1 0-1,-1 0 1,1 0 0,-1-1-46,-12 58 1191,-9-8-326,-2-1 0,-3-2 1,-1 0-1,-2-2 0,-22 24-865,17-23 185,2 1 0,2 2-1,2 0 1,-20 51-185,35-23-185,13-76-246,0 0-572,0-14-3570,-2-22-1093,-7-15 2067,5 33 2667,-3-18-347</inkml:trace>
  <inkml:trace contextRef="#ctx0" brushRef="#br0" timeOffset="854.878">665 339 5761,'0'0'1789,"0"0"1421,0 0-1546,0 0-77,0 0-339,23 26-19,71 85 63,105 156 3558,-87-118-3800,-95-162-6825,-7-7 535,-2-4 177</inkml:trace>
  <inkml:trace contextRef="#ctx0" brushRef="#br0" timeOffset="1583.69">1187 63 7138,'0'0'282,"0"0"353,0 0 1774,0 0-346,0 0-578,0 0-542,2-4-203,4-2-649,0 0-1,1 1 0,0 0 1,0 0-1,0 0 0,0 1 1,1 0-1,-1 1 0,1 0 1,0 0-1,0 0 0,0 1 1,1 0-1,-1 1 0,1 0 1,-1 0-1,0 1 0,1 0 1,-1 1-1,1-1 0,-1 2 1,0-1-1,3 2-90,26-2 267,-34-2-253,0 0 1,-1 1-1,1 0 0,0-1 1,-1 1-1,1 0 0,0 0 1,-1 1-1,1-1 0,0 0 1,-1 1-1,1 0 0,-1-1 1,1 1-1,-1 0 0,1 0 1,-1 1-1,0-1 0,1 0 1,-1 1-1,0 0 0,0-1 1,0 1-1,0 0 0,0 0 1,-1 0-1,1 0 0,-1 0 1,1 1-1,-1-1 0,0 0 1,1 1-1,-1-1 1,-1 1-1,1-1 0,0 1 1,0-1-1,-1 1 0,0 0 1,1-1-1,-1 1 0,0 0 1,0-1-1,-1 1 0,1 0 1,0-1-1,-1 1 0,0-1 1,0 3-15,-3 8 119,-1 0 0,1-1 1,-2 0-1,0 0 1,0 0-1,-1-1 0,-1 0 1,0 0-1,0-1 1,-1 0-1,-8 8-119,-21 27 650,31-37-588,0 0 1,1 0-1,1 0 1,-1 1-1,1-1 1,1 1-1,-1 1 1,2-1 0,-1 1-1,1-1 1,1 1-1,0 0 1,0 0-1,1 0 1,0 0-1,0 0 1,1 0-1,2 9-62,2-13 33,0 0 0,1-1 0,0 1 0,0-1-1,0 0 1,1 0 0,-1-1 0,1 1 0,0-1 0,1-1-1,-1 1 1,1-1 0,-1 0 0,1 0 0,0-1 0,0 0-1,0 0 1,0-1 0,1 0 0,-1 0 0,0-1 0,1 0-1,-1 0 1,0-1 0,0 1 0,1-2 0,-1 1-1,2-2-32,12 3 127,-16 0-560,41-5 445,-36-2-4152,-6-6-5074,-4 3 4217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06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6081,'0'0'706,"0"0"-489,0 0-81,0 0 290,0 0 1489,0 0 132,-3 5-591,2-4-1350,0 1 0,0-1 0,0 0 1,0 0-1,0 0 0,0 1 0,0-1 0,0 1 0,1-1 0,-1 0 0,1 1 0,-1-1 0,1 1 0,-1 0 1,1-1-1,0 1 0,0-1 0,0 1 0,0-1 0,0 1 0,0 0 0,0-1 0,0 1 0,1-1 1,-1 1-1,1-1 0,-1 1 0,1-1 0,-1 1 0,1-1 0,0 0 0,0 1 0,0-1 0,0 0 1,0 1-1,0-1 0,0 0 0,0 0 0,0 0 0,1 0 0,-1 0 0,0 0 0,1-1 0,-1 1 1,0 0-1,1-1 0,-1 1 0,1-1 0,-1 1 0,1-1 0,-1 0 0,2 1-106,35 4 363,0-1 0,0-1 1,0-2-1,0-2 0,0-2 0,0-1 0,7-4-363,139-7 338,-183 15-378,-1 0 24,0 0-22,15-2-2733,35-16-5694,-21 5 4783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07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443 470 6753,'0'0'571,"0"0"596,0 0 1835,0 0-980,-13 29-302,-90 185 1217,-116 204 1049,195-384-4352,23-33 157,1 0-1,-1-1 1,1 1 0,-1 0-1,0-1 1,1 1 0,-1 0-1,0-1 1,1 1 0,-1-1-1,0 1 1,0-1 0,1 0-1,-1 1 1,0-1 0,0 0-1,0 1 1,0-1 0,0 0-1,1 0 1,-1 0 0,0 0-1,0 0 1,0 0-1,0 0 1,0 0 0,0 0-1,0 0 1,1-1 0,-1 1-1,0 0 1,0 0 0,0-1-1,0 1 1,1-1 0,-1 1-1,0-1 1,0 1 0,1-1-1,-1 1 1,0-1 0,1 0-1,-1 1 1,1-1-1,-1 0 1,1 1 0,-1-1-1,1 0 1,-1 0 0,1 0-1,0 1 1,0-1 0,-1 0-1,1 0 1,0 0 0,0 0-1,0 0 1,0 0 0,0 1-1,0-1 1,0-1 209,-6-22-1516</inkml:trace>
  <inkml:trace contextRef="#ctx0" brushRef="#br0" timeOffset="350.213">45 590 6081,'0'0'1195,"0"0"-316,0 0 1152,0 0-885,22 0-622,68-1 23,-84 2-385,1 1 1,-1 0 0,0 1-1,0 0 1,0 0 0,-1 0-1,1 0 1,-1 1-1,1 0 1,-1 0 0,0 0-1,-1 1 1,1-1 0,-1 1-1,0 1 1,0-1 0,-1 0-1,1 1 1,-1 0 0,0 0-1,-1 0 1,1 0-1,-1 0 1,-1 0 0,1 1-1,-1-1 1,0 0 0,0 1-1,-1-1 1,0 1 0,0 0-1,0-1 1,-1 1 0,0-1-1,-1 0 1,0 3-163,2 3 246,0 59 1259,-2-49-1238,1 0 1,1 0 0,0 0 0,2 0 0,1-1-1,0 1 1,2-1 0,1 1 0,0-1-1,1-1 1,2 1-268,-5-15 3,0-1 0,1 0 0,0 0 1,0-1-1,0 1 0,0-1 0,1 0 0,-1 0 0,1-1 0,0 0 0,0 0 0,1 0 0,-1-1 0,0 0 0,1 0 0,-1 0 1,1-1-1,0 0 0,0-1 0,-1 1 0,1-1 0,0-1 0,0 1 0,-1-1 0,1 0 0,1-1-3,-2 0-386,1 0-1,-1 0 0,0-1 1,0 0-1,0 0 0,0 0 1,0-1-1,-1 0 0,0 0 1,1-1-1,-2 1 0,1-1 1,0 0-1,-1 0 0,0-1 1,0 1-1,0-2 387,1 0-1074,24-33-5295</inkml:trace>
  <inkml:trace contextRef="#ctx0" brushRef="#br0" timeOffset="1146.687">695 84 5337,'0'0'2159,"0"0"1375,0 0-1348,0 0-1008,0 0-206,0 0-129,16-11-111,50-33 35,-64 41-746,0 1 0,1-1 0,-1 1 0,1 0 0,-1 0 0,1 0 0,0 1 0,-1-1 0,1 0 0,0 1 0,0 0 0,0 0 0,1 0 0,-1 0 0,0 0 0,0 1 0,0-1 0,1 1 1,-1 0-1,0 0 0,1 0 0,-1 0 0,0 1 0,0-1 0,1 1 0,-1 0 0,0 0 0,0 0 0,0 0 0,0 1 0,0-1 0,0 1 0,-1 0 0,1 0 0,0 0 0,-1 0 0,1 0 0,-1 0 0,0 1 0,0-1 0,0 1 0,0-1 0,0 1 0,-1 0 1,1 0-1,-1 0 0,1 0 0,-1 0 0,0 0 0,-1 0 0,2 3-21,0 4 51,0 1 1,-1-1 0,0 1-1,0 0 1,-1-1 0,-1 1-1,0 0 1,0-1 0,-1 1-1,0-1 1,-1 1 0,0-1-1,-1 0 1,-1 1-52,-58 74 943,69-91-917,1 1-1,0 0 1,0 0-1,0 1 1,1 0-1,0 0 1,0 1 0,0 0-1,0 0 1,0 1-1,0 0 1,1 0-1,-1 1 1,1 0-1,-1 1 1,1 0 0,-1 0-1,6 1-25,-11 3 31,0-1-1,0 1 1,0 0 0,0-1-1,-1 1 1,1 1 0,-1-1 0,0 0-1,0 0 1,0 1 0,-1-1-1,0 1 1,0 0 0,0-1-1,0 1 1,-1 0 0,1 0-1,-1-1 1,-1 1 0,1 0-1,-1 0 1,1-1 0,-1 1-1,-1 0 1,1-1 0,-1 1-1,1-1 1,-1 0 0,-3 4-31,-2 6 186,-2-1 1,0 0 0,0-1-1,-1 1 1,-1-2-1,0 0 1,-1 0 0,0-1-1,0 0 1,-1-1 0,0 0-1,-1-1 1,-5 2-187,-27 1-4171,1-15-4748,34-2 5580</inkml:trace>
  <inkml:trace contextRef="#ctx0" brushRef="#br0" timeOffset="1747.205">1 1315 5265,'0'0'2471,"0"0"1744,0 0-1900,0 0-1240,0 0-498,0 0 487,9 0 1322,615-50 2575,-254 11-4087,-218 28-724,-177 0-1625,-62 11-4850,46 0-35,0 0-2488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0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26 7154,'0'0'2465,"0"0"2135,0 0-2704,0 0-1050,0 0 186,0 0 618,-10 0 1857,263-25-2949,-249 27-549,0 0 0,0 1 0,-1-1 1,1 1-1,-1 0 0,0 0 0,0 1 0,0-1 1,0 0-1,-1 1 0,1 0 0,-1-1 0,0 1 1,0 0-1,0 0 0,-1 1 0,1-1 1,-1 0-1,0 0 0,0 1 0,-1-1 0,1 1 1,-1-1-1,0 0 0,0 1 0,0-1 0,-1 1 1,0-1-1,1 0 0,-2 1 0,1-1 0,0 0 1,-1 0-1,0 0 0,0 0 0,0 0 1,0 0-1,-1 0 0,1-1 0,-1 1 0,0-1 1,0 0-1,-3 2-9,-1 3 89,0-1 1,-1 0 0,0 0-1,0-1 1,-1 0 0,0-1-1,0 1 1,0-2 0,-1 1-1,0-1 1,0-1-1,0 0 1,0 0 0,-1-1-90,11-2 172,0 0 5,5-1 74,5-5-252,1 1-1,-1 1 1,1 0 0,1 0-1,-1 1 1,0 1 0,1 0 0,0 0-1,-1 1 1,1 0 0,0 1-1,0 1 1,-1 0 0,1 1 0,-1 0-1,1 0 1,-1 1 0,0 1-1,1 0 1,-2 0 0,1 1 0,-1 1-1,1-1 1,-2 2 0,1-1-1,-1 2 1,2 1 1,-6-8-8,-1 1 1,0 0-1,-1 0 0,1 0 0,0 1 1,0-1-1,-1 1 0,0 0 0,1 0 1,-1 0-1,0 1 0,-1-1 0,1 1 1,0-1-1,-1 1 0,0 0 0,0 0 1,0 0-1,0 0 0,-1 0 0,0 0 0,0 1 1,0-1-1,0 0 0,0 1 0,-1-1 1,0 0-1,0 1 0,0-1 0,-1 1 1,1-1-1,-1 0 0,0 1 0,0-1 1,-1 0-1,1 0 0,-1 0 0,0 0 1,0 0-1,0 0 0,-1 0 0,1-1 1,-1 1-1,-3 2 8,-25 9 55,-1-3 0,-1 0 0,0-2 0,0-1 0,-1-2 0,0-1 0,0-2 0,-1-2 0,1 0 0,-1-3 0,-27-3-55,0 4 136,58 0-188,2 1 32,0 0 0,0 0 0,0 0 0,-1-1 0,1 1 0,0 0 0,0-1 0,0 0 0,-1 1-1,1-1 1,0 0 0,-1 0 0,1 0 0,0 0 0,0-1 0,-1 1 0,1-1 0,0 1 0,0-1 0,0 0-1,0 0 1,0 0 0,-1 0 0,2 0 0,-1 0 0,0 0 0,0-1 0,0 1 0,1-1 0,-1 1 0,0-1-1,1 0 1,0 0 0,-1 0 0,1 0 0,0 0 0,0 0 0,0 0 0,0 0 0,0 0 0,1 0 0,-1 0-1,1-1 1,-1 1 0,1 0 0,0 0 0,0-2 20,91-70-8351,-25 25 1377,2 2 3356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1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53 5921,'0'0'874,"0"0"179,0 0 2001,0 0-1268,0 0-279,0 0-323,-6-11-256,-17-31 98,20 51 4451,0 50-4585,10 227 4364,35 223-5256,-22-263 1422,-14 241-1422,-7-305 323,-28-23-79,29-158-246,0-1-2,0 0 139,0 0-90,0-36-78,15-47-2140,-1 59-1202,6 0-3318,0 2-6401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1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83 104 6953,'0'0'1471,"0"0"3268,0 0-2383,0 0-1358,0 0-467,0 0 205,-3 13 500,0 3-804,0-9-280,0 0-1,1 0 1,0 1 0,0-1-1,0 1 1,1 0 0,0-1-1,1 1 1,-1 0 0,2-1-1,-1 1 1,1 0 0,0 0-1,0-1 1,1 1 0,0-1-1,1 0 1,0 1 0,0-1-1,0 0 1,1 0 0,0-1-1,0 1 1,0-1 0,1 0-1,0 0 1,1-1 0,-1 1-1,6 3-151,-4-6 9,0-1-1,0 0 0,0 0 0,1 0 1,-1-1-1,1 0 0,-1 0 0,1-1 0,-1 0 1,1-1-1,-1 1 0,1-1 0,-1-1 0,1 0 1,-1 0-1,0 0 0,0-1 0,0 0 1,0 0-1,0 0 0,-1-1 0,0 0 0,1-1 1,-2 1-1,1-1 0,0 0 0,-1-1 0,0 1 1,0-1-1,-1 0 0,1 0 0,-1-1 1,-1 1-1,1-1 0,-1 0 0,0 0 0,-1 0 1,0 0-1,0-1 0,0 1 0,-1-1 0,0 1 1,0-1-1,-1-3-8,2 5-12,-1 0 1,0 0-1,0 0 0,0 0 1,0 0-1,-1-1 1,0 1-1,-1 0 0,1 0 1,-1 0-1,0 0 1,-1 0-1,1 0 0,-1 0 1,0 1-1,-1-1 0,1 0 1,-1 1-1,0 0 1,-1 0-1,1 0 0,-1 0 1,0 0-1,0 1 1,-1-1-1,1 1 0,-1 0 1,0 1-1,0-1 1,0 1-1,0 0 0,-1 0 1,1 1-1,-4-2 12,-2 1 24,0 1 0,-1 0 0,1 1-1,-1 0 1,0 0 0,1 1 0,-1 1 0,0 0 0,1 1 0,-1 0-1,1 0 1,0 2 0,0-1 0,0 1 0,0 1 0,1 0-1,-1 0 1,1 1 0,1 1 0,-1-1 0,1 1 0,0 1 0,1 0-1,-1 0 1,0 3-24,3 22-1515,48-32-5604,-4-13-282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12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2961,'0'0'2791,"0"0"-1722,0 0 48,0 0 2187,0 0-1218,0 0-874,12-2 371,-9 5 2153,-3 231-1024,0-230-2699,1-1-1,-1 1 0,1-1 0,0 1 0,0-1 0,0 0 0,1 1 0,-1-1 0,1 0 0,-1 0 0,1 0 1,0 0-1,0 0 0,1 0 0,-1-1 0,1 1 0,-1-1 0,1 1 0,0-1 0,0 0 0,-1 0 0,2 0 1,-1 0-1,0-1 0,0 1 0,1-1 0,-1 0 0,0 0 0,1 0 0,2 0-12,116 13 102,-104-13-109,6 0-80,-11 1-30,0-1 1,1 0-1,-1-1 1,0-1-1,0 0 0,1-1 1,-1 0-1,0-1 1,0 0-1,-1-1 0,11-5 117,-13-13-9932,-11 5 6294,0 11 3487,-1-9-513</inkml:trace>
  <inkml:trace contextRef="#ctx0" brushRef="#br0" timeOffset="380.377">329 18 7586,'0'0'2891,"0"0"-956,0 0-564,0 0 89,0 12-139,-5 271 5519,0 26-3760,11-360-7121,1-1-5334,-7 22 3116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1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6161,'0'0'1502,"0"0"2165,0 0-1457,0 0-951,0 0-585,0 0-114,0 0 140,7 0 264,523-2 3854,-449 1-5140,-69 2-1988,-54-1-2568,11 0-576,20 0 3665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1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7394,'0'0'1829,"0"0"102,0 0-616,6 3-150,11 2-667,1-1 1,0 0-1,0-2 1,1 0 0,-1-1-1,0 0 1,0-2-1,1 0 1,-1-1 0,17-5-499,28 1 749,314-6 1156,-372 13-2196,8-2-5045,-13 1-2693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32.23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 7 6465,'0'0'586,"0"0"389,0 0 2221,0 0-979,0 0-721,7-2 879,-9 0-3778,-13 1-2745,-5-1 1111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33.42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385 104 4929,'0'0'2617,"0"0"1660,0 0-2045,0 0-1334,0 0-421,0 0 20,-2-11 133,-9-33-158,9 43-435,1-1 0,-1 0 0,0 1 0,0-1 0,1 1 0,-1-1 0,0 1-1,0 0 1,0 0 0,0 0 0,-1 0 0,1 0 0,0 0 0,0 1 0,0-1 0,-1 1 0,1 0 0,0-1 0,-1 1 0,1 0 0,0 0 0,-1 1 0,1-1 0,0 0-1,-1 1 1,1-1 0,0 1 0,0 0 0,0 0 0,-2 0-37,-11 7 7,1 1 0,-1 0 0,1 0-1,1 2 1,0 0 0,0 0 0,1 1 0,1 1-1,0 0 1,1 0 0,-3 6-7,4-5 46,1 0 1,0 0-1,1 1 0,1 0 1,0 1-1,1-1 1,1 1-1,1 0 0,0 0 1,1 0-1,0 1 1,1-1-1,1 0 0,2 7-46,-2-15 41,1-1-1,0 0 0,1-1 0,-1 1 1,1 0-1,1 0 0,0-1 0,-1 1 1,2-1-1,-1 0 0,1 0 1,0 0-1,0 0 0,1-1 0,-1 0 1,1 1-1,1-2 0,-1 1 0,0-1 1,1 0-1,0 0 0,0 0 0,1-1 1,-1 0-1,0 0 0,1 0 0,0-1 1,0 0-1,1 0-40,9 3 32,1-1 0,0-1 0,0 0 0,0-1 0,0-1 0,0 0 0,0-2 0,0 0-1,0-1 1,0 0 0,3-3-32,-12 4 7,-1-1 0,1 0 0,-1 0 0,1-1 0,-1 0 0,0-1 0,0 0 0,0 0 0,-1-1 0,1 0 0,-1 0 0,0 0 0,-1-1 0,1 0 0,-1-1 0,-1 1 0,1-1 0,-1 0 0,0-1 0,0 1 0,-1-1 0,0 0 0,-1 0 0,1 0-1,-2-1 1,1 1 0,0-7-7,-2 1 4,-1-1-1,-1 1 1,0-1-1,-1 1 1,0 0-1,-1 0 1,-1 0-1,0 0 1,-1 0-1,-1 1 1,0 0-1,0 0 1,-1 1-1,-1-1 1,0 1-1,-1 1 1,0 0-1,-1 0 1,0 1-1,-1 0 1,0 1-1,0 0 1,-1 1-1,-8-5-3,11 7 9,-1 0-1,1 1 1,-1 0 0,-1 1-1,1 0 1,0 0-1,-1 1 1,0 1-1,0 0 1,0 0-1,0 1 1,0 0-1,0 1 1,0 0-1,0 1 1,0 0 0,0 1-1,0 0 1,0 1-1,1 0 1,-1 1-1,1 0 1,0 0-1,0 1 1,-3 2-9,-2 6 2,1 0 0,0 1 0,1 0 0,0 1 0,1 1 0,1 0 0,0 1 0,1 0-1,1 0 1,1 1 0,1 0 0,0 0 0,1 1 0,1 0 0,1 0 0,0 0 0,2 1 0,0-1 0,1 12-2,2-24 31,0 1 0,1-1 0,-1 0 0,1 0 0,1-1 0,-1 1 0,1 0 0,1-1-1,-1 0 1,1 0 0,0 0 0,0 0 0,1 0 0,0-1 0,0 0 0,0 0 0,0 0 0,1-1 0,0 1 0,0-1 0,0-1-1,0 1 1,1-1 0,3 1-31,173 40 281,-174-42-273,1-1 0,0 0-1,0 0 1,0 0 0,0-2 0,0 1 0,0-1-1,-1-1 1,1 1 0,0-2 0,-1 1-1,1-1 1,-1-1 0,0 0 0,0 0 0,0-1-1,-1 0 1,1 0 0,-1-1 0,0 0 0,-1-1-1,0 1 1,0-1 0,0-1 0,-1 1-1,0-1 1,0-1 0,-1 1 0,0-1 0,-1 0-1,1-1-7,6-222-40,-11 222 46,0-1 1,-1 1-1,0 0 0,-1 0 0,0-1 0,-1 1 0,0 0 0,0 1 0,-1-1 0,0 1 0,-1-1 0,0 1 0,0 1 0,-1-1 0,0 1 0,0 0 1,-1 0-1,0 1 0,-1-1 0,0 2 0,0-1 0,0 1 0,-1 0 0,0 1 0,0 0 0,0 1 0,0 0 0,-1 0 0,0 1 0,0 0 0,-7-1-6,8 1 13,0 0 0,-1 0 0,1 1 0,-1 0 0,0 1 0,0 0 0,1 1 0,-1 0 0,0 0 0,0 1 0,0 0 0,1 1 0,-1 0 0,1 1 0,-1 0 0,1 0 0,0 1 1,0 0-1,0 0 0,1 1 0,-1 1 0,1-1 0,1 1 0,-1 1 0,1-1 0,0 1 0,0 0 0,1 1 0,0 0 0,0 0 0,1 0 0,0 1 0,0-1 0,1 1 0,1 0 0,-2 5-13,2-7-40,1 1 0,0-1 0,1 1 0,-1 0 0,2-1 0,-1 1 0,1 0 0,0 0 0,1 0 0,-1 0 0,2-1 0,-1 1 1,1 0-1,0-1 0,1 1 0,-1-1 0,2 0 0,-1 0 0,1 0 0,0 0 0,0-1 0,1 1 0,0-1 0,0 0 0,0-1 0,1 1 1,0-1-1,0 0 0,0 0 0,1-1 0,-1 0 0,2 0 40,54 20-4137,6-7-3891,-17-9 3040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34.84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244 14 5577,'0'0'1959,"0"0"2035,0 0-1918,0 0-1164,0 0-408,0 0 8,-15-3 76,-49-7 43,61 10-586,0 0 0,1 0 0,-1 1 0,0-1 0,0 1 0,1 0 0,-1 0 0,0 0 0,1 0 0,-1 0 0,1 1 0,0-1 0,-1 1 0,1 0 0,0-1 0,0 1 0,0 0 0,0 0 0,0 0 0,0 1 0,1-1 0,-1 0 0,1 1 0,-1-1 0,1 1 0,0-1 0,0 1 0,0 1-45,-6 8 256,-6 7 22,1 0-1,1 1 0,1 0 0,1 1 1,0 0-1,2 0 0,0 1 1,2 0-1,0 0 0,1 0 1,2 1-1,0-1 0,1 1 0,2 7-277,0-25 25,0 1 0,1-1 0,0 0 0,0 0 0,0 0 0,1 0 0,-1-1 0,1 1 0,0-1 0,1 0 0,-1 1 0,1-1 0,0-1 0,0 1 0,0-1 0,0 1 0,1-1 0,-1 0 0,1-1 0,0 1 0,0-1 0,0 0 0,0 0 0,0 0 0,0-1 0,0 0 0,5 1-25,150 4 160,-150-7-155,-1 0 1,1-1-1,-1 0 0,0-1 0,0 0 1,0 0-1,-1-1 0,1 0 0,-1-1 1,0 0-1,0 0 0,0 0 0,-1-1 1,0 0-1,0-1 0,0 0 0,-1 0 1,0 0-1,0-1 0,-1 0 0,0 0 1,0 0-1,-1 0 0,0-1 0,-1 0 1,0 0-1,0 0 0,-1 0 0,0 0 1,0-6-6,-2 8-2,-1-1 1,0 1 0,0-1 0,-1 1-1,1 0 1,-2-1 0,1 1 0,-1 0 0,0 0-1,-1 1 1,1-1 0,-2 1 0,1-1-1,0 1 1,-1 1 0,0-1 0,-1 1-1,1-1 1,-1 2 0,0-1 0,0 0 0,-1 1-1,1 1 1,-1-1 0,0 1 0,-6-3 1,-7-4 80,0 0 0,0 2 1,0 0-1,-1 1 1,0 1-1,-1 1 0,1 1 1,-1 1-1,0 1 0,0 1 1,-5 1-81,23 68 120,6-55-113,1 1 0,1 0 0,0-1 0,1 0 0,0 0 0,1 0 0,0-1 0,1 0 0,0 0 0,1 0 0,1-1 0,0-1 0,0 1 0,1-1 0,0-1 0,1 0 0,0 0 0,0-1 0,1-1 0,0 1 0,0-2 0,1 0 0,0-1 0,0 0 0,0 0 0,0-2 0,1 0 0,10 1-7,-15-2 1,-1-2 0,0 1-1,0-1 1,1 0 0,-1-1 0,0 0 0,0 0 0,0-1-1,0 0 1,0 0 0,0-1 0,0 0 0,-1-1 0,1 1 0,-1-1-1,0-1 1,0 1 0,-1-1 0,1-1 0,-1 1 0,0-1-1,-1 0 1,1 0 0,-1-1 0,-1 1 0,1-1 0,-1-1-1,0 1 1,0 0 0,2-8-1,-4 7 4,0 1 0,-1-1-1,1 1 1,-2-1 0,1 0-1,-1 0 1,0 1 0,0-1 0,-1 0-1,0 1 1,-1-1 0,1 0-1,-2 1 1,1 0 0,-1-1 0,0 1-1,0 0 1,-1 1 0,0-1-1,0 0 1,-1 1 0,0 0 0,0 0-1,0 1 1,0-1 0,-1 1 0,0 0-1,0 1 1,-1-1 0,1 1-1,-1 0 1,0 1 0,0 0 0,0 0-1,-1 0 1,1 1 0,-1 0-1,1 1 1,-1 0 0,0 0 0,1 0-1,-3 1-3,-10-5-11,-1 2 0,1 0 0,0 1 0,-1 2 0,1 0 0,-1 0 0,1 2 0,-14 3 11,30-2-42,1 1-1,-1-1 1,1 0-1,0 1 1,0 0 0,0 0-1,1 0 1,0 0-1,-1 0 1,1 0-1,1 1 1,-1-1-1,1 1 1,-1-1-1,1 1 1,0-1 0,1 1-1,-1 0 1,1 0-1,0-1 1,0 1-1,1 0 1,-1-1-1,1 1 1,0 0 0,1-1-1,-1 2 43,0 8-386,8 47-2242,8 1-4213,3-11-2362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36.9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255 1 5353,'0'0'5455,"0"0"-2472,0 0-1835,0 0-506,0 0-272,0 0 24,-7 6 233,1 1-445,0 0 0,1 0-1,-1 1 1,2-1 0,-1 1 0,1 1 0,1-1 0,-1 0 0,1 1 0,1 0 0,0-1 0,0 1 0,1 0 0,-1 6-182,2-15 0,-6 27 279,1 1-1,1 0 1,2 0-1,0 1 1,2-1-1,1 0 1,2 7-279,2-29 25,-1 1 0,1-1 1,0 0-1,0-1 1,1 1-1,0-1 1,0 0-1,0 0 0,0-1 1,1 0-1,0 0 1,0-1-1,0 1 1,0-2-1,0 1 0,1-1 1,-1 0-1,1 0 1,-1-1-1,1 0 1,0 0-1,0-1 0,-1 0 1,1-1-1,0 1 1,0-2-1,-1 1 1,1-1-1,1 0-25,-1 0 9,1-1-1,-1 1 1,0-1 0,0 0 0,0-1-1,-1 0 1,1 0 0,-1-1-1,0 0 1,0 0 0,0-1-1,-1 1 1,0-2 0,0 1 0,-1-1-1,1 1 1,-1-1 0,-1-1-1,0 1 1,0-1 0,0 0-1,-1 1 1,0-2 0,0 1 0,-1 0-1,0 0 1,-1-1 0,1 1-1,-2-1 1,1 0 0,-1 1-1,-1-1 1,0 1 0,0-1 0,0 1-1,-1-1 1,0 1 0,-1 0-1,0 0 1,0 0 0,-1 0-1,0 0 1,0 1 0,-3-4-9,-3 0 13,0 2 0,0-1 0,-1 1 0,0 1 0,-1 0 0,0 0 0,0 1 1,-1 1-1,0 0 0,0 1 0,0 0 0,-1 1 0,1 0 0,-1 1 0,0 1 0,0 0 0,0 1 1,0 0-1,0 2 0,0-1 0,0 2 0,-9 1-13,18-1 11,-1 0 0,1 0 0,0 0 0,1 0 0,-1 1 0,0 0 0,1 0 0,-1 1 0,1-1 0,0 1 0,0 0 0,0 0 0,1 0 0,-1 0 0,1 1 0,0-1 0,0 1 1,1 0-1,-1 0 0,1 0 0,0 0 0,1 0 0,-1 0 0,1 1 0,0-1 0,0 5-11,-4 147 184,5-150-177,1 1 0,0-1 0,1 1 0,0-1 0,0 0 0,0 0 0,1 0 0,0 0 0,0-1 1,1 1-1,0-1 0,0 0 0,0 0 0,1 0 0,0 0 0,0-1 0,1 0 0,-1 0 0,1 0 0,0-1 1,0 0-1,1 0 0,-1 0 0,1-1 0,0 0 0,0 0 0,0-1 0,0 0 0,0 0 0,0-1 0,1 0 1,-1 0-1,1 0 0,-1-1 0,1 0 0,-1-1 0,0 0 0,8-1-7,-6 1 4,0 0-1,1-1 1,-1 0 0,0 0 0,0-1-1,-1 0 1,1-1 0,-1 0-1,1 0 1,-1-1 0,-1 0-1,1 0 1,-1-1 0,0 0 0,0 0-1,0-1 1,-1 0 0,0 0-1,0 0 1,-1-1 0,0 0-1,0 0 1,-1 0 0,0 0 0,0-1-1,-1 0 1,-1 0 0,1 0-1,-1 0 1,-1 0 0,1-4-4,-1 5-10,-1 0 0,0 0 0,-1 0 0,0 0 0,0 0 1,0 0-1,-1 0 0,0 1 0,-1-1 0,0 0 0,0 1 0,0 0 0,-1 0 1,0 0-1,-1 0 0,1 1 0,-1-1 0,0 1 0,-1 1 0,0-1 0,0 1 1,0 0-1,0 0 0,-1 0 0,-4-1 10,3 0 34,-1 1 1,1 0-1,-1 1 0,0 0 0,0 0 0,-1 1 1,1 0-1,-1 1 0,1 0 0,-1 1 1,0 0-1,0 0 0,1 1 0,-1 0 1,0 1-1,0 0 0,1 0 0,-1 1 1,0 0-1,1 1 0,0 0 0,-1 1 1,2 0-1,-1 0 0,-5 3-34,-2 8 50,0 1 1,1 0-1,1 1 0,0 1 1,1 0-1,1 1 0,1 0 0,0 1 1,2 0-1,0 0 0,1 1 0,2 1 1,0-1-1,1 1 0,1 0 0,0 3-50,4-22-9,1 1 0,-1 0 1,0 0-1,1-1 0,0 1 0,0 0 0,0-1 0,0 1 0,1-1 0,-1 1 0,1-1 0,0 1 0,0-1 0,0 0 0,1 0 0,-1 0 0,1 0 0,-1-1 0,1 1 1,0-1-1,0 1 0,0-1 0,0 0 0,1 0 0,-1 0 0,0-1 0,1 1 0,-1-1 0,1 0 0,0 0 0,-1 0 0,1-1 0,0 1 0,2-1 9,87 6-3458,-80-6 2401,-11 0 656,1 0 1,0 0 0,-1 0-1,1-1 1,0 1 0,0-1-1,-1 1 1,1-1 0,-1 0 0,1 0-1,0 0 1,-1 0 0,0-1-1,1 1 1,-1-1 0,0 0-1,0 1 1,0-1 0,0 0-1,0 0 1,0 0 0,0 0-1,-1-1 1,1 1 0,-1 0-1,0-1 1,0 1 0,1-1 0,-1-1 400,7-19-1307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4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3017,'0'0'5375,"0"0"543,0 0-3107,0 0-1856,0 0-352,0 0 541,-2 8 380,1-4-1364,-1-3-116,1 1 0,-1 0 1,1 0-1,0 0 0,0 0 0,0 0 1,0 0-1,0 0 0,1 1 0,-1-1 1,0 0-1,1 0 0,0 0 0,-1 1 1,1-1-1,0 0 0,0 1 0,1-1 1,-1 0-1,0 0 0,1 1 0,-1-1 1,1 0-1,0 0 0,0 0 0,0 0 1,0 0-1,0 0 0,0 0 0,0 0 1,1 0-1,-1 0 0,1 0 0,-1-1 1,1 1-1,0-1 0,-1 1 0,1-1 1,0 0-1,0 0 0,0 0 0,0 0 1,0 0-1,0 0 0,1 0 0,1 0-44,-10-37 404,5 35-397,-1 0-1,1 0 0,0 0 0,-1 0 0,1 0 0,-1 1 0,1-1 0,-1 0 1,0 1-1,1-1 0,-1 1 0,0-1 0,1 1 0,-1 0 0,0 0 0,1 0 1,-1 0-1,0 0 0,1 0 0,-1 0 0,0 1 0,0-1 0,1 0 0,-1 1 1,1-1-1,-1 1 0,1 0 0,-1 0 0,1 0 0,-1 0 0,1-1 0,-1 2 1,1-1-1,0 0 0,0 0 0,0 0 0,-1 1 0,1-1 0,0 0 0,1 1 1,-1-1-1,0 1 0,0-1 0,1 1 0,-1 0 0,1-1 0,-1 1 0,1 0 1,0-1-1,-1 1 0,1 0 0,0-1 0,0 1 0,0 1-6,0-1 6,0-1-1,0 0 0,0 0 1,1 1-1,-1-1 0,0 0 1,0 1-1,1-1 0,-1 0 1,1 0-1,-1 1 0,1-1 1,0 0-1,-1 0 1,1 0-1,0 0 0,0 0 1,0 0-1,0 0 0,0 0 1,0 0-1,0 0 0,0-1 1,0 1-1,0 0 0,0 0 1,0-1-1,1 1 1,-1-1-1,0 0 0,0 1 1,1-1-1,-1 0 0,0 1 1,1-1-1,-1 0 0,0 0 1,0 0-1,1 0 0,-1-1 1,0 1-1,1 0 1,-1 0-1,0-1 0,1 1 1,0-1-6,11 0 15,-12 0-122,1 0 1,-1-1-1,1 1 1,-1 0 0,0-1-1,0 0 1,0 1-1,0-1 1,0 0 0,0 0-1,0 1 1,0-1 0,-1 0-1,1 0 1,-1 0-1,0 0 1,1 0 0,-1 0-1,0 0 1,0 0-1,0 0 1,0 0 0,0 0-1,-1 0 1,1 0 0,-1 1-1,1-1 1,-1 0-1,0 0 1,0 0 0,1 0-1,-1 1 1,0-1-1,-1 0 1,1 1 0,0-1-1,0 1 1,-1-1 0,1 1-1,-1 0 1,1 0-1,-1-1 1,0 1 0,0 0 106,6 3-7579,5 4 5028,-2-1 1161,12 4-75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4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397 203 6873,'0'0'178,"0"0"-25,0 0 682,0 0 2146,0 0-1514,0 0-351,-1-21-208,-8-108 826,10 127-1641,-1 0 0,1 1 0,-1-1 0,0 0 1,0 0-1,0 1 0,0-1 0,0 0 0,0 1 0,0-1 0,-1 0 0,1 0 1,-1 1-1,1-1 0,-1 0 0,1 1 0,-1-1 0,0 1 0,0-1 1,0 1-1,0-1 0,0 1 0,0 0 0,0 0 0,0-1 0,-1 1 1,1 0-1,0 0 0,-1 0 0,1 0 0,-1 0 0,1 1 0,-1-1 1,0 0-1,1 1 0,-1-1 0,0 1 0,1-1 0,-1 1 0,0 0 1,1 0-1,-1 0 0,0 0 0,0 0 0,1 0 0,-1 0 0,0 1 1,0-1-1,1 0 0,-1 1 0,1 0 0,-1-1 0,0 1 0,1 0 0,-1 0 1,0 0-94,-117 198 1551,88-143-1392,2 1 1,2 1 0,3 1-1,2 1 1,4 1 0,2 1-1,2 1 1,3 0 0,4 0 0,1 1-1,4 0 1,5 48-160,5-84 132,1-1 0,2-1 1,0 1-1,2-2 0,1 0 0,1 0 1,1-1-1,1-1 0,1-1 0,1-1 0,1 0 1,1-1-1,0-2 0,8 5-132,36 28 184,2-2 0,2-3 0,51 23-184,-103-59-16,-6-4 81,-10-5 186,-15-23-171,16-37-3382,55-6-9170,-50 59 11063,25-21-2534</inkml:trace>
  <inkml:trace contextRef="#ctx0" brushRef="#br0" timeOffset="1021.867">894 532 7250,'0'0'798,"0"0"2062,0 0-1147,0 0-1039,-6 5-77,4-3-259,-13 13-344,1-10 2987,22-46-1247,-2 34-1720,1 0 0,0 0 0,0 0 0,1 1 1,-1 0-1,1 1 0,1-1 0,-1 1 0,1 1 1,0 0-1,0 0 0,0 1 0,1 0 0,-1 1 0,1 0 1,-1 0-1,1 1 0,0 0 0,0 1 0,-1 0 1,1 0-1,4 2-14,-9 2 52,1 1 1,-1 0-1,0 0 1,0 1-1,0-1 1,-1 1-1,0 0 1,0 1-1,0-1 1,-1 1-1,0-1 1,0 1-1,-1 0 1,0 0-1,0 0 1,0 0-1,-1 1 1,0-1-1,-1 0 1,1 1-1,-2-1 1,1 2-53,2 15 48,-1 1-1,-1-1 1,-1 1 0,-1 0 0,-1-1 0,-1 0 0,-1 0-1,-1 0 1,-2-1 0,0 0 0,-1 0 0,-2 0 0,0-2-1,-1 1 1,-3 1-48,14-21-16,1 0-1,-1-1 1,0 1 0,0-1-1,0 1 1,0-1-1,-1 1 1,1-1 0,0 0-1,0 0 1,-1 0 0,1 1-1,-1-1 1,1 0-1,-1-1 1,1 1 0,-1 0-1,0 0 1,1-1-1,-1 1 1,0-1 0,0 1-1,1-1 1,-1 0 0,0 0-1,0 0 1,0 0-1,1 0 1,-1 0 0,0 0-1,0-1 1,1 1-1,-1 0 1,0-1 0,0 0-1,1 1 1,-1-1 0,1 0-1,-1 0 1,1 0-1,-1 0 1,1 0 0,-1 0-1,1 0 1,0-1-1,-1 1 1,1 0 0,0-1-1,0 1 1,0-1-1,0 1 1,1-1 0,-1 0-1,0 1 1,1-1 0,-1-1 16,-33-101-1163,32 49 924,30 58 434,72 117 2979,-91-109-3121,1-1 1,1 0-1,-1-1 1,1 0 0,1 0-1,0-1 1,0-1-1,0 0 1,1 0 0,0-2-1,0 1 1,1-2-1,0 0 1,0 0-1,0-1 1,0-1 0,0-1-1,0 0 1,0 0-1,1-2 1,-1 1-1,0-2 1,1 0-54,-12 2-188,0 0-1,0 1 1,0-2-1,0 1 1,0 0 0,0-1-1,0 1 1,0-1-1,0 0 1,0 0-1,0 0 1,0 0 0,0 0-1,-1-1 1,1 1-1,0-1 1,-1 0 0,1 0-1,-1 0 1,0 0-1,0 0 1,0-1-1,0 1 1,0-1 0,0 1-1,-1-1 1,1 1-1,-1-1 1,1 0 0,-1 0-1,0 0 1,0 0-1,-1 0 1,1 0-1,-1 0 1,1 0 0,-1 0-1,0 0 1,0-1 188,-12-5-5492,-3 2 3017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54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5761,'0'0'2203,"0"0"3177,0 0-2072,0 0-1252,0 0-560,0 0-62,3-10-525,-1 5-871,0 0 0,0 0-1,0 1 1,1-1-1,0 0 1,0 1 0,0 0-1,0 0 1,1 0-1,0 0 1,0 1 0,0-1-1,0 1 1,0 0-1,1 0 1,-1 0 0,1 1-1,0 0 1,-1 0-1,1 0 1,3-1-38,135-14 109,-140 19-110,0-1 0,0 1 0,-1 0 0,1 0-1,-1 0 1,1 0 0,-1 1 0,0-1 0,0 1 0,0-1-1,0 1 1,0 0 0,0 0 0,-1 0 0,0 0-1,1 0 1,-1 0 0,0 0 0,0 0 0,-1 0 0,1 1-1,-1-1 1,0 0 0,1 1 0,-1-1 0,-1 0-1,1 0 1,0 1 0,-1-1 0,0 0 0,0 0 0,0 0-1,0 1 1,0-1 0,-1 0 0,1-1 0,-1 1-1,0 0 1,1 0 0,-2-1 0,1 1 0,0-1 0,0 1-1,-1-1 2,-84 30 168,157-43-248,-63 8 60,-1 1 0,0 0 1,1 0-1,-1 1 0,1 0 0,0 0 1,0 0-1,-1 1 0,1 0 0,0 0 1,-1 1-1,1 0 0,0 0 0,-1 0 1,1 1-1,-1 0 0,1 0 0,-1 1 1,0 0-1,0 0 0,0 0 0,-1 1 1,5 3 19,-7-5-6,0 0 0,0 1 0,0-1 0,0 1 1,0 0-1,-1 0 0,1 0 0,-1 0 1,0 0-1,0 1 0,0-1 0,0 0 0,-1 1 1,1 0-1,-1-1 0,0 1 0,0 0 1,0 0-1,0 0 0,-1 0 0,0 0 0,0 0 1,0-1-1,0 1 0,-1 0 0,1 0 1,-1 0-1,0 0 0,0 0 0,0-1 0,-1 1 1,1 0-1,-1-1 0,0 1 0,0-1 1,0 0-1,0 0 0,-1 0 0,0 1 6,-15 7 169,-1-1 1,0 0-1,0-2 0,0 0 0,-1-1 0,0-2 0,-1 0 1,0 0-1,1-2 0,-1-1 0,0-1 0,0 0 1,0-1-1,-15-3-169,-35-38 517,113 25-15521,-13 7 8401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5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46 5457,'0'0'1188,"0"0"-593,0 0 76,0 0 1216,0 0-376,0 0-624,-12-8 128,-34-27 165,33 32 5312,13 20-4839,15 27-1096,263 424 2055,-204-323-2344,-6 3 0,-6 3 0,-7 2-1,13 75-267,-60-204 40,-1 0-1,-2 0 0,0 0 0,-2 1 0,0 0 1,-2 0-1,-1 0 0,-1-1 0,-1 1 0,-1 0 1,-1-1-1,-1 1 0,-1-1 0,-1 0 1,-6 10-40,-243 275 1835,239-269-2122,17-39-343,5-42-11200,5 13 3179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5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98 444 7586,'0'0'4014,"0"0"-1836,0 0-1049,0 0-611,-19 94 2824,-2-4-1846,-18 159-12,39-249-1389,0 0 53,31-11 160,-3 0-306,1 0 1,0 2-1,0 1 0,1 1 1,0 1-1,0 2 0,1 1 0,-1 2 1,7 1-3,56-6 16,41-1-1033,-130 30-3629,-5-15-4234,1-8 8234</inkml:trace>
  <inkml:trace contextRef="#ctx0" brushRef="#br0" timeOffset="414.006">338 406 6889,'0'0'4308,"0"0"-1459,0 0-1316,0 0-749,0 0-287,0 0 19,-4 1-56,2 4-233,0 0 1,1 0 0,-1 0-1,1 0 1,0 0-1,0 0 1,0 0-1,1 0 1,0 1 0,0-1-1,0 0 1,1 0-1,-1 1 1,1-1-1,0 0 1,1 0-1,-1 0 1,3 5-228,3 30 746,-4 476 3383,7-490-4048,-8-34-3076,9-109-10541,1 80 9140</inkml:trace>
  <inkml:trace contextRef="#ctx0" brushRef="#br0" timeOffset="1188.176">669 73 5577,'0'0'1190,"0"0"-722,0 0 141,0 0 1632,0 0-341,0 0-343,3-29 3609,6 24-5086,0 0 0,0 0 0,0 1 0,1 0 0,-1 1 0,1 0 0,0 0 0,0 1 0,1 1 0,-1-1 0,0 2 0,7-1-80,-1 1 45,-13-1-29,-1 0-1,0 0 1,1 0 0,-1 1-1,1-1 1,-1 1-1,1 0 1,-1 0-1,1-1 1,-1 2-1,1-1 1,-1 0 0,1 0-1,-1 1 1,0 0-1,1-1 1,-1 1-1,1 0 1,-1 0 0,0 0-1,0 1 1,0-1-1,0 0 1,0 1-1,0-1 1,0 1 0,0 0-1,0 0 1,-1 0-1,1 0 1,-1 0-1,1 0 1,-1 0 0,0 0-1,0 0 1,0 1-1,0-1 1,0 0-1,0 2-15,-1 3 60,-1 1 0,1 0-1,-1 0 1,-1-1 0,0 1 0,0 0-1,0-1 1,-1 0 0,0 1-1,0-1 1,-1 0 0,0-1-1,0 1 1,0-1 0,-1 0-1,0 0 1,-1 0 0,1 0-1,-1-1 1,0 0 0,0-1 0,-1 1-1,1-1 1,-1 0 0,0 0-1,0-1 1,0 0 0,-1-1-1,-4 2-59,50-27 1137,-34 22-1133,0-1 1,1 1 0,-1 0 0,1 0 0,0 0 0,-1 0 0,1 1-1,0 0 1,-1 0 0,1 0 0,0 1 0,-1-1 0,1 1-1,0 0 1,-1 1 0,1-1 0,-1 1 0,0 0 0,0 0 0,1 0-1,-1 0 1,0 1 0,-1 0 0,1 0 0,0 0 0,-1 0 0,0 0-1,0 1 1,0-1 0,0 1 0,0 0 0,-1 0 0,1 0-1,-1 0 1,0 1 0,-1-1 0,1 0 0,-1 1 0,0-1 0,0 1-1,0 2-4,1-2 36,0 0-1,0 0 1,0 1-1,-1-1 1,0 1-1,0-1 1,0 1-1,-1-1 1,0 1-1,0 0 1,-1-1-1,1 1 1,-1-1-1,0 1 1,-1-1-1,1 1 1,-1-1-1,0 0 1,0 0-1,-1 0 1,0 0-1,0 0 1,0-1-1,0 1 1,-1-1-1,1 0 1,-1 0-1,0 0 1,0 0-1,-1-1 1,1 1-1,-1-1 1,0 0-1,0-1 1,0 1-1,0-1 1,0 0-1,0 0 1,-1-1-1,1 1 1,-1-1-1,-3 0-35,0 0 42,1 0 0,0-1-1,0 0 1,-1-1-1,1 1 1,0-1 0,0-1-1,-1 0 1,1 0-1,1 0 1,-1-1 0,0-1-1,1 1 1,-1-1-1,-3-3-41,-9-2-353,11 7-9389,9 2 3346</inkml:trace>
  <inkml:trace contextRef="#ctx0" brushRef="#br0" timeOffset="1884.745">5 1189 7258,'0'0'124,"0"0"893,0 0 2261,0 0-1051,0 0-649,-4-3-154,4 3-1337,1 0 0,-1 0 0,1 0 0,0 0 0,-1 0-1,1 0 1,-1 0 0,1 0 0,-1 0 0,1-1 0,-1 1 0,1 0-1,-1 0 1,1 0 0,-1-1 0,1 1 0,-1 0 0,0 0 0,1-1-1,-1 1 1,1 0 0,-1-1 0,0 1 0,1-1 0,-1 1 0,0 0 0,1-1-1,-1 1 1,0-1 0,0 1 0,1-1 0,-1 1 0,0-1 0,0 1-1,0-1 1,0 1 0,0-1 0,0 1 0,0-1 0,0 1 0,0-1-1,0 0 1,0 1 0,0-1 0,0 1-87,12 0-177,915-49 4527,-891 49-4626,-35 0 3,-1 0-278,0 0-907,-1 0-2799,-5-3 965,-8-4-1859,-5 1 2583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4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4 417 7282,'0'0'6140,"0"0"-3489,0 0-1564,0 0-437,0 0-241,0 0 25,0 7-126,0 379 2672,-3-362-2965,3-23-26,0 0 0,-1-1 0,1 1 0,0 0 0,0-1-1,0 1 1,0 0 0,0-1 0,0 1 0,0 0 0,0-1 0,0 1 0,0 0 0,1-1 0,-1 1 0,0 0 0,0-1 0,1 1 0,-1 0 0,0-1 0,1 1 0,-1-1 0,1 1 0,-1-1 0,0 1 0,1-1 0,-1 1 0,1-1 0,-1 1 0,1-1 0,0 1 0,-1-1 0,1 0 0,-1 0 0,1 1 0,0-1 0,-1 0 0,1 0 0,0 0 0,-1 1 0,1-1 0,0 0 0,-1 0 0,1 0 0,0 0 0,0 0 0,-1 0 0,1-1 0,0 1 0,-1 0 0,1 0 0,0 0 0,-1-1 0,1 1 0,-1 0 0,1-1 0,0 1 0,-1 0 0,1-1 0,-1 1 0,1-1 0,-1 1 11,273-10-20,-232 39-351,-34-19-3396,-5-3-5401,-2-21 8567</inkml:trace>
  <inkml:trace contextRef="#ctx0" brushRef="#br0" timeOffset="389.527">202 462 4601,'0'0'2256,"0"0"509,0 0 170,0 0-881,0 0-1131,0 0-390,-1 10 608,-7 295 6241,7-143-5822,1 62-600,1-304-4154,0 18-1635,-1 3-3617,0 12 3150</inkml:trace>
  <inkml:trace contextRef="#ctx0" brushRef="#br0" timeOffset="1163.441">520 70 6281,'0'0'738,"0"0"327,0 0 2252,0 0-1338,0 0-1064,0 0-446,16-9 262,-6 3-648,-2-1 18,1 1 0,0 0 0,0 1 0,1 0 0,-1 0 0,1 1 0,0 1 0,0-1 0,1 2 0,-1-1 0,1 1 0,-1 1 0,1 0 0,0 0 0,-1 1 0,9 1-101,-14 4 65,0 0 0,-1-1-1,1 1 1,-1 1 0,0-1-1,-1 1 1,1-1-1,-1 1 1,0 0 0,0 1-1,-1-1 1,0 0 0,0 1-1,0-1 1,-1 1 0,0-1-1,0 1 1,-1 0-1,0-1 1,0 1 0,0 0-1,-1-1 1,0 1 0,-1 4-65,2 5 149,0-9-83,1 6-21,0 0 0,-1 0-1,-1 0 1,0 0 0,0 0 0,-1 0 0,-1-1-1,0 1 1,-1-1 0,0 1 0,-1-1 0,0-1-1,-1 1 1,-6 8-45,10-20 53,0-1 0,1 0 1,-1 1-1,0-1 0,1 0 0,-1 0 0,0 0 0,1 0 0,-1 0 1,1 0-1,0 0 0,-1-1 0,1 1 0,0 0 0,0-1 1,0 1-1,0-1 0,0 0 0,0 1 0,0-1 0,0 0 0,1 1 1,-1-1-1,1 0 0,-1 0 0,1 0 0,0 1 0,-1-1 0,1 0 1,0 0-1,0 0 0,1 0 0,-1 1 0,0-3-53,0 3 38,-2-51 267,39 58-453,13 22 127,-40-21 26,1 0 1,-1-1 0,1-1-1,1 1 1,-1-2 0,1 0-1,-1 0 1,1-1 0,0 0-1,0-1 1,1-1 0,2 0-6,-12 0 6,0 0 0,0-1 0,0 1 1,0-1-1,0 0 0,0 0 1,1 0-1,-1 0 0,0 0 0,0-1 1,0 1-1,0-1 0,0 0 1,0 0-1,-1 0 0,1-1 1,0 1-1,0 0 0,-1-1 0,1 0 1,-1 0-1,1 0 0,-1 0 1,0 0-1,0 0 0,0 0 0,0-1 1,0 1-1,0-1 0,-1 0 1,1 1-1,-1-1 0,0 0 0,1 0 1,-2 0-1,1 0 0,0 0 1,0 0-1,-1 0 0,0 0 0,1 0 1,-1 0-7,0 1-74,0 0 0,0 1 1,1-1-1,-1 0 0,0 0 1,0 1-1,-1-1 0,1 0 1,0 1-1,0-1 1,-1 0-1,1 1 0,-1-1 1,0 0-1,1 1 0,-1-1 1,0 1-1,0-1 0,0 1 1,0-1-1,0 1 0,0 0 1,-1 0-1,1-1 0,0 1 1,-1 0-1,1 0 0,0 0 1,-1 0-1,1 1 0,-1-1 1,0 0-1,1 1 1,-1-1-1,0 1 0,1-1 1,-1 1-1,0 0 0,1 0 1,-1 0-1,0 0 0,0 0 1,1 0-1,-3 0 74,-55-1-8391,36 1 5948</inkml:trace>
  <inkml:trace contextRef="#ctx0" brushRef="#br0" timeOffset="5385.183">985 982 5921,'0'0'1010,"0"0"717,0 0 1810,0 0-1373,0 0-1136,38 5 1902,242 0 691,-143-21-3894,-93 3-3381,-2-5-3913,-7-1 2564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13.42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313 116 4809,'0'0'2345,"0"0"1439,0 0-1811,-22-3-1090,-158-10 2373,173 15-3070,1 0-1,1 1 1,-1-1-1,0 1 1,0 1-1,1-1 1,0 1-1,0 0 1,0 0-1,0 0 1,0 1-1,1-1 1,0 1-1,0 0 1,0 1-1,1-1 1,0 1-1,0-1 1,0 1-1,1 0 1,-1 0-1,2 0 1,-1 0-1,0 1 1,1-1-1,0 5-185,-1-1 85,1-1-1,0 1 1,0 0 0,1 0-1,0 0 1,1 0 0,0 0-1,1 0 1,0 0 0,0-1-1,1 1 1,0-1 0,1 1-1,0-1 1,1 0 0,4 8-85,9-2 21,0-1 0,0-1 0,1 0 0,1-1 1,0-2-1,1 0 0,0-1 0,0 0 0,1-2 1,0-1-1,0-1 0,1 0 0,-1-2 0,1-1 1,0 0-1,0-2 0,0-1 0,-1 0 0,6-3-21,113-13-331,-136 16 212,-1-1 0,1 1 0,-1-1 0,0 0 0,0 0-1,0-1 1,0 1 0,0-1 0,0 0 0,-1 0 0,1 0 0,-1 0 0,0-1 0,0 1 0,0-1-1,0 0 1,-1 0 0,1 0 0,-1 0 0,0 0 0,0-1 0,-1 1 0,1 0 0,-1-1 0,0 0-1,0 1 1,-1-1 0,1-4 119,-4-13-10,-1 0-1,-2 0 0,0 0 1,-1 0-1,-1 1 1,-1 0-1,0 1 1,-2-1-1,-1 2 0,0 0 1,-1 0-1,-1 2 1,-1-1-1,-1 2 0,0 0 1,-1 1-1,0 0 1,-15-8 10,26 19 106,1-1 1,-1 1 0,0 0 0,-1 1 0,1-1-1,-1 1 1,1 0 0,-1 1 0,0 0 0,0 0-1,0 0 1,0 1 0,0 0 0,0 0 0,0 1 0,0 0-1,-1 0 1,1 1 0,0 0 0,0 0 0,0 0-1,0 1 1,0 0 0,0 1 0,1 0 0,-1 0-1,1 0 1,-1 0 0,1 1 0,0 0 0,1 1 0,-1-1-1,-3 5-106,-5 7 99,1 1 0,1 0-1,1 0 1,0 1 0,1 1-1,1 0 1,1 0 0,0 1 0,2 0-1,0 0 1,1 0 0,2 1-1,0 0 1,1 0 0,1 0-1,0 0 1,2 3-99,0-17 7,0 0 0,1 0 0,-1 0 0,1 0 0,1-1 0,-1 1 1,1-1-1,1 1 0,-1-1 0,1 0 0,0 0 0,0-1 0,0 1 0,1-1 0,0 0 0,0 0 0,1 0 0,-1-1 0,1 0 0,0 0 1,0 0-1,0-1 0,1 0 0,-1 0 0,1-1 0,-1 1 0,2-1-7,194 22-32,-193-23-31,0 0 0,0-1-1,0 0 1,-1 0 0,1 0 0,0-1 0,0-1 0,0 0 0,-1 0 0,1 0 0,-1-1 0,1-1 0,-1 1 0,0-1 0,0-1 0,-1 1-1,1-1 1,-1-1 0,0 1 0,-1-1 0,1 0 0,-1-1 0,0 0 0,-1 0 0,1 0 0,-1 0 0,-1-1 0,0 0 0,0 0 0,0 0-1,-1 0 1,0-1 0,-1 1 0,1-3 63,-5-8 19,0 0-1,-1 0 1,-1 0 0,0 0-1,-2 1 1,0 0-1,-1 0 1,-1 0 0,-1 1-1,0 0 1,-1 1-1,-1 0 1,0 0 0,-2 1-1,1 1 1,-2 0-1,0 1 1,-11-8-19,23 18 52,-1 1 1,1-1-1,-1 0 1,0 1-1,0 0 1,0 0-1,-1 0 1,1 0-1,0 0 1,-1 1-1,1-1 1,-1 1-1,1 0 1,-1 0-1,0 0 1,1 1-1,-1-1 1,0 1-1,0 0 1,0 0-1,1 0 1,-1 0-1,0 1 1,0 0-1,1 0 1,-1 0-1,1 0 1,-1 0-1,1 1 1,-1-1-1,1 1 1,0 0-1,-1 0 1,1 0-1,0 1 1,-2 1-53,-11 16 45,1 1 0,0 0 0,2 1 0,0 0 0,2 1 0,0 1 0,1 0 0,2 0 0,1 1 0,0-1 0,2 2 0,1-1 0,1 1 1,1 7-46,1-30-1,1 0 1,0-1-1,-1 1 1,1 0-1,0-1 1,1 1-1,-1 0 1,0-1-1,1 1 1,0 0-1,-1-1 1,1 1-1,0-1 1,0 1-1,0-1 1,1 1-1,-1-1 1,1 0 0,-1 0-1,1 0 1,0 0-1,0 0 1,0 0-1,0 0 1,0 0-1,0-1 1,0 1-1,1-1 1,-1 0-1,0 1 1,1-1-1,-1 0 1,1-1-1,0 1 1,-1 0-1,1-1 1,0 1-1,-1-1 1,1 0 0,0 0-1,-1 0 1,1 0-1,0 0 1,-1-1-1,2 1 1,4-1-19,0 1 1,0-1-1,0 0 0,1-1 1,-1 0-1,-1 0 0,1-1 1,0 0-1,-1 0 0,1 0 0,-1-1 1,0-1-1,0 1 0,0-1 1,-1 0-1,0-1 0,0 1 0,0-1 1,-1 0-1,0-1 0,0 1 1,0-1-1,-1 0 0,0 0 0,0-1 1,-1 1-1,0-1 0,0 0 1,-1 0-1,0 0 0,0 0 1,-1 0-1,0 0 0,0 0 0,-1-4 19,1 6-21,0-1 1,0 1-1,-1-1 0,1 0 0,-2 1 0,1-1 0,-1 0 0,0 1 0,0-1 1,-1 1-1,1-1 0,-1 1 0,-1 0 0,0-1 0,1 1 0,-2 1 0,1-1 1,-1 0-1,0 1 0,0 0 0,0 0 0,-1 0 0,0 0 0,0 1 0,0-1 0,0 1 1,-1 1-1,1-1 0,-1 1 0,0 0 0,0 0 0,-1 1 0,1 0 0,0 0 1,-1 0 20,-2 5 16,0 0 1,1 0 0,0 1-1,-1 0 1,2 0 0,-1 1-1,0 0 1,1 0 0,0 1-1,0 0 1,1 0 0,-1 1-1,2 0 1,-1 0 0,1 0-1,0 1 1,0 0 0,1 0-1,0 0 1,0 0 0,1 1-1,0-1 1,0 1 0,1 0 0,0 3-17,-1-3 28,-38 192 220,40-198-244,1 0 0,-1 0 1,1 0-1,0 0 0,0 0 0,1 0 0,-1 0 0,0 0 1,1 0-1,0 0 0,0 0 0,0 0 0,0 0 0,0 0 1,0 0-1,1-1 0,-1 1 0,1-1 0,0 1 0,0-1 1,0 1-1,0-1 0,0 0 0,1 0 0,-1 0 1,0 0-1,1-1 0,0 1 0,-1-1 0,1 1 0,0-1 1,0 0-1,0 0 0,0 0 0,0 0 0,0-1 0,0 1 1,0-1-1,3 0-4,7 0 8,1-1 1,0 0-1,0-1 1,-1 0-1,1-1 1,-1-1-1,0 0 1,0-1 0,0 0-1,0-1 1,-1-1-1,0 0 1,-1 0-1,1-1 1,-1-1-1,-1 1 1,0-2-1,0 0 1,-1 0-1,0-1 1,-1 0-1,0 0 1,0-1-1,-1 0 1,-1 0-1,0-1 1,-1 1 0,0-1-1,-1-1 1,-1 1-1,0 0 1,-1-1-1,0 0 1,-1 0-1,0 1 1,-1-1-1,-1 0 1,-2-11-9,1 16 1,-1 1 0,0-1 0,-1 0 0,0 1 0,0 0 0,-1 0 1,0 0-1,0 1 0,-1-1 0,0 1 0,0 0 0,-1 1 0,0 0 0,0 0 0,0 0 1,-1 1-1,0 0 0,0 1 0,0-1 0,0 2 0,-1-1 0,0 1 0,0 0 0,0 1 1,0 0-1,0 0 0,-5 1-1,6-1-2,0 0 0,0 1 0,0 0 0,0 0-1,0 1 1,0 0 0,0 1 0,-1-1 0,1 1 0,0 1 0,0 0 0,0 0 0,1 1 0,-1 0 0,1 0 0,-1 0 0,1 1 0,0 0 0,0 1-1,0 0 1,1 0 0,0 0 0,0 0 0,0 1 0,1 0 0,0 1 0,0-1 0,0 1 0,1 0 0,-4 7 2,7-10-68,0 0 0,0 0 0,0 0 0,0 0 0,1 0 0,-1 0 0,1 1 0,0-1 0,1 0 0,-1 0 0,1 0 0,-1 0 0,1 0 0,1 0 0,-1 0 0,0 0 0,1 0 0,0 0-1,0-1 1,0 1 0,0 0 0,1-1 0,-1 0 0,1 0 0,0 0 0,1 1 68,60 39-6162,8-20-5013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14.990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265 340 7514,'0'0'1621,"0"0"1701,0 0-1259,-22-3-756,-73-3-388,92 7-841,-1-1-1,1 1 0,-1 0 1,1-1-1,-1 2 1,1-1-1,-1 0 1,1 1-1,0-1 0,0 1 1,0 0-1,0 0 1,0 0-1,0 1 0,1-1 1,-1 0-1,1 1 1,-1 0-1,1 0 1,0 0-1,0 0 0,0 0 1,1 0-1,-1 0 1,1 1-1,-1-1-77,-3 8 318,-8 14 83,2 0 0,2 1 0,0 1-1,1-1 1,2 1 0,1 0 0,1 1-1,1-1 1,1 1 0,2 22-401,0-46 16,1 0-1,-1 1 1,1-1 0,0 0-1,0 0 1,0 0 0,0 0-1,1 0 1,-1 0 0,1 0-1,0 0 1,1 0 0,-1-1-1,1 1 1,-1-1 0,1 0-1,0 0 1,0 0 0,0 0-1,1 0 1,-1-1-1,1 1 1,-1-1 0,1 0-1,0 0 1,0 0 0,0-1-1,0 1 1,0-1 0,0 0-1,0 0 1,1 0 0,-1-1-1,0 0 1,0 0 0,1 0-1,-1 0 1,0 0 0,4-2-16,5 3-32,1 0 0,0-2-1,0 0 1,0 0 0,-1-1 0,1-1 0,0 0 0,-1-1 0,0-1 0,0 0 0,0 0-1,-1-1 1,0-1 0,0 0 0,0-1 0,-1 0 0,0-1 0,-1 0 0,0 0 0,0-1-1,-1-1 1,-1 0 0,1 0 0,-2 0 0,1-1 0,-2 0 0,0-1 0,0 0 0,-1 1 0,-1-2-1,0 1 1,0 0 0,-2-1 0,0 0 0,0 1 0,-1-1 0,-1 0 0,0 0 0,-1 0-1,-2-7 33,-1 7 88,-2 1 0,0 0 0,-1 0 0,0 1 0,-1 0 0,0 0 0,-1 1 0,0 0 0,0 0 0,-2 1 0,1 0 0,-1 1 0,-1 0 0,1 1 0,-1 0 0,-1 1 0,0 1 0,0 0 0,0 0 0,0 1 0,-1 1 0,0 0 0,0 1 0,0 1 0,-14-2-88,23 5 38,0 0 1,0 0-1,0 1 1,1-1-1,-1 1 1,1 0-1,-1 0 0,1 0 1,-1 1-1,1 0 1,0-1-1,0 2 1,1-1-1,-1 0 1,1 1-1,-1-1 1,1 1-1,0 0 1,0 0-1,1 1 1,-1-1-1,1 0 1,0 1-1,0-1 1,1 1-1,-1 0 1,0 4-39,-22 139 492,22-138-481,0 0 1,1-1-1,0 1 1,1 0-1,0 0 1,0 0 0,1 0-1,1-1 1,0 1-1,0 0 1,1-1-1,0 1 1,0-1 0,1 0-1,0 0 1,1 0-1,0-1 1,0 0-1,1 0 1,0 0 0,1 0-1,-1-1 1,2 0-1,-1-1 1,1 1-1,-1-1 1,2-1 0,-1 0-1,1 0 1,-1 0-1,3-1-11,0-1-40,0 0-1,1-1 1,0 0-1,-1-1 0,1 0 1,0-1-1,0-1 1,-1 0-1,1 0 1,0-1-1,-1 0 0,1-1 1,-1-1-1,0 0 1,0 0-1,0-1 1,-1 0-1,1-1 0,-1-1 1,-1 1-1,1-1 1,-1-1-1,0 0 1,-1 0-1,0-1 0,0 1 1,-1-2-1,0 1 1,-1-1-1,0 0 1,0-1-1,-1 1 0,-1-1 1,0 0-1,0-1 1,-1 1-1,0 0 0,-1-1 1,0 0-1,-1-5 41,2 2-30,-1 1-1,-1 0 1,-1-1 0,0 1-1,0-1 1,-1 1-1,-1-1 1,-1 1 0,0 0-1,-1 0 1,0 0-1,-1 0 1,-1 1 0,0 0-1,0 0 1,-2 0-1,0 1 1,0 0-1,-1 1 1,0-1 0,-1 2-1,0-1 1,-1 2-1,0-1 1,0 2 0,-1-1-1,-1 1 1,1 1-1,-1 0 1,0 1-1,-4-1 31,12 5 28,1 0 0,-1 0 0,1 1 0,-1-1 0,0 1 0,1 0 0,-1 0 0,0 0 0,0 1 0,0 0 1,0 0-1,0 0 0,1 1 0,-1-1 0,0 1 0,0 0 0,1 1 0,-1-1 0,0 1 0,1 0 0,-1 0 0,1 0 0,0 0 0,0 1 0,0 0 0,0 0 0,0 0 0,1 0 0,-1 1 0,1-1 0,0 1 0,0 0 0,0 0 0,1 0 0,-1 0 0,1 1 0,0-1 0,0 1 0,0 2-28,-4 6 16,0 0-1,1 0 1,1 1 0,0 0 0,1 0 0,1 0 0,0 0 0,0 0-1,2 0 1,0 0 0,0 1 0,2-1 0,-1 0 0,2 0 0,0 0-1,1 0 1,0-1 0,1 1 0,0-1 0,1 0 0,1-1-1,0 1 1,0-1 0,2 0 0,-1-1 0,1 0 0,1-1 0,0 0-1,0 0 1,1-1 0,1 0 0,-1-1 0,1 0 0,1-1 0,-1 0-1,11 3-15,-16-7-38,1 0 0,-1 0 0,1-1 0,0 0 0,0-1 0,0 1 0,0-2 0,0 1 0,0-1-1,0 0 1,0-1 0,0 1 0,0-2 0,0 1 0,0-1 0,0 0 0,-1-1 0,1 0 0,-1 0 0,0-1-1,0 0 1,0 0 0,0 0 0,0-1 0,-1 0 0,0 0 0,0-1 0,-1 0 0,1 0 0,-1 0-1,0-1 1,-1 1 0,0-1 0,0 0 0,0 0 0,-1-1 0,2-4 38,-4-1-71,1 1-1,-2-1 1,1 1 0,-2-1 0,0 0 0,0 1-1,-1-1 1,-1 1 0,0 0 0,0 0 0,-1 0-1,-1 0 1,0 0 0,-1 1 0,0 0 0,-1 0-1,0 1 1,0 0 0,-1 0 0,-1 0-1,1 1 1,-2 1 0,1-1 0,-8-3 71,4 1 101,-1 1 1,0 0-1,-1 1 0,0 1 1,-1 1-1,1 0 1,-1 1-1,-1 0 0,1 1 1,-1 1-1,0 1 1,0 0-1,0 2 0,0 0 1,0 0-1,-1 2 0,1 0 1,-1 1-102,10 2 51,0 1-1,1 0 1,-1 1 0,1 0-1,0 0 1,1 0 0,0 1-1,0 0 1,0 0 0,1 0-1,0 1 1,0 0 0,1 0-1,0 0 1,0 1 0,1-1-1,0 1 1,1 0 0,0 0-1,0 0 1,1 0 0,0 0-1,1 0 1,0 0 0,0 0-1,1 0 1,0 0 0,0 0 0,1 0-1,0 0 1,3 5-51,-2-1 6,1 0 0,0 0 0,1-1 0,0 1 0,1-1 0,0 0-1,1 0 1,1-1 0,0 0 0,0-1 0,1 1 0,0-2 0,1 1 0,0-1 0,1-1 0,-1 0 0,2 0 0,-1-1 0,1 0 0,0-1 0,0-1 0,1 0 0,0 0-1,0-1 1,0-1 0,0 0 0,1-1 0,-1-1 0,0 0 0,1 0 0,0-2 0,-1 1 0,12-3-6,-17 0-9,0 1 1,0-1-1,0 0 0,0-1 1,-1 0-1,1 0 0,-1-1 1,0 0-1,0 0 0,-1 0 1,0-1-1,0 0 0,0-1 1,0 1-1,-1-1 0,0 0 1,-1 0-1,1-1 0,-2 1 1,1-1-1,-1 0 0,0 0 1,0 0-1,-1-2 9,23-207-228,-26 205 222,0 0-1,-1 0 1,0 0 0,-1 1-1,0-1 1,0 1 0,-2-1 0,1 1-1,-1 1 1,-1-1 0,0 1-1,-1 0 1,0 0 0,0 0 0,-1 1-1,0 0 1,0 1 0,-1 0-1,-1 0 1,1 1 0,-1 0 0,0 1-1,-1 0 1,1 0 0,-1 2 0,0-1-1,-1 1 1,1 0 0,-1 1-1,1 1 1,-1 0 0,0 0 0,0 2-1,0-1 1,0 1 0,0 1-1,0 0 1,-2 1 6,2 3 12,0 2 0,0-1 1,1 1-1,0 1 0,0 0 0,0 1 0,1 0 1,1 0-1,-1 1 0,2 0 0,-1 1 0,1 0 1,1 0-1,0 1 0,1 0 0,0 0 0,1 0 1,0 1-1,1 0 0,0 0 0,1 2-12,2-9-58,0 1-1,1 0 1,0-1-1,0 1 1,0 0-1,1-1 1,0 1-1,0 0 1,1-1 0,0 0-1,0 1 1,1-1-1,-1 0 1,1 0-1,0 0 1,1 0-1,4 4 59,54 47-6872,5-22-9490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16.694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240 153 6585,'0'0'4457,"0"0"-731,0 0-2307,-16 25-878,0-2-351,-77 156 1580,85-149-1265,1-1 0,1 2-1,1-1 1,2 1 0,1-1 0,1 1-1,2 0 1,2 14-505,-2-40 24,0 1-1,1-1 0,-1 0 0,1 0 1,0-1-1,1 1 0,-1 0 1,1-1-1,0 1 0,0-1 1,0 0-1,0 0 0,1 0 1,0-1-1,0 1 0,0-1 1,0 0-1,0 0 0,1 0 0,-1 0 1,1-1-1,0 0 0,0 0 1,-1 0-1,1-1 0,1 1 1,-1-1-1,0 0 0,0-1 1,0 1-1,3-1-23,7 1 13,-1-1 1,0 0-1,1-1 0,-1 0 1,0-2-1,0 1 0,0-2 1,0 1-1,-1-2 0,1 0 1,3-3-14,1-1-1,0-2-1,-1 0 1,0-1 0,-1-1 0,-1 0 0,0-1 0,0-1 0,-2 0 0,1-1-1,-2-1 1,0 0 0,-2 0 0,0-1 0,0-1 0,-2 1 0,0-2 0,-1 1-1,-1-1 1,-1 0 0,-1 0 0,-1 0 0,0-1 0,-2 1 0,0-1-1,-1 1 1,-1-1 1,-1 12 37,1 1 0,-1 0 0,-1 0 1,0 0-1,0 0 0,0 0 0,-1 1 0,0-1 0,-1 1 0,1 0 0,-2 0 0,1 0 0,-1 1 0,1 0 0,-2 0 0,1 1 0,-1-1 0,0 1 0,0 1 0,0-1 0,0 1 0,-1 1 0,0-1 0,0 1 0,0 1 0,0-1 0,0 1 0,-1 1 0,-7-1-37,2 0 93,0 0 1,0 1-1,0 1 0,0 0 0,0 1 0,0 0 0,0 1 0,0 1 0,0 0 0,1 1 0,-1 1 0,1 0 0,0 1 0,0 0 0,1 0 0,0 2 0,-9 6-93,9-2 65,0-1 1,1 2 0,1-1 0,0 1-1,1 1 1,1 0 0,0 0 0,0 1-1,1 0 1,1 0 0,1 0 0,0 1-1,1 0 1,1 0 0,0 0 0,1 0-1,1 1 1,1-1 0,0 0 0,1 1-1,0-1 1,2 0 0,0 1-66,2-5-14,1-1 1,0-1-1,0 1 0,1-1 1,1 0-1,0 0 0,0-1 0,0 0 1,1-1-1,1 0 0,0 0 1,0-1-1,0 0 0,1-1 1,0 0-1,0-1 0,0 0 1,1 0-1,-1-2 0,1 1 1,0-1-1,1-1 0,-1 0 1,0-1-1,1 0 0,-1-1 1,0-1-1,1 0 0,-1 0 0,0-1 1,10-3 13,-12 3-58,0 0 1,-1-1-1,0 0 1,1-1-1,-1 0 1,-1 0-1,1-1 1,0 0 0,-1 0-1,0-1 1,-1 0-1,1-1 1,-1 1-1,0-1 1,-1-1-1,1 1 1,-2-1-1,1-1 1,-1 1-1,0-1 1,-1 1-1,0-1 1,3-9 57,0-2-171,-1-1 0,-1 0 0,-1 0 1,-1 0-1,0-1 0,-2 1 0,0 0 0,-2-1 1,0 1-1,-3-13 171,2 24 23,0 0 1,-1 1-1,0-1 0,-1 1 0,0 0 1,-1 0-1,1 0 0,-2 0 1,1 1-1,-1 0 0,0 0 1,-1 0-1,0 1 0,0 0 1,-1 1-1,1-1 0,-1 1 1,-1 1-1,1 0 0,-1 0 1,0 0-1,0 1 0,-1 1 1,1-1-1,-1 2 0,1-1 1,-1 1-1,0 1 0,0-1 1,0 2-1,0 0 0,0 0 1,0 0-1,0 1 0,0 1 1,0 0-1,0 0 0,1 1 1,-1 0-1,1 1 0,0 0 1,0 0-1,0 1 0,0 0 1,1 1-1,0 0 0,0 0 0,0 1 1,-4 5-24,-3 7 148,1 1 0,1 0 1,1 1-1,1 0 0,0 0 0,2 2 1,1-1-1,0 1 0,2 0 0,1 0 1,0 1-1,2 0 0,1 0 1,0 0-1,2 0 0,1 0 0,2 10-148,-1-25 8,1 0 0,-1 0 0,1-1 0,1 1-1,0-1 1,0 0 0,1 0 0,-1 0-1,2-1 1,-1 0 0,1 0 0,0 0 0,1 0-1,-1-1 1,1 0 0,1-1 0,-1 0 0,1 0-1,0 0 1,0-1 0,0 0 0,1-1 0,-1 0-1,1 0 1,0 0 0,0-1 0,0-1 0,0 0-1,0 0 1,0-1 0,0 0 0,0 0 0,0-1-1,0 0 1,0-1 0,0 1 0,0-2 0,-1 0-1,1 0 1,-1 0 0,1-1 0,-1 0 0,0-1-1,-1 0 1,1 0 0,4-4-8,1-2-76,0 0 0,0-1-1,-2 0 1,1-1 0,-2 0 0,1-1-1,-2 0 1,0-1 0,-1 0 0,0 0-1,-1-1 1,-1 0 0,0 0 0,-1 0-1,-1-1 1,-1 0 0,0 1 0,-1-1-1,-1-1 1,-1 1 0,0 0 0,-1 0-1,-1 0 1,0 0 0,-1 1 0,-1-1-1,-1 0 1,-1 1 0,0 0 0,-1 1-1,0-1 1,-1 1 0,-1 1 0,0-1-1,-9-8 77,5 9 4,-1 2-1,0-1 0,-1 2 0,0 0 1,-1 0-1,0 2 0,-1 0 0,1 1 0,-2 0 1,1 2-1,-1 0 0,0 1 0,-1 1 1,1 0-1,-1 1 0,1 1 0,-16 1-3,29 2 47,-1 0 0,1 0-1,0 0 1,0 0 0,0 1-1,0 0 1,0 0 0,0 1-1,1-1 1,-1 1 0,1 0-1,0 0 1,-1 0 0,1 1-1,1 0 1,-1-1 0,0 1-1,1 1 1,0-1 0,0 0-1,0 1 1,1-1 0,0 1-1,-1 0 1,1 0 0,1 0-1,-2 4-46,-25 148 790,27-139-753,-2 1-16,1 0 1,0 0-1,2 0 0,0 0 0,1 0 0,0-1 0,2 1 0,0 0 1,2-1-1,0 0 0,1 0 0,0 0 0,2 0 0,8 15-21,-11-29-32,0 0 0,0 0 0,0 0-1,1-1 1,0 0 0,-1 0 0,1-1-1,0 1 1,0-1 0,0 0 0,1-1-1,-1 1 1,0-1 0,1-1 0,-1 1-1,0-1 1,1 0 0,-1-1 0,1 1-1,-1-1 1,0 0 0,0-1 0,1 0-1,-1 0 1,0 0 0,0-1 0,-1 1-1,1-2 1,0 1 0,-1 0 0,0-1-1,0 0 1,0 0 0,0-1 0,-1 1 0,0-1-1,0 0 1,0 0 0,0-1 32,7-11-147,0 0 1,-2-1 0,0 0 0,0-1-1,-2 0 1,-1 0 0,0-1 0,-1 1-1,-1-1 1,-1 0 0,-1-1 0,-1 1-1,0 0 1,-2-1 0,-1-6 146,1 16 25,-1 0 0,-1 0 0,0 0 1,0 0-1,-1 0 0,0 1 0,-1-1 0,0 1 1,-1 0-1,0 1 0,-1-1 0,0 1 0,0 1 1,-1-1-1,0 1 0,0 1 0,-1-1 0,0 1 0,0 1 1,-1 0-1,0 0 0,0 1 0,0 0 0,-1 0 1,1 2-1,-1-1 0,0 1 0,0 1 0,0 0 1,-1 0-1,1 1 0,0 1 0,-1 0 0,1 0 0,-3 2-25,9-2 24,-1 1-1,1 0 0,0 1 1,0-1-1,0 1 0,0 0 0,0 1 1,0-1-1,1 1 0,-1 0 0,1 0 1,0 0-1,0 1 0,0-1 1,0 1-1,0 0 0,1 0 0,0 0 1,0 1-1,0-1 0,0 1 0,1 0 1,0 0-1,0-1 0,0 1 1,0 1-1,1-1-23,-22 146 260,21-127-215,1 0 0,1 0 1,1-1-1,1 1 0,1-1 1,2 1-1,0-1 0,1 0 1,1-1-1,1 1 0,2-1 1,0-1-1,1 0 0,1 0 1,0-1-1,2-1 0,1 0 1,0-1-1,1-1 0,17 15-45,-25-26-1,0-1-1,0 0 0,1 0 0,-1-1 0,1 0 0,0-1 0,0 0 0,0 0 0,1-1 0,-1 0 0,1-1 0,-1 0 0,1 0 0,-1-1 0,1 0 1,0-1-1,-1 0 0,1 0 0,-1-1 0,0 0 0,0-1 0,1 0 0,-2-1 0,1 0 0,0 0 0,-1-1 0,0 0 0,0 0 0,0-1 0,0 0 0,-1 0 1,0-1-1,-1 0 0,1 0 0,-1 0 0,-1-1 0,1 0 0,-2 0 0,1-1 0,-1 1 0,0-1 0,0-2 2,1-3-6,0 1-1,-2-1 1,0 1-1,0-1 1,-1 0 0,-1 0-1,0 0 1,-1 0-1,-1-1 1,0 1-1,0 0 1,-2 1 0,0-1-1,0 0 1,-2 1-1,1-1 1,-2 1-1,1 0 1,-2 1 0,0 0-1,0 0 1,-1 0-1,-1 1 1,0 0 0,0 1-1,-1 0 1,-1 0-1,1 1 1,-2 0-1,1 1 1,-1 0 0,0 1-1,-5-1 7,14 7 9,0 0-1,0 1 1,0-1-1,0 1 1,0 0-1,0 0 1,0 0 0,0 1-1,0-1 1,0 1-1,0-1 1,1 1-1,-1 0 1,0 0-1,0 0 1,0 1 0,1-1-1,-1 1 1,1-1-1,-1 1 1,1 0-1,0 0 1,-1 0-1,1 0 1,0 0 0,0 1-1,1-1 1,-1 1-1,0-1 1,1 1-1,0 0 1,-1-1-1,1 1 1,0 0 0,0 0-1,1 0 1,-1 0-1,1 0 1,-1 0-1,1 0 1,0 0-1,0 0 1,0 0 0,1 0-1,-1 0 1,1 0-1,-1 0 1,1-1-1,0 1 1,0 0-1,0 0 1,1 0-1,0 0-8,-2 12 19,-1-3-18,2-1 0,-1 0-1,2 1 1,-1-1 0,1 0 0,1 0-1,0 0 1,1 0 0,0-1-1,1 1 1,0-1 0,0 0 0,1 0-1,0-1 1,1 0 0,0 0 0,1 0-1,-1-1 1,2 0 0,-1-1-1,1 0 1,0 0 0,1-1 0,-1 0-1,1 0 1,0-1 0,1-1 0,-1 1-1,1-2 1,0 0 0,0 0 0,0-1-1,11 1 0,-18-1-21,1-1-1,-1-1 0,1 1 0,-1 0 1,1-1-1,-1 0 0,1 0 1,-1-1-1,1 1 0,-1-1 0,0 0 1,1 0-1,-1 0 0,0-1 1,1 1-1,-1-1 0,0 0 1,0 0-1,-1-1 0,1 1 0,0-1 1,-1 0-1,1 0 0,-1 0 1,0 0-1,0-1 0,0 1 0,-1-1 1,1 0-1,-1 0 0,0 0 1,0 0-1,0 0 0,-1 0 1,1 0-1,-1-1 0,0 1 0,0 0 1,0-1-1,-1-1 22,2 1-13,-1 0 1,1 0-1,-1-1 0,-1 1 0,1 0 1,-1 0-1,1-1 0,-2 1 1,1 0-1,-1 0 0,1-1 0,-1 1 1,-1 0-1,1 0 0,-1 0 0,0 0 1,0 0-1,0 1 0,-1-1 1,1 0-1,-1 1 0,0 0 0,-1 0 1,1 0-1,-1 0 0,0 0 1,0 1-1,0-1 0,0 1 0,0 0 1,-1 1-1,1-1 0,-1 1 1,0 0-1,0 0 0,0 0 0,0 1 1,0-1-1,-4 1 13,-37 0-2948,16 1-2064,0-3-3318,6-3 2678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19.6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110 107 3993,'0'0'6591,"0"0"-3680,-7 23-1500,-28 155 849,34-167-2145,-1 1 0,1-1 0,1 1-1,0-1 1,0 0 0,1 1 0,1-1 0,0 0-1,0 1 1,1-1 0,1 0 0,0-1-1,0 1 1,1-1 0,0 0 0,1 0 0,0 0-1,1-1 1,0 0 0,0 0 0,1-1-1,0 0 1,1 0 0,0-1 0,0 0 0,0 0-1,1-1 1,0 0 0,0-1 0,6 2-115,-10-4 20,0-1 0,1 1 0,-1-1 0,1 0 0,-1-1 0,1 0 0,0 0 0,0 0-1,0-1 1,0 0 0,0 0 0,-1 0 0,1-1 0,0 0 0,0-1 0,-1 0 0,1 0 0,-1 0 0,1-1 0,-1 1 0,0-2 0,0 1 0,0-1 0,0 0 0,-1 0 0,0 0 0,0-1 0,0 0 0,0 0 0,-1 0 0,1 0 0,-1-1 0,-1 0 0,1 0 0,-1 0 0,0 0 0,0 0 0,-1-1 0,0 1 0,0-1 0,-1 1 0,1-2-20,-2-9 91,0-1 0,-1 1 0,-1-1 1,0 1-1,-2 0 0,0 0 1,0 0-1,-2 1 0,0-1 1,-1 1-1,-1 1 0,0-1 0,-1 1 1,0 1-1,-2 0 0,0 0 1,0 1-1,-1 0 0,0 1 0,-1 0 1,-1 1-1,-8-5-91,12 8 81,1-1 0,-2 2 0,1-1 1,-1 2-1,0-1 0,0 1 0,-1 1 0,0 0 0,0 1 0,0 0 0,0 1 1,-4 0-82,11 5 9,1 1 1,-1 0 0,0 0 0,1 0-1,0 1 1,0-1 0,0 1 0,0 0-1,0 0 1,1 0 0,0 1 0,0 0-1,0-1 1,0 1 0,1 0 0,0 0-1,0 0 1,0 0 0,1 1 0,0-1-1,0 0 1,0 1 0,0-1 0,1 1-1,0-1 1,0 1 0,0-1-1,1 1 1,0-1 0,0 0 0,1 3-10,-2 2 11,-1 23 4,1-1 0,2 1 0,1-1 0,1 1 0,2-1 0,6 18-15,-9-41 2,-1 0 0,1-1 1,1 1-1,-1-1 0,2 0 1,-1 0-1,1 0 0,0 0 1,0-1-1,1 0 0,0 0 1,1-1-1,-1 0 0,1 0 1,0 0-1,1-1 1,-1 0-1,1 0 0,0-1 1,0 0-1,1 0 0,-1-1 1,1 0-1,0-1 0,-1 1 1,3-2-3,-4 1-3,1 0 0,0-1 0,0 0 0,0-1 0,-1 0 0,1 0 0,0 0 0,0-1 0,0-1 0,0 1 0,-1-1 0,1 0 0,-1-1 0,0 0 0,1 0 0,-1 0 0,0-1 0,-1 0 0,1-1 0,-1 1 0,0-1 0,0-1 0,0 1 0,-1-1 0,0 0 0,0 0 0,0 0 0,-1-1 0,0 0 0,0 0 0,0 0 0,-1 0 1,-1 0-1,1-1 0,-1 1 0,0-1 0,-1 0 0,1 1 0,-1-7 3,0-4-1,0 0 0,-1 0 1,-1 0-1,-1 0 1,0 1-1,-2-1 1,0 0-1,0 1 0,-2 0 1,0 0-1,-1 1 1,-1 0-1,0 0 1,-2 0-1,1 1 0,-2 1 1,0 0-1,0 0 1,-2 1-1,1 0 0,-2 1 1,0 1-1,0 0 1,8 4 33,-1 1-1,1 1 0,-1-1 0,1 1 1,-2 0-1,1 1 0,0 0 0,-1 0 1,0 0-1,0 1 0,0 0 0,0 1 1,-1 0-1,1 0 0,0 1 0,-1 0 1,0 0-1,1 1 0,-1 0 1,1 1-1,-1 0 0,1 0 0,-1 1 1,1 0-1,0 0 0,-5 2-32,2 10 52,0 0 1,2 1-1,0 0 0,0 0 0,1 1 1,1-1-1,1 2 0,0-1 0,2 1 1,-1 0-1,2 0 0,0 0 1,1 1-1,1-1 0,1 1 0,0 1-52,-2-6 12,1-1 0,0 1 0,1-1-1,0 1 1,1-1 0,0 1 0,1-1-1,0 0 1,1 1 0,0-1 0,1 0 0,1-1-1,0 1 1,0-1 0,1 0 0,0 0-1,1 0 1,1-1 0,-1 0 0,2-1 0,-1 0-1,1 0 1,1-1 0,-1 0 0,1 0-1,1-1 1,-1 0 0,1-1 0,2 0-12,-4-2-5,0 0 1,0 0-1,1-1 1,-1 0-1,1 0 1,0-1 0,0-1-1,0 0 1,0 0-1,0-1 1,0 0-1,0-1 1,0 0-1,0 0 1,0-1-1,-1-1 1,1 1 0,0-2-1,-1 1 1,0-1-1,0-1 1,0 1-1,0-2 1,-1 1-1,0-1 1,0 0-1,-1-1 1,1 0-1,-1 0 1,-1-1 0,1 1-1,-1-1 1,-1-1-1,0 1 1,0-1-1,0 0 1,-1 0-1,2-8 5,-5-3-11,-1-1-1,-1 1 0,-1-1 1,-1 1-1,-1 0 0,0 0 1,-1 0-1,-2 1 1,0-1-1,-1 1 0,0 1 1,-2 0-1,0 0 0,-1 1 1,-1 0-1,-1 1 0,0 0 1,-1 1-1,0 1 0,-2 0 1,1 1-1,-2 1 1,1 0-1,-2 1 0,0 1 1,-1 0 11,16 7-3,0 0 1,0 0 0,-1 0 0,0 0-1,1 1 1,-1-1 0,0 1-1,0 0 1,0 0 0,-1 0 0,1 1-1,0 0 1,-1-1 0,1 2 0,-1-1-1,1 0 1,-1 1 0,1 0-1,-1 0 1,1 0 0,-1 1 0,1-1-1,-1 1 1,1 0 0,0 1 0,-1-1-1,1 1 1,0-1 0,0 1-1,0 1 1,0-1 0,0 0 0,0 1-1,1 0 1,-1 0 0,1 0 0,0 0 2,-10 25 1,1 1 1,1 0 0,2 0 0,1 1-1,1 0 1,2 1 0,0-1 0,3 1 0,0 17-2,19 55-1550,5-77-2922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21.34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316 67 4097,'0'0'2614,"0"0"1120,0 0-601,0 0-1122,0 0-756,0 0-247,-15-11-211,-46-33-131,57 42-644,0 0 1,0 1 0,0 0-1,0 0 1,0 0-1,0 1 1,-1-1-1,1 1 1,0 0 0,0 0-1,0 0 1,-1 1-1,1-1 1,0 1-1,0 0 1,0 0 0,0 1-1,0-1 1,0 1-1,1 0 1,-1 0-1,0 0 1,1 0 0,0 1-1,-1 0 1,1-1-1,0 1 1,0 0-1,1 0 1,-1 1 0,0-1-1,1 1 1,0-1-1,0 1 1,0 0-1,0 0-22,1-2 17,-13 19 136,0-1 0,2 2 0,1 0 0,1 0 0,0 1 0,2 0-1,1 1 1,0 0 0,2 0 0,1 0 0,1 1 0,1-1 0,1 1-1,1 0 1,1-1 0,2 6-153,-2-24 15,0 0 1,1 0-1,0-1 0,0 1 1,0-1-1,0 1 0,1-1 1,0 0-1,0 0 0,1 0 1,-1-1-1,1 1 0,0-1 1,0 0-1,1 0 0,-1 0 1,1 0-1,0-1 0,0 0 1,0 0-1,0 0 0,1-1 1,-1 0-1,1 0 0,-1 0 1,1 0-1,0-1 0,-1 0 1,1 0-1,0-1 0,2 0-15,3 1 15,0 0 0,0-1 0,1-1-1,-1 0 1,0-1 0,0 0-1,0 0 1,-1-1 0,1-1 0,0 1-1,-1-2 1,0 0 0,0 0 0,0-1-1,-1 0 1,2-2-15,-2 0 74,0-1-1,-1-1 1,0 1-1,0-1 1,-1-1-1,-1 1 1,1-1-1,-2-1 1,0 1 0,0-1-1,-1 0 1,0 0-1,-1 0 1,-1 0-1,0 0 1,0-1 0,-1 1-1,-1-1 1,0 1-1,-1-1 1,0 1-1,-1-1 1,0 1 0,-1 0-1,-1 0 1,1 0-1,-2 0 1,0 1-1,0-1 1,-1 1-1,-4-5-73,3 4 92,0 1 1,-1 0-1,0 0 0,0 0 0,-2 1 0,1 0 0,-1 1 0,0 0 0,-1 1 0,0 0 0,-1 1 0,1 0 0,-1 0 0,0 2 0,-1-1 0,0 2 0,0-1 0,0 2 0,-6-2-92,14 8 6,1-1 0,-1 1 0,1-1 0,-1 1 0,1 0 0,0 1 0,0-1 1,0 1-1,1 0 0,-1 0 0,1 0 0,0 0 0,0 0 0,1 1 0,-1-1 0,1 1 0,0 0 0,0 0 1,0 0-1,1 0 0,0 0 0,0 0 0,0 0 0,0 1 0,1-1 0,0 0 0,0 0 0,0 1 0,1-1 1,1 5-7,6 186 4,-7-189-4,0-1-1,1 1 1,0-1-1,0 1 0,1-1 1,-1 0-1,1 0 1,1 0-1,-1 0 1,1-1-1,0 1 0,0-1 1,1 0-1,-1 0 1,1-1-1,0 1 1,1-1-1,-1 0 0,1 0 1,0-1-1,-1 0 1,1 0-1,1 0 1,-1-1-1,0 0 0,1 0 1,6 1 0,-6-2-8,0 0 1,0 0-1,0-1 1,0 0 0,1-1-1,-1 0 1,0 0-1,0 0 1,0-1-1,0 0 1,0 0-1,0-1 1,-1 0-1,1 0 1,-1 0-1,0-1 1,0 0-1,0 0 1,0-1 0,-1 1-1,1-1 1,-1-1-1,-1 1 1,1-1-1,-1 0 1,0 0-1,0 0 1,-1 0-1,1 0 1,-1-1-1,-1 0 1,1 0-1,-1 0 1,-1 0-1,1 0 1,-1 0 0,0 0-1,-1 0 1,0 0-1,0-7 8,1 4-14,0-1 0,0 1 1,-1-1-1,-1 1 0,0-1 0,0 1 0,-1-1 0,0 1 1,-1 0-1,0 0 0,-1 0 0,0 0 0,0 0 0,-1 1 1,0 0-1,-1 0 0,0 0 0,0 1 0,-1-1 0,0 2 0,-1-1 1,0 1-1,0 0 0,0 1 0,-1 0 0,0 0 0,0 1 1,0 0-1,-3-1 14,8 6-93,0 1 0,0 0 0,0 0 0,0 0 0,0 0 0,0 0 0,0 1 0,1-1 1,-1 1-1,1 0 0,-1 1 0,1-1 0,0 0 0,0 1 0,0 0 0,0 0 0,0 0 0,0 0 1,1 0-1,0 0 0,-1 1 0,1-1 0,0 1 0,1 0 0,-1-1 0,1 1 0,0 0 0,0 0 0,0 0 1,0 0-1,0 0 0,1 0 0,0 0 0,0 0 0,0 0 0,1 0 0,-1 0 0,1 0 0,1 3 93,-6 17-1849,-4 34-6037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27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7370,'0'0'1021,"0"0"305,0 0 1297,0 0-560,0 0-872,0 0-554,8 0-120,310 20 4200,-170-20-3697,-144 17-1934,-7-15-2972,-2-2-3587,-5-4 4795,-2-2 1297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27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5801,'0'0'867,"0"0"-252,0 0 943,0 0 313,0 0-850,0 0-445,18 11 3739,245-27 707,-65-3-3424,-181 29-1532,-17-9-52,0-1 26,0 0-4,0 0-52,0 0-455,0-39-14914,0 18 7857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42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7042,'0'0'436,"0"0"1685,0 0-440,0 0-865,6 0-253,202-6 3979,111-24-2077,-16 12-2435,-259 31-3102,-33-8 139,-10-5-476,-2 0 1462,-1 0 894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43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67 7282,'0'0'848,"0"0"2725,0 0-630,0 0-1362,0 0-714,0 0-404,18 1 383,125-50 74,-140 46-905,1 1 0,-1 0 0,1 0 0,0 0 0,0 1 0,0 0 1,0-1-1,0 1 0,0 0 0,0 1 0,0-1 0,0 1 0,0 0 0,1 0 0,-1 0 0,0 1 1,0-1-1,0 1 0,0 0 0,0 0 0,0 0 0,0 1 0,0-1 0,0 1 0,-1 0 0,1 0 1,-1 1-1,1-1 0,-1 1 0,0-1 0,0 1 0,0 0 0,0 0 0,0 1 0,-1-1 1,0 0-1,1 1 0,-1 0 0,-1-1 0,3 5-15,-3-3 49,0 0 0,0 0 0,-1 0-1,1 0 1,-1 1 0,0-1 0,-1 0 0,1 0 0,-1 0 0,0 1 0,0-1-1,-1 0 1,0 0 0,1-1 0,-2 1 0,1 0 0,0-1 0,-1 1 0,0-1-1,0 0 1,0 1 0,-1-2 0,1 1 0,-1 0 0,0-1 0,0 1 0,0-1-1,-1 0 1,1-1 0,-1 1 0,0-1 0,1 0 0,-1 0 0,0 0 0,0-1-1,0 0 1,-2 1-49,151-29-1612,-141 26 1601,0 0-1,1 1 1,-1-1-1,0 1 1,1 0-1,-1-1 1,0 2-1,1-1 1,-1 0 0,0 1-1,1-1 1,-1 1-1,0 0 1,0 0-1,0 0 1,0 1-1,0-1 1,0 1 0,0-1-1,0 1 1,0 0-1,-1 0 1,1 1-1,-1-1 1,0 0-1,1 1 1,-1-1 0,0 1-1,0 0 1,-1 0-1,1 0 1,-1 0-1,1 0 1,-1 0-1,0 0 1,0 0 0,0 0-1,-1 1 1,1-1-1,-1 0 1,0 1-1,0-1 1,0 3 11,1 0 57,-1 0 1,0 0 0,0 0-1,-1 0 1,0 0 0,0 0-1,0 0 1,-1 0 0,0 0-1,0-1 1,0 1-1,-1 0 1,0-1 0,0 0-1,0 0 1,0 0 0,-1 0-1,0 0 1,0-1 0,-1 1-1,1-1 1,-1 0-1,0 0-57,-11 8 133,1 0-1,-2-1 0,0 0 0,0-2 0,0 0 0,-1-1 0,-1 0 0,1-2 0,-1 0 0,0-1 0,-1-1 0,1-1 0,-1-1 0,0 0 0,-3-1-132,17-1 166,0 0-36,1 1 1,-1-1-1,1 0 1,-1 0-1,1 0 1,-1-1-1,1 0 1,-1 0-1,1 0 1,-1-1-1,1 1 1,0-1 0,0-1-1,0 1 1,0-1-1,0 0 1,1 0-1,-3-2-130,7 3 144,0 2-147,0 0-138,29-43-9556,-19 32 7281,12-18-2953,1 1-1993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40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5233,'0'0'1068,"0"0"-656,0 0-258,0 0 513,-10 27 3998,-118 146 216,114-156-4630,1 1 0,1 0 0,0 0 1,2 1-1,0 1 0,1 0 0,1 0 1,0 1-1,2 0 0,1 0 0,0 1 0,2 0 1,-1 13-252,3-28 78,1 1-1,0-1 1,0 1 0,1-1 0,0 1 0,0-1 0,1 0 0,0 1 0,0-1 0,1 0 0,0 0-1,0 0 1,0 0 0,1-1 0,0 0 0,0 1 0,1-1 0,0-1 0,0 1 0,0-1-1,1 0 1,4 4-78,4 0 27,1 0 0,0-1 0,0 0 0,1-1 1,0-1-1,0 0 0,0-2 0,1 1 0,0-2 0,0 0 0,0-2 0,0 1 0,0-2 0,0 0 0,8-2-27,-22 0 9,-1 0 1,1 0-1,-1 0 0,0-1 1,0 1-1,1-1 1,-1 1-1,-1-1 0,1 0 1,0 1-1,-1-1 1,1 0-1,-1 0 0,0 0 1,0 0-1,0-1 1,-1 1-1,1 0 0,-1 0 1,1 0-1,-1-1 1,0 1-1,-1 0 0,1 0 1,0-1-1,-1 1 1,0 0-1,1 0 0,-1 0 1,-1 0-1,1 0 1,0 0-1,-1 0 0,1 0 1,-1 0-1,0 1 1,0-1-1,0 1 0,0-1 1,-1 1-1,-1-2-9,-5-4 19,-1-1-1,1 2 0,-2-1 1,1 1-1,-1 1 0,0 0 1,0 1-1,0 0 1,-1 0-1,0 1 0,0 1 1,0 0-1,0 1 0,-1 0 1,1 0-1,0 2 1,-1-1-1,-3 2-18,11 3-35,0-1 0,0 1 0,0 0 0,1 1 0,0 0 0,-1-1-1,1 1 1,1 0 0,-1 1 0,1-1 0,0 1 0,0-1 0,1 1 0,0 0 0,0 0 0,0 0 0,1 0 0,-1 0 0,2 1 0,-1-1-1,1 0 1,-1 1 0,2-1 0,-1 0 0,1 0 0,0 1 0,1 1 35,-1-5-422,0 0 1,1 0-1,-1-1 1,1 1-1,-1 0 0,1-1 1,0 0-1,0 1 1,0-1-1,1 0 0,-1 0 1,0 0-1,1 0 0,-1-1 1,1 1-1,0-1 1,0 1-1,-1-1 0,1 0 1,0 0-1,0 0 1,0-1-1,0 1 0,0-1 1,0 1-1,0-1 1,0 0-1,0 0 0,1 0 1,-1-1-1,0 1 0,0-1 1,0 0-1,0 1 1,1-2 421,17-2-1533</inkml:trace>
  <inkml:trace contextRef="#ctx0" brushRef="#br0" timeOffset="465.822">589 114 7882,'0'0'1863,"0"0"1063,0 0-825,0 0-1024,0 0-546,0 0-211,-1 8 196,-24 104 2306,18-94-2473,1 1 0,1 0 0,1 0 0,0 0 0,2 1 1,0-1-1,1 1 0,1-1 0,1 1 0,3 14-349,-1-30 16,1 0 0,0 0 0,0 0 0,1 0 0,-1-1 1,1 1-1,0-1 0,0-1 0,0 1 0,0-1 0,0 0 0,1 0 0,-1 0 0,1 0 0,-1-1 0,1 0 0,0-1 1,-1 1-1,1-1 0,0 0 0,-1 0 0,1-1 0,0 0 0,-1 0 0,3 0-16,8 0 37,122 1-865,-132-10-7620,-6-17 2247,-1 19 3557,1-11 446</inkml:trace>
  <inkml:trace contextRef="#ctx0" brushRef="#br0" timeOffset="834.116">765 121 7818,'0'0'1104,"0"0"3454,0 0-1654,0 0-1640,0 0-715,0 0-131,-2 7 618,-32 178 4847,23 108-3116,23-148-2469,-10-142-334,-1-3 3,-1 0-144,0 0-467,-59-24-17378,38 13 8647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8:56.65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173 124 6025,'0'0'694,"0"0"355,0 0 2072,0 0-1190,0 0-388,0 0-368,25 1-11,381 1 2136,-269-1-3450,-730-4 1072,586 2-893,6 1-11,0-1 1,1 1 0,-1-1 0,0 1-1,0-1 1,1 1 0,-1-1-1,0 1 1,0 0 0,0 0 0,1-1-1,-1 1 1,0 0 0,0 0 0,0 0-1,0 0 1,0 0 0,0 0-1,1 0 1,-1 0 0,0 0 0,0 0-1,0 0 1,0 1 0,0-1 0,1 0-1,-1 1 1,0-1 0,0 0 0,1 1-1,-1-1 1,0 1 0,0-1-1,1 1 1,-1 0 0,1-1 0,-1 1-1,0 0 1,1-1 0,-1 1 0,1 0-1,0 0 1,-1-1 0,1 1-1,0 0 1,-1 0 0,1 0 0,0 0-1,0-1 1,0 1 0,0 0 0,-1 0-1,1 0 1,1 0-19,5 6 2,0-1 0,1-1 0,1 1 0,-1-1 0,0-1 0,1 1 0,0-1 0,0 0 0,1-1 0,-1 0 0,1 0 0,-1-1 0,1 0 0,0-1-1,0 0 1,0 0 0,-1 0 0,1-1 0,4-1-2,13 1 34,0 0 0,0-1-1,0-2 1,0-1 0,0-1-1,-1-1 1,0-1 0,9-4-34,28-13 82,-111 27-535,-50 29-3345,86-39-4487,13-9 4739</inkml:trace>
  <inkml:trace contextRef="#ctx0" brushRef="#br1" timeOffset="58271.122">128 144 5313,'0'0'1074,"0"0"506,0 0 2131,0 0-1826,0 0-1148,-7 16 1165,141-17 1660,141 2-449,132 32-2700,-370-24-465,-25-5 99,-26-4 294,-167-84 93,160 72-407,-1 2 0,0 0 0,0 1 0,-1 1 0,0 2 1,0 0-1,0 1 0,-1 1 0,0 1 0,0 2 0,0 0 0,0 1 0,1 2 0,-1 0 1,0 2-1,0 0 0,1 2 0,-5 2-27,-172 76 33,200-83 1,0-1 0,0 0 54,0 0-41,0 0 82,18-1 254,267-47 81,361-50-236,-740 113-559,-1 8 373,-1-5 0,0-4 0,-1-4 0,0-5 0,-97-7-42,-132-57-128,751 93 387,-399-32-260,24-1 23,1 3 1,0 2-1,-1 2 1,0 2 0,0 3-1,-2 2 1,41 18-23,-82-31-12,-1 1 0,1 0-1,-1 1 1,0-1 0,0 1 0,-1 1 0,1-1 0,-1 1-1,0 0 1,0 0 0,0 0 0,-1 1 0,0 0 0,0-1-1,0 2 1,-1-1 0,0 0 0,0 1 0,0-1 0,-1 1-1,0 0 1,0 0 0,-1 0 0,0 0 0,0 1 12,-4-4-6,0 1 0,-1-1 0,1 0 0,-1-1 0,0 1 0,0-1 0,0 1 0,0-1 0,-1 0 0,1-1 0,-1 1 0,1-1 0,-1 0 0,0 0 1,0 0-1,0-1 0,0 0 0,-1 0 0,1 0 0,0-1 0,0 1 0,-1-1 0,1 0 0,0-1 0,0 1 0,0-1 0,-1 0 0,1-1 0,0 1 0,-3-2 6,-11-4 57,0 0-1,0-2 1,0 0 0,1-1-1,1 0 1,-1-2 0,2 0-1,0-1 1,0-1 0,1 0-1,1-1 1,-3-5-57,-26-21 400,35 33-364,-10-10 100,0 0 0,-1 2 0,-1 0 1,-1 1-1,0 1 0,-1 1 0,0 1 1,-1 1-1,-7-2-136,34 68-189,9-48 182,0 0-1,1 0 1,0-2 0,0 0 0,1 0 0,-1-2 0,1 1 0,0-2 0,0 0 0,0-1 0,0 0 0,11-2 7,-13 2 21,73 2-29,0-3 1,0-4 0,-1-3 0,1-4 0,11-7 7,4-4 28,-106 17-190,-848 29 620,852-24-465,0 0 0,-1 0 0,1 0 0,-1 1 0,1-1 0,0 0 0,-1 1 0,1-1-1,0 1 1,-1-1 0,1 1 0,0-1 0,0 1 0,-1 0 0,1 0 0,0-1 0,0 1 0,0 0 0,0 0 0,0 0 0,0 0 0,1 1 0,-1-1 0,0 0 0,0 0 0,1 0 0,-1 1 0,1-1 0,-1 0 0,1 1 0,-1-1 0,1 0 0,0 1 0,0-1 0,0 1 0,-1-1 0,1 0 0,1 1 0,-1-1 0,0 0 0,0 1 0,0-1 0,1 1 0,-1-1 0,1 0 0,-1 1 0,1-1 0,0 0 0,-1 0 0,1 0 0,0 1 0,0-1 0,0 0 0,0 0 0,0 0 0,0 0 0,0 0 7,41 10 25,0-3 1,1-1 0,0-2 0,0-2-1,0-1 1,27-4-26,-29 1 14,248-1 30,-288 2-74,-16 0-99,-49 1 125,23 1 50,0-2 0,1-2-1,-1-1 1,1-2 0,-1-2 0,-32-10-46,55 10-1,-1 1-1,0 0 1,0 1 0,-1 1 0,1 1 0,-1 1 0,0 1 0,0 1 0,0 0 0,0 2 0,1 0 0,-1 1 0,0 1-1,1 0 1,0 2 0,-16 7 1,36-14-5,-1 1 0,1 0-1,-1-1 1,1 1-1,-1 0 1,1 0 0,-1-1-1,1 1 1,-1 0 0,1 0-1,0 0 1,-1 0-1,1 0 1,-1 0 0,1 0-1,0 0 1,-1 0 0,1 0-1,-1 0 1,1 0-1,0 0 1,-1 0 0,1 1-1,-1-1 1,1 0 0,-1 0-1,1 1 1,-1-1-1,1 0 1,-1 1 0,1-1-1,-1 1 1,1-1 0,-1 0-1,0 1 1,1-1 0,-1 1-1,1-1 1,-1 1-1,0-1 1,0 1 0,1 0-1,-1-1 1,0 1 0,0-1-1,0 1 1,0-1-1,0 1 1,0 0 0,0-1-1,0 1 1,0-1 0,0 1-1,0 0 1,0-1-1,0 1 1,0-1 0,0 1-1,0 0 1,-1-1 0,1 1-1,0-1 1,-1 1-1,1-1 1,0 1 0,-1-1-1,1 1 1,-1-1 5,800 65 432,-975-61-536,151-4 105,-85 1 25,1-5 0,0-4 1,-17-8-27,-10-1-115,154 26-78,64 12 238,0-4 0,1-4 0,0-3 0,1-4 0,6-3-45,67 6 43,-157-8-46,1-1 0,-1 0 1,0 1-1,0-1 0,1 1 1,-1 0-1,0-1 0,0 1 0,1-1 1,-1 1-1,0-1 0,0 1 0,0-1 1,0 1-1,0 0 0,0-1 0,0 1 1,0-1-1,0 1 0,0 0 0,0-1 1,0 1-1,-1-1 0,1 1 0,0-1 1,0 1-1,-1-1 0,1 1 0,0-1 1,0 1-1,-1-1 0,1 1 0,-1-1 1,1 1-1,0-1 0,-1 0 0,1 1 1,-1-1-1,1 0 0,-1 1 0,1-1 1,-1 0-1,1 0 0,-1 1 0,0-1 1,1 0-1,-1 0 0,1 0 1,-1 0-1,1 0 0,-1 0 0,0 0 1,1 0-1,-1 0 0,1 0 0,-1 0 1,1 0-1,-1 0 0,0 0 0,1-1 1,-1 1-1,1 0 0,-1 0 0,1-1 1,-1 1-1,1 0 0,-1-1 0,1 1 1,-1-1 2,-86 18 63,-1-4 1,0-4 0,0-3-1,-69-6-63,156 0-58,1 0 22,18 0-8035,-4 0-6402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03.40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1407 1094 5033,'0'0'2630,"0"0"2635,0 0-2572,0 0-1653,0 0-424,0 0 230,3 9-84,-1 0-648,-1-5-50,-1-1 0,1 1 0,-1-1 0,1 1 0,0-1 0,1 0 0,-1 1 1,0-1-1,1 0 0,0 0 0,0 0 0,0 0 0,0 0 0,0-1 0,0 1 0,1 0 0,-1-1 1,1 0-1,0 0 0,0 0 0,0 0 0,0 0 0,0 0 0,0-1 0,0 1 0,0-1 0,1 0 1,-1 0-1,1 0 0,0-1-64,-4-48 1299,-2 44-1243,-1 1 1,0 1 0,0-1-1,0 0 1,0 1-1,0-1 1,0 1-1,-1 0 1,1 0 0,-1 1-1,1-1 1,-1 0-1,0 1 1,1 0 0,-1 0-1,0 0 1,0 1-1,0-1 1,0 1 0,0 0-1,0 0 1,0 0-1,-2 1-56,6 86 312,9-80-1399,-9-11 3853,-9-7-6183,3 7-8661,16 6 9678</inkml:trace>
  <inkml:trace contextRef="#ctx0" brushRef="#br0" timeOffset="-4581.87">332 287 5977,'0'0'620,"0"0"219,0 0 2054,0 0 548,0 0-2237,0 0-915,-18 14 475,-19 43 650,-4 3 19,3 1 0,2 2 1,3 2-1,-21 60-1433,32-42 479,5 0-1,2 1 1,5 0 0,3 1-1,4 0 1,3 0-1,9 57-478,-6-95 156,2-1-1,2 1 0,2-1 0,2-1 0,1 0 1,3 0-1,2-1 0,2-1 0,1-1 0,2-1 1,2-1-1,2-1 0,2-1 0,1-1 0,2-2 1,1 0-156,11 9 40,2-1 0,1-3 0,2-1 0,2-3 0,2-2 0,47 24-40,-98-58 12,-1 1 0,0-1 0,1 0 0,-1 1 1,1-1-1,-1 1 0,0-1 0,1 0 1,-1 1-1,1-1 0,-1 0 0,1 1 0,-1-1 1,1 0-1,-1 0 0,1 1 0,0-1 1,-1 0-1,1 0 0,-1 0 0,1 0 0,-1 0 1,1 0-1,0 0 0,-1 0 0,1 0 1,-1 0-1,1 0 0,0 0 0,-1 0 0,1-1 1,-1 1-1,1 0 0,-1 0 0,1-1 1,-1 1-1,1 0 0,-1-1 0,1 1 0,-1 0 1,1-1-1,-1 1 0,0-1 0,1 1 1,-1 0-1,0-1 0,1 1 0,-1-1 0,0 1 1,0-1-1,1 0 0,-1 1 0,0-1 0,0 1 1,0-1-1,0 1 0,0-1 0,0 0 1,0 1-1,0-1 0,0 1 0,0-1 0,0 1 1,0-1-1,0 0 0,0 1 0,0-1 1,-1 1-1,1-1 0,0 1-12,9-37-14,20-4-3783,-14 10-3416,-3 0-4889</inkml:trace>
  <inkml:trace contextRef="#ctx0" brushRef="#br0" timeOffset="-712.261">648 1032 7042,'0'0'3766,"0"0"-2099,0 0-820,0 0-185,0 0 48,0 0 394,0 0-108,1-9 2508,4-14-2705,-2 19-797,-1 0 1,1 1-1,0-1 1,0 0 0,0 1-1,0-1 1,0 1 0,1 0-1,0 0 1,-1 1-1,1-1 1,0 1 0,1 0-1,-1 0 1,0 0 0,0 0-1,1 1 1,-1 0 0,1 0-1,-1 0 1,1 0-1,0 1 1,-1-1 0,1 1-1,0 1 1,-1-1 0,1 1-1,-1-1 1,1 1-1,-1 0 1,1 1 0,-1-1-1,1 1 1,-1 0 0,0 0-1,0 1 1,0-1 0,2 2-3,2 15 15,0-1 1,-1 1-1,-1 1 1,-1-1-1,-1 1 1,-1 0 0,0 0-1,-1 0 1,-2 0-1,0 0 1,-1 0 0,-1 0-1,-2 8-15,-2 5 50,-1-2 1,-2 1-1,-1-1 0,-2 0 0,0-1 0,-3 0 0,0-1 0,-2-1 1,0-1-1,-20 22-50,37-48 3,-1 1 1,0-1 0,1 0 0,-1 0-1,0 0 1,0 0 0,0 0-1,0 0 1,0 0 0,0 0 0,0 0-1,0 0 1,0-1 0,-1 1 0,1 0-1,0-1 1,0 1 0,-1-1-1,1 1 1,0-1 0,-1 0 0,1 0-1,0 1 1,-1-1 0,1 0-1,-1 0 1,1 0 0,0 0 0,-1-1-1,1 1 1,0 0 0,-1-1 0,1 1-1,0-1 1,-1 1 0,1-1-1,0 1 1,0-1 0,0 0 0,-1 0-1,1 1 1,0-1 0,0 0-1,0 0 1,0 0 0,1 0 0,-1 0-1,0-1 1,0 1 0,1 0 0,-1 0-1,0 0 1,1-1 0,-1 1-1,1 0 1,0-1 0,-1 1 0,1 0-1,0-1 1,0 0-4,-23-85 14,22 80-20,0 5 2,0 0-1,1 0 1,-1 0-1,0 0 1,1 0-1,-1-1 1,1 1-1,0 0 1,0 0 0,0 0-1,0 0 1,0-1-1,0 1 1,0 0-1,1 0 1,-1 0 0,1 0-1,0 0 1,0 0-1,-1 0 1,1 0-1,0 0 1,1 0-1,-1 0 1,0 0 0,0 1-1,1-1 1,-1 0-1,1 1 1,0-1-1,-1 1 1,1 0-1,0 0 1,0-1 0,0 1-1,0 0 1,0 1-1,0-1 1,0 0-1,0 0 1,0 1 0,0 0-1,0-1 1,1 1-1,-1 0 1,0 0-1,1 0 5,4 0-8,-1 0-1,1 1 0,0 0 0,0 0 0,0 1 0,0 0 1,-1 0-1,1 0 0,-1 1 0,0 0 0,1 0 1,-1 1-1,-1 0 0,1 0 0,0 0 0,-1 1 0,0-1 1,2 4 8,1 0 9,0-1 0,0 0 1,1-1-1,0 0 0,0 0 1,0-1-1,1 0 0,0-1 1,0 0-1,0 0 0,0-1 1,1-1-1,-1 1 0,1-2 1,0 0-1,-1 0 0,5 0-9,2-77 450,-16 54-1370,5-48 2218,2 50-5012,5 4-4758,-6 11 4676</inkml:trace>
  <inkml:trace contextRef="#ctx0" brushRef="#br0" timeOffset="5270.094">4229 1761 5473,'0'0'1036,"0"0"190,0 0 2281,0 0-1632,0 0-972,0 0-301,-10 0 2318,781 11 4415,-670-8-7925,-111 18-10006,-17-14 5963,-2-2 1552</inkml:trace>
  <inkml:trace contextRef="#ctx0" brushRef="#br0" timeOffset="6073.039">4372 2119 3441,'0'0'8358,"0"0"-4635,0 0-2115,0 0-461,0 0 388,0 0 236,4-6-702,7-3-1006,1 1 1,-1 1 0,1 0 0,0 0 0,1 1 0,-1 1 0,1 0 0,1 0 0,-1 2 0,0-1 0,1 2 0,0 0-1,0 0 1,-1 2 0,1 0 0,0 0 0,0 1 0,11 2-64,-3-3 11,-19 1-15,1-1 0,-1 1 0,1-1 0,-1 1 0,1 0 0,-1 0 0,0 0 0,1 1 0,-1-1 0,0 1 0,0 0 0,0 0 0,0 0 0,0 0 0,-1 0 0,1 1 0,-1-1 0,1 1 0,-1 0 0,0 0 0,0-1 0,0 1 0,0 1 0,-1-1 0,1 0 0,-1 0 0,0 1 0,0-1 0,0 1 0,0-1 0,0 1 0,-1-1 0,0 1 0,0-1 0,0 1 0,0-1 0,0 1 0,-1-1 0,1 1 0,-1-1 0,0 1 0,0-1 0,-1 0 0,1 1 0,-1-1 0,1 0 0,-1 0 0,0 0 0,0 0 0,0 0 0,-1-1 0,1 1 0,-1-1 0,1 1 0,-1-1 0,0 0 0,-1 1 4,-7 3 24,0-1 1,-1 0-1,1-1 0,-1 0 0,0-1 1,0-1-1,0 0 0,0 0 0,0-1 1,0 0-1,-12-2-24,24 1 98,73 0-75,-24-1-132,-38-2 62,-1 1 0,1 0-1,0 1 1,0 0 0,1 1-1,-1 0 1,0 0 0,0 2 0,0-1-1,0 1 1,-1 1 0,1 0-1,0 0 1,-1 1 0,0 1 0,0-1-1,0 2 1,-1-1 0,1 2-1,-1-1 1,-1 1 0,1 0 0,-1 1-1,0 0 1,-1 0 0,0 1-1,2 3 48,-8-10 4,1 1-1,-1-1 0,0 1 1,0 0-1,0 0 1,0 0-1,-1-1 0,1 1 1,-1 0-1,0 0 0,0 0 1,0 0-1,0 0 0,0 0 1,0 0-1,-1 0 0,0-1 1,1 1-1,-1 0 0,0 0 1,0-1-1,-1 1 0,1 0 1,0-1-1,-1 1 0,0-1 1,0 0-1,1 1 0,-1-1 1,0 0-1,-1 0 0,1 0 1,0-1-1,-1 1 0,1 0 1,-1-1-1,1 0 0,-1 1 1,0-1-1,1 0 0,-3 0-3,-125 20 892,122-21-810,-279-4 1240,287 4-1442,11-6-1746,65-34-7681,-32 14 1325</inkml:trace>
  <inkml:trace contextRef="#ctx0" brushRef="#br0" timeOffset="6869.091">5687 287 5297,'0'0'1088,"0"0"-279,0 0 750,0 0-90,0 0-586,0 0-298,-4-12-28,-12-36 247,15 46-586,1-1 0,-1 1 0,0 0 1,0 0-1,-1 0 0,1 0 0,0 0 0,-1 1 0,1-1 1,-1 0-1,1 1 0,-1-1 0,0 1 0,0-1 1,0 1-1,0 0 0,0 0 0,0-1 0,0 2 1,0-1-1,0 0 0,0 0 0,-1 1 0,1-1 1,0 1-1,-1 0 0,1-1 0,-2 1-218,-3 42 1182,10-17-980,2 0 1,1 0 0,1 0-1,0-1 1,2 0-1,1-1 1,1 0 0,1 0-1,1-1 1,1-1 0,1 0-1,0-1 1,6 3-203,12 24 157,51 67 127,-6 4 1,-5 3-1,-5 3 0,-5 4 0,-6 1 1,-4 10-285,-41-102 97,-2 1-1,-2 0 1,-1 0 0,-2 1 0,-2-1 0,-1 1 0,-3 0 0,0 0 0,-3-1-1,-1 1 1,-2-1 0,-1 0 0,-2-1 0,-2 0 0,-1 0 0,-2-1 0,-15 24-97,-13 13 575,-4-1 0,-2-3 0,-47 48-575,-23 34 552,118-151-624,1 0 0,0-1-1,0 1 1,-1 0 0,1-1-1,0 1 1,0 0-1,-1 0 1,1-1 0,0 1-1,-1 0 1,1 0-1,0 0 1,-1-1 0,1 1-1,-1 0 1,1 0 0,0 0-1,-1 0 1,1 0-1,0 0 1,-1 0 0,1 0-1,-1 0 1,1 0-1,0 0 1,-1 0 0,1 0-1,-1 0 1,1 0 0,0 0-1,-1 0 1,1 1-1,-1-1 73,3-17-1145,12-74-9328,-7 48 3479</inkml:trace>
  <inkml:trace contextRef="#ctx0" brushRef="#br0" timeOffset="3538.756">4244 958 7074,'0'0'88,"0"0"442,0 0 1645,0 0 323,0 0-344,0 0-542,-3-4-586,-15-4-130,7 47 177,8-21-495,-7 25 282,3-1 0,1 1 0,2 0 1,2 0-1,2 1 0,3 24-860,-2-55 41,1-1 1,0 0 0,1 1 0,0-1-1,1 0 1,0-1 0,1 1-1,0-1 1,1 1 0,0-2-1,0 1 1,2-1 0,-1 0 0,1 0-1,1-1 1,-1 0 0,2 0-1,-1-1 1,1-1 0,0 1-1,1-2 1,0 1 0,0-1 0,10 3-42,-8-5 9,0 0 0,0-1 1,0-1-1,0 0 0,0-1 1,1 0-1,-1-1 0,0-1 1,1 0-1,-1-1 1,0 0-1,0-1 0,0 0 1,0-1-1,-1-1 0,0 0 1,0-1-1,0 0 0,0 0 1,-1-1-1,0-1 1,0 0-1,-1-1 0,0 0 1,-1 0-1,0-1 0,0 0 1,-1-1-1,-1 0 1,1 0-1,-2 0 0,1-1 1,-2 0-1,0 0 0,0-1 1,-1 0-1,-1 0 0,0 0 1,0 0-1,-2 0 1,1 0-1,-2-4-9,4-16 3,-1 0-1,-2 0 1,-2 0 0,-1 0 0,-1 0 0,-2 0-1,-4-13-2,6 32 1,-1 0 0,0 1 0,-1 0 0,0-1 0,-1 2-1,-1-1 1,0 1 0,0 0 0,-1 0 0,-1 1 0,0 0 0,-1 1-1,0 0 1,0 0 0,-1 1 0,0 0 0,-1 1 0,-7-4-1,12 9-17,-1-1 1,0 1 0,-1 0 0,1 1 0,0 0 0,-1 0 0,0 1 0,1 0 0,-1 1-1,1 0 1,-1 0 0,0 0 0,1 1 0,-1 1 0,1-1 0,-1 2 0,1-1-1,0 1 1,0 0 0,0 1 0,0 0 0,0 0 0,1 0 0,0 1 0,0 0-1,0 1 1,1 0 0,0 0 0,0 0 0,0 0 0,-4 8 16,1-3-98,0 1 0,0 0 0,1 1-1,1-1 1,0 2 0,1-1 0,1 1 0,0 0 0,0 0 0,2 0 0,-1 1-1,2-1 1,0 1 0,1 0 0,0 0 0,2-1 0,-1 1 0,3 7 98,-2-16-484,0-1 1,1 1 0,0-1-1,0 0 1,0 0 0,1 0-1,-1 0 1,1 0-1,1 0 1,-1-1 0,1 0-1,-1 1 1,1-1 0,0-1-1,1 1 1,-1 0 0,1-1-1,-1 0 1,1 0-1,3 1 484,50 15-9335</inkml:trace>
  <inkml:trace contextRef="#ctx0" brushRef="#br0" timeOffset="4424.414">4948 321 5673,'0'0'1018,"0"0"366,0 0 2848,0 0-1765,0 0-1158,0 0-310,-1 4 4144,25-7-5018,123 0 117,-143 4-246,0-1-1,0 1 1,0 0 0,-1 1 0,1-1 0,0 1 0,0 0 0,-1 0 0,0 0 0,1 0 0,-1 0 0,0 1 0,0-1-1,0 1 1,0 0 0,0 0 0,-1 0 0,0 0 0,1 1 0,-1-1 0,0 1 0,-1-1 0,1 1 0,0 0 0,-1 0-1,0-1 1,0 1 0,0 0 0,-1 0 0,1 0 0,-1 0 0,0 0 0,0 0 0,0 1 4,-1 3 4,0-1 0,-1 1 0,0-1 0,0 1 0,0-1 0,-1 0 0,0 0 0,0 0 0,-1 0 0,0-1 0,0 1 0,-1-1 0,1 0 1,-1 0-1,-1 0 0,1-1 0,-1 0 0,0 0 0,0-1 0,0 1 0,-1-1 0,0-1 0,0 1 0,0-1 0,0 0 0,-2 0-4,10-4 16,-1 1 0,0-1 0,1 1-1,-1-1 1,0 1 0,0-1 0,0 0 0,0 1-1,1-1 1,-1 1 0,0-1 0,0 0-1,0 1 1,0-1 0,0 1 0,0-1 0,-1 0-1,1 1 1,0-1 0,0 1 0,0-1 0,-1 1-1,1-1 1,0 1 0,0-1 0,-1 1 0,1-1-1,0 1 1,-1-1 0,1 1 0,-1-1 0,1 1-1,-1-1 1,1 1 0,-1 0 0,1-1 0,-1 1-1,1 0 1,-1 0 0,1-1 0,-1 1 0,1 0-1,-1 0 1,0 0 0,1 0 0,-1 0-1,1 0 1,-1 0 0,0 0 0,1 0 0,-1 0-16,6-3-9,0 0 1,0 1 0,0 0 0,0 0 0,0 0 0,1 0-1,-1 1 1,1 0 0,-1 0 0,1 1 0,-1-1-1,1 1 1,0 0 0,-1 1 0,1 0 0,-1-1-1,1 2 1,-1-1 0,0 1 0,1-1 0,-1 1-1,0 1 1,0-1 0,0 1 0,0 0 0,-1 0-1,1 0 1,-1 1 0,0 0 0,0 0 0,0 0-1,0 0 1,-1 0 0,0 1 0,0 0 0,0-1 0,0 1-1,-1 0 1,1 0 0,-1 1 0,-1-1 0,2 4 8,0 92-31,-69-91 975,-114-10-512,154 16-1519,28 7-6094,6-11-2403</inkml:trace>
  <inkml:trace contextRef="#ctx0" brushRef="#br0" timeOffset="517.815">1790 947 7346,'0'0'62,"0"0"664,0 0 1646,0 0-365,0 0-508,0 0-198,0-8-25,0-24-16,0 23-366,0 20 63,-10 90 1922,3 187 79,9-278-2934,0-1 0,1 1-1,0-1 1,1 1-1,0-1 1,0 0-1,1-1 1,0 1-1,1-1 1,0 0 0,0 0-1,1-1 1,0 0-1,0 0 1,1 0-1,-1-1 1,2 0 0,-1-1-1,0 0 1,1 0-1,0-1 1,0 0-1,1 0 1,-1-1-1,1 0 1,-1-1 0,1 0-1,0-1 1,0 0-1,0 0 1,0-1-1,0 0 1,0-1-1,0 0 1,-1-1 0,2 0-24,-5 1 1,1 0 1,0 0-1,0-1 1,0 0-1,-1-1 1,0 0 0,1 0-1,-1 0 1,0 0-1,0-1 1,-1 0 0,1 0-1,-1-1 1,0 0-1,0 0 1,0 0-1,-1 0 1,1-1 0,-1 0-1,-1 1 1,1-2-1,-1 1 1,0 0-1,-1-1 1,1 1 0,-1-1-1,0 0 1,-1 1-1,0-1 1,0 0-1,0-1-1,1-10-17,0 0 0,-1 0 0,-1 0 0,-1 0 0,-1 0-1,0 1 1,-1-1 0,-1 0 0,-1 1 0,0 0 0,-7-14 17,2 7 24,-1 0 1,-1 1 0,-1 1-1,-2 0 1,0 1 0,-1 0-1,-1 1 1,0 1 0,-2 1-1,0 0 1,-1 2 0,-1 0-1,-1 1 1,-5-2-25,25 16-10,0-1 1,0 1-1,0 0 0,0 0 1,0-1-1,0 1 0,0 1 1,0-1-1,0 0 0,-1 0 1,1 1-1,0-1 0,0 1 0,-1 0 1,1 0-1,0 0 0,-1 0 1,1 0-1,0 0 0,-1 1 1,1-1-1,0 1 0,0-1 1,-1 1-1,1 0 0,0 0 1,0 0-1,0 0 0,0 0 1,0 1-1,0-1 0,0 1 1,1-1-1,-1 1 0,0 0 0,1-1 1,0 1-1,-1 0 0,1 0 1,0 0-1,0 0 0,0 0 1,0 0-1,0 1 0,0-1 1,1 0-1,-1 0 0,1 1 1,-1-1-1,1 2 10,-4 104-3438,11-38-3900,6-23-1064</inkml:trace>
  <inkml:trace contextRef="#ctx0" brushRef="#br0" timeOffset="1953.658">2361 405 5777,'0'0'819,"0"0"-532,0 0 453,0 0 1628,0 0-697,0 0-829,2-3 6059,2-1-7003,3-1 138,0-1 0,0 2 0,1-1 1,0 1-1,0 0 0,0 0 0,0 1 0,1 0 0,-1 1 1,1-1-1,0 2 0,0-1 0,0 1 0,0 1 1,-1 0-1,1 0 0,0 1 0,7 1-36,5-2 25,-16 1-25,0 0-1,0 0 1,0 1-1,0 0 1,-1-1-1,1 2 1,0-1 0,-1 1-1,0-1 1,1 1-1,-1 0 1,0 1 0,-1-1-1,1 1 1,0 0-1,-1 0 1,0 0-1,0 0 1,0 0 0,-1 1-1,1-1 1,-1 1-1,0 0 1,0 0 0,-1 0-1,0 0 1,1 0-1,-2 0 1,1 0 0,0 0-1,-1 0 1,0 0-1,0 0 1,-1 0-1,0 1 1,1-1 0,-2 0-1,1 0 1,0 0-1,-1-1 1,0 1 0,0 0-1,-1-1 1,1 1-1,-4 3 1,-27 32 79,28-35-79,-1 0 0,1 1-1,0-1 1,0 1 0,1 1 0,-1-1 0,1 1-1,1-1 1,-1 1 0,1 0 0,1 1 0,-1-1-1,1 0 1,0 4 0,2-10 19,0-1-31,0 0 143,0 0-18,12-16 440,-5-1-404,-7 15-149,1 0 0,-1 1 0,0-1 0,0 0 0,1 0 0,-1 0 0,1 0 0,-1 1 0,1-1 0,0 0 0,0 0 0,0 1 0,0-1 0,0 1 0,0-1 0,0 1 0,0-1 0,1 1-1,-1 0 1,1 0 0,-1-1 0,1 1 0,-1 0 0,1 0 0,-1 0 0,1 1 0,0-1 0,0 0 0,-1 1 0,1-1 0,0 1 0,0 0 0,0-1 0,0 1 0,0 0 0,0 0 0,-1 0-1,1 0 1,0 0 0,0 1 0,0-1 0,0 1 0,-1-1 0,2 1 0,44 31-57,-39-25 78,0-1 0,1 0 1,0 0-1,0-1 0,0 0 0,1-1 1,-1 0-1,1 0 0,0-1 0,0 0 1,0-1-1,1 0 0,-1-1 0,6 0-21,-14 0 19,0-1-1,0-1 0,-1 1 1,1 0-1,0 0 0,0-1 1,0 1-1,0-1 0,0 1 1,0-1-1,0 0 1,-1 0-1,1 0 0,0 0 1,0 0-1,-1 0 0,1-1 1,-1 1-1,1 0 0,-1-1 1,0 1-1,0-1 1,1 1-1,-1-1 0,0 0 1,0 0-1,-1 1 0,1-1 1,0 0-1,-1 0 1,1 0-1,-1 0 0,1 0 1,-1 0-1,0 0 0,0 0 1,0 0-1,0 0 0,0 0 1,0 0-1,0 1 1,-1-1-1,1 0 0,-1 0 1,0 0-1,0 0-18,1-6-378,-9-14-7936,1 13 2472</inkml:trace>
  <inkml:trace contextRef="#ctx0" brushRef="#br0" timeOffset="2836.085">3119 1345 7562,'0'0'4289,"0"0"-2473,0 0-1044,0 0-137,0 5 392,-1-3-937,1 0 1,1 0-1,-1 1 1,0-1-1,0 0 1,1 0-1,-1 0 0,1 0 1,0 0-1,0 0 1,-1 1-1,1-2 1,1 1-1,-1 0 1,0 0-1,0 0 1,1 0-1,-1-1 1,1 1-1,-1-1 1,1 1-1,0-1 0,0 0 1,-1 1-1,1-1 1,0 0-1,0 0 1,0 0-1,0-1 1,1 1-1,-1 0 1,0-1-1,0 1 1,0-1-1,0 0 1,2 0-91,94 10 2033,-94-10-1874,385-4 2967,-387 4-3133,-1 0 0,1 0 0,-1 0 0,1 1 0,-1-1-1,1 1 1,-1-1 0,1 1 0,-1-1 0,0 1 0,1 0 0,-1 0 0,0-1 0,1 1 0,-1 0 0,0 0 0,0 0 0,0 1-1,0-1 1,0 0 0,0 0 0,0 0 0,-1 1 0,1-1 0,0 1 0,-1-1 0,1 0 0,-1 1 0,1-1 0,-1 1 0,1-1 0,-1 1-1,0-1 1,0 1 0,0 0 0,0 0 7,3 12-520,29-15-10373,-20-12 4006</inkml:trace>
  <inkml:trace contextRef="#ctx0" brushRef="#br1" timeOffset="65929.426">530 2795 13531,'0'0'3353,"0"0"-2001,0 0-935,0 0-149,3-1 175,143-58 2566,808-336-2365,1595-732 143,-702 398 1835,-1687 651-2393,-212 98-13097,27-14 6018</inkml:trace>
  <inkml:trace contextRef="#ctx0" brushRef="#br1" timeOffset="66882.334">6053 87 5193,'0'0'2285,"0"0"2265,0 0-2278,0 0-1266,0 0-349,0 0 121,4 8 201,98 66 1983,-87-70-2897,-1 1 0,0 0 0,0 1 1,0 1-1,-1 0 0,0 0 0,0 1 1,-1 1-1,0 0 0,0 1 0,-1 0 1,0 1-1,-1 0 0,-1 1 0,1 0 1,-2 0-1,0 1 0,0 0 0,-1 1 1,-1 0-1,0 0 0,-1 0 0,-1 0 1,0 1-1,-1 0 0,0-1 0,-1 10-65,-5-19 56,-1 0-1,0 0 0,0-1 0,0 1 0,0-1 1,-1 0-1,0-1 0,0 1 0,0-1 1,0 0-1,0 0 0,-1-1 0,1 1 0,-1-1 1,0 0-1,1-1 0,-1 1 0,0-1 0,-3 0-55,0 1 16,-93 37-15,155-38-2275,60-45-7304,-60 13 4922</inkml:trace>
  <inkml:trace contextRef="#ctx0" brushRef="#br1" timeOffset="67237.726">6747 0 10442,'0'0'4412,"0"0"-1736,0 0-997,-2 26 146,-4 88-286,6-102-1450,0 0 1,1 0-1,0-1 1,1 1-1,1 0 1,0 0-1,0-1 1,1 0-1,0 0 1,1 0-1,0 0 0,1 0 1,0-1-1,1 0 1,0-1-1,1 1 1,0-1-1,0-1 1,0 0-1,1 0 1,1 0-1,-1-1 1,1-1-1,1 0 1,-1 0-1,1-1 1,0 0-1,0 0 0,0-2 1,1 1-1,-1-2 1,1 1-1,0-1 1,1-1-90,-8 1 8,-1-1 0,1 0 0,-1 0 1,1 0-1,0 0 0,-1-1 0,1 1 0,0-1 1,0-1-1,-1 1 0,1-1 0,0 1 0,-1-1 1,1-1-1,0 1 0,-1 0 0,0-1 0,1 0 1,-1 0-1,0-1 0,0 1 0,0-1 0,0 0 1,-1 0-1,1 0 0,-1 0 0,0-1 0,1 1 1,-2-1-1,1 0 0,0 0 0,-1 0 0,0 0 1,0-1-1,0 1 0,0 0 0,-1-1 0,1 1 1,-1-1-1,0-3-8,0-5 18,-1-1 0,0 1-1,-1 0 1,-1-1 0,0 1 0,-1 0 0,0 0-1,-1 1 1,0-1 0,-1 1 0,-1 0 0,1 0 0,-2 0-1,0 1 1,0 0 0,-1 0 0,-1 1 0,0 0-1,0 0 1,-1 1 0,0 0 0,0 1 0,-1 0 0,0 1-1,-5-2-17,10 6 2,0 1 0,0-1-1,0 1 1,0 0 0,-1 1-1,1 0 1,-1 0 0,1 0-1,-1 1 1,1 0 0,-1 0-1,1 1 1,-1 0 0,1 0-1,-1 0 1,1 1 0,0 0-1,-1 0 1,1 0 0,0 1-1,1 0 1,-1 0 0,0 1-1,1-1 1,0 1 0,0 1-1,0-1 1,0 1 0,1-1-1,-1 1 1,-1 4-2,0-1-295,0 1 0,0-1 0,1 1 0,1 1 0,-1-1 0,2 1 0,-1 0 0,1 0 0,0 0 0,1 0 0,1 0 0,-1 7 295,1 31-6286,1-14-4167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23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96 5873,'0'0'702,"0"0"415,0 0 2557,0 0-1233,0 0-1063,0 0-321,0 0-149,0 0 147,0 0-8,0 0-60,0 0-203,20-4 383,905-37-485,-849 31-713,-97-7-4259,-19 1-5276,22 9 4774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39:33.57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1690 748 7490,'0'0'1034,"0"0"878,0 0 653,0 0-584,0 0-518,0 0-366,21 9 1097,400-13 2665,-371 3-4523,-50-7-2451,-1-2-3528,-3-1-4977</inkml:trace>
  <inkml:trace contextRef="#ctx0" brushRef="#br0" timeOffset="-1218.559">44 561 6241,'0'0'1658,"0"0"3250,0 0-2329,0 0-1603,0 0-488,11-5-81,-2 0-347,4-3 95,0 0 0,1 1 0,0 1 0,0 0 0,1 1 0,-1 1 0,1 0 0,0 1 0,0 1 0,13-1-155,-25 4 2,0-1 1,0 2-1,-1-1 1,1 0-1,0 0 1,-1 1-1,1 0 0,-1-1 1,1 1-1,-1 0 1,0 0-1,0 0 1,1 0-1,-2 1 1,1-1-1,0 1 1,0-1-1,-1 1 1,1 0-1,-1-1 1,0 1-1,0 0 1,0 0-1,0 0 1,-1 0-1,1 0 1,-1 0-1,0 0 0,1 0 1,-1 0-1,-1 0 1,1 1-3,-14 101-17,10-97-17,0 1-1,0-1 0,-1 0 1,0-1-1,0 1 0,-1-1 1,0 0-1,-1 0 0,1-1 1,-1 0-1,-1 0 0,1-1 1,-1 1-1,0-2 0,0 1 1,0-1-1,-1 0 0,1-1 1,-1 0-1,-7 1 35,15-55-195,3 47 193,1 0 0,0 0 0,1 0 0,-1 0 0,1 1 0,-1 0 0,1-1 0,0 1 0,0 1 0,1-1 0,-1 1 0,0-1 0,1 1 0,0 1 0,-1-1 0,1 1 0,0-1 0,0 1-1,0 1 1,0-1 0,0 1 0,0 0 0,0 0 0,-1 0 0,1 0 0,0 1 0,0 0 0,0 0 0,0 1 0,0-1 0,-1 1 0,1 0 0,-1 0 0,1 1 0,-1-1 0,2 2 2,4 7 19,0 0-1,0 0 1,-2 1 0,1 0 0,-1 1-1,-1 0 1,0 0 0,-1 1 0,-1 0-1,0 0 1,-1 0 0,0 0 0,-1 1-1,0-1 1,-2 1 0,1 0 0,-2 10-19,-2-22 34,-1 0 0,0 0 1,0 0-1,0 0 0,0 0 0,0-1 1,0 1-1,-1-1 0,1 0 1,-1 0-1,1 0 0,-1-1 1,0 1-1,0-1 0,0 0 1,0 0-1,0 0 0,0 0 1,0-1-1,0 0 0,0 1 1,0-2-1,0 1 0,0 0 1,0-1-1,-1 0-34,-6 2 1,-247 1 238,238-13-234,56-34-8803,-11 28 5242,-1 3-1001</inkml:trace>
  <inkml:trace contextRef="#ctx0" brushRef="#br0" timeOffset="-504.969">618 561 7530,'0'0'945,"0"0"2185,0 0-1147,0 0-987,0 0-171,0 0-41,-6-2 84,-17-7-183,38-8 210,-10 13-889,1 0-1,0 1 1,0 0-1,1 1 1,-1-1-1,1 1 0,-1 0 1,1 1-1,-1 0 1,1 0-1,0 0 1,0 1-1,0 0 0,-1 0 1,1 1-1,0-1 1,0 2-1,-1-1 1,1 1-1,-1 0 1,1 0-1,-1 1 0,0-1 1,0 2-1,0-1 1,0 0-1,-1 1 1,1 0-1,-1 1 0,0-1 1,0 1-1,0 0 1,-1 0-1,0 1 1,0-1-1,0 1 1,-1 0-1,0 0 0,1 2-5,3 14 43,0 0-1,-2 1 0,0 0 1,-2 0-1,-1 1 0,0-1 1,-2 0-1,-1 1 0,0-1 0,-2 1 1,-4 14-43,5-25-1,-1 0 0,-1-1 1,0 1-1,-1-1 0,0 0 1,-1 0-1,0-1 0,0 0 1,-2 0-1,1 0 0,-2-1 1,1 0-1,-1 0 0,-1-1 1,1-1-1,-1 1 0,-1-2 1,0 1 0,9-7-2,0 0 1,0 0 0,0 0-1,0 0 1,0 0 0,-1-1-1,1 1 1,0-1 0,0 0-1,0 1 1,0-1 0,0 0-1,-1 0 1,1-1-1,0 1 1,0 0 0,0-1-1,0 1 1,-1-1 0,1 0-1,0 1 1,0-1 0,0 0-1,1 0 1,-1-1 0,0 1-1,0 0 1,1-1 0,-1 1-1,0 0 1,1-1-1,-1 0 1,1 1 0,0-1-1,0 0 1,0 0 0,0 0-1,0 0 1,-1-1 1,-6-89-110,8 88 107,1 1-1,-1 0 1,1-1-1,0 1 1,0-1 0,0 1-1,0 0 1,1 0-1,-1 0 1,1 0-1,0 0 1,0 0 0,0 0-1,0 1 1,1-1-1,-1 1 1,1-1 0,-1 1-1,1 0 1,0 0-1,0 0 1,0 0-1,0 1 1,0-1 0,0 1-1,0 0 1,1 0-1,-1 0 1,0 0 0,1 0-1,-1 1 1,1-1-1,-1 1 1,0 0-1,1 0 1,-1 1 0,1-1-1,-1 1 1,1-1-1,-1 1 1,0 0 0,0 1-1,1-1 1,-1 0-1,0 1 1,0 0-1,0-1 1,0 2 3,56 55 58,-52-49-42,1 0 0,0 0 0,0 0 0,1-1 0,0 0 0,0-1 0,1 0 0,0-1 0,0 1 0,1-2 0,-1 0 0,1 0 0,0-1 0,1 0 0,-1-1 0,1 0-1,10 1-15,-22-4-38,9 1 83,0 0 1,-1-1 0,1 1 0,0-2-1,-1 1 1,1-1 0,-1 0 0,1-1-1,-1 0 1,1-1 0,-1 1-1,0-1 1,0-1 0,0 0 0,2-1-46,11-52-8773,-21 43 5399</inkml:trace>
  <inkml:trace contextRef="#ctx0" brushRef="#br1" timeOffset="52548.696">1241 301 7266,'0'0'1337,"0"0"1584,0 0-845,0 0-279,0 0-429,0 0-197,-2 17-328,-4 81 605,6-99-1399,0 1-1,0-1 1,0 0-1,-1 1 1,1-1-1,0 0 1,0 1-1,0-1 1,1 0-1,-1 1 1,0-1-1,0 0 1,0 1-1,0-1 1,1 0-1,-1 1 1,0-1-1,1 0 1,-1 1-1,0-1 1,1 1-1,-1-1 1,1 1-1,-1-1 1,1 1-1,-1-1 1,1 1-1,-1 0 1,1-1-1,-1 1 1,1-1-1,-1 1 1,1 0-1,0 0 1,-1-1-1,1 1 1,0 0-1,-1 0 1,1 0-1,0 0 1,-1 0 0,1 0-1,0 0 1,-1 0-1,1 0 1,0 0-1,-1 0 1,1 0-1,0 1 1,-1-1-1,1 0 1,0 0-1,-1 1 1,1-1-1,-1 0 1,1 1-1,-1-1 1,1 0-1,-1 1 1,1-1-1,-1 1 1,1-1-1,-1 1 1,1-1-1,-1 1 1,0 0-1,1-1 1,-1 1-1,0 0-48,0-1 15,-1 0 0,0 0 0,1 0-1,-1 1 1,0-1 0,1 0 0,-1 0-1,0 0 1,1 0 0,-1 0 0,0 0 0,1 0-1,-1 0 1,0 0 0,1-1 0,-1 1-1,0 0 1,1 0 0,-1-1 0,1 1-1,-1 0 1,0-1 0,1 1 0,-1 0-1,1-1 1,-1 1 0,1-1 0,-1 1-1,1-1 1,0 1 0,-1-1 0,1 1-1,-1-1 1,1 1 0,0-1 0,0 0 0,-1 1-1,1-1 1,0 0 0,0 1 0,0-1-1,0 0 1,-1 1 0,1-1 0,0 0-1,0 1 1,0-1 0,1 0 0,-1 1-1,0-1 1,0 0 0,0 1 0,0-1-1,1 0 1,-1 1 0,0-1 0,1 1 0,-1-1-1,0 1 1,1-1 0,-1 0 0,1 1-1,-1-1 1,1 1-15,-27 47-2826,24-28-921,4-1-3373,6-8 2335</inkml:trace>
  <inkml:trace contextRef="#ctx0" brushRef="#br1" timeOffset="53209.784">1451 132 6833,'0'0'1009,"0"0"2925,0 0-1370,0 0-1442,0 0-374,0 0-230,6-15-18,24-48-150,-26 58-300,-1 1 0,1 0-1,0 0 1,0 0 0,0 0-1,1 1 1,-1 0 0,1-1-1,0 2 1,0-1 0,0 1-1,0-1 1,1 1 0,-1 1-1,0-1 1,1 1-1,0 0 1,-1 0 0,1 0-1,-1 1 1,1 0 0,0 0-1,-1 1 1,1-1 0,0 1-1,1 1-49,-3 1 28,1 1 0,-1-1 0,0 1 0,0 0 0,0 1 0,0-1 0,-1 1 0,1-1 0,-1 1 0,0 0 0,-1 0 0,1 0 0,-1 1 0,0-1 0,0 0 0,-1 1 0,0 0 0,0-1 0,0 1 0,0 0 0,-1-1 0,0 1 0,0 0 0,-1 0 0,0-1 0,0 1 0,0 0 0,-2 3-28,3 0 33,-1 0-7,0-1 1,0 1-1,-1-1 1,0 0-1,-1 0 0,1 0 1,-2 0-1,1 0 1,-1-1-1,0 1 1,-1-1-1,0 0 1,0 0-1,0-1 1,-1 1-1,0-1 1,0-1-1,-1 1 1,1-1-1,-1 0 1,0 0-1,-6 2-26,26-25 785,-10 15-789,1 1 0,0-1 0,-1 0 0,1 1 0,1 0 0,-1 0 0,0 0 0,0 1 0,1-1 1,-1 1-1,0 0 0,1 0 0,0 1 0,-1-1 0,1 1 0,-1 0 0,1 0 0,-1 1 1,1-1-1,-1 1 0,1 0 0,-1 0 0,1 1 0,-1-1 0,0 1 0,0 0 0,0 0 1,0 0-1,0 1 0,0-1 0,0 1 0,-1 0 0,1 0 0,-1 0 0,0 1 0,0-1 0,0 1 1,-1 0-1,1-1 0,-1 1 0,0 0 0,0 1 0,0-1 0,0 0 0,-1 0 0,0 1 1,0-1-1,0 1 0,0 3 4,-3-3 81,1 0-1,-1 0 1,-1-1 0,1 1-1,0-1 1,-1 0 0,0 0 0,0 0-1,0 0 1,-1 0 0,0-1 0,1 1-1,-1-1 1,0 0 0,0 0 0,-1-1-1,1 1 1,0-1 0,-1 0 0,0 0-1,1 0 1,-1-1 0,0 0-1,0 0 1,0 0 0,0 0 0,0-1-1,-3 0-80,-37 14 432,-47 35-446,92-48 471,-1 0-2225,1-2-10296,0-9 7436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24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1 185 2785,'0'0'4487,"0"0"310,0 0-2468,0 0-1272,0 0-597,0 0-5,15-2 952,-7-5-1338,0-1-1,-1 0 1,0 0 0,0-1-1,-1 0 1,-1 0-1,1 0 1,-1-1 0,-1 0-1,0 0 1,0 0-1,-1 0 1,0 0 0,-1-1-1,0 0 1,-1 1-1,0-1 1,0-1-69,-14 341 4533,45-224-3727,-30-83-369,-3-22-537,1 1 0,0-1 0,-1 1 0,1-1 0,0 1 0,0 0 0,-1-1 0,1 1 0,0-1 0,0 1 0,0 0 0,0-1 0,0 1 0,0-1 0,0 1 0,0 0 0,0-1 0,0 1 0,0-1 0,1 1 0,-1 0 0,0-1 0,0 1 0,1-1 0,-1 1 0,0-1 0,1 1 0,-1-1 0,0 1 0,1-1 0,-1 1 0,1-1 0,-1 1 0,1-1 0,-1 0 0,1 1 0,-1-1 0,1 0 0,-1 1 0,1-1 0,-1 0 0,1 0 0,-1 0 0,1 1 0,0-1 0,-1 0 0,1 0 0,-1 0 0,1 0 0,0 0 0,-1 0 0,1 0 0,0 0 0,-1 0 0,1-1 0,-1 1 0,1 0 0,-1 0 0,1 0 0,0-1 0,-1 1 0,1 0 0,-1-1 0,1 1 0,-1 0 0,1-1 0,-1 1 0,0-1 100,26-17-3298,0-4-1646</inkml:trace>
  <inkml:trace contextRef="#ctx0" brushRef="#br0" timeOffset="553.814">465 345 9282,'0'0'2558,"0"0"1413,0 0-1549,0 0-1199,0 0-397,0 0 271,0 0-73,0 0-83,0 0-477,0 0-142,0 0-88,5-27 534,-4 25-769,0 0-1,0 1 1,-1-1 0,1 0-1,0 1 1,-1-1 0,1 0-1,-1 0 1,0 0-1,0 1 1,0-1 0,1 0-1,-1 0 1,-1 0 0,1 0-1,0 1 1,0-1 0,-1 0-1,1 0 1,-1 0 0,0 1-1,1-1 1,-1 0-1,0 1 1,0-1 0,0 1-1,0-1 1,0 1 0,-1-1-1,1 1 1,0 0 0,0 0-1,-1-1 1,1 1 0,-1 0-1,0 0 1,1 0-1,-1 1 1,1-1 0,-1 0-1,0 1 1,0-1 0,1 1-1,-1-1 1,0 1 0,0 0-1,0 0 1,0 0 0,1 0-1,-1 0 1,0 0-1,0 0 1,0 1 0,0-1-1,-1 1 2,1 1-4,0 0 0,0 0 0,0 0 0,0 0 0,0 1 0,0-1 0,0 1 0,1-1 0,-1 1 0,1 0 0,0 0 0,0-1 0,0 1 0,0 0 0,0 0 0,1 0 0,-1 0 0,1 0 0,0 0 0,0 0 0,0 0 0,0 0 0,1 0 0,-1 0 0,1 0 0,0 0 0,-1 0 0,1 0 0,1-1 0,-1 1 0,0 0 0,1-1 0,-1 1 0,1 0 0,0-1 0,0 0 0,0 1 0,0-1 0,1 1 4,49 2 34,-53-30 210,-39-1-465,20 24-3515,20 2-2627,0 4 2265,0-2 499</inkml:trace>
  <inkml:trace contextRef="#ctx0" brushRef="#br0" timeOffset="1191.636">619 180 12083,'0'0'3562,"0"0"-1678,0 0-624,0 0-42,0 0 85,0 0-599,10-10-251,-1 1-439,0 0 0,1 0-1,0 1 1,0 1 0,1-1-1,0 2 1,0 0 0,0 0-1,1 1 1,0 0 0,0 1 0,0 1-1,1-1 1,-1 2 0,1 0-1,0 1-13,-11 3 5,0-1 0,1 1-1,-1 1 1,-1-1 0,1 0-1,0 1 1,0-1 0,-1 0-1,1 1 1,-1 0 0,0-1-1,0 1 1,0 0 0,0 0-1,-1 0 1,1-1 0,-1 1 0,1 0-1,-1 0 1,0 0 0,0 0-1,0 0 1,-1 0 0,1 0-1,-1 0 1,1 0 0,-1-1-1,0 2-4,0 11 61,-43 119-13,9-64 64,35-68 30,0-2-38,0 0-32,39-40 298,-37 38-375,0 0 0,0 0-1,0 1 1,0-1-1,0 0 1,0 1 0,1-1-1,-1 1 1,0 0-1,1 0 1,-1 0 0,1 0-1,-1 0 1,1 1 0,-1-1-1,1 1 1,0-1-1,-1 1 1,1 0 0,0 0-1,-1 0 1,1 0-1,0 1 1,-1-1 0,1 1-1,-1 0 1,1 0-1,-1-1 1,1 2 0,-1-1-1,1 0 1,-1 0-1,0 1 1,0-1 0,0 1-1,0 0 1,0 0-1,0-1 1,0 1 0,0 1-1,-1-1 1,1 0 0,-1 0-1,1 0 1,-1 1-1,0 0 6,8 12 6,-2 1-1,0-1 0,0 1 0,-2 0 0,0 1 1,0 0-1,-2-1 0,0 1 0,-1 1 0,-1-1 1,0 2-6,-4-14 20,0-1 0,0 1 0,0-1 0,0 0 0,-1 0 0,0 0 0,0 0-1,0 0 1,0-1 0,0 0 0,-1 0 0,1 0 0,-1 0 0,0-1 0,0 1 0,0-1 0,0-1 0,0 1 0,-5 0-20,1 2 149,-124 32 1363,128-54-2095,5 1-105,1-60-8339,5 26-1442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31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6105,'0'0'1606,"0"0"1304,0 0 201,0 0-693,0 0-883,0 0-585,2 0 3194,18 0-3782,439-6 1156,-448-2-5582,-41-6-2795,11 5 946,9 4 3867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3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1 368,'0'0'5641,"0"0"-3495,0 0 1129,0 0-1369,0 0-824,0 0-221,8 3 312,21 6-584,0-1 1,1-2-1,0-1 1,0-1-1,0-1 1,1-2-1,-1-2 1,27-2-590,21 1 363,78 2-139,-155 0-202,-1 0-16,0 0-3,0 0-8,20-14-6614,-8-1-2774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35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6113,'0'0'6406,"0"0"-3552,0 0-1111,0 0-308,0 0-366,0 0-334,14-12-423,0-1-225,87-46 308,107 41 990,-206 19-1365,0-1-1,1 1 1,-1 0-1,0 0 1,0 0-1,0 0 1,0 0 0,0 1-1,0-1 1,0 0-1,0 1 1,0 0-1,0-1 1,-1 1-1,1 0 1,-1 0 0,0 0-1,1 0 1,-1 0-1,0 0 1,0 0-1,0 1 1,0-1-1,-1 0 1,1 1 0,-1-1-1,1 0 1,-1 1-1,0-1 1,0 0-1,0 1 1,0-1-1,0 1 1,0-1-1,-1 0 1,1 1 0,-1-1-1,0 0 1,0 1-1,0-1 1,0 0-1,0 0 1,0 0-1,0 0 1,-1 0 0,1 0-1,-1 0 1,1-1-1,-1 1 1,0 0-1,0-1 1,0 1-1,0-1 1,0 0 0,0 1-1,0-1 1,0 0-1,0-1 1,-1 1-1,1 0 1,0 0-1,-2-1-19,-60 34 479,63-34-400,1 0-27,10 0-44,64-9-137,-66 6 114,0 1 0,1 0 0,-1 0 0,0 1 0,0 0 0,1 1 1,-1-1-1,1 2 0,-1-1 0,0 1 0,1 0 0,-1 1 0,0 0 0,0 0 0,0 1 0,0 0 0,0 1 0,-1-1 0,1 1 0,0 1 15,1 3 25,0 0-1,-1 0 1,0 0 0,0 1 0,0 0 0,-1 1 0,-1 0-1,0 0 1,0 0 0,-1 1 0,0 0 0,-1 0 0,0 0-1,-1 0 1,0 1 0,-1-1 0,0 1 0,-1 0 0,0 0-1,-1-1 1,0 2-25,-4-8 32,-1 1-1,1-1 1,-1 0-1,-1 0 1,1-1-1,0 0 1,-1 0-1,0 0 1,0 0-1,0-1 1,-1 0-1,1 0 1,-1-1-1,0 0 1,1 0-1,-1-1 0,0 1 1,0-2-1,0 1 1,0-1-1,0 0 1,0 0-1,-1-1-31,-348 4 907,365-38-3897,21 2-2506,6-1-3552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35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7722,'0'0'1456,"0"0"1307,0 0-621,0 0-584,0 0 3,0 0 428,22-2 30,165-29 1202,-25 6-2291,-135 19-3884,-8-2-2565,6-7-7352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37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28 117 6601,'0'0'-496,"0"0"-126,0 0 1098,0 0-47,-5-12-320,-17-35 510,21 39 8621,7 4-5078,25 4-4450,-24 0 1604,428 22 3108,-345-23-4355,0-4 1,0-4 0,-1-3-1,0-5-69,-30 0-23,-34 10-965,-56 22-437,-181 89-11153,189-92 10162,-24 14-689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38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8914,'0'0'6563,"0"0"-3837,0 0-1449,0 0-603,0 0-5,0 0 549,7-3-281,261-49-204,-226 47-692,62 1 95,-102 6-122,0 0 0,0 0 0,0 0 0,0 0 1,-1 1-1,1-1 0,-1 0 0,0 1 0,0 0 0,1-1 1,-2 1-1,1 0 0,0-1 0,0 1 0,-1 0 0,0 0 1,0 0-1,1-1 0,-1 1 0,-1 0 0,1 0 0,0 0 1,-1-1-1,0 1 0,1 0 0,-1-1 0,0 1 1,0 0-1,-1-1 0,1 1 0,0-1 0,-3 3-14,-7 13 158,-1 0 0,-1-1 0,-1-1-1,0 0 1,-1-1 0,-1 0 0,-1-1-1,1-1 1,-2 0 0,-2 0-158,37-24 9,0 1 1,1 1-1,0 1 1,1 0-1,0 2 0,0 0 1,1 1-1,-1 1 1,1 0-1,0 2 1,0 1-1,0 0 0,0 1 1,0 1-1,14 3-9,-27 1-12,1-1 0,-1 2 0,-1-1 0,1 1 0,-1 0 0,0 0 0,0 1 0,0 0 0,-1 0 0,0 0 0,-1 1 0,1-1 0,-2 1-1,1 0 1,-1 0 0,0 1 0,0-1 0,-1 1 0,-1-1 0,1 1 0,-1 0 0,-1-1 0,0 1 0,0 0 0,0 0 0,-1-1 0,-2 6 12,3-9 18,-1 0 1,-1 0-1,1-1 0,-1 1 1,0 0-1,0-1 0,0 1 1,-1-1-1,1 1 0,-1-1 1,0 0-1,-1 0 0,1-1 1,-1 1-1,1 0 1,-1-1-1,0 0 0,0 0 1,-1 0-1,1-1 0,0 1 1,-1-1-1,0 0 0,1-1 1,-1 1-1,0-1 0,0 0 1,0 0-1,-3 0-18,-151 15 601,144-16-661,-1-1 0,0 0 0,1-2 0,-1 1 0,1-2 0,0 0 0,0-1 0,0 0 0,1-1 0,-13-7 60,-6-9-3802,1-3-3523,14 5-5776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36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7674,'0'0'702,"0"0"1411,0 0-435,-2 21 270,-24 132 1557,12-111-2699,1 1 0,3 0 1,1 0-1,2 1 0,3 0 1,1 0-1,2 1 0,2 3-806,1-42 19,0 1 0,0 0 0,0 0-1,1-1 1,0 1 0,1-1 0,-1 0-1,1 0 1,1 0 0,-1 0 0,1-1-1,0 0 1,0 0 0,0 0 0,1 0-1,-1-1 1,1 0 0,1 0 0,-1-1-1,0 0 1,1 0 0,-1 0 0,1-1-1,0 0 1,0 0 0,0-1 0,0 1-1,0-2 1,0 1 0,0-1 0,1 0-1,-1 0 1,0-1 0,0 0 0,0-1-1,3 0-18,-4 1 3,-1-1-1,0 1 0,0-1 0,0 0 1,0 0-1,0-1 0,0 0 1,-1 0-1,1 0 0,-1 0 0,0 0 1,0-1-1,0 0 0,0 0 1,-1 0-1,1 0 0,-1-1 1,0 1-1,0-1 0,-1 0 0,0 0 1,0 0-1,0 0 0,0 0 1,-1 0-1,1 0 0,-1-1 0,-1 1 1,1-1-1,-1 1 0,0 0 1,0-1-1,-1 1 0,1-1 0,-1 1 1,0 0-1,-1-1 0,1 1 1,-2-2-3,0 3-9,-1 0 1,1 1 0,-1 0 0,0-1 0,0 2 0,0-1 0,0 0-1,-1 1 1,1 0 0,-1 0 0,1 0 0,-1 0 0,0 1 0,0 0-1,0 0 1,1 0 0,-1 1 0,0-1 0,0 1 0,0 0 0,0 1-1,0-1 1,0 1 0,0 0 0,0 0 0,1 1 0,-1-1 0,0 1-1,1 0 1,-1 0 0,1 1 0,0-1 0,0 1 0,0 0 0,0 0-1,0 0 1,0 1 8,1 0-38,0 1-1,1-1 1,0 1 0,0-1-1,0 1 1,0 0-1,1-1 1,-1 1 0,1 0-1,0 0 1,1 0-1,-1 0 1,1 0 0,0 0-1,1 0 1,-1 0-1,1 0 1,0 0 0,0 0-1,0 0 1,1 0-1,0 0 1,0-1 0,0 1-1,0-1 1,1 1-1,0-1 1,0 0 0,0 0-1,0 0 1,0-1-1,1 1 1,0-1 0,0 0-1,0 0 1,0 0-1,0 0 1,1-1 0,3 2 38,114 10-9072,-66-13 1621</inkml:trace>
  <inkml:trace contextRef="#ctx0" brushRef="#br0" timeOffset="412.992">599 65 7538,'0'0'5446,"0"0"-2988,0 0-1386,0 0-244,0 0 174,0 0-63,-13 144 3038,-31 133-2098,82-276-1730,250-28 0,-173 27-2100,-113-2 1391,1 0 0,-2-1 0,1 1 0,0 0 0,0-1 0,-1 1 0,1-1 0,-1 1 0,0-1 0,0 0 1,0 0-1,0 0 0,-1 1 0,1-1 0,-1 0 0,1 0 0,-1 0 0,0 0 0,0 0 0,0 0 0,-1 0 0,1 0 0,-1 0 0,1 1 0,-1-1 0,0 0 0,0 0 0,-1 1 0,1-1 0,-1 0 560,-9-28-1838</inkml:trace>
  <inkml:trace contextRef="#ctx0" brushRef="#br0" timeOffset="661.654">878 42 3409,'0'0'3841,"0"0"2296,0 0-2691,0 0-1871,0 0-608,0 0 581,-7 23 854,-38 160 677,10 181-726,58-307-2635,-12-50-3096,2-5-3372,-5-2-6700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3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7274,'0'0'208,"0"0"817,0 0 2999,0 0-1680,0 0-990,0 0-477,-10 2-118,4-1-634,1 0 0,-1 1 0,1-1-1,0 1 1,0 1 0,0-1 0,0 1-1,0-1 1,0 2 0,1-1 0,0 0 0,-1 1-1,1 0 1,0 0 0,1 0 0,-1 0 0,1 1-1,0-1 1,0 1 0,0 0 0,-1 3-125,-3 6 270,1 0 1,0 0-1,0 0 1,2 1 0,0 0-1,1 0 1,0 0-1,1 0 1,1 0 0,0 0-1,1 7-270,0-17 30,0 0 1,1 1-1,0-1 0,-1 0 0,2 0 1,-1 1-1,1-1 0,-1 0 0,1 0 1,1-1-1,-1 1 0,1 0 0,0-1 0,0 1 1,0-1-1,0 0 0,1 0 0,0 0 1,-1-1-1,2 1 0,-1-1 0,0 0 1,1 0-1,-1 0 0,1-1 0,0 0 1,0 0-1,0 0 0,0 0 0,0-1 0,0 0 1,0 0-1,3 0-30,-2 1 10,0-1 0,0 0 1,1 0-1,-1-1 0,0 0 1,0 0-1,0 0 0,0-1 0,0 0 1,0 0-1,0-1 0,0 1 1,0-1-1,0-1 0,-1 1 0,1-1 1,-1 0-1,1 0 0,-1 0 1,0-1-1,-1 0 0,1 0 0,-1 0 1,1-1-1,-1 1 0,0-1 1,-1 0-1,1 0 0,-1 0 0,0-1 1,0 1-1,-1-1 0,0 0 1,0 1-1,0-1 0,-1 0 0,1 0 1,-1-6-11,1 6-21,0 1 1,0-1 0,-1 0 0,0-1 0,0 1 0,-1 0-1,1 0 1,-1 0 0,-1 0 0,1 0 0,-1-1 0,0 1-1,0 0 1,-1 0 0,0 0 0,0 1 0,0-1-1,-1 0 1,0 1 0,0-1 0,0 1 0,-1 0 0,1 0-1,-1 1 1,-1-1 0,1 1 0,-1-1 0,1 2 0,-1-1-1,0 0 1,0 1 0,-1 0 0,1 0 0,-1 0 0,0 1-1,1 0 1,-1 0 0,0 0 0,-6 0 20,10 2-21,1-1-11,-1 0 0,-1 1 0,1-1-1,0 0 1,0 1 0,0 0 0,0-1 0,0 1-1,0 0 1,-1 0 0,1 0 0,0 0 0,0 1-1,0-1 1,0 0 0,0 1 0,0 0 0,0-1-1,0 1 1,0 0 0,0 0 0,0 0 0,0 0 0,0 1-1,1-1 1,-1 0 0,0 1 0,1-1 0,-1 1-1,1 0 1,0-1 0,-1 1 0,1 0 0,0 0-1,0 0 1,0 0 0,0 0 0,1 0 0,-1 0-1,0 0 1,1 0 0,0 0 0,-1 0 0,1 0 0,0 0-1,0 1 1,0 0 32,4 0-127,0 0 1,0-1-1,0 1 0,0-1 1,0 0-1,0 0 0,1 0 1,-1-1-1,0 1 0,1-1 0,0 0 1,-1-1-1,1 1 0,0-1 1,-1 0-1,1 0 0,0 0 1,2-1 126,0 1-87,103 2-704,-108-1 819,1 0 0,-1 1 0,0 0 0,0 0 0,-1-1 0,1 1 0,0 0 0,-1 0 0,1 1 0,-1-1 0,0 0 0,1 0 0,-1 1 0,0-1 0,0 1 0,-1-1 0,1 1 0,0-1 0,-1 1 0,0-1 0,0 1 0,1 0 0,-1-1 0,-1 1 0,1-1 0,0 1 0,-1 0-28,1 4 195,-11 550 7881,11-556-8060,0-1 18,0 0-90,2-15-864,63-63-8169,-38 53 1707</inkml:trace>
  <inkml:trace contextRef="#ctx0" brushRef="#br0" timeOffset="555.456">1059 85 7362,'0'0'3850,"0"0"-1486,0 0-537,0 0-409,-15-9-184,-46-22-190,58 31-974,1 0 0,-1 0 1,1 0-1,-1 1 0,1-1 1,0 0-1,-1 1 0,1 0 1,-1-1-1,1 1 0,0 0 1,0 0-1,-1 0 1,1 1-1,0-1 0,0 1 1,0-1-1,1 1 0,-1-1 1,0 1-1,0 0 0,1 0 1,-1 0-1,1 0 0,0 0 1,-1 0-1,1 0 0,0 1 1,0 0-71,-6 7 299,-13 17-5,2 1 0,0 1 0,2 0 0,1 1 0,2 1-1,0 0 1,2 1 0,2 0 0,1 1 0,1 0 0,2 0 0,2 1 0,0-1 0,3 1 0,1 20-294,1-47 5,-1 0 0,1-1 0,0 0 0,1 1 0,0-1 0,0 0 1,0 0-1,0 0 0,1-1 0,0 1 0,0-1 0,1 0 0,-1 0 0,1 0 0,0-1 0,1 1 1,-1-1-1,1-1 0,0 1 0,0-1 0,0 0 0,0 0 0,0-1 0,1 1 0,-1-2 0,1 1 1,-1-1-1,1 0 0,0 0 0,-1 0 0,2-1-5,3 1-77,0 0 1,0-1-1,-1 0 0,1 0 1,0-1-1,0-1 1,-1 0-1,1 0 0,-1-1 1,1-1-1,-1 0 1,0 0-1,0 0 0,-1-2 1,1 1-1,-1-1 0,-1 0 1,1-1-1,2-2 77,-8 6-18,1-1 0,0 1 1,-1-1-1,1 0 0,-1 0 0,0 0 0,0 0 0,-1-1 0,1 1 0,-1-1 0,0 1 1,0-1-1,-1 0 0,1 0 0,-1 0 0,0 0 0,0 0 0,-1 0 0,0 0 0,1 0 1,-2 0-1,1 0 0,-1 0 0,1 0 0,-1 0 0,-1 0 0,1 0 0,-1 0 0,0 0 1,0 1-1,0-1 0,-1 1 0,1-1 0,-1 1 0,0 0 0,0 0 0,-1 0 1,1 1-1,-1-1 0,0 1 0,0 0 0,0 0 0,0 0 0,-1 0 0,1 1 0,-4-2 18,-3 2-28,1 1-1,0-1 1,-1 2-1,1-1 0,-1 2 1,1-1-1,-1 2 0,1-1 1,-1 1-1,1 1 1,0 0-1,0 0 0,0 1 1,1 0-1,-1 1 1,1 0-1,0 0 0,0 1 1,1 0-1,0 1 0,0 0 1,0 0-1,1 1 1,0 0-1,0 0 0,1 0 1,0 1-1,1 0 1,0 0-1,0 1 0,1-1 1,0 1-1,1 0 0,0 0 1,-1 5 28,0 35-6281,4-10-5346</inkml:trace>
  <inkml:trace contextRef="#ctx0" brushRef="#br0" timeOffset="1404.205">56 838 6961,'0'0'605,"0"0"1798,0 0-661,0 0-1197,0 0-345,12 16-237,112 5 8859,74-28-6756,-121 1-1361,454-17 761,-225 18-3772,-378 3-6658,37 2 2478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0:44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1117 6281,'0'0'494,"0"0"-310,0 0 41,0 0 421,0 0 885,0 0-338,0 0-426,23 0 3139,207-4 1004,-120 2-5935,-112 2 926,-31 1-2928,11 4-3494,17-2 4378</inkml:trace>
  <inkml:trace contextRef="#ctx0" brushRef="#br0" timeOffset="381.764">80 1308 6105,'0'0'702,"0"0"-99,0 0 1041,0 0-41,0 0-643,0 0 78,12 3 270,212 1 3440,-118-6-4175,-100 18-1861,-6-16-578,1-3-3752,4-17 2626,4-4 1537</inkml:trace>
  <inkml:trace contextRef="#ctx0" brushRef="#br0" timeOffset="2279.85">1332 579 4993,'0'0'2198,"0"0"1661,0 0-1462,0 0-1066,0 0-791,19-5-331,142-23 123,-157 27-301,0 0 0,0 1 0,0 0-1,0-1 1,0 1 0,0 1 0,0-1-1,0 0 1,0 1 0,0 0-1,0 0 1,0 0 0,-1 1 0,1-1-1,0 1 1,-1 0 0,1 0 0,-1 0-1,1 0 1,-1 1 0,0-1 0,0 1-1,0 0 1,-1 0 0,1 0 0,-1 0-1,1 0 1,-1 1 0,0-1-1,0 1 1,0-1 0,-1 1 0,0 0-1,1 0 1,-1 0 0,0 0 0,-1-1-1,1 1 1,-1 0 0,0 1 0,0-1-1,0 0-30,0 4 44,0 0 0,-1 0-1,0 0 1,-1 0 0,1 0-1,-2 0 1,1 0 0,-1-1-1,0 1 1,0-1 0,-1 0-1,0 0 1,-1 0 0,1 0-1,-1-1 1,-1 0 0,1 0-1,-1 0 1,0-1 0,0 0-1,-1 0 1,1 0 0,-1-1-1,0 0 1,0 0 0,-1-1-1,-5 3-43,12-6 18,1 1-1,-1 0 1,0-1-1,1 1 1,-1-1-1,0 1 1,0-1-1,1 1 1,-1-1-1,0 0 1,0 1-1,0-1 1,0 0-1,1 0 1,-1 1-1,0-1 1,0 0-1,0 0 1,0 0-1,0 0 1,0 0-1,0 0 1,1 0-1,-1-1 1,0 1-1,0 0 1,0 0-1,0-1 1,0 1-1,1 0 0,-1-1 1,0 1-1,0-1 1,1 1-1,-1-1 1,0 1-1,1-1 1,-1 0-1,0 1 1,1-1-1,-1 0 1,1 0-1,-1 1 1,1-1-1,-1 0 1,1 0-1,0 0 1,-1 1-1,1-1 1,0 0-1,0 0 1,0 0-1,0 0 1,0 0-1,0 0 1,0 0-1,0 1 1,0-1-1,0 0 1,0-1-18,94-6-83,-87 9 70,0 1 1,0 0-1,0 0 1,-1 1-1,1 0 0,-1 1 1,0-1-1,0 1 0,0 0 1,-1 0-1,1 1 0,-1 0 1,0 0-1,0 0 0,-1 0 1,1 1-1,-1 0 0,0 0 1,-1 0-1,0 0 0,0 1 1,0-1-1,-1 1 1,1 0-1,-2 0 0,1 0 1,-1 0-1,0 0 0,0 0 1,-1 0-1,0 0 0,0 0 1,-1 0-1,0 0 0,0 1 13,-4-3 73,0 1 0,0-1 0,-1 0 0,0 0-1,0-1 1,0 1 0,0-1 0,0-1 0,-1 1-1,0-1 1,0 0 0,0-1 0,0 1 0,0-2-1,0 1 1,0-1 0,-1 0 0,1 0 0,-1-1-1,1 0 1,-1 0 0,-2-1-73,5 1 85,-213 2 2287,218-2-2388,1-1 0,-1 1 1,0 0-1,1 0 1,-1-1-1,0 1 0,0 0 1,1-1-1,-1 1 1,0 0-1,0-1 0,0 1 1,1-1-1,-1 1 1,0 0-1,0-1 0,0 1 1,0-1-1,0 1 1,0 0-1,0-1 0,0 1 1,0-1-1,0 1 1,0-1-1,0 1 0,0 0 1,0-1-1,0 1 1,0-1-1,0 1 0,-1 0 1,1-1-1,0 1 1,0 0-1,-1-1 0,1 1 1,0 0-1,0-1 1,-1 1-1,1 0 0,0-1 1,-1 1-1,1 0 1,0 0-1,-1-1 0,1 1 1,0 0-1,-1 0 1,1 0-1,-1 0 0,1 0 1,0-1-1,-1 1 16,42-17-2668,83-27-7534,-64 24 3796</inkml:trace>
  <inkml:trace contextRef="#ctx0" brushRef="#br0" timeOffset="2963.114">2052 626 5953,'0'0'2391,"0"0"1821,0 0-2169,0 0-1149,-2-19-298,-3-89 731,8 105-1308,0-1 1,0 1 0,0 0 0,1 0-1,-1 0 1,1 0 0,0 1 0,0-1-1,0 1 1,0 0 0,0 0-1,1 0 1,-1 1 0,1 0 0,-1 0-1,1 0 1,-1 0 0,1 1 0,0-1-1,-1 1 1,1 0 0,0 1-1,3 0-19,-7-1 8,3-1-4,1 0 0,-1 1 0,1 0 0,-1-1 0,0 2 0,1-1 0,-1 0 0,1 1 0,-1 0 0,0 0 0,1 0 0,-1 1 0,0 0 0,0-1 0,0 1 0,0 1 0,0-1 0,-1 0 0,1 1 0,-1 0 0,1 0 0,-1 0 0,0 0 0,0 1 0,-1-1 0,1 1 0,0-1 0,-1 1 0,0 0 0,0 0 0,0 0 0,-1 0 0,1 1 0,-1-1 0,0 0 0,0 1 0,-1 0-4,2 34 69,-1 1 0,-2 0-1,-2 0 1,-2 0 0,-2 0 0,-1-1-1,-2-1 1,-1 1 0,-3-2 0,0 1-1,-3-2 1,-1 0 0,-20 28-69,32-51-7,-11 2 100,18-52 234,0 14-322,0 6 7,0-1-1,1 0 0,1 0 1,1 1-1,0 0 0,1 0 1,1 0-1,1 0 0,0 1 1,2-2-12,-8 16 2,0 0 1,0 1-1,0-1 1,-1 0-1,2 1 1,-1-1-1,0 1 1,0-1-1,0 1 1,1 0-1,-1-1 1,1 1-1,-1 0 1,1 0-1,-1 0 1,1 0-1,0 0 1,-1 0-1,1 1 1,0-1-1,0 1 1,-1-1-1,1 1 1,0 0-1,0-1 1,0 1-1,0 0 1,0 0-1,-1 0 1,1 0-1,0 1 1,0-1-1,0 1 1,0-1-1,-1 1 1,1-1-1,0 1 1,0 0-1,-1 0 1,1 0-1,-1 0 1,1 0-1,-1 0 1,1 0-1,-1 1 1,1 0-3,65 78 225,-51-56-113,-9-17-69,1 0 0,-1 0 0,1-1 0,0 0 0,0 0 0,1-1 0,0 0 0,0-1 0,0 0 0,0 0 0,1-1 0,0 0 0,-1 0 0,1-1 0,0-1 0,0 0 0,0 0 0,0-1 0,0 0 0,0 0 0,0-1 0,0-1 0,0 0 0,0 0 1,0-1-1,-1 0 0,1-1 0,-1 0 0,0 0 0,0-1 0,-1 0 0,1-1 0,-1 0 0,0 0 0,-1 0 0,6-7-43,-6 7-103,-1-1 1,-1 0 0,1 0-1,-1 0 1,0-1-1,-1 1 1,0-1 0,0 0-1,0-1 1,-1 1-1,-1 0 1,1-1-1,-1 0 1,-1 0 0,1 1-1,-2-1 1,1-5 102,-20-22-9498,1 26 4118</inkml:trace>
  <inkml:trace contextRef="#ctx0" brushRef="#br0" timeOffset="3532.307">1592 1222 7690,'0'0'2854,"0"0"-1093,0 0-610,0 0-89,-15 0 6,-2-1-1196,-21 2 2038,76 10-198,94 5-524,1-5-1,0-6 0,66-9-1187,-27 3 659,175-6-256,-346 7-537,-1 0-171,0 0-155,0 0-650,-18 0-6543,-1 0 94,-1 0 4477</inkml:trace>
  <inkml:trace contextRef="#ctx0" brushRef="#br0" timeOffset="7168.368">1780 1611 2801,'0'0'3414,"0"0"-2445,0 0-850,0 0 145,3 19 5611,20-30-5561,1 1 1,1 1-1,-1 1 1,2 1 0,-1 1-1,1 2 1,-1 0-1,1 2 1,0 1 0,21 2-315,-45-2 4,0 1 0,0 0 0,-1 0 0,1 1 1,0-1-1,-1 0 0,1 0 0,0 1 0,-1-1 1,1 1-1,0 0 0,-1-1 0,1 1 0,-1 0 1,1 0-1,-1 0 0,0 0 0,1 0 0,-1 0 1,0 0-1,0 1 0,0-1 0,1 0 0,-2 1 1,1-1-1,0 1 0,0-1 0,0 1 0,-1-1 1,1 1-1,0-1 0,-1 1 0,0 0 0,1-1 1,-1 1-1,0 0 0,0 0 0,0-1 0,0 1 1,0 0-1,0-1 0,0 1 0,-1 0 0,1-1 1,-1 1-1,0 0-4,-37 73 476,28-66-211,0-1-1,0 0 1,-1 0-1,0-1 1,0-1-1,-1 0 1,0 0 0,0-1-1,0-1 1,-1 0-1,0 0 1,1-1-1,-6 0-264,18-3 521,0 0-116,0 0-84,31-21-234,-24 17-194,1-1 0,-1 1 1,1 1-1,0 0 0,1 0 0,-1 0 0,0 1 0,1 0 1,-1 0-1,1 1 0,0 1 0,0-1 0,-1 1 0,1 1 1,0-1-1,-1 2 0,1-1 0,0 1 0,-1 0 1,0 1-1,0 0 0,1 0 0,-2 1 0,1 0 0,0 1 1,-1-1-1,0 1 0,0 1 0,0-1 0,-1 1 0,0 1 1,0-1-1,0 1 0,-1 0 0,0 0 0,0 0 0,-1 1 1,0 0-1,3 6 107,0 110-191,-11-119 220,0-1-1,0 0 1,0 0 0,-1 0-1,0 0 1,1-1 0,-1 1-1,0-1 1,-1 0 0,1-1-1,0 1 1,-1-1 0,1 0-1,-1-1 1,0 1 0,0-1-1,1 0 1,-1-1 0,0 1-1,0-1 1,0 0 0,0-1-1,0 1 1,0-1 0,0-1-1,-2 0-28,-11 2 187,1 0 206,0-1 0,-1-1-1,1-1 1,0-1 0,1 0-1,-1-1 1,1-1 0,0 0 0,0-1-1,0-1 1,-10-8-393,24 5-995,26 6-4235,0 0-1885,-8-3 2371</inkml:trace>
  <inkml:trace contextRef="#ctx0" brushRef="#br0" timeOffset="19000.948">2944 84 6617,'0'0'8486,"0"0"-6027,0 0-2013,0 0-183,0 0 634,0 0 463,-28-20 1017,7 11-2309,-1 2 1,0 0-1,0 1 1,0 1-1,-1 2 1,1 0-1,-1 1 1,-17 1-69,-24-3 24,18-1-36,24 1 9,0 1 0,-1 0 0,1 2 0,0 1 0,-1 0 0,1 2 0,0 0 0,0 2 0,0 0 0,0 2 0,1 0 0,-2 2 3,5 1-23,1 0 0,0 2-1,1-1 1,0 2 0,0 0 0,1 1 0,1 1 0,0 0-1,1 1 1,0 0 0,2 1 0,0 1 0,-7 13 23,-40-26 356,-225-45-428,270 38 67,0 2 1,1 0 0,-1 0-1,0 2 1,0-1 0,0 1-1,0 1 1,1 1 0,-1-1-1,1 2 1,-1 0 0,1 0-1,0 1 1,1 1 0,-1 0-1,1 1 1,1 0 0,-1 0-1,1 1 1,0 0 0,1 1-1,0 0 1,0 1 0,-2 3 4,-96-1 48,-176-54 664,267 39-707,0 1 0,0 1 1,-1 0-1,1 1 0,0 1 0,0 0 0,-1 1 1,1 1-1,1 0 0,-1 2 0,0 0 1,1 0-1,0 1 0,-10 6-5,9-2-1,1 0 0,-1 1 0,2 0 0,-1 1 0,2 1 0,-1 0 0,2 1 0,0 0 0,1 1 0,0 1 0,1 0 0,1 0 0,0 0 0,1 1 0,1 1 0,1-1 0,1 1 0,0 0 0,1 0 0,1 1 0,0-1-1,2 9 2,0-17-2,1-1-1,1 1 0,0 0 1,0-1-1,1 1 0,0-1 0,1 0 1,0 0-1,1 0 0,-1 0 0,2 0 1,-1-1-1,1 1 0,0-1 0,1 0 1,0-1-1,0 0 0,1 0 1,0 0-1,4 2 3,0 4 11,1-1-1,-2 1 1,1 1 0,-2 0 0,0 0-1,-1 1 1,0 0 0,-1 1 0,-1 0-1,0 0 1,-2 0 0,1 0 0,-2 1-1,0 0 1,-1 0 0,-1-1 0,-1 1-1,0 0 1,-1 0 0,-1 0 0,0 0-1,-2 4-10,2 57 93,0-41-46,2 0-1,2 0 1,1 0-1,1 0 1,3 0-1,1-1 1,1 0-1,7 14-46,16 22 12,-18-44-2,-2 1 0,0 0 0,-2 0 1,-1 1-1,-1 0 0,-2 0 0,-1 1 1,0 23-11,-32 129 34,11-128-15,3 0-1,2 2 1,3-1-1,2 1 1,3 0-1,3 48-18,0-105 41,0 0-14,0 0 0,0 0-83,0 0 122,0 0-47,0 0-16,0 0 1,7-5 82,14-20-46,-9 9-23,1 0 0,0 1 0,1 0 0,1 1 0,0 1 0,1 0 0,0 1-1,1 1 1,0 1 0,1 0 0,0 1 0,2 1-17,36-6-30,1 4-1,0 1 1,0 3-1,1 3 1,-1 2-1,1 3 1,26 5 30,-79-7-2,17 3 1,-1 1 0,1 1 0,-1 1-1,0 1 1,0 1 0,0 0 0,-1 2-1,-1 0 1,0 1 0,13 10 1,-23-15-1,-2-4 19,0 0 0,1 0 1,-1-1-1,1 0 0,-1 0 0,1-1 0,0 0 0,-1 0 1,1-1-1,0 0 0,-1 0 0,1-1 0,-1 1 0,0-2 1,0 1-1,0-1 0,0 0 0,0-1 0,0 0 0,-1 0 1,1 0-1,-1-1 0,0 1 0,-1-2 0,1 1 0,-1-1 1,3-4-19,47-30-10,-33 27 7,1 0-1,0 2 0,1 1 1,1 0-1,0 2 0,0 1 1,0 1-1,1 1 0,0 1 1,0 2-1,0 0 0,15 2 4,111 3-88,238-17 156,92-65 173,-481 79-229,0-1 0,1 1 1,-1 0-1,1-1 0,-1 1 1,0-1-1,0 1 0,1-1 1,-1 1-1,0-1 0,0 0 1,0 0-1,1 1 1,-1-1-1,0 0 0,0 0 1,0 0-1,-1 0 0,1-1 1,0 1-1,0 0 0,-1 0 1,1 0-1,0-1 0,-1 1 1,1 0-1,-1-1 1,0 1-1,1 0 0,-1-1 1,0 1-1,0 0 0,0-1 1,0 1-1,0-1 0,0 1 1,0 0-1,0-1 0,-1 1 1,1 0-1,-1-1 1,1 1-1,-1 0 0,1-1 1,-1 1-1,0 0 0,1 0 1,-1 0-1,0-1-12,-127-155 403,93 121-379,20 22-23,1-1 0,1-1 1,0 0-1,1-1 0,1 0 1,0-1-1,2 0 0,0-1 1,1 0-1,0 0 0,-1-9-1,-21-91-20,-66-181-34,52 212 62,27 59 1,1-1 0,1-1 1,1-1-1,3 0 0,0 0 1,2-1-1,1 0 0,2-1 1,0-15-10,4 31-6,1 0 0,1 0 0,1 0 0,0 0-1,1 0 1,1 0 0,1 1 0,1-1 0,0 1 0,1 0 0,2-3 6,147-203-55,-154 218 47,0 0-1,-1 0 1,0 0-1,1 0 0,-2 0 1,1 0-1,0 0 0,-1 0 1,0 0-1,0 0 1,-1 0-1,1 0 0,-1 0 1,0 0-1,-1 1 0,1-1 1,-1 1-1,1 0 1,-1-1-1,-1 1 0,1 1 1,-1-1-1,1 0 1,-1 1-1,0 0 0,0 0 1,-1 0-1,1 0 0,0 1 1,-4-2 8,-12-13 5,-97-64 52,117 79-114,-42-31 193,22 21-165,17 8-5825,47 15-2361,-8-9-85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1:0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797 1083 9234,'0'0'5014,"1"40"-2345,1 552 3658,-42 60-4158,54-802-3941,-16 41 600,-6 0 0,-4 1-1,-5 1 1,-15-43 1172,-39-307-1900,68 167 1773,3 289 131,0 0 0,0 0 0,0 0-1,0 0 1,0 0 0,0 0 0,0 0 0,1 0 0,-1 0 0,0 0-1,0 0 1,1 0 0,-1 0 0,1 0 0,-1 0 0,1 0-1,-1 0 1,1 0 0,0 0 0,-1 0 0,1 0 0,0 1 0,0-1-1,-1 0 1,1 1 0,0-1 0,0 0 0,0 1 0,0-1 0,0 1-1,0 0 1,0-1 0,0 1 0,0 0 0,0-1 0,0 1 0,0 0-1,0 0 1,1 0 0,-1 0 0,0 0 0,0 0 0,0 0 0,0 1-4,43 41 447,-3 30 786,-4 1-1,-2 2 1,-4 2-1,7 35-1232,-4-19 720,235 743 4265,-225-710-4981,-44-125-230,-2-5-795,-72-86-7772,-53-35 1394,54 56 3908,-6-8 1585</inkml:trace>
  <inkml:trace contextRef="#ctx0" brushRef="#br0" timeOffset="164.748">479 1932 8066,'0'0'3264,"0"0"-23,0 0-1817,0 0-183,0 0-473,183 65 16,-107-65 40,6-20-128,-1-5-440,-7 3-256,-14 2-96,-16 2-3960,-17 7-9483,-14 7 12202</inkml:trace>
  <inkml:trace contextRef="#ctx0" brushRef="#br0" timeOffset="546.889">1257 1824 7562,'0'0'6836,"0"0"-3844,0 0-1579,0 0 423,18 25 36,129 209 373,-67-95-2006,-80-139-243,-1-1 0,1 1 0,0-1 0,0 1 0,0-1 0,-1 1 0,1-1 1,0 1-1,0-1 0,0 1 0,0-1 0,0 1 0,0 0 0,0-1 0,0 1 1,0-1-1,1 1 0,-1-1 0,0 1 0,0-1 0,0 1 0,0-1 0,1 1 0,-1-1 1,0 1-1,1 0 0,-1-1 0,0 1 0,0-1 0,1 1 0,-1 0 0,1-1 1,-1 1-1,0 0 0,1 0 0,-1-1 0,1 1 0,-1 0 0,1 0 0,-1 0 0,1-1 1,-1 1-1,1 0 0,-1 0 0,1 0 0,-1 0 0,0 0 0,1 0 0,-1 0 1,1 0-1,-1 0 0,1 0 0,-1 0 0,1 1 0,-1-1 0,1 0 0,-1 0 0,1 0 1,-1 1-1,1-1 0,-1 0 0,0 0 0,1 1 4,-4-50 18,-83-198 39,29 111-33,56 134-23,1 1 0,0-1 0,0 1 0,-1-1 0,1 0 0,0 0-1,0 1 1,1-1 0,-1 0 0,0 1 0,0-1 0,1 1 0,-1-1 0,1 0-1,0 1 1,-1-1 0,1 1 0,0-1 0,0 1 0,0 0 0,0-1 0,0 1-1,0 0 1,0 0 0,1-1 0,-1 1 0,0 0 0,1 0 0,-1 0 0,0 1-1,1-1 1,0 0 0,-1 1 0,1-1 0,-1 0 0,1 1 0,0 0-1,-1-1 1,1 1 0,0 0 0,-1 0 0,1 0 0,0 0 0,-1 0 0,1 0-1,0 1 1,-1-1 0,1 1 0,-1-1 0,1 1 0,0-1 0,0 1-1,19-2 1,-18 0-14,203-32-2781,-140 13-2533,-4-7-4404,-42 17 6669</inkml:trace>
  <inkml:trace contextRef="#ctx0" brushRef="#br0" timeOffset="1229.962">1771 2010 6569,'0'0'4524,"0"0"-2038,0 0-920,0 0-182,0 0 274,0 0-469,13-15-269,38-48-438,-36-23 122,-15 85-588,-1-1 1,0 0-1,0 0 1,0 0-1,0 0 1,0 1-1,0-1 1,0 0-1,0 1 0,-1-1 1,1 1-1,0 0 1,-1-1-1,1 1 1,-1 0-1,0 0 1,0 0-1,1 0 1,-1 0-1,0 0 0,0 0 1,0 1-1,0-1 1,0 1-1,0-1 1,0 1-1,0 0 1,0 0-1,0 0 1,0 0-1,0 0 1,0 0-1,0 0 0,0 1 1,0-1-1,1 1 1,-1 0-1,0-1 1,0 1-1,0 0 1,0 0-1,1 0 1,-1 0-1,0 0 0,1 1 1,-1-1-1,1 0 1,-1 1-1,1-1 1,0 1-17,-8 10 71,0-1 1,1 1 0,1 1 0,0-1-1,1 1 1,0 1 0,1-1 0,1 1-1,0 0 1,1 0 0,0 0 0,1 0-1,1 0 1,0 1 0,1-1-1,0 1 1,1-1 0,1 0 0,1 6-72,-1-15 26,0-1 1,0 1-1,0-1 1,0 0-1,1 0 1,0 0 0,0 0-1,0 0 1,0 0-1,1-1 1,-1 0-1,1 1 1,0-1-1,0-1 1,0 1-1,0 0 1,0-1 0,1 0-1,-1 0 1,1 0-1,0-1 1,-1 0-1,1 1 1,0-2-1,0 1 1,0 0-1,-1-1 1,1 0 0,0 0-1,2-1-26,146-31 348,-142 28-345,0 0-1,-1-2 1,0 1-1,0-1 1,-1-1 0,1 1-1,-1-2 1,-1 1 0,1-1-1,-1-1 1,-1 1-1,0-1 1,0-1 0,0 1-1,-1-1 1,-1 0 0,0-1-1,0 1 1,-1-1-1,0 0 1,-1 0 0,0 0-1,-1 0 1,0-1-1,-1 1 1,0-1 0,-1 1-1,0-1 1,-2-10-3,1 19 3,0-1 0,0 0 0,0 1-1,-1-1 1,1 1 0,-1-1 0,0 1 0,0-1 0,0 1 0,-1 0 0,1 0 0,-1 0-1,1 0 1,-1 1 0,0-1 0,0 1 0,0 0 0,0 0 0,-1 0 0,1 0 0,-1 0-1,1 1 1,-1-1 0,1 1 0,-1 0 0,0 0 0,0 0 0,0 1 0,1-1-1,-1 1 1,-3 0-3,4 3 46,0 1-1,0-1 0,1 0 0,0 1 0,0 0 1,0-1-1,0 1 0,0 0 0,1 0 0,-1 0 1,1 0-1,0 1 0,1-1 0,-1 0 0,1 0 1,0 0-1,0 1 0,0-1 0,0 0 0,1 0 1,-1 0-1,2 5-45,-1 3 150,-1-5-128,0 0 0,0 0 0,1 0 0,1 0 0,-1 0 0,1 0 0,0 0 0,0-1 0,1 1 0,0-1 0,0 0 0,1 1 1,0-2-1,0 1 0,0 0 0,0-1 0,1 1 0,0-1 0,0-1 0,1 1 0,-1-1 0,1 0 0,0 0 0,0 0 1,1-1-1,-1 0 0,0 0 0,1-1 0,0 0 0,0 0 0,0 0 0,-1-1 0,1 0 0,1-1 0,-1 1 0,5-1-22,123-11 155,-131 10-154,1 0-1,-1 0 1,0 0-1,0 0 1,0-1 0,0 0-1,0 0 1,-1 0-1,1 0 1,0-1-1,-1 1 1,0-1-1,1 0 1,-1 0-1,0 0 1,0 0 0,-1-1-1,1 1 1,-1-1-1,0 1 1,0-1-1,0 0 1,0 0-1,-1 0 1,1 0-1,-1 0 1,0-1 0,0 1-1,0-4 0,-1 4-5,0-1 0,0 0 0,-1 0 1,1 0-1,-1 0 0,0 0 0,-1 0 0,1 0 0,-1 1 0,0-1 0,0 1 1,0-1-1,0 1 0,-1 0 0,0 0 0,0 0 0,0 0 0,0 0 0,-1 1 1,0-1-1,1 1 0,-1 0 0,0 0 0,-1 1 0,1-1 0,0 1 0,-1 0 1,1 0-1,-3-1 5,-1 0-24,1 0 0,-1 1 0,0-1 0,0 2 0,1-1 0,-1 1-1,0 0 1,0 1 0,-1 0 0,1 0 0,0 0 0,0 1 0,0 1 0,1-1 0,-1 1 0,0 1 0,1-1 0,-1 1 0,1 1 0,0-1 0,0 1 0,0 0 0,0 1 0,1 0 0,-1 0 0,1 0 0,1 1 0,-1 0 0,1 0 0,0 0 0,0 0 0,1 1 0,0 0 0,0 0-1,0 0 1,1 1 0,0-1 0,1 1 0,0 0 0,0 0 0,0-1 0,1 1 0,0 8 24,22 32-4080,37-44-3622,-39-5 4905,20 0-2363</inkml:trace>
  <inkml:trace contextRef="#ctx0" brushRef="#br0" timeOffset="1469.771">2436 1839 7138,'0'0'1627,"0"0"3994,0 0-1731,0 0-996,18 25-787,59 80-453,-70-96-1528,0 0 0,1 0 1,1-1-1,-1 0 1,2-1-1,-1 1 1,1-2-1,-1 1 0,2-2 1,-1 1-1,1-1 1,0-1-1,0 0 0,0 0 1,0-1-1,1-1 1,0 0-1,-1 0 1,1-1-1,0-1 0,-1 0 1,1-1-1,0 0 1,10-2-127,-17 2-79,-1 0 0,1 0 0,-1-1 0,0 1 0,1-1 0,-1 0 0,0 0 0,0-1 0,0 1 0,0-1 0,0 0 0,-1 0 0,1 0 0,-1-1 0,0 1 0,0-1 0,0 0 0,-1 1 0,1-1 0,-1 0 0,0-1 0,0 1 0,0 0 0,0-1 0,-1 1 0,1-3 79,12-119-9638,-13 47-1545,-1 3 7725</inkml:trace>
  <inkml:trace contextRef="#ctx0" brushRef="#br0" timeOffset="1936.466">1203 356 10138,'0'0'2065,"0"0"1983,0 0-2679,0 0-281,0 0 1625,-25 165-841,25-103-400,-2 0-471,-1 1-305,1-10-440,-1-6-24,3-10-224,0-1 0,0-3-8,-2 14-112,-3-7-1025,0-7-6928</inkml:trace>
  <inkml:trace contextRef="#ctx0" brushRef="#br0" timeOffset="14881.536">3385 1861 6561,'0'0'738,"0"0"242,0 0 2086,0 0-1210,0 0-1073,7 14 3918,227-35-443,-80 4-3873,47 10-136,-200 9-262,0-1-1,0 0 1,0 1 0,0-1-1,-1 1 1,1 0-1,0-1 1,-1 1 0,1 0-1,-1-1 1,0 1 0,1 0-1,-1-1 1,0 1-1,0 0 1,0 0 0,0-1-1,0 1 1,-1 0 0,1 0-1,-1-1 1,1 1-1,-1 0 1,1-1 0,-1 1-1,0-1 1,0 1 0,1-1-1,-1 1 1,0-1-1,-1 0 1,1 1 0,0-1-1,-1 1 14,-69 53-3553,41-47-877,2-10-4092,16-6 6506</inkml:trace>
  <inkml:trace contextRef="#ctx0" brushRef="#br0" timeOffset="15313.035">3496 2090 4257,'0'0'2750,"0"0"1712,0 0-1443,0 0-1308,0 0-914,0 0-389,9 0-6,404 10 4521,-377-12-4939,20-2-844,-26-8-6418,-11-2-2504</inkml:trace>
  <inkml:trace contextRef="#ctx0" brushRef="#br0" timeOffset="16149.066">4944 1290 6369,'0'0'1450,"0"0"949,0 0-700,0 0-82,0 0-540,0 0-417,3-5-274,6-4-259,0 1 0,1 0 0,1 1 0,-1 0 0,1 0 0,0 1 0,1 0 0,0 1 1,-1 1-1,2 0 0,-1 0 0,0 1 0,1 1 0,-1 0 0,1 0 0,0 2 0,0-1 0,-1 2 0,1-1 1,7 3-128,-15 1 81,-1-1 1,0 1-1,0 0 0,0 0 1,0 0-1,-1 1 1,0 0-1,0-1 1,0 1-1,0 0 1,-1 0-1,0 1 1,0-1-1,0 0 1,-1 1-1,1-1 1,-1 1-1,-1-1 1,1 1-1,-1 0 1,0-1-1,0 1 1,-1-1-1,1 1 0,-1 0 1,-1-1-1,1 1 1,-1-1-1,0 0 1,0 0-1,0 1 1,-1 0-82,-4 7 64,0 0 0,0 0 1,-1 0-1,-1-1 0,0 0 0,-1-1 1,0 0-1,0 0 0,-1-1 1,-9 6-65,19-16 13,0 0 0,1 0 0,-1 0 0,0 0 0,1 0 0,-1-1 0,1 1 0,-1 0 0,0 0 0,1 0 0,-1-1 0,1 1 0,-1 0 0,0-1 0,1 1 0,-1-1 0,1 1 0,-1 0 0,1-1 0,-1 1 0,1-1 0,0 1 0,-1-1 0,1 1 0,0-1 0,-1 0 0,1 1 0,0-1 0,0 1 0,-1-1 0,1 0 0,0 1 0,0-1 0,0 0 0,0 1 0,0-1 0,0 0 0,0 1 0,0-1 0,0 0 0,0 1 0,0-1 0,0 1 0,1-1 0,-1 0 0,0 1 0,0-1 0,1 1 0,-1-1 0,0 0 0,1 1 0,-1-1 0,1 1 1,-1-1-1,0 1 0,1-1 0,-1 1 0,1 0 0,-1-1 0,1 1 0,0 0 0,-1-1 0,1 1 0,-1 0 0,1 0 0,0-1 0,0 1-13,6-4-7,0 0 0,0 0 0,0 0 0,1 1 0,-1 0 1,1 1-1,0-1 0,0 2 0,0-1 0,0 1 0,0 0 0,1 1 0,-1 0 1,0 0-1,0 1 0,0 0 0,0 0 0,0 1 0,0 0 0,0 0 0,0 1 1,0 0-1,-1 0 0,0 1 0,0 0 0,7 5 7,-5-2-8,0 1 0,-1 0 0,1 0 0,-2 1 0,1 1 0,-1-1 0,0 1-1,-1 0 1,0 0 0,-1 1 0,0 0 0,-1 0 0,0 0 0,-1 0 0,0 1 0,-1-1 0,0 1 0,0 0 0,-1 5 8,-4-10-2,-1 1 1,1-1 0,-1 0-1,0 0 1,-1 0-1,0-1 1,0 1 0,0-1-1,-1 0 1,0 0 0,0-1-1,0 0 1,-1 0 0,1-1-1,-1 1 1,0-1-1,-1-1 1,1 1 0,-3-1 1,-10 9-2,1 0 4,0 0 1,0-2-1,-1 0 1,-1-1-1,1-1 1,-2-1 0,1-1-1,-1-1 1,1-1-1,-1 0 1,-5-2-3,24-4-201,1 0 0,0-1 0,-1 0 0,1 1 0,0-1 0,0 0 0,1 0 0,-1 0 0,0 0 0,1-1 0,0 1 0,0 0 0,0-1 0,0 1 0,1 0 0,-1-1 0,1 1 0,0-1 0,0 1 0,0-1 0,0 1 0,0-1 0,1 1 0,0 0 0,0-1 0,0 1-1,0 0 1,0-1 0,1 0 201,14-33-6300,3 4-3055</inkml:trace>
  <inkml:trace contextRef="#ctx0" brushRef="#br0" timeOffset="16800.3">5646 1259 8562,'0'0'1271,"0"0"2188,0 0-1508,0 0-900,0 0-352,0 0-260,-7-12 51,-19-37-28,26 47-448,1 0 0,-1 0 1,0 0-1,1 0 0,0 0 0,-1 1 0,1-1 0,0 0 1,0 0-1,0 1 0,0-1 0,1 1 0,-1-1 1,0 1-1,0-1 0,1 1 0,-1 0 0,1 0 1,0-1-1,-1 1 0,1 0 0,0 1 0,-1-1 1,1 0-1,0 0 0,0 1 0,0-1 0,0 1 1,0-1-1,0 1 0,-1 0 0,1 0 0,0 0 1,2 0-15,3-1 50,0-3-50,1 1-1,-1 0 0,1 1 0,0 0 0,0 0 0,0 1 0,1 0 1,-1 0-1,0 1 0,0 0 0,1 0 0,-1 1 0,0 0 0,0 1 1,0-1-1,0 2 0,0-1 0,0 1 0,-1 0 0,1 1 0,-1 0 1,0 0-1,0 0 0,0 1 0,-1 0 0,0 0 0,0 1 1,0 0-1,0 0 0,-1 0 0,0 1 0,0 0 0,-1 0 0,0 0 1,0 0-1,1 5 1,-1 13-3,-1-1 0,-1 1 0,-1-1 0,-1 1 0,-1 0 0,-2-1 0,0 1 0,-2-1 0,0 0 1,-2 0-1,0-1 0,-2 0 0,-1 0 0,-2 2 3,-45 154 13,69-368 907,18 205-923,-21-3 46,-5-4-18,1 0 1,-1-1 0,2 1 0,-1-1-1,1-1 1,0 1 0,1-1 0,0 0-1,0 0 1,0-1 0,1 0-1,0 0 1,0-1 0,1 0 0,-1-1-1,1 0 1,0 0 0,0 0 0,0-1-1,1-1 1,7 2-26,-9-4 15,0 1 1,-1-1-1,1-1 0,0 1 0,-1-2 1,1 1-1,-1-1 0,1 0 1,-1 0-1,0-1 0,0 0 1,0 0-1,0-1 0,0 0 0,-1 0 1,1 0-1,2-4-15,27-45-3201,-29 30-2535</inkml:trace>
  <inkml:trace contextRef="#ctx0" brushRef="#br0" timeOffset="17319.619">4838 2055 6249,'0'0'686,"0"0"45,0 0 1564,0 0-87,0 0-669,23 0-245,151 4 1457,303-25 2600,-243-5-4848,-1-9 0,8-14-503,-239 49-44,-206 36-3706,168-27 778,-19 6-6270,23-6 6021</inkml:trace>
  <inkml:trace contextRef="#ctx0" brushRef="#br0" timeOffset="18080.543">5389 2377 880,'0'0'8923,"0"0"-4210,0 0-3043,0 0-975,0 0-179,0 0 472,17-12 142,132-71 1036,-145 81-2102,0 0 1,1 1-1,-1-1 1,1 1-1,0 0 1,-1 0-1,1 0 1,0 1-1,-1 0 1,1 0-1,0 0 1,0 0-1,-1 1 1,1 0-1,0 0 1,-1 0-1,1 0 1,-1 1 0,0 0-1,1 0 1,-1 0-1,0 0 1,0 1-1,0-1 1,0 1-1,-1 0 1,1 0-1,-1 1 1,0-1-1,1 1 1,-2-1-1,1 1 1,0 0-1,-1 0 1,0 1-1,0-1 1,0 0-1,0 1 1,-1-1-1,1 1 1,-1-1 0,0 4-65,3 11 49,-2 0 0,0 0 0,-1 1 1,-1-1-1,0 0 0,-2 1 0,0-1 1,-1 0-1,-1 0 0,-1 0 1,-1-1-1,0 0 0,-1 0 0,-1 0 1,-1-1-1,0 0 0,-2 0 0,-6 7-49,17-24 7,-1 0-1,0 0 0,1 0 0,-1 0 1,1-1-1,-1 1 0,0 0 0,1 0 0,-1 0 1,0-1-1,1 1 0,-1 0 0,1-1 1,-1 1-1,1 0 0,-1-1 0,1 1 0,-1-1 1,1 1-1,-1 0 0,1-1 0,0 1 1,-1-1-1,1 0 0,-1 1 0,1-1 0,0 1 1,0-1-1,-1 0 0,1 1 0,0-1 1,0 1-1,0-1 0,0 0 0,0 1 0,0-1 1,0 0-1,0 1 0,0-1 0,0 0 1,0 1-1,0-1 0,0 1 0,1-1 1,-1 0-1,0 1 0,0-1 0,1 1 0,-1-1 1,0 0-1,1 1 0,-1-1 0,0 1 1,1-1-1,-1 1 0,1 0 0,-1-1 0,1 1 1,-1-1-1,1 1 0,0 0 0,-1-1 1,1 1-1,-1 0 0,1 0 0,0-1 0,-1 1 1,1 0-1,0 0-6,5-5-6,1 1 0,0 0 0,0 0 0,1 1 0,-1-1 0,1 2-1,0-1 1,-1 1 0,1 0 0,0 1 0,0 0 0,1 0 0,-1 0 0,0 1 0,0 1 0,0-1 0,0 1 0,0 1 0,0 0 0,0 0 0,0 0 0,-1 1 0,1 0 0,-1 0 0,1 1-1,4 3 7,-5-4-6,0 0 0,-1 0-1,1 1 1,-1 0 0,0 0-1,0 0 1,0 1 0,-1 0-1,1 0 1,-1 0-1,-1 1 1,1 0 0,-1 0-1,0 0 1,0 0 0,0 1-1,-1-1 1,0 1-1,-1 0 1,1 0 0,-1 0-1,0 0 1,-1 0 0,0 1-1,0-1 1,-1 0 0,0 1-1,0-1 1,0 1-1,-1-1 1,0 0 0,-1 0-1,0 0 1,0 1 0,0-1-1,-1-1 1,0 1 0,0 0-1,-1-1 1,-3 5 6,-6 0 12,-1 0 1,-1-1-1,1-1 0,-2 0 1,1-1-1,-1-1 1,-1 0-1,1-1 1,-1-1-1,0-1 0,0 0 1,0-1-1,-1-1 1,1 0-1,-1-2 1,1 0-1,-1-1 0,1 0 1,-3-2-13,13 2-18,0 1 1,0-2-1,0 1 0,0-1 1,0 0-1,1 0 0,-1-1 1,1 1-1,0-2 1,-1 1-1,1-1 0,1 0 1,-1 0-1,0 0 0,1-1 1,0 0-1,0 0 0,1 0 1,-1-1-1,1 1 1,0-1-1,0-2 18,-18-41-2698,10-7-3666,8 0-5212</inkml:trace>
  <inkml:trace contextRef="#ctx0" brushRef="#br0" timeOffset="22236.908">6068 359 3425,'0'0'3107,"0"0"1505,0 0-1776,0 0-934,0 0-570,-24-10-530,-200-76 2112,179 70-1977,14 2-487,0 1 0,-1 2 0,-1 1 0,1 2 1,-2 1-1,1 1 0,-1 2 0,0 2 0,0 1 0,-26 3-450,33 7 20,0 1 0,1 2 0,1 0 0,0 2 0,1 0 0,0 2 0,1 1 0,1 1 0,1 1 0,0 0 0,-14 19-20,24-28-2,1 1-1,1 0 0,0 0 0,0 1 0,1 0 1,0 0-1,1 1 0,1 0 0,0 1 0,-3 10 3,-61 2 17,68-26-20,-25 2 11,1-2 0,-1 0 0,1-2 1,0-1-1,0-1 0,0-2 0,0 0 1,1-2-1,0 0 0,0-2 0,-13-7-8,-48-26 3,23 8 4,-2 3 0,-1 2 0,-2 4 0,0 2 0,-1 4 0,-2 3 0,-46-5-7,95 18-16,0 2 1,0 0-1,0 2 0,0 0 0,0 1 0,0 2 0,0 0 0,0 1 0,1 1 0,0 1 0,0 1 0,0 1 1,1 1-1,-9 6 16,-148 125-143,112-137-41,45-6 124,-1 0 1,1-2-1,0-1 0,0 0 1,0-1-1,1-1 0,0-1 1,1-1-1,0-1 0,-5-4 60,-17-7-103,2 0 103,-27-18 28,-1 3 0,-1 3 0,-2 3 0,-1 3-1,-1 3 1,-2 3 0,0 3 0,-1 3-1,-23 1-26,74 11 23,0 1 1,0 0 0,-1 2-1,1 1 1,0 1 0,-1 1-1,1 1 1,0 1 0,0 1 0,0 1-1,1 1 1,0 1 0,0 1-1,1 1 1,0 1 0,1 0 0,0 2-1,1 0 1,-9 9-25,24-20 6,1-1 0,-1 1 0,0-1 0,0 1 0,0-1 0,0-1 0,0 1 0,0 0 0,0-1 0,0 0 0,0 0 0,-1 0 0,1-1 0,0 1 0,0-1 0,0 0 0,0 0 0,0 0 0,0-1 0,1 1 0,-1-1 0,0 0 0,1 0 0,-1-1 0,-1-1-6,-20-6 21,-79-21-52,-2 6 1,0 3 0,-1 6-1,-103-3 31,-215 8 99,415 11-106,0 1 0,0 1 0,1-1 0,-1 2 0,0-1 0,1 2 0,0-1 0,-1 1 0,1 0 0,1 1 0,-1 0 0,1 0 0,0 1 0,0 0 0,0 1-1,1 0 1,0 0 0,0 0 0,1 1 0,0 0 0,1 0 0,-1 0 0,1 1 0,1 0 0,0 0 0,0 0 0,1 1 0,0-1 0,0 1 0,1-1 0,1 1 0,0 0 0,0 0 0,0 0 0,2 0 0,-1 0 0,2 4 7,3 9-109,-5-23 133,-4 2 194,-13 0-220,-1 1 0,1 0 0,0 2 0,0 0 0,0 0 1,1 2-1,0 0 0,0 1 0,1 0 0,0 2 0,0-1 0,1 2 0,0 0 0,1 1 0,0 0 0,1 1 0,0 1 2,-7 22-4,2 2 1,2 0-1,1 0 1,2 2 0,2-1-1,1 2 1,2-1-1,2 1 1,2 0-1,2 0 1,1 0-1,2 0 1,2 1 3,-3 35-4,0-46 1,2-1 1,1 1-1,2 0 1,0-1-1,2 0 0,2-1 1,1 0-1,1 0 1,10 17 2,-84-41 212,60-7-212,0 1 0,0-1 1,0 1-1,0 0 0,-1 0 0,1 0 1,0 0-1,0 0 0,-1 1 0,1-1 1,-1 1-1,1-1 0,-1 1 0,1 0 0,-1 0 1,1 0-1,0 0 0,-1 1 0,1-1 1,-1 1-1,1-1 0,0 1 0,-1 0 1,1 0-1,0 0 0,0 0 0,-1 0 0,1 1 1,0-1-1,0 1 0,0-1 0,1 1 1,-1 0-1,0-1 0,1 1 0,-1 0 1,1 0-1,-1 0 0,1 0 0,0 1 0,0-1 1,0 0-1,0 0 0,1 1 0,-1-1 1,0 2-1,-8 31 2,2 0 0,1 1 1,1 0-1,2 0 0,2-1 1,2 1-1,0 0 0,5 13-2,6 2-17,2 0-1,3-1 1,2-1 0,2 0-1,2-2 1,2-1-1,2 0 1,2-2 0,2-2-1,2 0 1,1-3-1,3 0 18,44 63-11,-68-87 26,0 0 0,-2 0 0,0 1 0,0 1 0,-2 0-1,0 0 1,-1 1 0,0 0 0,-2 0 0,0 1 0,-1 0 0,-1 0 0,-1 0-1,0 1 1,-2-1 0,0 1 0,-1-1 0,-1 1 0,-1-1 0,-4 19-15,-39 38 41,39-70-38,1 0 1,1 0-1,-1 0 1,1 1-1,0-1 1,0 1-1,1 0 1,0 0-1,0 0 1,0 1-1,1-1 1,0 1-1,1-1 1,0 1-1,0 0 1,0-1-1,1 1 1,1 2-4,74 29-70,-57-35 65,-6 2-5,0 0 1,0 1 0,-1 0-1,0 1 1,0 1-1,-1-1 1,0 2-1,-1-1 1,0 1-1,0 1 1,-1 0-1,0 0 1,-1 0-1,0 1 1,-1 0-1,-1 0 1,0 1-1,0 0 1,-1-1-1,-1 2 1,0-1-1,-1 0 1,0 1-1,-1-1 1,0 13 9,36 122-50,-35-147 54,1 1 0,0-1 0,0 0 0,0-1 0,0 1 0,0 0-1,1-1 1,-1 0 0,0 0 0,0 0 0,0 0 0,0 0 0,0-1 0,0 1-1,0-1 1,0 0 0,0 0 0,0 0 0,0 0 0,0 0 0,0-1 0,-1 1-1,1-1 1,0 0 0,-1 0 0,0 0 0,1 0 0,-1 0 0,0 0 0,0-1 0,0 1-1,0-1 1,-1 1 0,1-1 0,0-1-4,4-3 44,54-53-29,-40 33-26,2 2-1,1 0 1,0 2 0,2 1-1,1 0 1,0 2-1,2 1 1,0 1-1,1 2 1,1 1-1,0 1 1,1 1 0,0 2-1,1 1 1,0 1-1,25-2 12,-19 14-4,0 1 0,0 1 1,-1 3-1,0 1 0,0 1 0,-1 3 0,0 0 0,-1 3 0,0 1 0,0 2 4,108 45 2,-79-42 4,2-2 0,-1-3 0,2-4 0,0-2 0,1-3 0,-1-3 0,1-3 0,40-4-6,292-51 171,-53-17-87,-302 65-77,0 3 0,0 2 1,0 2-1,-1 2 1,1 1-1,-1 3 0,5 3-7,-10-4 25,7 0-18,0-1 0,1-3 0,-1-2 1,1-1-1,0-3 0,-1-2 1,0-1-1,0-3 0,0-2 0,-2-1 1,43-19-8,50-36 120,85-27-32,-210 93-80,0 0 1,0 1-1,0 1 1,0 0-1,0 0 1,0 1 0,0 1-1,0 0 1,-1 1-1,1 0 1,-1 0-1,0 1 1,-1 1-1,1 0 1,-1 0-1,0 1 1,0 1-1,-1-1 1,0 2 0,0-1-1,-1 1 1,7 9-9,-2-5-2,2 2 19,1-1-1,0-1 1,1 0-1,0-1 1,1-1-1,0-1 1,1 0-1,0-1 1,1-1-1,0-1 1,0-1-1,0-1 1,1 0-1,0-2 1,0 0-1,16-1-16,14-4 47,-1-2-1,1-2 1,-1-3-1,-1-1 1,1-3-1,-2-2 1,46-20-47,-47 17 20,-25 7-26,-1 2 0,1 1 0,1 1 0,-1 0 1,1 2-1,0 1 0,1 1 0,-1 0 0,0 2 1,1 1-1,12 2 6,87 86 13,-92-73-6,1-2-1,0-2 1,1 0-1,0-2 1,1-2-1,-1-1 1,2-1 0,-1-2-1,0-2 1,0-1-1,12-2-6,-35 3 12,0-1-1,0 0 1,0-1 0,0 0-1,0 0 1,0-1 0,0-1-1,-1 1 1,1-2-1,-1 0 1,0 0 0,0-1-1,0 0 1,-1 0 0,0-1-1,0-1 1,0 1-1,-1-1 1,0-1 0,0 0-1,0 0 1,-1 0 0,-1-1-1,0 0 1,0 0-1,0-1 1,-1 0 0,0-1-12,2-1-8,1 0 0,0 0 0,1 1 1,1 0-1,0 0 0,0 1 0,1 0 0,0 1 1,0 1-1,1-1 0,0 2 0,1 0 1,0 0-1,0 1 0,0 1 0,1 0 0,0 1 1,0 0-1,0 1 0,0 1 0,1 0 1,-1 1-1,1 0 0,1 1 8,43-11-37,151-33-11,-210 44 43,1 0 0,0-1 1,-1 1-1,1-1 1,-1 1-1,1-1 1,-1 1-1,1-1 1,-1 1-1,1-1 1,-1 1-1,0-1 0,1 0 1,-1 1-1,0-1 1,1 0-1,-1 1 1,0-1-1,0 0 1,0 1-1,0-1 1,1 0-1,-1 1 1,0-1-1,0 0 0,0 0 1,0 1-1,-1-1 1,1 0-1,0 1 1,0-1-1,0 0 1,-1 1-1,1-1 1,0 0-1,-1 1 0,1-1 1,0 1-1,-1-1 1,1 0-1,-1 1 1,1-1-1,-1 1 1,1-1-1,-1 1 1,1-1-1,-1 1 0,1 0 1,-1-1-1,0 1 1,1 0-1,-1 0 1,0-1-1,1 1 1,-1 0-1,0 0 1,0 0-1,1 0 0,-1 0 1,0 0-1,1 0 1,-1 0-1,0 0 1,1 0-1,-1 0 1,0 0-1,0 0 1,1 0-1,-1 1 0,0-1 5,0-1 13,-68-30 20,0 1 2,2-3-1,1-2 0,2-4 0,-20-17-34,66 42 14,1-1 0,0 0-1,1-1 1,0-1-1,2 0 1,0-1 0,1-1-1,1 0 1,0 0-1,2-1 1,0-1 0,1 0-1,2 0 1,0-1 0,1 0-1,-2-13-13,0-49-3,3-1-1,3 1 1,4-1-1,7-23 4,-5 50 12,8-49-15,5 2 0,4 0 0,34-96 3,-38 142-21,-10 35 19,-2 0 0,0-1-1,-1 1 1,-2-1 0,0 0 0,-2 0-1,0 0 1,-2 0 0,-1 0 0,-4-15 2,-4-14 4,8 35-12,0 0 1,-1 1-1,-1 0 1,0 0-1,-2 0 0,0 1 1,-1 0-1,0 0 1,-1 0-1,-1 1 0,-1 1 1,-3-3 7,-103-94-14,86 87 15,2-2-1,1-1 0,1-1 0,1-1 0,2-2 1,1 0-1,-13-26 0,33 48-3,0 0-1,1 1 1,0-1 0,1-1-1,0 1 1,0 0 0,1 0-1,0 0 1,1 0 0,0 0 0,1 0-1,0 0 1,1 0 0,0 0-1,0 0 1,1 1 0,0 0-1,1 0 1,0 0 0,0 0-1,1 1 1,0 0 0,0 0 0,1 0-1,2-1 4,-131 128-491,-93 107 457,181-268 227,30 35-341,-19-26 44,1 35-3509,14 10-1397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2:00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41 477 7890,'0'0'1059,"0"0"514,0 0-441,-3 14-233,-3 10-158,2 0-1,0 0 0,2 1 0,1-1 0,1 1 1,1-1-1,1 1 0,3 11-740,-4-30 85,0 1 0,0-1-1,1 0 1,0 0 0,0 0 0,0 0-1,1 0 1,0 0 0,0-1 0,0 1-1,1-1 1,0 0 0,0 0 0,0 0-1,0 0 1,1-1 0,0 0 0,0 0-1,0 0 1,1-1 0,-1 1 0,1-1-1,0-1 1,-1 1 0,1-1-1,1 0 1,-1 0 0,0-1 0,0 0-1,1 0 1,-1 0 0,0-1 0,1 0-1,-1 0 1,1 0 0,4-2-85,-1-2 21,-1-1-1,0 0 1,-1-1-1,1 0 1,-1 0-1,0 0 1,-1-1 0,0 0-1,0-1 1,0 0-1,-1 0 1,0 0 0,-1-1-1,1 0 1,-2 0-1,1 0 1,-2-1 0,1 1-1,-1-1 1,0 0-1,-1 0 1,0 0-1,-1 0 1,0 0 0,-1 0-1,0-1 1,0 1-1,-1 0 1,0 0 0,-1 0-1,0 0 1,-1 0-21,0 3-11,-1 0 0,0 0 0,0 1 0,0-1 1,-1 1-1,0 0 0,0 1 0,-1-1 0,1 1 0,-1 0 0,0 0 1,-1 1-1,1 0 0,-1 0 0,0 0 0,0 1 0,0 0 0,0 0 1,0 1-1,-1 0 0,1 0 0,-1 1 0,0 0 0,1 0 1,-1 1-1,0 0 0,0 0 0,1 1 0,-1 0 0,0 0 0,1 1 1,-1 0-1,1 0 0,0 1 0,0 0 0,0 0 0,0 0 1,0 1-1,0 0 0,1 1 0,0 0 0,0 0 0,0 0 0,1 0 1,-5 6 10,7-7-51,-1 0 1,1 0 0,0 1 0,1-1-1,-1 1 1,1-1 0,0 1-1,0 0 1,0 0 0,1 0 0,-1 0-1,1 0 1,1 0 0,-1 1 0,1-1-1,-1 0 1,2 0 0,-1 1 0,0-1-1,1 0 1,0 0 0,0 0-1,1 0 1,0 0 0,-1 0 0,2 0-1,-1 0 1,0-1 0,1 1 0,0-1-1,0 0 1,0 0 0,1 0 0,-1 0-1,1 0 1,0-1 0,0 1-1,0-1 1,2 1 50,8 0-1111,-1 0-1,1 0 1,0-1-1,0-1 1,0 0-1,0-1 1,0-1 0,0 0-1,1-1 1,-1 0-1,0-1 1,5-2 1111,20-10-798</inkml:trace>
  <inkml:trace contextRef="#ctx0" brushRef="#br0" timeOffset="245.723">350 671 5417,'0'0'2278,"0"0"1903,0 0-1602,0 0-652,0 0-336,14 22-400,47 72 172,-58-88-1208,0 0-1,1-1 1,0 0-1,0 0 1,1 0-1,-1 0 1,1 0-1,0-1 1,0 0-1,0 0 1,1-1-1,0 1 1,-1-1-1,1 0 1,0 0-1,3 0-154,49 1-1171,-45-4 424,2-25-11712,-14 8 10414</inkml:trace>
  <inkml:trace contextRef="#ctx0" brushRef="#br0" timeOffset="563.665">308 193 1568,'0'0'9388,"0"0"-5502,0 0-2755,0 0-616,0 0-73,0 0 518,24 11-166,-1-2-620,-7-3-66,0 1 0,-1 1 0,0 0 0,0 0 0,-1 2 0,0-1 0,-1 2 0,0 0 0,7 8-108,10 13 327,-2 1 0,-1 2 1,-1 0-1,-3 2 1,-1 1-1,-1 0 1,-2 2-1,-2 0 1,-2 1-1,-2 0 0,-1 1 1,-2 1-1,-2 0 1,-2 0-1,0 29-327,-4-55-38,0-1-1,-1 1 1,0 0-1,-2 0 1,0 0 0,0-1-1,-2 1 1,0 0-1,-1-1 1,-1 0-1,0 0 1,-1 0-1,-1-1 1,0 0 0,-2 0-1,1-1 1,-2 0-1,-9 12 39,-43 21-2819,16-20-2736,-2-7-5535</inkml:trace>
  <inkml:trace contextRef="#ctx0" brushRef="#br0" timeOffset="19047.583">1388 331 5009,'0'0'1282,"0"0"-609,0 0 593,0 0 7106,2 14-8118,-2 186 4936,0 103-3426,-1-295-1821,1 0-1,0 0 1,0 1-1,1-1 1,0 0-1,0 0 1,1 0-1,0 0 1,0 0-1,1 0 1,0-1-1,0 1 1,1-1-1,0 0 1,0 0-1,1 0 1,0 0-1,0-1 1,0 0-1,1 0 1,0-1-1,0 1 0,1-1 58,6-28-11451,-13-6 5776</inkml:trace>
  <inkml:trace contextRef="#ctx0" brushRef="#br0" timeOffset="19379.382">1071 375 5977,'0'0'903,"0"0"-315,0 0 1193,0 0-94,0 0-463,25 2-20,154-1 993,211-121 774,-390 121-3073,0 0 1,0-1-1,0 1 1,0-1-1,0 1 0,0-1 1,0 1-1,0-1 1,0 1-1,0-1 0,1 1 1,-1-1-1,0 1 1,0-1-1,1 1 0,-1-1 1,0 1-1,1-1 1,-1 0-1,0 1 0,1-1 1,-1 1-1,1-1 1,-1 0-1,1 1 0,-1-1 1,0 0-1,1 0 1,-1 1-1,1-1 0,0 0 1,-1 0-1,1 0 1,-1 0-1,1 0 0,-1 0 1,1 0-1,-1 0 1,1 0-1,-1 0 0,1 0 1,-1 0-1,1 0 1,-1 0-1,1 0 0,0 0 102,-40 29-6250,11-13 4347</inkml:trace>
  <inkml:trace contextRef="#ctx0" brushRef="#br0" timeOffset="19648.419">1301 700 7266,'0'0'2324,"0"0"-952,0 0-415,0 0-72,15 3 273,46 12-49,53-34 1167,-81 6-1937,103-22 92,-106 32-3745,0 1-3589,-29 2 4620</inkml:trace>
  <inkml:trace contextRef="#ctx0" brushRef="#br0" timeOffset="20032.453">1872 789 640,'0'0'6275,"0"0"-1263,0 0-3267,0 0-733,5 22 93,38 162 1145,-42-179-2225,1 1 1,0-1 0,1 0 0,-1 0 0,1 0 0,0 0-1,1 0 1,-1 0 0,1-1 0,-1 0 0,2 0 0,-1 0-1,0 0 1,1 0 0,-1-1 0,1 0 0,0 0 0,0 0-1,0-1 1,1 0 0,-1 0 0,0 0 0,1 0 0,-1-1 0,1 0-1,0 0 1,-1-1 0,1 1 0,0-1 0,0-1 0,-1 1-1,1-1 1,0 0 0,-1 0 0,1 0 0,-1-1 0,1 0-1,-1 0 1,0 0 0,0-1 0,0 0 0,0 0 0,0 0-1,0-1 1,-1 1 0,0-1 0,0 0 0,1-2-26,1 2 63,-1-1 0,0 1 0,0-2 1,-1 1-1,1 0 0,-1-1 0,0 0 1,-1 0-1,0 0 0,0 0 0,0 0 0,0-1 1,-1 1-1,0-1 0,-1 0 0,1 0 1,-1 1-1,-1-1 0,1 0 0,-1 0 0,0 0 1,-1 0-1,0 0 0,0 0 0,0 0 1,-1 1-1,0-1 0,0 0 0,-1 1 0,1 0 1,-2-1-1,1 1 0,-1 0 0,0 1 1,0-1-1,0 1 0,-1 0 0,1 0 0,-2 0 1,1 0-1,0 1 0,-2-1-63,-7 0 33,1 0-1,-1 1 1,0 1-1,0 1 1,-1 0-1,1 0 1,0 1-1,-1 1 1,1 1-1,-1 0 1,1 1-1,-12 2-32,20-3-12,0 0 0,0 0 0,0 1 0,0 0 0,0 0 0,1 0 0,-1 1 0,1-1-1,-1 1 1,1 1 0,0-1 0,0 1 0,1 0 0,-1 0 0,1 0 0,0 0 0,0 1 0,0 0 0,0 0 0,1 0 0,0 0 0,0 1 0,0-1-1,1 1 1,0-1 0,0 1 0,0 0 0,1 0 0,0 0 0,0 5 12,1-7-151,0 0-1,0-1 1,1 1-1,0 0 1,-1 0-1,1-1 1,1 1-1,-1-1 1,1 1-1,-1-1 1,1 0-1,0 1 1,0-1-1,0 0 1,1 0 0,-1 0-1,1-1 1,-1 1-1,1 0 1,0-1-1,0 0 1,0 0-1,1 0 1,-1 0-1,0 0 1,1-1-1,-1 1 1,1-1-1,0 0 1,3 1 151,77 14-8699,-22-12 2749</inkml:trace>
  <inkml:trace contextRef="#ctx0" brushRef="#br0" timeOffset="20527.144">2440 726 10402,'0'0'2920,"0"0"646,0 0-2405,0 0-985,0 0 75,0 0 136,10 21 110,101 164 153,-67-140-680,-88-67-677,40 20 708,0 0 0,0 0 0,0 0 0,0-1 0,0 0 0,0 1 0,0-1 0,1-1 0,0 1 0,-1 0 0,1-1 0,1 0 0,-1 0 0,0 0 0,1 0 0,0 0 0,0 0 0,0 0 0,1-1 0,-1 1 0,1-1 0,0 0 0,0 1 0,0-1 0,1 0 0,0 1 0,0-1 0,0 0 0,0 1 0,1-1 0,0 0 0,0 1 0,0-1 0,1 1 0,-1-1 0,1 1 0,0 0 0,0 0 0,1 0 0,-1 0 0,1 0 0,0 0 0,1-1-1,28-12 197,1 1 1,1 1-1,1 2 1,0 2-1,1 1 0,26-4-197,-27 6 46,-36 8-183,1 0 1,0-1-1,-1 1 1,1 0-1,-1 0 1,1 0 0,-1-1-1,1 1 1,-1 0-1,1-1 1,0 1-1,-1 0 1,1-1-1,0 1 1,-1 0-1,1-1 1,0 1 0,0-1-1,-1 1 1,1-1-1,0 1 1,0-1-1,0 1 1,0-1-1,-1 1 1,1-1-1,0 1 1,0 0 0,0-1-1,0 1 1,0-1-1,0 1 1,0-1-1,0 1 1,1-1-1,-1 1 1,0-1 0,0 1-1,0-1 1,0 1-1,1-1 1,-1 1-1,0-1 1,0 1-1,1 0 1,-1-1-1,0 1 1,1-1 0,-1 1-1,0 0 1,1 0-1,-1-1 1,1 1-1,-1 0 1,1-1-1,-1 1 1,0 0-1,1 0 1,0 0 136,-18-12-3212,0-6 386</inkml:trace>
  <inkml:trace contextRef="#ctx0" brushRef="#br0" timeOffset="20782.346">1996 315 1536,'0'0'11083,"0"0"-8499,0 0-1223,0 0-577,0 0 72,0 0 432,0 0 24,-25 29-543,27-9-513,8 2-152,3 3 16,-4 4-224,-1 4 104,-8 16-1913,0-7-3848,0-6-3153</inkml:trace>
  <inkml:trace contextRef="#ctx0" brushRef="#br0" timeOffset="22576.299">2873 722 2697,'0'0'3743,"0"0"1299,0 0-2870,0 0-1299,0 0 463,0 0-130,24 19-314,79 64-98,-4 51 188,-71-82-929,36 35-17,-63-112 510,-6-211-523,4 234-25,1 0 0,-1 0 0,1 0 0,0 0 0,0 0 0,0 0-1,0-1 1,0 1 0,0 0 0,1 0 0,-1 0 0,1 0 0,-1 0 0,1 0 0,0 0 0,0 0 0,0 0 0,0 0-1,0 0 1,0 1 0,1-1 0,-1 0 0,0 1 0,1-1 0,0 1 0,-1 0 0,1-1 0,0 1 0,-1 0 0,1 0-1,0 0 1,0 0 0,0 0 0,0 0 0,0 1 0,0-1 0,0 1 0,0-1 0,1 1 0,-1 0 0,0 0 0,0 0-1,0 0 1,0 0 0,0 0 0,0 1 0,1-1 0,0 1 2,11 5 14,0 0-1,-1 1 1,0 0 0,0 1-1,-1 1 1,0 0 0,-1 0-1,0 1 1,0 1 0,-1 0-1,0 0 1,-1 1 0,0 0-1,-1 0 1,-1 1 0,5 11-14,-8-18 20,75 140 109,-72-182 651,-19-216-356,13 249-417,0 0 0,1 0 0,-1 0 0,1 0 0,0 1 0,0-1 0,0 0 0,0 1 0,0 0 0,1-1 0,-1 1 0,1 0 0,-1 0 0,1 0 0,0 1 0,0-1 1,0 0-1,0 1 0,0 0 0,0 0 0,0 0 0,0 0 0,0 1 0,1-1 0,-1 1 0,0-1 0,1 1 0,-1 0 0,0 1 0,0-1 0,1 0 0,-1 1 0,0 0 0,0 0 0,0 0 0,1 0 0,-1 0 0,-1 1 0,1-1 0,0 1 0,0 0 0,0 0 0,-1 0 0,1 0 0,-1 0 0,0 1 0,2 1-7,102 112 275,-95-100-248,0 0 1,1-1 0,1 0 0,1-1-1,0-1 1,0 0 0,2-1 0,-1 0-1,2-1 1,-1-1 0,14 5-28,-29-13-2,1-1 0,0 0-1,0 0 1,1 0 0,-1-1 0,0 1 0,0 0 0,0-1 0,0 1 0,1-1-1,-1 0 1,0 0 0,1 1 0,-1-2 0,0 1 0,0 0 0,1 0-1,-1-1 1,0 1 0,0-1 0,0 0 0,1 0 0,-1 1 0,0-2 0,0 1-1,0 0 1,-1 0 0,1 0 0,0-1 0,0 1 0,-1-1 0,1 0-1,-1 1 1,1-1 0,-1 0 0,0 0 0,1 0 0,-1 0 0,0 0-1,0 0 1,-1 0 0,1 0 0,0 0 0,-1-1 0,1 1 0,-1 0 0,0 0-1,0-1 1,0 1 0,0 0 0,0-1 0,0 1 0,0 0 0,-1 0-1,0-1 4,-13-224-284,18 247 388,2 0 0,0-1 1,1 1-1,1-1 1,0-1-1,2 1 0,0-1 1,1-1-1,1 0 0,10 11-105,-18-24 7,1-1-1,-1 0 0,1 1 0,-1-2 0,1 1 1,0 0-1,0-1 0,0 0 0,1 0 0,-1-1 1,0 1-1,1-1 0,-1 0 0,1-1 1,-1 1-1,1-1 0,-1 0 0,1-1 0,-1 1 1,1-1-1,-1 0 0,1 0 0,-1-1 0,0 0 1,1 0-1,-1 0 0,0 0 0,0-1 1,-1 0-1,1 0 0,-1 0 0,1-1 0,-1 1 1,0-1-1,0 0 0,-1 0 0,1 0 0,-1-1 1,0 1-1,0-1 0,0 0 0,-1 0 1,1 0-1,-1 0 0,0 0 0,-1-1 0,1 0-6,1-5-18,0 0 0,-1 0-1,0 0 1,0 0-1,-1-1 1,-1 1-1,0 0 1,0 0-1,-1-1 1,-1 1 0,0 0-1,0 0 1,-1 0-1,0 0 1,-1 1-1,-1-1 1,1 1 0,-2 0-1,1 0 1,-1 1-1,-1-1 1,0 1-1,-1 0 19,7 10 1,0-1 0,0 1-1,0 0 1,0 0 0,0 0-1,0 0 1,0 0 0,1 0-1,-1 0 1,0 0 0,0 0 0,1 1-1,-1-1 1,1 0 0,-1 0-1,1 1 1,0-1 0,-1 0-1,1 1 1,0-1 0,0 0-1,0 1 1,0-1 0,0 0-1,0 1 1,0-1 0,1 0-1,-1 1 1,0-1 0,1 0 0,-1 0-1,1 1 1,-1-1 0,1 0-1,0 0 1,0 0 0,-1 0-1,1 0 1,0 1-1,9 27 107,2 0 1,0-1-1,2 0 1,1-1-1,1 0 1,1-2-1,1 0 0,2 0 1,19 17-108,-37-38 8,1-1 1,0 0 0,1 0-1,-1 0 1,1 0-1,-1 0 1,1-1 0,0 1-1,0-1 1,0 0-1,0 0 1,0-1 0,0 1-1,1-1 1,-1 0-1,0 0 1,1 0 0,-1-1-1,1 0 1,-1 1-1,1-2 1,-1 1 0,1 0-1,-1-1 1,1 0-1,-1 0 1,0 0 0,1-1-1,-1 1 1,0-1-1,0 0 1,0 0 0,0-1-1,0 1 1,-1-1 0,1 1-1,-1-1 1,0-1-1,0 1 1,2-2-9,11-22-67,-2-1 1,-1 0-1,-1 0 1,-1-2-1,-2 1 0,0-1 1,-3 0-1,0-1 1,-2 0-1,-1 0 1,-2 0-1,-1 0 0,-2-14 67,-2 10-66,-2-1-1,-1 1 0,-2 0 0,-1 1 1,-2 0-1,-1 1 0,-2 0 0,-1 1 1,-1 1-1,-2 0 0,-1 2 0,-2 0 1,0 1-1,-2 1 0,-1 2 0,-1 0 0,-6-2 68,-11-2 1085,37 71-843,13 28-103,3-2 1,3 0-1,3 0 0,25 63-140,-18-52 147,-11-29-26,3-1-1,1-1 1,2 0-1,3-1 1,1-2-1,3 0 1,1-1-1,2-2 1,24 27-121,-50-65-4,1-1 0,-1 0 0,1 0 1,0 0-1,0 0 0,0 0 0,0 0 1,0-1-1,1 0 0,-1 1 0,1-1 1,0-1-1,-1 1 0,1 0 0,0-1 1,0 0-1,0 0 0,0 0 0,0 0 1,0-1-1,0 1 0,1-1 0,-1 0 1,0-1-1,0 1 0,0-1 1,0 1-1,0-1 0,0 0 0,0-1 1,0 1-1,0-1 0,-1 0 0,1 1 1,0-2-1,-1 1 0,0 0 0,1-1 1,-1 0-1,0 1 0,0-1 0,-1 0 1,1-1-1,-1 1 0,1 0 0,0-2 4,7-195-540,-9 167 489,18 49-35,-4 0 65,-7-6 26,0-1 1,0 1 0,1-2 0,1 1 0,-1-1-1,1-1 1,1 1 0,-1-2 0,1 0-1,0 0 1,1-1 0,-1 0 0,1-1 0,0 0-1,0-1 1,1 0 0,-1-1 0,6 0-6,-14-1-17,0-1 1,0 1 0,0-1-1,0 0 1,0 0 0,0 0-1,0 0 1,0-1 0,0 0 0,-1 1-1,1-1 1,0-1 0,0 1-1,-1-1 1,1 1 0,-1-1-1,1 0 1,-1 0 0,0-1-1,1 1 1,-1-1 0,0 1-1,-1-1 1,1 0 0,0 0 0,-1 0-1,0 0 1,0-1 0,0 1-1,0-1 1,0 1 0,-1-1-1,1 0 1,-1 0 0,0 1-1,0-1 1,-1 0 0,1 0-1,-1 0 1,0 0 0,0 0-1,0 0 1,-1-1 16,2 1-4,-1 0-1,1 0 1,-1 0 0,0 0-1,-1 0 1,1 0-1,-1 0 1,1 0-1,-1 0 1,-1 1 0,1-1-1,0 0 1,-1 0-1,0 1 1,0-1 0,0 1-1,0 0 1,0-1-1,-1 1 1,0 0 0,1 0-1,-1 1 1,0-1-1,0 1 1,-1-1-1,1 1 1,0 0 0,-1 0-1,0 0 1,1 1-1,-1-1 1,0 1 0,0 0-1,0 0 1,1 0-1,-1 0 1,0 1 0,0 0-1,-1 0 5,-2-2 5,0 0-1,0 0 1,0 1-1,-1 0 0,1 1 1,0-1-1,0 2 1,0-1-1,-1 1 1,1 0-1,0 0 1,0 1-1,0 0 1,0 0-1,1 0 1,-1 1-1,0 0 1,1 1-1,0-1 1,0 1-1,0 0 0,0 1 1,1 0-1,-1 0 1,1 0-1,1 0 1,-1 1-1,1-1 1,0 1-1,0 0 1,0 1-1,1-1 1,0 1-1,0-1 1,1 1-1,0 0 0,-1 5-3,19 24-2652,44-19-7016,-15-13 1951</inkml:trace>
  <inkml:trace contextRef="#ctx0" brushRef="#br0" timeOffset="23244.781">5282 691 912,'0'0'10084,"0"0"-5483,0 0-3272,0 0-195,-4 23 203,-15 75-32,19-92-1246,0 0-1,0 0 1,0 0 0,0 0 0,1 0 0,0 0 0,0 0 0,1 0 0,0-1-1,0 1 1,0 0 0,0-1 0,1 0 0,0 1 0,0-1 0,1 0-1,-1 0 1,1-1 0,0 1 0,1-1 0,-1 0 0,1 0 0,-1 0 0,1-1-1,0 0 1,1 0 0,-1 0 0,0 0 0,1-1 0,-1 0 0,1 0-1,0 0 1,0-1 0,0 0 0,0 0 0,0-1 0,0 1 0,0-1 0,0-1-1,0 1 1,0-1 0,0 0 0,1 0-59,-1-3 3,-1 0 0,1-1 0,-1 1 0,0-1-1,0 0 1,0 0 0,-1-1 0,0 1 0,0-1 0,0 0 0,-1 0 0,0 0 0,0 0-1,0-1 1,-1 1 0,0-1 0,0 0 0,-1 0 0,0 0 0,0 1 0,-1-1 0,1 0-1,-2-5-2,4-4-87,0-3 55,-3 13 24,-1 1-1,1 0 0,0 0 1,1-1-1,-1 1 0,1 0 0,0 0 1,1-1-1,-1 1 0,1 0 1,0 0-1,0 1 0,0-1 0,1 0 1,0 1-1,0-1 0,0 1 1,0 0-1,1 0 0,-1 0 0,1 0 1,0 1-1,0 0 0,0 0 1,1 0-1,-1 0 0,1 0 0,0 1 1,0 0-1,0 0 0,0 0 1,0 1-1,1-1 9,6 6 20,-1 1 1,0 0-1,-1 1 1,1 0-1,-1 0 1,0 1-1,0 0 1,-1 1-1,0 0 1,-1 1-1,1 0 1,-2 0-1,1 0 1,-1 1-1,-1 1 1,0-1-1,0 1 1,-1 0-1,0 0 1,-1 0-1,-1 1 1,1-1 0,-2 1-1,2 10-20,-4-21 7,1 0 1,-1 0-1,1 0 1,-1 0-1,0 0 1,1-1-1,-1 1 1,0 0-1,0 0 0,0 0 1,0 0-1,0 0 1,0 0-1,0 0 1,0 0-1,0 0 1,0 0-1,0 0 0,-1 0 1,1 0-1,0 0 1,-1-1-1,1 1 1,0 0-1,-1 0 1,1 0-1,-1 0 0,0-1 1,1 1-1,-1 0 1,0-1-1,1 1 1,-1 0-1,0-1 1,0 1-1,1-1 0,-1 1 1,0-1-1,0 1 1,0-1-1,0 0 1,0 0-1,0 1 1,0-1-1,1 0 0,-1 0 1,0 0-1,0 0 1,0 0-1,0 0 1,0 0-1,0 0 1,0 0-1,0 0 0,0-1 1,0 1-1,0 0 1,0-1-1,1 1 1,-1-1-1,0 1-7,-12-1 21,-125-12 140,223 13 46,-79 0-195,3 1 114,-1-1-1,0 0 1,1 0-1,-1-1 1,0 0-1,1 0 1,-1-1-1,0 0 1,0-1-1,0 0 1,0 0 0,-1-1-1,1 1 1,0-2-126,147-54-1302,-141 50-3635,-12-7-10633,-2 9 12413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2:25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1008 6121,'0'0'5619,"0"0"-3243,0 0-1313,0 0-29,0 0-113,0 0-418,0 5-282,0 7-138,0 0 0,1-1 0,0 1 0,1 0 0,1-1 0,0 1 0,0-1 0,1 0 0,0 0 0,1-1 0,0 1-1,1-1 1,0 0 0,1 0 0,-1-1 0,2 0 0,0 0 0,0 0 0,0-1 0,1-1 0,0 1 0,1-1-1,0-1 1,0 0 0,0 0 0,1-1 0,-1-1 0,1 1 0,10 1-83,-13-6 24,-1-1-1,1 0 1,-1 0-1,0 0 1,1-1-1,-1 0 1,0-1-1,0 1 1,0-1 0,0-1-1,-1 1 1,1-1-1,-1-1 1,0 1-1,0-1 1,0 0 0,-1 0-1,0 0 1,0-1-1,0 0 1,-1 0-1,0 0 1,0-1-1,0 1 1,-1-1 0,0 0-1,0 0 1,-1 0-1,0-1 1,0 1-1,0 0 1,-1-1-1,-1 1 1,1-1 0,-1 1-1,0-1 1,-1 1-1,1-1 1,-2-2-24,0 3-7,0 0 1,-1 0-1,0 1 1,0-1 0,0 0-1,-1 1 1,0 0-1,0 0 1,-1 0-1,0 0 1,0 1-1,0 0 1,0 0-1,-1 0 1,0 1-1,0-1 1,0 1 0,-1 1-1,1-1 1,-1 1-1,0 1 1,0-1-1,0 1 1,0 0-1,0 1 1,0-1-1,-1 1 1,1 1 0,0-1-1,-1 2 1,1-1-1,-1 1 1,1 0-1,0 0 1,0 1-1,0-1 1,0 2-1,0-1 1,0 1-1,0 0 1,1 1 0,-1 0-1,1 0 1,0 0-1,-5 4 7,5-2-126,0 0 0,0-1 0,1 2 0,0-1 0,0 1 0,0-1 0,1 2-1,0-1 1,0 0 0,1 1 0,0-1 0,0 1 0,1 0 0,0 0 0,0 0 0,1 0 0,0 0 0,0 1 0,1-1-1,0 0 1,1 0 0,0 1 0,0-1 0,1 3 126,3-7-398,0 0-1,1 0 0,-1 0 1,1-1-1,0 0 1,0 0-1,0 0 1,0-1-1,0 0 0,1 0 1,-1 0-1,1-1 1,-1 0-1,1 0 0,0-1 1,-1 0-1,1 0 1,0 0-1,-1-1 1,1 0-1,-1-1 0,1 1 1,-1-1 398,11-2-262,-1-1 0,0 0 0,-1-1 0,1-1 0,-1-1 0,-1 0 0,1 0 0,-1-2 0,-1 0 0,0 0 0,0-1 0,-1-1 0,-1 0 0,0-1 0,0 0 0,0-2 262,-9 13 87,0 0 0,0 0 0,0 0-1,0-1 1,-1 1 0,1-1 0,-1 1 0,1-1-1,-1 0 1,0 1 0,0-1 0,0 0 0,0 0-1,-1 0 1,1 0 0,-1 0 0,0 0-1,1 0 1,-1 0 0,-1 0 0,1 0 0,0 1-1,-1-1 1,1 0 0,-1 0 0,0 0 0,0 0-1,0 1 1,-1-1 0,1 0 0,0 1 0,-1-1-1,0 1 1,0-1 0,0 1 0,0 0-1,0 0 1,0 0 0,-1 0-87,-42 5 7730,29 60-4442,21-37-2965,1 0 0,2 0-1,0-1 1,1 0 0,2 0-1,0-1 1,2-1-1,1 0 1,0 0 0,2-2-1,12 15-322,-17-22 72,26 37-2,-18-28-60,-1 0 0,-1 0-1,-1 2 1,-1 0 0,-1 1 0,-2 0-1,0 1 1,-2 0 0,-1 1 0,-1 0 0,3 24-10,-10-36 1,0-1 0,-1 0 1,-1 1-1,0-1 0,-1 0 1,-1 0-1,0 0 1,-1 0-1,-1-1 0,-1 5-1,4-14 8,-1-1 0,1 1 0,-1 0 0,0-1-1,0 1 1,-1-1 0,1 0 0,-1 0 0,0 0-1,0-1 1,0 1 0,-1-1 0,1 0 0,-1 0-1,0-1 1,1 1 0,-1-1 0,0 0 0,-1 0-1,1-1 1,0 1 0,0-1 0,-1-1 0,1 1 0,-1-1-1,1 1 1,0-2 0,-1 1 0,1 0 0,-2-2-8,2 0 14,-1-1 0,1-1 0,0 1 0,0-1 1,0 0-1,1 0 0,-1 0 0,1-1 1,0 0-1,0 0 0,1 0 0,-1 0 1,1 0-1,0-1 0,1 1 0,-1-1 0,1 0 1,0 0-1,1 0 0,-1 0 0,1 0 1,0 0-1,1 0 0,0 0 0,0 0 0,0-1 1,1-4-15,-1-47 8,3 1 1,3 0 0,2 0 0,2 0 0,3 1-1,2 1 1,3 0 0,9-16-9,26-94-120,-44 136 19,-2 0 0,0-1 0,-3 0 0,0-1 0,-2 1 0,-1-1 0,-3-24 101,3 54 3,-1-1 0,0 1 0,1 0 0,-1-1 0,0 1 0,0-1 0,0 1 0,0 0 0,0-1 0,0 1 0,0-1 0,-1 1 0,1 0 0,0-1 0,-1 1 0,1 0 0,-1-1 0,1 1 0,-1 0 0,0 0 0,0-1 0,1 1 0,-1 0 0,0 0 0,0 0 0,0 0-1,0 0 1,0 0 0,-1 0 0,1 1 0,0-1 0,0 0 0,0 1 0,-1-1 0,1 0 0,0 1 0,-1 0 0,1-1 0,-1 1 0,1 0 0,0 0 0,-1-1 0,1 1 0,-1 0 0,1 1 0,0-1 0,-1 0 0,1 0 0,-1 1 0,1-1 0,0 0 0,-1 1 0,1-1-1,0 1 1,0 0 0,-1-1 0,1 1 0,0 0 0,0 0 0,0 0 0,0 0 0,0 0 0,0 0-3,-3 7 15,2 1 0,-1-1 0,1 1 0,0-1-1,1 1 1,0-1 0,0 1 0,1 0 0,0 0 0,0-1 0,1 1-1,0 0 1,1-1 0,0 1 0,0-1 0,1 1 0,0-1 0,1 0-1,-1 0 1,2 0 0,-1-1 0,1 0 0,0 1 0,0-2 0,1 1-1,0 0 1,0-1 0,1-1 0,0 1 0,0-1 0,0 0 0,0 0-1,1-1 1,0 0 0,0 0 0,2 0-15,142 6 114,-148-11-126,1 0 0,-1 0 0,0 0 0,1-1 0,-1 1-1,0-1 1,0 0 0,0 0 0,0-1 0,0 1 0,-1-1 0,1 0 0,-1 0 0,0 0-1,1 0 1,-1-1 0,-1 1 0,1-1 0,-1 0 0,1 0 0,-1 0 0,0 0-1,0 0 1,-1 0 0,1-1 0,-1 1 0,0 0 0,0-1 0,-1 1 0,1-1 0,-1-2 12,1 1-41,0 1 0,0-1 0,-1 1 0,0-1 0,0 1 0,-1-1 0,1 1 0,-1-1 0,0 1 0,-1 0 1,1-1-1,-1 1 0,0 0 0,0 0 0,-1 0 0,1 0 0,-1 1 0,0-1 0,-1 1 0,1-1 0,-1 1 0,1 0 1,-1 1-1,-1-1 0,0 0 41,0 19 6,10 0 32,-1-1 0,2 1 0,0-1 0,0-1 0,1 1 0,1-1 0,1-1 0,-1 1 0,2-1 0,0-1 0,0 0-1,1 0 1,0-1 0,1 0 0,0-1 0,10 5-38,90 7 299,-109-23-295,-1 0 1,0 0-1,0 0 0,0-1 1,0 1-1,0-1 1,-1 1-1,1-1 0,-1 1 1,0-1-1,1 0 0,-1 0 1,0 1-1,-1-1 1,1 0-1,-1 0 0,1 0 1,-1 0-1,0 0 0,0 0 1,0 0-1,0 0 1,0 0-1,-1 0 0,0 0 1,1 0-1,-2-1-4,2-10-25,-1 2 17,-1 1-1,0 0 0,0-1 1,-1 1-1,-1 0 0,0 0 1,0 1-1,-1-1 0,0 1 1,-1 0-1,0 1 0,-1-1 1,0 1-1,0 0 0,-1 1 1,0 0-1,-1 0 0,0 1 1,0 0-1,-1-1 9,8 7-15,0 0 0,0 0 1,0 0-1,-1 0 0,1 0 0,0 1 0,0-1 1,0 1-1,-1-1 0,1 1 0,0 0 0,-1 0 1,1 0-1,0 0 0,-1 0 0,1 0 0,0 1 1,0-1-1,-1 1 0,1-1 0,0 1 0,0 0 1,0 0-1,0 0 0,0 0 0,0 0 1,0 1-1,0-1 0,0 1 0,1-1 0,-1 1 1,1 0-1,-1-1 0,1 1 0,-1 0 0,1 0 1,0 0-1,0 0 0,0 0 0,0 0 0,0 0 1,1 1-1,-1-1 0,1 0 0,-1 0 1,1 1-1,0 0 15,-20 112-5218,38-71-4640,6-37 7825</inkml:trace>
  <inkml:trace contextRef="#ctx0" brushRef="#br0" timeOffset="1121.343">1462 752 184,'0'0'10384,"0"0"-5153,0 0-3740,0 0-973,0 0 82,0 21 49,0 70-130,-1-83-483,1 1 0,0-1 0,1 1 0,0-1 1,0 1-1,1-1 0,0 0 0,0 0 0,1 1 0,0-2 0,1 1 0,-1 0 0,1-1 0,1 1 0,0-1 0,0 0 0,0-1 1,1 1-1,0-1 0,2 2-36,-2-75-3164,-6 39 2780,-2 23 334,1 0 1,-1 0-1,1-1 1,1 1-1,-1 0 0,1 0 1,0-1-1,0 1 1,1 0-1,-1-1 0,1 1 1,0 0-1,1 0 0,-1 0 1,1 0-1,0 0 1,0 0-1,1 0 0,-1 1 1,1-1-1,0 1 1,0 0-1,1 0 0,-1 0 1,1 0-1,0 0 1,0 1-1,0 0 0,0 0 1,1 0-1,-1 0 0,1 1 1,0-1-1,2 0 50,-2 3 17,-1-1 0,1 0 0,0 1 0,-1 0 0,1 0 0,-1 0 0,1 1-1,0 0 1,-1 0 0,1 0 0,-1 0 0,0 0 0,1 1 0,-1 0 0,0 0 0,0 0 0,0 1-1,0-1 1,-1 1 0,1 0 0,-1 0 0,1 0 0,-1 1 0,0-1 0,0 1 0,0-1 0,-1 1 0,0 0-1,1 0 1,-1 1-17,49 144 1527,-38-98-1175,16 23 85,-19-105 326,-11-48-694,-1 62-66,1-1 1,0 1-1,1 0 1,1-1-1,1 1 1,1 0-1,0 0 1,1 0-1,1 0 1,0 1-1,2-1-3,-6 14-6,0 1 0,1 0 0,-1 0 0,0 1 0,1-1-1,-1 0 1,1 0 0,0 1 0,0-1 0,-1 1 0,1-1 0,0 1 0,0 0 0,1 0 0,-1 0 0,0 0-1,0 0 1,0 0 0,1 1 0,-1-1 0,0 1 0,1 0 0,-1-1 0,0 1 0,1 0 0,-1 0-1,0 1 1,1-1 0,-1 0 0,0 1 0,1-1 0,-1 1 0,0 0 0,0 0 0,0 0 0,1 0 0,-1 0-1,0 0 1,0 1 0,-1-1 0,1 1 0,0-1 0,0 1 0,-1 0 0,1-1 0,-1 1 0,1 0 0,-1 0-1,0 0 1,0 0 0,1 2 6,38 69-131,-36-62 175,0 0 0,0 0 1,1 0-1,0-1 1,1 1-1,0-1 0,1-1 1,0 1-1,1-1 1,-1-1-1,2 1 0,-1-1 1,1 0-1,0-1 1,1 0-1,0-1 1,0 0-1,0-1 0,1 1 1,0-2-1,0 0 1,0 0-1,0-1 0,1 0 1,-1-1-1,3 0-44,-7-2 23,1 0-1,-1 0 0,1-1 1,-1 0-1,0 0 0,0 0 1,1-1-1,-1-1 0,0 1 1,0-1-1,-1 0 1,1 0-1,-1-1 0,1 0 1,-1 0-1,-1-1 0,1 1 1,0-1-1,-1 0 0,0-1 1,0 1-1,-1-1 1,1 0-1,-1-1 0,-1 1 1,1-1-1,-1 1 0,0-1 1,-1 0-1,1 0 1,-1 0-1,-1 0 0,1-1 1,-1 1-1,0-7-22,-1 9 69,1 1-1,-1-1 1,1 1 0,-2-1-1,1 0 1,0 1 0,-1-1 0,0 1-1,0-1 1,0 1 0,0 0-1,-1-1 1,0 1 0,0 0-1,0 0 1,0 0 0,0 0 0,-1 1-1,0-1 1,0 1 0,0-1-1,0 1 1,-1 0 0,1 0-1,-1 0 1,1 1 0,-1-1 0,0 1-1,0 0 1,-1 0 0,1 0-1,0 1 1,0-1 0,-1 1-1,1 0 1,-1 1 0,1-1 0,-1 1-1,-1 0-68,4-1 29,0 0 0,-1 1 0,1-1 0,0 1 0,0 0 0,-1 0 0,1 0 0,0 0 0,0 0 0,-1 1 0,1-1 0,0 0 0,0 1 0,-1 0 0,1 0 0,0-1 0,0 1 0,0 0 0,0 1 0,0-1 0,0 0 0,1 1 0,-1-1 0,0 1 0,1-1 0,-1 1 0,1 0 0,-1-1 0,1 1 0,0 0 0,0 0 0,0 0 0,0 0 0,0 1 0,0-1 0,0 0 0,1 0 0,-1 0 0,1 1 0,0-1 0,-1 0 0,1 0 0,0 1 0,0-1 0,1 0 0,-1 0 0,0 1 0,1-1 0,0 0 0,-1 0 0,1 0-29,0 5 17,-1 0 1,2-1-1,-1 0 0,1 1 0,0-1 1,0 0-1,0 0 0,1 0 0,0 0 1,0 0-1,1 0 0,0-1 1,0 0-1,0 0 0,0 0 0,1 0 1,0-1-1,0 1 0,0-1 0,1-1 1,-1 1-1,1-1 0,0 0 0,0 0 1,0 0-1,0-1 0,0 0 0,1 0 1,-1-1-1,1 0-17,16 5-15,0-1 0,1-1 0,0-2 0,0 0-1,-1-1 1,1-2 0,23-2 15,-41 0-201,1 0 0,-1 0 0,1-1 0,-1 1 0,0-1 0,-1-1 0,1 1 0,-1-1 0,0 0-1,0 0 1,0 0 0,-1-1 0,1 0 0,-1 0 0,-1 0 0,1 0 0,-1-1 0,0 1 0,-1-1 0,0 0 0,0 0 0,0 1-1,-1-1 1,0-1 0,0 1 0,0 0 0,-1 0 0,0 0 0,-1 0 0,0 0 0,0 0 0,0 0 0,-1 0 0,-2-4 201,4-8-275,-50-217-4135,-51 11 4832,72 169 1176,-2 2 0,-3 1 1,-2 1-1,-39-43-1598,50 90 2336,29 53-1839,13 18 111,4-1 1,2-1 0,3-1 0,16 24-609,-7-11 525,232 469 2616,-242-513-3202,-25-31-34,0-4-433,-2-8-764,-1 1 0,0 0 0,0-1 0,-2 2 0,1-1 0,-1 0 0,0 1 1,-1 0-1,0 0 0,-1 0 0,0 1 0,-1-1 1292,-16-23-4516,1 0 2483</inkml:trace>
  <inkml:trace contextRef="#ctx0" brushRef="#br0" timeOffset="1545.222">2569 794 3345,'0'0'2526,"0"0"-737,0 0 2065,0 0-1600,0 0-1099,23-1-87,191-9 1457,-211 10-2489,10-1 115,1 0-1,-1 0 1,1 1 0,-1 1-1,1 0 1,-1 1-1,1 1 1,-1 0 0,0 1-1,0 0 1,-1 1-1,1 0 1,-1 1 0,0 0-1,-1 1 1,1 1 0,5 4-151,-14-9 82,49 77 1264,-52-80-1227,0 0-43,0-17-8,1 4-258,0 1 1,1-1 0,0 1 0,1-1 0,1 1 0,0 0-1,0 0 1,1 0 0,1 1 0,0-1 0,0 1 0,2 1 0,-1-1-1,1 1 1,0 1 0,1-1 0,0 1 0,4-2 189,-12 10 4,1-1 0,0 1 0,0-1 0,0 1 0,-1 0 0,1-1 0,0 1 0,1 0 0,-1 0 0,0 0 0,0 1 0,0-1 0,1 1 0,-1-1 0,0 1 0,0 0 0,1-1 0,-1 1 0,0 0 0,1 1 0,-1-1 0,0 0 0,1 1 0,-1-1 0,0 1 0,0 0 0,0 0 0,0-1 0,1 2 0,-1-1 0,0 0 0,-1 0 0,1 1 0,0-1 0,0 1 1,0-1-1,-1 1 0,1 0 0,-1-1 0,1 3-4,47 90 1863,-40-71-1159,50 100 906,-57-123-1643,0 1 0,0-1 1,-1 0-1,1 0 0,0 0 0,0 0 0,0 0 0,0 0 0,0 0 1,0-1-1,0 1 0,-1-1 0,1 1 0,0-1 0,0 0 1,-1 1-1,1-1 0,0 0 0,-1 0 0,1-1 0,-1 1 0,1 0 1,-1 0-1,0-1 0,1 1 0,-1-1 0,0 1 0,0-1 1,0 1-1,0-1 0,0 0 0,0 1 0,-1-1 0,1 0 0,-1 0 1,1 0-1,-1 1 0,1-1 0,-1 0 0,0 0 0,0 0 1,0 0-1,0 0 0,0 0 0,-1 0 0,1 0 33,9-48-5984,-5-6-6241</inkml:trace>
  <inkml:trace contextRef="#ctx0" brushRef="#br0" timeOffset="1780.102">3048 212 15811,'0'0'3041,"0"0"-2193,0 0 384,0 0 1041,0 0-1321,0 0-224,0 0-560,3 0-72,6 0-88,4 0-16,-1 2-448,-2 25-1528,-5 0-2497,-3-1-3665</inkml:trace>
  <inkml:trace contextRef="#ctx0" brushRef="#br0" timeOffset="2516.332">3641 701 9874,'0'0'8194,"0"0"-5463,0 0-2111,0 0-365,0 0 245,0 0 30,4 10-212,13 31-64,-17-40-249,0-1 0,0 1 0,1 0 0,-1 0 1,0 0-1,1-1 0,-1 1 0,1 0 0,-1 0 1,1-1-1,-1 1 0,1-1 0,-1 1 0,1 0 1,0-1-1,-1 1 0,1-1 0,0 1 0,-1-1 1,1 1-1,0-1 0,0 0 0,-1 1 0,1-1 1,0 0-1,0 0 0,0 0 0,0 1 0,-1-1 1,1 0-1,0 0 0,0 0 0,0 0 0,0-1 1,0 1-1,-1 0 0,1 0 0,0 0 0,0-1 1,0 1-1,-1 0 0,1-1 0,0 1 0,0-1 1,-1 1-1,1-1 0,0 1 0,-1-1 0,1 1 0,-1-1 1,1 0-1,0 1 0,-1-1 0,1 0 0,-1 1 1,0-1-1,1 0 0,-1 0 0,0 1 0,1-1 1,-1 0-1,0 0 0,0 0 0,0 0 0,0 1 1,0-1-1,0 0 0,0 0-5,1-4 5,-1 0 0,0 0 1,-1 1-1,1-1 0,-1 1 0,0-1 0,0 0 0,0 1 0,-1-1 1,1 1-1,-1 0 0,0 0 0,-1-1 0,1 1 0,-1 1 1,1-1-1,-1 0 0,-1 1 0,1-1 0,0 1 0,-1 0 0,1 0 1,-1 0-1,0 1 0,0-1 0,0 1 0,0 0 0,-1 0 1,1 0-1,0 1 0,-1-1 0,0 1 0,1 0 0,-1 1 0,1-1 1,-1 1-1,-3 0-5,2 3 56,1 0 0,0 0 0,1 1 0,-1 0 0,0 0 0,1 0 0,0 0 0,0 1 0,0 0 0,1 0 0,0 0-1,-1 0 1,2 0 0,-1 1 0,1-1 0,0 1 0,0-1 0,0 1 0,1 0 0,0 0 0,0 0 0,0 0 0,1 0 0,0 0 0,0 0 0,0 0 0,1 0 0,0 0 0,0 0 0,1 2-56,-2-2 38,2 4-24,0 0-1,1 1 1,0-1-1,1 0 0,0 0 1,0 0-1,1-1 0,0 0 1,1 0-1,0 0 1,0 0-1,1-1 0,0 0 1,1 0-1,-1-1 0,2 0 1,-1-1-1,1 1 1,0-2-1,0 1 0,0-1 1,1-1-1,0 1 0,0-2 1,0 1-1,0-2 0,0 1 1,1-1-1,-1-1 1,1 0-1,0 0 0,-1-1 1,1 0-1,0-1 0,-1-1 1,1 1-1,-1-1 1,5-2-14,-8 1-48,0 0 1,-1 0 0,1-1 0,-1 0 0,0 0-1,0 0 1,0-1 0,-1 0 0,0 0 0,0 0-1,0-1 1,0 0 0,-1 1 0,0-2 0,0 1-1,0 0 1,-1-1 0,0 0 0,-1 0-1,1 0 1,-1 0 0,-1 0 0,1 0 0,-1 0-1,0-1 1,-1 1 0,0 0 0,0-1 0,0 1-1,-1 0 1,0 0 0,-1-1 0,0 1 0,0 0-1,0 0 1,-1 0 0,0 1 0,0-1 0,-1 1-1,1-1 1,-2 1 0,1 0 0,-2-1 47,6 7 1,-1-1 1,1 1-1,-1-1 0,1 1 1,-1 0-1,0-1 0,1 1 1,-1 0-1,0-1 1,1 1-1,-1 0 0,0 0 1,1-1-1,-1 1 1,0 0-1,0 0 0,1 0 1,-1 0-1,0 0 0,0 0 1,1 0-1,-1 0 1,0 1-1,1-1 0,-1 0 1,0 0-1,1 1 1,-1-1-1,0 0 0,1 1 1,-1-1-1,0 0 0,1 1 1,-1-1-1,1 1 1,-1-1-1,1 1 0,-1-1 1,1 1-1,-1 0 0,1-1 1,0 1-1,-1-1 1,1 1-1,0 0 0,0-1 1,-1 1-1,1 0 1,0-1-1,0 1 0,0 0 1,0 0-1,0-1 0,0 1 1,0 0-1,0 0 1,0-1-1,0 1 0,0 0 1,0-1-1,1 1 1,-1 0-1,0-1 0,0 1 1,1 0-1,-1-1 0,0 1 1,1 0-2,3 57 509,-1-50-485,-1-1 1,1 0-1,0 0 1,1 0-1,-1 0 1,1-1-1,1 0 1,-1 1-1,1-2 0,0 1 1,1 0-1,-1-1 1,1 0-1,0 0 1,0-1-1,1 0 1,-1 0-1,1 0 1,0-1-1,0 0 1,0 0-1,1-1 1,-1 0-1,0 0 1,1 0-1,0-1 1,-1-1-1,1 1 1,0-1-1,-1 0 1,1-1-1,0 0 1,1 0-25,-5-3 1,0 1 0,-1-1 0,1 0 0,-1 0 0,0 0 0,0 0 0,0-1 0,-1 1 0,1-1 0,-1 0 0,0 0 0,-1 1 0,1-1 0,-1 0 0,0-1 0,0 1 0,-1 0 0,1 0 0,-1 0 0,0 0 0,-1 0 0,1-1 0,-1 1 0,0 0 0,0 0 0,-2-3-1,0-1-11,-1 0-1,-1 0 1,0 1-1,0-1 1,-1 1 0,1 0-1,-2 1 1,1 0-1,-1 0 1,0 0-1,-1 0 1,0 1-1,0 1 1,0-1-1,0 2 1,-1-1-1,0 1 1,0 0-1,0 0 1,-1 1-1,1 1 1,-1 0-1,1 0 1,-1 1-1,0 0 1,0 0-1,1 1 1,-1 0-1,0 1 1,0 1-1,-8 1 12,13-1-5,-1 1 0,1-1-1,0 1 1,0 0-1,0 1 1,0-1 0,1 1-1,-1 0 1,1 0-1,0 1 1,0-1 0,1 1-1,-1 0 1,1 0-1,0 0 1,0 0 0,1 1-1,0-1 1,0 1 0,0-1-1,0 1 1,1 0-1,0 0 1,0-1 0,1 1-1,-1 0 1,1 0-1,1 0 1,-1 0 0,1 0-1,0 2 6,0-5-202,0 0-1,0 0 0,0 0 0,1-1 1,-1 1-1,1 0 0,0-1 1,-1 1-1,1-1 0,0 1 1,1-1-1,-1 0 0,0 0 1,1 0-1,-1 0 0,1 0 0,-1 0 1,1-1-1,0 1 0,0-1 1,0 0-1,0 0 0,0 0 1,2 0 202,92 5-13138,-56-6 11091</inkml:trace>
  <inkml:trace contextRef="#ctx0" brushRef="#br0" timeOffset="2764.021">4116 723 7106,'0'0'1752,"0"0"3074,0 0-2408,0 0-1042,0 0 441,0 0 1162,19 22-997,100 118 150,-113-135-2099,-1 0 0,1 0-1,0-1 1,0 1-1,0-1 1,1-1 0,-1 1-1,1-1 1,0 0 0,0-1-1,0 1 1,0-1 0,0-1-1,1 0 1,-1 0-1,0 0 1,1-1 0,-1 0-1,1 0 1,-1-1 0,1 1-1,-1-2 1,0 1 0,0-1-1,0-1 1,0 1-1,0-1 1,0 0 0,0 0-1,-1-1 1,0 0 0,1 0-1,-2-1 1,3-2-33,9-35-3923,-17-5-4636,-1 31 4477,-1-20-1195</inkml:trace>
  <inkml:trace contextRef="#ctx0" brushRef="#br0" timeOffset="3844.499">4849 456 6329,'0'0'1753,"0"0"3256,0 0-2651,0 0-1646,0 0-87,0 0 313,-20 12-119,-62 37-275,79-47-494,0-1 1,0 1-1,0 0 1,0-1-1,1 1 1,-1 1 0,1-1-1,-1 0 1,1 0-1,0 1 1,0 0-1,0-1 1,1 1-1,-1 0 1,0 0 0,1 0-1,0 0 1,0 0-1,0 0 1,0 0-1,0 0 1,0 1-1,1-1 1,0 0-1,0 0 1,0 1 0,0-1-1,0 0 1,0 1-1,1-1 1,0 1-51,53 19 338,35-6-14,-73-15-312,1 0 0,-1 0 0,0 2-1,0 0 1,-1 1 0,1 0 0,-1 2 0,0 0-1,-1 0 1,0 1 0,8 6-12,-20-12 11,-1-1 0,1 1 0,0-1-1,-1 1 1,1 0 0,-1 0 0,0-1 0,1 1 0,-1 0 0,0 0 0,0 1 0,0-1-1,-1 0 1,1 0 0,0 0 0,-1 0 0,0 1 0,1-1 0,-1 0 0,0 1 0,0-1-1,0 0 1,0 0 0,-1 1 0,1-1 0,-1 0 0,1 0 0,-1 1 0,0-1 0,0 0-1,0 0 1,0 0 0,0 0 0,0 0 0,-1 0 0,1 0 0,-1-1 0,1 1-1,-1 0 1,0-1 0,1 1 0,-1-1 0,0 0 0,0 0 0,-2 2-11,-95 49 1209,78-45-1098,-1-1 0,1-1 0,-1-1 0,0-1 1,-1-1-1,1-1 0,0 0 0,-14-3-111,-49-18-8083,47 7-2499</inkml:trace>
  <inkml:trace contextRef="#ctx0" brushRef="#br0" timeOffset="4595.557">2136 301 5337,'0'0'982,"0"0"361,0 0 2597,0 0-1556,0 0-961,0 0 16,-7-16 3614,-14 212-2157,-25-75-4737,29-93-3503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2:38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79 880 6313,'0'0'6835,"0"0"-4244,0 0-1424,0 0-84,0 0 482,0 0-124,-12-10-586,-53-46 36,73 91 97,-5-31-945,0 0 0,1 0 0,0-1 0,0 0 0,0 1-1,0-1 1,0-1 0,1 1 0,-1-1 0,1 1 0,-1-1 0,1-1 0,0 1 0,0-1 0,0 0-1,0 0 1,0 0 0,3 0-43,-12-26 354,1 20-356,-1 0 1,1 0 0,-1 0 0,0 1-1,0-1 1,0 1 0,-1 0 0,1 0-1,-1 1 1,0-1 0,0 1 0,-1 0-1,1 0 1,-1 1 0,1 0 0,-1 0-1,-5-1 2,9 41-626,17 3-2501,-12-37 2301,1-1 0,0 1 0,-1-1-1,1 0 1,1 0 0,-1 0 0,0-1 0,1 1 0,-1-1 0,1 0 0,0 0 0,0-1 0,0 0 0,0 1 0,0-2 0,0 1 0,0 0 0,2-1 826,21 1-914</inkml:trace>
  <inkml:trace contextRef="#ctx0" brushRef="#br0" timeOffset="750.309">541 878 1632,'0'0'5252,"0"0"281,0 0-2959,0 0-1566,14-26-118,78-156 1345,-79 153-2045,-1-1 0,-1 0-1,-2-1 1,-1-1 0,-2 1 0,0-1 0,-3 0-1,0 0 1,-2 0 0,-3-26-190,-3 40 9,-1 0 0,0 1 0,-2 0 0,0 0 0,0 1 1,-2 0-1,0 0 0,-1 1 0,0 0 0,-1 1 0,-1 1 0,0 0 0,-1 0 1,-1 1-1,0 1 0,0 1 0,-1 0 0,0 1 0,-6-3-9,-40-6 87,56 60-52,10 8 323,3 0 1,1 0 0,3-1 0,2 0-1,2-1 1,18 39-359,2 13 751,-13-29-314,-14-39-307,1 0 0,2 0 0,1-1 0,2-1-1,0 0 1,2-1 0,2 0 0,16 20-130,-10-135-973,-23 79 946,1 0 0,0 0 0,0 0 0,1 0 0,0 0 0,0 1 0,1-1 0,0 1 0,0 0 0,0 0 0,1 0 0,0 1 0,0 0 0,0 0 0,1 0 0,-1 0 0,1 1 0,0 0 0,1 0 0,-1 1 0,1 0 0,-1 0 0,1 0 0,0 1 0,0 0 0,0 0 0,0 1 0,1 0 0,-1 0 0,0 1 0,0-1 0,1 2 0,-1-1 0,4 2 27,-2 4 5,0 0 0,-1 1 0,0 1 0,-1-1-1,0 1 1,0 1 0,0-1 0,-1 1 0,0 0 0,-1 1 0,0-1-1,-1 1 1,1 0 0,-2 0 0,0 1 0,0-1 0,-1 1 0,0-1 0,0 1-1,-1 3-4,43 147 1285,-41-159-1299,0 0 0,-1 0 0,1 0 0,0 0 0,0 0 0,0 0 0,0-1 1,0 0-1,1 1 0,-1-1 0,0-1 0,1 1 0,-1 0 0,1-1 0,-1 1 0,0-1 1,1 0-1,-1 0 0,1-1 0,-1 1 0,1-1 0,-1 1 0,0-1 0,1 0 0,-1-1 0,0 1 1,0 0-1,0-1 0,0 0 0,0 1 0,0-1 0,0-1 0,-1 1 0,1 0 0,-1-1 1,1 1-1,-1-1 0,0 1 0,0-1 0,0 0 0,0 0 0,-1 0 0,1 0 14,15-35-3243,-6 2-3524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2:35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28 6369,'0'0'1409,"0"0"2094,0 0-1136,0 0-1044,0 0-308,0 8-184,-23 359 6314,4-171-5750,9 256-456,17-426-1043,-7-26 107,0 0-6,0-12-21,-27-232-916,22-350-796,6 567 1630,0 1 1,2 0-1,1 0 1,1 0-1,2 0 0,0 1 1,9-20 105,21 164 1384,16 18-618,7-2 1,5-4-1,6-2 0,6-3 1,61 73-767,-80-102-20,-58-97 26,0 0 4,0 0 8,0 0 36,-18-12-114,-14-34-3847,10-5-7349,20 47 10127,-8-19-4243</inkml:trace>
  <inkml:trace contextRef="#ctx0" brushRef="#br0" timeOffset="411.42">38 717 5265,'0'0'1027,"0"0"-715,0 0 156,0 0 1149,0 0-13,0 0-629,-6 2-152,-25 19 1989,70-19-1182,313-26 2813,-344 22-5533,26-2 3270,-23 3-6297,2 1-6386,-13 0 9554</inkml:trace>
  <inkml:trace contextRef="#ctx0" brushRef="#br0" timeOffset="1066.26">888 608 7274,'0'0'562,"0"0"349,0 0 1520,0 0-904,0 0-752,0 0 73,18 1 151,275-8 2429,-175 4-3264,-97 26-1026,-23-14-2456,-5-5-4290,-4-4 6142</inkml:trace>
  <inkml:trace contextRef="#ctx0" brushRef="#br0" timeOffset="1464.089">1021 748 5721,'0'0'1595,"0"0"1845,0 0-1488,0 0-800,0 0-187,0 0 176,13 2-66,341-10 5194,-264 5-5203,-68 3-2896,16 0-9218,-29 0 4959</inkml:trace>
  <inkml:trace contextRef="#ctx0" brushRef="#br0" timeOffset="2252.863">1893 195 5249,'0'0'923,"0"0"-524,0 0-327,0 0 660,0 0 2242,0 0-1272,-8-10-630,-27-28-35,27 57 1102,82 277 4928,-60-241-6315,-3-7-514,2 0-1,1-1 0,3-1 0,2-1 0,2 0 1,2-1-1,3 1-237,8-10-66,-34-63-595,-39-142-1447,39 167 2084,-1 0 0,1 0 0,0 0 0,0 0 0,1 0 0,-1 0 1,0-1-1,1 1 0,0 0 0,0 0 0,0 0 0,0 1 0,0-1 1,0 0-1,1 0 0,0 0 0,-1 1 0,1-1 0,0 1 1,0 0-1,0-1 0,1 1 0,-1 0 0,0 0 0,1 0 0,-1 0 1,1 1-1,0-1 0,0 1 0,0 0 0,0 0 0,-1 0 0,1 0 1,1 0-1,-1 0 0,0 1 0,0 0 0,0-1 0,0 1 0,0 0 1,0 1-1,0-1 0,1 0 0,-1 1 24,12-1-10,-1 0-1,1 1 1,-1 1-1,1 0 1,-1 1-1,0 0 1,0 1 0,0 1-1,0 0 1,-1 1-1,0 0 1,0 1-1,-1 1 1,0 0 0,0 0-1,0 1 1,-2 1-1,1 0 1,-1 1 0,0 0-1,-1 0 1,1 3 10,-2-5-9,-1 1 1,0 0 0,-1 0 0,0 0 0,0 1 0,-1 0 0,-1 0-1,1 1 1,-2-1 0,0 1 0,0 0 0,-1-1 0,-1 1-1,0 0 1,0 1 0,-1-1 0,-2 6 8,-1-13 10,-1-1-1,0 1 1,-1-1-1,1 1 1,-1-1-1,0 0 1,0-1 0,0 1-1,0-1 1,0 0-1,-1-1 1,0 1-1,1-1 1,-1 0 0,0 0-1,0-1 1,0 0-1,0 0 1,-1 0 0,1-1-1,0 0 1,-1 0-10,5 0 9,-238 7 434,237-7-485,1 0 1,0 0 0,-1 0 0,1-1-1,-1 1 1,1-1 0,0 1 0,-1-1-1,1 0 1,0 0 0,0 0 0,0 0-1,-1 0 1,1 0 0,0 0 0,0-1-1,1 1 1,-1-1 0,0 0 0,0 1-1,1-1 1,-1 0 0,1 0 0,0 0-1,-1 0 1,1 0 0,0 0 0,0-1-1,0 1 1,1 0 41,2-21-3785,12-1-3551,6 1-2278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2:43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6177,'0'0'2175,"0"0"1949,0 0-1840,0 0-1302,0 0-387,1 0 3433,12 2-3619,146-5 2136,1 0-3709,-159 3-651,-6 0-5090,-11 0 2111,0 0 2154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2:43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6329,'0'0'1455,"0"0"2194,0 0-1255,0 0-840,24-1-210,179-11 2807,-128 22-4093,-50-4-2417,-8-9-4267,0-6-2914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3:04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4297,'0'0'2979,"0"0"2489,0 0-2521,0 0-1592,0 0-401,2-8-238,6-33 910,0 46-598,3 185 168,-13-124-968,2 30-160,51-91 75,177-47 36,-117 58-7020,-144-78-3269,22 39 8630</inkml:trace>
  <inkml:trace contextRef="#ctx0" brushRef="#br0" timeOffset="352.214">240 35 7114,'0'0'1204,"0"0"1388,0 0-218,0 0-589,0 0-817,0 0-200,4 9 607,58 165 4603,-12 115-2965,-28-135-2443,-12-126-4041,-5-72-3807,-3-3-1310,-1 2 5137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3:0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7834,'0'0'1547,"0"0"2738,0 0-2233,0 0-1396,0 0 8,0 0-68,7 4 127,12 3-376,-1-1 0,1 0 0,0-2 0,0 0 0,0-1 0,1-1 0,-1 0 0,0-2 0,1 0 0,-1-2-1,1 0 1,16-4-347,81-2-107,-126 28-7224,-11-7 1236,-2-4 2853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3:0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6265,'0'0'3388,"0"0"1349,0 0-2439,0 0-1212,0 0-236,0 0 76,3 0 7,268-33 2775,-204 28-2823,-37 5-8775,-20 0 1825,-6 0 1329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4:0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23 667 7698,'0'0'770,"0"0"-523,0 0 36,0 0 981,0 0 197,0 0-225,-4-14-309,-10-55 147,9 6 3226,5 62-3861,0 1 105,0 0 56,0 0 31,0 0-211,0 0-75,55 691 5911,-31-384-5897,6 13-201,-15-1-18,-5 103 373,-32-225 794,22-197-1238,0 0-42,0 0 21,0 0 67,0 0 37,0 0-51,0 0-100,0 0 33,0 0-2,0 0-42,0 0 41,-1-36-955,-6-17-1984,-1 13-2501,-6-8-7328</inkml:trace>
  <inkml:trace contextRef="#ctx0" brushRef="#br0" timeOffset="4939.997">480 2874 7866,'0'0'332,"0"0"1751,0 0-509,0 4-721,1 8 550,14-11 8492,2-14-10759,106-163 1428,-121 244 1358,-1 319 1534,42-266-3096,-32-175-2462,-4 15-1380,0-1-3070</inkml:trace>
  <inkml:trace contextRef="#ctx0" brushRef="#br0" timeOffset="6352.699">297 44 7346,'0'0'1144,"0"0"1364,0 0 68,0 0-1011,0 0-619,0 0-295,21-13 1148,-9 7-1735,1 1 0,0 1 1,0 0-1,0 0 0,0 2 1,1-1-1,-1 2 0,1 0 1,0 1-1,-1 0 0,1 0 1,0 2-65,-1 69 632,-17-58-436,-1 0 1,0 0-1,-1 0 0,0-1 1,-1 1-1,-1-2 0,1 1 1,-2-1-1,0 0 0,0-1 1,-1 0-1,0 0 0,-1-1 1,0 0-197,121 15 822,-100-18-835,0 1 1,-1 1-1,0 0 0,0 0 0,-1 0 0,0 1 0,0 0 0,-1 1 0,0 0 0,-1 0 1,0 0-1,-1 1 0,0 0 0,0 0 0,-2 0 0,1 1 0,-1-1 0,-1 1 0,0 0 1,0-1-1,-1 5 13,-5-11 13,0 0 1,0 0 0,0-1 0,-1 1-1,1-1 1,-1 0 0,0 0 0,0 0-1,-1-1 1,1 0 0,-1 0 0,0 0-1,1-1 1,-1 0 0,0 0 0,-1 0-1,1-1 1,0 0 0,0 0 0,0-1 0,-1 1-1,-5-2-13,6 3 59,-159 2 1236,154-8-2718,19 11-4292,4 6-5058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4:46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7682,'0'0'3764,"0"0"-1576,0 0-936,0 0-327,0 0 417,0 0 66,19 0 306,348 35 3254,-24-32-4598,-368 12-4661,1-6-227,-1-2-2044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4:46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11106,'0'0'2896,"0"0"-743,22-2-708,171-8 3032,224 12-3256,-325-19-1343,-58-4-3226,-21 9-2325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4:47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35 11090,'0'0'2348,"0"0"-599,0 0-811,0 0-351,-23-6 209,-74-21 121,93 26-811,-1 1 1,0 0-1,1 0 0,-1 0 0,1 0 0,-1 1 0,0 0 0,1 0 0,-1 0 0,1 0 1,0 1-1,-1 0 0,1 0 0,0 0 0,0 0 0,0 0 0,0 1 0,1 0 1,-1 0-1,1 0 0,-1 0 0,1 1 0,0-1 0,0 1 0,1 0 0,-1 0 1,1 0-1,0 0 0,0 0 0,0 0 0,1 0 0,-1 1 0,1-1 0,0 1 1,0-1-1,0 1 0,1 0 0,0-1 0,0 1 0,0-1 0,0 1 0,2 4-106,-4 0 203,-1 2-127,1 1 1,0-1-1,0 1 1,1 0-1,0 0 1,1-1-1,1 1 1,0 0-1,0-1 1,1 1-1,1-1 1,0 1-1,0-1 1,1 0-1,1 0 1,0 0-1,0-1 1,1 0-1,0 0 1,1 0-1,0-1 1,1 0-1,-1 0 1,2-1-1,-1 0 1,1 0-1,1-1 1,3 2-77,3 0 20,1-1 1,-1-1-1,1-1 1,0 0-1,1-1 1,-1-1-1,1 0 1,0-2-1,0 0 1,0-1-1,0-1 0,0 0 1,0-1-1,0-2 1,0 1-1,9-4-20,-17 4 11,0-1-1,0 0 0,-1 0 0,1-1 0,-1 0 0,0-1 1,0 0-1,0 0 0,0-1 0,-1 0 0,0-1 1,0 1-1,-1-1 0,0-1 0,0 0 0,-1 0 0,0 0 1,0-1-1,-1 1 0,0-2 0,-1 1 0,0 0 0,0-1 1,-1 0-1,0 1 0,-1-1 0,0 0 0,0-1 0,-1-2-9,0 4-8,-1 0 1,0 0-1,0-1 1,-1 1 0,0 0-1,-1 0 1,1 0 0,-2 0-1,0 1 1,0-1-1,0 1 1,-1-1 0,0 1-1,-1 0 1,0 1 0,0-1-1,-1 1 1,1 0 0,-2 0-1,1 1 1,-1-1-1,0 1 1,0 1 0,-1 0-1,1 0 1,-1 0 0,0 1-1,-1 0 1,1 0 0,-1 1-1,-1 0 7,-11-4-14,0 0-1,-1 1 0,1 2 1,-1 0-1,0 1 1,-1 1-1,1 2 1,0 0-1,0 1 0,-1 1 15,15-2-34,0 1 0,0 0 0,0 1 0,1 0 0,-1 0-1,0 0 1,1 1 0,0 0 0,0 1 0,0-1 0,0 1 0,0 1-1,1-1 1,0 1 0,0 0 0,0 1 0,0-1 0,1 1-1,0 0 1,0 1 0,1-1 0,0 1 0,0 0 0,0 0-1,1 0 1,0 0 0,0 1 0,1-1 0,-1 7 34,-2 119-5215,5-77 781</inkml:trace>
  <inkml:trace contextRef="#ctx0" brushRef="#br0" timeOffset="597.397">492 475 10474,'0'0'2698,"0"0"-713,0 0-971,0 0-204,0 0 224,0 0-56,-25-9-263,-82-26-404,103 33-287,0 1 0,-1 0 1,1 1-1,0-1 0,0 1 1,-1-1-1,1 1 0,0 1 0,-1-1 1,1 0-1,0 1 0,0 0 0,0 0 1,-1 1-1,1-1 0,0 1 1,0-1-1,1 1 0,-1 1 0,0-1 1,1 0-1,-3 3-24,-5 3 61,-4 0 125,0 2 1,1 0-1,0 1 1,1 0-1,0 1 1,1 0 0,1 1-1,0 1 1,0 0-1,1 0 1,1 1-1,1 0 1,0 0-1,1 1 1,0 0-1,1 1 1,1-1-1,1 1 1,0 0 0,2 1-1,-1-1 1,2 0-1,1 0 1,0 10-187,5-17 15,1-1 0,0 0 0,0 0 0,1 0 0,0-1 0,1 0 1,0 0-1,0-1 0,0 0 0,1-1 0,0 1 0,1-2 0,-1 1 0,1-1 0,0-1 1,0 0-1,0 0 0,1-1 0,0 0 0,-1-1 0,1 0 0,0-1 0,0 0 0,9-1-15,0 5-26,1-1 0,-1-1-1,1 0 1,0-2-1,0-1 1,0 0-1,0-1 1,-1-2 0,1 0-1,0-1 1,-1-1-1,0-1 1,0-1-1,-1 0 1,0-2 0,0 0-1,0-1 1,-2-1-1,1 0 1,-1-2 0,-1 0-1,0-1 1,-1 0-1,-1-1 1,0-1-1,-1 0 1,7-13 26,-13 19-36,-1 0 0,-1 0 0,0-1 0,0 0 0,-1 0 0,-1 0 0,0 0-1,0-1 1,-1 1 0,0-1 0,-1 0 0,-1 0 0,0 1 0,0-1 0,-1 0 0,-1 0 0,0 1 0,0-1 0,-1 1 0,-1 0 0,0 0 0,0 0 0,-1 0 0,-1 1 0,0-1-1,0 1 1,-1 0 36,-10 2 14,0 0-1,-1 1 0,0 2 1,0-1-1,0 2 0,0 0 1,-1 2-1,1 0 0,-1 1 1,0 0-1,0 2 0,1 0 1,-1 1-1,0 1 0,0 1-13,8-3-3,0 1 1,0 0-1,0 0 0,0 1 0,0 1 0,0 0 0,1 0 0,0 1 0,0 0 0,0 1 0,1 0 0,-1 0 0,1 1 0,1 1 0,0-1 0,0 1 0,0 1 0,1-1 0,0 1 0,1 1 0,0-1 0,0 1 0,0 3 3,1 22-1452,4-5-3430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2:54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848 484 7346,'0'0'1564,"0"0"886,0 0-1102,0 0-493,0 0-206,0 0 120,15 12 1,46 37-274,-42-42 3429,-22-37-2999,3 30-899,-2-5 88,0 1 0,0 0 0,-1 0 0,1 0 0,-1 0 0,0 0 0,-1 1 0,1 0 0,-1-1 0,1 1 0,-1 0 0,0 1 0,0-1 0,0 1 0,0-1 0,-1 1 0,1 1 1,-1-1-1,1 0 0,-1 1 0,0 0 0,0 0-115,-1 50 165,9-44-163,1 0 0,-1-1-1,1 1 1,0-1 0,0 0-1,0 0 1,0 0 0,1 0 0,0-1-1,-1 1 1,1-1 0,1 0 0,-1-1-1,0 0 1,1 1 0,-1-2 0,1 1-1,-1 0 1,1-1 0,0 0 0,0-1-1,0 1 1,-1-1 0,1 0-1,0-1 1,0 1 0,0-1 0,-1-1-1,1 1 1,3-2-2,-7 1 5,1 0 1,-1-1-1,0 1 0,-1-1 1,1 1-1,0-1 0,-1 0 1,1 1-1,-1-1 0,0 0 1,0 0-1,0 0 0,0 0 1,-1-1-1,1 1 0,-1 0 1,0 0-1,0 0 0,0 0 1,0 0-1,0-1 0,-1 1 1,1 0-1,-1 0 0,0 0 1,0 0-1,0 0 0,-1 0 1,1 1-1,0-1 0,-1 0 1,0 0-1,0 1 0,0-1 1,0 1-1,0 0 0,-2-1-5,3 1 1,0 1 0,-1 0-1,1 0 1,-1 0-1,1 0 1,-1 0-1,0 0 1,1 0-1,-1 1 1,0-1-1,0 1 1,1-1-1,-1 1 1,0 0-1,0 0 1,0-1 0,0 1-1,1 0 1,-1 1-1,0-1 1,0 0-1,0 1 1,0-1-1,1 1 1,-1-1-1,0 1 1,1 0-1,-1-1 1,0 1-1,1 0 1,-1 0 0,1 0-1,-1 1 1,1-1-1,0 0 1,-1 0-1,1 1 1,0-1-1,0 1 1,0-1-1,0 1 1,0 0-1,0-1 1,1 1-1,-1 0 1,0-1 0,1 1-1,-1 0 1,1 0-1,0 0 1,0-1-1,0 1 1,0 0-1,0 0 1,0 0-1,14 21-2166,16-19-4659,-27-4 5868,26 0-8298</inkml:trace>
  <inkml:trace contextRef="#ctx0" brushRef="#br0" timeOffset="127734.873">0 197 7962,'0'0'819,"0"0"19,0 0 1622,0 0-169,0 0-974,27 3 5175,5-69-5532,-30 59-955,0 0-1,0-1 1,1 2 0,0-1-1,0 0 1,0 0 0,1 1-1,0 0 1,0 0-1,1 0 1,0 0 0,0 1-1,0 0 1,1 0 0,0 0-1,-1 0 1,2 1-1,-1 0 1,0 1 0,1-1-1,0 1 1,0 0 0,0 1-1,1-1-4,0 2 10,0 0 0,1 0 0,-1 1 0,1 0-1,-1 0 1,1 1 0,-1 0 0,1 0 0,-1 1 0,0 0-1,0 1 1,0 0 0,0 0 0,0 0 0,0 1 0,-1 0-1,0 1 1,0 0 0,0 0 0,0 1 0,-1-1 0,0 1-1,0 0 1,-1 1 0,0 0 0,0 0 0,0 0 0,-1 0-1,0 1 1,0-1 0,-1 1 0,0 0 0,0 0 0,-1 1-1,1 6-9,1 21 106,-2 0-1,-2 0 1,-1 0-1,-2 0 1,-1-1-1,-2 1 1,-1-1-1,-2 0 0,-1-1 1,-2 0-1,-1-1 1,-2 0-1,-9 13-105,-62 63 86,83-164-25,4-22-54,51 79-129,34 61 234,52 22 104,44-69-78,-139-113 285,-28 76-637,0-3-522,-11 5-5255,-4 18-407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2:50.663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3737 1456,'0'0'4416,"0"0"-3268,0 0-1251,0 0 921,-8-5 318,-24-15 55,31 19-954,1 0-1,-1 0 0,0 0 1,0 0-1,-1 0 0,1 0 1,0 0-1,0 0 1,0 0-1,-1 1 0,1-1 1,0 0-1,-1 1 0,1-1 1,0 1-1,-1 0 1,1-1-1,-1 1 0,1 0 1,0 0-1,-1 0 0,1 0 1,-1 0-1,1 0 1,-1 0-1,1 0 0,-1 1 1,1-1-1,0 1 0,-1-1 1,1 1-1,0-1 1,-1 1-1,1 0 0,0-1 1,0 1-1,-1 0 0,1 0 1,0 0-1,0 0 1,0 1-237,0-2 754,1 0-153,0 0-25,0 0-308,0 0 53,0 0-61,0 0-45,0 0-91,39 0 284,350-15 1034,383-40-1184,-462 32-303,-202 19 308,-408 32 143,246-18-349,-1-3 0,0-2-1,0-3 1,0-2-1,0-3 1,-10-3-57,-112-2 98,-351 8 470,372 42-467,42-4-57,244-5 3,39-12 53,2-7-1,144-9-99,56 4 52,-23-2 1,-222-25 32,-29 18 2,-164-39 157,45 31-238,0 0-1,0 2 0,-1 1 0,1 1 1,-1 1-1,0 1 0,0 0 1,0 2-1,0 1 0,-23 4-5,22-4-7,-58 4-22,-225-9 114,-87-19 15,200 19-16,-68-2 290,114 15-398,752 18 263,-365-7-239,200-12 0,-36-56 176,-306 43-311,-115-6 736,-25 4-602,-1 1 1,1 3 0,-1 1 0,0 2-1,1 3 1,-13 2 0,-432 27 46,118-57 76,313 15-127,0 1 1,-1 3-1,1 3 0,-1 2 0,-9 3 5,-13 14 44,-72-3 44,71-45-245,57 34 56,50 9-106,221 46 403,-132-25-472,-142-35-100,-11-1-3161,32 4-1891</inkml:trace>
  <inkml:trace contextRef="#ctx0" brushRef="#br1" timeOffset="7653.34">1904 107 6049,'0'0'391,"0"0"-87,0 0 428,0 0 523,0 0-529,0 0-118,8-13 41,40-56 1778,-45 44 5862,-6 35-2607,8 32-5539,1 0 0,2 0 0,2-1 0,1 0 0,3-1 0,1 0-1,2-1 1,10 16-143,71 258 741,-89-153-524,-11-158-246,1-1 1,-1 0-1,0 0 1,1 1-1,-1-1 1,0 0-1,0 0 1,0-1-1,0 1 1,0 0-1,0-1 1,0 1-1,0-1 1,0 1-1,-1-1 1,1 0-1,0 0 1,0 0-1,0 0 1,0-1-1,0 1 1,0 0-1,-1-1 1,1 0-1,0 1 1,0-1-1,0 0 1,1 0-1,-1 0 1,0 0-1,0 0 1,0-1-1,1 1 1,-1 0-1,1-1 1,-1 0-1,1 1 1,0-1-1,-1 0 1,0-1 28,-85-131-12432,77 112 9551,-18-40-5686</inkml:trace>
  <inkml:trace contextRef="#ctx0" brushRef="#br1" timeOffset="10079.867">1968 143 5145,'0'0'1079,"0"0"-579,0 0 76,0 0 1501,0 0-606,0 0-646,-5-8 299,-5-7 7822,45 25-7701,-3 14-891,-2 3 1,-1 0-1,-1 2 0,-1 0 1,-2 2-1,20 33-354,-35-51 62,-5-2 46,0 1 1,-1-1-1,0 1 1,-1 0-1,-1 0 0,0 0 1,0 0-1,-1 1 0,-1-1 1,0 0-1,0 0 1,-1 1-1,-1 0-108,0 29 61,-5 355 533,-8-154-337,17-205-204,1-1 1,1 1-1,3-1 1,1-1-1,2 1 1,10 25-54,-8-20 53,-11-35-56,-1 0 0,1 0 1,1 0-1,-1 0 0,1-1 1,0 1-1,1-1 0,0 1 0,0-1 1,0 0-1,0 0 0,1 0 1,0 0-1,1-1 0,-1 0 1,1 0-1,0 0 0,0 0 0,1-1 1,-1 0-1,1 0 0,0 0 1,0-1-1,0 1 0,0-2 1,6 3 2,-5-3-8,0 0 0,0-1 0,0 0-1,0 0 1,0-1 0,0 0 0,0 0 0,0 0 0,-1-1 0,1 0 0,0-1 0,0 1 0,0-1 0,-1 0 0,1-1 0,-1 0 0,0 0 0,1 0 0,-1-1 0,-1 0 0,1 0 0,-1 0 0,1-1 0,-1 0 0,0 0 0,-1 0 0,1 0 0,-1-1 0,0 0 0,-1 0 0,1 0 0,-1 0 0,-1-1 0,1 1 0,-1-1-1,0 1 1,0-1 0,-1 0 0,0 0 0,0 0 0,-1 0 0,1 0 0,-2 0 0,1 0 0,-1 0 8,-2 4-14,-1 1 0,1-1 0,-1 1 0,0 0 0,0 0 0,0 0 0,0 1 0,0 0 0,-1-1 0,1 1-1,0 0 1,-1 1 0,1-1 0,0 1 0,-1 0 0,1 0 0,0 1 0,-1-1 0,1 1 0,0 0 0,-1 0 0,-2 1 14,-4 1-2,0 0 0,1 1 0,-1 0 0,1 0 1,0 1-1,0 1 0,1 0 0,0 0 0,0 0 0,0 1 0,1 1 0,0 0 1,0 0-1,1 0 0,-4 6 2,7-10 3,1 0-1,0 1 1,1-1 0,-1 0 0,1 1 0,-1 0-1,2-1 1,-1 1 0,0 0 0,1 0 0,0 0-1,0 0 1,0 0 0,1 1 0,0-1-1,0 0 1,0 0 0,0 0 0,1 0 0,0 0-1,0 0 1,0 0 0,1 0 0,0 0 0,0 0-1,0 0 1,0-1 0,1 1 0,-1-1-1,1 0 1,1 0 0,-1 0 0,3 2-3,4 2 14,-1 1 1,0-1 0,0 1-1,-1 1 1,0 0-1,0 0 1,-1 0 0,-1 1-1,1 0 1,-2 1-1,0-1 1,0 1 0,-1 0-1,-1 0 1,1 0-1,-2 1 1,0-1 0,0 10-15,1 450 253,27-264-149,-29 82 1,-9-243-99,-3-1 1,-1 0-1,-2 0 0,-2-1 0,-9 13-6,-81 92 74,56-93-136,-11 16 177,56-85-3788,5-9-3207</inkml:trace>
  <inkml:trace contextRef="#ctx0" brushRef="#br0" timeOffset="134344.488">1 3664 7434,'0'0'1744,"0"0"-712,0 0-234,0 0 14,0 0 471,0 0 45,4-4-141,-1 0-985,1-1 1,-1 1-1,0-1 1,0 0-1,-1 0 0,1 0 1,-1 0-1,0 0 1,-1-1-1,1 1 1,-1-1-1,0 1 0,0-1 1,-1 1-1,0-1 1,0 0-1,0 1 0,-1-3-202,4-7 45,1-1 0,0 1 0,1 1 0,1-1-1,0 1 1,1 0 0,1 0 0,0 1 0,0 0-1,2 0 1,-1 1 0,8-6-45,-11 11-3,0 1 1,0 0-1,1 0 0,-1 1 1,2 0-1,-1 0 0,0 1 1,1-1-1,0 2 0,0-1 1,0 1-1,0 0 0,1 1 1,-1 0-1,1 0 0,0 1 1,-1 0-1,1 1 0,0-1 1,-1 2-1,1-1 0,0 1 1,-1 1-1,1 0 0,-1 0 1,1 0-1,-1 1 0,0 0 1,0 1-1,0 0 0,0 0 3,26 12 64,2-2-1,0-1 0,0-2 1,1-1-1,0-2 1,0-2-1,1-1 1,0-2-1,9-2-63,-33 0 54,0 0 0,1-1 1,-1 0-1,0-1 0,0-1 0,0 0 1,0-1-1,0-1 0,0 0 0,-1-1 1,0 0-1,0-1 0,0 0 0,-1-1 1,1-1-1,-2 0 0,1-1 0,7-7-54,-16 13-33,0 1 0,-1-1 0,1 1 0,-1-1 0,0 0 0,1 0 0,-1 0 0,-1 0 0,1-1 0,0 1 0,-1-1-1,0 1 1,0-1 0,0 1 0,0-1 0,0 1 0,-1-1 0,1 0 0,-1 1 0,0-1 0,0 0 0,-1 1 0,1-1 0,-1 0 0,0 1 0,0-1-1,0 1 1,0-1 0,0 1 0,-1-1 0,0 1 0,0 0 0,1 0 0,-2 0 0,1 0 0,0 0 0,-1 0 0,1 1 0,-1-1 0,0 1 0,0 0 0,0-1-1,0 1 1,0 1 0,0-1 0,-1 0 0,1 1 0,-4-1 33,6 1-9,-1 1 1,0 0-1,0-1 0,1 1 0,-1 0 0,0 0 1,0 0-1,1 0 0,-1 0 0,0 1 0,1-1 1,-1 0-1,0 1 0,0 0 0,1-1 0,-1 1 1,1 0-1,-1 0 0,1-1 0,-1 1 0,1 1 1,-1-1-1,1 0 0,0 0 0,0 0 0,0 1 1,-1-1-1,1 0 0,0 1 0,1-1 0,-1 1 1,0 0-1,0-1 0,1 1 0,-1-1 0,1 1 1,-1 0-1,1 0 0,0-1 0,-1 1 0,1 0 0,0 0 1,0-1-1,1 1 0,-1 0 0,0 0 0,0-1 1,1 1-1,-1 0 0,1 0 9,0 5 3,-1-1 1,1 1-1,1-1 0,-1 0 0,1 0 0,0 0 1,0 0-1,1 0 0,0 0 0,0-1 1,0 1-1,1-1 0,-1 0 0,1 0 1,1 0-1,-1 0 0,1-1 0,-1 1 0,1-1 1,0-1-1,1 1 0,-1-1 0,1 0 1,0 0-1,2 1-3,158 47 92,-162-50-91,0-1-1,0 0 0,-1-1 0,1 1 0,0-1 0,-1 1 0,1-1 0,0 0 0,-1 0 0,1-1 0,-1 1 0,0-1 1,1 0-1,-1 0 0,0 0 0,0 0 0,0 0 0,0-1 0,-1 1 0,1-1 0,-1 0 0,1 0 0,-1 0 0,0 0 1,0 0-1,0 0 0,0-2 0,24-27 0,-22 26-8,0 0-1,1 1 0,-1-1 1,1 1-1,0 0 1,0 1-1,1-1 0,-1 1 1,1 0-1,0 0 1,0 1-1,1 0 1,-1 0-1,1 0 0,-1 1 1,1 0-1,0 0 1,0 1-1,-1 0 0,1 0 1,0 1-1,0-1 1,0 1-1,0 1 1,0 0-1,0 0 0,0 0 1,0 1-1,0-1 1,0 2-1,-1-1 0,5 3 9,147 147-73,-33-60 197,-124-91 141,-1-1-2898,0-6-1920</inkml:trace>
  <inkml:trace contextRef="#ctx0" brushRef="#br0" timeOffset="135612.297">784 2732 7498,'0'0'1916,"0"0"-494,0 0-270,0 0 254,0 0-42,0 0-3,-8-5-340,-38-25 635,37-3 1226,52-39-2479,-34 68-409,-1 0-1,1 0 1,0 1 0,1 0 0,-1 0 0,0 1 0,1 1-1,-1-1 1,1 1 0,0 1 0,-1 0 0,1 1-1,0-1 1,-1 2 0,1-1 0,-1 1 0,1 1 0,-1 0-1,0 0 1,0 1 0,0 0 0,-1 0 0,0 1 0,1 0-1,-1 1 1,-1 0 0,1 0 0,-1 1 0,0 0 0,-1 0-1,0 0 1,0 1 0,0 0 0,-1 0 0,0 0 0,-1 1-1,0 0 1,0-1 0,-1 2 0,0-1 0,0 0 0,-1 1-1,0 5 7,-1-4 1,0-6 0,1 0 0,0 0 0,-1-1 0,0 1 0,0 0-1,-1 0 1,1 1 0,-1-1 0,0 0 0,0 0 0,-1 0 0,0 0 0,0 0 0,0 0 0,0 0 0,-1-1 0,0 1-1,0 0 1,0-1 0,0 1 0,-1-1 0,0 0 0,1 1 0,-2-1 0,1-1 0,0 1 0,-1 0 0,0-1 0,0 0-1,0 0 1,0 0 0,0 0 0,-1-1 0,1 1 0,-1-1 0,0 0 0,1-1 0,-1 1 0,0-1 0,-1 0-1,5-1-6,-1-1-1,1 0 1,0 1 0,-1-1 0,1 0 0,0 0 0,0 0-1,-1 0 1,1 0 0,0 0 0,0 0 0,0 0 0,0 0 0,1-1-1,-1 1 1,0 0 0,0 0 0,1-1 0,-1 1 0,1-1 0,-1 1-1,1-1 1,-1 1 0,1-1 0,0 1 0,0-1 0,0 1-1,0-1 1,0 1 0,0-1 0,0 1 0,1-1 0,-1 1 0,0 0-1,1-1 1,-1 1 0,1-1 0,0 1 0,-1 0 0,1-1 0,0 1-1,0 0 1,0 0 0,0-1 0,0 1 0,0 0 0,0 0-1,0 0 1,1 0 6,300 20-1367,-297-60-5662,-2 15-2789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5:11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116 138 9570,'0'0'2261,"0"0"-265,0 0-473,0 0-403,0 0-66,0 0 98,-7-5-66,-22-16-72,28 21-969,0 0-1,0 0 1,0 0-1,-1-1 0,1 1 1,0 0-1,0 1 0,-1-1 1,1 0-1,0 0 1,0 0-1,0 1 0,-1-1 1,1 1-1,0-1 0,0 1 1,0-1-1,0 1 1,0-1-1,0 1 0,0 0 1,0 0-1,0 0 0,0 0 1,0-1-1,1 1 0,-1 0 1,0 0-1,1 0 1,-1 1-1,0-1 0,1 0 1,-1 0-1,1 0 0,0 0 1,-1 0-1,1 1 1,0-1-1,0 0 0,0 0 1,0 1-1,0-1 0,0 0 1,0 0-1,0 0 1,1 2-45,-2 1 191,-3 7-141,0-1 0,1 1 0,1 0 0,0 0 0,0 1 0,1-1 0,1 0 1,0 0-1,0 1 0,1-1 0,1 0 0,0 0 0,0 0 0,1 0 0,0 0 0,1 0 0,0-1 0,1 0 0,0 1 1,1-2-1,0 1 0,0-1 0,1 0 0,1 0 0,-1-1 0,1 0 0,0 0 0,1-1 0,7 5-50,5-3 10,0-1-1,1-1 1,-1-1-1,1-1 1,1-1 0,-1-1-1,0-1 1,1-1-1,-1-1 1,1-1-1,-1-1 1,13-2-10,-30 3-24,0 1-1,-1-1 1,1 0 0,-1 0-1,1-1 1,-1 1-1,0-1 1,0 0 0,1 0-1,-1 0 1,0-1 0,-1 1-1,1-1 1,0 0 0,-1 0-1,0 0 1,1-1 0,-1 1-1,0-1 1,-1 0 0,1 0-1,-1 0 1,0 0 0,0 0-1,0 0 1,0-1-1,-1 1 1,0 0 0,0-1-1,0 0 1,0 1 0,-1-1-1,1 1 1,-1-1 0,-1 0-1,1 1 1,0-1 0,-2-1 24,0-10-60,-1 0 0,0 0 0,-2 0-1,0 0 1,0 1 0,-2 0 0,0 0 0,0 0 0,-1 1 0,-5-5 60,4 4 20,-1 0 1,-1 1-1,-1 0 0,0 1 0,0 0 0,-1 1 0,-1 0 0,0 1 1,-1 0-1,0 2 0,0 0 0,-1 0 0,0 1 0,-1 1 1,1 1-1,-1 0 0,-1 2 0,-16-3-20,31 9-6,0 1 0,0 0 0,0 0 0,0 1 0,1-1 0,-1 1 0,1-1 0,0 1-1,0 0 1,0 0 0,1 0 0,-1 0 0,1 0 0,0 0 0,0 0 0,0 0 0,1 1 0,0-1 0,-1 0 0,1 0 0,1 1 0,-1-1 0,1 4 6,-2 5-34,-8 160-1356,9-57-3674,0-53-152</inkml:trace>
  <inkml:trace contextRef="#ctx0" brushRef="#br0" timeOffset="628.785">328 503 12523,'0'0'2875,"0"0"-1473,0 0-820,-21 0-236,-68 0 186,79 2-451,0 1 0,1 0 0,-1 1 1,1-1-1,0 2 0,0-1 0,1 1 0,-1 1 1,1 0-1,0 0 0,1 0 0,-1 1 0,1 0 0,0 0 1,1 1-1,0 0 0,0 0 0,1 1 0,0-1 1,0 1-1,1 0 0,1 1 0,-1-1 0,0 5-81,-5 11 378,1 1 0,1 0-1,1 1 1,1-1 0,2 1 0,1 0-1,1 1 1,1-1 0,2 14-378,-1-34 19,-1 0 1,2-1 0,-1 1-1,1 0 1,0 0 0,0-1-1,1 1 1,0-1 0,0 0-1,1 0 1,-1 0 0,1 0-1,0 0 1,1-1 0,0 0-1,0 0 1,0 0 0,0 0-1,1-1 1,-1 0 0,1 0-1,0-1 1,0 1 0,1-1-1,-1-1 1,1 1 0,-1-1 0,6 1-20,11 3 61,0-1 1,1-2-1,0 0 1,-1-1-1,1-1 1,0-1-1,21-4-61,-22 0 23,1 0-1,-1-2 1,0-1-1,-1-1 1,0-1-1,0-1 0,-1-1 1,0 0-1,-1-2 1,0 0-1,-1-2 1,13-11-23,-27 21-15,-1-1 1,1 1-1,-1-1 1,0 1-1,0-1 1,-1 0-1,1-1 1,-2 1-1,1 0 1,-1-1-1,1 0 1,-2 0-1,1 1 1,-1-1-1,0 0 1,0 0-1,-1 0 1,0 0 0,-1 0-1,1 0 1,-1 0-1,0 0 1,-1 0-1,0 0 1,0 1-1,0-1 1,-1 1-1,0-2 15,-4-7-37,-1 1-1,0 0 0,0 0 1,-1 0-1,-1 1 1,-1 1-1,1-1 1,-2 2-1,0 0 0,0 0 1,-9-5 37,3 4 28,-1 1 1,-1 1-1,1 1 0,-2 0 1,1 2-1,-1 0 1,0 1-1,-1 1 0,1 1 1,-1 1-1,0 1 0,1 1 1,-1 1-1,-13 2-28,29-1 12,1 0 0,-1 1 0,0 0 0,1 0 0,-1 0 0,1 0 0,0 1 0,0 0 0,0 0 0,0 0 0,1 1 0,-1 0 0,1 0 0,0 0 0,0 0 0,0 0 0,1 1 0,-1 0 0,1 0 0,0 0 0,1 0-1,-1 0 1,1 1 0,0-1 0,0 1 0,0 4-12,-13 151-1155,28-112-1844,6-12-2848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5:23.04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180 77 9434,'0'0'2637,"0"0"-677,0 0-432,0 0-249,0 0 163,0 0-241,-5-6-332,4 4-786,1 2-75,0-1 1,0 0-1,0 1 0,0-1 0,-1 0 0,1 1 0,0-1 0,0 1 0,0-1 0,0 0 0,-1 1 1,1-1-1,0 1 0,-1-1 0,1 1 0,0-1 0,-1 1 0,1-1 0,-1 1 0,1-1 0,0 1 1,-1-1-1,1 1 0,-1 0 0,0-1 0,1 1 0,-1 0 0,1-1 0,-1 1 0,1 0 0,-1 0 1,0 0-1,1 0 0,-1-1 0,0 1 0,1 0 0,-1 0 0,0 0 0,1 0 0,-1 0 0,1 0 1,-1 1-1,0-1 0,1 0 0,-1 0 0,1 0 0,-1 1 0,0-1 0,1 0 0,-1 0 0,1 1 1,-1-1-1,1 1 0,-1-1 0,1 0 0,-1 1 0,1 0-8,2 293 716,-3-287-687,1 1-1,0-1 1,0 0-1,1 0 1,0 0-1,1 0 1,-1 0-1,1 0 1,1 0-1,-1 0 1,1 0-1,0-1 1,1 0-1,-1 1 1,1-1 0,1 0-1,-1-1 1,1 1-1,0-1 1,0 0-1,0 0 1,1-1-1,0 1 1,0-1-1,0-1 1,0 1-1,1-1 1,-1 0-1,1 0 1,0-1-1,0 0 1,0 0-1,0-1 1,0 0-1,0 0 1,0 0-1,0-1 1,1 0-1,-1-1 1,0 1-1,0-1 1,2-1-29,4-5 38,1-1 0,-2-1-1,1 0 1,-1-1 0,0 0 0,-1-1 0,0 0 0,-1 0-1,0-1 1,-1-1 0,0 0 0,-1 0 0,-1-1 0,0 1-1,0-2 1,-2 1 0,0-1 0,0 0 0,-2 0 0,1 0 0,-2 0-1,0-1 1,-1 1 0,-1-12-38,1 20-2,-1 0 0,0 0 0,0-1 0,-1 1 0,1 0-1,-2 0 1,1 0 0,-1 0 0,0 1 0,0-1 0,-1 0 0,0 1 0,0-1 0,-1 1 0,1 0 0,-1 0-1,-1 1 1,1-1 0,-1 1 0,0 0 0,0 0 0,-1 0 0,1 1 0,-1 0 0,0 0 0,0 0-1,0 1 1,-6-2 2,5 0-9,-1 0-1,-1 1 0,1 1 1,0-1-1,-1 2 0,0-1 0,1 1 1,-1 0-1,0 1 0,0 0 0,0 0 1,0 1-1,0 0 0,-1 1 1,1 0-1,0 0 0,1 1 0,-1 0 1,0 0-1,0 1 0,1 1 1,0-1-1,0 1 0,0 1 0,0-1 1,0 1-1,1 1 0,0-1 0,0 1 1,0 1-1,1-1 0,0 1 1,1 0-1,-1 0 0,1 1 0,0 0 1,1 0-1,-4 8 10,5-9 2,0 0 0,0 0 0,0 0 0,1 0-1,0 1 1,1-1 0,0 1 0,0-1 0,0 1 0,1 0 0,0-1 0,0 1 0,1 0 0,0-1-1,1 1 1,-1-1 0,2 0 0,-1 1 0,1-1 0,0 0 0,0 0 0,1-1 0,0 1-1,0-1 1,0 0 0,1 0 0,0 0 0,0 0 0,1-1 0,-1 0 0,1 0 0,0 0-1,1-1 1,-1 0 0,1 0 0,0-1 0,-1 0 0,4 1-2,-4-2-24,0 0 1,-1 0-1,1 0 0,1-1 1,-1 0-1,0 0 1,0-1-1,0 0 0,0 0 1,1 0-1,-1-1 1,0 1-1,0-1 0,0-1 1,0 0-1,0 1 0,0-2 1,-1 1-1,1-1 1,0 0-1,-1 0 0,0 0 1,0-1-1,0 0 0,0 0 1,-1 0-1,1 0 1,-1-1-1,0 0 0,0 0 1,-1 0-1,0 0 0,0 0 1,0-1-1,1-3 24,-3-2 0,0 0 0,-1 0 0,-1 0 0,0 0 0,0 0 0,-1 0 0,-1 1-1,0-1 1,0 0 0,-1 1 0,0 0 0,-1 0 0,0 0 0,0 0 0,-1 1 0,-1 0 0,1 0-1,-1 1 1,-1 0 0,0 0 0,0 0 0,0 1 0,-1 0 0,0 1 0,-1 0 0,1 1 0,-1-1 0,0 2-1,-2-1 1,6 1 16,1 1-1,-1 0 0,0 0 1,0 1-1,0 0 0,-1 0 0,1 0 1,0 1-1,-1 0 0,1 0 1,-1 0-1,1 1 0,-1 0 0,0 1 1,1-1-1,-1 1 0,1 0 0,0 1 1,-1-1-1,1 1 0,0 1 1,0-1-1,0 1 0,0 0 0,1 0 1,-1 1-1,1 0 0,0 0 1,0 0-1,0 1 0,0-1 0,1 1 1,-4 5-16,-1 8 15,0 0 1,1 1 0,1 0-1,1 0 1,1 1 0,1-1-1,0 1 1,2 0 0,0 1 0,1-1-1,1 0 1,1 0 0,2 13-16,-2-25 3,0-1 1,0 1 0,1-1 0,0 1-1,0-1 1,1 0 0,-1 0-1,2 0 1,-1 0 0,1-1 0,0 1-1,0-1 1,1 0 0,0 0-1,0-1 1,0 1 0,1-1 0,0 0-1,0-1 1,0 1 0,0-1 0,1 0-1,-1-1 1,1 0 0,0 0-1,0 0 1,1-1 0,-1 0 0,5 1-4,2-1 10,-1 0 1,0-1 0,1 0 0,0-2-1,-1 1 1,1-1 0,-1-1 0,0-1-1,1 0 1,-1 0 0,0-1 0,-1-1-1,1 0 1,-1-1 0,0 0 0,4-4-11,-6 5 18,1-1-1,-1 0 1,-1 0 0,1-2 0,-1 1 0,0-1 0,-1 0 0,0-1-1,0 0 1,-1 0 0,0-1 0,0 1 0,-1-2 0,-1 1 0,0-1-1,0 0 1,-1 0 0,0 0 0,-1 0 0,0-1 0,-1 1 0,0-1-1,-1-1-17,-3 7 1,1 0-1,-1 0 0,0 0 1,-1 0-1,0 1 0,0-1 0,0 1 1,0 0-1,-1 0 0,0 0 0,0 1 1,0-1-1,-1 1 0,1 0 0,-1 0 1,0 0-1,0 1 0,-1 0 0,1 0 1,0 0-1,-1 0 0,0 1 1,0 0-1,0 0 0,-150-29 24,150 30-26,1 0 0,-1 0 0,0 1-1,1 0 1,-1 0 0,0 1 0,0 0 0,1 0-1,-1 0 1,0 0 0,1 1 0,0 0 0,-1 0-1,1 0 1,0 1 0,0 0 0,0 0 0,0 0-1,1 1 1,-1-1 0,1 1 0,0 0 0,0 0-1,0 1 1,1-1 0,-1 1 0,1 0 0,0 0-1,1 0 1,-1 0 0,1 0 0,0 1 0,0-1-1,0 3 3,-2 1 1,1-1 0,-1 1 0,1 0 0,1 0 0,0 0 0,0 1 0,1-1 0,0 1 1,0-1-1,1 0 0,0 1 0,1-1 0,0 1 0,1-1 0,0 0 0,0 0 0,1 0 0,0 0 0,1 0 0,0 0 0,0-1 0,1 0 0,0 0 0,0 0 0,1 0 0,0-1 0,0 0 0,1 0 0,0-1 0,0 0 0,0 0 0,1 0 0,0-1 0,0-1 0,0 1 0,1-1 0,-1 0 0,1-1 0,0 0 0,0-1 0,2 1-1,1-2 5,1-1 0,0-1 0,-1 1-1,0-2 1,1 0 0,-1 0 0,0-1 0,0-1 0,0 0 0,0-1 0,-1 0 0,0 0 0,0-1 0,0-1 0,-1 0-1,0 0 1,0-1 0,0-1 0,-1 1 0,-1-1 0,0-1 0,0 0 0,0 0 0,-2 0 0,1-1 0,-1 0 0,-1 0-1,0-1 1,0 0 0,-1 1 0,-1-1 0,0-1 0,-1 1 0,0 0 0,0-2-5,-2 8 5,0 0 1,-1 1-1,1-1 1,-1 0-1,-1 0 0,1 1 1,-1-1-1,0 0 1,0 1-1,0 0 1,-1-1-1,0 1 0,0 0 1,0 0-1,0 1 1,-1-1-1,0 1 1,0 0-1,0 0 0,-1 0 1,1 0-1,-1 1 1,0 0-1,0 0 1,0 0-1,0 0 0,-1 1 1,-4-2-6,-5-1-8,-1 0 1,0 2 0,0-1-1,0 2 1,-1 0-1,1 1 1,-1 1 0,1 0-1,-15 3 8,23-1-116,1 0-1,1 0 1,-1 1-1,0 0 1,1 0-1,-1 1 1,1 0-1,0 0 1,0 0-1,0 1 0,1 0 1,0 0-1,0 0 1,0 1-1,0-1 1,1 1-1,0 0 1,0 1-1,1-1 1,0 0-1,0 1 1,0 0-1,1 0 1,0 0-1,0 0 1,1 0-1,0 2 117,-10 53-7100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5:26.45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172 388 8810,'0'0'2407,"0"0"-58,0 0-637,-3-19-425,-32-128 2134,34 146-3404,0 0 1,-1 0 0,0 1 0,1-1 0,-1 0 0,1 1-1,-1-1 1,0 0 0,1 1 0,-1 0 0,0-1 0,0 1-1,1 0 1,-1 0 0,0 0 0,0 0 0,0 1-1,1-1 1,-1 0 0,0 1 0,1-1 0,-1 1 0,0-1-1,1 1 1,-1 0 0,1 0 0,-1 0 0,1 0 0,-1 0-1,1 0 1,-1 0 0,1 0 0,0 0 0,0 1 0,0-1-1,0 1 1,0-1 0,0 1 0,0-1 0,0 1-1,0-1 1,1 1 0,-1 0 0,1-1 0,-1 1 0,1 0-1,0 0 1,0-1 0,-1 1 0,1 0 0,0 0 0,1-1-1,-1 1 1,0 0 0,0 0 0,1-1 0,-1 1-1,1 0 1,0-1 0,0 1-18,-14 186 50,13-182-28,1 0 1,0 0-1,1 0 1,-1 0-1,1 0 1,0 0 0,1 0-1,-1-1 1,1 1-1,0-1 1,1 1-1,-1-1 1,1 0 0,0-1-1,0 1 1,1-1-1,-1 0 1,1 0 0,0 0-1,0 0 1,0-1-1,1 0 1,-1 0-1,1 0 1,0-1 0,0 0-1,-1 0 1,6 1-23,4-1 30,0-1-1,0 0 1,0-1 0,0 0 0,1-1 0,-1-1 0,0 0 0,0-1-1,-1-1 1,1 0 0,-1-1 0,0-1 0,0 0 0,0-1 0,-1 0-1,0-1 1,0-1 0,-1 0 0,0-1 0,-1 0 0,0 0 0,0-1 0,-1-1-1,-1 0 1,0 0 0,-1-1 0,0 0 0,-1 0 0,0-1 0,-1 0-1,-1 0 1,0-1 0,3-13-30,-8 20 30,-1 0 1,1 1-1,-1-1 0,0 1 0,-1-1 0,0 1 1,0-1-1,-1 1 0,0 0 0,0 0 0,-1 0 1,1 1-1,-1-1 0,-1 1 0,1 0 0,-1 0 1,-1 0-1,1 1 0,-1-1 0,1 1 1,-2 1-1,1-1 0,0 1 0,-1 0 0,-6-2-30,-187-63 1010,193 66-977,-1 1 0,1 0 1,0 1-1,-1 0 1,1 0-1,-1 0 1,1 1-1,-1 0 1,1 1-1,-1 0 1,1 0-1,0 0 1,-1 1-1,1 0 0,0 0 1,0 1-1,0 0 1,0 0-1,1 1 1,-1 0-1,1 0 1,0 0-1,0 1 1,0 0-1,1 0 0,0 0 1,0 1-1,0 0 1,1 0-1,-1 0 1,2 1-1,-1-1 1,1 1-1,-1 1-33,-7 25 98,1 1 0,1 0 0,2 0 0,2 1-1,1 0 1,2 0 0,1 0 0,2 7-98,-1-32 19,0 0 0,0 0 0,1 0 0,1 0 1,0-1-1,0 1 0,1-1 0,0 1 0,0-1 0,1 0 0,1 0 0,-1 0 0,1-1 1,1 1-1,0-1 0,0-1 0,0 1 0,1-1 0,0 0 0,1-1 0,2 2-19,0 0 6,0 0-1,1-2 0,0 1 0,0-1 0,1-1 1,-1 0-1,1-1 0,0 0 0,1-1 0,-1 0 1,0-1-1,1 0 0,0-1 0,-1 0 0,1-1 1,0-1-1,-1 0 0,1 0 0,0-1 0,-1-1 1,0 0-1,0-1 0,0-1 0,0 1 0,0-2 1,-1 0-1,0 0 0,0-1 0,-1 0 0,0-1 1,0 0-1,-1 0 0,0-1 0,0-1 0,-1 1 1,0-2-1,-1 1 0,0-1 0,-1 0 0,0 0 1,0 0-1,-1-1 0,-1 0 0,0 0 0,-1 0 1,0-1-1,-1 1 0,0-1 0,-1 0 0,0-9-5,-8 1-10,-1 1-1,-1 0 0,0 0 0,-2 1 1,0 0-1,-1 0 0,-1 2 1,0-1-1,-2 2 0,0 0 0,0 0 1,-2 2-1,0 0 0,0 1 0,-1 0 1,-1 2-1,0 0 0,-1 1 0,-7-2 11,-96-25-77,117 40 71,1 0 0,0 1-1,0 0 1,0 0 0,1 0 0,-1 0 0,1 0-1,0 1 1,1 0 0,-1 0 0,1 0 0,0 1-1,0-1 1,0 0 0,1 1 0,0 0 0,0 0-1,0 0 1,1 0 0,0 0 0,0 0 0,0 0-1,1 0 1,0 0 0,0 0 0,1 0 0,0 0-1,0 1 1,1 2 6,-3 5-12,-2 7 17,0 1 0,1 0-1,1 0 1,2 0 0,0 0 0,1-1 0,1 1 0,1 0-1,1-1 1,0 0 0,2 0 0,1 0 0,0-1-1,2-1 1,0 1 0,1-1 0,1-1 0,12 15-5,-15-27 0,1-1 0,0 0 0,0-1 0,0 0 0,1 0 0,-1-1 0,1 0 0,0-1 0,0-1 0,0 1 0,0-2 0,0 1 0,0-1 0,0-1 0,0 0 0,0-1 0,-1 0 0,1-1 0,0 0 0,-1 0 0,0-1 0,0-1 0,0 0 0,0 0 0,-1 0 0,1-2 0,-2 1 0,1-1 0,-1 0 0,0-1 0,0 0 0,0-1 0,3 0 5,0 0-1,-1-1 1,0 0 0,-1-1 0,0 0 0,0 0 0,-2-1 0,1 0-1,-1 0 1,-1-1 0,0 0 0,-1 0 0,-1-1 0,0 1 0,0-1-1,-2 0 1,1 0 0,-2 0 0,0 0 0,-1 0 0,0 0 0,-1 0 0,0 0-1,-1 0 1,-1 0 0,-1 0 0,1 1 0,-2-1 0,0 1 0,-1 0-1,-2-4-4,-6-1 7,1 0 0,-2 1 0,0 0 0,-1 1 0,-1 1 0,0 1 1,-1 0-1,-1 2 0,0 0 0,-1 1 0,0 0 0,0 2 0,-1 1 0,0 0 0,-1 1 0,0 2 0,0 0 0,0 1 0,0 2 0,-1 0 0,1 1 0,-1 1 0,-4 2-7,21-1-7,1 1 0,0-1 0,0 1 0,0 1 0,1-1 0,-1 1 0,0 0 1,1 0-1,0 0 0,0 0 0,0 1 0,0 0 0,0 0 0,1 0 0,-1 0 0,1 0 0,0 1 1,1-1-1,-1 1 0,1 0 0,0 0 0,0 0 0,0 0 0,1 0 0,0 0 0,0 1 0,0 4 7,-5 150-197,7-145 153,11 103-1170,11-11-2965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3:45.89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8398 1056 9178,'0'0'1891,"0"0"-713,0 0-193,0 0 265,0 0 113,0 0-375,-2-12-91,-10-37 28,11 47-848,0 1 0,0-1 0,-1 1 0,1 0 0,-1 0 0,1 0-1,-1-1 1,1 2 0,-1-1 0,0 0 0,0 0 0,1 0 0,-1 1 0,0-1 0,0 1 0,0-1 0,0 1 0,1 0 0,-1 0 0,0 0 0,0 0 0,0 0 0,0 0 0,0 0 0,0 1 0,1-1 0,-1 1 0,0-1 0,0 1 0,0 0 0,1 0 0,-1 0-77,-12 10 151,0 0 1,1 1-1,1 0 0,0 1 1,0 1-1,2 0 0,0 0 1,0 1-1,-5 13-151,15-28 3,-20 35 337,3 0-1,0 1 1,3 0-1,1 1 1,1 1-1,3 0 1,0 0-1,3 1 1,1 0-1,2 0 1,2 0-1,1 1 1,3-1-1,2 11-339,86 305 503,81 87 1242,-39-122-1541,-122-289-216,0 0-1,-3 0 1,-1 1 0,-1 0 0,-1 1 0,-2-1 0,-1 1 0,-2 0-1,-1-1 1,-3 8 12,4-35 0,-1 0-1,0 1 1,0-1-1,-1 0 1,1 0-1,-1-1 1,0 1-1,-1 0 1,1-1-1,-1 1 1,0-1-1,0 0 1,0 0-1,-1 0 1,1 0-1,-1 0 1,0-1-1,0 0 1,0 1-1,0-2 1,-1 1-1,1 0 1,-1-1-1,0 0 1,0 0-1,0 0 1,0-1-1,0 0 1,0 0-1,0 0 1,0 0-1,0-1 1,-1 0-1,1 0 1,0 0-1,0-1 1,-2 0 0,-13 1 11,0 0 0,0-1 1,0-2-1,0 0 0,1-1 1,-1-1-1,1-1 0,0 0 1,0-2-1,-17-9-11,-117-48-875,152 65-148,4 0-1044,46 2-6483,-17-1 1838</inkml:trace>
  <inkml:trace contextRef="#ctx0" brushRef="#br0" timeOffset="953.428">8976 2101 6665,'0'0'2377,"0"0"-894,0 0-624,0 0-122,0 0 625,0 0 62,-45 0 2257,38 4-3485,1 1 0,-1 0 0,1 0 0,0 0 0,1 0 0,-1 1-1,1 0 1,0 0 0,0 1 0,1-1 0,0 1 0,0 0 0,1 0 0,0 1 0,0-1 0,0 1 0,1-1 0,0 1 0,1 0 0,0 0 0,0-1-1,0 1 1,1 0 0,1 1-196,-3-2 59,1-1 0,0 1 0,1 0 0,-1 0 0,1 0 0,1 0 0,0 0 1,0 0-1,0 0 0,0 0 0,1 0 0,1-1 0,-1 1 0,1-1 0,0 1 0,0-1 0,1 0 0,0 0 0,0 0 0,0-1 0,1 0 0,-1 1 0,1-2 0,1 1 0,-1 0 0,1-1 0,-1 0 0,1-1 0,0 1 0,1-1 0,2 1-59,-2 0 20,0 0 1,1 0-1,0 0 1,-1-1-1,1 0 0,1-1 1,-1 0-1,0 0 0,1-1 1,-1 0-1,0 0 1,1-1-1,-1 0 0,1-1 1,-1 1-1,1-2 0,-1 1 1,0-1-1,1-1 1,-1 1-1,0-1 0,-1-1 1,1 1-1,-1-1 0,1-1 1,-1 1-1,0-1 1,-1-1-1,1 1 0,-1-1 1,0 0-1,-1-1 0,1 1 1,-1-1-1,0 0 1,-1 0-1,0-1 0,0 1 1,0-1-1,-1 0 0,-1 0 1,1 0-1,0-8-20,-1 9 16,-1 0 0,-1-1 0,0 1 1,0 0-1,0-1 0,-1 1 0,0 0 0,0-1 0,-1 1 0,0 0 0,0 0 0,0 0 0,-1 0 0,0 0 0,-1 1 1,0-1-1,0 1 0,0 0 0,-1 0 0,1 1 0,-1-1 0,-1 1 0,1 0 0,-1 0 0,0 1 0,0 0 0,0 0 1,0 0-1,-1 1 0,0 0 0,0 0 0,0 0 0,0 1 0,-5-1-16,6 2-7,0-1 0,1 1 0,-1 0 0,0 1 0,0-1 0,0 1 0,0 0 0,0 1 1,0 0-1,0 0 0,0 0 0,1 0 0,-1 1 0,0 0 0,1 0 0,-1 1 0,1-1 0,0 1 0,0 0 0,0 1 0,0-1 0,1 1 0,-1 0 0,1 0 0,0 0 1,0 1-1,0 0 0,1-1 0,0 1 0,0 0 0,0 1 0,0-1 0,1 0 0,0 1 0,0 0 0,0-1 0,1 1 0,0 0 0,0 0 0,1 0 0,-1 0 0,1 0 1,0 0-1,1 0 7,28 54-2367,18-47-2571,-17-12 512</inkml:trace>
  <inkml:trace contextRef="#ctx0" brushRef="#br0" timeOffset="1284.996">9018 1543 12739,'0'0'2280,"0"0"-857,0 0-672,0 0-78,0 0 193,0 0 102,11 17 519,121 246 1957,44 238-1203,-130-430-2542,-23-59-2618,4-13-4108,-12-6-460</inkml:trace>
  <inkml:trace contextRef="#ctx0" brushRef="#br0" timeOffset="1578.439">9824 1876 11466,'0'0'2577,"0"0"-32,0 0-921,-22 169-240,2-111 729,-2-5-601,2-6-704,3-9-416,2-5-176,2-8-176,6-7-32,2-7-16,3-7-304,-3-2 88,-10-2-2744,0-4-1033,0-12-1497</inkml:trace>
  <inkml:trace contextRef="#ctx0" brushRef="#br0" timeOffset="1820.475">9517 2034 9482,'0'0'1827,"0"0"-228,0 0-239,22 11-10,69 35 204,-74-36-966,-1 0 1,0 2-1,-1 0 1,0 1-1,-1 1 1,-1 0-1,0 0 1,0 2-1,-2-1 1,0 1-1,-1 1 1,4 9-589,46 66 746,-7-53-1043,-8-33-6484,-24-6-2679</inkml:trace>
  <inkml:trace contextRef="#ctx0" brushRef="#br0" timeOffset="2674.778">8593 3501 10426,'0'0'2262,"0"0"-834,0 0-706,0 0 95,0 0-43,0 0-153,7 6-66,20 18 5,-24-23-427,0 0-1,0 0 1,0-1-1,0 1 1,0-1-1,-1 1 1,1-1-1,0 0 1,0 0-1,0 0 1,0-1-1,0 1 1,0-1-1,0 0 1,0 1-1,0-1 1,-1-1-1,1 1 1,0 0-1,-1-1 1,1 1-1,-1-1 1,0 0-1,1 1 1,-1-1-1,0 0 1,0-1-1,0 1 1,0 0-1,0-1 1,-1 1-1,1-1 1,-1 1-1,0-1 1,1 0-1,-1-2-132,2 2-34,95-183 470,-76 233-156,5 392 4745,-26-436-5033,-1 0 18,0 0-1,0-1 0,0 1 0,1 0 0,-1 0 0,1-1 1,0 1-1,0 0 0,0-1 0,0 1 0,0-1 0,0 1 0,1-1 1,-1 0-1,1 1 0,0-1 0,0 0 0,-1 0 0,1 0 1,1 0-1,-1-1 0,0 1 0,0 0 0,3 0-9,4-45-689,-8-105-5697,-1 69-1038</inkml:trace>
  <inkml:trace contextRef="#ctx0" brushRef="#br0" timeOffset="3801.471">8625 516 9418,'0'0'1676,"0"0"-593,0 0-299,0 0 314,0 0 37,0 0-302,9 13 5,101-10 297,-107-4-1093,1 1 0,0-1 1,0 1-1,0 1 0,0-1 0,0 0 1,0 1-1,0 0 0,0 0 0,0 0 1,-1 0-1,1 1 0,0-1 0,-1 1 1,1 0-1,-1 0 0,0 1 0,1-1 1,-1 1-1,0-1 0,-1 1 0,1 0 1,0 0-1,-1 0 0,0 0 1,1 1-1,-1-1 0,0 1 0,-1-1 1,1 1-1,-1 0 0,0-1 0,0 1 1,0 0-1,1 3-42,-1 5 46,1 0 0,-1 0 1,-1 0-1,0 0 0,-1 0 1,0-1-1,-1 1 0,-1 0 1,1-1-1,-2 1 0,1-1 1,-2 0-1,1 0 0,-2 0 1,1-1-1,-2 0 0,1 0 1,-1 0-1,-1-1 0,1 0 1,-2 0-1,1-1 0,-1 0 1,0-1-1,-1 0 0,0 0 1,-2 0-47,17-10 45,0 0 0,0 0 0,0 0 0,0 1 0,1-1 0,-1 1 0,1 0 0,0 1 0,-1 0 0,1-1 1,0 2-1,0-1 0,0 1 0,0 0 0,0 0 0,0 1 0,0-1 0,-1 1 0,1 1 0,0-1 0,0 1 0,-1 0 0,1 0 0,-1 1 0,0-1 1,1 1-1,-1 1 0,-1-1 0,5 4-45,-1 6 85,0 0 0,-1 0 0,-1 0-1,0 1 1,-1 0 0,-1 0 0,0 1 0,-1-1 0,0 1 0,-1 0 0,-1 0 0,0-1 0,-1 7-85,-62 11 1108,-193 5 50,253-37-1229,1 1 1,0-1-1,0 1 0,0 0 1,0-1-1,0 1 1,0 0-1,0-1 0,0 1 1,0 0-1,0 0 1,0 0-1,1 0 0,-1 0 1,0 0-1,0 0 1,1 0-1,-1 0 0,1 1 1,-1-1-1,1 0 1,0 0-1,-1 0 0,1 1 1,0-1-1,0 0 1,0 0-1,0 1 0,0-1 1,0 0-1,0 0 1,0 0-1,1 1 0,-1-1 1,0 0-1,1 0 1,-1 0-1,1 1 0,-1-1 1,1 0-1,-1 0 1,1 0-1,0 0 0,0 0 1,0 0-1,-1 0 1,1 0-1,0-1 0,1 2 71,16 11-4903</inkml:trace>
  <inkml:trace contextRef="#ctx0" brushRef="#br0" timeOffset="9341.12">10301 2341 6993,'0'0'1461,"0"0"2273,0 0-1642,0 0-1073,0 0-281,13 0 5370,54-3-4913,235-14-210,-298 29-1585,-5-1-3769,1-7-911,0-2 238</inkml:trace>
  <inkml:trace contextRef="#ctx0" brushRef="#br0" timeOffset="9820.646">10427 2517 6793,'0'0'1109,"0"0"1273,0 0 354,0 0-639,0 0-951,0 0-237,7 0 2214,32 2-2344,337-11 1264,-376 9-2112,0 0 105,0 0-24,0 0 0,0 0 24,18-9-3518,-6 2-1321</inkml:trace>
  <inkml:trace contextRef="#ctx0" brushRef="#br0" timeOffset="12202.189">12498 2074 3713,'0'0'9456,"0"0"-5795,0 0-2244,0 0-965,0 0-143,0 0 160,-1 6 518,-6 101 1635,46-106-1994,-36-4-614,-1 1 0,0-1 0,0 0-1,0 0 1,0 0 0,-1 0 0,1 0-1,-1 0 1,0 0 0,0 0 0,0-1-1,0 1 1,-1 0 0,1-1 0,-1 1-1,0 0 1,0-1 0,0 1-1,0-1 1,0 1 0,-1 0 0,0-1-1,1 1 1,-1 0 0,-1-1 0,1 1-1,0 0 1,-1 0 0,1 0 0,-1 0-1,0 1 1,0-1 0,-1-1-14,-1 2 6,0 0 1,0 0-1,0 1 0,-1-1 1,1 1-1,0 0 1,-1 0-1,1 1 1,-1-1-1,1 1 0,-1 0 1,1 0-1,0 1 1,-1-1-1,1 1 0,-1 0 1,1 0-1,0 0 1,-1 1-1,1-1 0,0 1 1,0 0-1,0 0 1,1 1-1,-1-1 1,0 1-1,1 0 0,-1 0 1,1 0-1,0 0 1,0 0-1,1 1 0,-1-1 1,0 1-1,1 0 1,0 0-1,0 0 0,0 0 1,1 0-1,-1 1 1,1-1-1,0 0 1,0 1-1,1-1 0,-1 0 1,1 1-1,0 2-6,1-6-8,-1 0-1,1 0 1,0 0-1,0 0 1,-1 0-1,1 0 1,0 0-1,0-1 0,0 1 1,0 0-1,0 0 1,0-1-1,0 1 1,1-1-1,-1 1 1,0-1-1,0 1 1,0-1-1,1 0 1,-1 1-1,0-1 1,0 0-1,1 0 0,-1 0 1,0 0-1,0 0 1,1 0-1,-1 0 1,0-1-1,0 1 1,1 0-1,-1-1 1,0 1-1,0-1 1,0 1-1,1-1 1,-1 0-1,0 1 1,0-1-1,0 0 0,0 0 1,0 0-1,-1 1 1,1-1-1,0 0 1,0 0-1,-1-1 1,1 1-1,0 0 1,-1 0-1,1 0 1,-1 0-1,1-1 9,-1-20-2254,0 12-2028,0 4-1228</inkml:trace>
  <inkml:trace contextRef="#ctx0" brushRef="#br0" timeOffset="12553.928">13236 1732 2601,'0'0'10034,"0"0"-5929,0 0-2652,0 0-678,-16 25 1048,-113 178 2038,-79 225-952,206-427-3137,1-1 1,0 0 0,-1 0 0,1 0 0,-1 0 0,1 0 0,0 0 0,-1 0 0,1-1-1,-1 1 1,1-1 0,0 1 0,-1-1 0,1 1 0,0-1 0,0 1 0,-1-1-1,1 0 1,0 0 0,0 0 0,0 0 0,0 0 0,0 0 0,0 0 0,0 0 0,1 0-1,-1 0 1,0 0 0,0-1 0,1 1 0,-1 0 0,1 0 0,-1-1 0,1 1 0,0-1-1,-1 1 1,1 0 0,0-1 0,0 1 0,0-2 227,-12-32-6303,1-2-4934</inkml:trace>
  <inkml:trace contextRef="#ctx0" brushRef="#br0" timeOffset="12833.95">12841 1945 11690,'0'0'2660,"0"0"-1416,0 0-651,0 0 440,0 0 274,0 0-35,22 15-225,67 51-416,-80-58-450,0 0 0,-1 1 0,0 0 0,-1 0 0,0 1 0,-1 0 0,0 0 0,0 1 0,-1 0 1,0 0-1,-1 0 0,0 0 0,-1 1 0,0 1-181,5 15 379,5 16 251,-10-29-570,1-1 0,0 0 0,1 0 0,0 0 0,1-1 0,1 0 0,0 0 0,0 0 0,2-1 0,8 11-60,29-10-953,-18-22-4791,-17-5-713</inkml:trace>
  <inkml:trace contextRef="#ctx0" brushRef="#br0" timeOffset="10903.275">11601 1899 3041,'0'0'4075,"0"0"-405,0 0-1920,0 0-888,0 0 352,0 0 216,0 19-59,-26 166 1850,-61-14-2640,87-170-572,0 0 0,1 0 0,-1 1 0,1-1 0,0 0 0,-1 0 0,1 0-1,0 0 1,0 0 0,-1 0 0,1 0 0,0 0 0,0 0 0,0 0 0,0 0 0,0-1 0,0 1 0,1 0-1,-1-1 1,0 1 0,0 0 0,0-1 0,1 0 0,-1 1 0,0-1 0,1 0 0,-1 0 0,0 0 0,1 1-1,-1-1 1,0-1 0,0 1 0,1 0 0,-1 0 0,0 0 0,1-1 0,-1 1 0,0-1 0,0 1 0,1-1 0,-1 1-1,0-1 1,1 0-9,11 0 75,341-8 946,-331 16-1031,0-3-774,-17-20-4146,-6 1 579</inkml:trace>
  <inkml:trace contextRef="#ctx0" brushRef="#br0" timeOffset="11284.605">11848 1868 5777,'0'0'1562,"0"0"1080,0 0-518,0 0-405,0 0-605,0 0-351,1 3 193,26 152 5469,-8 83-2832,-2-108-3069,25-135-13713,-25-10 2044</inkml:trace>
  <inkml:trace contextRef="#ctx0" brushRef="#br0" timeOffset="13644.632">11951 2025 8578,'0'0'2134,"0"0"-1011,0 0-349,0 0 228,0 0 224,0 0-81,-1-13-209,-3-8-617,-1-6 160,3 7 2665,2 29-2849,-1 53 933,2 0 0,3 0 1,2 0-1,4-1 1,7 24-1229,15 80 582,6-166-967,31-36-2773,-35 11-1974</inkml:trace>
  <inkml:trace contextRef="#ctx0" brushRef="#br0" timeOffset="34981.869">8022 5140 13067,'0'0'2420,"0"0"-719,0 0-950,0 0-230,0 0 574,0 0 25,11-6-398,4-2-699,0 1 0,1 1 0,0 0 0,0 1 0,1 1 1,-1 1-1,1 0 0,0 1 0,0 1 0,0 0 0,10 2-23,-24 2 40,0 1 1,0-1-1,0 0 0,-1 1 0,1 0 0,-1 0 0,0-1 0,0 1 1,0 1-1,-1-1 0,0 0 0,1 0 0,-1 0 0,-1 1 0,1-1 1,-1 1-1,1-1 0,-1 0 0,-1 1 0,1-1 0,0 1 0,-1-1 1,0 0-1,0 1 0,-2 2-40,2 5 162,-4 17 167,-2 0 0,-1 0 0,-1 0-1,-1-1 1,-2-1 0,-1 0 0,-1 0 0,-7 9-329,8-14 151,-29 49 484,47-82-561,0 0 1,1 1 0,0 0-1,0 0 1,1 0 0,0 1 0,1 0-1,0 0 1,0 1 0,1 0-1,0 1 1,1 0 0,6-4-75,-12 8-5,0 1-1,0 0 1,0 0 0,0 0 0,1 0 0,-1 0 0,1 1 0,-1 0-1,1 0 1,0 0 0,-1 1 0,1-1 0,0 1 0,0 0 0,-1 0-1,1 1 1,0 0 0,-1-1 0,1 2 0,-1-1 0,1 0-1,-1 1 1,1 0 0,-1 0 0,0 0 0,0 1 0,0-1 0,0 1-1,0 0 1,-1 0 0,1 0 0,-1 1 0,0-1 0,0 1-1,1 1 6,11 16-14,0 0 0,-1 2-1,-2-1 1,0 2 0,-2-1-1,0 2 1,-2-1 0,0 1-1,-2 1 1,-1-1 0,-1 1-1,0 11 15,-6-32 12,-1-1-1,0 0 1,0 0-1,-1-1 1,1 1-1,-1-1 1,0 0-1,0 0 1,0 0-1,0 0 1,0 0-1,-1-1 1,1 0-1,-1 0 1,0 0-1,1-1 1,-1 0-1,0 0 1,0 0-1,0 0 1,0-1-1,0 1 1,0-1-1,0 0 1,-1-1-12,1 2 35,-231 4 1695,287-21-7926,-19-1-2166</inkml:trace>
  <inkml:trace contextRef="#ctx0" brushRef="#br0" timeOffset="35832.85">9305 5426 6105,'0'0'2692,"0"0"-929,0 0-769,0 0-128,0 0 316,0 0 82,-5 0-520,6 1-546,-1-1-1,0 0 1,1 1 0,-1-1 0,0 1-1,0-1 1,1 0 0,-1 1-1,0-1 1,0 1 0,0-1-1,0 1 1,1-1 0,-1 1 0,0-1-1,0 1 1,0-1 0,0 1-1,0-1 1,0 1 0,0-1-1,-1 0 1,1 1 0,0-1 0,0 1-1,0-1 1,0 1-198,63 12 1574,567-23 2380,-573 10-3747,-56 0-55,-1 0 131,0 0-146,0 0 59,0 0-41,0 0-40,-16 0 168,12 0-8875,4 0-754</inkml:trace>
  <inkml:trace contextRef="#ctx0" brushRef="#br0" timeOffset="-1342.991">7066 1943 9882,'0'0'2565,"0"0"-656,0 0-766,0 0-643,0 0-130,0 0 121,-4 26 259,-56 349 869,55-315-1294,5-59-232,0-1 8,112-37 2265,-62 27-2298,0 3 0,1 2 0,0 2 0,0 3 0,50 5-68,0 12-476,-122-18-7639,6-11 3566</inkml:trace>
  <inkml:trace contextRef="#ctx0" brushRef="#br0" timeOffset="-983.157">7360 1985 6105,'0'0'5420,"0"0"-3169,0 0-1321,0 0-373,0 0 952,-1 23 587,5 157 1693,67 184 384,-68-302-4339,18-67-2362,49-57-3906,-35 25 559</inkml:trace>
  <inkml:trace contextRef="#ctx0" brushRef="#br0" timeOffset="-31907.826">1066 194 6225,'0'0'1001,"0"0"-77,0 0 1359,0 0-657,0 0-403,-6-23 301,-4-13-916,-28-98 3473,31 133-1542,4 69-2445,3-67-39,2 424 2814,68-158-1946,-63-378-539,-8 106-394,0 0 1,0 0-1,0 0 0,1-1 0,0 1 1,0 0-1,0 0 0,1 0 1,0-1-1,0 1 0,0 0 0,1 0 1,-1 0-1,1 1 0,0-1 1,1 0-1,-1 1 0,1-1 0,0 1 1,0 0-1,0 0 0,1 0 1,-1 0-1,1 0 0,0 1 0,0 0 1,0 0-1,1 0 0,-1 0 1,1 1-1,-1-1 0,1 1 1,0 0-1,0 1 0,0-1 0,0 1 1,0 0-1,0 0 0,4 0 10,7 0-27,-6-1-8,-1 0 0,0 1 1,1 0-1,-1 1 0,1 0 1,-1 1-1,1 0 0,-1 0 0,1 1 1,-1 0-1,0 0 0,0 1 1,0 1-1,0-1 0,2 3 35,-67-12-43,-5-11-151,19 14-5750,26 3 680</inkml:trace>
  <inkml:trace contextRef="#ctx0" brushRef="#br0" timeOffset="-29008.634">209 629 7458,'0'0'857,"0"0"3076,0 0-712,0 0-1550,0 0-791,0 0 15,-17-1-236,-55-2-182,65 5-401,1 0 0,0 0 0,0 0 0,0 1 0,0-1 0,0 2 0,0-1 0,1 0-1,0 1 1,-1 0 0,1 1 0,1-1 0,-1 1 0,1 0 0,0 0 0,0 0 0,0 0 0,1 1 0,-1 0 0,1 0 0,1 0 0,-1 0 0,1 0 0,0 0 0,1 0 0,-1 1 0,1-1-1,0 1 1,1-1 0,0 1 0,0 0 0,0-1 0,1 1 0,0-1 0,0 0 0,1 1 0,-1-1 0,2 1-76,2 11 67,1-1 0,1 0 0,1 0 0,0-1 0,1 0 0,1-1 0,1 0 0,0 0-1,0-1 1,2 0 0,0-1 0,0-1 0,1 0 0,9 5-67,-1 3 112,-2-3-89,0 1 0,-2 0-1,0 1 1,-1 1-1,0 1 1,-2 0 0,-1 1-1,0 1 1,-2 0-1,-1 1 1,0 0 0,-2 0-1,-1 1 1,-1 0-1,-1 1 1,-1 0 0,-1 0-1,-1 18-22,-2-10 154,-3 1-1,0-1 1,-3 0-1,0 0 1,-2 0-1,-2-1 1,-1 0-1,-2 0 1,-1 0-154,-190 420 1343,197-427-1333,1 1 0,1-1 1,2 1-1,1 0 0,1 0 0,1 0 1,1 0-1,2 0 0,1 0 0,0-1 1,2 0-1,2 0 0,0-1 1,1 0-1,2 0 0,0-1 0,2-1 1,0 0-1,2-1 0,12 14-10,178 193-80,-158-183 48,-2 1 0,-3 3 1,-2 1-1,-2 2 0,17 34 32,-44-64-3,-2 0 0,0 1 0,-2 1-1,-1-1 1,-1 1 0,-1 0-1,-1 0 1,-1 1 0,-1-1-1,-2 1 1,0 0 0,-2-1 0,0 1-1,-2-1 1,-1 0 0,-1 0-1,-1 0 1,-1-1 0,-4 6 3,-301 502 643,292-494-611,1 1 0,2 1 0,2 0 0,2 1 0,1 1 0,2 1 0,3-1 0,1 1 0,-1 29-32,11-37-3,2 0 0,1 0 0,2-1 0,1 0 0,2-1 0,1 0 0,2 0 0,1-1 0,1-1 0,2-1 0,1 0 0,1-2 0,2 0 0,10 10 3,-24-30-7,0 0 0,0 0-1,-1 1 1,-1 0-1,1 1 1,-2-1 0,1 1-1,-1 0 1,-1 0 0,0 1-1,0 0 1,-1-1 0,0 1-1,-1 0 1,0 1 0,-1-1-1,0 0 1,-1 0-1,0 1 1,-1-1 0,0 0-1,-1 0 1,0 0 0,-1 0-1,-1 2 8,-203 256 524,181-242-487,1 2 0,1 0-1,1 2 1,2 0 0,2 2-1,0 0 1,2 1 0,2 1-1,1 0 1,2 1 0,1 0-1,2 1 1,2 0 0,1 6-37,5-6 13,2 1 1,2 0-1,1-1 1,2 1-1,2-1 1,1-1 0,5 8-14,14 48-6,-4 1 0,-3 1 0,-5 1 0,-4 0 0,-3 32 6,40 299 272,-42-403-576,2-31-3070,15-134-9694,-14 49 7193</inkml:trace>
  <inkml:trace contextRef="#ctx0" brushRef="#br0" timeOffset="-27982.389">994 116 6633,'0'0'1278,"0"0"-733,0 0 110,0 0 1735,0 0-209,0 0-872,8-42 2209,-6 47-314,6 18-2904,63 306 5099,15 52-3757,-86-381-1656,0 0 0,-1 0 1,1-1-1,-1 1 0,0 0 0,1 0 0,-1 0 0,1 0 0,-1 0 1,1 0-1,-1 0 0,1 0 0,-1 1 0,1-1 0,-1 0 0,1 0 0,-1 0 1,1 0-1,-1 1 0,1-1 0,0 0 0,-1 0 0,1 1 0,-1-1 0,1 0 1,0 1-1,-1-1 0,1 1 0,0-1 14,-13-14-471,-26-38-2316,19 14-1996,7 11-825</inkml:trace>
  <inkml:trace contextRef="#ctx0" brushRef="#br0" timeOffset="-27577.34">691 216 7602,'0'0'4465,"0"0"-2393,0 0-1228,0 0 52,0 0 29,0 0-109,13-5-183,497-143 4348,-270 97-4053,-239 51-934,0-1-1,0 1 1,0 0-1,1 0 1,-1 0-1,0 1 1,0-1-1,0 0 0,0 0 1,0 0-1,0 1 1,0-1-1,0 1 1,0-1-1,0 1 1,0-1-1,0 1 0,0-1 1,0 1-1,-1 0 1,1 0-1,0-1 1,0 1-1,-1 0 1,1 0-1,0 0 0,-1 0 1,1 0-1,-1 0 1,1 0-1,-1 0 1,1 0-1,-1 0 1,0 0-1,0 0 0,1 0 1,-1 0-1,0 0 1,0 0-1,0 0 1,0 0-1,0 0 0,-1 1 1,1-1-1,0 0 1,0 0-1,-1 0 1,1 0-1,0 0 1,-1 0-1,1 0 0,-1 0 1,0 0-1,1 0 1,-1-1-1,0 1 1,1 0-1,-1 0 1,0 0-1,0-1 0,-1 1 7,-47 65-1139,-62 39-4540,60-62 1746</inkml:trace>
  <inkml:trace contextRef="#ctx0" brushRef="#br0" timeOffset="-27231.892">797 783 3569,'0'0'5805,"0"0"-3275,0 0-970,0 0 170,0 0-174,0 0-227,23 2-32,45 5 215,1-3-1,0-3 1,0-3 0,5-4-1512,146-14 284,-219 20-972,-1 0-987,0 0-1522,-1 0-312,-6-4-1414</inkml:trace>
  <inkml:trace contextRef="#ctx0" brushRef="#br0" timeOffset="-26662.019">1373 612 10490,'0'0'4292,"0"0"-2612,0 0-1062,0 0 167,0 0 313,0 0 38,1 18-580,6 62 12,32-4 263,-15-46-712,-33-160-1197,10 128 1077,-1 0 1,1 0-1,0 0 0,0 0 0,0 1 0,0-1 0,0 0 1,1 0-1,-1 1 0,0-1 0,1 1 0,-1-1 0,1 1 1,0 0-1,-1 0 0,1 0 0,0-1 0,0 1 0,0 1 1,0-1-1,0 0 0,0 0 0,0 1 0,0-1 0,0 1 1,0 0-1,0 0 0,0 0 0,0 0 0,0 0 0,0 0 1,0 0-1,0 0 0,0 1 0,0-1 0,0 1 0,0 0 1,0 0-1,0-1 0,0 1 0,0 0 0,0 1 0,-1-1 1,1 0-1,0 0 0,-1 1 0,1-1 0,-1 1 1,0-1-1,1 1 0,-1 0 0,0-1 0,1 3 1,123 177 2522,-124-180-2576,1-1-1,-1 1 1,1-1 0,-1 1-1,1-1 1,-1 0-1,1 0 1,-1 0 0,1 0-1,-1 0 1,1 0 0,-1 0-1,1-1 1,-1 1-1,1-1 1,-1 1 0,0-1-1,1 1 1,-1-1 0,1 0-1,-1 1 1,0-1-1,0 0 1,1 0 0,-1 0-1,0 0 1,0 0 0,0 0-1,0-1 1,0 1 0,-1 0-1,1 0 1,0-1-1,0 1 1,-1 0 0,1-1-1,-1 1 1,1-1 0,-1 1-1,0-1 1,1 1-1,-1-1 1,0 1 0,0-1-1,0 1 1,0-1 0,0 1-1,-1-1 1,1 1-1,0-1 1,-1 1 0,1-1-1,-1 1 1,1 0 0,-1-1-1,0 1 1,0 0 0,0-2 53,1-4-643,4-32-3430,1 0-1089</inkml:trace>
  <inkml:trace contextRef="#ctx0" brushRef="#br0" timeOffset="-26343.692">1736 23 10818,'0'0'2662,"0"0"-496,0 0-403,0 0-209,0 0-373,0 0-259,4 34 605,46 255 1385,-27-190-2264,5-1-1,4-2 0,4-1 0,44 83-647,-60-150 4,-17-24-2389,-40-68-6011,13 29 2826</inkml:trace>
  <inkml:trace contextRef="#ctx0" brushRef="#br0" timeOffset="-26181.76">1664 667 5129,'0'0'7890,"0"0"-6242,0 0-632,0 0-79,0 0 327,0 0 336,141 2-552,-82-2-439,6-8-457,-1-6-152,3 3-48,-18 2-1809,-14 7-5857</inkml:trace>
  <inkml:trace contextRef="#ctx0" brushRef="#br0" timeOffset="-25496.921">2284 1041 7578,'0'0'7805,"0"0"-4787,0 0-1851,0 0 486,0 0-224,-6-23-622,-45-140-128,5 109-463,41 91-308,5-35 89,-2 5 9,0 1 0,1-1 0,0 1 0,1-1-1,0 1 1,0-1 0,0 1 0,1 0 0,0-1 0,1 0-1,-1 1 1,1-1 0,1 0 0,0 0 0,0 0 0,0 0-1,1 0 1,0-1 0,0 1 0,0-1 0,1 0 0,0-1-1,0 1 1,1-1 0,-1 0 0,1 0 0,0-1 0,1 1-1,-1-2 1,1 1 0,-1 0 0,3-1-6,-4 0 1,0-1-1,1 0 1,-1 0-1,1 0 1,0-1 0,0 0-1,-1 0 1,1-1 0,0 1-1,0-1 1,0 0 0,0-1-1,-1 1 1,1-1-1,0-1 1,0 1 0,-1-1-1,1 0 1,-1 0 0,1 0-1,-1-1 1,0 0-1,0 0 1,0 0 0,-1-1-1,1 1 1,-1-1 0,1 0-1,-1-1 1,-1 1 0,1-1-1,-1 1 1,1-1-1,-1 0 1,-1 0 0,1-1-1,-1 1 1,0-1 0,0 1-1,0-1 1,-1 1 0,1-5-1,-28-143 49,30 165-42,1 0-1,0-1 1,1 1 0,1-1 0,-1-1-1,2 1 1,-1-1 0,2-1-1,-1 1 1,1-1 0,0-1 0,1 0-1,0 0 1,1-1 0,-1 0 0,1-1-1,1 0 1,-1 0 0,1-2-1,0 1 1,0-2 0,8 2-7,-17-4-9,0 0 1,1 0-1,-1-1 1,1 0-1,-1 1 1,1-1-1,-1-1 1,1 1-1,-1 0 1,1-1-1,-1 0 1,1 0-1,-1 0 1,0 0-1,1 0 1,-1-1-1,0 1 1,0-1-1,0 0 1,0 0-1,0 0 1,-1 0-1,1-1 1,0 1-1,-1-1 1,0 0-1,0 1 1,0-1-1,0 0 1,0 0-1,0 0 1,-1-1-1,0 1 1,1 0-1,-1-1 1,0 1-1,-1 0 1,1-1-1,-1 1 1,1-1-1,-1 1 1,0-1-1,0 1 1,-1-1-1,0-3 9,1 7 0,2-4-4,-1 0-1,0-1 1,0 1 0,0 0 0,-1 0 0,0-1-1,0 1 1,0 0 0,0-1 0,0 1-1,-1 0 1,0 0 0,0 0 0,0-1 0,0 1-1,-1 0 1,0 0 0,0 0 0,0 1-1,0-1 1,0 0 0,-1 1 0,1 0-1,-1-1 1,0 1 0,0 0 0,-1 0 0,1 1-1,0-1 1,-1 1 0,0-1 0,1 1-1,-1 0 1,0 1 0,0-1 0,0 1 0,0-1-1,-1 1 1,1 1 0,-3-2 4,-3 2-13,0 0-1,1 1 1,-1 0 0,1 0 0,-1 1 0,1 0 0,0 1-1,0 0 1,0 1 0,0-1 0,1 2 0,-1-1-1,1 1 1,0 0 0,0 1 0,1 0 0,0 0 0,0 1-1,0 0 14,-34 65-4067,35-48-2848</inkml:trace>
  <inkml:trace contextRef="#ctx0" brushRef="#br0" timeOffset="-25076.731">2658 727 13899,'0'0'2631,"0"0"-1256,0 0-229,0 0 285,0 0-227,1 25 6,35 173 433,-4-130-1275,2-2 0,2-1 1,4-2-1,4 0-368,25 42 92,-58-89-95,-1 0 0,-1 1 1,0 0-1,-1 1 0,-1 0 0,-1 0 0,-1 0 0,0 1 0,-1 0 0,-1 0 0,-1 0 1,0 9 2,-3-25 0,1 0 0,0 1 1,-1-1-1,0 0 1,0 1-1,0-1 1,0 0-1,-1 0 1,1 0-1,-1 0 1,0 0-1,0 0 0,0-1 1,0 1-1,0 0 1,0-1-1,-1 0 1,1 1-1,-1-1 1,0 0-1,0 0 0,1-1 1,-1 1-1,0-1 1,-1 1-1,1-1 1,0 0-1,0 0 1,-1 0-1,1-1 0,-2 1 0,-116 9 89,110-10-91,-12 0-1,0 0 1,0-2 0,0-1-1,0-1 1,0-1 0,0-1-1,1-1 1,0 0 0,1-2-1,0-1 1,0 0 0,-8-7 2,26 15-102,0 0-1,0 0 1,0 0 0,0 0 0,1-1 0,-1 1 0,1-1 0,-1 1 0,1-1 0,0 0 0,0 0 0,0 0 0,1 0 0,-1-1 0,1 1 0,0 0 0,-1-1-1,1 1 1,1 0 0,-1-1 0,1 1 0,-1-1 0,1 0 0,0 1 0,0-1 0,0 1 0,1-1 0,-1 1 0,1-1 0,0 1 0,0-1 0,0 1-1,1 0 1,-1-1 0,1 1 0,1-2 102,84-101-6280,-83 102 6060,53-50-4817</inkml:trace>
  <inkml:trace contextRef="#ctx0" brushRef="#br0" timeOffset="-24460.832">2917 663 10786,'0'0'2636,"0"0"-756,0 0-313,0 0-29,0 0 18,0 0-783,5 8-263,214 318 1153,-220-326-1661,1 0-1,0 1 1,-1-1 0,1 0 0,0 0 0,-1 0-1,1 0 1,0 0 0,0 1 0,-1-1-1,1 0 1,0 0 0,0 0 0,-1 1 0,1-1-1,0 0 1,0 1 0,0-1 0,-1 0-1,1 0 1,0 1 0,0-1 0,0 0 0,0 1-1,0-1 1,0 0 0,0 1 0,0-1-1,-1 0 1,1 1 0,0-1 0,0 0 0,1 1-1,-1-1 1,0 0 0,0 1 0,0-1-1,0 0 1,0 1 0,0-1 0,0 0 0,0 0-2,-26-20 34,18 11-83,0-1-1,0 1 1,1-1-1,0-1 0,1 0 1,0 0-1,0 0 1,2 0-1,-1-1 0,1 0 1,1 0-1,0 0 1,1 0-1,0 0 1,1-1-1,0 1 0,1-4 50,1 12-13,-1 1 0,1-1 0,0 1-1,0-1 1,0 1 0,1 0-1,-1 0 1,1-1 0,-1 1 0,1 0-1,0 0 1,1 1 0,-1-1 0,0 0-1,1 1 1,-1-1 0,1 1-1,0 0 1,0 0 0,0 0 0,0 0-1,0 0 1,0 1 0,0 0-1,1-1 1,-1 1 0,1 0 0,-1 1-1,0-1 1,1 0 0,0 1-1,-1 0 1,1 0 0,-1 0 0,3 1 13,2-2-26,0 1 0,-1 0 0,1 1 0,-1-1 1,1 1-1,-1 1 0,1 0 0,-1 0 0,0 0 1,0 1-1,0 0 0,0 0 0,0 1 0,0 0 1,-1 0-1,5 4 26,114 191 91,-122-198-89,0 1 1,1-1 0,-1 1-1,1-1 1,-1 0 0,1 0 0,-1 0-1,1-1 1,0 0 0,-1 1-1,1-1 1,0 0 0,-1-1 0,1 1-1,0-1 1,-1 1 0,1-1 0,-1 0-1,1 0 1,-1-1 0,1 1-1,-1-1 1,0 0 0,0 1 0,0-2-1,0 1 1,0 0 0,0 0-1,0-1 1,-1 0 0,1 1 0,-1-1-1,0 0 1,0 0 0,0-1 0,0 1-1,-1 0 1,1 0 0,-1-1-1,0 1 1,1-1 0,-2 1 0,1-1-1,0 0 1,-1 1 0,0-1-1,0 0 1,0 1 0,0-1 0,-1-2-3,2-2 16,0 1 0,-1-1 0,0 0 0,0 1 1,-1-1-1,0 0 0,-1 1 0,1-1 1,-1 1-1,-1 0 0,1 0 0,-1 0 0,-1 0 1,1 0-1,-1 0 0,0 1 0,-1 0 1,0 0-1,0 0 0,0 0 0,0 1 0,-1 0 1,0 0-1,0 0 0,0 1 0,-1 0 0,1 0 1,-1 1-1,0 0 0,0 0 0,-7-2-16,7 3-4,1 1-1,-1-1 0,0 1 1,1 1-1,-1-1 0,0 1 0,1 0 1,-1 1-1,0 0 0,1 0 1,-1 0-1,1 1 0,-1-1 0,1 2 1,0-1-1,-1 1 0,1 0 1,0 0-1,1 1 0,-1-1 0,1 1 1,0 1-1,0-1 0,0 1 1,0 0-1,1 0 0,0 0 0,0 0 1,0 1-1,0 0 0,1 0 1,0 0-1,1 0 0,-1 0 0,1 0 1,0 1-1,1-1 0,-1 1 1,1 0-1,1-1 0,-1 1 0,1 0 1,0 1 4,7 22-2077,10-6-2428</inkml:trace>
  <inkml:trace contextRef="#ctx0" brushRef="#br0" timeOffset="-23680.527">3569 736 14683,'0'0'2747,"0"0"-1274,0 0-358,0 0-173,0 0-399,0 0-173,1 17-141,-1-9-211,-1-2 1,1 1 0,0 0 1,1 0-1,0 0 0,0 0 0,0 0 1,1-1-1,-1 1 0,2 0 1,-1-1-1,1 0 0,0 1 0,0-1 1,1 0-1,0-1 0,0 1 1,0 0-1,1-1 0,4 4-19,-1-2 3,1-1-1,1 0 1,-1 0 0,1-1-1,0-1 1,0 1 0,0-1-1,1-1 1,0 0 0,-1-1-1,1 0 1,0 0 0,0-1-1,4-1-2,-12-2-27,0-1 0,-1 1 0,1-1 0,-1 0-1,1 0 1,-1 0 0,0 0 0,0 0 0,0-1-1,-1 1 1,1-1 0,-1 1 0,0-1-1,0 1 1,0-1 0,-1 0 0,1 1 0,-1-1-1,0 0 1,0 0 0,0 1 0,0-1-1,-1 0 1,1 0 0,-1 1 0,-1-3 27,2-5-22,-2-35-66,0 37 83,0 0 0,1-1 0,0 1-1,0-1 1,1 1 0,0-1 0,1 1-1,0-1 1,0 1 0,1-1 0,0 1 0,1 0-1,0 0 1,1 0 0,-1 0 0,2 1-1,-1-1 1,1 1 0,1 0 0,-1 1 0,1-1-1,2-1 6,-2 7 9,0 0-1,0 1 1,0-1-1,0 2 0,0-1 1,0 0-1,0 1 1,0 0-1,0 1 0,0-1 1,-1 1-1,1 0 1,0 1-1,0-1 0,0 1 1,-1 0-1,1 1 1,-1-1-1,1 1 1,-1 0-1,0 1 0,0-1 1,-1 1-1,1 0 1,-1 0-1,1 0 0,-1 1 1,-1 0-1,1-1 1,-1 1-1,0 1 0,0-1 1,0 0-1,-1 1 1,1-1-1,-1 1 1,-1 0-1,1 0 0,-1 2-8,0-4 96,-11-3 350,-125-3 5,132 6-413,0 1 0,-1-1 0,2 1 0,-1 0 0,1 0 0,-1 1 0,1-1 0,1 0 0,-1 1 0,1-1 0,0 1 0,0 0-1,0-1 1,1 1 0,0 0 0,0-1 0,1 1 0,0 0 0,-1-1 0,2 2-38,-2-3 51,4 6-31,0 1 1,1-1-1,0 0 0,1 0 0,0-1 0,0 0 0,1 0 0,0 0 0,0-1 0,1 0 0,0 0 0,1-1 0,0 0 1,0-1-1,0 0 0,1 0 0,0-1 0,0 0 0,0-1 0,1 0 0,-1-1 0,1 0 0,0 0 0,0-1 0,0-1 1,0 0-1,1 0 0,-1-1 0,0-1 0,0 1 0,0-2 0,0 0 0,0 0 0,0-1-20,-6-1-29,0 0 0,0-1 0,-1 1 0,1-1 0,-1 0 0,0 0 1,-1 0-1,1 0 0,-1-1 0,0 0 0,-1 1 0,1-1 0,-1 0 0,0 0 0,-1-1 0,0 1 0,1 0 0,-2 0 0,1-1 0,-1 1 0,0 0 0,0-1 0,-1 1 0,0 0 0,0-1 0,0 1 0,-1 0 0,-2-6 29,119 155 1859,-113-142-1874,0 0 0,0 0 0,0 0-1,0 0 1,0 0 0,0 0 0,0 0-1,0-1 1,0 1 0,0-1 0,0 1-1,0-1 1,0 0 0,0 0-1,1 0 1,-1 0 0,0 0 0,0 0-1,0-1 1,0 1 0,0-1 0,1 1-1,-1-1 1,0 0 0,0 0-1,-1 0 1,1 0 0,0 0 0,0-1-1,0 1 16,26-33-3177,-12 3-2382</inkml:trace>
  <inkml:trace contextRef="#ctx0" brushRef="#br0" timeOffset="-23420.914">4148 485 13171,'0'0'3104,"0"0"-1559,0 0-1049,0 0 464,0 0-88,0 0-448,0 0-256,-13-2-56,23 2-16,3 0 81,-4 0-225,-4 0 48,-2 0-49,-3 0-71,0 0-192,0 22-552,0-2-1120,2 4-2161</inkml:trace>
  <inkml:trace contextRef="#ctx0" brushRef="#br0" timeOffset="-23042.439">4496 709 13555,'0'0'3250,"0"0"-2151,0 0-671,0 0 723,0 0 663,9 20-870,29 64-499,-34-76-420,1-1 0,0 0-1,0 1 1,0-2 0,1 1 0,0 0 0,1-1-1,-1-1 1,1 1 0,0-1 0,1 0-1,-1 0 1,1-1 0,0 0 0,0 0-1,0-1 1,0 0 0,1-1 0,-1 0-1,1 0 1,0-1 0,0 0 0,-1 0-1,1-1 1,0 0 0,0-1 0,0 0-1,-1 0 1,1-1 0,5-1-25,-10 2-4,0-1 0,1 0 0,-1 1 0,0-1 0,0-1 0,0 1 0,-1-1 0,1 1 0,-1-1 0,1 0 0,-1 0 0,0-1 0,0 1 0,0 0 0,0-1 0,-1 0 0,0 0 0,0 0 0,0 0 1,0 0-1,0 0 0,-1 0 0,0-1 0,1 1 0,-2-1 0,1 1 0,-1-1 0,1 1 0,-1-1 0,0 1 0,-1-1 0,1 1 0,-1-1 0,0 1 0,0 0 0,0-1 0,-1 1 0,1 0 0,-1 0 0,0 0 0,0 0 0,-1 0 0,1 0 0,-1 0 0,0 1 0,0 0 0,0-1 0,0 1 0,-1 0 4,-8-5-28,-1 0 0,-1 0 0,1 1 0,-1 1 0,-1 0 0,1 1 0,-1 1 0,1 0 0,-1 1 0,-1 0 0,1 1 0,0 1 0,0 1 0,-1 0 0,-5 1 28,16 0-4,0-1-1,0 1 1,0 1 0,0-1-1,0 1 1,0-1 0,1 1-1,-1 1 1,0-1-1,1 1 1,0-1 0,0 1-1,0 1 1,0-1 0,0 1-1,0-1 1,1 1 0,0 0-1,0 0 1,0 0-1,0 1 1,0-1 0,1 1-1,0 0 1,0-1 0,0 1-1,1 0 1,0 0-1,0 0 1,0 0 0,0 0-1,1 0 1,0 1 0,0-1-1,0 0 1,1 3 4,28 52-923,13-37-2471,-4-10-2143</inkml:trace>
  <inkml:trace contextRef="#ctx0" brushRef="#br0" timeOffset="-22590.887">5025 661 13419,'0'0'2222,"0"0"-1019,0 0-146,0 0 281,13 18 154,43 64-608,0 81 713,-53-229-1653,-2 57-62,0 0 0,0 1 0,1-1 0,0 1 0,1 0 0,0-1 1,0 1-1,0 0 0,1 1 0,0-1 0,1 1 0,0-1 0,0 1 1,1 1-1,-1-1 0,1 1 0,3-2 118,-7 6-43,1-1 0,0 1 0,0-1 0,0 1 0,1 0 0,-1 0 0,0 0 1,1 1-1,-1-1 0,1 1 0,0 0 0,-1 0 0,1 0 0,0 0 0,0 1 0,0 0 0,0-1 0,-1 1 0,1 1 0,0-1 0,0 0 0,0 1 0,-1 0 1,1 0-1,0 0 0,-1 0 0,1 1 0,-1 0 0,1-1 0,-1 1 0,0 0 0,1 1 0,-1-1 0,0 0 0,-1 1 0,1 0 0,0 0 0,-1 0 0,1 0 44,33 44-107,-33-41 119,-1 0 0,1-1 0,0 1 0,0-1 0,0 1 0,1-1 0,0 0 0,0 0 0,0-1 0,0 1 0,1-1 0,0 0 0,0 0 0,0-1 0,0 1 0,1-1 0,-1 0 0,1-1 0,0 1 0,0-1 0,0 0 0,0-1 0,0 0 0,0 1 0,0-2 0,1 1 0,-1-1 0,0 0 0,0 0 0,1-1 0,-1 0 0,0 0 0,0 0 0,0-1 0,0 0 0,1 0-13,24-18-3158,-4-1-2626</inkml:trace>
  <inkml:trace contextRef="#ctx0" brushRef="#br0" timeOffset="-22312.514">5087 160 9842,'0'0'6626,"0"0"-5162,0 0-1088,0 0 1368,0 0 1073,-67 165-1265,47-105-544,0 0-792,6-7-47,-1-6-169,7 4 0,3-11-377,5-11-4568</inkml:trace>
  <inkml:trace contextRef="#ctx0" brushRef="#br0" timeOffset="-20046.164">1328 2021 3713,'0'0'8256,"0"0"-4990,0 0-2292,0 0-709,0 0-63,5 24 264,18 255 1199,-78 157 1689,55-435-3321,0-1 104,-8-39 176,2-11-473,2-1 0,3 1 0,1-1 0,3 1 1,2-1-1,2 1 0,2 0 0,3 1 1,2 0-1,1 1 160,35-112 6,-31 182 249,138 521 5216,-149-510-5354,-4-5-16,2 1-1,2-1 0,0-1 0,2 0 1,0 0-1,2-1 0,1 0 0,2-1 0,0 0 1,1-2-1,4 4-100,-2-23-1706,-41-44-1205,-50-45-3392,40 47 115</inkml:trace>
  <inkml:trace contextRef="#ctx0" brushRef="#br0" timeOffset="-19792.63">1343 2634 11010,'0'0'3017,"0"0"-1145,0 0-615,0 0 79,0 0-544,128-31-560,-108 31 40,5 0-272,5 0 0,7 0 0,7 0 0,5 0-32,26 0-40,-11-6-744,-10-5-4377</inkml:trace>
  <inkml:trace contextRef="#ctx0" brushRef="#br0" timeOffset="-19499.194">1966 2552 11707,'0'0'2641,"0"0"-1118,0 0-93,0 0 376,0 0 45,23 2-578,178 10 739,-76-21-1768,-123 9-562,-55 1-8488,19 9 3125</inkml:trace>
  <inkml:trace contextRef="#ctx0" brushRef="#br0" timeOffset="-19229.495">2062 2757 9458,'0'0'2243,"0"0"-819,0 0-407,0 0 470,0 0-43,0 0-396,7 2-6,224 13 3331,-152-17-4512,23-13-3115,-76 8-1574</inkml:trace>
  <inkml:trace contextRef="#ctx0" brushRef="#br0" timeOffset="-18265.799">3364 1674 7738,'0'0'1944,"0"0"-680,0 0-498,0 0 181,0 0 244,0 0 100,2-15-161,2-47-204,-4 61-846,0 0 0,0 0-1,0 0 1,-1-1 0,1 1 0,0 0-1,0 0 1,-1 0 0,1 0 0,-1 0-1,1 0 1,-1 0 0,0 0 0,1 0-1,-1 0 1,0 0 0,0 0 0,0 0-1,1 0 1,-1 0 0,0 1 0,0-1-1,0 0 1,0 1 0,0-1 0,-1 1-1,1-1 1,0 1 0,0-1 0,0 1-1,0 0 1,-1 0 0,1 0 0,0-1 0,0 1-1,0 0 1,-1 0 0,1 1 0,0-1-1,0 0 1,0 0 0,0 1 0,-1-1-1,1 0 1,0 1 0,0-1 0,-1 1-80,-5 0 243,-1 0-180,0-1 1,0 1 0,-1 1 0,1 0-1,0 0 1,0 0 0,1 1 0,-1 1-1,0-1 1,1 1 0,0 0 0,0 1-1,0 0 1,1 0 0,-1 0 0,1 1-1,0 0 1,1 0 0,-1 0 0,1 1-1,1 0 1,-1 0 0,1 0 0,0 0-1,1 1 1,0-1 0,0 1 0,0 0-1,1 0 1,1 0 0,-1 1 0,1-1-1,1 0 1,-1 0 0,1 1 0,1 7-64,-2 32 266,2 0 1,1 0-1,3 0 1,2-1-1,2 0 1,5 13-267,156 416 3043,-146-344-2845,-7 1 0,-5 1-1,-5 95-197,-10-221-9,-1 1 0,0-1 0,0 0 0,-1 0 0,0 0 0,0-1 0,-1 1 0,1-1 0,-2 0-1,1-1 1,-1 0 0,0 0 0,0 0 0,-1-1 0,0 0 0,0-1 0,0 1 0,0-2 0,-1 1-1,1-1 1,-1 0 0,0-1 0,0 0 0,0 0 0,0-1 0,0 0 0,-9-1 9,-5 6-7,-113 18 17,135-41-4238,9-2-1553</inkml:trace>
  <inkml:trace contextRef="#ctx0" brushRef="#br0" timeOffset="-15459.198">3871 2288 8658,'0'0'479,"0"0"1322,0 0-326,0 0-265,0 0-319,0-12 184,2-10-1000,0-10 2608,-10 59-1115,-55 238 947,66-262-2498,0 1-1,0-1 1,0 0 0,0 0-1,0 0 1,1-1-1,0 1 1,-1-1 0,1 0-1,0 0 1,0 0-1,0 0 1,0-1 0,0 0-1,0 0 1,1 0-1,-1 0 1,0 0 0,1-1-1,-1 0 1,0 0-1,1 0 1,-1-1 0,1 1-1,-1-1 1,0 0-1,0 0 1,1-1-17,13 2 17,264 0-255,-281 0-218,-1 0-632,0 0-557,0 3-3801,0 3 497</inkml:trace>
  <inkml:trace contextRef="#ctx0" brushRef="#br0" timeOffset="-14979.469">4056 2219 10178,'0'0'1735,"0"0"-741,0 0-283,0 0 145,0 0 252,0 0-419,10 13 897,-5 283 5290,0-4-4770,-4-286-2182,4 20 431,2-45-491,5-15-4943,-5 18-1613</inkml:trace>
  <inkml:trace contextRef="#ctx0" brushRef="#br0" timeOffset="-8992.749">3033 4059 10354,'0'0'2254,"0"0"-862,0 0-573,0 0-192,0 0 268,0 0-6,0 0-172,26-11 2999,-16-1-3604,0 0 0,0-1 1,-1 0-1,-1-1 0,0 0 0,-1 0 0,0 0 0,-1-1 0,-1 0 0,0 0 0,-1-1 1,-1 1-1,-1-1 0,0 0 0,-1 0 0,0 0 0,-1-2-112,17 57 296,52 398 4396,-69-437-4812,1 0 1,-1 0-1,0 0 1,0 0 0,0-1-1,1 1 1,-1 0-1,0 0 1,0 0-1,1 0 1,-1 0-1,0 0 1,0 0-1,1-1 1,-1 1 0,0 0-1,1 0 1,-1 0-1,0 0 1,0 0-1,1 0 1,-1 0-1,0 0 1,0 1-1,1-1 1,-1 0 0,0 0-1,1 0 120,-1-15-5560</inkml:trace>
  <inkml:trace contextRef="#ctx0" brushRef="#br0" timeOffset="-7515.151">3644 1274 8666,'0'0'2207,"0"0"-996,0 0-292,0 0-163,0 0 44,0 0-57,-4 0-68,-63 11 3299,66-11-3319,1 0-306,0 0 26,0 0 61,43 0 563,118-33-696,-150 93-46,-13-46-201,-1 0 0,0 0 0,-1-1 0,-1 1 0,0-1 0,-1 0 0,0 0 0,-1-1 0,0 0 0,-1 0 0,0-1 0,-5 5-56,31-27 771,-9 10-801,-1 0 1,1 0-1,-1 1 0,1 1 0,-1-1 1,0 1-1,1 1 0,-1-1 0,0 1 1,0 1-1,0 0 0,0 0 1,0 0-1,0 1 0,-1 0 0,0 1 1,0 0-1,0 0 0,0 0 1,-1 1-1,4 3 30,-10-3-34,0-1 1,0 1-1,0-1 1,0 1-1,-1-1 1,0 0-1,0 1 1,-1-1-1,1 0 1,-1 0-1,0 0 1,0 0-1,-1 0 1,0 0-1,1 0 1,-2-1-1,1 0 0,0 0 1,-1 1-1,0-2 1,0 1-1,0 0 1,0-1-1,-1 0 1,1 0-1,-1 0 1,0-1-1,0 1 1,0-1-1,-4 1 34,-104-1 99,3-13-1689,110 11-2237</inkml:trace>
  <inkml:trace contextRef="#ctx0" brushRef="#br0" timeOffset="-6698.644">4541 2477 10322,'0'0'2617,"0"0"-702,0 0-506,0 0-67,-1 25-220,1 82-203,0-100-884,0-1 1,1 0 0,0 1 0,0-1 0,0 0-1,1 0 1,0 0 0,0 0 0,0 0 0,1 0-1,0-1 1,0 1 0,0-1 0,1 0 0,0 1-1,0-2 1,0 1 0,1 0 0,-1-1 0,1 0-1,0 0 1,0 0 0,1-1 0,-1 0 0,1 0-1,-1 0 1,1-1 0,0 0 0,0 0 0,0 0-1,1-1 1,-1 1 0,0-2 0,0 1 0,1-1-1,-1 0 1,0 0 0,1 0 0,-1-1 0,0 0-1,1-1 1,-1 1 0,0-1 0,0 0 0,0-1-1,-1 1 1,1-1 0,-1 0 0,1-1 0,-1 1-1,0-1 1,0 0 0,0-1 0,-1 1 0,0-1-1,1 0 1,-2 0 0,1 0 0,0 0 0,-1-1-1,0 1 1,-1-1 0,1 0 0,-1 0 0,1-2-36,-1 1 20,0 0 1,-1 0 0,1-1 0,-1 1-1,-1-1 1,0 1 0,0-1-1,0 1 1,-1 0 0,0-1 0,0 1-1,-1 0 1,1-1 0,-2 1-1,1 0 1,-1 0 0,0 1 0,-1-1-1,0 0 1,0 1 0,0 0-1,0 0 1,-1 0 0,0 1 0,-1 0-1,1 0 1,-1 0 0,0 0-1,0 1 1,0 0 0,-1 0 0,1 1-1,-1 0 1,0 0 0,0 0-1,0 1 1,0 0 0,-1 1 0,1-1-1,0 1 1,-1 1 0,1 0-1,-1 0 1,1 0 0,-1 1 0,1 0-1,-4 1-20,6-1-2,0 1 0,0 0 0,1 0 0,-1 1-1,1 0 1,-1-1 0,1 1 0,0 1 0,0-1 0,1 1-1,-1-1 1,1 1 0,-1 0 0,1 0 0,0 1-1,1-1 1,-1 1 0,1-1 0,0 1 0,0 0 0,0 0-1,1 0 1,-1 0 0,1 0 0,1 0 0,-1 0 0,1 0-1,0 0 1,0 0 0,0 1 0,0-1 0,1 0 0,0 0-1,0 0 1,2 4 2,38 62-2281,8-41-2529,-12-15-1015</inkml:trace>
  <inkml:trace contextRef="#ctx0" brushRef="#br0" timeOffset="-6366.464">4575 2032 11362,'0'0'2364,"0"0"-392,0 0-773,0 0-251,0 0-222,0 0-286,12 8 445,4 5-531,-1 0 0,-1 0 0,-1 2 0,0 0 0,-1 0 0,0 1 0,-1 0-1,-1 1 1,-1 1 0,0-1 0,0 4-354,133 425 3697,-94-382-4064,-5-81-5594,-31-6 158</inkml:trace>
  <inkml:trace contextRef="#ctx0" brushRef="#br0" timeOffset="-6030.057">5396 2252 13475,'0'0'2067,"0"0"-957,0 0 241,-4 21 712,-74 224 2810,65-215-4705,-85 136-80,78-153-1475,-1-8-3518,10-5 437</inkml:trace>
  <inkml:trace contextRef="#ctx0" brushRef="#br0" timeOffset="-5717.604">5106 2290 11362,'0'0'2745,"0"0"-1451,0 0-464,0 0 203,0 0 0,0 0-306,24 17-67,76 59 232,-93-69-704,0-1 0,-1 2 0,1-1 0,-1 1 0,-1 0 0,1 0 0,-1 1 0,-1 0 0,0 0 0,0 0 0,-1 0 0,0 0 0,1 4-188,7 21 364,-9-25-383,0 1 1,0-1-1,1 0 1,0-1-1,1 1 1,-1 0-1,2-1 1,-1 0-1,1 0 1,1 0-1,-1-1 0,2 0 1,-1 0-1,0 0 1,1-1-1,0 0 1,1 0-1,0-1 1,-1 0-1,2 0 1,-1 0-1,0-2 1,1 1-1,0-1 1,0 0-1,6 1 19,14-4-4195,-3 0-2669</inkml:trace>
  <inkml:trace contextRef="#ctx0" brushRef="#br0" timeOffset="-3212.857">6206 2350 10082,'0'0'2315,"0"0"-624,0 0-606,0 0-99,0 0-85,0 0-260,5 0 2342,26 0-2554,224 10 1398,-160-9-11096,-100-1 783</inkml:trace>
  <inkml:trace contextRef="#ctx0" brushRef="#br0" timeOffset="-2746.807">6273 2599 9994,'0'0'1898,"0"0"-162,0 0-347,0 0-291,21 1-259,160 5 674,2-6-69,-183 0-1505,0 0-47,0 0-58,0 0 97,-6 8 16,0 1-3630,6-9-1686</inkml:trace>
  <inkml:trace contextRef="#ctx0" brushRef="#br0" timeOffset="30004.147">6164 5809 7738,'0'0'168,"0"0"704,0 0-712,0 0 152,0 0-136,0 0 648,0 0-616,0 0-208,-2 0-296,-3 0 48,2 0-320</inkml:trace>
  <inkml:trace contextRef="#ctx0" brushRef="#br0" timeOffset="30934.62">5504 5384 2937,'0'0'4266,"0"0"-2466,0 0-654,0 0-59,0 0 49,0 0 192,-8-12 641,9 9 4680,585 3-3572,-585 0-3091,0 0 1,0 0-1,0 0 1,-1 0-1,1 0 1,0 1-1,0-1 1,0 0-1,0 1 1,0-1-1,-1 1 1,1-1-1,0 1 1,0-1 0,-1 1-1,1-1 1,0 1-1,-1 0 1,1-1-1,0 1 1,-1 0-1,1 0 1,-1-1-1,0 1 1,1 0-1,-1 0 1,1 0-1,-1 0 1,0-1-1,0 1 1,0 0-1,1 0 1,-1 0-1,0 0 1,0 0-1,0 0 1,0 0-1,-1 0 1,1 0-1,0-1 1,0 1 0,0 0-1,-1 0 1,1 0-1,0 0 1,-1 0-1,1-1 1,-1 1-1,1 0 1,-1 0-1,1-1 1,-1 1-1,0 0 1,1-1-1,-1 1 1,0-1-1,0 1 1,1 0-1,-1-1 1,0 0-1,0 1 1,0-1-1,1 0 1,-1 1-1,0-1 1,0 0-1,0 0 1,0 0 0,0 1 12,-24 12-4015,10-14-2380,12-2 2546</inkml:trace>
  <inkml:trace contextRef="#ctx0" brushRef="#br0" timeOffset="31519.917">5623 5684 8346,'0'0'2488,"0"0"-725,0 0-485,0 0-79,0 0-160,0 0 73,4 0-281,125 16 2403,-78-4-2627,0-2 1,1-2 0,0-2-1,0-3 1,46-2-608,-98-1 159,0 0-26,0 0 112,0 0 51,0 0-64,0 0 79,0 0-131,0 0-114,30-10-2251,-15-2-2632</inkml:trace>
  <inkml:trace contextRef="#ctx0" brushRef="#br0" timeOffset="33352.252">6770 4986 10218,'0'0'2601,"0"0"-785,0 0-1120,0 0-384,0 0 18,0 0 805,0 25-162,10 203-61,-8-42-661,1-181-232,0 0 0,0-1 0,0 0 0,1 0 1,0 0-1,0 0 0,0 0 0,0-1 0,0 1 0,1-1 0,-1-1 0,1 1 0,0 0 0,0-1 0,0 0 0,0 0 1,1-1-1,-1 1 0,0-1 0,1 0 0,-1-1 0,0 1 0,1-1 0,-1 0 0,1-1 0,-1 1 0,1-1 1,-1 0-1,2-1-19,-3 2 22,238-22 436,-112-3-1070,-131 36-4291,-7-10 1983</inkml:trace>
  <inkml:trace contextRef="#ctx0" brushRef="#br0" timeOffset="33738.883">7083 5044 8546,'0'0'3534,"0"0"-1674,0 0-527,0 21 463,10 381 6488,13-119-6322,-5-255-2322,8-51-4732,-14 1-319</inkml:trace>
  <inkml:trace contextRef="#ctx0" brushRef="#br0" timeOffset="34290.673">7649 5477 5193,'0'0'8234,"0"0"-4856,0 0-2246,0 0-381,0 0 1052,0 0 87,1 8-745,-1-3-1026,-1-3-73,1 0 1,0 0-1,0-1 0,0 1 0,0 0 0,0 0 0,0 0 1,0 0-1,0 0 0,1 0 0,-1 0 0,1-1 1,0 1-1,-1 0 0,1 0 0,0-1 0,0 1 0,0 0 1,0-1-1,0 1 0,0-1 0,1 1 0,-1-1 1,0 0-1,1 1 0,-1-1 0,1 0 0,0 0 0,-1 0 1,1 0-1,0 0 0,-1-1 0,1 1 0,0 0 1,0-1-1,0 0 0,0 1 0,1-1-46,-1-55 707,-2 53-703,1 0 4,0-1 1,-1 0-1,1 1 1,-1-1-1,0 1 1,0-1-1,0 0 1,0 1-1,0-1 1,-1 0-1,1 1 1,-1-1-1,1 1 1,-1-1-1,0 1 1,0-1-1,0 1 1,-1 0-1,1-1 1,0 1-1,-1 0 1,0 0-1,1 0 1,-1 0-1,0 0 1,0 0-1,0 1 1,0-1-1,0 1 1,-1-1-1,1 1 1,0 0-1,-1 0 1,1 0-1,-1 0-8,-9 38 172,10-33-168,0 0 0,1 1 0,-1-1 0,1 0 0,0 1 0,0 0 0,1-1 0,-1 1 0,1-1 0,0 1 0,0 0 0,1-1 0,-1 1 0,1-1 0,0 1 0,0-1 0,1 1 0,-1-1 0,1 0 0,0 0 0,0 0 0,1 0 0,-1 0 0,1 0 0,0 0 0,0-1-1,0 1 1,0-1 0,0 0 0,1 0 0,0 0 0,-1-1 0,1 1 0,0-1 0,0 0 0,1 0 0,-1 0 0,0-1 0,1 1 0,2 0-4,-7-30 108,-41-67-1850,40 89-442,1 3-2645</inkml:trace>
  <inkml:trace contextRef="#ctx0" brushRef="#br0" timeOffset="38955.201">10901 5035 8090,'0'0'2679,"0"0"-913,0 0-438,0 0-213,0 0-51,0 0-157,-1 26 1335,-83 232 1173,74-94-2881,13-161-530,0-1 0,0 1 1,1-1-1,-1 0 1,1 0-1,-1 0 1,1-1-1,0 1 0,0-1 1,-1 0-1,1 0 1,0 0-1,0 0 1,0-1-1,1 0 0,-1 0 1,0 0-1,0 0 1,0 0-1,0-1 1,0 0-1,0 0 0,0 0 1,-1 0-1,1-1 1,0 1-1,0-1 1,0-1-5,25-6 16,0 0 1,0 2 0,1 1 0,-1 2-1,1 0 1,0 2 0,15 2-17,106 24-575,-137-41-5617,-15 9 5375,1-15-3201</inkml:trace>
  <inkml:trace contextRef="#ctx0" brushRef="#br0" timeOffset="39375.06">11148 5006 10186,'0'0'2266,"0"0"-1056,0 0-596,0 0 572,0 0 220,0 0-162,1 21 49,26 364 4849,-25-354-5856,-3-18-201,1 0 0,1 1 0,0-1 0,1 0 0,0 0 1,1 0-1,1 0 0,0 0 0,0-1 0,1 0 0,1 0 0,0 0 1,1 0-1,0-1 0,3 3-85,-9-14-60,-1 0-47,0 0-78,22 0-5266,30 0-29,-27-2 1520</inkml:trace>
  <inkml:trace contextRef="#ctx0" brushRef="#br0" timeOffset="40450.855">11788 5284 1280,'0'0'7399,"0"0"-4749,0 0-1716,0 0-321,0 0 51,0 0 551,0 5-16,0 83 3666,0-88-4375,1-6 2369,1-28-2539,-2 33-308,1 0 0,-1 0 0,1-1 0,-1 1 0,0 0-1,0-1 1,0 1 0,0 0 0,0-1 0,0 1 0,0 0 0,0-1 0,0 1 0,-1 0 0,1 0 0,0-1 0,-1 1 0,1 0 0,-1 0 0,0-1-1,1 1 1,-1 0 0,0 0 0,1 0 0,-1 0 0,0 0 0,0 0 0,0 0 0,0 0 0,0 1 0,0-1 0,-1 0 0,1 0 0,0 1 0,0-1-1,0 1 1,-1-1 0,1 1 0,0 0 0,0-1 0,-1 1 0,1 0 0,0 0 0,-1 0 0,1 0 0,0 0 0,-1 0 0,1 0 0,0 0 0,-1 1-1,1-1 1,0 1 0,0-1 0,-1 0 0,1 1 0,0 0 0,-1 0-12,-1 2 3,0 0 0,0 1 0,0-1 0,1 1 0,-1 0 1,1 0-1,0 0 0,0 0 0,0 0 0,1 0 0,-1 0 0,1 1 0,0-1 0,1 1 0,-1-1 0,1 1 1,-1-1-1,1 1 0,1-1 0,-1 1 0,0-1 0,1 1 0,0-1 0,0 0 0,1 1 0,-1-1 0,1 0 0,0 0 1,0 0-1,0 0 0,1 0 0,-1 0 0,1-1 0,0 1 0,1 0-3,84 8 207,-80-67-7,-7 52-209,-1 1 1,0-1 0,0 0-1,0 1 1,-1-1-1,1 0 1,-1 1-1,1-1 1,-1 1 0,0-1-1,0 1 1,0-1-1,0 1 1,0 0-1,0-1 1,-1 1-1,1 0 1,-1 0 0,0 0-1,0 0 1,1 0-1,-1 1 1,0-1-1,-1 0 1,1 1 0,0 0-1,0-1 1,-1 1-1,1 0 1,0 0-1,-3-1 9,2 9-181,2 62-2050,1-33-2366</inkml:trace>
  <inkml:trace contextRef="#ctx0" brushRef="#br0" timeOffset="44616.203">12374 5362 7946,'0'0'1909,"0"0"-788,0 0-282,0 0 362,0 0 337,0 0-518,4-3-332,10-10-326,-1-1-1,0-1 0,-1 0 1,0-1-1,-2 0 0,0 0 1,-1-1-1,0-1 1,-1 1-1,-1-2 0,-1 1 1,-1 0-1,0-1 1,-2 0-1,2-11-361,31-100 796,-36 130-793,1 0 0,-1 1-1,1-1 1,-1 0-1,1 1 1,-1-1-1,1 0 1,-1 0-1,1 0 1,-1 0-1,1 1 1,0-1-1,-1 0 1,1 0-1,-1 0 1,1 0-1,-1 0 1,1 0-1,-1-1 1,1 1-1,0 0 1,-1 0 0,1 0-1,-1 0 1,1-1-1,-1 1 1,1 0-1,-1-1 1,1 1-1,-1 0 1,0-1-1,1 1 1,-1 0-1,1-1 1,-1 1-1,0-1 1,1 1-1,-1-1 1,0 1-1,1-1 1,-1 1 0,0-1-1,0 1 1,0-1-1,1 1 1,-1-1-1,0 1 1,0-1-1,0 1 1,0-1-3,5 58 420,-4-48-204,9 589 5011,14-492-4901,-2-136-7942,-17 13-152</inkml:trace>
  <inkml:trace contextRef="#ctx0" brushRef="#br0" timeOffset="55938.395">5796 7016 7738,'0'0'2691,"0"0"-1247,0 0-545,0 0-272,0 0 285,1-12 2242,-93-3-2715,91 15-255,67-20 3613,297-15-3725,-337 30-204,-29 6-715,-32 26-3786,31-19-1558</inkml:trace>
  <inkml:trace contextRef="#ctx0" brushRef="#br0" timeOffset="56401.525">5801 7251 9330,'0'0'1940,"0"0"-773,0 0-300,0 0-13,0 0 291,0 0-450,16 4 280,325 1 4115,-258 0-5038,-54-36-1264,-6-1-1897,-1-3-2730</inkml:trace>
  <inkml:trace contextRef="#ctx0" brushRef="#br0" timeOffset="57701.623">7078 7089 9498,'0'0'2557,"0"0"-776,0 0-611,0 0-450,0 0-52,16-21-106,99-154-148,-38-46 148,-67 291 3365,-6 64-1028,-6-82-2541,3-1 0,2 0 0,3 0 0,1 0 0,3-1 0,2 0 0,13 33-358,-23-76-294,1 1-50,-2-13-9077,-1-9 906</inkml:trace>
  <inkml:trace contextRef="#ctx0" brushRef="#br0" timeOffset="58331.993">7731 6800 11362,'0'0'2396,"0"0"-881,0 0-853,0 0 81,7-19 40,25-61-85,-29 76-653,0 0 1,0 0 0,1 0 0,-1 1 0,1-1 0,0 1 0,0 0 0,0 0 0,0 0-1,0 1 1,1-1 0,-1 1 0,1 0 0,0 1 0,0-1 0,0 1 0,-1 0-1,1 0 1,0 0 0,0 1 0,0 0 0,1 0 0,-1 0 0,0 0 0,0 1 0,0 0-1,3 1-45,-1-2 43,1 2 7,0-1 0,0 1 0,-1 0 0,1 1 0,-1 0 1,1 0-1,-1 0 0,0 1 0,0 0 0,0 1 0,-1 0 0,0 0 0,0 0 0,0 0 0,0 1 0,-1 0 0,0 0 0,0 1 0,-1-1 0,0 1 1,0 0-1,0 0 0,-1 1 0,1 2-50,4 11 55,-1 0 0,0 1 1,-2-1-1,0 1 0,-2 0 1,0 1-1,-2-1 1,0 6-56,-1-9 36,-1 1 1,-1 0 0,-1-1 0,-1 1 0,-1-1-1,0 0 1,-1-1 0,-1 1 0,-1-1 0,-1 0-1,0-1 1,-1 0 0,-1 0 0,-1-1 0,0-1-1,-1 0 1,-1-1 0,0 0 0,-1-1 0,-5 3-37,18-16 12,0 0 1,0 0 0,1 0-1,-1 0 1,0 0 0,0-1 0,0 1-1,1-1 1,-1 1 0,0-1-1,0 0 1,1 0 0,-1 1 0,1-1-1,-1-1 1,1 1 0,-1 0-1,1 0 1,-1 0 0,1-1 0,0 1-1,0-1 1,0 1 0,0-1-1,0 1 1,0-1 0,0 0 0,0 1-1,1-1 1,-1 0 0,1 0-1,-1 1 1,1-1 0,0 0-1,0 0 1,-1 0 0,1 0 0,1 1-1,-1-1 1,0 0 0,0 0-1,1 0 1,-1 0 0,1 1 0,-1-1-1,1 0 1,0 1 0,-1-1-1,1 0 1,0 1 0,0-1 0,2-1-13,-3-8 32,2 5-28,-1-1 0,1 1 0,1-1 0,-1 1 0,1 0 0,1 0 0,-1 0 0,1 0 0,0 1 0,0-1 0,0 1 0,1 0 0,0 0 0,0 1 0,0-1 0,0 1 0,1 0 0,0 1 0,0-1 0,0 1 0,0 0-1,0 1 1,1-1 0,-1 1 0,1 1 0,-1-1 0,1 1 0,0 0 0,0 1 0,-1-1 0,1 2 0,0-1 0,0 0 0,0 1 0,-1 1 0,1-1 0,-1 1 0,1 0 0,-1 0 0,1 1 0,-1 0 0,0 0 0,0 1 0,3 2-4,3 0 31,11 6 79,-1-1-1,2-2 0,-1 0 0,1-1 1,0-1-1,1-1 0,0-1 0,0-2 1,16 1-110,-21-4-200,48-10 481,-38-29-2933,-25 21-2334</inkml:trace>
  <inkml:trace contextRef="#ctx0" brushRef="#br0" timeOffset="58732.522">9421 7000 13435,'0'0'2394,"0"0"-969,0 0-568,0 0 722,22 1 265,372-2 2030,-157-36-2012,-209 37-3631,-12 3-2471,-1 0-1506</inkml:trace>
  <inkml:trace contextRef="#ctx0" brushRef="#br0" timeOffset="59234.638">11391 6440 11626,'0'0'2832,"0"0"-1572,0 0-461,0 0 206,0 0 329,-3 25 69,-9 83-131,-64 41 507,36-18-1281,42-129-487,1 0 1,0 1-1,0-1 1,0 0-1,1-1 1,-1 1-1,0-1 1,1 1-1,-1-1 1,1 0-1,-1 0 1,1 0-1,-1-1 1,1 1-1,0-1 1,-1 0-1,1 0 1,0 0-1,-1-1 1,1 1-1,0-1 1,1-1-12,7 2 84,352-51 240,-334 51-327,192 18-353,-220-18-139,12 4 526,-9-8-6116,-5-7 1855</inkml:trace>
  <inkml:trace contextRef="#ctx0" brushRef="#br0" timeOffset="59587.616">11788 6484 7098,'0'0'6085,"0"0"-3378,0 0-1155,0 0-282,0 0 182,0 0 238,-7 12-236,-6 14-847,1 0 1,2 0 0,0 1-1,2 1 1,0-1 0,2 1-1,0 12-607,-15 345 2264,20-372-2226,1 0 0,1 0 0,0-1 0,0 1 0,1 0 0,1-1 1,0 1-1,0-1 0,2 0 0,-1 0 0,3 3-38,-6-34-390,-10-54-4251,-5 39-1088</inkml:trace>
  <inkml:trace contextRef="#ctx0" brushRef="#br1" timeOffset="108955.98">9221 5529 12339,'0'0'2364,"0"0"-1172,0 0-778,0 0-95,0 0 31,0 0 22,-7-5-262,-19-14-101,73 12 1418,65 12-367,-39 0-279,0-4 0,0-2 1,-1-4-1,38-8-781,166-46 1243,-274 59-1497,-10 5-118,-20 11 380,-1-1 0,0-2 0,-1 0 0,-1-2-1,0-1 1,0-2 0,-1-1 0,0-1 0,0-2 0,0-1-1,0-2 1,-1-1 0,1-1 0,-25-5-8,42 3 123,0 0 1,0-1-1,1 0 0,-1-1 1,1-1-1,0-1 1,0 0-1,1 0 0,0-1 1,0-1-1,1 0 1,0-1-1,1 0 0,0-1 1,-7-9-124,17 18 66,1 2 0,0 0-201,0 0 35,2 29-119,1-24 219,1 0 0,1 1-1,-1-2 1,1 1 0,0 0-1,0-1 1,0 0-1,1 0 1,-1-1 0,1 1-1,0-1 1,0 0 0,0-1-1,1 0 1,-1 0-1,0 0 1,1 0 0,-1-1-1,1 0 1,0-1 0,-1 0-1,1 0 1,0 0-1,-1 0 1,1-1 0,37 2 40,1-1 0,-1-3 1,0-1-1,0-3 0,0-1 0,-1-2 0,4-3-40,95-35 197,-165 31-99,-48 6-128,-1 2-1,0 4 0,-1 2 1,-56 7 30,-1-2 158,0-2 866,129 0-784,1 0-141,11 0-114,196 8-79,-141-2 128,0-3 1,0-3 0,0-2 0,0-4-1,0-2 1,42-13-35,-27-3 36,-80 24-139,-7 0 70,-147 42 58,112-32-9,0-2-1,0-2 1,-1-2-1,0-1 1,1-2-1,-1-2 1,0-2-1,0-2 1,1-1-1,0-2 1,0-2-1,1-2 1,-14-7-16,136 40-3,-36-10 26,1-1-1,0-2 1,0-3 0,0-1 0,1-3 0,0-2-1,-1-1 1,1-3 0,-1-2 0,-1-2 0,32-10-23,-20-6 66,-66 21-23,-295 2 156,-104 32-10,500 1-153,-8-23 7,1-5 0,-1-3 0,0-4 1,0-3-1,0-4 0,12-7-43,-158 6-50,-324 0 173,385 13-136,1-1-1,-1 1 0,1-1 1,-1 1-1,0-1 1,1 1-1,-1-1 1,0 1-1,0 0 1,0-1-1,1 1 0,-1-1 1,0 1-1,0 0 1,0-1-1,0 1 1,0 0-1,0-1 0,0 1 1,0-1-1,0 1 1,-1 0-1,1-1 1,0 1-1,0-1 1,0 1-1,-1 0 0,1-1 1,0 1-1,-1-1 1,1 1-1,0-1 1,-1 1-1,1-1 1,-1 1-1,1-1 0,-1 0 1,1 1-1,-1-1 1,1 0-1,-1 1 1,1-1-1,-1 0 0,1 0 1,-1 1-1,0-1 1,1 0-1,-1 0 1,1 0-1,-1 0 1,0 0-1,1 0 0,-1 0 1,0 0-1,1 0 1,-1 0-1,1 0 1,-1 0-1,0 0 14,49 28-4377,0-13-5093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5:39.624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315 126 10338,'0'0'2498,"-6"20"-1168,-49 277 2571,53-291-3822,1 0 1,0 1-1,1-1 1,-1 1 0,1-1-1,0 0 1,1 1 0,0-1-1,0 1 1,0-1 0,1 0-1,-1 0 1,2 0-1,-1 0 1,1 0 0,-1 0-1,2 0 1,-1-1 0,1 0-1,-1 0 1,2 0 0,-1 0-1,0 0 1,1-1-1,0 0 1,0 0 0,0 0-1,1 0 1,-1-1 0,1 0-1,0 0 1,0-1 0,0 1-1,0-1 1,5 1-80,-1-2 32,1 0 0,-1-1 0,0 0 0,0 0-1,0-1 1,0 0 0,0-1 0,0 0 0,0 0 0,0-1 0,-1-1 0,1 0 0,-1 0 0,0-1 0,0 0 0,-1 0 0,1-1 0,-1 0 0,0-1-1,-1 1 1,0-2 0,0 1 0,0-1 0,-1 0 0,0 0 0,-1-1 0,1 1 0,-2-1 0,1-1 0,-1 1 0,-1 0 0,0-1 0,0 0-1,-1 0 1,0 0 0,0-5-32,1 5-15,0 0 0,-1 1 0,0-1 0,0 0 0,-1 0 0,0 0 0,-1 0 0,0 0 0,-1 0 0,0 0 0,0 0 0,-1 0 0,-1 0 0,1 0 0,-2 1-1,1-1 1,-1 1 0,-1 0 0,1 0 0,-2 0 0,1 1 0,-1 0 0,0 0 0,-1 0 0,0 1 0,0 0 0,-1 0 0,0 1 0,0 0 0,0 1 0,-1-1 0,0 1 0,0 1-1,0 0 1,0 0 0,-1 1 0,1 0 0,-7-1 15,3 4 0,-1 0 0,1 1 0,0 0 0,0 1-1,0 0 1,0 1 0,0 0 0,1 2 0,-1-1 0,1 1 0,0 1-1,1 0 1,-1 1 0,1 0 0,0 1 0,1 0 0,0 0-1,0 1 1,1 1 0,0-1 0,1 2 0,0-1 0,-2 5 0,-6 7 86,2 1 1,0 0 0,2 1 0,1 1-1,0 0 1,2 0 0,1 0 0,1 2 0,1-1-1,2 0 1,0 4-87,2-23 17,1 1 0,0-1 0,0 1-1,1-1 1,-1 1 0,2-1 0,-1 1 0,1-1-1,0 1 1,1-1 0,0 0 0,0 1 0,0-1-1,1 0 1,0 0 0,1-1 0,-1 1 0,1-1-1,1 1 1,-1-1 0,1 0 0,0-1 0,0 1-1,1-1 1,-1 0 0,1-1 0,0 1 0,1-1-1,-1 0 1,1-1 0,0 1 0,0-1 0,0-1-1,0 1 1,4 0-17,8-1 32,0 0-1,0-1 0,0-1 0,0-1 1,0-1-1,0 0 0,0-2 1,0 0-1,-1-1 0,1-1 0,-2 0 1,1-1-1,-1-1 0,0-1 0,0-1 1,-1 0-1,0-1 0,-1-1 1,0 0-1,-1-1 0,-1-1 0,0 0 1,-1 0-1,0-1 0,-1-1 1,-1 0-1,0-1 0,-1 0 0,-1 0 1,-1-1-1,-1 0 0,0 0 1,-1 0-1,-1-1 0,2-19-31,-3 30 10,-1-1 1,-1 0-1,1 0 0,-1 0 1,-1 0-1,0 0 0,0 0 1,0 1-1,-1-1 0,-1 0 1,0 0-1,0 0 1,0 1-1,-1-1 0,0 1 1,-1 0-1,0-1 0,0 2 1,-1-1-1,0 1 0,-1-1 1,1 1-1,-1 1 0,0-1 1,-1 1-1,0 0 0,0 0 1,0 1-1,0 0 0,-1 0 1,0 1-1,0 0 0,0 1 1,-1-1-1,1 2 0,-7-3-10,-7 5 134,0 1 0,0 1-1,1 1 1,-1 0 0,1 2-1,0 0 1,0 2 0,0 0-1,1 1 1,0 1 0,1 1 0,0 1-1,0 1 1,1 0 0,1 1-1,0 1 1,1 1 0,0 0-1,1 1 1,1 1 0,1 0 0,0 1-1,1 0 1,-8 19-134,15-31 13,0 0 1,1 0-1,0 1 1,0-1-1,1 1 1,-1 0-1,2 0 1,-1 1-1,1-1 1,0 0-1,0 1 1,1 0-1,0-1 1,1 1-1,-1 0 1,1-1-1,1 1 1,0 0-1,0-1 1,0 1-1,1-1 1,0 1-1,0-1 1,1 0-1,0 0 1,0 0 0,1 0-1,0 0 1,0-1-1,1 1 1,-1-1-1,1-1 1,1 1-1,-1-1 1,1 1-1,0-2 1,0 1-1,0-1 1,1 1-1,1-1-13,12 2-7,0-2 0,0 0 0,0-1 0,0-1 1,1-1-1,-1-1 0,0 0 0,1-2 0,-1 0 0,0-2 0,0 0 0,0-1 0,-1-1 1,1-1-1,-1 0 0,-1-2 0,0 0 0,5-4 7,-14 8-56,0 0 1,0 0-1,-1-1 1,0 0-1,0-1 1,0 1-1,-1-2 1,0 1-1,0-1 1,-1 0-1,0 0 1,0-1-1,-1 0 1,0 0-1,-1 0 1,0 0-1,0-1 1,-1 0-1,-1 0 1,1 0-1,-1 0 0,-1 0 1,0 0-1,-1 0 1,1-1-1,-2 1 1,0 0-1,0 0 1,-1 0-1,0 0 1,0 0-1,-1 0 1,-1 0-1,0 1 1,0 0-1,0 0 1,-2 0-1,1 0 1,-1 1-1,0-1 1,-1 0 55,-5 0-11,0 0 1,-1 1-1,0 0 1,0 1 0,-1 0-1,0 1 1,0 0 0,0 1-1,-1 1 1,0 1 0,0 0-1,0 1 1,0 0 0,0 1-1,0 1 1,0 0 0,0 1-1,0 1 1,0 0 0,0 1-1,-2 1 11,6-1 27,0 0 0,0 1 0,0 0 0,0 0 0,1 1 0,-1 1 0,1-1 0,1 2 0,-1-1 0,1 2 0,0-1 0,1 1 0,0 0 0,0 1 0,1 0 0,0 0 0,0 1 0,1-1 0,0 1 0,1 1 0,0-1 0,1 1-1,0 0 1,1 0 0,0 0 0,0 1 0,1 6-27,1-12 13,0 0-1,0 1 1,1-1 0,0 0-1,1 0 1,-1 1-1,1-1 1,1 0 0,-1 0-1,1 0 1,0 0-1,0 0 1,1 0 0,-1-1-1,1 1 1,1-1-1,-1 1 1,1-1 0,0 0-1,0-1 1,0 1-1,1-1 1,0 0-1,-1 0 1,1 0 0,1 0-1,-1-1 1,1 0-1,-1 0 1,1-1 0,0 0-1,0 0 1,0 0-1,5 1-12,8 1-2,0 0 0,0-1 0,0-1 0,1 0 0,-1-2 0,1 0 0,-1-2 0,0 0-1,0-1 1,0 0 0,0-2 0,0 0 0,8-5 2,-16 6-21,-1 0 0,0-1 0,-1 0 0,1 0 0,-1-1 1,0 0-1,0-1 0,0 0 0,-1 0 0,0-1 0,-1 0 0,0 0 0,0-1 0,-1 0 0,0 0 0,0-1 0,-1 1 0,0-1 1,-1 0-1,0-1 0,-1 1 0,0-1 0,-1 1 0,1-5 21,-2 3-37,-1-1 1,0 1-1,0 0 1,-1 0-1,-1 0 0,0 0 1,-1 0-1,0 0 1,0 1-1,-2-1 0,1 1 1,-2 0-1,1 0 1,-1 1-1,-1 0 0,0 0 1,0 0-1,-1 1 1,0 0-1,-1 0 0,0 1 1,0 0-1,-1 1 1,0 0-1,0 0 0,-1 1 1,0 1 36,-7-6 58,-1 0 1,-1 2-1,0 0 1,0 2-1,-1 0 0,0 1 1,0 1-1,0 1 1,0 1-1,-1 1 1,0 1-1,-19 1-58,33 1 37,-1 1-1,1-1 1,0 2-1,0-1 0,-1 1 1,2 0-1,-1 0 1,0 1-1,1 0 1,-1 1-1,1-1 0,0 2 1,1-1-1,-1 1 1,1 0-1,0 0 1,1 0-1,-1 1 1,1 0-1,1 0 0,-1 0 1,1 1-1,0-1 1,1 1-1,0 0 1,0 0-1,1 0 0,0 1 1,0-1-1,1 1 1,-1 7-37,-1-2 11,-1 0-1,2-1 1,0 1 0,1 1 0,0-1-1,1 0 1,0 0 0,1 0 0,1 0-1,0 0 1,1 0 0,1-1 0,0 1-1,1-1 1,0 0 0,1 0 0,0 0-1,1-1 1,1 0 0,0 0 0,0-1-1,1 0 1,1-1 0,0 0 0,0 0-1,1-1 1,0 0 0,0-1 0,1 0-1,0-1 1,3 1-11,-4-4-34,0 1 0,0-1 0,1-1 0,-1 0-1,1-1 1,0 0 0,0-1 0,-1 0 0,1-1 0,0 0 0,0-1-1,0 0 1,0-1 0,0 0 0,-1-1 0,1 0 0,-1-1-1,0 0 1,0-1 0,0 0 0,-1-1 0,0 0 0,0-1 0,0 0-1,-1 0 1,0-1 0,0 0 0,-1-1 0,0 0 0,0 0-1,-1-1 1,-1 0 0,1 0 0,-2 0 0,1-1 0,-2 0 0,1 0-1,-1 0 1,-1-1 0,0 1 0,-1-1 0,0 0 0,-1 0 0,0 0-1,-1 0 1,0-9 34,-5 10 33,0 0-1,-1 0 1,0 1 0,0-1-1,-1 1 1,-1 0 0,1 1-1,-2 0 1,1 0-1,-1 1 1,-1 0 0,1 1-1,-1 0 1,0 0 0,-1 1-1,0 0 1,0 1-1,0 0 1,-1 1 0,1 0-1,-1 1 1,0 0 0,0 1-1,0 1 1,0 0-1,0 0 1,-1 1 0,-5 1-33,15-1 5,-1 0-1,1 0 1,0 1 0,0-1 0,0 1 0,0 0 0,1 0 0,-1 0 0,0 0-1,0 0 1,0 1 0,1-1 0,-1 1 0,1 0 0,-1 0 0,1 0 0,0 0 0,-1 0-1,1 0 1,0 0 0,1 1 0,-1-1 0,0 1 0,1 0 0,-1-1 0,1 1-1,0 0 1,0 0 0,0 0 0,0 0 0,0 0 0,1 0 0,0 0 0,-1 0-1,1 0 1,0 2-5,28 111 94,-19-106-149,0 0 0,0 0 0,1-1 1,0 0-1,1 0 0,-1-2 0,2 1 0,-1-1 0,1-1 0,0 0 1,0-1-1,1 0 0,0 0 0,0-2 0,0 0 0,0 0 0,0-1 0,1-1 1,-1 0-1,0-1 0,4 0 55,-15 0-13,0 0 0,0 0 1,1-1-1,-1 1 0,0 0 1,0-1-1,-1 0 0,1 1 0,0-1 1,0 0-1,0 0 0,0 0 0,0 0 1,-1 0-1,1 0 0,-1-1 1,1 1-1,-1-1 0,1 1 0,-1-1 1,0 1-1,1-1 0,-1 0 1,0 1-1,0-1 0,0 0 0,-1 0 1,1 0-1,0 0 0,-1 0 1,1 0-1,-1 0 0,0 0 0,0 0 1,1 0-1,-1 0 0,-1 0 0,1 0 1,0 0-1,0 0 0,-1 0 1,1 0-1,-1 0 0,0 0 0,1 0 1,-2-1 12,-39-92-339,36 89 160,0 0 1,0 1 0,0 0-1,-1 0 1,0 0 0,0 1 0,0-1-1,0 2 1,-1-1 0,1 1-1,-1 0 1,0 0 0,0 0-1,-1 1 1,1 1 0,0-1 0,0 1-1,-1 0 1,1 1 0,-1-1-1,1 2 1,-1-1 0,-6 2 178,-36-2-7467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5:40.972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339 4 14195,'0'0'2866,"0"0"-1034,0 0-487,-22 3-210,-74 12 160,91-13-1207,1 0 0,0 1 0,-1-1 0,1 1 0,0 0 0,0 0 0,1 0 0,-1 0 0,1 1 0,-1-1 0,1 1 0,0 0 0,0 0 0,1 0 0,-1 0 0,1 1-1,0-1 1,0 1 0,1-1 0,-1 1 0,1 0 0,-1 4-88,-1 1 141,-3 9-15,1 1 0,0 0 0,2 0 0,0 0 0,1 1 0,1-1 1,1 0-1,1 1 0,1-1 0,1 0 0,3 15-126,-3-26 35,-1 0 1,1 0-1,1 0 1,-1-1-1,1 1 1,1-1-1,0 0 1,0 0-1,1 0 1,-1-1-1,2 0 1,-1 0-1,1 0 1,0-1-1,0 0 1,1-1-1,0 1 1,0-2-1,0 1 1,0-1-1,1 0 1,0-1-1,0 1 1,0-2-1,0 0 1,2 1-36,-4-1 4,0 0 1,0-1-1,1 1 1,-1-1-1,0-1 1,1 1-1,-1-1 1,0-1-1,1 1 0,-1-1 1,0 0-1,1-1 1,-1 0-1,0 0 1,0-1-1,0 1 1,0-2-1,-1 1 1,1-1-1,-1 0 1,0 0-1,0 0 1,-1-1-1,1 0 1,-1 0-1,0-1 0,0 1 1,-1-1-1,1 0 1,-1-1-1,-1 1 1,1-1-1,-1 1 1,0-1-1,-1 0 1,1 0-1,0-6-4,0-4-1,-1 1-1,0-1 1,-1 0 0,-1 1-1,-1-1 1,0 0 0,-1 1-1,-1-1 1,-1 1 0,0 0-1,-1 0 1,-1 0 0,0 1-1,-1-1 1,-1 1 0,0 1-1,-1 0 1,0 0 0,-1 1-1,-1 0 1,0 1 0,-1 0-1,0 0 1,-1 1 0,0 1-1,-1 0 2,11 8-5,0-1 0,0 1 0,0 0 0,0 0 0,-1 1 0,1-1 0,0 1 0,-1-1 0,1 1 0,-1 0 0,1 0 0,-1 1 0,1-1 0,-1 1 0,0-1 0,1 1 0,-1 0 0,0 1 0,1-1 0,-1 1 0,1-1 0,-1 1 0,0 0 0,1 1 0,0-1 0,-1 0 0,1 1 0,0 0 0,0 0 0,0 0 0,0 0 0,0 0 0,0 1 0,0-1 0,1 1 0,0 0 0,-2 1 5,-53 129-161,45-87 232,3 0 0,1 1 0,3 0 0,2 1-1,2 19-70,0-58 10,0 0 0,1 0 0,1 0 0,0 0 0,0-1 0,0 1 0,1 0 0,1 0 0,0-1 0,0 1 0,0-1 0,1 0 0,0 0 0,1 0 0,0 0-1,0-1 1,0 0 0,1 0 0,0 0 0,1-1 0,-1 0 0,1 0 0,0 0 0,1-1 0,-1 0 0,1-1 0,0 0 0,0 0 0,1-1 0,-1 0 0,9 2-10,-8-3 2,0-1 1,1-1-1,-1 1 1,1-2 0,-1 1-1,0-1 1,1-1 0,-1 1-1,0-2 1,0 1-1,0-1 1,0-1 0,-1 1-1,1-2 1,-1 1-1,0-1 1,0 0 0,0-1-1,-1 0 1,0 0 0,0 0-1,0-1 1,-1 0-1,0 0 1,-1-1 0,1 0-1,-2 0 1,1 0 0,2-8-3,1 2-2,-1 0 0,-1 0 0,-1 0-1,0-1 1,-1 0 0,0 0 0,-2 0 0,1-1 0,-2 1 0,0-1 0,-1 1 0,0-1 0,-1 1 0,-1-1 0,-1 1 0,0 0 0,-1 0 0,0 0 0,-2 0 0,1 1 0,-2 0 0,0 0 0,0 0 0,-2 1 0,1 1 0,-2-1 0,1 1 0,-2 1 0,0-1 0,0 2 0,-1 0 0,0 0 0,-1 1 0,0 1 0,0 0 0,-1 0 0,0 2 0,0 0 0,0 0 0,-1 1 0,-8-1 2,15 5 20,1 1 0,0 0-1,0 0 1,0 0 0,-1 1 0,1 0 0,0 0 0,0 1 0,0 0 0,0 0-1,1 1 1,-1 0 0,0 0 0,1 0 0,0 1 0,0 0 0,0 0 0,0 1-1,1-1 1,0 1 0,0 0 0,0 1 0,0-1 0,1 1 0,0 0 0,0 0-1,0 1 1,1-1 0,0 2-20,-7 14 73,2 0 0,1 1 0,0 0-1,2 0 1,1 0 0,0 1 0,2-1 0,1 10-73,-2-21 2,2 0 0,0-1 0,0 1 0,1 0 1,0 0-1,1 0 0,1-1 0,-1 1 0,2 0 1,0-1-1,0 0 0,1 1 0,1-1 0,-1-1 0,2 1 1,0-1-1,0 0 0,1 0 0,0 0 0,0-1 1,1 0-1,0-1 0,1 0 0,0 0 0,0-1 0,1 0 1,0-1-1,0 1 0,0-2 0,11 4-2,-11-5-49,0 0 1,0-1-1,1-1 0,-1 1 1,1-2-1,0 0 1,0 0-1,-1-1 0,1 0 1,0-1-1,0 0 0,0 0 1,-1-1-1,1-1 0,-1 0 1,0 0-1,0-1 0,0-1 1,0 1-1,-1-2 0,1 1 1,-1-1-1,-1-1 0,1 1 1,-1-1-1,0-1 0,-1 0 1,0 0-1,0 0 0,0-1 1,-1 0-1,-1 0 0,0-1 1,0 1-1,0-1 0,-1 0 1,-1-1-1,0 1 0,0-4 49,1-2-3,-1 0-1,-1 1 1,0-1-1,-1 0 1,-1-1-1,0 1 0,-1 0 1,-1 0-1,-1 1 1,0-1-1,-1 0 1,-1 1-1,0 0 0,-1 0 1,0 0-1,-2 1 1,0 0-1,0 0 1,-1 1-1,-1 0 0,0 1 1,0 0-1,-2 0 1,1 1-1,-1 1 1,-1 0-1,0 0 0,0 1 1,-1 1-1,0 1 1,-1 0-1,0 0 1,0 2-1,0 0 1,0 0-1,-1 1 0,-2 1 4,4 5 43,0 1 0,0 0 0,0 1 0,0 0 0,1 1 0,-1 1 0,1 0-1,1 1 1,-1 0 0,1 1 0,0 0 0,1 1 0,0 0 0,1 1 0,0 1 0,0-1-1,1 1 1,0 1 0,1 0 0,0 0 0,1 0 0,1 1 0,0 0 0,0 1 0,1-1-1,1 1 1,1 0 0,0 0 0,0 0 0,1 0 0,1 1 0,1-1 0,0 1-1,1-1 1,0 0 0,1 1 0,1-1 0,3 13-43,1-16-27,0 0 1,1-1-1,0 0 1,0 0-1,1-1 0,1 0 1,-1 0-1,1-1 0,1-1 1,0 0-1,0 0 1,0-1-1,0 0 0,1-1 1,0 0-1,0-1 1,1 0-1,-1-1 0,1 0 1,0-2-1,0 1 0,-1-1 1,1-1-1,0 0 1,0-1-1,12-2 27,-16 4-116,0-1 0,1 0 0,-1 0 0,0-1 0,0 0 0,1 0-1,-1-1 1,0 0 0,0-1 0,-1 0 0,1 0 0,-1-1 0,1 0 0,-1-1 0,0 0 0,-1 0 0,1 0 0,-1-1 0,0-1 0,-1 1-1,1-1 1,-1 0 0,0 0 0,-1-1 0,0 1 0,0-1 0,-1 0 0,0-1 0,0 1 0,-1-1 0,2-6 116,-4 3 38,0 0 0,0-1-1,-2 1 1,1 0 0,-2 0 0,0-1 0,0 1 0,-1 0 0,0 0 0,-1 1 0,-1-1-1,0 1 1,0 0 0,-1 0 0,0 0 0,-1 1 0,0 0 0,-1 0 0,0 1-1,-1 0 1,1 1 0,-2 0 0,1 0 0,-1 0 0,0 2 0,-1-1 0,0 1 0,0 1-1,0 0 1,-1 0 0,1 1 0,-5-1-38,8 3 29,0 0 1,1 0-1,-1 1 0,0 0 1,0 0-1,0 0 0,0 1 1,0 1-1,0-1 0,0 1 1,1 1-1,-1-1 0,0 1 1,1 1-1,-1-1 0,1 1 0,-1 1-29,-59 64-2714,44-20-3386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6:33.50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  <inkml:brush xml:id="br2">
      <inkml:brushProperty name="width" value="0.05" units="cm"/>
      <inkml:brushProperty name="height" value="0.05" units="cm"/>
      <inkml:brushProperty name="color" value="#00A0D7"/>
    </inkml:brush>
    <inkml:brush xml:id="br3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202 2535 6937,'0'0'2917,"0"0"-1551,0 0-1100,0 0-188,0 0 67,-2 2 483,-14 7 170,14 0 4635,28-5-5418,1-1 0,0-2-1,-1 0 1,1-2 0,0 0 0,0-2 0,-1-1-1,1-1 1,-1-2 0,3-1-15,20-5-1,1 2 1,0 3-1,1 2 0,0 2 0,20 2 1,-10-1 1,543-86 147,-292 64 46,-223 14 245,0 3 1,1 5-1,0 3 0,36 7-439,119 4 1173,-245-11-807,0 0-164,0 0-63,1 0-57,1 0-78,-2 0-24,31 0 220,44 0-52,-75 0-148,0 0-2,-43 16 27,-36-1 19,-2-3 0,0-4 1,0-3-1,0-4 0,-28-5-44,-134-31 55,225 35-52,-268 24 178,-134 59 626,201-49-658,-17 0 182,190-25-280,0-2 1,0-3-1,0-1 0,0-3 1,-1-1-1,-16-4-51,43 4 3,-96-28-97,126 18-751,119-26-4294,-54 14-2055</inkml:trace>
  <inkml:trace contextRef="#ctx0" brushRef="#br0" timeOffset="2167.733">2674 154 6513,'0'0'1727,"0"0"-678,0 0-260,0 0-301,0 0 23,0 0-134,-2-9-119,0-4-1666,-2-6 7157,1 44-1955,1 39-3276,2 0 1,3 0-1,2 0 1,4-1-1,4 8-518,65 219 534,-70-253-472,-2 0 0,-2 0 0,-2 0 0,-1 0 0,-2 1 0,-1 2-62,0 46-12,3-51 125,-2 1 0,-1-1 0,-1 0 1,-2 0-1,-2 0 0,-3 9-113,3-13 142,1-1 0,2 1 0,2 0 0,0-1 0,2 1 0,4 24-142,-2 25 149,-22 289 1225,25-302 677,-13-97-2068,-6 49-233,-1 162 882,15-180-576,0-1-42,0 0-11,0 0-9,0 0 14,0 0 30,0 0-108,0 0 35,0 0 29,0 0-62,33-18-4681,-4 0-2051</inkml:trace>
  <inkml:trace contextRef="#ctx0" brushRef="#br0" timeOffset="5944.756">1658 1403 6545,'0'0'4315,"0"0"-2063,0 0-510,0 0-138,0 0-33,0 0-360,2-18 2550,2 14-3755,1-1 0,0 0 0,0 1 0,0 0 0,1 1 0,0-1 0,-1 1 0,1 0-1,0 0 1,1 1 0,-1 0 0,0 0 0,1 0 0,-1 1 0,1 0 0,-1 0 0,1 1 0,0 0 0,-1 0 0,1 0 0,0 1 0,-1 0 0,1 0 0,-1 1 0,1 0 0,-1 0 0,0 0 0,0 1 0,0 0 0,0 0-1,0 0 1,-1 1 0,1 0 0,-1 0 0,0 0 0,0 1 0,-1 0 0,1 0 0,-1 0 0,0 0 0,3 6-6,-1 1 13,0 0-1,-1 0 1,0 1 0,-1-1 0,-1 1 0,0 0-1,0 0 1,-1 0 0,-1 1 0,0-1-1,-1 0 1,-1 1 0,0-1 0,0 0-1,-1 0 1,-1 0 0,-1 0 0,1 0-1,-2-1 1,0 1 0,0-1 0,-1 0-1,-1-1 1,0 1 0,0-1 0,-1-1-1,-1 1 1,0-2 0,0 1 0,-1-1-13,6-7 18,-1-1 0,1 0-1,0 0 1,-1-1 0,1 1 0,-1-1 0,1 0 0,0 0 0,-1-1 0,1 1 0,-1-1 0,1 0 0,0 0 0,0-1 0,-1 1-1,1-1 1,0 0 0,0 0 0,1 0 0,-1 0 0,0-1 0,1 0 0,-1 1 0,1-1 0,0 0 0,0-1 0,0 1 0,0-1-1,1 1 1,0-1 0,-1 0 0,1 0 0,0 0 0,1 0 0,-1 0 0,1 0 0,0 0 0,0-1 0,0 1 0,0-1-1,1 1 1,0 0 0,0-1 0,0 1 0,0-1 0,1 1 0,0 0 0,0-1-18,3 2 0,-1 1 1,1-1-1,1 0 1,-1 1-1,0 0 0,0 0 1,1 0-1,-1 1 1,1-1-1,0 1 0,-1 0 1,1 1-1,0-1 1,0 1-1,0 0 0,-1 0 1,1 0-1,0 1 1,0-1-1,-1 1 0,1 0 1,0 1-1,0-1 0,80 41-17,22 1 2,-103-43-4,1-1 0,-1 1 0,0-1 0,0 0 0,0 0 0,0-1 0,0 1 0,0-1 0,-1 0 0,1 0 0,-1 0 0,1 0 0,-1-1 0,1 0 0,-1 1 0,0-1 0,0 0 0,-1-1 0,1 1 0,-1 0 0,1-1 0,-1 1 0,0-1 0,-1 0 0,1 0 0,0 0 0,-1 0 0,0 0 0,0-1 19,14-79-6496,-15 54 672</inkml:trace>
  <inkml:trace contextRef="#ctx0" brushRef="#br0" timeOffset="6453.256">1562 1270 8914,'0'0'2071,"-8"19"-683,-40 144 1605,46-128-2372,2 0 0,1 0 0,1 0 0,2 0 0,2-1 0,1 0 0,2 0-1,3 6-620,-7-24 159,1 0-1,1-1 0,0 1 1,1-1-1,1-1 0,0 0 0,1 0 1,1-1-1,0 0 0,0-1 0,1 0 1,1-1-1,0 0 0,1-1 0,0-1 1,0 0-1,1-1 0,1 0-158,0-3 24,0 0 0,0-1 0,1-1 0,0 0 0,-1-2-1,1 1 1,0-2 0,0-1 0,0 0 0,0-1 0,-1 0 0,1-2 0,-1 0-1,1-1 1,-1 0 0,-1-1 0,1-1 0,-1-1 0,0 0 0,-1-1-1,0 0 1,-1-1 0,1-1 0,-2 0 0,0-1 0,0 0 0,-1-1-1,0 0 1,-2-1 0,1 0 0,-2 0 0,1-1 0,-2 0 0,0-1 0,-1 0-1,-1 0 1,0 0 0,2-16-24,-3 10 0,-1 0-1,-1 0 0,-1-1 1,-1 1-1,-1 0 1,-1 0-1,-1 0 0,0 0 1,-2 0-1,-1 0 0,0 1 1,-2 0-1,0 0 1,-1 1-1,-2 0 0,0 1 1,-1 0-1,0 1 1,-2 0-1,0 1 0,-1 1 1,-16-15 0,22 25-2,1 0 0,-1 0 0,0 1 0,0 0 0,-1 1 0,1 0 0,-1 0 0,0 1 0,0 1 0,0-1 0,-1 2 0,1-1 0,0 1 0,-1 1 0,1 0 1,0 0-1,-1 1 0,1 1 0,0-1 0,-1 2 0,1-1 0,0 2 2,-14 4-2,0 2 0,0 0-1,1 2 1,0 0 0,1 2 0,1 0 0,0 2 0,-4 4 2,21-17-146,-1 1 0,1 0-1,0 0 1,1 0 0,-1 0 0,1 0 0,0 1 0,0-1 0,0 1-1,0 0 1,1 0 0,0 0 0,0 0 0,1 1 0,-1-1 0,1 0 0,0 1-1,0-1 1,1 1 0,0-1 0,0 1 0,0-1 0,0 1 0,1-1-1,0 0 1,0 1 0,1-1 0,-1 0 0,1 0 0,0 1 0,1-1 0,-1-1-1,2 3 147,24 32-6078</inkml:trace>
  <inkml:trace contextRef="#ctx0" brushRef="#br0" timeOffset="4465.686">1319 3301 7722,'0'0'1985,"0"0"-703,0 0-430,0 0-22,0 0 143,0 0 253,0 4 15,-1-1-846,-2 10 161,2-2 2714,1-10-2556,0-1-61,4-10 718,78-191-293,-74 468 1286,1-89-1354,-1-163-991,-7-15-348,-1-3-673,4-33-5588,-3 15 1285</inkml:trace>
  <inkml:trace contextRef="#ctx0" brushRef="#br0" timeOffset="5027.008">1097 3148 6345,'0'0'2285,"0"0"2106,0 0-2454,0 0-1265,0 0 134,-23 3 176,-72 15-156,92-18-798,1 1 0,0-1 1,-1 1-1,1 0 0,0 0 0,0 0 1,-1 0-1,1 0 0,0 1 0,0-1 1,0 1-1,0-1 0,1 1 0,-1 0 1,0-1-1,1 1 0,-1 0 1,1 0-1,-1 0 0,1 0 0,0 0 1,0 1-1,0-1 0,0 0 0,1 1 1,-1-1-1,0 0 0,1 1 0,0-1 1,0 1-29,-3 8 144,-3 25 482,1 0 0,2 0 0,1 1 0,2-1 0,2 0 0,2 5-626,-3-16 122,2 0 0,1 0 1,1-1-1,1 1 1,1-1-1,1-1 1,1 1-1,1-2 1,2 1-1,0-1 1,1-1-1,1 0 0,0-1 1,2-1-1,1 0 1,0-1-1,1-1 1,1 0-1,1-2 1,0 0-1,1-1 1,3 0-124,-10-9-26,1 0-1,0-2 0,0 0 1,0 0-1,1-1 0,-1-1 1,1-1-1,-1 0 0,0-1 1,1-1-1,-1 0 0,0-1 0,0-1 1,0 0-1,0-1 0,-1-1 1,0 0-1,0-1 0,0 0 1,-1-1-1,0-1 0,-1 0 0,0 0 1,0-2-1,-1 1 0,0-1 1,-1-1-1,0 0 0,-1-1 1,0 1-1,-1-2 0,-1 1 0,0-1 1,-1 0-1,0 0 0,-1-1 1,-1 0-1,0 0 0,1-13 28,-1 4-60,-2 0 0,0-1 0,-2 1 0,0 0 0,-2 0 0,0 0 0,-2 0-1,-1 0 1,-1 1 0,0-1 0,-2 1 0,-1 1 0,-1 0 0,-1 0 0,-2-2 60,1 3 75,-2 0 0,0 1 0,-1 1 0,-1 0 0,-1 1 0,0 1 0,-1 1 1,-1 0-1,-1 2 0,0 0 0,-1 1 0,0 1 0,-1 1 0,0 0 0,-1 2 0,0 1 1,0 1-1,-1 1 0,0 1 0,0 1 0,0 1 0,-18 0-75,35 6-109,0 0 0,0 1 0,1 0 0,0 0 1,0 1-1,0-1 0,0 1 0,1 0 0,0 1 0,0 0 0,0-1 0,0 1 0,1 1 1,0-1-1,1 1 0,-1-1 0,1 1 0,1 0 0,-1 1 0,1-1 0,0 0 0,1 0 0,0 1 1,0-1-1,0 1 0,1-1 0,0 1 0,1-1 0,1 6 109,24 62-5418,1-53 697</inkml:trace>
  <inkml:trace contextRef="#ctx0" brushRef="#br1" timeOffset="62833.82">136 4315 7194,'0'0'289,"0"0"-118,0 0 365,0 0 1786,0 0-283,0 0-416,-16 10 9282,9-7-11697,-29 12 979,26-11 2132,40-12-1234,14-4-944,0 2-1,1 2 1,0 1-1,0 3 1,28 1-141,292-4 49,-103-8 62,-6-12-102,139 18 20,-20-6-141,35 15 216,-410 0-116,0 0-1,0 0-8,0 0 6,0 0-20,0 0 87,0 0-112,0 0 76,31 0-13,108 2 58,-138-2-73,-32 9-205,-226 22 477,115-38 260,-24 5-486,-302 15-120,145-4 106,89 9 35,-176 4 45,192-22-91,-160-30 7,428 23-310,378-4 235,-150 46 43,-265-35 2,25 2 37,0-1 0,0-2 0,0-1 0,0-2 1,0-2-1,-1-2 0,23-7-23,-34 8 4,0 1-1,1 2 1,0 1 0,-1 1-1,1 1 1,0 1 0,18 3-4,28-1 5,202-27-7,-4-19 70,65 48-213,-320-6 146,8-2 10,0 2 0,1 0 0,-1 1 0,0 2 0,0 1 0,1 0 1,22 7-12,19 20-122,-119-27 178,-286 33-816,365-47-5609,14-7-3193</inkml:trace>
  <inkml:trace contextRef="#ctx0" brushRef="#br2" timeOffset="73213.8">2740 4073 3185,'0'0'2235,"0"0"-774,0 0-1104,0 0 216,0 0 1714,5 9-769,13 27-727,-11-13 11229,-66-131-10854,-6-86-441,8-25-632,23 82 275,-12-140-180,45-14-236,0 234 42,19-168 32,-10 67-49,-8 158 3,0 0-41,0 0 25,0 0-31,0 0 42,0 0-3,0 0-5,0 0 63,0-42 156,-6 30-329,-1 45 34,4 21 145,3 1 0,3-1 1,1 0-1,3 0 0,4 6-36,79 356 300,-82-380-250,40 313 35,-65 28 47,-6-177-76,17-190 91,-4-39 178,-5-45 147,-1-636-456,-42 335-149,53 121 33,-57 89 197,57 92-176,-20 23 182,23 49-126,2 0 31,0 1-96,3 58 39,4 0 0,1-1-1,3 0 1,14 37 49,12 66 67,-11-5 110,-6 1 0,-4 87-177,-23 220 196,9-254-177,15-256-902,4-18-1826,-5 17-2389,4-8-5192</inkml:trace>
  <inkml:trace contextRef="#ctx0" brushRef="#br1" timeOffset="97092.201">192 2435 6345,'0'0'978,"0"0"-110,0 0 1450,0 0-655,0 0-722,0 0-202,-8 2 503,-37 13 2261,44-15-2601,1 0 95,0 0-311,0 0-290,0 0-224,0 0 17,0 0-18,0 0-88,0 0 93,0 0-15,0 0 66,0 0-58,0 0 134,0 0 50,0 0-3,28 0 170,309-22 1523,146 10-1544,-289 15-463,-91-3-56,157 0 717,191-26-697,119-1 647,-553 26-674,-3-1 381,-24 1-39,-118 1-160,0 6 0,0 5 0,-63 16-155,-80 8 84,-262-12-223,234-52 262,61 45-72,-110 0-85,102-12 14,754 39-73,-202-20 204,0-14-1,16-14-110,45-44 159,29 3-190,-195 33 209,-305-5-44,35 19-124,1 3 1,0 3-1,0 3 0,-23 8-10,-145 19-13,136-30 15,-1-4 0,0-5 0,-94-14-2,-354-5-12,425 22-40,85 1 65,1 2-1,-1 2 1,1 2 0,0 1 0,-30 12-13,48-18-213,20-3 116,13 0-32,811 20 173,-314-18 31,-24-51-198,-302 32 218,-153 16-8442,-31-3 765</inkml:trace>
  <inkml:trace contextRef="#ctx0" brushRef="#br3" timeOffset="109134.273">2599 83 6161,'0'0'1151,"0"0"-832,0 0-210,0 0-73,0 0 496,0 0 1768,0 0-371,0 0-383,0 0-40,0 0-193,0 0-123,0 0-379,0 0 74,0 0-135,0 0-105,0 0-190,0 0-107,0 0-163,0 0-83,1 15 7,55 205 902,77 332 847,-120-260-1327,-15-186-67,38 284 767,-35-120-1125,-43-28-80,19-165-2,23-76-52,0-1 20,0 0 5,0 0 99,0 0-97,0 0 1,0 0-6,0 0 10,0 2-25,0-2 2,0 0 65,0 0-65,0 0 138,-3-24 637,-87-355-403,-24-289-722,45 377 314,59 25 159,17 158-247,-7 108-73,0 0-900,0 0-2969,0 2-4102</inkml:trace>
  <inkml:trace contextRef="#ctx0" brushRef="#br3" timeOffset="111892.386">2735 92 672,'0'0'5360,"0"0"-3964,0 0-860,0 0 1198,0 0-54,0 0-517,-8-2-326,-76-48 3906,83 52-4676,-1-1 1,1 0-1,-1 0 0,1 1 0,0-1 0,-1 0 0,1 1 0,0 0 1,0-1-1,0 1 0,0-1 0,0 1 0,0 0 0,1 0 1,-1 0-1,0 0 0,1-1 0,0 1 0,-1 0 0,1 0 1,0 0-1,0 0 0,0 0 0,0 0 0,0 0 0,1 0 0,-1 0 1,1 0-1,-1-1 0,1 1 0,-1 0 0,1 0 0,1 1-67,-2 5 227,8 109 641,6 1-1,4-2 0,6 0 0,27 78-867,-30-117 374,107 451 166,-143-631 98,-125-350-1010,107 350 205,5-3 0,5 0-1,4-2 1,3-14 167,14 106 4,2 9 2,0 0 0,0 0 0,-1 0 1,0 0-1,0 0 0,-1 0 0,1 0 0,-2 1 0,1-1 0,-1 1 0,0-1 0,0 1 1,-1 0-1,1 0 0,-2 1 0,1-1 0,-2-1-6,-7 41 31,15 79 174,4 0-1,5-1 1,10 30-205,105 672 1786,-96-573-1367,-77-453-562,-62-584-1968,82 700 2140,14 142-22,12 462 1256,84 228-352,-66-398-723,-17-338-184,0 0 76,0 0-147,0 0 47,0 0 18,0 0-5,0 0-37,0 0 24,0 31 27,-13-595 114,-60-11-1040,33 25 860,26 118 178,8 315-104,6 117-21,-5-12-7042,15-1 59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0:27.58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399 34 5801,'0'0'1907,"0"0"3154,0 0-2665,0 0-1043,0 0-467,0 0 23,-11 0 67,-36 2-213,43-1-690,0 1 0,1 0 0,-1 0 0,0 0-1,1 0 1,0 0 0,0 1 0,0 0 0,0-1-1,0 1 1,0 0 0,1 0 0,-1 1 0,1-1 0,0 1-1,0-1 1,0 1 0,0-1 0,1 1 0,-1 0-1,1 0 1,0 3-73,-4 4 236,-4 10-85,2 1-1,0 0 1,1 0-1,2 0 1,0 1-1,1 0 1,1-1-1,1 1 1,2 17-151,1-32 11,1 0-1,0 0 1,0-1-1,0 1 1,1-1 0,0 0-1,0 0 1,0 0 0,1-1-1,1 0 1,-1 0 0,1 0-1,0 0 1,0-1-1,0 0 1,1 0 0,0-1-1,0 1 1,0-2 0,0 1-1,1-1 1,-1 0-1,1 0 1,0-1 0,0 0-1,0-1 1,0 0 0,0 0-1,0 0 1,0-1 0,0-1-1,0 1 1,1-1-1,4-1-10,-9 1-3,0 0 0,0 1 0,0-1 0,0 0 0,0-1 0,-1 1 0,1-1 0,0 0 0,-1 0 0,1 0 0,-1 0 0,1-1 0,-1 1 0,0-1 0,0 0-1,0 0 1,-1 0 0,1 0 0,-1 0 0,1-1 0,-1 1 0,0-1 0,0 0 0,-1 1 0,1-1 0,-1 0 0,0 0 0,0 0 0,1-4 3,7-122-78,-9 127 78,-1-7 5,1 0 0,-2 1 1,1-1-1,-1 0 0,0 1 1,-1 0-1,0 0 0,-1-1 1,0 2-1,0-1 0,-1 0 1,0 1-1,-1 0 0,1 0 1,-1 1-1,-1-1 0,0 1 1,0 1-1,0-1 0,-1 1 1,0 1-1,0-1 0,0 1 1,-1 1-1,1-1 0,-1 2 1,0-1-1,-1 1 0,-4-1-5,-1 3 23,0 1-1,0 0 0,0 2 1,0-1-1,0 2 0,0 0 1,0 0-1,1 2 0,0 0 1,0 0-1,0 1 0,0 1 1,1 1-1,0-1 0,1 2 1,0 0-1,0 0 0,1 1 1,0 1-1,1 0 1,0 0-1,1 1 0,0 0 1,1 1-1,0 0 0,1 0 1,0 1-1,-2 8-22,5-15 14,0 0 1,1 1 0,0-1-1,0 1 1,0 0-1,1 0 1,1 0-1,-1 0 1,1 1-1,1-1 1,-1 0 0,1 0-1,1 1 1,0-1-1,0 0 1,0 0-1,1 0 1,0 0 0,1 0-1,0 0 1,0-1-1,1 1 1,0-1-1,0 0 1,0 0-1,1 0 1,0-1 0,0 1-1,1-1 1,0 0-1,0-1 1,1 0-1,-1 0 1,1 0 0,0-1-1,0 0 1,2 1-15,6 0 12,-1-1 0,1 0 0,0-2 0,0 1 1,0-2-1,1 0 0,-1-1 0,0 0 0,0-1 0,1-1 1,-1 0-1,0-1 0,-1-1 0,1 0 0,-1-1 0,1-1 1,-2 0-1,1-1 0,-1 0 0,0-1 0,0-1 1,-1 0-1,0-1 0,0 0 0,-1 0 0,-1-1 0,0-1 1,0 0-1,-2 0 0,1-1 0,-1 0 0,-1 0 0,0-1 1,-1 0-1,-1 0 0,0-1 0,-1 0 0,1-6-12,-2 12 10,0-1 0,-1 1 0,0 0 0,0-1 0,-1 0 1,-1 1-1,1-1 0,-1 1 0,-1-1 0,0 0 0,-1 1 0,1-1 0,-2 1 0,1 0 0,-1 0 0,-1 0 0,0 0 0,0 0 0,-1 1 0,1 0 0,-2 0 0,1 0 0,-1 0 0,-1 1 0,1 0 0,-1 0 0,-1 1 0,1 0 0,-1 0 0,0 1 0,0 0 0,0 0 0,-1 1 0,0 0 0,-1 0-10,-1 1 63,0 0 0,1 1-1,-1 1 1,0 0 0,0 0 0,0 1 0,0 0-1,0 1 1,1 0 0,-1 1 0,0 0 0,0 1-1,1 0 1,0 1 0,0 0 0,0 0 0,0 1-1,0 0 1,1 1 0,0 0 0,0 1-1,1 0 1,0 0 0,0 0 0,0 1 0,1 1-1,0-1 1,1 1 0,0 0 0,0 1 0,1-1-1,0 1 1,1 0 0,0 0 0,1 1 0,0-1-1,-1 5-62,0-4 13,0 0 0,1 0 0,0 0 0,1 0 0,0 0 0,1 0 0,0 1 0,1-1 0,0 0 0,1 1 0,0-1 0,1 0 0,0 1 0,1-1 0,0-1 0,0 1 0,1 0 0,1-1 0,0 1 0,0-1 0,1-1 0,0 1 0,1-1 0,0 0 0,1 0 0,-1-1 0,2 0 0,-1-1 0,1 0 0,0 0 0,0 0 0,1-2 0,0 1 0,0-1 0,1 0-13,-2-1-4,0 0 1,0-1-1,0 0 0,1 0 0,-1-1 1,1 0-1,-1-1 0,1 0 0,0 0 1,0-1-1,-1-1 0,1 0 0,0 0 1,-1 0-1,1-1 0,-1-1 0,0 0 1,0 0-1,0-1 0,0 0 1,0 0-1,-1-1 0,1 0 0,-1-1 1,-1 1-1,1-2 0,-1 1 0,0-1 1,0 0-1,-1 0 0,0-1 0,0 0 1,-1 0-1,0-1 0,-1 1 0,0-1 1,0 0-1,0 0 0,-1 0 0,-1-1 1,2-5 3,-2 7-68,0 1 1,-1-1-1,1 1 1,-1-1-1,-1 1 1,1-1-1,-1 1 1,-1-1-1,1 0 1,-1 1-1,-1-1 1,1 1-1,-1 0 1,-1-1-1,1 1 1,-1 0 0,0 0-1,-1 0 1,0 1-1,0-1 1,0 1-1,-1 0 1,0 0-1,0 1 1,0-1-1,-1 1 1,0 0-1,0 1 1,0-1-1,-3-1 68,-88 10-6058,59 13-229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0:40.35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122 61 6649,'0'0'377,"0"0"-269,0 0 469,0 0 1803,0 0 98,0 0-605,-4-29 2138,0 28-3939,1 0-1,0 1 0,0-1 0,-1 1 1,1 0-1,0-1 0,-1 1 0,1 1 1,0-1-1,-1 0 0,1 1 0,0 0 1,-1 0-1,1 0 0,0 0 0,0 0 1,0 1-1,0-1 0,0 1 0,0 0 1,1 0-1,-1 0 0,0 0 0,1 0 1,0 0-1,-1 1 0,1 0 0,0-1 1,0 1-1,1 0 0,-1 0 1,0 0-1,1 0 0,0 0 0,0 0 1,0 0-1,-1 2-71,-16 124 2148,22-123-2089,0 0 0,0 0 0,0-1 0,1 1 0,0-1 0,0 0 0,0 0 0,1-1 0,-1 1 0,1-1-1,0 0 1,0-1 0,1 0 0,-1 0 0,1 0 0,-1-1 0,1 0 0,0 0 0,0 0 0,0-1 0,0 0 0,0-1 0,0 1 0,1-1-1,-1-1 1,0 1 0,5-2-59,1 4-118,-1-1 0,0 0-1,0-1 1,1 0 0,-1-1 0,0 0-1,0-1 1,0 0 0,0-1-1,0-1 1,0 1 0,-1-2 0,0 0-1,1 0 1,-2-1 0,1 0-1,-1-1 1,0 0 0,0-1-1,2-3 119,-10 8-104,0 0 0,-1 0-1,1 0 1,-1 0-1,0 0 1,0-1-1,0 1 1,0 0-1,0-1 1,-1 1-1,0-1 1,1 1-1,-1-1 1,0 1-1,-1 0 1,1-1 0,-1 1-1,1-1 1,-1 1-1,0 0 1,-1-1-1,1 1 1,0 0-1,-1 0 1,0 0-1,1 0 1,-1 0-1,0 0 1,-1 1 0,1-1-1,-2-1 105,-84-71 771,83 70-632,-1 0 0,0 0 0,1 1-1,-1 0 1,-1 0 0,1 1 0,-1 0-1,1 0 1,-1 0 0,0 1 0,0 0-1,0 0 1,0 1 0,0 0 0,-1 0-1,1 1 1,0-1 0,0 2 0,-1-1-1,1 1 1,0 0 0,0 1 0,0-1 0,0 1-1,0 1 1,0-1 0,0 1 0,1 1-1,0-1 1,-1 1 0,1 0 0,1 0-1,-1 1 1,0 0 0,1 0 0,0 0-1,0 1 1,1-1 0,0 1 0,0 0-1,0 1 1,-1 2-139,1-1 28,1 0 0,0 0 1,0 1-1,0-1 0,1 1 0,1 0 0,0 0 0,0-1 0,0 1 0,1 0 0,0 0 0,1 0 1,0 0-1,1 0 0,0-1 0,0 1 0,0-1 0,1 1 0,1-1 0,-1 0 0,1 0 1,1 0-1,-1-1 0,1 1 0,1-1 0,-1 0 0,1-1 0,1 1 0,-1-1 0,1 0 1,0-1-1,0 0 0,1 0 0,-1 0 0,1-1 0,0 0 0,0-1 0,1 0 0,3 1-28,-7-3-23,1 0-1,0-1 1,0 0-1,-1 0 1,1 0-1,0-1 1,0 0-1,-1 0 1,1 0-1,-1-1 1,1 1-1,-1-1 1,1-1-1,-1 1 1,0-1-1,0 0 1,0 0-1,-1-1 1,1 1-1,-1-1 1,1 0-1,-1 0 1,0 0-1,-1-1 1,1 1-1,-1-1 1,0 0-1,0 0 1,-1 0-1,1-1 1,-1 1-1,0 0 1,-1-1-1,1 0 1,-1 1-1,0-1 1,0-5 23,0 3 8,1 0 0,-2 0 0,1 0 1,-1 0-1,-1 0 0,1 0 0,-1 0 0,-1 0 0,0 0 1,0 0-1,0 0 0,-1 1 0,0-1 0,0 1 1,-1 0-1,0 0 0,0 0 0,-1 0 0,0 1 0,0 0 1,0 0-1,-1 0 0,0 1 0,0-1 0,-1 1 0,1 1 1,-1-1-1,0 1 0,0 1 0,-1-1 0,1 1 0,-1 0 1,1 1-1,-1 0 0,0 0 0,0 1 0,0 0 0,0 0 1,-4 0-9,9 0 4,1 0 0,-1 0 1,0 0-1,1 1 0,-1-1 0,0 1 1,0-1-1,1 1 0,-1 0 1,0 0-1,0 0 0,1 0 1,-1 1-1,0-1 0,0 1 0,1-1 1,-1 1-1,0 0 0,1 0 1,-1 0-1,1 1 0,-1-1 1,1 1-1,0-1 0,-1 1 0,1 0 1,0 0-1,0-1 0,0 2 1,0-1-1,1 0 0,-1 0 1,1 1-1,-1-1 0,1 0 0,0 1 1,0 0-1,0-1 0,0 1 1,0 0-1,1-1 0,-1 1 1,1 0-1,-1 0 0,1-1 0,0 1 1,0 0-1,1 0 0,-1 1-4,0-1-93,1 0 1,-1 0-1,0-1 0,1 1 0,0 0 0,-1-1 0,1 1 0,0 0 0,1-1 1,-1 1-1,0-1 0,1 0 0,-1 1 0,1-1 0,0 0 0,-1 0 0,1 0 1,0 0-1,0 0 0,1 0 0,-1-1 0,0 1 0,1-1 0,-1 0 0,1 1 93,47 15-7029,1-10-8296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0:45.36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102 81 8794,'0'0'1656,"0"0"929,0 0-1088,0 0-859,0 0-317,-6 7 257,-6 8-49,1 1 1,1 1-1,1-1 1,0 2-1,1-1 0,0 1 1,2 0-1,0 1 1,1 0-1,1 0 1,1 0-1,1 0 1,0 0-1,2 1 0,0-1 1,1 0-1,2 15-529,-1-29 35,1 1 0,-1 0 0,1-1 0,0 0 0,0 1 0,1-1 0,-1 0 0,1-1 0,0 1 0,1-1 0,-1 0 0,1 0 0,0 0 0,0 0 0,0-1 0,0 0 0,0 0 0,1 0 0,-1-1 0,1 0 0,0 0 0,0 0 0,0-1 0,0 1 0,0-2 0,0 1 0,0-1 0,0 0 0,0 0 0,1 0 0,-1-1 0,0 0 0,0 0 0,0-1 0,-1 1 0,1-1 0,0-1 0,0 1 0,-1-1 0,0 0 0,1 0 0,-1-1 0,-1 1 0,1-1 0,0 0 0,-1-1 0,1 0-35,3-4-9,0 0 1,-1 0 0,0-1 0,0 0-1,-1 0 1,-1 0 0,0-1 0,0 0-1,-1 0 1,0 0 0,-1-1 0,0 1-1,-1-1 1,-1 1 0,0-1 0,0 0-1,-1 0 1,0 0 0,-1 1 0,-1-1-1,0 0 1,0 1 0,-1-1 0,0 1-1,-1 0 1,-1 0 0,0 0 0,0 0-1,-1 1 1,0 0 0,-1 0 0,0 1-1,0 0 1,-1 0 0,-1 0 0,1 1-1,-3 0 9,7 5 8,0 0-1,0 0 0,-1 1 0,1 0 1,-1 0-1,1 0 0,-1 0 0,0 1 1,0 0-1,0 0 0,0 0 0,0 0 1,0 1-1,0 0 0,0 0 0,0 0 1,0 1-1,0-1 0,0 1 0,0 1 1,1-1-1,-1 1 0,0-1 0,0 1 1,1 1-1,0-1 0,-1 1 0,1 0 1,0-1-1,0 2 0,0-1 0,1 0 1,-1 1-1,1 0 0,0 0 0,0 0 1,0 0-1,0 0 0,1 1 0,0-1 1,-2 4-8,0-1 11,1 0 0,0 0 0,0 0 0,0 0 0,1 1 0,0-1 0,1 0-1,0 1 1,0 0 0,0-1 0,1 1 0,0 0 0,1-1 0,-1 1 0,1-1 0,1 1 0,0-1 0,0 1 0,0-1 0,1 0 0,0 0 0,0 0 0,1 0 0,0-1 0,0 1 0,1-1 0,-1 0 0,1-1 0,0 1 0,1-1 0,0 0 0,0 0 0,0 0 0,0-1 0,1 0 0,-1 0 0,1-1 0,0 0 0,0 0 0,0 0 0,1-1 0,-1 0 0,1-1-1,1 1-10,-1-1-46,1 0-1,-1 0 0,1-1 1,-1 0-1,1 0 0,-1-1 1,1 0-1,-1-1 0,0 0 1,1 0-1,-1-1 0,0 0 1,-1 0-1,1-1 0,0 0 1,-1 0-1,0 0 0,0-1 1,0-1-1,-1 1 0,0-1 1,0 0-1,0 0 0,0-1 1,-1 0-1,-1 0 0,1 0 1,-1 0-1,0-1 0,0 0 1,-1 1-1,0-1 0,1-6 47,-2 6-37,0 1 0,0-1 0,-1 0 0,1 1 0,-2-1 0,1 0 0,-1 0 0,0 0 0,-1 0 0,0 1 0,0-1 0,-1 0 0,0 1 0,0-1 0,-1 1 0,0 0 0,0-1-1,0 1 1,-1 1 0,0-1 0,-1 0 0,1 1 0,-1 0 0,-1 0 0,1 1 0,-1-1 0,0 1 0,0 0 0,0 1 0,-1 0 0,0 0 0,0 0 0,0 1 0,0-1 0,0 2 37,0-2 24,0 2 0,-1-1 0,1 1 0,0 0 0,-1 0 0,1 1 0,-1 0 0,0 0 0,1 1 0,-1 0 0,1 0 0,-1 1 0,0 0 0,1 1 0,-1-1 0,1 1 0,0 1 1,-1-1-1,1 1 0,0 1 0,1-1 0,-1 1 0,1 0 0,-1 1 0,1-1 0,1 1 0,-1 0 0,1 1 0,-1 0 0,2-1 0,-1 2 0,1-1 0,-1 0 0,2 1 0,-1 0 0,1 0 0,0 0 0,1 0 0,-1 0 0,1 1 0,1-1 0,-1 5-24,2-8-130,0 0 0,1 0 1,-1 0-1,1-1 0,0 1 0,0 0 0,1 0 0,-1 0 0,1-1 0,0 1 0,0-1 0,0 1 0,0-1 0,0 0 0,1 0 0,0 0 0,0 0 0,-1 0 0,1-1 0,1 1 0,-1-1 0,0 0 0,1 0 0,-1 0 0,1 0 0,-1 0 0,1-1 0,0 0 0,0 0 1,0 0-1,2 0 130,43 12-6834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1:05.374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258 662 7178,'0'0'1017,"0"0"630,0 0 443,0 0-456,0 0-331,17 12-326,54 34-70,-66-45-860,-1-1 1,0 1-1,0-1 1,1 0 0,-1 0-1,0 0 1,0-1-1,0 0 1,1 0-1,-1 0 1,0 0-1,0 0 1,0-1-1,0 0 1,-1 1-1,1-2 1,0 1-1,-1 0 1,1-1-1,-1 1 1,0-1 0,0 0-1,0 0 1,0-1-1,0 1 1,-1 0-1,0-1 1,2-3-48,3 0 89,-1 1-58,-1 0-1,1-1 1,-1 1-1,0-1 1,-1 0-1,0-1 1,0 1-1,0-1 1,-1 1-1,0-1 1,0 0-1,-1 0 1,0 0-1,-1-1 1,0 1-1,0 0 1,-1-1-1,0 1 1,0 0-1,-1-1 0,0 1 1,0 0-1,-1-1 1,0 1-1,0 0 1,-1 0-1,0 1 1,-1-1-1,-1-1-30,-5-2 241,0 0-1,-1 0 0,-1 1 0,0 0 0,0 1 1,-1 1-1,0 0 0,0 0 0,-1 2 0,0-1 0,-1 2 1,1 0-1,-1 1 0,0 0 0,0 1 0,0 0 1,0 2-1,0 0 0,-1 0 0,-12 3-240,21 3 35,1 1 0,0 0 0,0 0 1,0 0-1,1 1 0,0 0 0,1 0 0,-1 1 0,1-1 0,1 1 0,0 0 0,0 0 0,0 0 1,1 0-1,0 1 0,0-1 0,1 0 0,0 1 0,1-1 0,0 1 0,0-1 0,1 1 0,0-1 1,1 1-1,1 4-35,-3-7 12,0-1 0,1 1 0,0 0 0,1-1 0,-1 1 0,1-1 1,0 1-1,0-1 0,1 0 0,0 0 0,0 0 0,0 0 0,0 0 0,1-1 1,-1 0-1,1 1 0,1-1 0,-1 0 0,0-1 0,1 1 0,0-1 1,0 0-1,0 0 0,0-1 0,0 1 0,0-1 0,1 0 0,-1-1 1,1 1-1,-1-1 0,1 0-12,5 1 7,0-1 0,0 0 0,0 0 0,0-1 0,0 0 0,0-1 0,0 0 0,0-1 1,-1 0-1,1-1 0,-1 0 0,1-1 0,-1 0 0,0-1 0,0 0 0,0 0-7,2-3-104,-1-1-1,0 0 1,-1 0 0,0-1-1,-1-1 1,1 1-1,-2-1 1,0-1 0,0 0-1,-1 0 1,2-5 104,-7 13-45,1-2 0,-1 1 0,0 0 0,0 0 1,-1 0-1,0-1 0,0 1 0,0-1 0,0 1 0,-1-1 1,0 0-1,0 1 0,-1-1 0,1 1 0,-1-1 0,0 1 1,-1 0-1,1-1 0,-1 1 0,0 0 0,-1 0 0,1 0 1,-1 0-1,0 0 0,0 1 0,0-1 0,-1 1 0,0 0 1,-2-2 44,-10-8 83,-1 1 1,-1 1 0,0 1 0,0 0 0,-1 2 0,0 0 0,-1 1 0,0 1 0,0 1 0,-1 0 0,0 2 0,0 0 0,0 2-1,-8-1-83,25 3 27,0 1-1,0-1 0,0 1 0,1-1 0,-1 1 0,0 0 0,1 0 0,-1 1 0,0-1 0,1 1 0,0 0 0,-1-1 0,1 2 0,0-1 0,0 0 1,0 1-1,0-1 0,1 1 0,-1 0 0,1 0 0,-1 0 0,1 0 0,0 0 0,0 0 0,1 1 0,-1-1 0,0 1 0,1-1 0,0 1 1,0 0-1,0 0 0,1-1 0,-1 1 0,1 0-26,3 136 307,1-129-308,1-1 1,1 1-1,0-2 0,0 1 1,1-1-1,0 1 1,1-2-1,-1 1 0,2-1 1,-1-1-1,1 1 0,1-1 1,-1-1-1,1 0 1,0 0-1,0-1 0,1 0 1,-1-1-1,1 0 0,0-1 1,1 0-1,-1-1 0,0 0 1,1-1-1,-1 0 1,1 0-1,-1-1 0,1-1 1,-1 0-1,1-1 0,-1 0 1,0-1-1,0 0 0,0 0 1,0-2-1,0 1 1,-1-1-1,0-1 0,0 1 1,0-2-1,-1 0 0,8-7 1,-9 7-41,-1 0-1,0 0 0,-1-1 1,0 0-1,0 0 1,-1 0-1,0-1 0,0 0 1,-1 0-1,0 0 0,-1-1 1,0 1-1,0-1 1,-1 0-1,0 0 0,-1 0 1,0 0-1,0 0 0,-1 0 1,-1 0-1,0 0 1,0 0-1,-1 0 0,0 1 1,0-1-1,-1 0 0,-1 1 1,0 0-1,0 0 1,-1 0-1,0 0 0,0 0 1,-5-4 41,-3-4 25,-1 0 1,0 0-1,-1 2 1,-1 0-1,-1 1 1,0 0-1,-1 1 1,0 1-1,-1 1 1,0 1-1,-1 0 1,0 2-1,0 0 1,-1 1-1,0 1 1,0 1-1,-1 1 1,-3 1-26,15 5 43,0 0 1,0 1-1,1 1 1,-1 0 0,1 0-1,0 0 1,0 1-1,1 1 1,-1-1 0,1 2-1,0-1 1,1 1-1,0 0 1,0 0 0,0 1-1,1 0 1,0 0-1,0 1 1,1 0 0,0-1-1,1 2 1,0-1 0,0 0-1,1 1 1,1 0-1,-1 0 1,1 0 0,1 0-1,0 0 1,0 10-44,-9 19 191,1 0 1,3 1 0,1 0-1,1 0 1,3 0-1,3 41-191,-1-70-14,2-1 0,-1 1 0,1-1 0,1 1 0,0-1 0,0 0 0,1 0 0,0-1 0,1 0 0,0 0 0,1 0 0,0 0 0,0-1 0,0 0 0,1-1 0,1 0 0,-1 0-1,1-1 1,0 0 0,0 0 0,1-1 0,0 0 0,0-1 0,0 0 0,0 0 0,1-1 0,-1-1 0,1 0 0,0 0 0,0-1 0,0 0 0,0-1 0,0 0 0,-1-1 0,1 0 0,0-1 0,0 0-1,-1-1 1,1 0 0,-1-1 0,0 0 0,0 0 0,9-6 14,-8 2-41,0 1-1,0-2 1,-1 0-1,0 0 1,-1 0-1,0-1 1,-1-1-1,0 0 1,0 0-1,-1 0 1,-1-1-1,0 0 1,0 0-1,-1 0 1,-1-1-1,0 0 0,-1 0 1,0 0-1,-1 0 1,-1-1-1,0 1 1,0 0-1,-1-1 1,-1 1-1,-1-1 1,0 1-1,0 0 1,-1 0-1,-1 0 1,0 0-1,-5-9 42,-1 1 42,0 1-1,-1 0 0,-1 1 0,-1 0 1,0 1-1,-2 0 0,0 1 0,-1 1 1,0 0-1,-1 1 0,-1 1 1,-1 1-1,0 0 0,0 2 0,-1 0 1,-1 1-1,1 1 0,-2 1 0,-8-2-41,24 9 4,0 1 0,0-1-1,1 1 1,-1 1-1,0-1 1,0 1 0,0-1-1,1 2 1,-1-1-1,1 1 1,-1 0-1,1 0 1,-1 0 0,1 1-1,0 0 1,0 0-1,0 0 1,1 0-1,-1 1 1,1 0 0,0 0-1,0 0 1,0 0-1,0 1 1,1 0 0,0-1-1,0 1 1,0 1-1,0-1 1,1 0-1,0 1 1,0-1 0,0 1-1,1-1 1,0 1-1,0 5-3,-5 217-111,11-191-304,2 0 1,2-1 0,1 0 0,2 0-1,1-1 1,12 21 414,26 28-5341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1:06.40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170 290 7090,'0'0'405,"0"0"1005,0 0 3323,0 0-1943,0 0-827,0 0 18,-8-18 48,-29-51-436,37 69-1575,0 1 0,0 0 0,0-1-1,0 1 1,0 0 0,0-1 0,-1 1-1,1-1 1,0 1 0,-1 0 0,1-1-1,0 1 1,-1-1 0,1 1-1,0-1 1,-1 1 0,1-1 0,-1 1-1,1-1 1,-1 0 0,1 1 0,-1-1-1,0 0 1,1 1 0,-1-1 0,1 0-1,-1 0 1,0 1 0,1-1 0,-1 0-1,0 0 1,1 0 0,-1 0-1,0 0 1,1 0 0,-1 0 0,0 0-1,1 0 1,-1 0 0,1 0 0,-1 0-1,0-1 1,1 1 0,-1 0 0,0 0-1,1-1 1,-1 1 0,1 0 0,-1-1-1,1 1 1,-1-1 0,1 1-1,-1-1 1,1 1 0,-1-1 0,1 1-1,0-1 1,-1 1 0,1-1 0,0 1-1,-1-1 1,1 0 0,0 1 0,0-1-1,0 0 1,0 1 0,-1-1-1,1 0-16,-1 4 70,-6 17 53,0 0-1,2 1 1,0-1 0,1 1 0,1 0-1,1 0 1,1 1 0,1-1-1,2 10-123,-2-22 17,-1-5-16,1 1 0,0-1 0,0 1 0,1 0 0,-1-1 0,1 1 0,0-1 0,0 1 0,1-1 1,0 0-1,-1 1 0,1-1 0,0 0 0,1 0 0,-1 0 0,1-1 0,0 1 0,0-1 0,0 1 0,0-1 1,1 0-1,-1 0 0,1 0 0,0-1 0,-1 1 0,1-1 0,1 0 0,-1 0 0,0 0 0,0-1 0,1 1 1,-1-1-1,1 0 0,-1 0 0,1-1 0,-1 0 0,1 1 0,0-1 0,-1-1 0,1 1 0,-1-1 0,1 0 1,-1 0-1,4-1-1,3-2-92,-1 0 1,1-1-1,-1-1 0,0 0 1,-1 0-1,0-1 1,0 0-1,0 0 0,0-1 1,-1 0-1,-1-1 1,0 0-1,0 0 1,0-1-1,-1 1 0,-1-1 1,1-1-1,-2 1 1,1-1-1,-2 0 1,1 0-1,-2 0 0,1 0 1,0-9 91,-2 9 3,0 0 1,0 0 0,-1 0-1,-1-1 1,0 1 0,0 0-1,-1 0 1,0 0-1,-1 1 1,0-1 0,-1 1-1,0-1 1,-1 1-1,0 0 1,-1 0 0,0 1-1,0 0 1,-1 0 0,0 0-1,-1 1 1,1 0-1,-2 1 1,1 0 0,-1 0-1,0 0 1,0 1-1,-1 1 1,0 0 0,0 0-1,0 0 1,-8-1-4,13 3 62,1 0 0,-1 1 0,0-1 1,0 1-1,-1 0 0,1 0 0,0 1 1,-1-1-1,1 1 0,-1 0 0,1 1 0,-1-1 1,0 1-1,1 1 0,-1-1 0,1 1 0,-1-1 1,1 2-1,-1-1 0,1 0 0,0 1 0,-1 0 1,1 1-1,0-1 0,0 1 0,1 0 0,-1 0 1,1 0-1,-1 1 0,1-1 0,-2 4-62,0 8 49,0 0 0,1 0 0,1 1 0,1 0 0,0 0 0,1 0 0,1 0-1,0 0 1,1 0 0,1 0 0,0 0 0,2 0 0,-1 0 0,2 0 0,0-1 0,1 1 0,1-1-1,7 14-48,-7-20-43,1-1 0,0-1 0,0 1-1,1-1 1,0 0 0,0-1 0,1 0-1,0 0 1,0-1 0,0 0 0,0-1-1,1 1 1,0-2 0,0 0 0,0 0-1,0-1 1,0 0 0,1 0 0,-1-1-1,0-1 1,1 0 0,-1 0 0,1-1-1,-1 0 1,0-1 0,1 0 0,-1-1-1,0 0 1,0-1 0,-1 0 0,1 0-1,-1-1 1,0 0 0,0 0 0,0-1-1,-1-1 1,1 0 43,-2 0-28,0-1 0,0 1 0,-1-1 0,0-1 0,-1 1 0,0-1 0,0 0 0,-1 0 0,0 0 0,0-1 1,-1 1-1,0-1 0,-1 0 0,0 0 0,-1 0 0,0 0 0,0 0 0,-1 0 0,-1 0 0,1 0 0,-2 0 0,1 0 0,-1 0 0,-1 0 0,0 1 0,0-1 0,-1 1 0,0 0 0,-1 0 0,0 0 0,0 0 0,-5-5 28,-127-73 635,133 85-612,-1 0-1,0 0 1,-1 1 0,1-1-1,0 1 1,0 0 0,-1 1-1,1 0 1,0-1 0,-1 2-1,1-1 1,0 0 0,-1 1-1,1 0 1,0 1 0,0-1-1,0 1 1,0 0 0,0 0-1,0 0 1,0 1 0,1 0 0,-1-1-1,1 2 1,0-1 0,0 1-1,0-1 1,-3 4-23,0 3-164,1 0 0,1 0 1,-1 1-1,2 0 0,-1-1 0,1 2 1,1-1-1,0 0 0,1 1 0,0-1 1,1 1-1,0 0 0,0-1 0,2 1 1,-1 0-1,1-1 0,1 1 0,0 0 1,1-1-1,0 0 0,1 0 0,0 0 0,1 0 1,5 10 163,24 23-5349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1:07.360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381 225 8098,'0'0'3615,"0"0"-2200,0 0-504,0 0 35,-5-12 62,-15-37-340,20 49-604,0 1 0,0 0-1,0-1 1,0 1 0,0 0 0,0-1 0,0 1 0,0 0 0,0-1-1,-1 1 1,1 0 0,0-1 0,0 1 0,-1 0 0,1-1-1,0 1 1,-1-1 0,1 1 0,-1-1 0,1 1 0,-1-1 0,1 1-1,-1-1 1,1 1 0,-1-1 0,1 1 0,-1-1 0,0 0-1,1 1 1,-1-1 0,1 0 0,-1 0 0,0 0 0,1 1 0,-1-1-1,0 0 1,1 0 0,-1 0 0,0 0 0,0 0 0,1 0-1,-1 0 1,0 0 0,1 0 0,-1-1 0,0 1 0,1 0 0,-1 0-1,0-1 1,1 1 0,-1 0 0,1-1 0,-1 1 0,1 0 0,-1-1-1,0 1 1,1-1 0,0 1 0,-1-1 0,1 1 0,-1-1-1,1 0 1,0 1 0,-1-1 0,1 1 0,0-1 0,-1 0 0,1 1-1,0-1-63,-2 5 301,-1 0-209,-14 20 488,0 2 0,2-1-1,1 2 1,1 0 0,1 1 0,2 0-1,0 1 1,2 0 0,1 0-1,-2 27-579,11-53 5,0 0-1,1-1 0,-1 1 0,1-1 0,0 0 0,-1 1 0,1-1 0,0 0 0,0-1 0,0 1 0,1-1 0,-1 1 0,0-1 0,1 0 0,-1 0 0,0 0 0,1-1 0,-1 1 0,1-1 0,-1 0 0,1 0 0,-1 0 0,1 0 0,-1-1 0,1 1 0,-1-1 1,1 0-1,-1 0 0,0 0 0,1-1 0,-1 1 0,0-1 0,0 0 0,0 1 0,1-2-4,7-4-62,-1 0 0,0-1 0,-1 0 1,1 0-1,-2-1 0,1 0 0,-1-1 0,0 1 1,-1-2-1,0 1 0,-1-1 0,0 0 0,-1 0 1,0-1-1,-1 1 0,0-1 0,-1 0 0,0 0 1,-1-1-1,0 1 0,-1 0 0,0-1 0,-1 1 1,-1-1-1,0 1 0,0-1 0,-1 1 0,-1 0 1,0 0-1,-1 0 0,0 0 0,-1 1 0,0-1 1,-1 1-1,0 0 0,-1 1 0,0 0 0,-4-5 62,6 7 97,-1 1 0,0 0 0,-1 0 0,1 0 0,-1 1 0,-1 0-1,1 0 1,-1 1 0,0 0 0,0 1 0,0-1 0,-1 1 0,1 1-1,-1 0 1,0 0 0,0 1 0,0 0 0,-1 0 0,1 1 0,0 0-1,-1 1 1,1 0 0,0 0 0,-1 1 0,1 1 0,0-1 0,0 1-1,-1 1 1,2 0 0,-1 0 0,0 1 0,1 0 0,-1 0 0,1 1-1,-1 1-96,1 3 44,1 0-1,-1 0 1,2 1-1,-1 0 1,1 0-1,1 1 1,0 0-1,1 0 0,0 0 1,0 0-1,1 1 1,1-1-1,0 1 1,0 4-44,1-10 6,1-1 0,-1 1 0,1 0 0,1-1 0,-1 1 0,1 0 0,0-1 0,0 1 0,1-1 0,-1 1 0,1-1 0,0 0 0,1 1 0,0-1 0,-1 0 0,1-1 0,1 1 0,-1-1 0,1 1 0,0-1 0,0 0 0,0 0 0,0 0 0,1-1 0,0 0 0,-1 0 0,1 0 0,0 0 0,0-1 0,2 1-6,-1 0-82,1 0 0,-1 0 0,1 0 0,0-1 0,0 0 0,0 0 0,0-1 0,0 0 0,1 0 0,-1 0 0,0-1 0,0-1 0,1 1 0,-1-1 0,0 0 0,0 0 0,0-1 0,0 0 0,0-1 0,0 1 0,0-1 0,-1-1 0,1 1 0,-1-1 0,0 0 0,0 0 0,-1-1 0,1 0 0,-1 0 0,0 0 0,0-1 0,-1 1 0,1-1 0,-1 0 0,-1 0 0,1-1 0,-1 1 0,0-1 0,0 0 0,-1 0 0,0 0 0,0 0 0,-1 0 0,1-6 82,-1 8 24,-1 0-1,1-1 1,-1 1-1,0 0 1,0-1-1,-1 1 1,1 0-1,-1-1 1,-1 1 0,1 0-1,-1 0 1,1 0-1,-1 0 1,-1 0-1,1 0 1,-1 0-1,0 1 1,0 0-1,0-1 1,-1 1-1,1 0 1,-1 0-1,0 1 1,0-1 0,0 1-1,-1 0 1,1 0-1,-1 1 1,0-1-1,0 1 1,0 0-1,0 0 1,0 0-1,0 1 1,0 0-1,-1 0 1,-1 0-24,1 52-2587,6-33-3393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47:53.86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  <inkml:brush xml:id="br2">
      <inkml:brushProperty name="width" value="0.05" units="cm"/>
      <inkml:brushProperty name="height" value="0.05" units="cm"/>
      <inkml:brushProperty name="color" value="#E71224"/>
    </inkml:brush>
    <inkml:brush xml:id="br3">
      <inkml:brushProperty name="width" value="0.05" units="cm"/>
      <inkml:brushProperty name="height" value="0.05" units="cm"/>
      <inkml:brushProperty name="color" value="#00A0D7"/>
    </inkml:brush>
    <inkml:brush xml:id="br4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1775 10319 5857,'0'0'796,"0"0"345,0 0 2522,0 0-1684,0 0-1009,0 0 105,-2 8-16,0 7-732,0 2 450,-2 3 3993,39-20-3644,248-25 777,-58-19-1761,-237 85-3030,0-29 1413,-1 0 1,0 0-1,0-1 0,-1-1 1,-1-1-1,0 0 1,0 0-1,0-2 0,-1 0 1,0-1-1,-11 3 1475,-16 4-3139</inkml:trace>
  <inkml:trace contextRef="#ctx0" brushRef="#br0" timeOffset="536.293">1745 10752 6617,'0'0'315,"0"0"724,0 0 2348,0 0-1435,0 0-939,0 0 83,43-4 5858,105 19-5719,170-24-604,-273-33-9108,-24 18-369,-3 1 4555</inkml:trace>
  <inkml:trace contextRef="#ctx0" brushRef="#br0" timeOffset="41461.452">7570 9378 7402,'0'0'1787,"0"0"1755,0 0-1364,0 0-1076,0 0 229,0 0 204,4-3-497,13-10-421,92-55 1488,-106 66-2089,1 1 0,-1-1 1,0 1-1,1 0 0,-1 0 1,1 0-1,-1 0 0,1 1 1,-1 0-1,1-1 0,0 1 1,-1 1-1,1-1 0,-1 0 1,1 1-1,-1 0 0,1-1 1,-1 2-1,1-1 0,-1 0 1,0 1-1,0-1 0,1 1 1,-1 0-1,0 0 0,-1 0 1,1 0-1,0 1 0,-1-1 1,1 1-1,-1 0 0,0-1 1,1 2-17,2 5 27,0 0 0,-1 0 0,0 1 0,0 0 0,-1 0 0,-1 0 0,1 0 1,-2 0-1,1 1 0,-1-1 0,-1 1 0,0-1 0,-1 0 0,1 1 0,-2-1 0,0 1 1,0-1-1,-1 0 0,0 0 0,-1 0 0,0-1 0,0 1 0,-1-1 0,0 0 1,-1 0-1,0-1 0,0 0 0,-1 0 0,0 0 0,0-1 0,-1 1 0,0-2 0,-2 2-27,-1 2 11,0-1-1,0 0 1,-1 0-1,0-1 0,0-1 1,-1 0-1,0 0 1,0-2-1,-1 1 0,1-2 1,-1 0-1,0 0 0,-1-2 1,-2 1-11,15-6-13,0-1 0,0 1 0,0-1-1,1 1 1,-1-1 0,1 0 0,0 1 0,0-1 0,0 0 0,1 0 0,-1 0 0,1 0 0,0 1 0,0-1-1,0 0 1,1 0 0,-1 0 0,1 0 0,0 0 0,0-1 13,-1 4-1,3-9-7,-1 1 0,1-1 0,0 0 0,1 1-1,0-1 1,1 1 0,0 0 0,0 1 0,1-1 0,0 1 0,0 0 0,1 0-1,7-5 9,-12 10 2,1 0 0,0 0 0,0 0 0,0 1 0,0-1 0,1 1 0,-1 0 0,1 0 0,-1 0 0,1 0-1,0 1 1,0 0 0,0-1 0,0 1 0,0 1 0,0-1 0,0 0 0,0 1 0,0 0 0,0 0 0,0 0 0,0 1-1,0-1 1,0 1 0,0 0 0,0 0 0,0 0 0,-1 1 0,1-1 0,0 1 0,-1 0 0,1 0 0,-1 0 0,1 1-1,-1-1-1,51 53 520,-48-47-380,1 0-1,-1 0 1,1 0-1,1-1 1,-1 0 0,1-1-1,0 1 1,1-2 0,-1 1-1,1-1 1,0 0 0,1-1-1,-1 0 1,1-1 0,0 0-1,-1 0 1,1-1-1,1 0 1,0-1-140,-2-2 14,0 0-1,0-1 1,0 0 0,0-1-1,0 1 1,0-2-1,-1 1 1,0-2 0,0 1-1,0-1 1,0 0-1,-1 0 1,1-1 0,-1 0-1,-1 0 1,1-1 0,-1 0-1,0 0 1,-1 0-1,0-1 1,0 0 0,0 0-1,-1 0 1,2-7-14,-7-34-3119,-35 16-6788,-4 17-848</inkml:trace>
  <inkml:trace contextRef="#ctx0" brushRef="#br0" timeOffset="47148.295">6913 11421 5369,'0'0'7344,"0"0"-4339,0 0-1577,0 0-834,0 0 30,0 0 220,21-19 60,70-57-165,-87 73-704,-1 0 0,1 0 0,0 0 0,0 1 0,0-1-1,0 1 1,1 0 0,-1 0 0,1 1 0,-1 0 0,1-1 0,0 1 0,-1 1-1,1-1 1,0 1 0,0 0 0,-1 0 0,1 0 0,0 1 0,0-1 0,-1 1-1,1 0 1,-1 1 0,1-1 0,-1 1 0,1 0 0,-1 0 0,0 0 0,0 1 0,0-1-1,0 1 1,0 0 0,-1 0 0,1 0 0,-1 1 0,0-1 0,0 1 0,0 0-1,0 1-34,7 15 150,-1 0 0,-1 0 0,-1 1-1,-1 0 1,-1 0 0,-1 1 0,-1-1-1,0 1 1,-2 0 0,-1 0 0,0 0-1,-2 0 1,0-1 0,-2 3-150,3-13 14,0-1 1,-1 0-1,0 0 0,-1 0 1,0-1-1,-1 1 1,1-1-1,-2 1 0,0-1 1,0-1-1,0 1 1,-1-1-1,0 0 1,-1 0-1,0 0 0,0-1 1,-1 0-1,1-1 1,-2 1-1,1-2 0,-1 1 1,1-1-1,-2 0 1,1-1-1,0 0 0,-1-1 1,0 0-1,1 0 1,-1-1-1,-5 0-14,11 0 2,0-1-1,1-1 1,-1 1 0,0 0-1,0-1 1,0 0 0,1 0-1,-1 0 1,0 0 0,0-1-1,0 1 1,1-1 0,-1 0-1,0 0 1,1-1 0,-1 1-1,1-1 1,-1 0 0,1 1-1,0-1 1,0-1 0,0 1-1,0 0 1,0-1 0,0 0-1,1 0 1,-1 1 0,1-1-1,0-1 1,0 1 0,0 0 0,0 0-1,0-1 1,1 1 0,0-1-1,-1 0 1,1 1 0,1-1-1,-1 0 1,0 0 0,1 1-1,0-1 1,0 0 0,0 0-1,0 0 1,1 1 0,0-3-2,5 0 1,-1 1 0,1-1-1,0 2 1,1-1 0,-1 1 0,1 0 0,0 0 0,0 1 0,0 0 0,1 0 0,-1 0 0,1 1 0,0 0 0,-1 1 0,1 0 0,0 0 0,0 1-1,0 0 1,-1 0 0,9 1-1,183 33 246,-149-20-238,-32-9 53,1-1 0,-1-1 0,1-1 0,0 0 1,0-2-1,0 0 0,0-1 0,0-1 0,0-1 0,2-1-61,-15 3-61,-1 0-1,1-1 1,-1 0-1,1 0 1,-1 0-1,0 0 1,0-1-1,0 0 1,0 0-1,0-1 1,-1 1-1,1-1 1,-1 0-1,0 0 1,0 0-1,-1-1 1,1 0 0,-1 1-1,0-1 1,0 0-1,-1 0 1,1-1-1,-1 1 1,0 0-1,-1-1 1,1 0-1,-1 1 1,0-1-1,-1 0 1,1 1-1,-1-1 1,0 0-1,-1 0 1,1-1 61,-7-23-5411,-10 1-4676</inkml:trace>
  <inkml:trace contextRef="#ctx0" brushRef="#br0" timeOffset="46111.175">6799 10188 6905,'0'0'682,"0"0"1486,0 0 233,0 0-338,0 0-473,0 0-309,-8-9-268,-26-24 153,34 33-1114,-1-1 0,0 0 0,0 1 0,1-1 0,-1 1-1,0-1 1,0 1 0,0-1 0,0 1 0,0 0 0,0-1 0,1 1-1,-1 0 1,0 0 0,0 0 0,0-1 0,0 1 0,0 0-1,0 0 1,0 0 0,0 1 0,0-1 0,0 0 0,0 0-1,0 0 1,0 1 0,0-1 0,0 0 0,0 1 0,1-1-1,-1 1 1,0-1 0,0 1 0,0 0 0,1-1 0,-1 1 0,0 0-1,1-1 1,-1 1 0,1 0 0,-1 0 0,1 0 0,-1-1-1,1 1 1,-1 0 0,1 0 0,0 0 0,-1 0 0,1 0-1,0 0 1,0 0 0,0 0 0,0 0 0,0 1-52,-2 2 321,-5 11-165,1 1-1,0 0 1,1 1 0,1-1-1,1 1 1,0 0 0,1 0-1,1 0 1,1 0-1,0 5-155,1-16 23,0-1-1,0 1 1,0-1-1,0 0 1,1 0 0,0 0-1,0 0 1,0 0-1,1 0 1,0 0-1,0 0 1,0-1-1,0 0 1,1 0-1,0 0 1,0 0-1,0 0 1,0-1-1,0 1 1,1-1-1,0 0 1,-1-1-1,1 1 1,0-1-1,0 0 1,0 0-1,1-1 1,-1 1-1,0-1 1,1 0-1,4 0-22,1 1 16,-1 0 0,1-1 0,-1-1 1,1 1-1,-1-1 0,1-1 0,-1 0 0,1-1 0,-1 0 0,0 0 0,0-1 0,0-1 0,0 1 0,0-1 0,-1-1 0,7-4-16,-11 4-3,-1 0 0,1 0 0,-1-1-1,0 1 1,0-1 0,-1 0 0,0 0-1,0 0 1,0-1 0,-1 1-1,1-1 1,-2 0 0,1 1 0,-1-1-1,0 0 1,0 0 0,-1 0 0,0 0-1,0 0 1,-1 0 0,0 0 0,0 0-1,0 1 1,-1-1 0,0 0 0,-1 1-1,1-1 1,-1 1 0,0 0 0,-1 0-1,1 0 1,-1 0 0,-1 1 0,1-1-1,-1 1 1,0 0 0,0 1-1,0-1 1,-1 1 0,1 0 0,-1 0-1,0 1 1,0 0 0,-1 0 0,1 0-1,0 1 1,-1-1 0,0 2 0,1-1-1,-1 1 1,0 0 0,0 0 0,0 1-1,-4 0 4,7-1-9,0 0-1,0 0 0,0 0 1,0 0-1,0 1 0,0-1 1,0 1-1,0 0 1,0 0-1,0 1 0,0-1 1,0 1-1,0 0 0,0 0 1,0 1-1,0-1 0,0 1 1,1-1-1,-1 1 1,1 0-1,-1 1 0,1-1 1,0 0-1,0 1 0,0 0 1,0 0-1,0 0 1,0 0-1,1 0 0,0 1 1,0-1-1,0 1 0,0-1 1,0 1-1,1 0 0,-1 0 1,1-1-1,0 1 1,0 0-1,0 1 10,1 0-149,0 0 1,0 0 0,0-1-1,0 1 1,1 0-1,0 0 1,0-1 0,0 1-1,0 0 1,1-1-1,0 1 1,0-1-1,0 0 1,0 0 0,1 1-1,0-2 1,0 1-1,0 0 1,0 0 0,0-1-1,1 0 1,-1 0-1,1 0 1,0 0-1,0 0 1,0-1 0,1 0-1,-1 0 1,0 0-1,1 0 1,-1-1 0,1 1-1,0-1 1,-1 0-1,1-1 1,0 1-1,0-1 1,1 0 148,147-4-5566,-64-46 8970,-89 50-2557,0 5-101,-79 603 8742,83-601-11684,5-15-5486,-7-6-329</inkml:trace>
  <inkml:trace contextRef="#ctx0" brushRef="#br0" timeOffset="46445.267">6636 10943 5601,'0'0'2953,"0"0"1180,0 0-1974,0 0-988,0 0-102,0 0 497,20 2 125,365-6 2146,45-69-3034,-425 79-5582,-5 6 26</inkml:trace>
  <inkml:trace contextRef="#ctx0" brushRef="#br0" timeOffset="48512.149">1684 12995 5065,'0'0'1443,"0"0"-468,0 0 1299,0 0-722,0 0-600,0 0 151,-9 3 356,-3 0-889,-24 9 2946,79-5-1343,359 7 1446,-399-15-3669,1 1 0,-1-1 0,0 1-1,0 0 1,0 0 0,0 1 0,0-1-1,0 1 1,0-1 0,0 1 0,0 0-1,0 0 1,0 0 0,0 0 0,0 1-1,-1-1 1,1 1 0,-1 0 0,1 0-1,-1 0 1,1 0 0,-1 0 0,0 0-1,0 1 1,0-1 0,0 1 0,-1-1-1,1 1 1,-1 0 0,1 0 0,-1-1 0,0 1-1,0 0 1,0 0 0,-1 0 0,1 0-1,-1 0 1,0 1 0,1-1 0,-1 0-1,0 0 1,-1 0 0,0 3 50,0-4-615,-1 0-1,0 0 1,0 0 0,0 0 0,-1 0-1,1 0 1,0 0 0,-1-1 0,1 1-1,-1-1 1,0 0 0,1 0 0,-1 0 0,0 0-1,0 0 1,0 0 0,1-1 0,-1 0-1,0 1 1,0-1 0,0 0 0,0 0-1,0-1 1,0 1 0,0-1 0,1 1 615,-6 0-1733,-9 0 138</inkml:trace>
  <inkml:trace contextRef="#ctx0" brushRef="#br0" timeOffset="48916.979">1718 13366 6729,'0'0'1118,"0"0"2890,0 0-1801,0 0-1096,0 0-467,0 0 475,11 7 101,6 3-833,1-1 0,0-1 0,0-1 0,1-1 0,0 0 0,0-1 0,0-1 0,0-1 0,1-1 0,1 0-387,13-1 395,0-1 0,-1-2 0,1-2 0,-1 0 0,0-2 0,27-10-395,135-31 836,-196 94-1095,-18-21-1290,22-52-6941,12-9-4804</inkml:trace>
  <inkml:trace contextRef="#ctx0" brushRef="#br1" timeOffset="53212.676">3646 11477 6185,'0'0'522,"0"0"-310,0 0-163,0 0 25,-6-2-13,-27-12 873,15 6 1942,29 8 4796,22-1-5821,9-1-1479,474-25 2074,-303 5-2496,-226 44-301,-42 19-1487,54-40 996,1-1-3041,0 0-3948,0-1 5533</inkml:trace>
  <inkml:trace contextRef="#ctx0" brushRef="#br1" timeOffset="53829.247">3922 11819 6409,'0'0'535,"0"0"461,0 0 1832,0 0-1460,0 0-484,0 0 82,4 6 147,9 18-47,15-43 2210,11-123-2143,-39 142-1227,0 0-23,1 9 153,1 94 1012,-3-79-680,1 0-1,0-1 1,2 1 0,1-1 0,0 1 0,2-1-1,1 0 1,3 7-368,25 13 136,-33-43-265,-1 0-229,0 0-384,10-5-6145,27-40-3729,-18 22 8536</inkml:trace>
  <inkml:trace contextRef="#ctx0" brushRef="#br0" timeOffset="2950.723">3695 9894 6129,'0'0'674,"0"0"486,0 0 2581,0 0-1527,0 0-1058,0 0 92,1-5 102,-1-2-855,2-16 2748,-35 36-1441,6 9-1664,1 2 1,1 1-1,1 1 1,1 1 0,2 0-1,1 2 1,1 1-1,1 0 1,2 2 0,1 0-1,1 0 1,2 1-1,1 1 1,0 11-139,8-33 79,0 1 0,2-1 0,0 1 0,0-1-1,1 1 1,0-1 0,1 1 0,1-1 0,0 0 0,1 1 0,0-1 0,1 0-1,0-1 1,0 1 0,2-1 0,-1 0 0,2 0 0,-1 0 0,1-1 0,1 0-1,4 5-78,5 3 63,1-1-1,1 0 0,0-1 0,1-1 0,0-1 0,1-1 0,1-1 0,0-1 1,1 0-1,0-2 0,0-1 0,1-1 0,0-1 0,0 0 0,1-2 0,-1-1 1,19-1-63,-25-1 36,1-1 1,-1-1-1,0 0 0,0-1 1,0-1-1,0-1 1,0-1-1,-1 0 1,0-2-1,0 1 1,0-2-1,-1 0 0,0-2 1,-1 1-1,0-2 1,0 0-1,-1 0 1,4-6-37,-14 11-3,-1 0 0,1 0 0,-1 0 0,-1-1 0,1 1 0,-1-1 0,0 0 0,0 0 1,-1 0-1,0 0 0,0 0 0,-1 0 0,0 0 0,0 0 0,0 0 0,-1 0 0,0 0 0,-1 0 0,1 0 0,-1 0 1,-1 0-1,1 1 0,-1-1 0,-1 1 0,1 0 0,-1 0 0,0 0 0,0 0 0,0 1 0,-1-1 0,0 1 0,0 0 1,-1 1-1,1-1 0,-1 1 0,0 0 0,0 1 0,0-1 0,-1 1 0,1 0 0,-1 1 0,1 0 0,-6-1 3,2 1 10,1 1 0,-1 1-1,0 0 1,0 0 0,1 1-1,-1 0 1,0 1 0,1 0 0,-1 0-1,1 1 1,0 0 0,0 1-1,0 0 1,0 0 0,1 1-1,-1 0 1,1 1 0,0 0-1,1 0 1,0 1 0,0-1-1,0 2 1,-3 3-10,-36 27 25,38-32-27,4-4-12,-1 1-1,0 0 1,1 0 0,-1 0 0,1 0 0,0 1 0,0-1 0,0 1 0,1 1 0,-1-1 0,1 0 0,0 1 0,0-1 0,1 1 0,-1 0 0,1 0 0,0 0 0,0 0 0,1 0 0,-1 1 0,1-1-1,1 0 1,-1 1 0,1 3 14,28 87-1187,30-52-5086,-31-32 169</inkml:trace>
  <inkml:trace contextRef="#ctx0" brushRef="#br0" timeOffset="42595.578">5600 10072 7346,'0'0'1186,"0"0"1846,0 0-1306,0 0-768,0 0 552,2 20 285,3 359 5555,-14-103-5758,28-237-2702,-18-52-4629,-1-3 496</inkml:trace>
  <inkml:trace contextRef="#ctx0" brushRef="#br0" timeOffset="42932.394">5390 10552 7562,'0'0'1923,"0"0"952,0 0-406,0 0-896,0 0-28,0 0-348,21 8 215,70 25-35,98-23 1391,53-10-3767,-224-9-4418,-10-2 303</inkml:trace>
  <inkml:trace contextRef="#ctx0" brushRef="#br1" timeOffset="55480.815">4446 10163 6433,'0'0'2933,"0"0"497,0 0-1176,-4 23-810,-19 131 1013,24-153-2366,0 0 0,-1 1 0,1-1 0,0 0 0,0 0 0,0 0 0,0 0 0,0 0 0,0 0 0,0 0 0,1-1 0,-1 1 0,0 0 0,0 0 0,1-1 0,-1 1 0,0-1 0,1 1 0,-1-1 0,0 0 0,1 0 0,-1 1 0,1-1 0,-1 0 0,1 0 0,-1 0 0,0 0 0,1-1 0,-1 1 1,1 0-1,-1-1 0,0 1 0,1-1 0,-1 1 0,0-1 0,1 1 0,-1-1 0,0 0 0,0 0 0,0 0 0,0 0 0,0 0 0,0 0 0,0 0 0,0 0 0,0 0 0,0 0 0,0 0 0,-1-1 0,1 1 0,0 0 0,-1 0 0,1-1 0,-1 1 0,1-1-91,-1 0 23,1 0 0,0 1 0,-1-1 0,1 0 0,-1 0 1,1 0-1,-1 0 0,0 0 0,1 1 0,-1-1 0,0 0 0,-1 0 0,1 0 0,0 0 0,0 0 0,-1 0 0,1 1 0,-1-1 1,0 0-1,1 0 0,-1 0 0,0 1 0,0-1 0,0 1 0,0-1 0,0 1 0,-1-1 0,1 1 0,0-1 0,-1 1 0,1 0 1,-1 0-1,1 0 0,-1 0 0,0 0 0,1 0 0,-1 0 0,0 0 0,0 1 0,1-1 0,-1 1 0,0-1 0,0 1 0,0 0 1,0 0-1,0 0 0,0 0 0,1 0 0,-1 0 0,0 0 0,0 1 0,0-1 0,0 1 0,0-1 0,1 1 0,-3 0-23,-19 23-566,25-7-5710,9-16 1032</inkml:trace>
  <inkml:trace contextRef="#ctx0" brushRef="#br1" timeOffset="56095.56">4679 10019 6025,'0'0'1973,"0"0"3359,0 0-2756,0 0-1577,0 0-91,0 0 72,18-20-174,63-61-141,-76 76-591,1 0 0,0 1 0,-1 0 0,2 0 0,-1 0 0,0 1 0,1 0 0,-1 0 0,1 1 0,0 0 1,0 0-1,0 0 0,0 1 0,0 0 0,1 0 0,-1 1 0,0 0 0,0 0 0,1 1 0,3 1-74,-5 2 41,-1 0 1,0 0 0,0 0 0,0 1 0,0 0-1,-1 0 1,0 0 0,0 1 0,-1-1 0,1 1-1,-1 0 1,0 0 0,-1 0 0,1 0-1,-1 1 1,-1-1 0,1 0 0,-1 1 0,0 0-1,0-1 1,-1 1 0,0-1 0,0 1 0,-1 0-1,0-1 1,-1 7-42,2-6 53,1 22 49,-2 1 1,-1-1 0,-1 0 0,-2 0 0,0 0-1,-3-1 1,0 0 0,-1 0 0,-2 0 0,-1-1-103,7-17-8,5-8 5,0-1 1,0 0-1,-1 1 1,1-1-1,0 0 1,-1 1-1,1-1 0,-1 0 1,0 0-1,1 1 1,-1-1-1,0 0 1,0 0-1,0 0 1,0 0-1,0 0 1,0 0-1,0 0 1,0 0-1,0-1 1,0 1-1,-1 0 1,1-1-1,0 1 1,0-1-1,-1 1 0,1-1 1,-1 1-1,1-1 1,0 0-1,-1 0 1,1 0-1,0 0 1,-1 0-1,1 0 1,-1 0-1,1 0 1,0 0-1,-1-1 3,9-29-72,211 40 19,-213-12 60,1-1 0,-1 1 0,0-1 0,0 0 0,0 0 0,0 0 0,-1-1 0,1 0 0,-1 0 0,0 0 0,0-1 0,0 1 0,0-1 0,-1 0 0,0 0 0,0 0 0,0-1-7,22-28 115,-12 20-93,0 1 0,1 1 0,0 0 0,1 0 0,1 2 0,-1 0 0,2 0 0,-1 2 0,1 0 0,2 0-22,-56 23-5613,3 3-1506</inkml:trace>
  <inkml:trace contextRef="#ctx0" brushRef="#br1" timeOffset="54369.702">4491 11941 7770,'0'0'1349,"0"0"3886,0 0-2739,0 0-1666,0 0 73,0 0 397,-1-6 2462,0 5-3744,1 0 0,0 0 0,-1 1-1,1-1 1,-1 0 0,1 0 0,-1 1 0,1-1-1,-1 1 1,0-1 0,1 0 0,-1 1 0,0-1 0,1 1-1,-1-1 1,0 1 0,0 0 0,1-1 0,-1 1-1,0 0 1,0-1 0,0 1 0,1 0 0,-1 0 0,0 0-1,0 0 1,0 0 0,0 0 0,0 0 0,1 0-1,-1 0 1,0 0 0,0 0 0,0 1 0,0-1 0,1 0-1,-1 0 1,0 1 0,0-1 0,0 1 0,1-1-1,-1 1 1,0-1 0,1 1 0,-1-1 0,0 1 0,1 0-1,-1-1 1,1 1 0,-1 0 0,1-1 0,0 1 0,-1 0-1,1 0 1,-1 0 0,1-1 0,0 1 0,0 0-1,0 0 1,-1 0 0,1 0 0,0-1 0,0 1 0,0 0-1,0 0 1,0 0 0,1 0 0,-1 0-18,0 2 5,-1-1 1,1 0 0,0 0-1,0 1 1,0-1-1,0 0 1,1 1 0,-1-1-1,1 0 1,-1 0-1,1 0 1,0 0-1,0 1 1,0-1 0,0 0-1,0 0 1,0-1-1,1 1 1,-1 0 0,1 0-1,-1-1 1,1 1-1,-1 0 1,1-1 0,0 0-1,0 1 1,0-1-1,2 1-5,-2-1 5,0 0 0,-1 0 0,1 0-1,0 0 1,0 0 0,0-1 0,0 1-1,1-1 1,-1 1 0,0-1-1,0 0 1,0 0 0,0 0 0,0 0-1,0 0 1,0 0 0,1 0 0,-1-1-1,0 1 1,0-1 0,0 0 0,0 0-1,0 1 1,0-1 0,-1 0 0,1-1-1,0 1 1,0 0 0,-1 0-1,1-1 1,0 1 0,-1-1 0,0 0-1,1 1 1,-1-1 0,0 0 0,0 0-1,1 0-4,-3-1-74,0 0-1,1 0 0,-1 0 0,0 0 1,0 1-1,-1-1 0,1 0 1,0 1-1,-1-1 0,0 1 0,0-1 1,0 1-1,0 0 0,0 0 0,0 0 1,0 0-1,0 0 0,-1 0 1,1 1-1,-1-1 0,0 1 0,1 0 1,-1 0-1,0-1 0,0 2 1,0-1-1,1 0 0,-1 1 0,0-1 1,0 1-1,-3 0 75,5 0-2762,1 0-1447,2 0-2564,6 0-1968</inkml:trace>
  <inkml:trace contextRef="#ctx0" brushRef="#br1" timeOffset="54847.801">4689 11815 1176,'0'0'6475,"0"0"254,0 0-3999,0 0-1844,0 0-261,0 0 87,11-12-101,42-35-249,-51 45-360,0 0-1,0 0 1,0 0 0,1 0 0,-1 0 0,0 0-1,1 1 1,0-1 0,-1 1 0,1 0 0,0-1 0,-1 1-1,1 1 1,0-1 0,0 0 0,0 1 0,0-1 0,0 1-1,0 0 1,0 0 0,0 0 0,0 0 0,0 1 0,-1-1-1,1 1 1,0 0 0,0-1 0,0 1 0,0 1 0,-1-1-1,1 0 1,-1 1 0,1-1 0,-1 1 0,1 0 0,-1 0-1,0 0 1,0 0 0,0 0 0,0 0 0,0 1 0,0-1-1,-1 1 1,1-1 0,-1 1 0,0 0 0,1-1 0,-1 1-1,-1 0 1,1 0 0,0 1-2,1 21 83,-1 0-1,-1 0 1,-1 0 0,-1 0-1,-2-1 1,0 1 0,-2 0-1,-3 6-82,-1 15 49,2-1-20,49-49 194,155-61 1181,-132 4-5194,-46 33-1158</inkml:trace>
  <inkml:trace contextRef="#ctx0" brushRef="#br0" timeOffset="63647.759">3841 13946 8618,'0'0'525,"0"0"287,0 0 2258,0 0-498,0 0-1005,0 0-703,9-3 768,127-38 1060,-132 41-2688,0 0-1,1 0 1,-1 0 0,0 0-1,0 1 1,1 0-1,-1 0 1,0 0 0,0 0-1,0 0 1,0 1-1,0 0 1,0 0 0,-1 0-1,1 0 1,-1 1-1,1-1 1,-1 1 0,0 0-1,0 0 1,0 0-1,0 0 1,0 0 0,-1 1-1,0 0 1,0-1-1,0 1 1,0 0 0,0 0-1,-1 0 1,1 0-1,-1 0-3,2 10 9,0 0-1,0 0 0,-2 0 0,0 0 0,0 0 0,-1 0 0,-1 0 0,0 0 0,-1 0 0,-1 0 1,0 0-1,-1-1 0,0 1 0,-1-1 0,0 0 0,-1 0 0,-1-1 0,0 1 0,-1-2 0,0 1 1,-1-1-1,0 0 0,-1-1 0,0 0 0,0 0 0,-1-1 0,0-1 0,-6 4-8,14-11 2,0 0 1,1 0-1,-1 0 0,1 0 0,-1-1 1,0 1-1,1-1 0,-1 0 0,0 1 1,0-1-1,1-1 0,-1 1 0,0 0 1,0-1-1,1 1 0,-1-1 0,0 0 0,1 0 1,-1 0-1,1 0 0,-1 0 0,1 0 1,-1-1-1,1 1 0,0-1 0,0 0 1,0 0-1,0 1 0,0-2 0,0 1 1,0 0-1,1 0 0,-1 0 0,1-1 1,0 1-1,-1-1 0,1 1 0,0-1 0,1 1 1,-1-1-1,0 0 0,1 1 0,-1-1 1,1 0-1,0 0 0,0 1 0,0-1 1,0 0-1,1 0 0,-1 1 0,1-1 1,-1 0-1,1 1 0,0-1 0,0 0 1,0 1-1,0 0 0,1-1 0,0 0-2,1-1 6,1 0 1,0 0-1,0 0 0,0 1 0,0 0 0,0 0 1,1 0-1,0 0 0,-1 1 0,1-1 0,0 1 1,0 1-1,0-1 0,0 1 0,1-1 0,-1 2 1,0-1-1,1 0 0,-1 1 0,0 0 0,1 0 1,-1 1-1,0 0 0,0-1 0,1 2 0,-1-1 1,2 2-7,5-2 3,173 18 228,-171-19-504,1 0 0,-1-1 0,0 0 0,0-1 0,0-1 0,-1 0 0,1-1 0,0 0 0,-1-1 1,0-1-1,1-1 273,25-15-4131,-1 0-2794</inkml:trace>
  <inkml:trace contextRef="#ctx0" brushRef="#br0" timeOffset="66066.545">6275 13726 7274,'0'0'906,"0"0"3025,0 0-1402,0 0-814,0 0-729,23-7 162,74-25 227,-91 31-1269,0-1-1,0 1 1,0 0-1,0 1 1,0 0-1,1-1 0,-1 2 1,0-1-1,0 1 1,0 0-1,0 0 1,0 1-1,0-1 1,0 1-1,-1 1 0,1-1 1,-1 1-1,1 0 1,-1 0-1,0 1 1,0-1-1,0 1 1,-1 0-1,1 1 1,-1-1-1,0 1 0,0 0 1,-1 0-1,3 5-105,2 3 76,-1 1 0,0 0 0,-1 0-1,-1 0 1,0 1 0,-1 0 0,-1 0-1,0 0 1,-1 0 0,0 7-76,0-12 16,-1 0 1,0 0-1,0 0 1,-2 0-1,1 0 0,-1 0 1,0 0-1,-1 0 1,0-1-1,-1 1 1,0-1-1,0 1 1,-1-1-1,0 0 0,-1 0 1,0 0-1,0-1 1,-1 0-1,0 0 1,0 0-1,-1-1 1,0 0-1,-1 0 0,-1 0-16,8-5-2,0 0-1,0-1 0,0 1 1,0-1-1,-1 1 0,1-1 1,-1 0-1,1 1 0,-1-1 1,1 0-1,-1 0 0,0 0 0,1 0 1,-1 0-1,0-1 0,0 1 1,0 0-1,0-1 0,0 1 1,0-1-1,0 0 0,0 0 1,0 0-1,0 0 0,1 0 1,-1 0-1,0 0 0,0-1 0,0 1 1,0 0-1,0-1 0,0 0 1,0 0-1,0 1 0,1-1 1,-1 0-1,0 0 0,1-1 1,-1 1-1,1 0 0,-1 0 0,1-1 1,0 1-1,-1-1 0,1 1 1,0-1-1,0 0 0,0 1 1,0-1-1,0 0 0,0 0 1,1 0-1,-1 0 0,1 0 0,-1-1 3,-9-119-70,13 120 84,0 1 0,0 0 1,0 0-1,0 1 0,0-1 0,0 0 1,0 1-1,0 0 0,0 0 1,0 0-1,0 0 0,0 0 0,0 0 1,0 1-1,0 0 0,0 0 0,0-1 1,0 2-1,0-1 0,-1 0 1,1 0-1,0 1 0,-1 0 0,1-1 1,-1 1-1,1 0 0,1 3-14,13 7 83,0 0 0,1 0 0,0-2 0,1 0 0,0-1 0,0-1 0,1-1 0,0-1 0,0 0 0,1-2 0,-1 0 0,1-2 0,0 0-1,0-1 1,16-2-83,-32 1-1,0 0 0,0-1 0,0 1 0,0-2-1,0 1 1,0 0 0,0-1 0,-1 0-1,1 0 1,-1 0 0,1-1 0,-1 1 0,0-1-1,0 0 1,0 0 0,0-1 0,0 1-1,-1-1 1,1 0 0,-1 0 0,0 0 0,0 0-1,-1 0 1,1-1 0,-1 1 0,0-1-1,0-2 3,8-57-3256,-10 33-3460</inkml:trace>
  <inkml:trace contextRef="#ctx0" brushRef="#br0" timeOffset="65061.924">5981 12862 14251,'0'0'2563,"0"0"-1158,0 0-675,0 0 100,0 0 295,0 0 176,-5 20-485,-12 70-163,16-85-638,0 0 1,1 0-1,0-1 0,0 1 0,0 0 0,0 0 0,1-1 0,-1 1 0,1 0 0,0-1 0,1 1 0,-1-1 0,1 1 0,0-1 0,0 0 0,0 1 0,1-1 0,-1 0 1,1-1-1,0 1 0,0 0 0,1-1 0,-1 0 0,1 1 0,-1-2 0,1 1 0,0 0 0,0-1 0,1 1 0,-1-1 0,0 0 0,1-1 0,4 2-15,146 16 138,-153-19-135,3 0-33,1 1 0,-1-1 0,0 0 0,1-1 0,-1 1 0,0-1 0,0 0 0,0 0 0,1-1 0,-1 1-1,0-1 1,-1 0 0,1 0 0,0-1 0,-1 0 0,1 0 0,-1 0 0,0 0 0,0 0 0,0-1 0,0 0 0,-1 0 0,1 0 0,-1 0 0,0-1 0,0 1 0,-1-1 0,1 1 0,-1-1 0,0 0 0,0 0 0,-1 0 0,0 0 0,1-1 0,-2 1 0,1 0 0,-1 0-1,1-1 1,-1 1 0,-1 0 0,1 0 0,-1-1 0,0 1 0,0 0 30,-4-3-73,0 0 1,0 1-1,-1-1 0,0 2 0,0-1 0,-1 0 0,1 1 0,-1 0 0,-1 1 1,1 0-1,-1 0 0,0 0 0,0 1 0,-1 0 0,1 1 0,-1 0 0,1 0 1,-1 1-1,0 0 0,0 0 0,0 1 0,-1 1 0,1-1 0,0 1 1,-4 1 72,-91 15-51,102-16 43,-1 1 0,1 0-1,-1 0 1,1 0 0,0 0-1,0 1 1,0-1 0,0 1-1,-1-1 1,2 1 0,-1 0 0,0 0-1,0-1 1,1 1 0,-1 0-1,1 1 1,-1-1 0,1 0-1,0 0 1,0 1 0,0-1-1,0 0 1,0 1 0,1-1-1,-1 1 1,1-1 0,0 1 0,-1-1-1,1 1 1,0 0 0,0-1-1,1 1 1,-1-1 0,1 1-1,-1-1 1,1 1 0,0-1-1,0 0 1,0 1 0,0-1 8,3 3-18,1-1-1,0 0 1,0 0 0,1 0-1,-1-1 1,1 0 0,0 0 0,0 0-1,0-1 1,0 0 0,0 0 0,0-1-1,0 1 1,1-1 0,-1-1-1,1 1 1,-1-1 0,0 0 0,1 0-1,1-1 19,8 2-152,0-1 0,0-1 0,0 0 0,0-1 0,-1 0 0,1-1 0,-1-1 0,1-1 0,10-4 152,-24 9 59,0 0-1,0 0 0,0 1 1,1-1-1,-1 1 1,0 0-1,0 0 1,-1 0-1,1-1 1,0 2-1,0-1 1,0 0-1,-1 0 1,1 1-1,0-1 1,-1 0-1,1 1 0,-1 0 1,0-1-1,0 1 1,1 0-1,-1 0 1,0 0-1,0-1 1,-1 1-1,1 0 1,0 0-1,-1 1 1,1-1-1,-1 0 0,0 0 1,1 0-1,-1 0 1,0 0-1,0 0 1,-1 0-1,1 0 1,0 1-1,-1-1 1,1 0-1,-1 0 1,0 0-1,1 0 1,-1 0-1,0-1 0,0 1 1,-2 2-59,3 18 651,3 307 4788,13-273-5515,14-66-5124,-19-9-518,-2-1-4401</inkml:trace>
  <inkml:trace contextRef="#ctx0" brushRef="#br0" timeOffset="65412.029">5917 13489 9162,'0'0'1102,"0"0"2560,0 0-1103,0 0-991,0 0-612,0 0 95,5 8 640,10-4-1361,-1 0 0,0 0 0,1-2-1,0 0 1,-1 0 0,1-2 0,0 1-1,0-2 1,14-2-330,11 1 200,222-53 831,-124 16-1065,-71 34-1769,-59 16-5074,-7 2-237</inkml:trace>
  <inkml:trace contextRef="#ctx0" brushRef="#br0" timeOffset="64181.616">5304 12971 7530,'0'0'566,"0"0"1383,0 0 582,0 0-128,0 19-145,5 330 6779,26-60-7630,-72-364-12467,19 35 5921</inkml:trace>
  <inkml:trace contextRef="#ctx0" brushRef="#br0" timeOffset="64430.418">5039 13362 6857,'0'0'1009,"0"0"-689,0 0 3865,0 0-2321,0 0-1056,0 0 80,0 0-63,25 31 303,2-29-272,13-2 184,7 0 176,7 0-247,3-2-569,0-5-280,-5 3-120,12 2-632,-17-1-1953,-5 1-3464</inkml:trace>
  <inkml:trace contextRef="#ctx0" brushRef="#br0" timeOffset="61981.616">3389 13329 5473,'0'0'1090,"0"0"-558,0 0 485,0 0 742,0 0-706,12-21-357,40-64-269,-47 77-246,-1 0 0,-1-1 0,0 1 0,0 0 0,0-1 0,-1 0 0,-1 1 0,1-1 0,-1 0 0,-1 0 0,0 0 0,0 0 0,-1-8-181,0-10 654,1-36 3164,21 237 1087,0-4-4187,14-50-624,-31-123-3159,-5-42-11172,-8 16 11295</inkml:trace>
  <inkml:trace contextRef="#ctx0" brushRef="#br0" timeOffset="62614.867">3769 12995 6513,'0'0'1119,"0"0"2387,0 0-1581,0 0-652,0 0-420,0 0 4,18-16 46,59-48-211,-73 63-630,-1 0-1,0-1 1,0 1-1,1 1 1,-1-1 0,1 0-1,-1 1 1,0 0-1,1-1 1,-1 1 0,1 1-1,-1-1 1,1 0-1,-1 1 1,1 0 0,-1 0-1,0 0 1,0 0-1,1 0 1,-1 1 0,0-1-1,0 1 1,0 0-1,0 0 1,-1 0-1,1 0 1,0 1 0,-1-1-1,0 1 1,0 0-1,1-1 1,-1 1 0,-1 0-1,1 0 1,0 0-1,-1 0 1,0 1 0,1-1-1,-1 0 1,0 1-1,-1-1 1,1 3-62,2 1 214,4 8-92,0 0 1,-1 1-1,-1 0 0,-1 0 1,0 0-1,-1 0 1,-1 1-1,-1 0 0,0-1 1,-1 1-1,-1-1 1,0 1-1,-1 0 0,-1-1 1,-1 0-1,0 0 1,-1 0-1,0 0 0,-2-1 1,0 1-1,0-2 1,-2 1-1,-2 3-122,9-16-47,0-1 0,0 1 0,-1-1 0,1 0 0,0 1 0,0-1 0,-1 0 0,1 0 0,0 0-1,-1-1 1,1 1 0,-1-1 0,1 1 0,-1-1 0,1 0 0,-1 0 0,1 0 0,-1 0 0,0 0 0,1-1 0,-1 1 0,1-1 0,0 0 0,-1 1 0,1-1 0,-1 0 0,1-1 0,0 1-1,0 0 1,0-1 0,0 1 0,0-1 0,0 1 0,0-1 0,0 0 0,0 0 0,1 0 0,-1 0 0,1 0 0,0 0 0,-1 0 0,1-1 0,0 1 0,0-1 0,1 1 0,-1 0 0,0-1 0,1 1-1,-1-1 1,1 1 0,0-1 0,0 1 0,0-1 0,0 0 0,0 1 0,1-1 0,0 0 47,-2 1-3,0-1 0,0 1-1,1 0 1,0-1 0,-1 1 0,1 0-1,0-1 1,0 1 0,0 0 0,0-1-1,1 1 1,-1-1 0,1 1 0,-1 0-1,1 0 1,0-1 0,0 1 0,0 0-1,0 0 1,0 0 0,0 0 0,1 0 0,-1 0-1,1 0 1,-1 0 0,1 1 0,0-1-1,0 1 1,-1-1 0,1 1 0,0 0-1,1-1 1,-1 1 0,0 0 0,0 0-1,0 1 1,1-1 0,-1 0 0,0 1-1,0-1 1,1 1 0,-1 0 0,1 0-1,-1 0 1,0 0 0,1 0 0,-1 0-1,0 1 1,1-1 0,-1 1 0,1 0 3,3 0 87,0 0 1,0 1-1,0 0 0,0 0 1,0 0-1,0 1 1,-1 0-1,1 0 1,-1 0-1,0 1 0,0-1 1,0 1-1,0 0 1,-1 1-1,0-1 1,0 1-1,0 0 0,0 0 1,-1 1-1,3 5-87,-2-6 62,-1 1 0,1 0 0,0-1-1,0 0 1,0 0 0,1 0 0,-1 0 0,1-1-1,1 1 1,-1-1 0,1-1 0,-1 1-1,1-1 1,0 0 0,0 0 0,0-1 0,1 1-1,-1-1 1,0-1 0,1 1 0,2-1-62,79-35 196,-84-7-2715,-12 32-976,-10 4-3293</inkml:trace>
  <inkml:trace contextRef="#ctx0" brushRef="#br0" timeOffset="63034.773">3381 13584 7074,'0'0'586,"0"0"499,0 0 2195,0 0-1345,0 0-1004,0 0-155,11 6 22,206 48 4059,297-60-1031,-438 5-4836,-75 4-3383,-4 6 305,-10-1-3167</inkml:trace>
  <inkml:trace contextRef="#ctx0" brushRef="#br0" timeOffset="66923.971">1931 15989 6513,'0'0'6714,"0"0"-3586,0 0-1495,0 0-620,0 0-128,0 0 64,18 0-233,282 25 610,-184-12-10568,-110-13 1608</inkml:trace>
  <inkml:trace contextRef="#ctx0" brushRef="#br0" timeOffset="67245.909">2059 16274 6145,'0'0'1894,"0"0"1862,0 0-1253,0 0-959,0 0-618,0 0-41,-1 6 35,0-4-850,1-1-1,-1 0 0,1 1 0,0-1 0,-1 0 1,1 1-1,0-1 0,0 1 0,0-1 0,0 1 1,0-1-1,0 0 0,0 1 0,1-1 0,-1 0 1,0 1-1,1-1 0,-1 0 0,1 1 0,-1-1 1,1 0-1,0 0 0,0 1 0,-1-1 0,1 0 1,0 0-1,0 0 0,0 0 0,0 0 1,0 0-1,0 0 0,1-1 0,-1 1 0,0 0 1,0-1-1,1 1 0,-1 0 0,0-1 0,1 0 1,-1 1-1,0-1 0,1 0 0,-1 0 0,0 1 1,1-1-1,-1 0 0,2-1-69,312 4 2459,-149-9-9990,-143 6 2379</inkml:trace>
  <inkml:trace contextRef="#ctx0" brushRef="#br0" timeOffset="68948.535">3290 16445 6241,'0'0'959,"0"0"335,0 0 2600,0 0-1093,0 0-1026,0 0-431,15-2 48,243-12 3056,-236 14-4324,60 2 146,-1-4 0,1-4 0,-1-3 0,47-12-270,302-97 219,-431 118-311,0 1 1,1 0 0,-1-1-1,0 1 1,1 0-1,-1 0 1,1 0 0,-1-1-1,1 1 1,-1 0-1,1 0 1,0 0 0,-1 0-1,1 0 1,0 0-1,0 0 1,0 0 0,-1 0-1,1 0 1,0 0-1,0 0 1,1 0 0,-1 0-1,0 0 1,0 0-1,0 0 1,1 0 0,-1 0-1,0 0 1,1 0-1,-1 0 1,1-1-1,-1 1 1,1 0 0,-1 0-1,1 0 1,0-1-1,-1 1 1,1 0 0,0-1-1,0 1 1,0 0-1,-1-1 1,1 1 0,0-1-1,0 1 1,0-1-1,0 0 1,0 1 0,0-1-1,0 0 1,1 0 91,-32 23-3966,1-3-1428</inkml:trace>
  <inkml:trace contextRef="#ctx0" brushRef="#br0" timeOffset="69769.549">3737 16810 6753,'0'0'1049,"0"0"-34,0 0 1708,0 0 68,0 0-652,0 0-787,-1 4 143,-4 9 849,23-40-1112,-3 13-1142,-1 0-1,2 1 1,0 1 0,0 0 0,1 1 0,0 1-1,1 1 1,0 0 0,1 2 0,0 0 0,0 1-1,0 0 1,1 2 0,-1 0 0,10 1-90,-24 5 7,0 1 0,0 0 0,0 0 0,0 0 0,0 1 0,-1 0 0,1 0 0,-1 0 0,0 0 1,-1 1-1,1-1 0,-1 1 0,0 0 0,0 0 0,0 0 0,-1 1 0,1-1 0,-1 1 0,-1-1 0,1 1 0,-1 0 0,0-1 0,0 1 0,-1 0 1,1 0-1,-1 0 0,-1 0 0,1-1 0,-1 1 0,-1 3-7,5 24 57,-1 1 1,-2-1-1,-1 1 1,-2-1-1,-2 0 1,0 0-1,-3 0 1,0 0-1,-2-1 1,-12 25-58,21-55 9,0 0 0,0 0 1,0 0-1,0 0 0,0 0 1,-1 0-1,1 0 1,-1 0-1,1-1 0,-1 1 1,1-1-1,-1 1 0,0-1 1,0 0-1,0 1 0,0-1 1,0 0-1,0 0 1,0-1-1,0 1 0,0 0 1,0-1-1,-1 1 0,1-1 1,0 0-1,0 1 0,-1-1 1,1 0-1,0 0 0,0-1 1,-1 1-1,1 0 1,0-1-1,0 0 0,0 1 1,0-1-1,-1 0 0,1 0 1,0 0-1,1 0 0,-3-2-9,-69-61-91,3-34-473,70 98 449,17 17-76,-4-5 285,1 0 1,0-1-1,1-1 0,0 0 0,1-1 0,0-1 0,0 0 1,1-1-1,0-1 0,0-1 0,0 0 0,1-1 0,0-1 1,-1 0-1,1-2 0,0 0 0,0-1 0,1-1 1,-2 0-1,1-2 0,0 0 0,0 0 0,-1-2 0,0 0 1,0-2-1,3-1-94,6-4 99,0-2 0,-1-1 0,-1-1 0,0-1 0,-1-1 0,-1-1 0,-1-1 0,16-19-99,25-64-7104,-51 66-1856</inkml:trace>
  <inkml:trace contextRef="#ctx0" brushRef="#br0" timeOffset="67944.525">3280 15745 5937,'0'0'1615,"0"0"2367,0 0-1416,0 0-1020,0 0-546,0 0-252,2-9 19,-1 5-688,0 0-1,0 1 1,0-1-1,1 1 1,-1-1-1,1 1 1,0 0-1,0-1 1,0 1-1,0 0 1,1 0-1,-1 1 1,1-1-1,0 0 1,0 1-1,-1 0 1,2-1-1,-1 1 1,0 0-1,0 1 1,1-1-1,-1 1 1,1-1-1,-1 1 1,1 0-1,-1 0 1,1 0-1,1 1-78,3-3 57,0 1 0,0-1 0,0 2 0,0-1 0,1 1 0,-1 1 0,1-1 0,-1 1 0,0 1 0,1 0 0,-1 0 0,0 0 0,1 1 0,-1 0 0,0 1 0,0 0 0,-1 0 0,1 1 0,-1 0 0,1 0 0,-1 1 0,-1-1 0,1 2 0,0-1 0,-1 1 0,0 0 0,-1 0 0,1 0 0,-1 1 0,-1 0 0,1 0 0,-1 1 0,0-1 0,-1 1 0,1-1 0,-2 2-57,2 0 12,0 1 0,-1 0-1,0 0 1,-1 1-1,0-1 1,-1 1-1,0-1 1,0 1-1,-1-1 1,-1 1-1,1-1 1,-2 1-1,0-1 1,0 0 0,-1 1-1,0-1 1,0 0-1,-2-1 1,1 1-1,-1-1 1,0 0-1,-1 0 1,0 0-1,0-1 1,-1 0-1,0 0 1,-1 0-1,1-1 1,-1 0 0,-1-1-1,1 0 1,-1 0-1,0-1 1,-1 0-1,1-1 1,-1 0-1,0 0 1,0-1-1,0 0 1,-1-1-1,1 0 1,0-1 0,-6 1-12,13-4-58,0 0 0,0 0 0,0 0 0,0 0 1,0 0-1,1-1 0,-1 1 0,1-1 1,0 0-1,-1 1 0,1-1 0,0 0 0,0 0 1,1-1-1,-1 1 0,1 0 0,0-1 1,0 1-1,0 0 0,0-1 0,0 1 0,1-1 1,-1 0-1,1 1 0,0-1 0,0 1 1,1-1-1,-1 1 0,1-1 0,-1 1 1,2-3 57,0 3-14,0 1 1,0 0 0,0 0-1,1 1 1,-1-1 0,1 0-1,-1 1 1,1-1 0,0 1 0,-1 0-1,1 0 1,0 0 0,0 0-1,0 1 1,-1-1 0,1 1-1,0 0 1,0-1 0,0 1 0,0 1-1,0-1 1,0 0 0,0 1-1,0-1 1,0 1 0,-1 0 0,1 0-1,0 0 1,0 0 0,-1 1-1,1-1 1,-1 1 0,1 0 13,73 58 186,-69-53-136,-1 0 1,1 0 0,1 0-1,0-1 1,0 0 0,0-1-1,0 0 1,1 0-1,0-1 1,0 0 0,0 0-1,0-1 1,1 0 0,9 1-51,74-18 465,-39-20-5273,-35 18-3004</inkml:trace>
  <inkml:trace contextRef="#ctx0" brushRef="#br0" timeOffset="68394.661">4029 15947 5473,'0'0'2190,"0"0"1635,0 0-1842,0 0-680,16-21-111,93-141 1221,-102 141-1895,-1 0 1,0 0 0,-2-1 0,0 0-1,-2 0 1,0 0 0,-2-1 0,-1-9-519,19 100 1563,34 285 2694,-50-347-4719,7 28 382,-8-25-3243,-4-4-3535,-1-4-1566</inkml:trace>
  <inkml:trace contextRef="#ctx0" brushRef="#br0" timeOffset="71045.366">960 15540 4425,'0'0'7183,"0"0"-3854,-3 21-1809,-35 596 6428,32-188-6333,-1-774-7409,1-88 2832,7 413 2985,1 0 0,0 1 0,2 0-1,0 0 1,1 0 0,1 0 0,1 1 0,0 0 0,1 0 0,10-15-23,-16 31 89,0 0-1,-1-1 0,1 1 1,0 0-1,0 0 1,0 1-1,1-1 1,-1 0-1,0 0 1,1 1-1,-1 0 1,1-1-1,-1 1 1,1 0-1,0 0 0,-1 1 1,1-1-1,0 0 1,0 1-1,-1 0 1,1-1-1,0 1 1,0 0-1,0 1 1,-1-1-1,1 0 1,0 1-1,0-1 0,-1 1 1,1 0-1,0 0 1,-1 0-1,1 1 1,-1-1-1,1 0 1,-1 1-1,2 1-88,69 77 2794,-53-36-2217,-1 0 0,-2 2-1,-2 0 1,-2 1 0,-2 1 0,-2-1 0,0 26-577,48 192 731,17-95-905,-72-168-231,-4-5-8905,-10-11 2536</inkml:trace>
  <inkml:trace contextRef="#ctx0" brushRef="#br0" timeOffset="71345.509">737 16403 8810,'0'0'1141,"0"0"1140,0 0 101,0 0-276,28-8-51,179-61 2159,80-60-969,-226 121-3804,-29 26-5839,-24-6 1579,-1-4-2734</inkml:trace>
  <inkml:trace contextRef="#ctx0" brushRef="#br0" timeOffset="77062.251">4629 14887 4993,'0'0'1399,"0"0"-814,0 0 388,0 0 2015,0 0-1181,0 0-392,-13-7-4,1 1-1300,-4-4 529,-1 1 0,0 1 0,0 1 0,-1 0 0,1 1 0,-2 1 0,1 1 0,0 1 0,-11-1-640,-5 4 26,0 2 0,0 1 0,1 2 0,-1 1 0,1 2 0,0 1 0,1 1 0,0 2 1,1 1-1,-2 3-26,17-8 14,1 1 1,0 1 0,0 0 0,1 1 0,0 1 0,1 0 0,0 1-1,1 0 1,0 1 0,1 0 0,1 1 0,0 0 0,1 1-1,1 0 1,0 0 0,1 1 0,1 0 0,1 0 0,-3 14-15,8-32 27,-1 0 1,1 0-1,-1 0 1,0 0-1,1 1 1,-1-1-1,0 0 1,0 0-1,0 1 1,0-1-1,0 1 1,1-1-1,-1 0 1,0 1-1,0 0 1,0-1-1,0 1 1,-1 0-1,1-1 1,0 1-1,0 0 1,0 0-1,0 0 1,0 0-1,0 0 1,0 0-1,0 0 1,0 0-1,0 0 1,0 1-1,0-1 1,0 0-1,0 1 1,0-1-1,0 1 1,0-1-1,0 1 1,0-1-1,0 1 1,0 0-1,0 0 1,1-1-1,-1 1 1,0 0-1,0 0 1,1 0-1,-1 0 1,1 0-1,-1-1 1,1 1-1,-1 0 1,1 0-1,-1 1 1,1-1-1,0 0 1,0 0-1,0 0 1,-1 0-1,1 0 1,0 0-1,0 0 1,1 0-1,-1 1-27,-33-26 6,0 1 0,-2 1 0,0 2 0,-1 2 0,-1 1 0,-1 2-1,0 2 1,-1 1 0,0 2 0,-1 2 0,0 1 0,0 2 0,-1 2 0,1 2 0,-1 1 0,-35 6-6,25 0-26,0 2-1,0 3 1,1 2 0,1 2 0,0 2 0,1 2 0,-45 25 26,84-40-15,-39 23-394,48-27 412,0 0-3,0 0 14,0 0 41,0 0 0,0 0-31,-85-38 257,19 4-282,-2 4 1,-1 2-1,-1 4 0,-1 2 0,-1 4 1,-1 3-1,0 3 0,0 3 0,-73 2 1,136 7-6,1 1-1,0 0 1,0 1-1,-1 0 1,1 0-1,0 1 1,1 0 0,-1 1-1,1 0 1,-1 0-1,1 1 1,0 0-1,1 0 1,-1 1-1,1 0 1,0 0-1,1 1 1,-1 0-1,1 0 1,1 0-1,-1 1 1,1 0-1,1 0 1,-1 0-1,1 1 1,1-1-1,0 1 1,0 0-1,0 0 1,1 0-1,1 0 1,-1 1-1,2-1 1,-1 0 0,1 1-1,1 1 7,-1-11 40,0 0-48,-279-57 216,253 55-203,-1 1-1,1 2 1,0 0 0,-1 2-1,1 1 1,0 1 0,0 1-1,0 1 1,1 1 0,0 1-1,1 2 1,-5 3-5,-11 9 0,0 2 0,3 2 0,0 1 0,1 1 0,2 2 0,1 2 0,2 1 0,1 1 0,2 2 0,1 1 0,2 1 0,2 1 0,2 1 0,1 1 0,2 0 0,-5 24 0,7 79-23,33-128 250,-22-57 237,1 36-451,-1 0 0,0 0 0,0 0-1,0 1 1,-1 0 0,1 0 0,-1 1-1,0-1 1,0 1 0,0 0 0,0 1-1,0-1 1,0 1 0,0 1 0,-1-1 0,1 1-1,0 0 1,-1 0 0,1 1 0,0 0-1,0 0 1,0 0 0,0 1 0,0 0-1,0 0 1,-4 2-13,-7 11 66,1 1-1,1 0 1,0 1-1,0 0 1,2 2-1,1-1 1,0 2-1,1-1 0,1 2 1,1-1-1,-5 17-65,-3 5 173,1 0-1,3 1 0,1 1 1,2-1-1,3 2 0,1-1 1,2 1-1,2 0 0,2 0 0,2 3-172,3-28 10,0 0 0,2-1 0,0 1 0,1-1 0,1-1 0,1 0 0,0 0 0,1-1 0,2 0 0,-1-1 0,2 0 0,0-1-1,1 0 1,0-2 0,1 0 0,1 0 0,0-2 0,0 0 0,14 6-10,84 71 10,-95-71-23,-1 0 1,0 2-1,-1 0 0,-1 1 0,-1 1 1,-1 0-1,-1 2 0,0-1 1,-2 2-1,-1-1 0,-1 2 0,-1-1 1,-1 1-1,-1 1 0,-1-1 0,-1 1 1,-2 0-1,0 0 0,-2 1 0,-1 9 13,-86 153-73,87-186 69,-1-1-1,0 1 1,1 0 0,0 0-1,0-1 1,0 1-1,0 0 1,0-1 0,0 1-1,1-1 1,-1 1-1,1-1 1,-1 0 0,1 0-1,0 0 1,0 0-1,0 0 1,0 0 0,1 0-1,-1-1 1,0 1-1,1-1 1,-1 0 0,1 1-1,0-1 1,-1 0-1,1 0 1,0-1 0,-1 1-1,1-1 1,0 1-1,0-1 1,0 0 0,-1 0-1,1 0 1,1 0 4,110-17-391,-79 0 350,-1-2 0,-1-1 0,0-2 1,-2-1-1,0-1 0,-2-2 0,5-8 41,91-71-428,-124 105 416,1-1 1,0 0-1,-1 0 0,1 0 0,0 1 0,0-1 1,0 1-1,0 0 0,-1-1 0,1 1 1,0 0-1,0 0 0,0 0 0,0 0 0,0 1 1,0-1-1,0 0 0,-1 1 0,1-1 0,0 1 1,0 0-1,0 0 0,-1-1 0,1 1 0,-1 0 1,1 0-1,0 1 0,-1-1 0,0 0 1,1 0-1,-1 1 0,0-1 0,0 1 0,1-1 1,-1 1-1,0 0 0,-1-1 0,1 1 0,0 0 1,0 0-1,-1-1 0,1 1 0,-1 0 1,0 0-1,1 0 0,-1 0 0,0 0 0,0 0 1,0 1 11,5 10 4,-4-12-1,121 222 882,-115-213-863,2 0 1,0-1 0,0 0 0,0-1 0,1 0 0,1-1-1,-1 0 1,1 0 0,0-1 0,1 0 0,-1-1 0,1 0-1,0-1 1,1-1 0,-1 0 0,0 0 0,1-1-1,0-1 1,0 0-23,27 0 32,0-2 0,1-2-1,-1-2 1,0-1-1,-1-2 1,0-2 0,6-3-32,3-2-25,1 2 0,0 3 0,1 1 0,0 3 1,43 0 24,44 10 20,192-16 98,-259-2-124,1 3 0,1 3-1,-1 3 1,9 3 6,-65 5-10,1-1 0,-1 2 0,0 0 1,0 1-1,0 1 0,-1 0 0,0 1 0,0 0 0,0 1 0,-1 1 1,-1 0-1,1 1 0,1 2 10,-2-1 3,1-1 1,0 0 0,1-1-1,0-1 1,0 0-1,0-1 1,1-1-1,0 0 1,1-1 0,-1 0-1,1-1 1,13 1-4,-15-3-9,0-1 0,1 0 1,-1-1-1,1 0 0,-1-1 1,1-1-1,-1 0 0,0-1 1,0-1-1,0 0 0,0-1 1,-1 0-1,0-1 0,0 0 1,0-1-1,-1-1 0,0 0 1,0-1-1,-1 0 0,0-1 1,-1 0-1,8-9 9,146-212 28,-162 230-39,0-1 0,0 1-1,0 0 1,1 0 0,-1 0 0,0 0-1,1 0 1,-1 0 0,1 1 0,-1-1 0,1 1-1,-1 0 1,1 0 0,-1-1 0,1 2-1,-1-1 1,1 0 0,-1 0 0,1 1 0,-1 0-1,1-1 1,-1 1 0,1 0 0,-1 0-1,0 0 1,0 0 0,1 1 0,-1-1 0,0 1-1,0-1 1,0 1 0,-1 0 0,1-1-1,0 1 1,-1 0 0,1 0 0,-1 1 0,1-1-1,-1 0 1,0 0 0,1 2 11,21 19 7,0-11 3,1 0 1,0-1 0,0-2 0,1-1 0,1 0 0,-1-2-1,1-1 1,0-1 0,1-1 0,-1-2 0,0 0 0,1-2-1,-1-1 1,15-3-11,51 3-13,-80 2 17,1 1 0,-1-1 0,0-1 0,0 0-1,1-1 1,-1 0 0,0-1 0,-1 0 0,1-1-1,-1-1 1,1 1 0,-1-2 0,0 0 0,-1 0 0,8-6-4,-5 2-3,1 0 0,0 1 0,1 1 0,0 0 0,0 1 1,1 1-1,0 0 0,0 1 0,0 1 0,1 1 0,-1 0 1,1 1-1,0 0 0,-1 2 0,1 0 0,0 1 0,0 0 1,0 2-1,-1 0 0,0 0 0,1 2 0,-1 0 0,0 1 1,5 3 2,45 16 162,-41-68 899,-19 31-1038,0 0 1,-1 0 0,0 0 0,-1-1 0,0 0 0,-1 0 0,0 0 0,-2 0 0,1-1-1,-1 1 1,-1 0 0,0-1 0,-1 1 0,-1 0 0,0 0 0,-1 0 0,0 0 0,-1 0-1,0 0 1,-1 1 0,0 0 0,-1 0 0,-2-3-24,-196-189 491,199 191-501,1 0 0,0 0 0,0-1 1,1 0-1,1 0 0,0 0 0,1 0 1,1 0-1,0 0 0,1 0 0,1 1 0,1-8 10,71-266-386,-51 216 270,119-291-529,-138 356 641,-1 0 0,0-1 0,0 1-1,-1-1 1,1 0 0,-1 1 0,-1-1 0,0 0-1,0 0 1,0-1 0,-1 1 0,0 0-1,0 0 1,0 0 0,-1 0 0,0 0-1,-1 0 1,0 0 0,0 0 0,0 1-1,-1-1 1,-2-5 4,-12-2-1,0 1 0,-1 1 0,0 1 0,-1 0 0,0 1 0,0 1 0,-1 1 0,0 0 0,-1 2-1,-15-3 2,31 6-2,0-1 0,0 0 0,1 0-1,-1 0 1,1 0 0,0-1-1,0 0 1,0 0 0,1 0-1,0 0 1,0 0 0,0-1 0,0 1-1,1-1 1,0 0 0,0 0-1,1 0 1,0 0 0,0 0-1,0 0 1,0 0 0,1 0 0,0 0-1,1-1 1,-1 1 0,1 0-1,0 0 1,1 0 0,0-3 2,0-25 40,0-29-37,0 47-40,-1 0 0,0 1 0,-1-1 0,-1 0 0,0 0 0,-1 1 0,-1-1 0,0 1 0,-1-1 1,-1 1-1,0 0 0,-2-2 37,-6-5-28,6 15 28,1-1 0,1 1 0,0-1 0,0-1-1,0 1 1,1-1 0,0 1 0,1-1-1,0 0 1,0 0 0,1-1 0,0 1 0,1 0-1,0-1 1,1 1 0,-1-1 0,2 0 0,-1 1-1,2 0 1,-1-1 0,1 1 0,0 0 0,3-6 0,15-14 83,-18 27-74,1 1 0,-1-1 0,0 0 1,1 0-1,-1 0 0,0 0 0,0 0 1,-1-1-1,1 1 0,0-1 0,-1 1 0,1-1 1,-1 1-1,0-1 0,0 0 0,0 0 1,0 0-1,-1 0 0,1 1 0,-1-1 1,1 0-1,-1 0 0,0 0 0,0 0 0,-1 0 1,1 0-1,0 0 0,-1 0 0,0 0 1,0 0-1,0 1 0,0-1 0,0 0 0,0 1 1,-1-1-1,1 0 0,-1 1 0,0 0 1,0-1-1,0 1 0,-1-1-9,-20-10 42,-1 1 0,-1 0 1,0 2-1,0 1 0,-1 1 0,-1 1 0,1 2 1,-21-2-43,91 9-6014,1 2 18</inkml:trace>
  <inkml:trace contextRef="#ctx0" brushRef="#br0" timeOffset="81617.058">10231 9881 5937,'0'0'1675,"0"0"1866,0 0-1150,0 0-297,0 0-470,0 0-126,-1-12 488,-4-37-222,4 48-1706,0 0-1,0-1 0,0 2 1,0-1-1,0 0 0,0 0 1,-1 0-1,1 0 1,0 1-1,-1-1 0,1 1 1,0-1-1,-1 1 0,1-1 1,-1 1-1,1 0 1,0 0-1,-1-1 0,1 1 1,-1 0-1,1 0 0,-1 1 1,1-1-1,-1 0 1,1 0-1,0 1 0,-1-1 1,1 1-1,-1-1 1,1 1-1,0 0 0,0-1 1,-1 1-1,1 0 0,0 0 1,0 0-1,0 0 1,0 0-1,0 0 0,-1 1-57,-16 14 56,0 2 0,1 0 0,0 1 0,2 1-1,0 0 1,2 1 0,0 1 0,-2 6-56,8-16 15,-37 58 167,2 2 1,4 1-1,3 2 0,3 2 1,4 1-1,3 1 1,3 1-1,4 1 0,4 0 1,3 1-1,4 1 1,3 0-1,5 17-182,4-68 7,2 0 0,2 0 1,1-1-1,1 0 0,1-1 0,2 0 1,1-1-1,2-1 0,0 0 0,2-1 1,1-1-1,1-1 0,1-1 0,3 1-7,17 20-2,-3-9 2,-1 1 1,-1 2 0,-3 1-1,-1 2 1,-2 2 0,-2 0-1,-2 2 1,-2 1 0,-2 1-1,-2 1 1,-3 1 0,-1 0-1,-3 1 1,4 34-1,-16-61-3,-2 1-1,0-1 1,-2 0 0,-1 0 0,-1 0-1,-1 0 1,-1 0 0,-1-1-1,-1 0 1,-1 0 0,-1-1 0,-1 0-1,-9 13 4,-17 26-12,4-13 72,2 1 1,2 1 0,3 1 0,2 1 0,2 2 0,2 0 0,3 1 0,2 1-1,3 0 1,-2 32-61,10-53 45,2 0-1,1 1 0,2-1 0,1 0 0,2 0 0,2-1 0,1 1 0,1-1 1,2-1-1,2 1 0,9 19-44,207 274 108,-222-316-111,0-1 1,0 1-1,-1 0 0,0 0 1,-1 1-1,0 0 0,-1-1 1,0 1-1,-1 0 0,-1 0 0,0 1 1,0-1-1,-1 0 0,-1 0 1,0 0-1,0 0 0,-1 1 1,-1-2-1,0 1 0,-1 0 1,0-1-1,-1 1 0,0-1 1,-1 0-1,-5 8 3,-22 41 229,12-26-135,2 1 1,0 1-1,3 0 1,1 1-1,2 1 1,1 0-1,2 1 1,2 0-1,1 1 1,0 26-95,7-33 12,1 0 0,1 0 1,2 0-1,2 0 0,1-1 1,1 0-1,2-1 0,1 0 0,5 8-12,297 565-146,-300-573 141,-2 0 0,-1 2 0,-2-1 0,-1 1 0,-1 0 1,-2 1-1,-1-1 0,-2 1 0,-1-1 0,-2 1 0,-1-1 0,-2 1 1,-1-1-1,-2 4 5,-61 212 445,-78 350 1586,133-318-1636,16-269-395,0 1 0,1-1 0,1 0 0,0 1 0,0-2 0,2 1 0,-1-1 0,1 1 0,1-2 0,0 1 0,1-1 0,0 0 0,2 2 0,-7-7-50,-1-1 0,0 1 0,0 0 0,0-1 0,-1 1 1,0 0-1,0 0 0,0 0 0,0 0 0,-1 0 0,0 0 0,0 0 0,0 0 0,0 0 0,-1 0 0,0 0 1,0 0-1,0 0 0,-1 0 0,0 0 0,0-1 0,0 1 0,0-1 0,-1 1 0,0-1 0,0 1 50,1-19-2924,14-55-2670,9-15-4870,6-12-423</inkml:trace>
  <inkml:trace contextRef="#ctx0" brushRef="#br0" timeOffset="-25278.659">1602 8578 6489,'0'0'886,"0"0"302,0 0 2252,0 0-1185,0 0-916,0 0-151,0 0-247,14 2 692,212-11 2702,-52-2-4416,-173 12-34,0 0 0,0 0 0,0-1 0,0 1 0,0 0 0,0 0 0,0 0 0,0 0 0,0 0 0,0 0 0,-1 1 0,1-1 0,0 0 1,-1 0-1,1 0 0,-1 1 0,0-1 0,1 0 0,-1 1 0,0-1 0,0 0 0,0 1 0,1-1 0,-1 0 0,-1 1 0,1-1 0,0 0 0,0 1 0,0-1 0,-1 0 0,1 0 0,-1 1 0,1-1 0,-1 0 0,1 0 0,-1 0 0,0 1 0,0-1 0,0 0 0,1 0 0,-1 0 0,0 0 0,0 0 0,0-1 1,0 1-1,0 0 0,-1 0 0,1-1 0,0 1 0,0-1 0,0 1 0,-1-1 0,1 1 0,0-1 0,-1 0 0,1 1 0,0-1 0,-1 0 115,-22 14-4270</inkml:trace>
  <inkml:trace contextRef="#ctx0" brushRef="#br0" timeOffset="-24897.344">1644 8869 6905,'0'0'1697,"0"0"1733,0 0-1244,0 0-474,0 0 80,27 3-77,211 12 3037,117-17-2886,-407-32-9960,47 19 3336</inkml:trace>
  <inkml:trace contextRef="#ctx0" brushRef="#br2" timeOffset="-14097.363">3117 8171 6913,'0'0'730,"0"0"278,0 0 1822,0 0-1406,0 0-807,0 0 309,-8 0 295,-25 0-229,24 0-201,9 0-227,0 0 181,12 0 632,193-38 1690,-200 41-3038,0 0-1,0 1 1,0 0-1,0 0 1,-1 0-1,0 0 1,0 1-1,0 0 1,0 0 0,-1 0-1,1 0 1,-2 0-1,1 1 1,0 0-1,-1-1 1,0 1-1,0 0 1,-1 0 0,0 0-1,0 0 1,0 0-1,-1 0 1,0 0-1,0 1 1,0-1-1,-1 0 1,0 0 0,0 0-1,-1 3-28,1-4 20,0 1 0,0 0 0,0-1 0,0 1-1,-1-1 1,0 1 0,0-1 0,-1 0 0,1 0 0,-1 0-1,0 0 1,-1 0 0,1-1 0,-1 0 0,0 1 0,0-1-1,0 0 1,0-1 0,-1 1 0,1-1 0,-1 0 0,0 0 0,0 0-1,-1-1 1,1 0 0,0 0 0,-1 0 0,1-1 0,-1 0-1,1 0 1,-1 0 0,0 0 0,-1-1-20,8-25 24,3 22-32,0 0 1,0 0 0,0 1-1,1-1 1,0 1-1,-1 0 1,1 0-1,0 0 1,0 1-1,0 0 1,0 0-1,0 0 1,0 0-1,0 1 1,0 0-1,0 0 1,0 0 0,0 1-1,0-1 1,0 1-1,0 1 1,0-1-1,0 1 1,0-1-1,0 1 8,6 7-10,0 0 0,0 0 0,0 1 0,-2 0 0,1 0 0,-1 1 0,0 1 0,-1-1-1,-1 1 1,0 1 0,-1 0 0,0 0 0,0 0 0,-2 0 0,0 1 0,1 3 10,-3-11 4,0-1 1,0 0-1,-1 1 1,1 0-1,-1-1 1,0 1-1,-1 0 0,0-1 1,0 1-1,0 0 1,0-1-1,-1 1 1,0 0-1,0-1 1,-1 1-1,1-1 0,-1 1 1,0-1-1,-1 0 1,1 0-1,-1 0 1,0 0-1,0 0 1,-1 0-1,1-1 0,-1 0 1,-1 1-5,-11 2 121,-1 0 0,1-1 0,-1-1 0,-1-1 0,1 0 0,-1-1 0,1-1 0,-1-1 0,0 0 0,0-1 0,1-1 0,-10-2-121,-203-88 1438,297 93-6858,-28 1-755</inkml:trace>
  <inkml:trace contextRef="#ctx0" brushRef="#br2" timeOffset="-13402.66">3952 8425 13451,'0'0'3291,"0"0"-2010,0 0-787,0 0 366,0 0 245,0 0-514,0 4 53,0 32 1237,0-60 548,-1 23-2423,1 0-1,-1 0 1,0 0-1,0 0 1,0 0 0,0 0-1,0 1 1,0-1-1,0 0 1,0 1 0,0-1-1,0 1 1,-1-1 0,1 1-1,0-1 1,0 1-1,0 0 1,-1 0 0,1 0-1,0-1 1,0 1 0,-1 0-1,1 1 1,0-1-1,0 0 1,-1 0 0,1 0-1,0 1 1,0-1 0,0 1-1,-1-1 1,1 1-1,0-1 1,0 1 0,0 0-1,0-1 1,0 1-1,0 0 1,0 0 0,0 0-1,1 0 1,-1 0 0,0 0-1,0 0 1,1 0-1,-1 0 1,1 0 0,-1 0-1,1 0 1,-1 0 0,1 1-1,-1-1 1,1 0-1,0 0 1,0 1 0,0 0-6,-42 116 96,44-116-97,1 1 1,-1-1-1,0 0 1,1 0-1,0 0 1,-1 0-1,1-1 1,0 1 0,0-1-1,0 0 1,0 1-1,0-1 1,0 0-1,0-1 1,0 1-1,0-1 1,1 1-1,-1-1 1,0 0 0,0 0-1,1 0 1,-1-1-1,0 1 1,0-1-1,0 0 1,0 0-1,2 0 1,0 0 1,-2 1-3,0 0 1,0 0 0,0 0 0,0-1-1,0 1 1,0-1 0,-1 0 0,1 1 0,0-1-1,0-1 1,-1 1 0,1 0 0,-1-1-1,1 1 1,-1-1 0,1 0 0,-1 0-1,0 0 1,0 0 0,0 0 0,0 0 0,0-1-1,-1 1 1,1-1 0,-1 1 0,1-1-1,-1 0 1,0 1 0,0-1 0,0 0-1,-1 0 1,1 0 0,-1 1 0,1-1 0,-1 0-1,0 0 1,0 0 0,0 0 0,0 0-1,-1-3 2,-4 3-7,1 0 0,-1 0 0,1 0 0,-1 1 0,0 0 0,0 0 0,-1 0 0,1 0-1,0 1 1,0-1 0,-1 2 0,1-1 0,-1 0 0,1 1 0,-1 0 0,1 0 0,-1 1 0,-2 0 7,0-1-3,4-1-44,1 0 1,0 1 0,-1-1 0,1 1-1,-1-1 1,1 1 0,0 0 0,-1 0-1,1 1 1,-1-1 0,1 1 0,0-1-1,-1 1 1,1 0 0,0 1 0,0-1-1,-1 0 1,1 1 0,0 0 0,1-1-1,-1 1 1,0 1 0,0-1-1,1 0 1,-1 1 0,1-1 0,0 1-1,0-1 1,0 1 0,0 0 0,0 0-1,1 0 1,-1 0 0,1 0 0,0 1-1,0-1 1,0 0 0,0 1 0,1-1-1,-1 0 1,1 1 46,0 13-4409</inkml:trace>
  <inkml:trace contextRef="#ctx0" brushRef="#br3" timeOffset="-2597.284">4439 8254 6241,'0'0'728,"0"0"-13,0 0 1596,0 0 514,0 0-974,0 0-585,-1-6-253,-1 1-954,1 0 0,-1 0 0,1 0 0,0 0 0,0 0 0,1 0-1,-1 0 1,1 0 0,0 0 0,1 0 0,-1 0 0,1 0 0,0 0-1,0 0 1,1 0 0,-1 0 0,1 1 0,0-1 0,0 0 0,1 1 0,-1 0-1,1-1 1,0 1 0,0 0 0,1 0 0,-1 1 0,1-1 0,0 1-1,0 0 1,0 0 0,0 0 0,0 0 0,1 1 0,-1 0 0,1-1 0,0 2-1,-1-1 1,1 1 0,0-1 0,0 1 0,0 1 0,1-1-59,0 2 5,0-1 1,0 1 0,-1 1-1,1-1 1,-1 1 0,1 0-1,-1 1 1,1-1 0,-1 1-1,0 0 1,0 0 0,-1 1-1,1-1 1,0 1 0,-1 0-1,0 0 1,0 1 0,0-1-1,-1 1 1,0 0-1,0 0 1,0 0 0,0 0-1,-1 0 1,2 5-6,33 148 464,-34-146-448,-2-1 0,1 1 0,-1 0 0,-1 0-1,0 0 1,-1-1 0,0 1 0,-1 0 0,0-1 0,-1 1 0,0-1-1,-1 1 1,0-1 0,0 0 0,-2-1 0,1 1 0,-1-1-1,-1 0 1,0-1 0,0 1 0,-1-1 0,0-1 0,0 1-1,-1-1 1,0-1 0,-1 0 0,0 0 0,0-1 0,0 0 0,-1-1-1,0 0 1,0-1 0,-8 3-16,-47-5 147,65-71 297,3 64-424,0 1 0,0-1 0,1 1 1,0 0-1,0 0 0,0 0 0,1 0 0,-1 0 1,1 1-1,0-1 0,0 1 0,0 0 0,0 0 1,1 0-1,-1 1 0,1 0 0,-1 0 0,1 0 0,0 0 1,0 1-1,0 0 0,0 0 0,0 0 0,0 0 1,0 1-1,0 0 0,1 0 0,-1 0 0,0 1 1,0 0-1,0 0 0,0 0 0,0 0 0,0 1 1,-1 0-1,1 0 0,0 0 0,-1 1 0,1 0 0,-1-1 1,0 1-1,0 1 0,0-1-20,24 26 134,-22-20-112,1-1-1,0 1 1,1-1-1,0-1 1,0 1 0,0-1-1,1-1 1,0 1 0,1-2-1,-1 1 1,1-1 0,0-1-1,0 1 1,1-2 0,-1 0-1,1 0 1,-1-1 0,1 0-1,0 0 1,5-1-22,-10-5 2,-1 0 1,1 0-1,-1 0 1,0-1-1,0 0 1,-1 0-1,1 0 0,-1 0 1,0-1-1,-1 0 1,1 0-1,-1 0 1,0 0-1,-1 0 1,1-1-1,-1 1 1,-1-1-1,1 1 1,-1-4-3,13-113-415,-14 121 312,0 1 0,0 0 1,0 0-1,0-1 0,0 1 0,0 0 1,-1 0-1,1 0 0,0-1 0,0 1 1,-1 0-1,1 0 0,-1 0 0,1 0 1,-1 0-1,0 0 0,1 0 0,-1 0 1,0 0-1,0 0 0,0 0 0,1 0 1,-1 0-1,0 0 0,0 1 0,0-1 1,-1 0-1,1 1 0,0-1 0,0 1 1,0-1-1,0 1 0,0 0 0,-1-1 1,1 1-1,0 0 0,0 0 0,0 0 1,-1 0-1,1 0 0,0 0 0,0 0 1,-1 0-1,1 1 103,-24-2-4189</inkml:trace>
  <inkml:trace contextRef="#ctx0" brushRef="#br0" timeOffset="5015.707">5847 7936 4913,'0'0'1523,"0"0"-353,0 0 1696,0 0-1243,0 0-566,0 0 125,-3-6 167,-16-30 1445,4 297 4965,1 3-6006,21-128-1397,-6-135-646,0-1 0,0 1 1,0-1-1,0 0 0,0 1 0,0-1 1,1 0-1,-1 0 0,0 0 0,0 0 1,0 0-1,1 0 0,-1 0 1,0 0-1,0 0 0,0 0 0,1-1 1,-1 1-1,0-1 0,0 1 0,0-1 1,0 1-1,0-1 0,0 1 0,0-1 1,0 0-1,0 0 0,0 1 1,0-1-1,-1 0 0,1 0 0,0 0 1,0 0-1,-1 0 0,1 0 0,-1 0 1,1 0-1,-1 0 0,1-1 1,-1 1 289,10-54-10776,-10 30 8645</inkml:trace>
  <inkml:trace contextRef="#ctx0" brushRef="#br0" timeOffset="5570.598">5630 8247 3673,'0'0'2200,"0"0"-1208,0 0-230,0 0 1665,0 0-835,0 0-983,0 0-377,0 0 26,0 0 16,0 0-90,0 0 163,16 3 1248,329 16 6526,-217-42-6082,-223 66-1980,94-43-191,24-19-1782,6-9-2407,3-5-2617</inkml:trace>
  <inkml:trace contextRef="#ctx0" brushRef="#br2" timeOffset="18464.202">6888 8100 6665,'0'0'825,"0"0"-31,0 0 1672,0 0-555,0 0-517,0 0-116,-7 1-11,-21 0-359,21 0-172,7-1-105,8 0 418,38-1-669,-36-2-359,0 1 0,0 0 1,0 1-1,0 0 0,0 1 1,0 0-1,1 1 0,-1 0 1,0 0-1,0 1 0,0 1 1,0-1-1,-1 2 0,1-1 0,-1 1 1,0 1-1,0-1 0,0 2 1,0-1-1,-1 1 0,0 0 1,-1 1-1,1 0 0,-1 0 1,0 1-1,-1 0 0,0 0 0,0 0 1,1 4-22,-5-3 19,-1 0-1,-1 0 1,0-1 0,0 1 0,0 0-1,-1-1 1,-1 1 0,0 0 0,0-1 0,0 1-1,-1-1 1,0 0 0,-1 0 0,0 0-1,0 0 1,0-1 0,-1 0 0,0 0-1,-1 0 1,0 0 0,0-1 0,0 0 0,-1 0-1,0-1 1,0 0 0,0 0 0,-1 0-1,1-1 1,-1 0 0,0-1 0,0 0 0,-1 0-1,1 0 1,0-1 0,-1-1 0,0 1-1,1-1 1,-1-1 0,-1 0-19,-25 1 363,34-1-87,4-7 367,10-1-636,1 1 1,-1 0 0,1 1 0,1 0 0,-1 1-1,1 1 1,0 1 0,0 0 0,0 1 0,0 0-1,1 1 1,-1 1 0,12 1-8,-19-1 1,-1 1 0,0 0 1,1 0-1,-1 1 0,0-1 0,0 1 0,0 1 1,0 0-1,-1 0 0,1 0 0,-1 1 1,0 0-1,0 0 0,0 0 0,0 1 0,-1 0 1,1 0-1,-1 0 0,-1 1 0,1 0 1,-1 0-1,0 0 0,0 0 0,-1 1 0,1-1 1,-2 1-1,1 0 0,-1 0 0,0 0 1,0 0-2,26 225 411,-27-226-378,0 0-1,-1-1 1,0 1 0,0 0-1,0 0 1,-1-1 0,1 1-1,-2 0 1,1-1 0,0 1-1,-1-1 1,0 1 0,-1-1-1,1 0 1,-1 0 0,0 0-1,0 0 1,0 0-1,-1-1 1,0 1 0,1-1-1,-2 0 1,1 0 0,0 0-1,-1-1 1,0 0 0,0 0-1,0 0 1,0 0 0,0-1-1,0 0 1,-1 0 0,1 0-1,-1-1 1,0 1 0,1-1-1,-3-1-32,-8-2 134,0-1-1,0-1 0,0-1 0,1 0 1,-1-1-1,2 0 0,-1-2 0,1 1 1,0-2-1,0 0 0,1-1 1,0 0-1,0-2-133,-70-44 657,26 28-195,56 28-504,1 0-14,0 0-89,6 0-563,37 1-2900,-19 0-633,17 0-6606</inkml:trace>
  <inkml:trace contextRef="#ctx0" brushRef="#br2" timeOffset="19251.601">7797 8487 10626,'0'0'2063,"0"0"-428,0 0 379,0 0-287,0 0-469,0 0-349,-12 18 921,12 45-880,1-62-906,0 0 1,-1 0 0,1 0 0,0 0-1,0-1 1,0 1 0,1 0 0,-1-1-1,0 1 1,0 0 0,0-1 0,0 0 0,0 1-1,1-1 1,-1 0 0,0 1 0,0-1-1,1 0 1,-1 0 0,0 0 0,1 0-1,-1 0 1,0-1 0,0 1 0,1 0 0,-1 0-1,0-1 1,0 1 0,0-1 0,0 1-1,1-1 1,-1 1 0,0-1 0,0 0-1,0 0 1,0 0 0,0 1 0,0-1-1,-1 0 1,1 0 0,0 0 0,0 0 0,-1 0-1,1-1-44,0-1 13,-1 1-1,0 0 0,-1-1 1,1 1-1,0 0 0,-1-1 0,1 1 1,-1 0-1,0 0 0,0-1 1,0 1-1,0 0 0,0 0 1,0 0-1,0 0 0,-1 0 1,1 1-1,-1-1 0,0 0 0,1 0 1,-1 1-1,0 0 0,0-1 1,0 1-1,0 0 0,0 0 1,0 0-1,0 0 0,0 0 1,-1 0-1,1 0 0,0 1 0,0-1 1,-1 1-1,1 0 0,0 0 1,-1 0-1,1 0-12,-98-1 28,97 3-32,1 1-1,-1 0 1,1 0-1,-1 0 1,1 1-1,0-1 1,1 0-1,-1 1 1,0-1-1,1 1 1,0 0-1,0-1 1,0 1-1,0 0 1,1 0-1,-1 0 0,1 0 1,0-1-1,0 1 1,1 0-1,-1 0 1,1 0-1,-1 0 1,2 2 4,-1 10-9,0-13 22,0-1-1,0 1 1,0-1 0,0 1-1,1-1 1,-1 0 0,1 0-1,0 1 1,0-1 0,-1 0-1,1-1 1,1 1 0,-1 0-1,0 0 1,0-1 0,1 0-1,-1 1 1,0-1 0,1 0-1,-1 0 1,1 0 0,0 0-1,-1-1 1,1 1 0,0-1-1,-1 0 1,1 1 0,0-1-1,0 0 1,-1-1 0,1 1 0,0 0-1,0-1 1,-1 0 0,1 1-1,1-2-12,-2-1 95,0-1-1,0 1 1,0-1-1,-1 0 1,1 0-1,-1 0 1,0 0-1,0 0 1,-1 0-1,1 0 1,-1 0-1,0 0 1,0 0-1,0 0 1,0 0-1,-1 0 1,0 0-1,0 0 1,0 0-1,0 1 1,0-1-1,-1 0 1,-1-2-95,-1 29-3011,11-3-1046,7-2-3478</inkml:trace>
  <inkml:trace contextRef="#ctx0" brushRef="#br4" timeOffset="36717.808">8202 8123 5513,'0'0'2047,"0"0"2301,0 0-2028,0 0-1518,0 0-298,0 1 112,2 3 7721,16-15-8282,0 0 0,1 1 0,1 1 1,-1 0-1,1 2 0,1 0 1,-1 2-1,1 0 0,0 1 1,0 1-1,0 1 0,1 1 0,18 2-55,-38 0 4,1 0-1,-1 1 0,0-1 0,0 1 0,0 0 1,0-1-1,-1 1 0,1 0 0,0 0 0,-1 0 1,1 0-1,-1 0 0,0 1 0,0-1 0,0 0 1,0 1-1,0-1 0,0 1 0,0-1 0,-1 1 1,0-1-1,1 1 0,-1-1 0,0 1 0,0-1 1,0 1-1,-1-1 0,1 1 0,0 0 0,-1-1 1,0 1-1,0-1 0,0 0 0,0 1 0,0-1 1,0 0-1,0 0 0,-1 1 0,1-1 0,-1 0 1,1 0-1,-1-1 0,0 1 0,0 0 0,0 0-3,-19 30 192,-2 0 0,-1-1-1,-1-1 1,-2-2 0,-1 0-1,-1-2 1,-23 16-192,67-54 68,1 1-1,0 1 1,0 0 0,1 1 0,1 1-1,-1 1 1,1 0 0,1 1-1,-1 1 1,1 1 0,0 1-1,-1 0 1,2 1 0,-1 1 0,0 1-1,0 1 1,10 2-68,-21 1-18,-1 1-1,1 1 1,-1-1-1,-1 1 1,1 0 0,-1 1-1,0 0 1,0 0-1,0 0 1,-1 0 0,0 1-1,-1 0 1,0 0 0,0 0-1,-1 0 1,0 1-1,0 0 1,-1-1 0,0 1-1,-1 0 1,0 0-1,0 0 1,-1 0 0,0 0-1,0 0 1,-1 0 0,0 0-1,-3 7 19,4-3 25,0 1-1,-1-1 0,-1 0 1,0 1-1,-1-1 0,-1 0 1,0 0-1,0-1 0,-1 1 1,-1-1-1,0 0 0,-1-1 1,0 1-1,-1-1 1,0-1-1,-1 1 0,0-1 1,0-1-1,-5 4-24,2-10 104,0 1 1,0-2-1,0 0 1,0 0 0,0-1-1,-1-1 1,1 0-1,0-1 1,0 0-1,-1 0 1,1-2-1,0 1 1,0-2-1,1 1 1,-12-6-105,22 8 7,-145-25 1139,137 31-3040,32-6-700,13-20-2267,5-7-4795</inkml:trace>
  <inkml:trace contextRef="#ctx0" brushRef="#br0" timeOffset="40666.43">6675 8969 6569,'0'0'489,"0"0"253,0 0 1744,0 0-160,0 0-936,0 0-565,-1 5 226,-2 13-32,2-14-35,1-4-261,0 0 142,0 0 165,0 0-107,15 0 134,280-35-284,32 6 974,161 13-1747,-113 1 392,25-3 197,-244 45-145,-200-23-403,-27 0-5036,36-4-2464</inkml:trace>
  <inkml:trace contextRef="#ctx0" brushRef="#br0" timeOffset="79748.029">10090 8507 8602,'0'0'10679,"0"0"-6886,0 0-2906,0 0-421,0 0-234,0 0 450,10 0 121,58-4-691,-1-3 1,0-3-1,-1-3 0,0-3 0,-1-3 1,12-8-113,-70 25-115,0 0-605,45-16-798,-36 0-7038,-21 12 2916,-14 1-1388</inkml:trace>
  <inkml:trace contextRef="#ctx0" brushRef="#br0" timeOffset="80015.691">10258 8878 7762,'0'0'7025,"0"0"-5569,0 0-1039,0 0-273,0 0 776,0 0 280,0 0 336,0 0-687,94 34 71,-52-34-304,5 0-128,5 0-128,0 0-8,0-9-352,0-2-168,5 0-328,-13 4-3137,-14 0-616</inkml:trace>
  <inkml:trace contextRef="#ctx0" brushRef="#br0" timeOffset="121857.703">11803 7827 7378,'0'0'1072,"0"0"2112,0 0-896,0 0-1195,0 0-35,0 0 322,9 1-14,116 5 2318,-102-8-3526,0 1 0,0 2 1,0 0-1,-1 2 0,1 0 1,-1 2-1,1 0 0,13 7-158,-35-11-264,-1-1-571,0 0-646,0 0-299,9-1-4502,2-7 1111,1-3 2848</inkml:trace>
  <inkml:trace contextRef="#ctx0" brushRef="#br0" timeOffset="-69894.05">542 600 6449,'0'0'8165,"0"0"-4931,0 0-1524,0 0-604,0 0-351,3 17 37,115 480 4113,-112-473-4916,1 1 0,1-1 0,0 0 0,2-1 0,1 0-1,1-1 1,1 0 0,3 3 11,-12-28-7476,-8-35 1512,-15-9-3430</inkml:trace>
  <inkml:trace contextRef="#ctx0" brushRef="#br0" timeOffset="-69609.525">255 629 6673,'0'0'6064,"0"0"-3704,0 0-1083,0 0-379,0 0-182,0 0-19,8-4 230,308-92 2666,-29-10-4227,-279 101-1710,-6 3-5535,-2 2 860</inkml:trace>
  <inkml:trace contextRef="#ctx0" brushRef="#br0" timeOffset="-69363.634">512 925 4929,'0'0'5016,"0"0"-770,0 0-2230,0 0-1050,0 0-124,0 0 210,6 0-32,225-71 1104,-98 38-5080,-32 8-9040,-63 14 8706</inkml:trace>
  <inkml:trace contextRef="#ctx0" brushRef="#br0" timeOffset="-69013.778">1086 1009 9498,'0'0'4702,"0"0"-2456,-2 19-884,-1 150 1450,6-163-2734,1 0-1,0 0 0,1 0 0,-1-1 0,1 1 0,0-1 0,1-1 0,-1 1 1,1-1-1,0 0 0,0 0 0,0 0 0,1-1 0,-1 0 0,1 0 1,0-1-1,-1 0 0,1 0 0,0-1 0,0 1 0,1-2 0,-1 1 0,0-1 1,0 0-1,0 0 0,0-1 0,0 0 0,0 0 0,0-1 0,0 0 1,0 0-1,0 0 0,0-1 0,-1 0 0,0-1 0,1 1 0,4-5-77,-6 2-5,0 1 1,-1-1-1,1-1 0,-1 1 0,0-1 0,-1 1 0,0-1 0,0 0 1,0 0-1,-1 0 0,0-1 0,-1 1 0,1-1 0,-2 1 0,1-1 1,-1 1-1,0-1 0,0 1 0,-1-1 0,0 1 0,0-1 0,-1 1 1,0 0-1,0 0 0,-1 0 0,0 0 0,0 0 0,0 0 0,-1 1 1,0-1-1,-1 1 0,1 0 0,-1 0 0,0 1 0,-1 0 0,1-1 0,-1 2 1,0-1-1,0 1 0,-1 0 0,1 0 0,-1 1 0,0-1 0,0 2 1,0-1 4,3 0-30,-1 1 1,0-1 0,0 1 0,0 0-1,0 1 1,0-1 0,0 1-1,0 0 1,-1 0 0,1 1 0,0-1-1,-1 1 1,1 0 0,0 1-1,-1-1 1,1 1 0,0 0 0,0 1-1,0-1 1,0 1 0,0 0-1,0 0 1,0 0 0,0 1 0,1 0-1,0 0 1,-1 0 0,1 0-1,0 1 1,0 0 0,1 0 0,-1 0-1,1 0 1,0 0 0,0 1-1,0-1 1,1 1 0,-1 0 0,1-1-1,0 1 1,1 1 0,-1-1-1,1 0 1,0 0 0,0 0 0,1 1-1,-1 2 30,19 67-6418,8-51 1367</inkml:trace>
  <inkml:trace contextRef="#ctx0" brushRef="#br0" timeOffset="-68632.755">1446 985 6273,'0'0'7499,"0"0"-4881,0 0-1586,0 0 270,0 0 346,16 22-345,52 76-573,14 75 39,-82-173-755,-27-83-741,-3-46 344,33 125 383,1 0 0,-1 1 0,1 0 0,0 0 0,0 0 0,0 0 0,0 1 0,1-1 0,-1 1 0,1 0 0,-1 1-1,1-1 1,0 1 0,-1-1 0,1 2 0,0-1 0,0 0 0,0 1 0,0 0 0,0 0 0,0 0 0,3 2 0,3-3 101,112-10 601,-117-14-5075,-6 12-1403</inkml:trace>
  <inkml:trace contextRef="#ctx0" brushRef="#br0" timeOffset="-68377.772">1231 456 5393,'0'0'10226,"0"0"-7825,0 0-697,0 0-432,0 0 9,0 0-257,0 0-624,-2 2-224,2 22-176,12 10 72,3 8-72,2 5-56,8 15-40,-5-13-2761,-3-9-4520</inkml:trace>
  <inkml:trace contextRef="#ctx0" brushRef="#br0" timeOffset="-66599.985">1773 969 6769,'0'0'1235,"0"0"2601,0 0-1588,0 0-878,0 0-223,0 0-78,19 19 189,65 62 66,45 135 1041,-120-281-3352,-22-96-161,62 156 1016,-33 12 248,-1 1 0,0 0 1,0 1-1,-1 1 1,0 1-1,0 0 0,-1 0 1,-1 1-1,0 1 1,-1 0-1,4 6-116,-7-10 60,81 94 519,-88-101-437,-43-147-910,41 141 739,1 1-1,-1 0 0,1-1 0,0 1 1,0 0-1,0 0 0,1-1 0,-1 1 1,1 0-1,-1 0 0,1-1 1,0 1-1,0 0 0,1 0 0,-1 0 1,1 0-1,-1 0 0,1 0 0,0 1 1,0-1-1,0 1 0,0-1 1,1 1-1,-1 0 0,1 0 0,-1 0 1,1 0-1,0 0 0,0 0 0,0 1 1,0-1-1,0 1 0,0 0 0,0 0 1,0 0-1,0 0 0,1 1 1,-1 0-1,0-1 0,1 1 0,0 0 30,2-1 6,-1 0 0,1 0 0,0 0 0,-1 0 0,1 1 0,0 0 0,-1 0 0,1 1 0,0 0 0,0 0 0,-1 0 0,1 1 0,-1-1 0,0 1 0,1 0 0,-1 1 0,0 0 0,0-1 0,0 2 0,-1-1 0,1 0 0,-1 1 0,1 0 0,-1 0 0,-1 0 0,1 1 0,0-1-6,40 67 656,-37-57-589,1-1 1,0 0-1,0 0 0,2 0 0,-1-1 0,2-1 0,-1 1 1,2-2-1,-1 0 0,2 0-67,-11-8-10,0 0 1,-1-1-1,1 1 0,1-1 1,-1 0-1,0 1 0,0-1 1,0 0-1,1 0 0,-1-1 1,1 1-1,-1 0 0,0-1 1,1 0-1,-1 1 0,1-1 1,-1 0-1,1 0 0,-1 0 1,1-1-1,-1 1 0,1 0 1,-1-1-1,1 0 0,-1 0 1,0 1-1,1-2 0,-1 1 1,0 0-1,0 0 0,0-1 1,0 1-1,0-1 0,0 1 1,0-1-1,-1 0 0,1 0 1,0 0-1,-1 0 0,1 0 1,-1 0-1,0 0 0,0 0 1,0-1-1,0 1 0,0 0 1,-1-1-1,1 1 0,0-1 1,-1 1 8,14-131-1757,-14 128 1742,0-28 208,0 32 110,0 10 255,-1 0-484,0 0 1,1 0-1,0 0 0,1-1 1,0 1-1,0 0 0,1 0 1,0-1-1,0 1 0,1-1 0,0 0 1,1 0-1,-1 0 0,2 0 1,-1-1-1,1 1 0,0-1 1,1 0-1,0 0 0,0-1 0,0 0 1,1 0-1,0-1 0,0 1 1,0-1-1,1-1 0,-1 0 1,1 0-1,0 0 0,6 1-73,-11-3-35,1-1 1,-1 1-1,1-1 0,-1 0 0,1 0 1,0 0-1,-1 0 0,1 0 0,0-1 1,0 0-1,0 0 0,-1 0 0,1 0 1,0-1-1,0 1 0,-1-1 0,1 0 1,0 0-1,-1 0 0,1-1 0,-1 1 0,1-1 1,-1 0-1,0 0 0,0 0 0,0 0 1,0-1-1,0 1 0,0-1 0,0 0 1,-1 0-1,0 1 0,1-2 0,-1 1 1,0 0-1,-1 0 0,1-1 0,0 1 0,-1-1 1,0 1-1,0-1 0,0 0 0,0 0 1,-1 1-1,1-1 35,1-9 7,0 0-1,0 1 1,-1-1 0,-1 0 0,0 0 0,-1 0-1,0 0 1,-1 1 0,0-1 0,-1 1 0,-1-1-1,0 1 1,-1 0 0,0 0 0,0 1 0,-1-1-1,-1 1 1,0 1 0,-1-1 0,0 1 0,-6-6-7,18 66 1463,4-29-1375,1 0 1,0-1-1,2-1 1,1 1-1,0-1 1,1-1-1,1-1 1,1 0-1,0 0 1,1-2-1,15 12-88,-26-24 7,0 0 1,0 0-1,0-1 0,0 1 0,0-1 0,0 0 1,0-1-1,1 1 0,-1-1 0,1 0 0,-1-1 1,1 1-1,-1-1 0,1 0 0,0 0 0,-1-1 1,1 0-1,-1 0 0,1 0 0,-1-1 0,0 1 1,1-1-1,-1-1 0,0 1 0,0-1 1,-1 1-1,1-1 0,0-1 0,-1 1 0,0-1 1,0 0-1,0 0 0,0 0 0,-1 0 0,1-1 1,-1 1-1,2-5-7,5-17-485,0 0 0,-2-1 1,-1-1-1,-1 1 0,-2-1 1,0 0-1,-2 0 0,-1 0 1,-1 0-1,-2-1 0,-1 1 1,-1 1-1,-1-1 0,-4-10 485,-65-169-1111,-44 24 4384,117 182-3186,1 0 19,0-1 1,-1 1-1,1 0 0,-1-1 0,1 1 0,-1 0 0,1 0 0,-1-1 1,0 1-1,1 0 0,-1 0 0,0 0 0,0 0 0,0 0 0,0 0 1,0 0-1,0 0 0,0 1 0,0-1 0,-1 0 0,1 0 0,0 1 1,0-1-1,-1 1 0,1-1 0,0 1 0,-1 0 0,1-1 1,0 1-1,-1 0 0,1 0 0,0 0 0,-1 0 0,1 0 0,0 0 1,-1 1-1,1-1 0,-1 0 0,1 1 0,0-1 0,0 1 0,-1-1 1,1 1-1,0-1 0,-1 2-106,0 46 105,2 0 0,2 0-1,2 0 1,2 0 0,2-1 0,3 0 0,1 0 0,3-1 0,1-1 0,2-1-1,4 2-104,106 144 174,-121-182-242,-1-1-1,2-1 1,-1 1-1,0-1 1,1-1 0,0 1-1,1-1 1,-1-1-1,1 0 1,0 0 0,0 0-1,0-1 1,0-1-1,1 0 1,-1 0 0,1 0-1,0-1 1,-1-1-1,1 0 1,0 0 0,7-2 68,-14 1-102,-1-1 0,0 1 1,0-1-1,1 0 1,-1 0-1,0 0 1,-1 0-1,1-1 1,0 1-1,-1 0 1,1-1-1,-1 1 1,0-1-1,0 0 1,0 1-1,0-1 1,0 0-1,0 1 1,-1-1-1,1 0 0,-1 0 1,0 0-1,0 0 1,0 1-1,0-1 1,-1-3 101,11-39-430,-9 44 487,1 1 0,0-1 0,0 1 0,0-1 0,0 1 0,0 0 0,0 0 0,0-1 0,0 1 0,0 1 0,0-1 0,0 0 0,0 0 0,0 1 0,0-1 0,-1 1 0,1 0 0,0 0 0,0-1 0,0 1 0,-1 0 0,1 0 0,0 1 0,-1-1 0,1 0 0,-1 0 0,0 1 0,1-1 0,0 2-57,33 33 1019,-28-27-963,0-1 0,0 0 0,1 0 0,0-1 0,0 1 0,1-2 0,0 1 0,0-1 0,0-1 0,1 0-1,0 0 1,0-1 0,0 0 0,1 0 0,-1-1 0,1-1 0,0 0 0,5 0-56,-13-5-46,1-1-1,-1 0 1,0 1-1,0-1 1,0-1-1,-1 1 1,1 0-1,-1-1 1,0 1-1,0-1 1,0 1-1,-1-1 1,0 0-1,0 0 1,0 0-1,0 0 1,-1 0-1,0 0 1,0 0-1,0 0 1,-1 0-1,0 0 1,1 1-1,-2-1 1,1 0-1,-1-2 47,1-3-155,-1 4 134,1 0 1,-1 0 0,-1 1 0,1-1-1,-1 1 1,0-1 0,0 1-1,0 0 1,-1 0 0,0 0 0,0 1-1,0-1 1,0 1 0,-1 0 0,0 0-1,0 0 1,0 1 0,0 0-1,0 0 1,-1 0 0,1 1 0,-1-1-1,0 1 1,0 1 0,0-1 0,0 1-1,0 0 1,0 0 0,0 1-1,0 0 1,0 0 0,0 0 0,0 1-1,0 0 1,0 0 0,0 1-1,0-1 1,0 1 0,0 0 0,1 1-1,-1 0 1,1 0 0,0 0 0,0 0-1,0 1 1,0 0 0,0 0-1,1 0 1,0 0 0,0 1 0,0 0-1,0 0 1,1 0 0,-3 5 20,-9 27-2153,11-12-2585,3-4-4923</inkml:trace>
  <inkml:trace contextRef="#ctx0" brushRef="#br0" timeOffset="-66342.01">3898 1096 16876,'0'0'4969,"0"0"-4025,0 0-680,0 0 296,0 0 424,0 0 225,0 0-929,71 93 152,-48-77-432,-6-3 0,0-2-56,-2-4-632,2-7-865,-4 0-3240,-3 0-1440</inkml:trace>
  <inkml:trace contextRef="#ctx0" brushRef="#br0" timeOffset="-65127.057">4777 907 7162,'0'0'5303,"0"0"-2014,0 0-1673,0 0-639,0 0 358,-4 22 360,-21 160 980,25-182-2674,-1 3 25,0-1 0,0 1 0,0 0 0,1 0 0,-1 0 0,1 0 0,0-1 1,0 1-1,0 0 0,0 0 0,0 0 0,1 0 0,-1 0 0,1-1 0,0 1 0,0 0 1,0 0-1,0-1 0,0 1 0,0-1 0,1 1 0,-1-1 0,1 1 0,0-1 0,0 0 0,0 0 1,0 0-1,0 0 0,0 0 0,1 0 0,-1-1 0,0 1 0,1-1 0,-1 0 0,1 1 1,0-1-1,0 0 0,-1-1 0,1 1 0,0 0 0,0-1 0,0 0 0,-1 1 0,3-1-26,3-2-1,0-1 0,0 1 1,-1-2-1,1 1 0,-1-1 0,0 0 0,0 0 0,0-1 0,0 0 0,-1 0 0,0 0 0,0-1 0,0 0 0,-1 0 0,0-1 0,0 0 0,0 0 0,-1 0 0,0 0 0,-1 0 0,0-1 1,0 0-1,0 1 0,-1-1 0,0 0 0,-1-1 0,1 1 0,-2 0 0,1 0 0,-1 0 0,-1-6 1,2 11-34,0-1 1,-1 1-1,1-1 0,-1 0 0,0 1 0,0-1 1,0 0-1,-1 1 0,1-1 0,-1 1 1,0-1-1,0 1 0,0-1 0,0 1 1,-1 0-1,0-1 0,1 1 0,-1 0 1,0 0-1,-1 0 0,1 0 0,0 1 1,-1-1-1,1 0 0,-1 1 0,0 0 0,0 0 1,0 0-1,0 0 0,0 0 0,-1 0 1,1 1-1,0 0 0,-1 0 0,1 0 1,-1 0-1,1 0 0,-1 1 0,0-1 1,1 1-1,-2 0 34,-1 0-16,0 0 1,-1 1-1,1 0 1,-1 0-1,1 0 1,0 1-1,0 0 1,0 0-1,0 1 1,0 0-1,0 0 1,1 0-1,-1 1 1,1-1-1,0 1 1,0 1-1,0-1 1,1 1-1,-1-1 1,1 1-1,0 1 1,1-1-1,-1 0 1,1 1-1,0 0 1,0 0-1,1 0 1,0 0-1,0 0 1,0 0-1,1 1 1,0-1-1,0 0 1,1 1-1,0-1 1,0 1-1,0 4 16,9 56-1753,29-12-3729,-4-31 553</inkml:trace>
  <inkml:trace contextRef="#ctx0" brushRef="#br0" timeOffset="-64261.676">4988 898 13363,'0'0'2808,"0"0"-535,0 0-319,0 0-109,0 0-719,0 0-722,-3 13-291,2 2-97,0 0 0,2 0 0,0 1-1,0-1 1,1 0 0,1 0-1,1 0 1,0-1 0,1 1-1,1-1 1,0 0 0,0-1-1,3 2-15,101 201 14,-68-142-1,-4 2 0,-3 2-1,14 49-12,-28 22-93,-21-146 93,-1 1-1,0-1 1,1 1-1,-1-1 1,0 1-1,-1-1 1,1 0-1,-1 0 0,1 1 1,-1-1-1,0 0 1,0 0-1,-1-1 1,1 1-1,0 0 1,-1-1-1,0 1 1,1-1-1,-1 0 1,0 0-1,0 0 1,-1 0-1,1-1 1,0 1-1,0-1 1,-1 0-1,1 0 1,-1 0-1,1 0 1,-1-1-1,1 1 1,-3-1 0,-125 6 13,122-6-14,0 1 3,0-1 0,0 0 0,0 0-1,1-1 1,-1 0 0,0 0 0,0-1 0,1 0 0,-1-1 0,1 0-1,0 0 1,0-1 0,0 0 0,0 0 0,1-1 0,-1 0-1,1 0 1,1 0 0,-1-1 0,1-1 0,0 1 0,0-1-1,0 0 1,1 0 0,0 0 0,1-1 0,0 0 0,0 0-1,0 0 1,1 0 0,1 0 0,-1-1 0,1 1 0,1-1-1,-1 0 1,1 0 0,1 1 0,0-1 0,0 0 0,1 0-1,0 0 1,0 1 0,1-1 0,0 0 0,2-2-2,14-25-26,1 1 0,3 2 0,0 0-1,2 1 1,1 1 0,23-21 26,0-2-87,160-191 108,-204 241 4,0-1 0,0 0 1,0 1-1,0-2 0,-1 1 0,0 0 0,0-1 1,-1 1-1,1-1 0,-1 0 0,0 0 0,0 0 0,-1 0 1,0 0-1,0 0 0,-1 0 0,1-2-25,-40 27 206,33-9-182,0 0 0,1 0 1,0 1-1,1-1 1,0 1-1,0 0 0,2 0 1,-1 1-1,1-1 0,1 1 1,0-1-1,0 1 1,2-1-1,0 9-24,2-13-3,0-1 0,1 0-1,-1 0 1,1-1 0,1 1 0,-1-1-1,1 1 1,0-1 0,0-1 0,1 1-1,-1-1 1,1 0 0,0 0 0,0-1 0,0 0-1,0 0 1,1 0 0,-1-1 0,1 1-1,0-2 1,0 1 0,0-1 0,0 0 0,0 0-1,0-1 1,0 0 0,0 0 0,0-1-1,0 0 1,-1 0 0,8-2 3,-8 3-79,0 0 0,-1-1-1,1 1 1,0-1 0,0 0 0,0-1-1,-1 1 1,1-1 0,-1 0 0,1-1-1,-1 1 1,0-1 0,0 0 0,0 0 0,0-1-1,0 1 1,-1-1 0,0 0 0,0 0-1,0-1 1,0 1 0,0-1 0,-1 0 0,0 0-1,0 0 1,-1 0 0,1-1 0,-1 1-1,0-1 1,0 1 0,-1-1 0,0 0 0,0 1-1,0-1 1,-1 0 0,0 0 0,0-5 79,0 4-23,1 3 52,0 0 0,0 0 0,0 1 0,-1-1 0,0 0 0,1 0 0,-1 0 0,-1 0 0,1 0 0,-1 0 0,1 0 0,-1 1 0,0-1 0,-1 0 0,1 1 0,0-1 0,-1 0 0,0 1 0,0 0 0,0-1-1,0 1 1,-1 0 0,1 0 0,-1 0 0,0 1 0,0-1 0,0 1 0,0-1 0,0 1 0,0 0 0,-1 0 0,1 0 0,-2 0-29,4 23 210,3-13-191,-1 1 0,2-1 0,-1-1 0,1 1 0,0 0 0,0-1 0,1 1 0,0-1 0,1 0 0,-1 0 0,1-1 0,1 1 0,-1-1 0,1 0 0,0-1 0,1 1 0,-1-1 0,1-1 0,0 1 0,0-1 0,0 0 0,1-1 0,-1 1 0,1-2 0,0 1 0,0-1 0,0 0 0,0-1 0,0 1 0,1-2 0,-1 1 0,0-1 0,0-1 0,1 1 0,-1-1 0,0-1 0,0 0 0,1 0-19,-3 1-18,-1-1-1,0 0 0,0 0 1,0-1-1,0 0 0,0 1 0,0-2 1,-1 1-1,1 0 0,-1-1 1,0 0-1,0 0 0,0 0 0,-1 0 1,0-1-1,1 0 0,-2 1 1,1-1-1,0 0 0,-1 0 1,0-1-1,0 1 0,-1 0 0,1-1 1,-1 1-1,0-1 0,0 1 1,-1-1-1,0 1 0,0-1 0,0 0 1,-1 1-1,0-1 0,0 1 1,0-1-1,-1 0 19,1 0-9,0 1 0,0 0 0,0-1 0,-1 1-1,0 0 1,0 0 0,0 0 0,-1 1 0,0-1 0,0 0 0,0 1 0,0 0 0,-1 0 0,1 0-1,-1 0 1,0 0 0,-1 1 0,1-1 0,0 1 0,-1 0 0,0 1 0,1-1 0,-1 1 0,0 0 0,-1 0-1,1 1 1,0-1 0,0 1 0,-1 0 0,1 1 0,0-1 0,-1 1 0,1 0 0,-1 0 0,1 1-1,0 0 1,-1 0 0,1 0 0,0 0 0,0 1 0,0 0 0,0 0 0,0 0 0,0 1 0,0 0 0,1 0-1,-1 0 1,1 0 0,0 1 0,-1 0 9,-54 95-1389,40-54-2332</inkml:trace>
  <inkml:trace contextRef="#ctx0" brushRef="#br0" timeOffset="-63347.278">6144 963 14755,'0'0'2062,"0"0"-1142,0 0-669,0 0-20,0 0 261,0 0 597,7 13-91,100 221 479,-85-192-2442,-20-79-1385,5-190 2282,-7 224 86,0 0 0,1 0 1,0 0-1,0 0 0,0 1 0,0-1 0,0 0 1,0 0-1,1 1 0,-1-1 0,1 0 0,0 1 1,0 0-1,0-1 0,0 1 0,0 0 0,1 0 1,-1 0-1,0 1 0,1-1 0,0 0 0,-1 1 1,1 0-1,0-1 0,0 1 0,-1 0 0,1 1 1,0-1-1,0 0 0,0 1 0,0 0 0,0-1 1,0 1-1,0 0 0,0 1 0,0-1 0,0 0 1,0 1-1,0 0 0,0 0 0,0 0 0,0 0 1,0 0-1,-1 0 0,1 1 0,0 0 0,-1-1 1,1 1-1,-1 0 0,0 0 0,1 1-18,99 187 2349,-100-189-2344,-1-1 0,1 0 0,0 1 0,0-1 0,0 0 0,0 0 1,0 0-1,0-1 0,0 1 0,0 0 0,0-1 0,0 1 0,-1-1 0,1 1 1,0-1-1,0 0 0,-1 0 0,1 0 0,0 0 0,-1 0 0,1 0 0,-1-1 1,1 1-1,-1 0 0,0-1 0,1 1 0,-1-1 0,0 1 0,0-1 0,0 0 0,0 1 1,-1-1-1,1 0 0,0 0 0,-1 0 0,1 1 0,-1-1 0,1 0 0,-1 0 1,0 0-1,0 0 0,0 0 0,0 0 0,0 0 0,-1 0 0,1 0-5,1-1-23,17-60-27,44-85-350,-61 147 397,0 0 0,0-1 0,1 1 1,-1 0-1,0 0 0,0-1 0,1 1 0,-1 0 0,1 0 0,-1 0 0,1 1 0,0-1 0,-1 0 0,1 1 0,0-1 0,-1 1 0,1-1 0,0 1 0,0 0 0,-1 0 0,1-1 0,0 1 0,0 1 0,0-1 0,-1 0 0,1 0 0,0 1 1,-1-1-1,1 1 0,0-1 0,0 1 0,-1 0 0,1 0 0,-1-1 0,1 1 0,-1 0 0,1 1 0,-1-1 0,0 0 0,1 0 0,-1 0 0,0 1 0,0-1 0,0 1 0,0-1 0,0 1 0,0 0 3,40 82 715,-40-79-616,1-2-42,70 144 1347,-70-143-1365,2 1 1,-1-1-1,0 0 0,1 0 0,0-1 0,0 1 0,0-1 0,0 0 0,1 0 0,-1 0 0,1 0 1,0-1-1,-1 0 0,1 0 0,0 0 0,0-1 0,1 1 0,-1-1 0,0 0 0,0-1 1,1 0-1,-1 1 0,0-1 0,1-1 0,-1 1 0,0-1 0,0 0 0,1 0 0,1-2-39,2-2 11,-1-1 0,1 0 0,-1-1 0,0 0 0,-1 0 0,1-1 0,-2 0 0,1 0 0,-1-1 0,0 1-1,-1-1 1,0-1 0,0 1 0,-1-1 0,-1 1 0,1-1 0,-1-1 0,-1 1 0,0 0 0,-1 0 0,0-1-1,0 0-10,1-110-1433,-4 120 1430,0 0 0,0 1 0,0-1 0,0 0 0,0 1 0,0-1 0,0 1 0,0 0 0,0-1 0,0 1 0,0 0 0,0 0 0,0 1 0,0-1 0,0 0 0,-1 1 0,1-1 0,0 1 0,0 0 0,0-1 0,1 1 0,-1 0 0,0 0 0,0 0 0,0 1 1,1-1-1,-1 0 0,1 1 0,-1-1 0,1 1 0,-1-1 0,1 1 0,0 0 0,0 0 0,-1 1 3,-10 9 102,2 0 0,-1 1 0,1 0 0,1 1 1,1 0-1,0 0 0,0 1 0,2 0 0,0 0 0,0 1 0,2-1 1,0 1-1,0 1 0,2-1 0,-1 8-102,6-19 25,-1 0 1,1 0-1,-1-1 0,1 1 0,1-1 0,-1 0 1,1 0-1,-1 0 0,1 0 0,0 0 0,1-1 1,-1 0-1,1 0 0,-1 0 0,1 0 1,0-1-1,0 0 0,0 0 0,0 0 0,0 0 1,1-1-1,-1 0 0,0 0 0,1 0 0,-1-1 1,1 0-1,-1 0 0,0 0 0,1-1 1,-1 0-1,1 0 0,-1 0 0,0-1 0,4-1-25,11 3 70,0-2-59,0 0-1,0-1 1,0-1-1,0-1 1,-1 0-1,0-2 1,0 0-1,0-1 1,-1-1 0,-1-1-1,1 0 1,10-9-11,37-58-1570,-45 12-3380,-17 22-729</inkml:trace>
  <inkml:trace contextRef="#ctx0" brushRef="#br0" timeOffset="-63100.178">6809 140 19668,'0'0'3945,"0"0"-2969,0 0-712,0 0 264,0 0 73,0 0-593,0 0-8,-10 89 192,10-31-200,10 2 16,10 2-16,17 11-344,-3-12-1745,-4-15-6209</inkml:trace>
  <inkml:trace contextRef="#ctx0" brushRef="#br0" timeOffset="-62281.677">7323 185 8602,'0'0'4794,"0"0"-1772,0 0-1213,0 0-485,0 0 450,9 30 409,123 327 1874,121 120-2297,-253-477-1837,-1-1-1,1 1 1,-1-1-1,1 1 1,0 0 0,-1-1-1,1 1 1,-1 0 0,1-1-1,-1 1 1,1 0-1,-1-1 1,1 1 0,-1 0-1,0 0 1,1 0-1,-1 0 1,1-1 0,-1 1-1,1 0 1,-1 0 0,0 0-1,1 0 1,-1 0-1,1 0 1,-1 1 0,0-1-1,1 0 1,-1 0 0,1 0-1,-1 0 1,1 1-1,-1-1 1,1 0 0,-1 1-1,1-1 1,-1 0-1,1 1 1,-1-1 0,1 0-1,0 1 1,-1-1 0,1 1-1,-1-1 1,1 1-1,0-1 1,0 1 0,-1-1-1,1 1 1,0-1 0,0 1-1,0 0 1,-1-1-1,1 1 1,0-1 0,0 1-1,0-1 1,0 1-1,0 0 1,0-1 0,0 1-1,0 0 78,-53-27-4220,-97-111-3184,115 79 7385,22-4 3453,38 36 516,54 23-2270,-58 4-1110,10 1-427,1 2 0,-2 1 0,1 1 0,0 2 0,-1 1 0,-1 1 0,0 2 0,0 1 0,12 8-143,-33-16 36,0 0 0,0 0 0,-1 1 0,1 0 0,-1 0 0,-1 1 0,1 0 1,-1 0-1,-1 1 0,1-1 0,-1 1 0,-1 0 0,1 1 0,-1-1 0,-1 1 0,1 0 0,-2 0 0,1 0 0,-1 0 0,0 0 0,-1 1 0,0-1 0,-1 1 0,0-1 0,0 0 0,-1 1 1,-1-1-1,1 0 0,-2 4-36,-10 19 300,12-31-279,1-1 114,0 0-66,2-17-14,5-2-120,1 1 1,1 0-1,1 0 1,0 1-1,2 1 1,0 0-1,0 0 1,10-8 64,-21 22-10,1-1 0,0 1 1,0-1-1,0 1 1,0 0-1,0 0 1,0 0-1,1 0 0,-1 0 1,1 0-1,0 1 1,-1-1-1,1 1 0,0-1 1,0 1-1,0 0 1,0 0-1,0 1 0,0-1 1,0 1-1,0-1 1,0 1-1,0 0 1,0 0-1,0 0 0,0 1 1,0-1-1,0 1 1,0 0-1,0-1 0,0 1 1,0 1-1,0-1 1,0 0-1,0 1 0,-1-1 1,1 1-1,-1 0 1,1 0-1,-1 0 0,0 0 1,1 1 9,107 155 820,-108-158-873,0 0 0,-1-1 1,1 1-1,-1 0 0,1 0 0,0-1 0,-1 1 1,1-1-1,-1 0 0,1 1 0,-1-1 0,0 0 0,1 0 1,-1 0-1,0 0 0,0 0 0,1 0 0,-1 0 0,0 0 1,0-1-1,0 1 0,0 0 0,0-1 0,-1 1 1,1-1-1,0 1 0,-1-1 0,1 1 0,-1-1 0,1 1 1,-1-1-1,0 0 0,0 1 0,0-1 0,0 1 1,0-1-1,0 0 0,0 1 0,0-1 0,0 1 0,-1-1 1,1 0-1,-1 1 0,0-1 53,2-4-814,4-37-6449</inkml:trace>
  <inkml:trace contextRef="#ctx0" brushRef="#br0" timeOffset="-62029.141">7950 451 19868,'0'0'3993,"0"0"-3049,0 0-928,0 0 256,0 0 232,0 0-504,0 0-176,28 29-1656,-1-15-3073,-3-1-5913</inkml:trace>
  <inkml:trace contextRef="#ctx0" brushRef="#br0" timeOffset="-61347.415">8571 734 16700,'0'0'4843,"0"0"-2354,0 0-1066,0 0-311,-5-20-663,-25-93-237,29 112-213,0 0 0,0 1-1,0-1 1,0 0 0,0 1-1,0-1 1,0 1 0,0-1-1,0 1 1,0-1 0,0 1-1,-1 0 1,1 0 0,0-1-1,0 1 1,0 0 0,0 0-1,-1 0 1,1 0 0,0 0-1,0 1 1,0-1-1,-1 0 1,1 0 0,0 1-1,0-1 1,0 1 0,0-1-1,0 1 1,0 0 0,0-1-1,0 1 1,0 0 0,0 0-1,0-1 1,0 1 0,1 0-1,-1 0 1,0 0 0,0 0-1,1 0 1,-1 0 0,1 0-1,-1 0 1,1 0-1,-1 1 1,1-1 0,0 0-1,0 0 1,-1 0 0,1 0-1,0 1 1,0-1 0,0 0-1,0 0 1,0 0 0,1 1 1,-3 2-9,-11 17 40,0 1-1,2 1 1,0 0 0,2 0-1,1 1 1,0 0 0,2 0 0,1 1-1,1 0 1,1 0 0,1 0-1,1 1 1,2 14-31,3-35 11,0-2 0,0 1 0,1 0 0,-1-1 0,1 0 0,0 0 0,0 0 0,0-1 0,0 1 0,0-1 0,1-1 0,-1 1 0,1-1 0,-1 0 0,1 0 0,0 0-1,-1-1 1,1 0 0,0 0 0,-1 0 0,1-1 0,0 0 0,-1 0 0,1 0 0,-1-1 0,4-1-11,14-5 6,-1 0 0,-1-1-1,1-1 1,-2-1 0,1-1-1,-2 0 1,0-2 0,0 0-1,-1-1 1,-1-1 0,-1-1-1,0-1 1,-1 0 0,-1 0-1,0-2 1,4-9-6,18-51-329,-38 88 329,-2 1 5,1 0-1,0 0 1,0 0-1,1 1 1,0-1 0,0 1-1,1-1 1,1 1 0,-1 0-1,2-1 1,-1 1-1,1 0 1,1-1 0,0 1-1,0-1 1,1 0 0,0 1-1,0-1 1,1 0 0,0-1-1,1 1 1,0-1-1,0 0 1,1 0 0,0-1-1,0 1 1,1-1 0,0-1-1,0 1 1,1-1 0,6 4-5,1-5 7,1 0 1,0-1-1,0-1 0,0 0 1,0-1-1,0-1 1,1 0-1,-1-2 1,0 0-1,4-1-7,-14 0 1,-1-1 0,0 0 0,0 0 0,0-1 0,-1 1 0,1-1 0,-1 0-1,0 0 1,0-1 0,0 1 0,-1-1 0,1 0 0,-1 0 0,0 0 0,-1 0 0,1-1 0,-1 1-1,0-1 1,0 1 0,-1-1 0,0 0 0,0 0 0,0 1 0,-1-1 0,1 0 0,-2 0 0,1 0-1,0 0 1,-1 0 0,0 1 0,-1-1 0,1 0 0,-1 1 0,0-1 0,0 1 0,-1-1 0,0 1-1,0 0 1,0 0 0,-1 0-1,-7-7-54,-1 1 0,0 0 0,0 0 0,-1 2 0,-1-1 0,1 2 0,-2 0 0,1 1 0,-1 0 0,0 1 0,0 0 1,-1 2-1,0 0 0,0 0 0,0 2 0,0 0 0,0 0 0,0 2 0,0 0 0,-1 1 0,-12 2 54,20-2-25,1-1 0,0 1 0,-1 0 0,1 1 0,0 0 0,0 0 0,0 0 0,0 1 0,0 1 0,1-1 0,-1 1 0,1 1 0,0-1 0,0 1 0,0 0 0,1 1 1,0 0-1,0 0 0,0 0 0,1 0 0,0 1 0,0 0 0,1 0 0,0 1 0,0-1 0,0 1 0,1 0 0,0 0 0,1 0 0,0 0 0,0 0 0,1 0 0,0 1 0,0-1 0,1 1 0,0-1 0,1 0 1,0 6 24,2-9-227,-1 0 0,1 0 0,1 0 0,-1-1 0,1 1 0,-1-1 0,1 0 0,1 0 0,-1 0 0,0-1 0,1 1 0,0-1 0,0 0 0,0-1 0,0 1 0,0-1 0,0 0 0,1 0 0,-1-1 1,1 1-1,-1-1 0,1-1 0,0 1 0,-1-1 0,1 0 0,0 0 0,-1 0 0,1-1 0,-1 0 0,6-1 227,0 2-962,42 0-3938</inkml:trace>
  <inkml:trace contextRef="#ctx0" brushRef="#br0" timeOffset="-61094.928">9087 914 11955,'0'0'4434,"0"0"-1979,0 0-435,0 0-270,0 0-376,0 0-415,11-4-374,70-4 317,156 198 2364,-236-189-3308,0 0 0,1 0 1,-1 0-1,1 0 0,-1 0 1,1 0-1,0 0 1,-1 0-1,1-1 0,0 1 1,-1-1-1,1 1 0,0-1 1,0 0-1,-1 1 0,1-1 1,0 0-1,0 0 1,0 0-1,0-1 0,-1 1 1,1 0-1,0-1 0,0 1 1,-1-1-1,1 1 0,0-1 1,-1 0-1,1 0 0,-1 0 1,1 0-1,-1 0 1,1 0-1,-1 0 0,0 0 1,1-1-1,-1 1 0,0 0 1,0-1-1,0 1 0,0-1 1,0 1-1,0-1 1,-1 0-1,2-1 42,0-25-4589,-2-3-5429</inkml:trace>
  <inkml:trace contextRef="#ctx0" brushRef="#br0" timeOffset="-54914.502">1901 2899 7698,'0'0'5908,"0"0"-3524,0 0-1326,0 0-258,0 0 8,0 0 250,-8 2 20,-25 5-385,46 12 413,20-12-725,-1-2 0,1-1-1,0-1 1,1-2-1,-1-1 1,24-5-381,-11 3 177,101-13-1845,-147 16-2004,0 1-1301</inkml:trace>
  <inkml:trace contextRef="#ctx0" brushRef="#br0" timeOffset="-54647.735">1899 3161 7402,'0'0'6774,"0"0"-4192,0 0-1507,0 0-52,0 0 541,0 0 73,20 7-321,169 31 634,-123-36-1847,26 0 127,-35-9-7174,-49 5-318</inkml:trace>
  <inkml:trace contextRef="#ctx0" brushRef="#br0" timeOffset="-52016.38">5766 2530 11747,'0'0'1397,"0"0"-95,0 0 131,0 0 73,0 0 182,0 0 42,-4-18-287,1 4-1210,-8-30 104,3 77 117,-94 785 5002,98-772-5467,11-80-304,2-13-55,73-567-3383,-50 316 4216,-22 313 134,32 178 1201,-25-96-1383,5-1 0,4-2-1,4 0 1,4-2 0,14 22-415,12-11-364,-38-97-2631,-8-9-3281,-3-8-2088</inkml:trace>
  <inkml:trace contextRef="#ctx0" brushRef="#br0" timeOffset="-51771.048">5548 3159 14243,'0'0'3937,"0"0"-2561,0 0-808,0 0 745,0 0 567,0 0-720,136-20-464,-76 4-648,1-4 104,1 0-152,12-6 0,-17 3-1424,-12 6-4297</inkml:trace>
  <inkml:trace contextRef="#ctx0" brushRef="#br0" timeOffset="-51161.396">6300 2959 14403,'0'0'2811,"0"0"-1550,0 0-628,0 0 307,0 0 43,0 0-429,22-11-276,69-34-160,-86 43-92,1 1 0,-1-1 0,0 1 1,1 0-1,-1 0 0,1 1 1,-1-1-1,0 1 0,1 0 0,-1 1 1,1 0-1,-1-1 0,1 2 0,-1-1 1,0 0-1,0 1 0,0 0 0,0 1 1,0-1-1,0 1 0,0 0 1,-1 0-1,1 0 0,-1 1 0,0-1 1,0 1-1,-1 0 0,1 0 0,-1 1 1,1-1-1,-1 1 0,-1-1 0,1 1 1,-1 0-1,0 0 0,0 0 0,0 0 1,0 1-1,-1-1 0,0 0 1,0 1-1,-1-1 0,0 1 0,0-1 1,0 1-1,0-1 0,-1 1 0,0-1 1,0 0-1,0 1 0,-1-1 0,0 0 1,0 0-1,0 0 0,0 0 1,-1 0-1,0-1 0,0 1 0,-4 3-26,-159 209 0,164-214-25,2-43-164,1 36 178,1 1 0,-1-1 0,0 1 0,1-1 0,0 1 0,0 0 0,0-1 0,0 1 0,0 0 0,0 0 0,1 1 0,0-1 0,-1 0 1,1 1-1,0 0 0,0-1 0,1 1 0,-1 0 0,0 1 0,1-1 0,-1 1 0,1-1 0,-1 1 0,1 0 0,0 0 0,0 1 0,-1-1 0,1 1 1,0 0-1,0 0 0,-1 0 0,1 0 0,0 1 0,0-1 0,-1 1 0,1 0 0,0 0 0,-1 1 0,1-1 0,-1 1 0,1-1 0,-1 1 0,0 0 0,0 0 1,2 2 10,1 6 134,0-1 0,0 0 0,1 0 0,1-1 0,0 0 0,0 0 0,0-1 0,1 0 0,0 0 0,0-1 0,1 0 0,-1-1 0,1 0 0,1 0 1,-1-1-1,1-1 0,-1 0 0,1 0 0,9 1-134,-7-4 68,-1 0 1,0 0 0,0-1-1,0-1 1,0 0 0,-1-1 0,1 0-1,0-1 1,-1 0 0,0-1-1,0 0 1,0 0 0,-1-1-1,1-1 1,-2 0 0,1 0-1,-1-1 1,0 0 0,0-1-1,-1 0 1,0 0 0,3-6-69,4-23-2856,-10 11-2174,-3-2-4252</inkml:trace>
  <inkml:trace contextRef="#ctx0" brushRef="#br0" timeOffset="-52912.216">4604 2585 15019,'0'0'2755,"0"0"-806,0 0-1398,0 0 281,6 29 1288,40 192 784,-27-122-2064,63 216 260,-77-307-1322,-4-8-9098,-1-7 554</inkml:trace>
  <inkml:trace contextRef="#ctx0" brushRef="#br0" timeOffset="-52663.906">4488 3063 15427,'0'0'3889,"0"0"-1864,0 0-1313,0 0 16,0 0 648,0 0-912,0 0 64,55-18-520,-8 10 40,14-4-40,6 1-16,5 0-72,-3 0-232,-2-2-272,14-7-1040,-16 2-1289,-16 0-4792</inkml:trace>
  <inkml:trace contextRef="#ctx0" brushRef="#br0" timeOffset="-53961.709">3048 2448 5513,'0'0'8850,"0"0"-5625,0 0-2268,-1 36-258,-26 287 2158,7-215-1777,0-5-437,4 1 0,4 1 1,4 28-644,18-136-362,-3-7 71,-1-1-1,-1-1 1,0 1 0,0-1-1,-1 0 1,0 0 0,-1 0-1,-1 0 1,0-1-1,-1 1 1,0-1 0,-1-4 291,-1-228-4255,4-53 3006,-2 283 1412,1-1 0,0 1 0,1-1 0,1 1 0,1 0 0,0 0 0,1 1 1,0 0-1,1 0 0,1 0 0,0 1 0,1 0 0,3-4-163,-10 16 74,-1 0-1,0 1 1,1-1 0,-1 0-1,0 0 1,1 1 0,-1-1-1,1 1 1,-1-1 0,1 1-1,-1-1 1,1 1 0,-1 0-1,1 0 1,0 0 0,-1 0 0,1 0-1,-1 0 1,1 0 0,-1 1-1,1-1 1,-1 0 0,1 1-1,-1-1 1,1 1 0,-1 0-1,1 0 1,-1-1 0,0 1-1,1 0 1,-1 0 0,0 0-1,0 0 1,0 0 0,0 1-1,0-1 1,0 0 0,0 0-1,0 1 1,0-1 0,-1 1-1,1 0-73,37 69 2087,-35-64-1871,33 90 721,-4 2 0,-5 2 0,-1 17-937,72 235 1652,-98-351-1657,0 0-60,0 0 0,0-1 0,0 1 1,0 0-1,0-1 0,0 1 0,0 0 1,0-1-1,1 1 0,-1-1 0,1 1 1,-1 0-1,1-1 0,0 1 0,-1-1 1,1 0-1,0 1 0,0-1 0,0 1 1,0-1-1,0 0 0,0 0 0,1 0 1,-1 0-1,0 0 0,0 0 0,1 0 1,-1 0-1,1 0 0,-1 0 0,1-1 1,-1 1-1,1-1 0,0 1 0,-1-1 1,1 0-1,-1 1 0,1-1 0,0 0 1,-1 0-1,1 0 0,0 0 0,-1-1 1,1 1-1,0 0 0,1-1 65,6-21-4025,-1-4-1996</inkml:trace>
  <inkml:trace contextRef="#ctx0" brushRef="#br0" timeOffset="-53715.103">2904 3250 12843,'0'0'4049,"0"0"-2489,0 0-1288,0 0 688,0 0 817,0 0-145,0 0-696,163-24-392,-106 6-352,3 0-80,-9 2-112,-9 3 104,-7 4-208,-3 7-832,-10 0-1824,-4 2-2114</inkml:trace>
  <inkml:trace contextRef="#ctx0" brushRef="#br0" timeOffset="-53263.05">3757 3134 13707,'0'0'3834,"0"0"-2086,0 0-258,1 22 234,3 169 1105,-5-171-2564,0-16-258,0-1 1,0 1 0,0 0 0,1 0-1,0 0 1,0 0 0,0-1-1,0 1 1,0 0 0,1 0 0,-1 0-1,1 0 1,0-1 0,1 1 0,-1 0-1,0-1 1,1 1 0,0-1-1,0 1 1,0-1 0,0 0 0,1 0-1,-1 0 1,1 0 0,0 0 0,1 0-8,1-35-542,-5 15 537,-1 0 0,-1 0 0,-1 0 0,0 0 0,-1 1 0,-1 0 0,0-1 0,-2 1-1,0 1 1,0-1 5,37 52 1099,26-32-5427,-51-4 3247,25 0-6995</inkml:trace>
  <inkml:trace contextRef="#ctx0" brushRef="#br0" timeOffset="-55560.366">762 2285 2961,'0'0'4838,"0"0"1371,0 0-3488,0 0-1624,0 0-612,0 4-245,-4 313 3745,-43 147-2748,-3-163-889,49-368-1891,4-1 0,2 1 0,4-1 0,12-46 1543,19-54-413,-7-1-1,0-70 414,-6 79 2265,-3 170-1157,28 104 700,102 387 1334,-58-159-1599,-23-177-1544,-74-217-2466,-76-91-3872,67 131 5372,-27-34-4749</inkml:trace>
  <inkml:trace contextRef="#ctx0" brushRef="#br0" timeOffset="-55312.603">668 3070 8770,'0'0'992,"0"0"5177,0 0-5088,0 0-345,0 0-24,131 0 1224,-77-9-407,6 0-385,-1 0-584,3 0-320,-1 0-232,4 1-8,-1-4 0,-2 1-104,14-11-184,-16 4-2665,-16 3-2376</inkml:trace>
  <inkml:trace contextRef="#ctx0" brushRef="#br0" timeOffset="-49748.269">1528 5155 1360,'0'0'4356,"0"0"-2854,0 0-1262,4 0 236,63 8 11287,100 6-6065,143-18-6312,-309 4-1201,-26 18-3290,1-1 720,1-1-1409</inkml:trace>
  <inkml:trace contextRef="#ctx0" brushRef="#br0" timeOffset="-49397.337">1609 5600 14755,'0'0'2386,"0"0"-1046,0 0-753,0 0 747,0 0 498,26-3-446,219-32 165,-98 18-1277,-83 16-6311,-56 1 1048</inkml:trace>
  <inkml:trace contextRef="#ctx0" brushRef="#br0" timeOffset="-34366.055">7325 6102 8458,'0'0'796,"0"0"1570,0 0 149,0 0-825,0 0-529,0 0-415,8-6 81,-2 0-693,1 0 1,-1 1 0,1-1-1,0 1 1,0 1 0,0-1-1,0 1 1,1 1-1,0-1 1,0 2 0,0-1-1,0 1 1,0 0 0,1 0-1,-1 1 1,0 0 0,1 1-1,-1-1 1,1 2 0,-1-1-1,1 1 1,-1 1 0,0 0-1,1 0 1,-1 0 0,0 1-1,0 0 1,-1 1-1,1-1 1,2 3-135,2 10 142,0 0 0,-1 0 0,-1 1 0,-1 0 0,0 0 0,-2 1 0,0 1-1,-1-1 1,0 1 0,-2 0 0,0 0 0,-1 0 0,-1 1 0,-1-1 0,-1 1 0,0-1 0,-2 5-142,1-18-8,-1 0 1,1 0 0,-1 0-1,-1 0 1,1-1-1,-1 1 1,0-1 0,0 1-1,-1-1 1,0 0 0,0 0-1,0 0 1,0-1-1,-1 0 1,1 1 0,-1-2-1,0 1 1,0 0 0,-1-1-1,1 0 1,-1 0 0,0-1-1,0 0 1,0 0-1,0 0 1,0 0 0,0-1-1,0 0 1,0-1 0,-1 1-1,1-1 1,0 0-1,0-1 1,-1 1 0,1-1-1,0-1 1,0 1 0,-4-2 7,8 2-8,0 1 0,0-1 0,0 0 0,0 1 0,0-1 0,0 0 0,1 0 1,-1 0-1,0 0 0,1-1 0,-1 1 0,1 0 0,-1-1 0,1 1 0,0-1 1,-1 1-1,1-1 0,0 0 0,0 0 0,0 1 0,0-1 0,1 0 0,-1 0 1,0 0-1,1 0 0,-1 0 0,1 0 0,0 0 0,0 0 0,-1 0 0,1 0 1,1 0-1,-1 0 0,0 0 0,0 0 0,1 0 0,-1 0 0,1 0 0,0 0 1,-1 0-1,1 1 0,0-1 0,0 0 0,0 0 0,0 1 0,1-1 0,-1 1 1,0-1-1,1 1 0,-1-1 0,1 1 0,-1 0 0,1 0 8,206-8 58,-120 12 300,-73-1-232,1-1-1,-1-1 1,1 0 0,0-1-1,-1-1 1,1 0-1,-1-1 1,0-1 0,0 0-1,0-1 1,0-1-1,-1 0 1,0-1-1,0-1 1,-1 0 0,0-1-1,0 0 1,3-4-126,-5-15-1763,-18 9-4796,-4 8 158</inkml:trace>
  <inkml:trace contextRef="#ctx0" brushRef="#br0" timeOffset="-40159.874">5064 4964 6345,'0'0'523,"0"0"-331,0 0-154,0 0 708,0 0 2292,0 0-1344,0-20-395,0-59 335,-12 60 4747,-13 474-1113,25-420-5199,41 181-1504,-40-213 427,-2-4-6298,-3-9 1510</inkml:trace>
  <inkml:trace contextRef="#ctx0" brushRef="#br0" timeOffset="-39900.07">4849 5259 5025,'0'0'3382,"0"0"226,0 0-1609,0 0-208,0 0-430,0 0-494,26 12 100,87 32 160,25-32 1244,-113-14-2081,226-46-228,-172 10-7317,-61 23 1710</inkml:trace>
  <inkml:trace contextRef="#ctx0" brushRef="#br0" timeOffset="-29177.177">4543 5415 6225,'0'0'674,"0"0"-437,0 0 530,0 0 2412,0 0-1248,0 0-621,-8 1 3919,5 11-5129,1 0-1,0 1 1,1-1-1,0 1 0,0-1 1,2 1-1,0-1 1,0 1-1,1-1 1,0 1-1,1-1 1,1 0-1,0 0 0,0 0 1,2-1-1,-1 0 1,1 0-1,1 0 1,0 0-1,0-1 1,2 1-100,-8-11 78,-1 0 77,0 0 17,-54-110 448,48 92-626,-7-19-25,19 58 27,1 8-709,-7-17-4085,0-6-6171</inkml:trace>
  <inkml:trace contextRef="#ctx0" brushRef="#br0" timeOffset="-46080.257">2610 4510 6937,'0'0'2100,"0"0"910,0 0-911,0 0-306,0 0-687,0 0-339,-3 5-194,-9 99 1420,79 474 1978,-63-554-3915,58 184 304,-61-209-375,-1 1-1,0-1 1,0 1-1,1 0 1,-1-1-1,0 1 1,1 0-1,-1-1 1,0 1-1,1 0 1,-1-1-1,0 1 1,1 0-1,-1 0 1,1-1-1,-1 1 1,0 0-1,1 0 1,-1 0-1,1-1 1,-1 1-1,1 0 1,-1 0-1,1 0 1,-1 0-1,1 0 1,-1 0-1,1 0 1,-1 0-1,1 0 1,-1 0-1,1 1 1,-1-1-1,0 0 1,1 0-1,-1 0 1,1 0-1,-1 1 1,1-1-1,-1 0 16,-9-52-860,2 30 400,1 1-1,1-1 1,1 0-1,0 0 1,2-1-1,1 1 1,1-1 0,1-5 460,0 22-25,1 0 1,-1 0-1,1 0 1,0 0 0,1 0-1,0 0 1,0 1 0,0 0-1,0-1 1,1 1 0,0 0-1,0 1 1,0-1-1,1 1 1,0 0 0,-1 0-1,2 0 1,-1 0 0,0 1-1,1 0 1,-1 0 0,1 1-1,0-1 1,0 1-1,0 1 1,4-2 24,6-1-14,0 0-1,1 1 1,0 0-1,-1 1 0,1 2 1,0-1-1,0 2 1,0 0-1,8 2 15,-17-1 0,-1 1 0,1-1 0,-1 1-1,0 0 1,1 1 0,-2 0 0,1 0 0,0 0-1,-1 1 1,0 0 0,0 1 0,0-1 0,-1 1-1,1 0 1,-1 0 0,-1 1 0,1-1-1,-1 1 1,-1 0 0,1 0 0,-1 0 0,0 1-1,-1-1 1,0 1 0,0 1 0,20 199 160,-22-203-152,-1 1 0,0-1-1,0 0 1,0 0 0,-1 0 0,0-1-1,0 1 1,0 0 0,0-1 0,-1 1-1,1-1 1,-1 0 0,-1 1 0,1-2-1,0 1 1,-1 0 0,0-1 0,0 1-1,0-1 1,0 0 0,0 0 0,-1-1-1,1 1 1,-1-1 0,0 0 0,1 0-1,-1-1 1,0 0 0,0 1 0,0-1-1,-1-1 1,1 1 0,0-1 0,0 0-1,-5-1-7,-186-23 827,160 17-600,18 3-1544,41 4-3087,8 4-4559</inkml:trace>
  <inkml:trace contextRef="#ctx0" brushRef="#br0" timeOffset="-45614.54">3497 5324 9874,'0'0'3049,"0"0"-338,0 0-1067,0 0-539,0 0-72,0 0-66,-1 5 121,0-3-1020,0 0 0,0 0 0,0 1-1,0-1 1,0 1 0,1-1 0,-1 0-1,1 1 1,-1-1 0,1 1 0,0-1 0,0 1-1,0 0 1,1-1 0,-1 0 0,0 1-1,1-1 1,0 1 0,-1-1 0,1 1 0,0-1-1,0 0 1,1 0 0,-1 1 0,0-1-1,1 0 1,-1 0 0,1 0 0,0-1 0,-1 1-1,1 0 1,0-1 0,0 1 0,0-1-1,0 1 1,1-1 0,-1 0 0,0 0-1,2 1-67,11-77 1533,-17 73-1567,0-1-1,-1 1 1,1 0 0,-1 0 0,1 0 0,-1 0 0,0 1 0,1-1-1,-1 1 1,0 0 0,0-1 0,0 1 0,0 0 0,0 1-1,0-1 1,-1 1 0,1-1 0,0 1 0,0 0 0,0 0-1,-1 0 1,1 1 0,0-1 0,0 1 0,-1 0 34,-3-1-807,8 6-7878,14-3 4210</inkml:trace>
  <inkml:trace contextRef="#ctx0" brushRef="#br0" timeOffset="-44930.344">3646 4415 14507,'0'0'2010,"0"0"-995,0 0-671,0 0-133,0 0 674,0 0 1182,12 31-404,113 359 1302,-94-211-1602,33 117-374,-40-243-894,-23-53-70,-1 0-6,0-3 20,-9-207-1182,11 202 1101,1 0 1,0 0-1,0 1 1,1-1-1,-1 1 1,2 0-1,-1 0 1,1 0-1,0 1 1,0 0-1,1 0 1,0 0-1,0 0 0,1 1 1,-1 0-1,1 1 1,0-1-1,0 1 1,0 1-1,1-1 1,0 1-1,-1 0 1,1 1-1,0 0 1,0 0-1,0 1 1,1 0-1,-1 0 1,0 1-1,5 0 42,-8 4 3,-1-1 0,0 1 0,0 0 0,0 0 0,0 0 0,-1 0 0,1 1-1,-1-1 1,0 1 0,0 0 0,-1 0 0,0 0 0,0 0 0,0 0 0,0 1 0,-1-1 0,0 1-1,0-1 1,0 1 0,-1-1 0,1 1 0,-2 1-3,2-3 16,27 237 611,-13-152-1813,-16-73-184,-1 18-1728,6-18-4683,0-15-706</inkml:trace>
  <inkml:trace contextRef="#ctx0" brushRef="#br0" timeOffset="-30256.02">3297 5502 6513,'0'0'1166,"0"0"208,0 0 1900,0 0-1118,0 0-782,0 0-363,1-5-6,1-23 1312,-2 27-1294,0 1-146,0 0-181,0 0-216,0 3-220,-1 19-173,1 0 0,1 0-1,2-1 1,0 1 0,1-1-1,1 1 1,1-1 0,0-1 0,2 1-1,1-1 1,0-1 0,11 18-87,-9-115 473,-38-71-644,18 140-854,1 8-4675,5 1-1418</inkml:trace>
  <inkml:trace contextRef="#ctx0" brushRef="#br0" timeOffset="-36931.892">6520 4521 7122,'0'0'216,"0"0"-136,0 0 80,0 0 953,0 0 1402,-1-21-729,1 18-1630,-5-86 1188,-4 15 2685,6 231-301,9-4-2150,6 0 0,25 113-1578,-13-181 155,-19-133-68,-19-210-1398,18 250 1268,0 1 0,1-1 0,0 1 0,0-1 0,1 1-1,-1 1 1,2-1 0,-1 1 0,1 0 0,0 1 0,0-1 0,0 1 0,1 1 0,0 0 0,0 0 0,0 0 0,0 1 0,0 0 0,1 0-1,0 1 1,-1 1 0,1-1 0,0 1 0,0 1 0,0 0 0,0 0 0,0 0 0,-1 1 0,1 1 0,0-1 0,0 1 0,-1 1 0,1 0 0,7 3 43,-4 8 6,1 0 1,-1 0 0,-1 1-1,-1 0 1,0 1 0,-1 0-1,-1 1 1,0 0 0,-1 0-1,-1 1 1,-1 0 0,0 0-1,-1 0 1,-1 0 0,-1 1-1,-1-1 1,0 1 0,-1 0-1,-3 16-6,3-18-27,1-14 37,0 0-1,0 0 0,-1 0 0,1 1 0,-1-1 0,0 0 1,0 0-1,0 1 0,0-1 0,0 0 0,-1 0 1,1 0-1,-1 1 0,0-1 0,0 0 0,0 0 0,-1 0 1,1 0-1,-1 0 0,1-1 0,-1 1 0,0 0 0,0-1 1,0 1-1,0-1 0,-1 0 0,1 0 0,-1 0 0,1 0 1,-1 0-1,0 0 0,0-1 0,0 1 0,0-1 0,0 0 1,0 0-1,0 0 0,0 0 0,0 0 0,-3-1-9,-15 3 77,-1 0-1,1-2 0,-1-1 1,0 0-1,0-2 0,1 0 1,-1-1-1,1-2 0,0 0 1,0-1-1,1-1 0,-1-1 1,-1-2-77,22 9-122,-1 0 1,0 0-1,1 0 1,-1 0-1,1 0 1,-1 0 0,1 0-1,-1 0 1,1 0-1,0 0 1,-1 0 0,1 0-1,0 0 1,0 0-1,0 0 1,0-1 0,0 1-1,0 0 1,0 0-1,0 0 1,1 0-1,-1 0 1,0 0 0,1 0-1,-1 0 1,1 0-1,-1 0 1,1 0 0,-1 0-1,1 0 1,0 0-1,-1 0 1,1 0 0,0 1-1,0-1 1,0 0-1,-1 0 1,1 1-1,0-1 1,0 1 0,0-1-1,0 1 1,0-1-1,0 1 1,0 0 0,0-1-1,0 1 1,1 0-1,-1 0 1,0 0 0,1 0 121,29-14-5672</inkml:trace>
  <inkml:trace contextRef="#ctx0" brushRef="#br0" timeOffset="-35054.959">6441 5471 7058,'0'0'813,"0"0"62,0 0 1459,0 0-274,0 0-604,0 0-175,13 1-129,343 46 3808,-45-52-3812,-1-12 1,94-27-1149,-191 20 417,173 8 61,-376 24-1744,-32-7-4200,8-8 84</inkml:trace>
  <inkml:trace contextRef="#ctx0" brushRef="#br0" timeOffset="-36467.004">7392 4910 12915,'0'0'2680,"0"0"-1183,0 0-693,0 0-95,0 0 454,0 0-299,-2 6-343,0-4-456,1 1 0,-1-1 0,1 1 0,-1 0 0,1 0 0,0 0 0,0 0 0,0 0 0,1 0 0,-1 0 0,1 0 0,-1 0 1,1 0-1,0 0 0,0 0 0,0 0 0,1 0 0,-1 0 0,1 0 0,0 0 0,-1 0 0,1 0 0,1 0 0,-1 0 1,0 0-1,1-1 0,-1 1 0,1 0 0,0-1 0,0 0 0,0 1 0,0-1 0,0 0 0,1 0 0,-1 0 0,1 0 0,-1 0 1,1-1-1,0 1 0,2 0-65,-5-53 1127,-69 33-1773,65 46-6445,17-14 2332</inkml:trace>
  <inkml:trace contextRef="#ctx0" brushRef="#br0" timeOffset="-35844.964">7894 4775 8282,'0'0'4699,"0"0"-2214,0-25-1509,0 4-906,1-36 525,-3 1 0,-2 0 0,-2 0 0,-11-42-595,12 81 287,0 0 1,-1 0-1,0 0 0,-2 1 1,0 0-1,-1 0 0,0 1 1,-1 1-1,-1-1 0,0 2 1,-1-1-1,-1 2 0,-8-8-286,19 20 19,1 0 1,-1 0 0,1 0-1,0 1 1,-1-1 0,1 0 0,-1 0-1,1 1 1,0-1 0,-1 1 0,1 0-1,0-1 1,0 1 0,-1 0 0,1-1-1,0 1 1,0 0 0,0 0 0,0 0-1,0 0 1,0 0 0,0 0 0,0 1-1,1-1 1,-1 0 0,0 0 0,1 1-1,-1-1 1,1 0 0,-1 1 0,1-1-1,-1 0 1,1 1 0,0-1 0,0 1-1,0-1 1,0 1 0,0-1-1,0 0 1,0 1 0,0-1 0,1 1-1,-1-1 1,1 0 0,-1 1 0,1-1-1,-1 0 1,1 1 0,-1-1 0,1 0-1,0 0 1,0 0 0,0 1-21,0 10 111,-1 52 338,2 0-1,3 0 0,4-1 1,2 1-1,2-2 0,6 10-448,-7-30 142,2 0-1,1-1 0,3-1 1,1 0-1,1-1 1,3-1-1,16 21-141,-44-95-44,1 31-29,1 0 1,0 0-1,0 0 0,0-1 1,1 1-1,0-1 0,0 1 1,0-1-1,1 0 0,0 0 1,0 1-1,0-1 0,1 0 1,-1 0-1,2 0 0,-1 0 1,1 0-1,-1 0 0,2 0 1,-1 1-1,1-1 0,-1 0 1,2 1-1,-1-1 0,1 1 1,-1 0-1,1 0 0,1 0 1,-1 0-1,1 0 0,0 1 1,0-1-1,4-2 73,-1 3-19,0 0-1,0 1 1,1 0-1,-1 0 1,1 1 0,0 0-1,0 0 1,0 1-1,-1 0 1,2 0-1,-1 1 1,0 0 0,0 0-1,0 1 1,0 0-1,-1 0 1,1 1 0,0 0-1,0 1 1,-1-1-1,1 1 1,-1 1 0,0 0-1,0 0 1,0 0-1,-1 1 1,3 2 19,1 8 79,-1 2 1,-1-1 0,0 1-1,-2 1 1,0-1-1,0 1 1,-2 0 0,0 0-1,-1 1 1,-1-1-1,-1 6-79,20 95 449,-21-118-492,0 0 0,0 0 0,1 0 0,-1 0 1,1 0-1,-1 0 0,1 0 0,-1 0 0,1 0 0,-1 0 0,1 0 0,0 0 0,0 0 0,-1-1 0,1 1 0,0 0 1,0 0-1,0-1 0,0 1 0,0-1 0,0 1 0,0-1 0,0 1 0,0-1 0,0 0 0,0 1 0,0-1 0,0 0 0,1 0 1,-1 0-1,0 0 0,0 0 0,0 0 0,0 0 0,0 0 0,0 0 0,1-1 0,-1 1 0,0 0 0,0-1 0,0 1 1,0-1-1,0 1 0,0-1 0,0 1 0,0-1 0,0 0 0,-1 1 0,2-2 43,13-12-4497</inkml:trace>
  <inkml:trace contextRef="#ctx0" brushRef="#br0" timeOffset="-27816.993">7001 5117 6121,'0'0'1230,"0"0"-701,0 0 196,0 0 1412,0 0-910,0 0-793,16-2-220,71-16 547,-71 31 5242,-17 79-5917,-32-13-3,33-78-38,0-1-20,0 0 7,5 5-29,2 0 1,-1-1-1,0 1 0,1-1 1,0 0-1,0-1 0,0 0 1,1 0-1,-1 0 0,1-1 0,-1 0 1,1-1-1,0 1 0,0-1 1,0-1-1,-1 0 0,1 0 0,0 0 1,0-1-1,0 0 0,-1-1 1,6-1-4,-9 2-18,30-5-1935,-13-1-2828,-1 1-4951</inkml:trace>
  <inkml:trace contextRef="#ctx0" brushRef="#br0" timeOffset="-26895.38">8724 4833 7618,'0'0'2560,"0"0"-1134,0 0-570,0 0 51,0 0 413,0 0 146,1 3 4902,7-2-6139,195-18 109,-198 86-401,-53 0 244,42-64-178,1 0-1,0 0 1,1 1-1,-1-1 1,1 1-1,1 0 1,-1 0-1,1 1 1,0-1-1,0 1 1,0-1-1,1 1 1,0 0-1,1 0 1,0 0-1,0 0-2,3-4 5,1 0-1,0-1 1,0 0-1,0 0 1,0 0-1,0 0 0,0 0 1,1-1-1,-1 1 1,1-1-1,-1 0 1,1 0-1,-1 0 1,1 0-1,0-1 0,-1 0 1,1 1-1,0-1 1,-1 0-1,1-1 1,2 0-5,29 2 105,136-15-1951,-145 7-2173</inkml:trace>
  <inkml:trace contextRef="#ctx0" brushRef="#br2" timeOffset="-15617.734">2941 6146 6081,'0'0'1550,"0"0"937,0 0-622,0 0-1075,0 0-293,3 7 524,65 177 4750,5 307-830,42-176-3432,-109-249-1403,6-72-8568,-9-4 3141</inkml:trace>
  <inkml:trace contextRef="#ctx0" brushRef="#br2" timeOffset="-15195.945">2912 7073 6553,'0'0'5467,"0"0"-2346,6 23-1294,57 178 1376,-60-194-3120,0 0 0,0-1 1,0 1-1,1-1 0,0 0 0,1 1 0,-1-2 1,1 1-1,0 0 0,0-1 0,1 0 0,0-1 1,-1 1-1,2-1 0,-1 0 0,0 0 1,1-1-1,0 0 0,0 0 0,0 0 0,0-1 1,0 0-1,0-1 0,1 1 0,-1-2 0,0 1 1,1-1-1,1 0-83,-2 0 51,1 0 0,-1-1 0,0 1-1,0-2 1,1 1 0,-1-1 0,0 0 0,-1 0 0,1-1 0,0 0 0,-1-1 0,1 1 0,-1-1 0,0 0 0,0-1 0,0 1-1,-1-1 1,0 0 0,0-1 0,0 1 0,-1-1 0,3-3-51,143-220-199,-144 208 62,-7 17-3976,-11 12-992</inkml:trace>
  <inkml:trace contextRef="#ctx0" brushRef="#br3" timeOffset="-3911.445">4048 6342 5945,'0'0'784,"0"0"-526,0 0-37,0 0 485,0 0-292,0-12-105,1-12-103,1-29 3147,5 58 2370,-2 9-5157,33 493 4738,-35-456-5035,-4-30-140,1 1 0,2 0 0,0-1-1,1 1 1,1-1 0,1 0 0,1 0 0,0 0 0,2-1 0,1 0 0,7 13-129,-16-34-31,0 1 0,0-1 0,1 1 0,-1-1 0,0 1 0,0-1 0,0 1 0,1-1 0,-1 1 0,0-1 0,1 1 1,-1 0-1,0-1 0,1 1 0,-1-1 0,0 1 0,1 0 0,-1-1 0,1 1 0,-1 0 0,0 0 0,1-1 0,-1 1 0,1 0 0,-1 0 0,1 0 0,-1-1 0,1 1 0,-1 0 0,1 0 0,0 0 0,-1 0 0,1 0 0,-1 0 0,1 0 0,-1 0 0,1 0 0,-1 1 1,1-1-1,-1 0 0,1 0 0,-1 0 0,1 0 0,-1 1 0,1-1 0,-1 0 0,0 1 0,1-1 0,-1 0 0,1 1 0,-1-1 0,0 0 0,1 1 0,-1-1 0,0 1 0,1-1 0,-1 1 0,0-1 0,0 1 31,-11-48-10790,-5 31 4708,-2 3 2874</inkml:trace>
  <inkml:trace contextRef="#ctx0" brushRef="#br3" timeOffset="-3512.195">3972 6984 1040,'0'0'8887,"0"0"-4415,0 0-3070,0 0-845,0 0 86,0 0 469,5 20 325,3 7-1076,1-1 1,2 0-1,0 0 1,2-1 0,1-1-1,0 0 1,5 4-362,-12-17 102,1-1-1,0 1 1,0-1 0,1-1 0,0 0 0,1 0-1,0-1 1,0 0 0,1 0 0,0-1 0,0-1-1,1 0 1,0-1 0,0 0 0,0 0 0,1-1-1,-1-1 1,2 0-102,0-74 1268,-15 57-1192,2-116 34,1 128-220,0 0-1,0 0 1,0 0 0,1 1 0,-1-1 0,0 1 0,1 0-1,-1-1 1,1 1 0,-1 0 0,1 1 0,0-1-1,-1 0 1,1 1 0,0-1 0,0 1 0,0 0 0,-1 0-1,1 0 1,0 0 0,0 1 0,-1-1 0,1 1 0,0-1-1,1 2 111,3-2-687,23 5-3011,-2 5-1398</inkml:trace>
  <inkml:trace contextRef="#ctx0" brushRef="#br0" timeOffset="79415.05">10073 327 7642,'0'0'108,"0"0"-35,0 0 166,0 0 421,0 0 1208,-10 21-623,-94 154 1790,57-113-827,-109 178 4131,110-58-5025,46-170-1299,0 1 1,0 0 0,1-1 0,1 1 0,0-1-1,1 1 1,0-1 0,1 0 0,0 0-1,1 0 1,1-1 0,-1 1 0,2-1 0,-1-1-1,2 1 1,-1-1 0,2-1 0,6 8-16,94 98 32,-67-75-36,-2 2 0,-2 1 0,-2 2 1,-2 2-1,-2 1 0,-1 3 4,-24-30 0,0 0 0,-1 0 0,-1 1 1,-1 0-1,-1 0 0,-1 0 0,-1 0 0,-1 0 0,-1 0 0,-2 8 0,2 18 2,-82 577 131,75-532 34,4 0-1,3 0 1,5-1 0,12 62-167,12 69 830,-10 1-1,-10 219-829,-5-139 179,-3-278-156,1 0 1,1 0 0,0-1 0,3 1 0,0-1 0,1 0-1,2 0 1,0 0 0,2-1 0,0-1 0,2 0 0,0 0-1,2-1 1,0-1 0,6 5-24,176 84 75,-189-100-82,0 0 0,0 1 0,-1 0 0,-1 1 1,0-1-1,0 1 0,-1 0 0,-1 0 0,0 0 1,-1 1-1,0-1 0,-1 1 0,0-1 0,-1 1 1,0-1-1,-1 1 0,0 0 0,-1-1 0,-1 0 1,-2 9 6,-14 57 137,-3-1 0,-4-1 1,-2-1-1,-4-1 0,-5 0-137,-23 61 143,51-123-136,1 1 0,1 0 0,1 0 0,0 1 0,0 0 0,2 0 0,-1 1 0,2-1 0,0 1 0,1 0 0,0 0 0,1 0 0,1 0 0,0 0 0,1 0 0,1 0 0,0-1 0,1 1 0,1 0 0,0-1 0,1 0 0,0 0 0,1 0 0,1-1 0,6 9-7,59 53 16,-57-63-43,-1 0 1,-1 0-1,0 1 0,0 1 0,-2 0 1,0 0-1,0 2 0,-1-1 0,-1 1 0,-1 0 1,0 1-1,-1 0 0,-1 0 0,-1 1 1,0 0-1,2 16 27,-8-18 8,0-1 1,-2 1-1,1 0 1,-2-1-1,0 0 1,-1 0-1,0 0 1,-1 0-1,-1-1 1,0 0-1,-1 0 1,-1-1-1,0 0 1,-7 7-9,15-18-1,-371 497 72,371-498-70,-1 0-7,1 0-1,-1 0 0,0 0 1,1 0-1,0 1 0,-1-1 1,1 0-1,-1 1 0,1-1 1,0 1-1,0-1 0,0 1 1,0-1-1,0 1 0,0 0 1,1 0-1,-1-1 0,0 1 1,1 0-1,0 0 0,-1 0 1,1 0-1,0 0 0,0 0 1,0-1-1,0 1 0,0 0 1,0 0-1,1 0 0,-1 0 1,0 0-1,1 0 0,0-1 1,-1 1-1,1 0 0,0 0 1,0-1-1,0 1 0,0-1 1,0 1-1,1-1 0,-1 1 1,0-1-1,1 0 0,-1 1 1,1-1-1,-1 0 0,1 0 7,11 4 29,-1-3-24,0 1 0,-1 0 1,0 1-1,1 0 0,-2 0 1,1 1-1,0 1 1,-1 0-1,0 0 0,0 1 1,-1 0-1,0 1 1,0 0-1,-1 0 0,0 1 1,0 0-1,-1 0 0,0 1 1,-1 0-1,0 0 1,-1 1-1,0 0 0,0 0 1,-1 0-1,0 0 0,0 6-5,-6-11-58,1 1-1,-1-1 0,-1 0 0,1 0 0,-1 0 1,0 0-1,0 0 0,-1 0 0,0-1 0,0 0 1,0 0-1,0 0 0,-1 0 0,0-1 0,0 1 1,0-1-1,-3 1 59,-11 12-790,-16 16-2054,3-3-2838</inkml:trace>
  <inkml:trace contextRef="#ctx0" brushRef="#br0" timeOffset="83780.399">11425 367 5313,'0'0'3778,"0"0"2456,0 0-3135,0 0-1012,0 0-395,7 1 1993,-4 124-2411,-3 312 235,-2-430-1559,1-1 0,1 0-1,-1 0 1,1 0-1,0 1 1,0-1-1,1 0 1,0 0 0,0 0-1,0 0 1,1 0-1,0 0 1,0 0-1,1 0 1,-1 0 0,1-1-1,0 0 1,1 1-1,-1-1 1,1 0-1,0-1 1,0 1 0,1-1-1,0 1 1,-1-2-1,1 1 1,1 0 50,25-29-8070,-22-1-2168</inkml:trace>
  <inkml:trace contextRef="#ctx0" brushRef="#br0" timeOffset="84047.759">10936 494 14771,'0'0'2353,"0"0"-1537,0 0-24,0 0 136,0 0 689,0 0-825,0 0-8,200-52-256,-104 35-136,8-3-224,0 0-72,-8 0 64,-9 2-88,-16 2-144,-16 10-240,-23 3-2537,-18 3-3424</inkml:trace>
  <inkml:trace contextRef="#ctx0" brushRef="#br0" timeOffset="84348.144">11160 985 13099,'0'0'2602,"0"0"-1237,0 0-675,0 0 365,0 0 566,22 4-127,145 14 406,137-55 98,-201 24-1961,-35 15-3740,-45 2-1251</inkml:trace>
  <inkml:trace contextRef="#ctx0" brushRef="#br0" timeOffset="84831.373">11946 751 16660,'0'0'2669,"0"0"-1599,0 0-674,0 0 220,0 0 451,0 0-255,20 23-433,64 71-123,-29 9-169,-53-152-425,-4 34 330,1 1-1,0 0 1,1 0-1,1-1 1,0 1-1,1 0 0,1 0 1,0 0-1,1 0 1,0 1-1,1-1 1,1 1-1,0 0 1,0 0-1,2 1 0,-1 0 1,1 0-1,1 1 1,1-1 8,-7 10 3,-1-1 1,1 1 0,-1 0-1,1 0 1,0 0 0,0 1-1,0-1 1,0 1 0,0-1 0,0 1-1,0 0 1,0 0 0,0 0-1,1 1 1,-1-1 0,0 1-1,1 0 1,-1 0 0,0 0-1,1 0 1,-1 0 0,0 1-1,1-1 1,-1 1 0,0 0 0,0 0-1,0 1 1,0-1 0,0 0-1,0 1 1,0 0 0,0 0-1,0 0 1,-1 0 0,1 0-1,-1 0 1,0 1 0,1-1-1,-1 1 1,0 0 0,-1-1-1,3 4-3,60 131 599,4 37-19,-68-173-589,1 1 0,0 0 1,0-1-1,0 1 0,0-1 0,0 0 0,0 1 0,0-1 0,1 0 0,-1 1 0,0-1 0,1 0 0,-1 0 0,1 0 0,0 0 0,-1 0 0,1-1 1,0 1-1,-1 0 0,1-1 0,0 1 0,-1-1 0,1 0 0,0 0 0,0 1 0,0-1 0,0 0 0,-1-1 0,1 1 0,0 0 0,0 0 1,-1-1-1,1 1 0,0-1 0,0 1 0,-1-1 0,1 0 0,0 0 0,-1 0 0,1 0 0,-1 0 0,0 0 0,1 0 0,-1 0 0,0-1 0,1 1 1,-1 0-1,0-1 0,0 1 0,0-1 0,0 1 0,0-1 0,-1 0 9,44-90-5947,-28 35-395</inkml:trace>
  <inkml:trace contextRef="#ctx0" brushRef="#br0" timeOffset="85118.561">12473 0 14803,'0'0'3984,"0"0"-2128,0 0-1164,0 0 106,9 31 1007,128 401 2276,-9 107-1910,-96-476-3361,-30-69-169,-2-67-6095,0 25 1406</inkml:trace>
  <inkml:trace contextRef="#ctx0" brushRef="#br0" timeOffset="85325.043">12426 563 13987,'0'0'3929,"0"0"-2809,0 0-712,0 0 8,0 0 1585,0 0-489,0 0-400,136 2-952,-62-11 104,7-16-264,-2-4 0,3-8-664,-20 8-3521,-23 7-11762</inkml:trace>
  <inkml:trace contextRef="#ctx0" brushRef="#br0" timeOffset="86046.438">13011 1060 15243,'0'0'2331,"0"0"-1113,0 0-374,0 0 556,0 0-63,9-23-709,77-160-168,-67 113-436,-22 68-99,1 1 1,-1-1-1,0 1 0,1-1 1,-1 1-1,0 0 1,0 0-1,0 1 0,0-1 1,0 0-1,0 1 0,0 0 1,0 0-1,0 0 1,0 0-1,0 0 0,0 0 1,0 1-1,0 0 0,0-1 1,0 1-1,0 0 1,0 1-1,0-1 0,0 0 1,0 1 74,-5 3 24,1-1 1,-1 1-1,1 0 0,0 1 1,1 0-1,0 0 1,-1 0-1,2 1 1,-1 0-1,1 0 1,0 0-1,1 1 1,-1-1-1,2 1 1,-1 0-1,1 0 1,0 1-1,1-1 0,0 1 1,0-1-1,1 1 1,0 0-1,0 0 1,1-1-1,0 1 1,1 1-25,2-5 37,1 0 0,-1-1 0,1 1 0,0-1 0,1 0 0,-1 0 0,1-1 1,-1 1-1,1-1 0,0 0 0,0-1 0,1 1 0,-1-1 0,1 0 0,-1 0 0,1 0 0,-1-1 1,1 0-1,0 0 0,0-1 0,0 1 0,-1-1 0,1 0 0,0-1 0,6-1-37,-12 2 1,11 3 6,-1-1 1,1-1 0,0 0-1,0-1 1,0 0-1,0 0 1,0-1-1,0-1 1,0 0-1,-1 0 1,1-1-1,-1 0 1,1-1-1,-1 0 1,0-1-1,-1 0 1,1-1-1,-1 0 1,0 0 0,0-1-1,-1 0 1,0 0-1,0-1 1,-1 0-1,0-1 1,0 1-1,-1-1 1,0-1-1,-1 1 1,0-1-1,2-4-7,1-98 16,15 150 718,-17-28-635,0 0 1,1 0-1,1-1 1,-1 0-1,1 0 1,1-1-1,0 0 1,0 0-1,0-1 1,1 0-1,0-1 1,1 0-1,-1 0 0,1-1 1,0-1-1,0 0 1,1 0-1,-1-1 1,1-1-1,-1 0 1,1 0-1,0-1 1,0-1-1,0 0 1,0 0-1,0-1 1,7-2-100,-15 2-4,-1 0 1,1 0-1,0 0 0,-1-1 1,1 1-1,-1-1 1,1 0-1,-1 0 1,0 0-1,1 0 1,-1-1-1,0 1 0,-1-1 1,1 0-1,0 0 1,-1 0-1,0 0 1,0 0-1,1 0 0,-2-1 1,1 1-1,0-1 1,-1 1-1,0-1 1,0 0-1,0 0 0,0 1 1,0-1-1,-1 0 1,0 0-1,1 0 1,-2 0-1,1 0 1,0 0-1,-1 1 0,0-1 1,0 0-1,0 0 1,0 1-1,0-1 1,-1 0-1,0 1 0,1-1 1,-1 1-1,-1 0 1,1 0-1,0 0 1,-1 0-1,0 0 1,1 0-1,-1 1 0,-1-2 4,-1-2-52,1 0 0,-1-1-1,0 1 1,-1 1-1,1-1 1,-1 1-1,0 0 1,-1 0 0,1 1-1,-1 0 1,0 0-1,0 0 1,0 1 0,0 0-1,-1 1 1,1-1-1,-1 1 1,1 1-1,-1-1 1,0 2 0,0-1-1,0 1 1,0 0-1,1 0 1,-1 1 0,0 0-1,0 1 1,1-1-1,-1 2 1,1-1-1,-1 1 1,1 0 0,-1 1 52,1 3-91,1 0 0,-1 0 0,2 0 0,-1 1 0,1 0 0,0 0 0,1 1 0,0-1 0,0 1 0,1 0 0,0 0 0,0 0 0,0 7 91,-4 76-8493,7-63-3525</inkml:trace>
  <inkml:trace contextRef="#ctx0" brushRef="#br0" timeOffset="86428.38">13686 665 14003,'0'0'2395,"0"0"-1291,0 0-331,0 0 838,0 0 594,2 23-347,34 422 2284,117-49-3747,-149-390-399,-2 0 0,1 1 0,-1-1 0,0 1 0,0-1 0,-1 1 0,1 0 0,-2 0 0,1 0 0,-1 0 0,0 0 0,0 0 0,-1-1 0,0 1 0,0 0 0,-1 0 0,0 0 0,0-1 0,0 1 0,-1-1 0,0 0 0,0 0 0,-1 0 0,1 0 0,-1 0 0,-1-1 0,1 0 0,-1 0 0,0 0 0,0 0 0,0-1 0,-1 1 0,0-2 0,-2 3 4,-19 5 5,0 0 0,0-2-1,0 0 1,-1-2 0,-1-2 0,1 0 0,-1-2-1,0-1 1,1-1 0,-1-2 0,0 0-1,-22-6-4,45 8-29,1-1-1,0 0 0,-1 0 0,1-1 1,0 0-1,0 1 0,-1-2 0,1 1 0,0-1 1,0 1-1,0-1 0,1-1 0,-1 1 1,0-1-1,1 0 0,-1 0 0,1 0 1,0 0-1,0-1 0,0 0 0,1 0 0,-1 0 1,1 0-1,0 0 0,0-1 0,1 0 1,-1 1-1,1-1 0,0 0 0,0 0 1,0-3 29,52-109-4080,-3 60-1449</inkml:trace>
  <inkml:trace contextRef="#ctx0" brushRef="#br0" timeOffset="87099.191">14059 718 9402,'0'0'6027,"0"0"-4131,0 0-1348,0 0 219,0 0 296,0 0 121,1 10-374,5 22-523,1-1 0,1 0 0,2-1 0,1 0 0,2-1 0,1 0 1,1-1-1,1-1 0,1 0 0,2 0-287,-42-41-820,17 5 801,0 1 0,1-1 0,0 0 0,0-1 0,1 1 1,0-1-1,1 0 0,0 0 0,1 0 0,0 0 0,0-1 0,1 1 0,1 0 1,-1-1-1,2 1 0,-1-1 0,2 1 0,-1 0 0,2-4 19,-1 8-6,-1 0-1,1 0 1,0 1 0,0-1-1,0 1 1,1 0-1,0 0 1,0-1 0,0 2-1,1-1 1,-1 0-1,1 1 1,0 0 0,1 0-1,-1 0 1,1 0-1,-1 0 1,1 1 0,0 0-1,1 0 1,-1 1-1,0-1 1,1 1 0,0 0-1,-1 1 1,1-1-1,0 1 1,0 0 0,-1 1-1,1-1 1,0 1-1,0 1 1,0-1 0,1 1 6,3 3 28,0 1 1,-1 0 0,1 1 0,-1 0-1,0 0 1,0 1 0,-1 0-1,0 0 1,0 1 0,0 1 0,-1-1-1,-1 1 1,1 0 0,-2 0 0,1 1-1,-1 0 1,-1 0 0,1 0-1,1 9-28,7 8 109,-3-7 13,-8-12-104,0 0 0,1 0-1,-1-1 1,2 1 0,-1-1 0,1 1-1,0-1 1,0 0 0,1-1 0,0 1-1,0-1 1,0 0 0,1 0 0,0 0-1,1-1 1,-1 0 0,1 0 0,0-1-1,0 0 1,0 0 0,0 0 0,1-1 0,0 0-1,-1-1 1,1 0 0,0 0 0,0 0-1,0-1 1,1 0 0,-1-1 0,8 0-18,-8-6-6,1 1 1,-1-1 0,-1-1-1,1 1 1,-1-1 0,0-1 0,0 1-1,-1-1 1,0 0 0,-1-1 0,0 0-1,0 1 1,0-1 0,-1-1-1,-1 1 1,0-1 0,0 1 0,-1-1-1,0 0 1,0 0 0,-1 0-1,-1 0 1,0 0 0,0-2 5,3-129-234,-3 138 229,-1-1 0,0 0-1,0 1 1,0-1 0,0 1-1,0 0 1,-1-1 0,0 1-1,0 0 1,1 0 0,-2 0-1,1 0 1,0 0-1,-1 0 1,1 1 0,-1-1-1,0 1 1,0 0 0,0 0-1,0 0 1,0 0 0,0 0-1,-1 1 1,1-1-1,0 1 1,-1 0 0,0 0-1,1 0 1,-1 1 0,1-1-1,-1 1 1,0 0 0,1 0-1,-1 0 1,0 0-1,1 1 1,-1-1 0,1 1-1,-1 0 1,1 0 0,-1 0-1,1 1 1,-1-1 0,1 1-1,0 0 1,0 0 0,0 0-1,0 0 1,0 1-1,0-1 1,-1 2 5,-8 6-1,1 0 0,0 1 0,0 0 0,1 0 0,0 1 0,1 1 0,0 0 0,1 0 0,1 0 0,0 1 1,1 0-1,0 1 0,1-1 0,1 1 0,0 0 0,1 0 0,1 1 0,-1 14 1,4 17-1434,1-11-3072</inkml:trace>
  <inkml:trace contextRef="#ctx0" brushRef="#br0" timeOffset="87894.646">14939 805 16836,'0'0'3382,"0"0"-2046,0 0-711,0 0 337,0 0-34,-7 22-266,-19 73-312,26-89-342,0 0 0,0 0 0,1 0 0,0-1 0,0 1 0,0 0 0,1 0 0,0-1 0,0 1 0,0-1 0,1 1 0,0-1 0,0 0 0,0 0 0,1 0 0,-1-1 0,1 1 0,0-1 0,1 0 0,-1 0 0,1 0 0,0-1 0,0 1 0,0-1 0,0 0 0,0-1 0,1 1 0,-1-1 0,1 0 0,-1-1 0,6 2-8,-7-1-74,-1 0 0,0-1-1,1 1 1,-1-1-1,1 0 1,-1 1-1,1-2 1,-1 1-1,1 0 1,0-1 0,0 1-1,-1-1 1,1 0-1,0-1 1,-1 1-1,1-1 1,0 1 0,-1-1-1,1 0 1,-1 0-1,1-1 1,-1 1-1,1-1 1,-1 1-1,0-1 1,0 0 0,0-1-1,0 1 1,0 0-1,0-1 1,-1 0-1,1 1 1,-1-1 0,0 0-1,1 0 1,-2-1-1,1 1 1,0-1 74,40-149-2070,-38 128 2054,1 0 1,1 0 0,2 0 0,0 1-1,1 1 1,2-1 0,0 2-1,4-5 16,-12 24 79,1 0-1,-1 0 1,1 1-1,0-1 1,0 1-1,0 0 1,0 0-1,0 0 1,1 1-1,-1-1 1,0 1-1,1 0 1,-1 1-1,1-1 1,0 1-1,-1-1 1,1 1-1,-1 1 1,1-1-1,-1 1 1,1-1-1,-1 1 1,1 1-1,-1-1 1,1 1-1,-1-1 1,0 1-1,0 1 1,0-1-1,0 0 1,0 1-1,-1 0 1,1 0-1,-1 0 1,0 0-1,0 0 1,0 1-1,1 1-78,42 23 223,-50-30-176,0 0 0,-1 0 0,1 0 0,-1 1 1,0-1-1,1 1 0,-1 0 0,0 0 0,0 1 0,0 0 0,1 0 0,-1 0 0,0 0 0,0 0 0,0 1 0,1 0 0,-1 0 0,0 1 0,1-1 0,-1 1 0,1 0 0,-1 0 0,1 0 0,0 1 0,0 0 0,0 0 0,0 0 0,0 0 0,1 0 0,0 1 0,-1-1 0,1 1 0,0 0 0,-2 4-47,-2 5 30,0 0 0,1 0 0,0 1 0,1 0-1,1 0 1,0 0 0,1 1 0,0-1-1,1 1 1,1-1 0,0 1 0,1 0 0,1 0-1,0-1 1,3 10-30,2-17 15,0 0 0,0-1 0,1 0 0,0 0 0,1 0 0,-1-1 0,1 0 0,0-1 0,0 1 0,0-1 0,1-1 0,-1 0 0,1 0 0,0-1-1,0 0 1,0 0 0,0-1 0,0-1 0,0 1 0,1-1 0,-1-1 0,0 0 0,0 0 0,0 0 0,0-1 0,0-1 0,-1 0 0,6-2-15,-5 2-1,1-1 1,-1 0-1,0 0 1,0-1-1,0 0 1,0-1-1,-1 0 1,0 0-1,-1-1 0,1 0 1,-1-1-1,0 1 1,-1-1-1,0 0 1,0-1-1,-1 1 1,0-1-1,0-1 1,-1 1-1,-1 0 0,1-1 1,-1 0-1,-1 0 1,0 0-1,0 0 1,-1 0-1,0-6 1,17 30-21,8 22 119,-21-27-39,0 0 1,1-1-1,0 0 1,0 0-1,0 0 1,1 0 0,1-1-1,-1-1 1,1 1-1,0-1 1,0 0-1,1-1 1,0 0-1,0 0 1,0-1-1,0 0 1,1-1 0,0 0-1,0 0 1,-1-1-1,5 0-59,-9-1-182,0-1 0,-1 0 0,1-1 0,0 1 0,-1-1-1,1 0 1,-1 0 0,1-1 0,-1 1 0,0-1 0,0 0 0,0 0 0,1 0-1,-2-1 1,1 1 0,0-1 0,0 0 0,-1 0 0,0 0 0,0-1-1,0 1 1,0-1 0,0 1 0,0-1 0,-1 0 0,0 0 0,0-1 0,0 1-1,-1 0 1,1-1 182,14-30-6296</inkml:trace>
  <inkml:trace contextRef="#ctx0" brushRef="#br0" timeOffset="88127.664">15831 462 14195,'0'0'6986,"0"0"-5210,0 0-1128,0 0 592,0 0 345,0 0-601,0 0-784,-37-4-200,42 17-744,15 7-1145,2-4-3096</inkml:trace>
  <inkml:trace contextRef="#ctx0" brushRef="#br0" timeOffset="88442.949">16056 698 15835,'0'0'2316,"0"0"-765,10 20-70,88 159 1549,-94-172-2988,1-1 0,-1 0 0,1 1 0,0-2-1,0 1 1,1-1 0,-1 1 0,1-2 0,0 1 0,1 0 0,-1-1-1,1-1 1,0 1 0,0-1 0,0 0 0,0 0 0,1-1-1,-1 0 1,1-1 0,-1 1 0,7-1-42,2-66-353,-38-76-118,21 137 474,-1 0 0,1 0 0,-1 0 0,0 1 0,0-1 0,-1 1 1,1-1-1,-1 1 0,1 0 0,-1 0 0,0 0 0,-1 0 0,1 0 1,0 1-1,-1 0 0,1-1 0,-1 1 0,0 0 0,0 1 0,1-1 0,-1 1 1,0 0-1,-1 0 0,1 0 0,0 0 0,0 1 0,0-1 0,0 1 0,-1 0 1,1 1-1,0-1 0,-2 1-3,-3 2-81,0 1 1,1 0-1,-1 0 1,1 1-1,0 0 0,0 0 1,1 1-1,0 0 1,0 1-1,0-1 0,1 1 1,0 0-1,0 1 1,1 0-1,-1 0 1,2 0-1,-1 0 0,1 1 1,1-1-1,0 1 1,0 0-1,0 0 0,1 1 1,1-1-1,-1 0 1,1 5 80,26 26-8671,1-32-1938</inkml:trace>
  <inkml:trace contextRef="#ctx0" brushRef="#br0" timeOffset="88898.438">16473 747 5233,'0'0'9431,"0"0"-6152,0 0-2431,0 0 196,0 0 780,3 23-418,29 167 180,15-105-1142,-47-85-515,-12-59-939,11 48 941,1 1 0,0 0 0,1 0 0,0 0 0,0 0 0,1 0 0,1 0 0,-1 0 0,2 1 0,-1-1 0,1 1 0,1 0 0,0 0 0,0 0 0,0 1 0,1-1 0,1 1 0,-1 1 0,1-1 0,8-5 69,-14 11 3,1 0-1,0 0 0,0 1 1,-1-1-1,1 1 0,0-1 1,1 1-1,-1-1 1,0 1-1,0 0 0,0 0 1,1 0-1,-1 0 0,1 1 1,-1-1-1,1 1 1,-1-1-1,0 1 0,1 0 1,0 0-1,-1 0 0,1 0 1,-1 1-1,0-1 1,1 0-1,-1 1 0,1 0 1,-1 0-1,0 0 0,1 0 1,-1 0-1,0 0 1,0 0-1,0 1 0,0-1 1,0 1-1,0-1 0,0 1 1,0 0-3,52 95 1107,-30-48-396,-21-43-692,1-1 0,0 1 0,0-1 0,1-1 0,0 1 0,-1-1 1,2 1-1,-1-1 0,0-1 0,1 1 0,-1-1 0,1 0 0,0 0 0,0-1 0,1 1 0,-1-1 0,0-1 0,1 1 0,-1-1 0,1 0 0,-1-1 0,1 0 0,0 0 0,-1 0 0,1-1 0,-1 0 0,1 0 0,-1 0 0,2-1-19,58-93-8295,-62 87 7275,12-36-4528</inkml:trace>
  <inkml:trace contextRef="#ctx0" brushRef="#br0" timeOffset="89148.112">16436 131 14699,'0'0'5785,"0"0"-4664,0 0-761,0 0-216,0 0 1376,0 0-472,0 0-720,-39 158-304,24-111 128,3 11-304,-1-12-1272,8-12-4921</inkml:trace>
  <inkml:trace contextRef="#ctx0" brushRef="#br0" timeOffset="92648.836">11081 2445 7194,'0'0'1004,"0"0"2946,0 0-1451,0 0-688,0 0-797,0 0-241,-5 12-239,-142 441 4129,125-384-4539,3 1-1,3 1 0,3 1 0,3 0 0,0 47-123,20-134-88,-2-14-90,-1-1 0,-2 1 0,-1-1 0,-1 0 0,-2 0 0,-1 0 0,-2-20 178,1-10-371,-1-460-788,26 435 1627,-21 85-440,0 1 1,-1 0-1,1 0 1,-1 0-1,1 0 1,-1 0-1,1 0 1,-1 1-1,0-1 1,0 1-1,0 0 1,0-1 0,0 1-1,0 0 1,0 0-1,0 0 1,-1 1-1,1-1 1,-1 0-1,0 1 1,0-1-1,1 0 1,-2 1-1,1 0 1,0-1-1,0 1 1,-1-1-1,1 1 1,-1 2-29,3 2 98,113 414 3275,-42-123-1502,-66-271-1818,1-1-1,1 0 0,2-1 1,0 0-1,2 0 0,0-2 1,2 0-1,3 3-52,10 0-838,-16-49-5465,-13-5 61</inkml:trace>
  <inkml:trace contextRef="#ctx0" brushRef="#br0" timeOffset="92894.135">10837 3166 15659,'0'0'2745,"0"0"-1529,0 0-544,0 0 969,0 0-121,0 0-776,0 0-368,170-25-368,-88 12-8,4-3-32,8-2 24,0 1-568,20-10-1488,-25 2-2201,-20 8-5745</inkml:trace>
  <inkml:trace contextRef="#ctx0" brushRef="#br0" timeOffset="93179.375">11435 3150 13235,'0'0'2163,"0"0"-1059,0 0-417,0 0 616,0 0 608,0 0-356,8 0-483,277-18 2945,-78-6-5709,-192 31-4862,-14 3 1140</inkml:trace>
  <inkml:trace contextRef="#ctx0" brushRef="#br0" timeOffset="93435.253">11603 3381 9418,'0'0'2583,"0"0"-880,0 0-492,0 0 355,0 0-31,0 0 101,6 3-79,98 14 1954,72-28-2552,-122 5-1243,10-2-4968,-36 4-1032</inkml:trace>
  <inkml:trace contextRef="#ctx0" brushRef="#br0" timeOffset="94298.694">13115 2396 11202,'0'0'2616,"0"0"-956,0 0-805,0 0-122,0 0 228,0 0 129,0-17 100,-1-54-18,0 69-1096,1 0-1,-1 1 0,1-1 1,-1 0-1,0 0 0,0 0 1,0 1-1,0-1 0,0 1 0,0-1 1,0 1-1,-1-1 0,1 1 1,-1-1-1,1 1 0,-1 0 1,1 0-1,-1 0 0,0 0 1,1 0-1,-1 0 0,0 0 1,0 1-1,0-1 0,1 1 1,-1-1-1,0 1 0,0 0 1,0-1-1,0 1 0,0 0 1,0 0-1,0 1 0,0-1 1,0 0-1,0 1 0,0-1 0,1 1 1,-2 0-76,-5-1 134,-12 4-85,1 0 0,0 2 0,0 0 0,1 1 0,0 0 0,0 2 0,0 0 0,1 1 0,1 1 0,0 0 1,0 1-1,1 1 0,1 1 0,0 0 0,1 0 0,0 2 0,1-1 0,1 2 0,1-1 0,0 2 0,1-1 1,1 1-1,0 0 0,2 1 0,0 0 0,0 4-49,-5 33 258,2 1 1,3 0-1,2 0 0,3 0 1,2 0-1,3 1 0,2 2-258,34 302 1102,-5-65 363,-7 209-1465,-28-468 1,3-14 9,-1 0 1,-1 0-1,-1 0 1,-1 0 0,-1 0-1,-1 0 1,-1 0-1,-2-1 1,0 1-1,-1-1 1,-2-1 0,0 1-1,-1-2 1,-2 1-1,0-1 1,-1-1-1,-8 9-10,7-20 8,-1-1-1,1-1 0,-1 0 1,-1-1-1,0-1 0,1 0 1,-2-1-1,1-1 0,0 0 1,-1-2-1,1 0 0,-1 0 1,1-2-1,-1 0 0,1 0 0,-14-4-6,17 4 30,-4 0-38,1-1 0,-1-1 0,1 0 0,-1-1 0,1 0 0,1-1 0,-1-1 0,1-1 0,0 0 0,0-1 0,1-1-1,-5-3 9,17 10-62,0-1 1,0 1-1,0-1 1,0 1 0,0-1-1,1 0 1,-1 0-1,1 0 1,-1 0 0,1 0-1,0 0 1,1 0-1,-1-1 1,0 1 0,1 0-1,0-1 1,0 1 0,0 0-1,0 0 1,0-1-1,1 1 1,-1 0 0,1 0-1,0-1 1,0 1-1,0 0 1,0 0 0,1 0-1,-1 0 1,1 1-1,0-1 1,0 0 0,0 1-1,0-1 1,1-1 60,51-58-5592,4 11-6027</inkml:trace>
  <inkml:trace contextRef="#ctx0" brushRef="#br0" timeOffset="95455.802">13293 2899 10386,'0'0'2189,"0"0"-545,0 0-417,0 0-92,0 0-267,0 0 76,2-13-277,6-58 475,-47 67 795,27 9-1813,0 1 0,0 0-1,1 1 1,0 0-1,0 1 1,1 0 0,0 0-1,0 1 1,1 1-1,0-1 1,1 1 0,0 1-1,0 0 1,1 0 0,1 0-1,-3 6-123,-8 16 253,1 1 0,2 0 0,1 1 0,2 1 0,1 0 0,2 1 1,2-1-1,1 1 0,2 0 0,1 1 0,2-1 0,2 0 0,1 0 0,2 0 0,1 0 0,8 20-253,15 155-35,-29-209-104,0 0-1,0-1 1,0 1-1,0 0 1,-1 0-1,1-1 1,-1 1 0,0 0-1,0-1 1,0 1-1,0-1 1,0 1-1,-1-1 1,1 1-1,-1-1 1,0 0-1,1 0 1,-1 0-1,0 0 1,0 0-1,0 0 1,-1 0-1,1-1 1,0 1-1,-1-1 1,1 0-1,-1 1 1,1-1-1,-1 0 1,1-1-1,-1 1 1,0 0 0,0-1-1,-2 1 140,-13-36-8270,14 5-672</inkml:trace>
  <inkml:trace contextRef="#ctx0" brushRef="#br0" timeOffset="95719.229">12833 3406 13355,'0'0'2752,"0"0"-1375,0 0-817,0 0 216,0 0 1120,0 0-463,0 0-705,107-29-512,-53 22-144,3 0 32,7 1-184,0-5 88,6-1-16,-4-3-224,13-10-2121,-17 5-1719,-15 0-3234</inkml:trace>
  <inkml:trace contextRef="#ctx0" brushRef="#br0" timeOffset="95994.184">13607 3094 784,'0'0'8935,"0"0"-5423,0 0-1880,0 0-650,0 0 66,0 0 263,-11 23 195,6-11-1270,-8 13 391,1 1 0,2 0 0,1 1 0,1 0 0,1 1 0,-3 27-627,7-49 64,1 0 1,0 0-1,1 0 1,-1 0-1,1 0 1,0 1-1,1-1 1,0 0-1,0 1 1,0-1 0,1 0-1,0 1 1,0-1-1,0 0 1,1 0-1,0 0 1,0 0-1,0 0 1,1-1-1,0 1 1,0 0-1,1-1 1,-1 0-1,1 0 1,0 0-1,1-1 1,-1 1-1,1-1 1,0 0 0,0 0-1,0 0 1,0-1-1,1 0 1,0 0-1,-1 0 1,1-1-1,0 0 1,0 0-1,2 0-64,8 0-43,0 0 0,0-1 0,1-1 0,-1-1-1,0 0 1,0-1 0,0-1 0,0 0 0,0-1 0,9-4 43,85-53-6482,-76 34 870</inkml:trace>
  <inkml:trace contextRef="#ctx0" brushRef="#br0" timeOffset="96252.252">14220 3034 8602,'0'0'7129,"0"0"-6008,0 0-489,0 0 360,0 0 1336,-37 118-567,9-67-769,-4 3-560,3-3-360,-1-5-72,5-8 160,6-11-256,9-12 96,2-6-160,6-4-720,-1-5-1561,3-2-1567,-2-14-8635</inkml:trace>
  <inkml:trace contextRef="#ctx0" brushRef="#br0" timeOffset="96499">14037 3090 10922,'0'0'5618,"0"0"-3770,0 0-328,0 0-7,62 136-17,-40-99-472,3-3-488,-1-5-328,3-3 8,1-6-288,-4-4 72,1-5-72,-3-7-920,3-4-2105,-8 0-1240,-2-4-3040</inkml:trace>
  <inkml:trace contextRef="#ctx0" brushRef="#br0" timeOffset="96791.479">14319 2881 11947,'0'0'4332,"0"0"-2610,0 0-1112,0 0-214,0 0 957,0 0 393,26 22-650,88 73-601,-96-80-465,0 1 0,-1 1 0,-2 0 0,1 2-1,-2-1 1,-1 2 0,0 0 0,-1 0 0,-1 1 0,-1 1 0,-1 0-1,-1 0 1,-1 1 0,-1-1 0,-1 2 0,-1-1 0,-1 0 0,-1 1-1,-1 0 1,-1-1 0,-2 1 0,0 0 0,-2 6-30,-16 24-1219,0-22-4100,7-17-2293</inkml:trace>
  <inkml:trace contextRef="#ctx0" brushRef="#br0" timeOffset="97662.417">15156 3097 11378,'0'0'3057,"0"0"-894,0 0-676,0 0-8,0 0 142,0 0-289,-20 21-364,-63 72-260,81-89-668,-1-1-1,1 1 0,0 0 1,0 0-1,0 0 1,0 0-1,0 0 0,1 0 1,0 0-1,0 0 1,0 1-1,1-1 0,-1 1 1,1-1-1,0 0 0,0 1 1,1-1-1,-1 0 1,1 1-1,0-1 0,0 0 1,0 0-1,1 1 1,0-1-1,0 0 0,0 0 1,0-1-1,0 1 1,1 0-1,-1-1 0,1 1 1,0-1-1,0 0 1,0 0-1,1 0 0,-1-1 1,1 1-1,0-1 1,-1 0-1,1 0 0,0 0 1,0 0-1,0-1 1,1 1-1,-1-1 0,0 0 1,1 0-1,-1-1 1,0 1-1,4-1-39,5 3-80,0-1 0,0-1 0,0 0-1,0 0 1,0-2 0,0 1 0,1-2 0,-1 1 0,-1-2 0,1 0-1,0 0 1,-1-2 0,1 1 0,-1-1 0,-1-1 0,1 0 0,-1-1-1,0 0 1,0-1 0,-1 0 0,0 0 0,0-1 0,-1-1 0,0 0-1,-1 0 1,0 0 0,-1-1 0,0 0 0,0-1 0,-1 1 0,-1-1 0,0-1-1,3-10 81,-7 17-120,0 1 0,0-1 0,-1 1 0,1-1 0,-1 0 0,0 1 0,-1-1 0,1 1 0,-1-1 0,0 0 0,-1 1 0,1 0 0,-1-1 0,0 1 0,0 0 0,-1 0 0,0 0 0,0 0 0,0 1 0,0-1 0,-1 1 0,1 0 0,-1 0 0,0 0 0,-1 0 0,1 1 0,-1-1 0,1 1 0,-1 0 0,0 1 0,0-1 0,0 1 0,0 0-1,-1 0 1,1 1 0,-1-1 0,1 1 0,-6 0 120,3-2 15,-1 1-1,1 1 0,-1 0 0,0 0 1,0 0-1,1 1 0,-1 1 0,0-1 0,0 1 1,0 1-1,1 0 0,-1 0 0,1 0 1,0 1-1,-1 1 0,1-1 0,0 1 0,1 0 1,-1 1-1,1 0 0,0 0 0,0 1 1,1 0-1,-1 0 0,1 1 0,0-1 0,1 1 1,0 0-1,0 1 0,1-1 0,-1 1 1,2 0-1,-1 0 0,1 0 0,0 1 1,1-1-1,0 1 0,0 0 0,1 5-14,1-11-49,1-1 0,-1 1 0,1 0 1,0-1-1,0 1 0,1 0 0,-1-1 0,0 1 0,1-1 0,0 0 0,-1 0 0,1 1 0,0-1 1,0 0-1,0 0 0,1-1 0,-1 1 0,0 0 0,1-1 0,-1 1 0,1-1 0,-1 0 0,1 0 1,0 0-1,-1 0 0,1 0 0,0-1 0,0 1 0,0-1 49,57 9-5232,-58-9 4934,55 2-11354</inkml:trace>
  <inkml:trace contextRef="#ctx0" brushRef="#br0" timeOffset="97934.635">15297 2570 15603,'0'0'2729,"0"0"-545,0 0-1463,0 0-129,0 0 632,37 115 640,0-32-639,3 8-713,-3 0-200,0-4-144,-5-12-184,-5-10 16,-2-12 0,-3-11-440,3-4-1049,-5-14-3072,-3-8-1680</inkml:trace>
  <inkml:trace contextRef="#ctx0" brushRef="#br0" timeOffset="98232.062">16085 2883 15331,'0'0'2442,"0"0"-1236,0 0-683,0 0 1124,-11 22 286,-77 152 61,-103 187-2954,187-366-8038,4-16 2954</inkml:trace>
  <inkml:trace contextRef="#ctx0" brushRef="#br0" timeOffset="98480.682">15730 2954 12659,'0'0'2516,"0"0"-763,0 0 34,14 20 497,253 295 2825,-256-304-5080,0 0-1,1-1 1,0-1 0,1 0-1,0 0 1,0-2-1,0 1 1,1-2-1,1 0 1,-1 0 0,1-2-1,-1 0 1,5 1-29,67-28-2776,-59 0-2108</inkml:trace>
  <inkml:trace contextRef="#ctx0" brushRef="#br0" timeOffset="100394.114">12811 5266 6249,'0'0'886,"0"0"267,0 0 2055,0 0-961,0 0-827,0 0-606,-5-3-11,1 1-868,2 0 212,0 1 1,0-1-1,0 0 0,-1 1 1,1-1-1,-1 1 0,0 0 1,1-1-1,-1 2 1,0-1-1,1 0 0,-1 0 1,0 1-1,0-1 0,0 1 1,0 0-1,1 0 0,-1 0 1,0 0-1,0 1 1,0-1-1,0 1 0,1 0 1,-1-1-1,0 1 0,1 1 1,-1-1-1,0 0 0,1 0 1,0 1-1,-1 0 1,1-1-1,-2 3-147,-4 8 115,1 1 0,0 0 0,1 0 1,1 1-1,0 0 0,1 0 0,0 0 0,1 0 0,1 1 0,0-1 0,1 1 1,1-1-1,0 1 0,1-1 0,2 14-115,-2-22 50,0 0 0,1 0 0,-1 0 0,1-1 0,0 1 0,1-1 0,0 1 1,0-1-1,0 0 0,0 0 0,1 0 0,-1 0 0,1 0 0,1-1 0,-1 0 0,1 0 0,-1 0 0,1-1 0,0 1 0,0-1 1,1 0-1,-1-1 0,1 1 0,-1-1 0,1 0 0,0 0 0,3 0-50,167 10 558,-168-12-559,0-1 1,-1 0-1,1 0 1,0 0-1,-1-1 1,1 0 0,-1 0-1,1-1 1,-1 0-1,0-1 1,0 1-1,-1-1 1,1 0-1,-1-1 1,0 0-1,0 0 1,0 0 0,-1-1-1,1 0 1,-1 0-1,-1 0 1,1 0-1,-1-1 1,0 0-1,-1 0 1,0 0-1,0 0 1,0 0-1,-1-1 1,0 1 0,0-1-1,-1 0 1,0 1-1,-1-1 1,1 0-1,-1 0 1,-1 1-1,-1-8 1,-3 5 34,0 0-1,-2 1 0,1 0 0,-1 0 1,0 1-1,-1 0 0,0 0 0,0 0 1,0 1-1,-1 0 0,-1 1 0,1 0 1,-1 1-1,0 0 0,0 0 0,0 1 0,-1 0 1,1 1-1,-1 0 0,0 1 0,0 0 1,0 1-1,0 0 0,0 0 0,0 1 1,-1 1-1,-4 1-33,13-2-21,1 0 1,0 1-1,-1-1 1,1 1-1,0-1 0,0 1 1,-1 0-1,1 0 1,0 0-1,0 0 1,0 0-1,0 1 0,0-1 1,0 1-1,0-1 1,1 1-1,-1 0 0,1-1 1,-1 1-1,1 0 1,-1 0-1,1 0 1,0 0-1,0 0 0,0 1 1,0-1-1,0 0 1,1 0-1,-1 1 0,1-1 1,-1 0-1,1 1 1,0-1-1,0 1 1,0-1-1,0 0 0,1 1 1,-1-1-1,0 0 1,1 1-1,0-1 0,0 2 21,27 59-5378,3-39-1223</inkml:trace>
  <inkml:trace contextRef="#ctx0" brushRef="#br0" timeOffset="104110.837">13483 2079 1360,'0'0'7550,"0"0"-4749,0 0-1524,0 0 85,0 0 457,0 0-287,-2-6 3698,-3-7-4319,8 9-891,0 0 0,0 0 0,0 0-1,1 0 1,-1 1 0,1-1-1,0 1 1,0 0 0,0 0-1,1 0 1,-1 1 0,1 0 0,-1 0-1,1 0 1,0 0 0,0 1-1,0-1 1,0 1 0,0 1-1,0-1 1,0 1 0,3 0-20,-4-2-4,0 0-1,0 1 1,0-1 0,1 1 0,-1 0 0,0 0-1,1 1 1,-1 0 0,0-1 0,1 1 0,-1 1 0,1-1-1,-1 1 1,0-1 0,1 1 0,-1 1 0,0-1-1,0 0 1,0 1 0,0 0 0,0 0 0,0 0-1,0 1 1,-1-1 0,1 1 0,-1 0 0,0 0-1,0 0 1,0 0 0,0 1 0,0-1 0,-1 1-1,1-1 1,-1 1 0,0 0 0,0 0 0,-1 0-1,1 0 1,-1 1 0,0-1 0,1 2 4,-2-2-9,0 0 1,0 1-1,-1-1 1,1 1-1,-1-1 0,0 0 1,0 1-1,0-1 1,-1 0-1,1 0 1,-1 0-1,0 0 1,0 0-1,-1 0 1,1 0-1,-1-1 0,0 1 1,0-1-1,0 0 1,0 0-1,-1 0 1,1 0-1,-1-1 1,1 1-1,-1-1 0,0 0 1,0 0-1,0 0 1,-1 0 8,118-35 45,-34 15-60,-74 79-90,-11-45 116,0 0 1,-2-1-1,0 0 0,0 0 0,-1 0 0,-1-1 1,-1-1-1,0 0 0,0 0 0,-1-1 1,-1 0-1,-9 6-11,-90-9 1786,65-20-1959,40 5-4206,29 6-2712</inkml:trace>
  <inkml:trace contextRef="#ctx0" brushRef="#br0" timeOffset="109479.472">16575 3577 5945,'0'0'1898,"0"0"1641,0 0-1329,0 0-803,0 0-269,19 13 3727,76 2-672,52-15-2764,-68-2-1134,-36 0-330,15-1 142,-58 10-7438,-26 5 2106</inkml:trace>
  <inkml:trace contextRef="#ctx0" brushRef="#br0" timeOffset="109811.484">16518 3875 7098,'0'0'906,"0"0"227,0 0 2151,0 0-938,0 0-635,26 1-367,197 8 2801,-35-15-2970,-163 19-8200,-18-8 2198</inkml:trace>
  <inkml:trace contextRef="#ctx0" brushRef="#br0" timeOffset="110698.713">17904 2356 4945,'0'0'5120,"0"0"-3326,0 0-1026,0 0 96,0 0 391,0 0 74,-22-11-374,-67-37-79,83 45-790,0 1-1,1 0 1,-1 0-1,0 1 0,0 0 1,0 0-1,0 0 0,0 1 1,0 0-1,0 0 1,0 0-1,0 1 0,0 0 1,0 0-1,0 0 0,1 1 1,-1 0-1,0 0 1,1 0-1,-1 1 0,1 0 1,0 0-1,0 0 0,0 1 1,0 0-1,1 0 1,-1 0-1,1 0 0,0 1 1,1-1-1,-1 1 0,1 0 1,-1 0-1,2 1 1,-1-1-1,0 3-85,-7 5 195,-12 24 138,1 1-1,3 1 1,1 1-1,2 0 1,1 1-1,3 1 1,1 0-1,2 0 1,2 1-1,2 0 1,1 0-1,3 0 1,1 0-1,3 0 1,5 27-333,123 644 1991,10-125-857,-134-560-1114,-2 0 0,-1 0 0,-1 1 1,-2-1-1,0 1 0,-3-1 1,0 1-1,-2 0 0,-1-1 1,-1 0-1,-2 0 0,0 0 0,-2-1 1,-2 0-1,0-1 0,-2 0 1,-1-1-1,-13 20-20,19-31 30,-1-1-1,-1 1 1,0-1 0,-1-1-1,0 0 1,-1-1-1,0 0 1,-1 0 0,-1-2-1,0 1 1,0-2 0,-1 0-1,0-1 1,0 0-1,-1-1 1,0-1 0,0 0-1,-1-1 1,1-1 0,-1-1-1,0 0 1,0-1-1,-15-1-29,23-5-79,1-2-1,0 1 1,0-1-1,1 0 0,-1 0 1,1-1-1,1 0 0,-1-1 1,1 1-1,1-1 0,-1 0 1,1-1-1,1 1 0,-1-1 1,2 0-1,-1 0 0,1 0 1,0-1-1,1 1 0,0-1 1,1 1-1,0-4 80,2-48-2980,17 26-1851,6 10-1833</inkml:trace>
  <inkml:trace contextRef="#ctx0" brushRef="#br0" timeOffset="111776.516">17272 5453 11282,'0'0'2844,"0"0"-997,0 0-187,-9 24 59,-24 77 82,32-95-1744,-1-1 1,1 1 0,0 1 0,0-1 0,1 0 0,-1 0 0,1 0 0,1 0 0,-1 0 0,1 0-1,0 0 1,1 0 0,-1 0 0,1 0 0,0 0 0,1-1 0,-1 1 0,1-1 0,0 1-1,1-1 1,-1 0 0,1-1 0,0 1 0,0 0 0,1-1 0,-1 0 0,1 0 0,0 0 0,0-1-1,0 0 1,0 0 0,1 0 0,-1 0 0,1-1 0,0 0 0,0 0 0,0-1 0,0 1 0,0-1-1,0-1 1,0 1 0,0-1 0,0 0 0,0 0 0,0-1 0,0 0 0,0 0 0,0 0 0,0-1-1,0 0 1,0 0 0,0 0 0,2-2-58,-1 2-20,1 0 0,-1-1 0,1 1 0,-1-1 0,0-1-1,0 1 1,0-1 0,0 0 0,-1-1 0,0 0 0,0 0 0,0 0 0,0-1-1,-1 1 1,0-1 0,0-1 0,-1 1 0,0-1 0,0 0 0,0 0-1,-1 0 1,0 0 0,0 0 0,-1-1 0,0 1 0,0-1 0,-1 0 0,0 0-1,0 1 1,-1-1 0,0 0 0,0-4 20,-5 6 1,0 0 0,0 1 1,-1-1-1,1 1 0,-1 0 0,-1 1 0,1-1 1,0 1-1,-1 0 0,0 1 0,0 0 0,0 0 0,-1 0 1,1 1-1,0 0 0,-1 1 0,0-1 0,1 1 1,-1 1-1,0 0 0,1 0 0,-1 0 0,0 1 0,1 0 1,-1 0-1,1 1 0,-1 0-1,3-1-4,1 0-1,-1 0 1,1 1-1,0-1 1,0 1-1,-1 0 1,1 0 0,0 0-1,1 1 1,-1-1-1,0 1 1,1 0-1,-1 0 1,1 0-1,0 0 1,0 1 0,0 0-1,1-1 1,-1 1-1,1 0 1,0 0-1,-1 2 5,-6 39-3245,9-30-1242</inkml:trace>
  <inkml:trace contextRef="#ctx0" brushRef="#br0" timeOffset="112977.886">17714 1672 10114,'0'0'1730,"0"0"-766,0 0-264,0 0 630,0 0 17,0 0-527,6-3 3828,28-8-3810,-28 8-813,-1 1-1,1-1 0,0 1 0,0 1 1,0-1-1,1 1 0,-1 0 0,0 0 0,1 1 1,-1 0-1,0 0 0,1 0 0,-1 1 1,0 0-1,0 0 0,1 1 0,-1 0 0,0 0 1,0 0-1,-1 0 0,1 1 0,0 0 1,-1 1-1,0-1 0,0 1 0,0 0 0,0 0 1,0 0-1,-1 1 0,0 0 0,0 0 1,0 0-1,-1 0 0,1 1 0,-1-1 0,-1 1 1,1 0-25,0 0 4,-1 1 0,0-1 0,0 1 0,0 0 1,-1 0-1,0-1 0,0 1 0,-1 0 0,0 0 1,0 0-1,-1 0 0,0 0 0,0-1 0,0 1 0,-1 0 1,0-1-1,0 1 0,-1-1 0,0 1 0,0-1 1,0 0-1,-1-1 0,0 1 0,0 0 0,-1-1 0,1 0 1,-1 0-1,0 0 0,-1 0-4,6-5 7,0-1 0,0 1 0,1 0 0,-1 0 1,0-1-1,1 1 0,-1 0 0,0-1 0,0 1 0,0 0 0,1-1 0,-1 1 0,0 0 0,0-1 1,0 1-1,0-1 0,0 1 0,0 0 0,0-1 0,0 1 0,0-1 0,0 1 0,0 0 0,0-1 1,0 1-1,0-1 0,0 1 0,0 0 0,0-1 0,0 1 0,0 0 0,-1-1 0,1 1 0,0-1-7,5-1-7,0 0 0,0 0 0,0 1 0,1-1 0,-1 1 0,0 0 0,1 1 0,-1-1 0,1 1 0,-1 0 0,1 1 0,-1-1 0,0 1 0,1 0 1,-1 0-1,0 1 0,0-1 0,1 1 0,-1 0 0,-1 1 0,1-1 0,0 1 0,0 0 0,-1 0 0,0 1 0,0-1 0,0 1 0,0 0 0,0 0 0,-1 0 0,1 0 0,-1 1 0,-1 0 0,1-1 0,0 1 0,-1 0 0,0 0 0,0 0 0,-1 1 0,1-1 0,-1 0 0,0 1 0,-1-1 0,1 0 0,-1 1 0,0-1 0,-1 1 0,1-1 0,-1 1 7,-6 6 37,-1 1 1,-1-1-1,0-1 1,0 0-1,-1 0 1,0-1 0,-1 0-1,0-1 1,-1 0-1,0 0 1,0-2-1,-11 6-37,-100 14 1061,118-45-4263,7 3-1247</inkml:trace>
  <inkml:trace contextRef="#ctx0" brushRef="#br0" timeOffset="115397.706">18277 3448 6001,'0'0'648,"0"0"607,0 0 3134,0 0-1577,0 0-1129,0 0-723,6-14 317,15-39 484,-16 40-360,-7 35-1247,-2 0 0,-1 0-1,-1 0 1,0 0 0,-2-1-1,0 0 1,-2-1 0,0 1 0,-1-2-1,-2 2-153,-10 21 190,-144 266-287,160-297-418,-2-9-3400,4-2-733</inkml:trace>
  <inkml:trace contextRef="#ctx0" brushRef="#br0" timeOffset="115718.35">17961 3441 6105,'0'0'4825,"0"0"-2543,0 0-912,0 0-31,24 13-70,78 46 89,-81-44-976,0 0 1,-1 1-1,-1 1 1,-1 1-1,-1 0 0,0 1 1,-1 1-1,-1 1 1,-1 0-1,-1 1 0,-1 1 1,7 18-383,65 101 371,-83-140-410,1 0-1,-1 0 1,1 1 0,0-1 0,0 0 0,0 0 0,0-1 0,0 1 0,0 0-1,1-1 1,-1 1 0,0-1 0,1 0 0,-1 1 0,1-1 0,0-1-1,-1 1 1,1 0 0,0-1 0,-1 1 0,1-1 0,0 0 0,0 0 0,-1 0-1,1 0 1,0 0 39,41-27-6513,-22 3-1790</inkml:trace>
  <inkml:trace contextRef="#ctx0" brushRef="#br0" timeOffset="116042.735">18799 3306 8226,'0'0'5600,"0"0"-3115,0 0-1663,0 0-330,0 0 439,0 23 1427,9 321 2562,19-79-3716,-28-265-1273,0-1 1,0 1 0,1 0-1,-1 0 1,0 0 0,0-1-1,1 1 1,-1 0 0,0 0-1,1 0 1,-1 0 0,0-1-1,1 1 1,-1 0-1,0 0 1,1 0 0,-1 0-1,0 0 1,1 0 0,-1 0-1,0 0 1,1 0 0,-1 0-1,0 0 1,0 0 0,1 0-1,-1 0 1,0 0 0,1 1-1,-1-1 1,0 0-1,1 0 1,-1 0 0,0 0-1,0 1 1,1-1 0,-1 0-1,0 0 1,0 1 0,1-1-1,-1 0 1,0 0 0,0 1-1,0-1 1,1 0 0,-1 0-1,0 1 1,0-1-1,0 0 1,0 1 68,6-36-4708,-6 32 4069,3-30-4567</inkml:trace>
  <inkml:trace contextRef="#ctx0" brushRef="#br0" timeOffset="116295.454">18648 3672 12083,'0'0'2472,"0"0"-1592,0 0 217,0 0 287,0 0 168,0 0-624,168 23-352,-111-23-127,2-5-321,-4-6-104,1-2-24,-14 2-2073,-14 4-3184</inkml:trace>
  <inkml:trace contextRef="#ctx0" brushRef="#br0" timeOffset="116810.372">19271 3470 13003,'0'0'3374,"0"0"-2135,0 0-658,0 0 645,0 0 389,0 0-379,8-14-784,26-45-313,-32 57-138,0 0 1,0 0-1,0 1 1,0-1-1,0 1 1,1-1-1,-1 1 0,0 0 1,1-1-1,-1 1 1,1 1-1,-1-1 1,1 0-1,0 1 0,-1-1 1,1 1-1,0 0 1,-1 0-1,1 0 1,0 0-1,-1 0 0,1 0 1,0 1-1,-1-1 1,1 1-1,0 0 1,-1 0-1,1 0 1,-1 0-1,0 0 0,1 1 1,-1-1-1,0 1 1,0 0-1,0-1 1,0 1-1,0 0 0,0 0 1,1 2-2,5 9 43,-1 1 0,0 0 0,-1 0 0,-1 0 0,0 1 0,-1 0 0,0 0 0,-2 1 1,1-1-1,-2 0 0,0 1 0,-1-1 0,0 1 0,-2-1 0,0 2-43,2-8-1,-2 9 17,0 1 0,-1-1 0,-1 0 0,-1 0-1,-1 0 1,0-1 0,-1 1 0,-1-2 0,0 1-1,-2-1 1,0 0 0,0-1 0,-7 7-16,15-20-20,0 1-1,0-1 1,0 0 0,0 0 0,-1 0 0,1 0 0,0 0-1,-1-1 1,1 1 0,-1 0 0,0-1 0,1 0 0,-1 0-1,0 0 1,0 0 0,0 0 0,0-1 0,0 1 0,0-1-1,0 0 1,0 0 0,0 0 0,0 0 0,0 0 0,0-1-1,0 1 1,0-1 0,0 0 0,0 0 0,1 0 0,-1 0 0,0 0-1,0-1 1,1 1 0,-1-1 0,1 0 0,-1 0 0,1 0-1,0 0 1,0 0 0,0 0 0,0 0 0,0-1 0,1 1-1,-1-1 1,0 0 0,1 1 0,0-1 0,0 0 0,0 0-1,0 0 1,0 0 0,1 1 0,-1-1 0,1 0 0,0 0-1,0-1 1,0 1 0,0-2 20,-1-2-9,0 5 5,0-1 0,-1 1 0,1-1 0,1 0 0,-1 1 0,0-1 0,1 0 0,-1 1 0,1-1 0,0 0 0,0 0 0,0 1 0,0-1 0,0 0 0,1 1 0,-1-1 0,1 0 0,0 1 0,-1-1 0,1 0 1,1 1-1,-1-1 0,0 1 0,1 0 0,-1-1 0,1 1 0,-1 0 0,1 0 0,0 0 0,0 0 0,0 0 0,0 0 0,1 1 0,-1-1 0,0 1 0,1 0 0,-1-1 4,4 3 20,0 0-1,0 1 0,0-1 1,-1 1-1,1 0 1,0 1-1,-1-1 1,0 1-1,0 0 0,0 0 1,0 1-1,0 0 1,0-1-1,-1 2 1,0-1-1,0 0 1,0 1-1,0 0 0,0 1-19,79 59 298,37-57-91,-74-24-383,-23-8-3174,-12 6-2341</inkml:trace>
  <inkml:trace contextRef="#ctx0" brushRef="#br0" timeOffset="117199.276">19602 2994 3953,'0'0'3413,"0"0"2905,0 0-3520,0 0-1940,0 0-234,18 25 897,239 375 3625,-241-372-5109,-2 2 1,-1 0-1,-1 1 1,-2 0-1,-1 1 1,-2 0 0,-1 0-1,-1 0 1,-2 1-1,-1 0 1,-1 0-1,-4 25-37,-3-39-280,0 0 0,-1 0 0,-1 0 0,-1-1 0,-1-1-1,0 1 1,-1-2 0,-1 1 0,-1-1 0,0-1 0,-1-1 0,0 0-1,-1 0 1,-1-2 0,-4 4 280,-40 31-4171</inkml:trace>
  <inkml:trace contextRef="#ctx0" brushRef="#br0" timeOffset="117941.769">18107 2919 6001,'0'0'723,"0"0"-522,0 0 373,-19 21 1682,-1-1-1618,-90 133 2275,84-94-1885,3 1 1,3 1-1,3 1 1,2 0 0,3 2-1,2-1 1,4 1-1,2 1 1,3-1 0,7 61-1029,0-103 127,1 0 1,0-1 0,2 0-1,0 0 1,1-1 0,1-1-1,1 1 1,1-2 0,1 0-1,0 0 1,1-2 0,1 1-1,1-2 1,0 0 0,14 8-128,163 109-1573,-151-106-2597</inkml:trace>
  <inkml:trace contextRef="#ctx0" brushRef="#br0" timeOffset="118865.276">20316 3570 5417,'0'0'1331,"0"0"-711,0 0 402,0 0 2517,0 0-1238,-14-6-752,-42-13-315,55 20-1142,-1-1 0,0 1 0,0 0 0,1 0 0,-1 0 0,0 0 0,1 0 0,-1 0 0,1 1 0,0-1 0,-1 0 0,1 1 0,0-1 0,0 1 0,0-1 0,0 1 0,0 0 1,0-1-1,0 1 0,0 0 0,1 0 0,-1 0 0,1 0 0,-1-1 0,1 1 0,0 0 0,0 0 0,0 0 0,0 0 0,0 0 0,0 1-92,-1 6 446,-4 16 29,0 0-1,2 0 0,1 0 0,1 1 1,1-1-1,1 1 0,1-1 0,6 23-474,-7-42 10,1-1 0,0 0 0,1 0-1,-1 0 1,1 0 0,0 0-1,0-1 1,0 1 0,1-1-1,-1 0 1,1 0 0,0 0-1,1-1 1,-1 1 0,1-1-1,-1 0 1,1 0 0,0 0 0,0-1-1,0 0 1,0 0 0,0 0-1,1-1 1,-1 1 0,1-1-1,-1-1 1,1 1 0,-1-1-1,1 0 1,-1 0 0,1 0-1,-1-1 1,1 0 0,-1 0 0,1-1-1,-1 1 1,0-1 0,0 0-1,0 0 1,0-1 0,0 0-1,0 0 1,-1 0 0,1 0-1,-1-1 1,0 1 0,0-1-1,0 0 1,0-1 0,-1 1 0,0 0-1,0-1 1,1-1-10,-1-2-26,1 0 1,-1 0-1,-1 0 0,0 0 0,0-1 1,0 1-1,-1-1 0,0 1 1,-1-1-1,0 0 0,0 1 1,-1-1-1,0 1 0,-1-1 0,0 1 1,0-1-1,-1 1 0,0 0 1,0 0-1,0 0 0,-1 1 1,-1-1-1,1 1 0,-1 0 0,-1 0 1,1 0-1,-1 1 0,0 0 1,0 0-1,-1 1 0,0-1 1,0 1-1,0 1 0,-1 0 0,1 0 1,-1 0-1,0 1 0,0 0 1,-1 0-1,1 1 0,0 0 1,-1 1-1,1-1 0,-1 2 0,0-1 1,1 1-1,-1 1 0,-2 0 26,4 1-11,0 0 0,1 1-1,-1 0 1,1 0 0,-1 1-1,1 0 1,0 0-1,1 0 1,-1 1 0,1 0-1,0 0 1,0 0 0,0 0-1,1 1 1,0 0 0,0 0-1,0 0 1,1 1 0,0-1-1,0 1 1,0-1 0,1 1-1,0 0 1,1 0-1,0 0 1,0 0 0,0 1-1,1-1 1,0 0 0,0 0-1,0 0 1,1 0 0,2 7 11,0-10-143,0 0 1,1 0 0,-1 0 0,1-1 0,0 0-1,0 1 1,0-1 0,0-1 0,0 1 0,1-1 0,-1 1-1,1-1 1,0-1 0,0 1 0,0-1 0,-1 1 0,1-1-1,1-1 1,-1 1 0,0-1 0,0 0 0,0 0-1,0 0 1,0-1 0,0 0 0,1 0 142,5 1-554,56-1-4071,-6-7-1813</inkml:trace>
  <inkml:trace contextRef="#ctx0" brushRef="#br0" timeOffset="119159.128">20294 2970 11258,'0'0'4632,"0"0"-3252,0 0-990,6 25 725,155 528 6941,-49-187-7434,-107-332-2624,-5-12-5887,0-18 5780,0-1-6879</inkml:trace>
  <inkml:trace contextRef="#ctx0" brushRef="#br0" timeOffset="119480.56">21023 3299 8938,'0'0'5625,"0"0"-4673,0 0-672,0 0 1033,-69 151 239,36-91 456,1 2-767,-2-2-625,2-4-400,2-5-120,3-9-96,4-6 64,4-10-136,4-6-728,-2-8-1457,4-8-1936,6-4-2824</inkml:trace>
  <inkml:trace contextRef="#ctx0" brushRef="#br0" timeOffset="119730.862">20714 3437 13115,'0'0'2336,"0"0"-423,0 0-113,0 0 465,76 158-825,-51-105-448,5 0-584,-1-2-216,1-8-184,-3-6 64,0-8-144,1-9 24,1-9-1240,-4-4-3401,-5-7-5521</inkml:trace>
  <inkml:trace contextRef="#ctx0" brushRef="#br0" timeOffset="121395.893">11838 7460 5089,'0'0'931,"0"0"-500,0 0-349,0 0-11,0 0 376,-8 5 1283,-36 23 1749,46-28 3356,2 1-3375,25 1-2502,333-2 485,-349 7-3909,-33 0-13364,13-12 13403</inkml:trace>
  <inkml:trace contextRef="#ctx0" brushRef="#br0" timeOffset="125430.211">13263 7120 7322,'0'0'2656,"-9"20"-621,-77 137 1147,-235 278 492,302-412-3197,18-23-746,0 1 1,1 0 0,-1-1-1,0 1 1,1-1 0,-1 1 0,0-1-1,0 1 1,0-1 0,0 1-1,1-1 1,-1 0 0,0 1-1,0-1 1,0 0 0,0 0 0,0 0-1,0 0 1,0 0 0,0 0-1,0 0 1,0 0 0,1 0 0,-1 0-1,0 0 1,0-1 0,0 1-1,0 0 1,0-1 0,0 1 0,0 0-1,1-1 1,-1 1 0,0-1-1,0 0 1,1 1 0,-1-1 0,0 1-1,1-1 1,-1 0 0,1 0-1,-1 1 1,0-1 0,1 0 0,0 0-1,-1 0 1,1 0 0,0 0-1,-1 1 1,1-1 0,0 0 0,0 0-1,0 0 1,0 0 0,0 0-1,0 0 1,0 0 0,0 0 268,-6-21-1048</inkml:trace>
  <inkml:trace contextRef="#ctx0" brushRef="#br0" timeOffset="125729.76">12821 7276 4785,'0'0'1472,"0"0"-18,0 0 2283,0 0-1956,0 0-1059,0 0 760,28 8 11,89 35-244,-107-38-1118,-1 1 1,1-1 0,-1 2-1,0-1 1,-1 1-1,1 1 1,-2-1 0,1 2-1,-1-1 1,0 1 0,-1 0-1,0 0 1,0 0 0,-1 1-1,4 9-131,-1-3 146,36 93 830,39 58-73,-81-164-930,0-1 0,1 0-1,-1 0 1,0 0 0,1 0 0,-1 0-1,1-1 1,0 1 0,0-1 0,-1 0-1,1 1 1,0-1 0,0-1 0,0 1-1,0 0 1,0-1 0,0 1 0,0-1-1,0 0 1,1 0 0,-1 0 0,0-1-1,0 1 1,0-1 0,0 1 0,0-1-1,1-1 28,63-52-4136,-46 17-651</inkml:trace>
  <inkml:trace contextRef="#ctx0" brushRef="#br0" timeOffset="126290.671">13387 6724 7402,'0'0'804,"0"0"1151,0 0-100,0 0-938,0 0-524,0 0-16,1 4 436,3 0-692,0-1 0,1 0-1,-1 0 1,1 0 0,0 0-1,0-1 1,-1 0-1,2 0 1,-1 0 0,0-1-1,0 0 1,0 0 0,1 0-1,-1 0 1,0-1-1,1 0 1,-1 0 0,0-1-1,1 1 1,1-1-121,38 3 669,-41-2-631,0-1-1,0 1 1,0 0-1,1 0 0,-1 0 1,0 1-1,0-1 1,0 1-1,0 0 0,0 0 1,0 1-1,-1-1 1,1 1-1,0 0 1,-1 0-1,1 0 0,-1 0 1,1 1-1,-1-1 1,0 1-1,0 0 0,0 0 1,-1 0-1,1 0 1,-1 0-1,1 1 0,-1-1 1,0 1-1,-1 0 1,1-1-1,0 1 0,-1 0 1,0 0-1,0 0 1,0 0-1,-1 0 0,1 0 1,-1 0-1,0 1 1,0-1-1,-1 3-37,-5 8 198,0 0 0,-2-1-1,0 1 1,0-2 0,-1 1 0,-1-1-1,0-1 1,-1 0 0,-1 0 0,1-1-1,-12 8-197,-5 8 600,10-10-240,-41 68 751,61-82-1061,-1 0 0,1 0 0,0-1-1,1 1 1,-1-1 0,0 1 0,1-1 0,-1 0-1,1 0 1,0 0 0,-1 0 0,1-1-1,0 1 1,0-1 0,0 0 0,1 0 0,-1 0-1,0 0 1,0 0 0,0-1 0,1 1 0,-1-1-1,0 0 1,1 0 0,-1 0 0,0 0-1,1-1 1,-1 1 0,0-1 0,0 0 0,2 0-50,6 0 111,1 1-26,11 2 6,0-2 1,0-1 0,-1-1-1,1-1 1,-1-1 0,1 0-1,-1-2 1,16-6-92,-37 11-335,-51 38-7755,21-18 674</inkml:trace>
  <inkml:trace contextRef="#ctx0" brushRef="#br0" timeOffset="126890.944">12861 7856 5905,'0'0'736,"0"0"418,0 0 2019,0 0-1320,0 0-515,0 0-42,5 3 273,139 13 2162,-102-17-3221,503-6 1979,-555 0-13402,-16 7 4715,-7 0 1691</inkml:trace>
  <inkml:trace contextRef="#ctx0" brushRef="#br0" timeOffset="127545.232">13036 8267 6673,'0'0'5268,"0"0"-2243,0 0-1733,0 0-416,0 0 297,0 0 563,14-2 1111,37-19-1939,-44 17-869,0 0 0,0 0-1,1 0 1,0 1-1,-1 0 1,1 1 0,0 0-1,1 0 1,-1 1-1,0 0 1,0 0 0,1 1-1,-1 0 1,0 0-1,1 1 1,-1 0 0,2 1-39,-5 3 3,0 1 0,-1 0 0,1 1 1,-1-1-1,0 1 0,-1 0 1,0 0-1,0 0 0,0 0 0,-1 1 1,0-1-1,0 1 0,-1-1 1,0 1-1,0-1 0,-1 1 0,0 0 1,0 0-1,-1-1 0,0 1 1,0-1-1,-1 1-3,1 18 6,1-12 4,0 0-1,-1-1 0,0 1 1,-1 0-1,-1-1 0,0 1 1,-1-1-1,0 0 0,-1 0 1,-1-1-1,0 1 0,-1-1 1,0 0-1,0-1 0,-2 0 1,1 0-1,-1-1 0,-3 2-9,8-9-79,0 0 0,0 0-1,-1-1 1,1 0 0,-1 0-1,1 0 1,-1 0 0,0-1-1,0 0 1,0 0 0,0 0-1,0 0 1,0-1 0,0 0-1,0 0 1,0 0 0,0-1-1,0 0 1,0 0 0,0 0-1,1 0 1,-1-1 0,0 0-1,1 0 1,-1 0 0,1 0-1,-1-1 1,1 0 0,0 0-1,0 0 1,1 0 0,-1-1-1,0 1 1,1-1 0,0 0-1,0 0 1,0-1 79,3 2 3,0 0-1,0-1 1,0 1 0,1 0 0,-1 0-1,1-1 1,0 1 0,0 0-1,0 0 1,1 0 0,-1 0-1,1 0 1,-1 0 0,1 0 0,0 1-1,0-1 1,0 1 0,0-1-1,1 1 1,-1 0 0,1 0 0,0 0-1,-1 0 1,1 0 0,0 0-1,0 1 1,0 0 0,0-1-1,0 1 1,0 0 0,0 0 0,1 1-1,-1-1 1,0 1 0,2 0-3,124-12 1004,81 38 213,34-5 142,-241-21-1388,1 0 0,0 0 0,0-1 0,-1 1 0,1-1 0,0 0 0,-1 1 0,1-2 0,0 1-1,-1 0 1,0-1 0,1 0 0,-1 1 0,0-1 0,0-1 0,0 1 0,0 0 0,0-1 0,0 1 0,-1-1-1,1 0 1,-1 0 0,0 0 0,0 0 0,0 0 0,0-1 0,0 1 0,-1-1 0,0 1 0,1-1 0,-1 1-1,-1-1 1,1 0 0,0 1 0,-1-1 0,0 0 0,0 0 0,0-1 29,5-27-3270,2 1-3361</inkml:trace>
  <inkml:trace contextRef="#ctx0" brushRef="#br0" timeOffset="131006.882">14457 7380 12291,'0'0'2367,"0"0"-1448,0 0-418,0 0 402,-3 27 612,-19 169 1123,5 258 853,21-435-3334,-3-17-3213,0 0-3297,-10-13-6219</inkml:trace>
  <inkml:trace contextRef="#ctx0" brushRef="#br0" timeOffset="131358.687">14168 7827 7034,'0'0'2428,"0"0"-596,0 0-850,0 0-401,-2 8 397,1-7-915,0 1 0,1-1 0,-1 1 1,1 0-1,0-1 0,-1 1 0,1 0 0,0 0 0,0-1 0,0 1 1,0 0-1,0-1 0,1 1 0,-1 0 0,0-1 0,1 1 1,-1 0-1,1-1 0,0 1 0,-1-1 0,1 1 0,0-1 0,0 1 1,0-1-1,0 1 0,0-1 0,0 0 0,1 0 0,-1 0 0,0 1 1,1-1-1,-1 0 0,0-1 0,1 1 0,-1 0 0,1 0 1,0-1-1,-1 1 0,1-1 0,0 1 0,-1-1 0,1 0 0,0 1 1,-1-1-1,1 0 0,0 0 0,0 0 0,-1 0 0,1-1 0,0 1 1,-1-1-64,384 30 2912,-375-30-4984,-6-15-12201,-4 8 15627,0-11-2362</inkml:trace>
  <inkml:trace contextRef="#ctx0" brushRef="#br0" timeOffset="132013.142">15030 7593 4241,'0'0'9004,"0"0"-5711,0 0-2519,0 0-317,0 0 502,0 0 476,2-18-237,10-57-841,-10 72-345,-1-1 0,1 1 0,0 0-1,0 0 1,0 0 0,0 0 0,1 0 0,-1 0 0,1 1 0,-1-1-1,1 1 1,0 0 0,0 0 0,0 0 0,1 0 0,-1 0-1,0 0 1,1 1 0,-1 0 0,1 0 0,-1 0 0,1 0 0,-1 0-1,1 1 1,0 0 0,0-1 0,0 1-12,2 0 16,0-2-5,1 1-1,0-1 1,0 2-1,0-1 1,0 1 0,0 0-1,0 0 1,0 1-1,0 0 1,0 1 0,-1-1-1,1 1 1,0 0-1,-1 1 1,1 0 0,-1 0-1,0 0 1,0 1-1,0-1 1,0 2 0,-1-1-1,0 0 1,0 1-1,0 0 1,0 0 0,-1 1-1,1 0 1,-2-1-1,1 1 1,0 0 0,-1 1-1,0-1 1,-1 0-1,0 1 1,0 0-1,0 1-10,3 14 14,-1-1 0,-1 1 0,-1 0 0,-1 0 0,-1 0-1,-1 0 1,-1-1 0,-1 1 0,-1 0 0,0-1-1,-2 0 1,-1 0 0,0 0 0,-2-1 0,0 0 0,-1-1-1,-1 0 1,-1 0 0,0-1 0,-2-1 0,0 0-1,0-1 1,-2-1 0,0 0 0,-18 12-14,34-26-2,-1 0 0,0-1 0,1 1 0,-1-1 0,0 1 0,1-1 1,-1 1-1,0-1 0,0 1 0,0-1 0,1 0 0,-1 1 0,0-1 0,0 0 0,0 0 0,0 1 1,0-1-1,1 0 0,-1 0 0,0 0 0,0 0 0,0 0 0,0-1 0,0 1 0,0 0 1,1 0-1,-1 0 0,0-1 0,0 1 0,0 0 0,0-1 0,1 1 0,-1-1 0,0 1 0,1-1 1,-1 1-1,0-1 0,1 0 0,-1 1 0,0-1 0,1 0 0,-1 1 0,1-1 0,-1 0 0,1 0 1,0 0-1,-1 1 0,1-1 0,0 0 0,0 0 0,-1 0 0,1 0 0,0 0 0,0 1 0,0-1 1,0 0-1,0 0 0,0 0 0,0 0 0,1 0 0,-1 0 0,0 0 2,2-68-171,-1 63 166,1-5 14,0 0-1,0 1 1,1-1-1,1 1 1,0 0-1,0 0 1,1 0-1,0 0 0,1 1 1,0 0-1,1 0 1,-1 0-1,2 1 1,-1 0-1,5-3-8,-8 10 9,0 0-1,0 1 1,1-1-1,-1 1 0,0 0 1,0 0-1,1 1 1,-1-1-1,0 1 1,0 0-1,0 0 1,1 0-1,-1 0 1,0 1-1,-1 0 1,1-1-1,0 2 0,0-1 1,-1 0-1,1 1 1,-1-1-1,0 1 1,0 0-1,0 0 1,0 1-1,-1-1 1,1 0-1,-1 1 0,0 0 1,1-1-1,-2 1 1,1 0-1,0 0 1,-1 0-1,0 0 1,0 0-1,0 1 1,0 1-9,11 16 113,-8-14-106,0-1 1,1 1-1,1 0 0,-1-1 0,1 0 1,0 0-1,1-1 0,-1 0 1,1 0-1,1-1 0,-1 1 1,1-1-1,0-1 0,0 0 1,0 0-1,0 0 0,1-1 1,0-1-1,-1 1 0,1-1 1,0-1-1,0 0 0,0 0 0,0 0 1,0-1-1,1-1 0,-1 0 1,0 0-1,0 0 0,0-1 1,0-1-8,54-36-1273,-28 4-3320,-14 9-3127</inkml:trace>
  <inkml:trace contextRef="#ctx0" brushRef="#br0" timeOffset="132358.653">16239 7202 7834,'0'0'2346,"0"0"2250,0 0-2543,0 0-1181,-7 25 536,-54 176 2348,16-105-3004,-3-2 1,-5-3-1,-3-1 1,-49 56-753,72-121-1798,13-42-5936,13-2-607</inkml:trace>
  <inkml:trace contextRef="#ctx0" brushRef="#br0" timeOffset="132657.42">15789 7338 6913,'0'0'1245,"0"0"2468,0 0-1302,0 0-1104,0 0 282,0 0 92,19 27 362,60 90-331,-17 47 629,-49-109-1848,-10-44-410,1 8 46,0 0 1,2-1 0,0 1-1,1-1 1,1 0 0,0-1 0,2 0-1,0 0 1,1-1 0,0 0-1,1-1 1,9 8-130,18-14-1275,-16-22-4049,-8-5-1865</inkml:trace>
  <inkml:trace contextRef="#ctx0" brushRef="#br0" timeOffset="135776.404">16743 6956 4841,'0'0'1783,"0"0"-1357,0 0-373,0 0 414,0 0 1657,0 0-51,6-1-965,19-2-372,-19 2 152,-6 1 288,0 0-126,0 0-354,0 0-257,0 0-120,0 0 113,0 0-70,6 44 3608,0 1-3041,-7 404 3388,-25-84-3348,-4 208-290,-17-302-191,3-33 0,44-211-411,0-43-216,0-24-6008,0 22-2966</inkml:trace>
  <inkml:trace contextRef="#ctx0" brushRef="#br0" timeOffset="138741.545">17141 8887 6449,'0'0'144,"0"0"-46,0 0 367,0 0 1722,0 0 235,0 0-780,-14 0 3584,2 3-4874,7 5-124,-1 0 0,1 0-1,0 0 1,1 0 0,0 1 0,0 0-1,1 0 1,0 0 0,1 0-1,0 1 1,0-1 0,1 0-1,0 1 1,1-1 0,0 1 0,1-1-1,-1 1 1,2-1 0,-1 1-1,1-1 1,1 0 0,0 0-1,3 8-226,7-6 66,-1 0 1,2 0 0,-1-1 0,1-1-1,1 0 1,0-1 0,0-1 0,1 0-1,-1-1 1,2 0 0,-1-2 0,0 0-1,1 0 1,0-2 0,0 0 0,0-1-1,-1-1 1,1 0 0,0-2 0,0 1-1,2-2-67,-14 2-10,1 1-1,-1 0 0,0-1 0,0 0 1,1 0-1,-1-1 0,0 1 0,0-1 1,0 0-1,-1-1 0,1 1 0,0-1 1,-1 0-1,0 0 0,1 0 0,-1 0 1,0-1-1,-1 0 0,1 0 0,-1 0 0,0 0 1,0-1-1,0 1 0,0-1 0,-1 1 1,0-1-1,0 0 0,0 0 0,0 0 1,-1 0-1,0-1 0,0 1 0,0 0 1,-1 0-1,0-1 0,0 1 0,0 0 1,0-1-1,-1 1 0,0 0 0,0 0 1,-1 0-1,0-3 11,-3-5 108,0 1-1,-1 0 1,0 0 0,-1 0 0,-1 1 0,1-1 0,-2 2 0,1-1 0,-2 1 0,1 1-1,-1 0 1,-1 0 0,1 1 0,-2 0 0,1 1 0,-1 0 0,0 1 0,0 0-1,-1 1 1,1 1 0,-1 0 0,0 0 0,-1 1 0,1 1 0,-1 0 0,1 1-1,-1 1 1,-4 0-108,14 1 6,-1 0-1,1 0 0,0 1 1,0-1-1,0 1 0,0 0 0,0 0 1,0 1-1,0-1 0,0 1 1,1 0-1,0 0 0,-1 0 0,1 0 1,0 1-1,0-1 0,1 1 1,-1-1-1,1 1 0,0 0 1,0 0-1,0 0 0,0 1 0,1-1 1,0 0-1,0 1 0,0-1 1,0 1-1,1-1 0,-1 0 0,1 1 1,0 0-6,0-1-251,0 0 0,1 0 0,-1-1 0,0 1 0,1 0 0,0-1 0,0 1 0,0 0 0,0-1 0,1 1 0,-1-1 0,1 0 0,0 1 1,0-1-1,0 0 0,1 0 0,-1 0 0,1 0 0,-1-1 0,1 1 0,0-1 0,0 0 0,0 1 0,2 0 251,21 6-8475</inkml:trace>
  <inkml:trace contextRef="#ctx0" brushRef="#br0" timeOffset="143996.002">17096 6500 7682,'0'0'4357,"0"0"-2330,0 0-1274,-5 5-374,-17 14 124,17-14 385,5-5-172,0 0-252,0 0 47,0 0-35,7-1 970,139-60-769,-143 60-677,-1 1 0,0 0-1,1-1 1,-1 1 0,1 0 0,-1 0-1,1 1 1,-1-1 0,0 0 0,1 1-1,-1-1 1,1 1 0,-1 0 0,0 0 0,0 0-1,0 0 1,1 0 0,-1 1 0,0-1-1,0 1 1,-1-1 0,1 1 0,0 0-1,0-1 1,-1 1 0,1 0 0,-1 0-1,0 0 1,1 0 0,-1 0 0,0 1-1,0-1 1,0 0 0,-1 1 0,1-1-1,-1 0 1,1 1 0,-1-1 0,0 1 0,1-1-1,-1 0 1,-1 1 0,1-1 0,0 1-1,-1-1 1,1 1 0,-1-1 0,1 0-1,-1 1 1,-1 0 0,0 9 25,0 0 0,-1 0 0,-1 0 0,0 0-1,-1-1 1,0 1 0,-1-1 0,0-1 0,0 1 0,-1-1 0,-1 0 0,0 0-1,0-1 1,-1 0 0,0-1 0,0 0 0,-8 5-25,26-39 1056,-4 19-1053,0 1 0,0 1 0,0-1 0,1 1 0,0 0 0,0 0-1,1 0 1,-1 1 0,1 0 0,0 0 0,0 1 0,0 0 0,1 0 0,-1 1 0,1 0 0,-1 0 0,1 1-1,0 0 1,0 0 0,-1 1 0,1 0 0,4 0-3,-6 4-3,0 1 0,0-1 1,-1 1-1,0 0 0,0 0 0,0 0 0,-1 1 0,0 0 1,0 0-1,0 0 0,-1 0 0,0 0 0,0 1 1,0 0-1,-1-1 0,0 1 0,-1 0 0,1 0 0,-1 2 3,0-7-2,14 166 272,-18-164-247,0 1 1,0 0-1,-1-1 1,0 0 0,1 0-1,-2 0 1,1 0-1,0-1 1,-1 1 0,1-1-1,-1 0 1,0 0 0,0-1-1,0 0 1,0 0-1,-1 0 1,1 0 0,-1-1-1,1 0 1,-1 0 0,1 0-1,-1-1 1,1 0-1,-1 0 1,0 0 0,1-1-1,-1 1 1,-3-2-24,-146-21 2159,160 16-2174,70-18-2999,-21 4-4018,-6 1-5854</inkml:trace>
  <inkml:trace contextRef="#ctx0" brushRef="#br0" timeOffset="146578.734">11467 10852 7354,'0'0'842,"0"0"924,0 0-610,0 0-502,-2 4-195,2-3-399,0 0 1,-1 0 0,1 0 0,0 0-1,0 0 1,0 0 0,0 0 0,0-1-1,0 1 1,0 0 0,0 0 0,0 0-1,0 0 1,0 0 0,0 0 0,1 0-1,-1 0 1,1-1 0,-1 1 0,0 0-1,1 0 1,-1 0 0,1-1 0,-1 1-1,1 0 1,0 0 0,-1-1 0,1 1-1,0-1 1,0 1 0,-1-1 0,1 1-1,0-1 1,0 1 0,0-1 0,0 1-1,-1-1 1,1 0 0,0 0-1,0 1 1,0-1 0,0 0 0,0 0-1,0 0 1,0 0 0,0 0 0,0 0-1,0 0 1,-1-1 0,1 1 0,0 0-1,0 0 1,0-1 0,0 1 0,0 0-1,-1-1 1,1 1 0,0-1 0,0 0-61,4 1-16,319 11 2229,-311-35-13405,-13 17 9765</inkml:trace>
  <inkml:trace contextRef="#ctx0" brushRef="#br0" timeOffset="147032.746">11492 11172 7242,'0'0'1006,"0"0"2787,0 0-1427,0 0-1020,22 3-347,113 17 626,-67 4 328,94 18-2245,-161-52-4453,-4-39-4513,-2 26 7016</inkml:trace>
  <inkml:trace contextRef="#ctx0" brushRef="#br0" timeOffset="147810.486">12537 10485 5313,'0'0'1119,"0"0"-663,0 0 410,0 0 2061,0 0-1280,-15 20-488,-97 138 1283,77-100-1593,2 2 1,3 1-1,2 2 0,3 0 1,3 2-1,3 1 0,2 0 1,4 1-1,2 1 1,4-1-1,1 48-849,9-92 218,0-1-1,2 0 0,1 0 1,1 0-1,1-1 1,0 0-1,2 0 1,0-1-1,2 0 1,0-1-1,1 0 1,1-1-1,0-1 0,2 0 1,0-1-1,0 0 1,10 5-218,8 9 60,1-2-1,2-1 1,1-2 0,1-2-1,1-1 1,1-2 0,0-2-1,26 7-59,-59-26-1032,-4-59-2758,13 25-2134</inkml:trace>
  <inkml:trace contextRef="#ctx0" brushRef="#br0" timeOffset="158293.154">13026 10608 4945,'0'0'2371,"0"0"1721,0 0-1692,0 0-1161,0 0-587,40 4 2269,-18-4-2751,-19-1-156,0 0 0,0 0 0,0 0 0,0 0 0,0 1 0,0 0-1,0-1 1,0 1 0,0 0 0,0 0 0,0 1 0,0-1 0,0 1-1,0-1 1,-1 1 0,1 0 0,0 0 0,0 1 0,0-1 0,-1 0 0,1 1-1,-1-1 1,1 1 0,-1 0 0,0 0 0,0 0 0,1 0 0,-1 0 0,-1 1-1,1-1 1,0 1 0,-1-1 0,1 1 0,-1 0 0,1-1 0,-1 1 0,0 0-1,-1 0 1,1 0 0,0 0 0,-1 0 0,1 0 0,-1 1-14,0 2 34,1 0 1,-1 1 0,-1-1-1,1 1 1,-1-1 0,0 1-1,0-1 1,-1 0-1,0 0 1,0 1 0,-1-2-1,1 1 1,-1 0 0,-1 0-1,1-1 1,-1 1 0,0-1-1,0 0 1,0-1-1,-1 1 1,0-1 0,0 1-1,0-1 1,0-1 0,0 1-1,-1-1 1,0 0-1,0 0 1,0-1 0,0 1-35,13-6 58,0 1 0,0 0 1,1 0-1,-1 1 0,1 0 0,-1 0 1,1 1-1,-1 0 0,1 0 1,0 0-1,-1 1 0,1 1 0,-1-1 1,0 1-1,1 0 0,-1 1 1,0 0-1,0 0 0,-1 1 1,1-1-1,-1 1 0,0 1 0,1-1 1,2 5-59,-2-1-5,-1 0 1,0 0 0,-1 1-1,0 0 1,-1 0 0,0 0-1,0 1 1,-1 0-1,0-1 1,0 1 0,-1 0-1,-1 0 1,0 1 0,0-1-1,-1 0 5,-2-6-4,-1-1 1,0 1-1,0-1 0,-1 0 0,1 0 0,-1-1 0,1 1 0,-1-1 0,0 1 1,0-1-1,0 0 0,0-1 0,0 1 0,0-1 0,0 0 0,-1 0 0,1 0 1,0 0-1,-1-1 0,1 0 0,-4 0 4,-8 4-5,0-2 0,-1 0-1,1-1 1,-1-1 0,0 0 0,1-2-1,-1 1 1,1-2 0,0 0 0,0-1 0,0-1-1,-6-3 6,21 7-229,0-1-1,1 0 1,-1 0-1,1 0 1,-1 1-1,1-1 0,0 0 1,0 0-1,-1 0 1,1 0-1,1 0 1,-1 0-1,0 0 1,0 0-1,1 1 0,-1-1 1,1 0-1,-1 0 1,1 0-1,0 1 1,0-1-1,0 0 1,0 1-1,0-1 0,0 1 1,0-1-1,0 1 1,1-1-1,-1 1 1,1 0-1,-1 0 1,1 0-1,-1 0 0,1 0 1,0 0-1,-1 0 1,1 0-1,0 0 1,0 1-1,1-1 230,0-1-469,32-23-5620,2-2 3279</inkml:trace>
  <inkml:trace contextRef="#ctx0" brushRef="#br0" timeOffset="158973.465">13404 10314 4657,'0'0'2363,"0"0"1454,0 0-2194,0 0-934,0 0-344,0 0-1,-3 4 126,3-3-424,-1 0 0,1 0 0,0 0 0,-1 0 0,1 0 0,0 0 0,0 0 0,-1 0 0,1 0 0,0 0 0,0 0 0,0 0 0,0 0 0,0-1 0,0 1 0,1 0 0,-1 0-1,0 0 1,0 0 0,1 0 0,-1 0 0,1 0 0,-1 0 0,0 0 0,1-1 0,0 1 0,-1 0 0,1 0 0,-1 0 0,1-1 0,0 1 0,0 0 0,-1-1 0,1 1 0,0-1 0,0 1-1,0-1 1,0 1 0,0-1 0,0 0 0,-1 1 0,1-1 0,0 0 0,0 0 0,0 0 0,0 0 0,0 0 0,0 0 0,0 0 0,0 0 0,0 0 0,0 0 0,0 0 0,0-1 0,0 1 0,0 0-1,0-1 1,0 1 0,0 0 0,-1-1 0,1 1 0,0-1 0,0 0 0,0 1 0,-1-1 0,1 0 0,0 1 0,-1-1-46,18 0 39,-15 1-25,0 0 0,0-1 0,0 1 0,0 1 0,0-1 0,0 0 0,0 1 0,0 0-1,0-1 1,0 1 0,0 0 0,0 0 0,0 1 0,-1-1 0,1 1 0,-1-1 0,1 1 0,-1 0 0,1 0 0,-1 0 0,0 0 0,0 0 0,0 1 0,0-1 0,0 1 0,-1-1 0,1 1 0,-1 0 0,0-1 0,1 1 0,-1 0 0,-1 0 0,1 0 0,0 0 0,-1 0 0,1 0 0,-1 0 0,0 0 0,0 0 0,0 0 0,0 0 0,-1 1-14,3 8 36,0 1 1,-2 0 0,1-1-1,-1 1 1,-1 0 0,0-1-1,-1 1 1,-1-1 0,0 1-1,0-1 1,-1 0 0,-1 0-1,0-1 1,0 1 0,-1-1-1,-1 0 1,0-1 0,-2 2-37,-1-8 16,32-30-8,116 18 9,18 13 71,-140-46-2414,-20 9-5798,-8 18 6119</inkml:trace>
  <inkml:trace contextRef="#ctx0" brushRef="#br0" timeOffset="159480.486">12856 11123 6161,'0'0'909,"0"0"-637,0 0 576,0 0 2614,0 0-1227,14 6-631,104 22 1201,252-42 2520,-120 1-5546,-164 2-3517,-86 11 3614,-1 0 1,1 0 0,-1 0-1,1 0 1,-1 0-1,1 1 1,-1-1 0,0 0-1,1 0 1,-1 0 0,1 0-1,-1-1 1,1 1 0,-1 0-1,1 0 1,-1 0 0,1 0-1,-1 0 1,1-1 0,-1 1-1,1 0 1,-1-1 0,1 1-1,0 0 1,-1 0 0,1-1-1,-1 1 1,1-1 0,0 1-1,-1 0 1,1-1 0,0 1-1,0-1 1,-1 1 0,1-1-1,0 1 1,0-1 0,0 1-1,-1-1 1,1 1 0,0-1-1,0 1 1,0-1 0,0 1-1,0-1 1,0 0-1,0 1 1,0-1 0,0 1-1,0-1 1,1 1 0,-1-1-1,0 1 1,0-1 0,0 1-1,1-1 1,-1 1 0,0 0-1,0-1 1,1 1 0,-1-1-1,1 1 1,-1-1 0,0 1-1,1 0 1,-1-1 0,1 1-1,-1 0 1,0 0 0,1-1 123,-38-3-4951,5 4 3474,2 0 366</inkml:trace>
  <inkml:trace contextRef="#ctx0" brushRef="#br0" timeOffset="160157.477">13241 11470 8650,'0'0'1640,"0"0"2956,0 0-2030,0 0-1422,0 0-296,0 0 447,7 1 1684,1-9-2969,1 1-1,-1 0 0,2 0 0,-1 1 0,1 1 0,0-1 1,0 2-1,0-1 0,1 2 0,-1-1 0,1 1 1,0 1-1,0 0 0,0 0 0,0 1 0,1 1 0,9 0-9,-17 0 1,-1 1-1,0 0 0,0-1 1,1 1-1,-1 0 0,0 1 1,0-1-1,0 1 0,0-1 1,0 1-1,0 0 0,-1 0 1,1 0-1,-1 0 0,1 0 1,-1 1-1,0-1 0,0 1 1,0 0-1,0 0 0,0-1 1,0 1-1,-1 0 0,0 0 0,1 1 1,-1-1-1,-1 0 0,1 0 1,0 1-1,-1-1 0,1 3 0,5 110-2,-6-108 5,-1-1-1,0 1 1,-1 0-1,1 0 1,-1 0-1,-1-1 1,0 1-1,0-1 1,0 0-1,-1 0 0,0 0 1,0 0-1,-1-1 1,0 1-1,0-1 1,0 0-1,-1-1 1,0 0-1,0 1 0,0-2 1,-1 1-1,0-1 1,0 0-1,0 0 1,0-1-1,0 0 1,-1 0-1,1-1 1,-1 0-1,0 0 0,-4 0-2,11-2 0,0 1-1,0-1 1,0 1-1,0-1 1,-1 0-1,1 1 0,0-1 1,0 0-1,0 0 1,-1 0-1,1 0 0,0 0 1,0 0-1,-1 0 1,1 0-1,0 0 1,0-1-1,0 1 0,-1-1 1,1 1-1,0-1 1,0 1-1,0-1 0,0 1 1,0-1-1,0 0 1,0 0-1,0 1 1,0-1-1,0 0 0,0 0 1,1 0-1,-1 0 1,0 0-1,1 0 0,-1 0 1,0 0-1,1-1 1,0 1-1,-1 0 1,1 0-1,0 0 0,-1 0 1,1-1-1,0 1 1,0 0-1,0 0 0,0-1 1,0 1-1,0 0 1,0 0-1,1-1 1,-1 1-1,0 0 0,1 0 1,-1 0-1,1-1 1,2-1 0,0 1 0,0-1-1,0 1 1,0 0 0,1 0 0,-1 0 0,1 0-1,-1 0 1,1 1 0,0 0 0,-1 0 0,1 0-1,0 0 1,0 0 0,0 1 0,0 0-1,0 0 1,0 0 0,0 0 0,-1 0 0,1 1-1,0 0 1,2 0 0,7 0 30,255-1 212,-260-7-4772,-3-2-1121</inkml:trace>
  <inkml:trace contextRef="#ctx0" brushRef="#br0" timeOffset="160845.86">14548 10679 6025,'0'0'666,"0"0"-436,0 0-125,0 0 659,0 0 1395,0 0-716,-7 2 3444,-6 126 1419,2-28-4206,6 258 972,24-284-3432,-19-74-467,0-4-670,0-44-5736,-2 18 2220</inkml:trace>
  <inkml:trace contextRef="#ctx0" brushRef="#br0" timeOffset="161096.731">14338 11075 9722,'0'0'2081,"0"0"-625,0 0-48,0 0 160,0 0-375,0 0-153,0 0-480,139 37-72,-97-37-352,0 0-72,2 0-64,3-6-64,15-5-208,-13 2-2761,-4 2-7249</inkml:trace>
  <inkml:trace contextRef="#ctx0" brushRef="#br0" timeOffset="161955.842">15122 10786 10682,'0'0'1785,"0"0"-785,0 0-175,0 0 326,0 0 100,0 0-301,18-20-163,139-7-77,-154 28-658,0-1-1,0 1 1,0 0-1,0 0 1,0 0-1,0 1 0,0-1 1,0 1-1,0 0 1,-1-1-1,1 1 1,-1 0-1,1 1 0,-1-1 1,0 0-1,0 1 1,0-1-1,0 1 1,0 0-1,0-1 0,-1 1 1,1 0-1,-1 0 1,0 0-1,0 0 1,0 0-1,0 0 0,-1 1 1,1-1-1,-1 0 1,0 0-52,7 116 1534,-8-98-1413,0 3-11,0 0 0,-2 0 0,-1 0-1,-1-1 1,-1 1 0,-1-1-1,-1-1 1,-1 1 0,-1-1-1,-1-1 1,-1 0 0,-4 5-110,15-25 9,0 0-1,1 1 1,-1-1 0,0 0 0,0 0-1,0 0 1,0 0 0,0 0 0,0 0 0,0 0-1,-1 0 1,1 0 0,0 0 0,0-1 0,-1 1-1,1 0 1,0-1 0,-1 1 0,1-1-1,-1 0 1,1 1 0,-1-1 0,1 0 0,0 0-1,-1 0 1,1 0 0,-1 0 0,1 0-1,-1-1 1,1 1 0,-1 0 0,1-1 0,0 1-1,-1-1 1,1 1 0,0-1 0,-1 0 0,1 0-1,0 1 1,0-1 0,0 0 0,-1 0-1,1 0 1,0 0 0,0 0 0,1-1 0,-1 1-1,0 0 1,0 0 0,0 0 0,1-1 0,-1 1-1,0-1-8,-30-75-120,30 71 117,0 5 1,0-1 1,0 0-1,0 1 0,0-1 0,1 0 0,-1 0 1,1 0-1,-1 0 0,1 0 0,-1 0 1,1 1-1,0-1 0,0 0 0,0 0 0,0 0 1,1 0-1,-1 0 0,0 0 0,1 0 1,-1 0-1,1 0 0,0 1 0,-1-1 0,1 0 1,0 0-1,0 1 0,0-1 0,1 1 0,-1-1 1,0 1-1,0-1 0,1 1 0,-1 0 1,1-1-1,0 1 0,-1 0 0,1 0 0,0 0 1,-1 0-1,1 1 0,0-1 0,0 0 1,0 1-1,0-1 0,-1 1 0,1 0 0,0 0 2,123 39 110,-68-12-109,133-11 213,-189-16-619,-1-3-3923,0-1-923</inkml:trace>
  <inkml:trace contextRef="#ctx0" brushRef="#br0" timeOffset="162607.674">15833 10872 11018,'0'0'2125,"0"0"-406,0 0-427,0 0-228,0 0 271,0 0-146,-7 0 2131,51 100-1198,-42-102-2069,-1 0 1,0 0-1,-1 0 1,1 0-1,0 0 0,-1 0 1,1 0-1,-1 0 0,1 0 1,-1 0-1,0-1 1,0 1-1,0 0 0,0 0 1,0 0-1,-1 0 1,1-1-1,-1 1 0,1 0 1,-1 0-1,0 0 0,0 0 1,0 0-1,0 0 1,0 0-1,0 1 0,0-1 1,-1 0-1,1 1 1,0-1-1,-1 1 0,0-1 1,1 1-1,-3-2-53,-5 70-219,28-54 17,-19-13 311,0-29-84,1 21-30,-1 6-11,1 0-1,-1 0 0,1 0 1,-1 0-1,0 1 0,1-1 1,-1 0-1,0 0 0,-1 0 1,1 0-1,0 0 0,0 0 0,-1 0 1,1 0-1,-1 0 0,0 0 1,1 0-1,-1 0 0,0 0 1,0 1-1,0-1 0,-1 0 1,1 1-1,0-1 0,0 1 1,-1 0-1,1-1 0,-1 1 1,0 0-1,1 0 0,-1 0 1,0 0-1,1 0 0,-1 0 17,-10 25-7436,11-6 2223</inkml:trace>
  <inkml:trace contextRef="#ctx0" brushRef="#br0" timeOffset="163511.539">16214 10734 11138,'0'0'2777,"0"0"-1249,0 0-762,0 0 26,0 0 152,0 0-129,-12-13 1304,15 8-2053,0 0 1,0 1-1,1-1 0,0 1 1,0 0-1,0 0 0,1 1 1,-1-1-1,1 1 0,0 0 1,0 0-1,0 1 0,0-1 1,0 1-1,1 0 0,-1 0 1,1 1-1,-1 0 0,2 0-66,-3-1 16,-1 0 0,1 1 0,0 0-1,-1 0 1,1 0 0,0 0-1,0 0 1,0 1 0,0 0 0,0 0-1,0 0 1,0 0 0,0 1-1,-1-1 1,1 1 0,0 0 0,0 0-1,0 0 1,-1 1 0,1-1-1,-1 1 1,1 0 0,-1 0 0,0 0-1,1 1 1,-1-1 0,0 1 0,-1 0-1,1 0 1,0-1 0,-1 2-1,0-1 1,1 0 0,-1 0 0,0 1-1,-1-1 1,1 1 0,-1 0-1,0 0 1,0-1 0,0 1 0,1 3-16,0 2 56,0 0 0,0-1 0,0 1 0,-1 0 0,0 1 1,-1-1-1,0 0 0,-1 0 0,0 0 0,0 0 0,0 0 1,-2 0-1,1-1 0,-1 1 0,0 0 0,-1-1 0,-2 4-56,-42-2 682,61-27-893,-4 11 200,0 1 0,0 0-1,1 0 1,-1 1 0,1 1-1,0 0 1,0 0 0,0 1 0,0 0-1,1 0 1,-1 1 0,1 1-1,-1 0 1,0 0 0,10 2 11,-16 2 0,0 1 0,0-1-1,-1 1 1,1 0 0,-1 0 0,0 0 0,-1 0 0,1 1 0,-1-1 0,0 1-1,-1-1 1,1 1 0,-1 0 0,0 0 0,0-1 0,-1 1 0,0 0 0,0 0-1,0 0 1,-1 0 0,0 0 0,1 20 12,2-22 0,-1 1-1,0 0 1,-1 0 0,1 0-1,-1 0 1,0 0 0,0 1-1,-1-1 1,1 0-1,-1-1 1,0 1 0,-1 0-1,1 0 1,-1 0 0,0-1-1,0 1 1,0-1 0,-1 1-1,0-1 1,0 0 0,0 0-1,0 0 1,0 0-1,-1-1 1,0 1 0,1-1-1,-1 0 1,-1 0 0,1 0-1,0-1 1,-1 0 0,1 1-1,-2-1-11,-30 9 553,-2-1-1,1-1 0,-1-3 1,0 0-1,-1-3 0,-30-1-552,66-2-24,1 0-1,0 0 0,-1-1 1,1 1-1,0 0 0,-1-1 1,1 0-1,0 1 1,0-1-1,-1 0 0,1 0 1,0 0-1,0-1 0,0 1 1,0 0-1,1-1 0,-1 1 1,0-1-1,0 0 0,1 1 1,-1-1-1,1 0 1,0 0-1,-1 0 0,1 0 1,0 0-1,0 0 0,0-1 1,0 0 24,15-42-5643,7 27-1392</inkml:trace>
  <inkml:trace contextRef="#ctx0" brushRef="#br0" timeOffset="175928.358">16624 10168 6081,'0'0'726,"0"0"-319,0 0 450,0 0 1592,0 0-1049,0 0-737,-6 2 4963,5 3-5901,4 8 564,0 0-1,2 0 0,-1 0 0,2-1 0,-1 0 0,2 0 0,0 0 0,0-1 1,1 0-1,0 0 0,1-1 0,0 0 0,7 5-288,20 28 654,56 61 120,-75-89-693,0 1-1,-1 1 1,-1 0-1,-1 2 1,-1-1-1,0 2 1,-1 0-1,-1 0 1,-1 1-1,-1 0 0,-1 1 1,-1 0-1,1 4-80,2 377 561,-10-395-560,2 17 10,-1 0 1,-2-1-1,0 1 1,-1 0-1,-2-1 0,-1 0 1,0 0-1,-2 0 1,-1 0-1,0-1 1,-2-1-1,-1 2-11,-2-4 76,0 0-1,-2-2 1,0 1-1,-1-2 0,0 0 1,-2-1-1,0 0 1,0-2-1,-18 10-75,106-86-3682,-47 39-1591,10-11-10088</inkml:trace>
  <inkml:trace contextRef="#ctx0" brushRef="#br0" timeOffset="176878.296">17276 11232 8674,'0'0'2191,"0"0"-935,0 0-422,0 0 274,0 0 455,0 0-201,3 1 3553,20 1-4120,266-28 1751,-255 20-2499,-44 8-222,-320 36 550,228-38 1921,412-2-3152,-164-24-3702,-113 12-587</inkml:trace>
  <inkml:trace contextRef="#ctx0" brushRef="#br0" timeOffset="177914.691">18280 10143 10970,'0'0'1791,"0"0"-425,0 0-496,0 0 242,0 0-135,0 0-309,-6 2-246,-82 68 2064,63-37-2030,1 0 1,2 2-1,1 1 1,2 0 0,1 2-1,2 0 1,2 1-1,1 0 1,3 1-1,1 0 1,1 1 0,3 0-1,1 0 1,2 26-457,2-14 200,-2 12 92,4 0 1,2 0-1,3 0 0,7 20-292,-3-31 78,-8-32-27,1 1 0,1-1 0,1 0 0,1 0 0,1 0 0,1-1 0,1-1 0,1 1 0,0-2 0,2 1 0,5 6-51,38 30 36,-42-44-33,0 0 1,-1 1-1,-1 1 0,1 0 0,-2 0 1,0 1-1,-1 1 0,-1 0 0,0 0 0,-1 1 1,-1 0-1,3 10-3,-7-45-6173,-3 1-508</inkml:trace>
  <inkml:trace contextRef="#ctx0" brushRef="#br0" timeOffset="181335.898">18870 10503 7050,'0'0'1648,"0"0"3804,0 0-2376,0 0-1751,0 0-799,0 0 236,-3-6 339,-11-25 177,14 30-998,-6 10 252,-3 28-185,1 0-1,2 1 1,1 0-1,2 0 1,2 0 0,1 1-1,2 1-346,-1-35 13,0 0 1,0 1-1,0-1 0,0-1 1,1 1-1,0 0 0,0 0 0,1-1 1,-1 1-1,1-1 0,0 1 1,0-1-1,0 0 0,1 0 1,-1-1-1,1 1 0,0-1 0,0 0 1,0 0-1,0 0 0,1 0 1,-1-1-1,1 1 0,0-1 0,0-1 1,-1 1-1,1-1 0,0 1 1,1-1-1,-1-1 0,0 1 1,4-1-14,0 1 15,0 0 1,0-1-1,0-1 1,0 1 0,-1-1-1,1-1 1,0 1 0,-1-2-1,1 1 1,-1-1 0,1 0-1,-1-1 1,0 0 0,0 0-1,-1-1 1,0 0 0,1 0-1,-2-1 1,1 0-16,1-4 0,0 0 0,-1 0 0,0-1 0,-1 0 1,0 0-1,-1-1 0,0 0 0,-1 0 0,-1 0 0,1 0 0,-2 0 0,0-1 0,0 1 1,-1-1-1,-1 0 0,0 1 0,-1-1 0,0 1 0,-1-1 0,0 1 0,-1-1 1,0 1-1,-1 0 0,-1 0 0,0 1 0,0-1 0,-1 1 0,-1 0 0,1 1 1,-2-1-1,0 1 0,0 1 0,-1 0 0,0 0 0,0 0 0,-1 1 0,0 1 0,0 0 1,-1 0-1,0 1 0,0 0 0,-1 1 0,0 0 0,0 1 0,-10-3 0,17 6-37,-1 0 1,1 1-1,0-1 0,-1 1 0,1 0 1,0 0-1,-1 1 0,1 0 0,0 0 1,-1 0-1,1 0 0,0 1 0,0 0 1,0 0-1,0 0 0,0 1 0,1-1 0,-1 1 1,1 0-1,0 1 0,-1-1 0,2 1 1,-1 0-1,0 0 0,1 0 0,-1 0 1,1 1-1,0-1 0,1 1 0,-1 0 1,1-1-1,0 1 0,0 1 0,1-1 1,-1 0-1,1 0 0,0 4 37,-1-3-369,1 0-1,0 0 1,1 0 0,-1 0 0,1 0-1,0 0 1,1 0 0,-1 0-1,1 0 1,0 0 0,1 0 0,-1-1-1,1 1 1,0 0 0,1-1-1,0 1 1,-1-1 0,2 0 0,-1 0-1,0 0 1,2 1 369,27 19-6099</inkml:trace>
  <inkml:trace contextRef="#ctx0" brushRef="#br0" timeOffset="182039.454">19281 10132 6001,'0'0'5275,"0"0"-1398,0 0-2064,0 0-714,0 0-44,0 0 827,5-5 2192,26-21-3745,-30 25-330,0-1-1,1 0 0,-1 1 0,0 0 0,1-1 1,-1 1-1,1 0 0,-1-1 0,1 1 0,-1 0 1,1 0-1,0 0 0,0 1 0,0-1 0,-1 0 1,1 1-1,0-1 0,0 1 0,0-1 0,0 1 0,0 0 1,0 0-1,0 0 0,0 0 0,0 0 0,0 1 1,0-1-1,-1 0 0,1 1 0,0 0 0,0-1 1,0 1-1,0 0 0,-1 0 0,1 0 0,0 0 1,-1 0-1,1 0 0,-1 0 0,1 1 0,-1-1 1,0 1-1,1-1 0,-1 1 0,0-1 0,0 1 1,0 0-1,0 0 2,9 21 22,-2 1 1,-1-1-1,-1 1 0,-1 1 1,-1-1-1,-1 1 1,-1-1-1,-1 1 0,-1 0 1,-4 23-23,2-40-41,0 0 0,-1 0 0,0 0-1,0 0 1,-1-1 0,1 0 0,-2 0 0,1 0 0,-1 0 0,0 0 0,-1-1 0,1 0 0,-1 0 0,0-1 0,-1 1 0,1-1 0,-1-1-1,0 1 1,0-1 0,-7 2 41,9-5-129,164-56-20,-151 51 151,-1 1 1,1 0-1,0 1 1,0 0-1,0 0 1,0 0 0,1 1-1,-1 1 1,0-1-1,0 1 1,1 1-1,-1 0 1,7 1-3,10-2-2394,-18-30-11698,-7 27 13117,0-15-1999</inkml:trace>
  <inkml:trace contextRef="#ctx0" brushRef="#br0" timeOffset="182605.865">18688 11028 6849,'0'0'82,"0"0"822,0 0 2903,0 0-1185,0 0-939,0 0-546,6 11 4074,549-35-1463,-314-3-4398,-244 39-2224,-36 25-3932,-9-7-3442,30-20 8504</inkml:trace>
  <inkml:trace contextRef="#ctx0" brushRef="#br0" timeOffset="183272.303">18942 11492 7706,'0'0'3872,"0"0"-1602,0 0-897,0 0-168,0 0 91,0 0 493,-2-5-145,2 3-1600,1 0 1,-1 0-1,0-1 0,0 1 0,1 0 0,0 0 1,-1 0-1,1 0 0,0 0 0,0 0 0,0 0 1,0 0-1,0 0 0,1 0 0,-1 0 0,0 1 1,1-1-1,0 0 0,-1 1 0,1-1 0,0 1 1,0 0-1,-1 0 0,1 0 0,0 0 0,0 0 1,0 0-1,1 0 0,-1 0 0,0 1 1,0-1-1,0 1 0,0 0 0,1 0 0,-1 0 1,0 0-1,0 0 0,1 0 0,-1 0 0,0 1 1,0-1-45,3-2 1,-1 1 0,1-1 1,-1 1-1,1 0 0,0 0 1,0 0-1,-1 0 0,1 1 1,0 0-1,0 0 0,0 1 1,-1-1-1,1 1 0,0 0 1,-1 0-1,1 0 0,0 1 1,-1 0-1,0 0 0,1 0 1,-1 0-1,0 1 0,0-1 1,0 1-1,0 0 0,-1 0 1,1 1-1,-1-1 0,0 1 1,0 0-1,0 0 0,0 0 1,1 4-2,1 0 10,-2-1 0,1 1 1,-1 0-1,0 1 1,-1-1-1,0 1 0,0-1 1,-1 1-1,0-1 0,0 1 1,-1 0-1,0 0 1,-1-1-1,0 1 0,0 0 1,-1-1-1,0 1 1,-1-1-1,1 0 0,-2 0 1,1 0-1,-1 0 1,0 0-1,-1-1 0,0 0 1,0 1-1,0-2 1,-1 1-1,0-1 0,-1 0 1,1 0-1,-1-1 0,0 0 1,0 0-1,-1 0 1,1-1-1,-1 0 0,0-1 1,0 0-1,-1 0 1,1 0-1,0-1 0,-3 0-10,10-2 10,-1 0 0,0 0 0,1 0 0,-1 0 0,1 0 0,-1 0 0,0-1 0,1 1 0,-1 0 0,1-1 0,-1 1 0,1-1 0,-1 0 0,1 1 0,-1-1-1,1 0 1,0 0 0,-1 0 0,1 0 0,0 0 0,0 0 0,0 0 0,0 0 0,0-1 0,0 1 0,0 0 0,0-1 0,0 1 0,1 0 0,-1-1 0,0 1 0,1-1 0,0 1 0,-1-1-1,1 0 1,0 1 0,0-1 0,-1 1 0,1-1 0,0 0 0,1 1 0,-1-1 0,0 1 0,0-1 0,1 1 0,-1-1 0,1 0 0,0 0-10,67-11 125,-16 13-67,-1-2 0,1-2 0,-1-2 0,-1-3 0,1-2 0,4-3-58,-40 10-191,26-12 102,-27-8-4220,-9-40-8935,-2 29 10669</inkml:trace>
  <inkml:trace contextRef="#ctx0" brushRef="#br0" timeOffset="184776.449">19965 10737 6369,'0'0'303,"0"0"-38,0 0 672,0 0 2677,0 0-1240,-7-1-835,-28-1 961,20 55 1966,8 333-606,24-285-5119,-9-115-7372,-8-7 3304</inkml:trace>
  <inkml:trace contextRef="#ctx0" brushRef="#br0" timeOffset="185027.132">19755 11057 6001,'0'0'760,"0"0"3809,0 0-3032,0 0-457,0 0 56,0 0 201,0 0-457,163 18-136,-123-30-600,-1 1 216,-7 2-296,-7-2-64,-18-2-1672,-7 0-6962,0 4 3713</inkml:trace>
  <inkml:trace contextRef="#ctx0" brushRef="#br0" timeOffset="185639.659">20239 10766 15051,'0'0'2209,"0"0"-1194,0 0-778,0 0 104,0 0 362,0 0-223,7-17-324,19-51-92,-25 66-57,0-1 0,0 1 0,0 0-1,1 0 1,0 0 0,-1 0 0,1 0-1,0 0 1,0 0 0,0 1-1,0-1 1,0 1 0,0-1 0,0 1-1,1 0 1,-1 0 0,0 0 0,1 0-1,-1 0 1,1 0 0,-1 1 0,1-1-1,-1 1 1,1 0 0,0 0 0,-1 0-1,1 0 1,-1 0 0,1 0 0,-1 1-1,1-1 1,2 2-7,8-1 35,-10-1 9,0 0 1,-1 0-1,1 0 1,0 0-1,0 0 1,-1 1-1,1-1 0,0 1 1,-1 0-1,1 0 1,0 0-1,-1 0 1,1 0-1,-1 0 1,0 1-1,1 0 0,-1-1 1,0 1-1,0 0 1,0 0-1,0 0 1,0 0-1,-1 0 0,1 0 1,-1 1-1,1-1 1,-1 0-1,0 1 1,0 0-1,0-1 0,0 1 1,0-1-1,0 1 1,-1 0-1,0 0 1,1-1-1,-1 1 0,0 2-44,2 14 74,0 1 0,-1 0-1,-1-1 1,-1 1-1,0-1 1,-2 1 0,0-1-1,-2 1 1,0-1-1,0-1 1,-2 1 0,-1-1-1,0 0 1,-1-1-1,-1 0 1,-1 1-74,9-15-15,0 0 0,0 0-1,0-1 1,0 1 0,-1-1 0,1 1-1,-1-1 1,1 0 0,-1 0 0,0 0 0,0 0-1,0-1 1,0 1 0,0-1 0,0 1-1,0-1 1,-1 0 0,1-1 0,0 1 0,-1 0-1,1-1 1,-1 0 0,1 0 0,-1 0-1,1 0 1,0 0 0,-1-1 0,1 1 0,-1-1-1,1 0 1,0 0 0,0-1 0,0 1-1,-1-1 1,1 1 0,1-1 0,-1 0 0,0 0-1,0 0 1,1 0 0,-3-3 15,-15-41-438,20 45 501,0 1-64,25 30 167,-19-22-123,-1-1 0,2 1 0,-1-1 0,1 0 0,0 0 0,0-1 0,0 0-1,1 0 1,0-1 0,1 0 0,-1 0 0,1-1 0,0 0 0,0 0 0,0-1-1,0 0 1,0-1 0,1 0 0,0-1 0,3 1-43,-11-2-35,-1 1 0,1-1 0,0 1 0,0-1 0,-1 0-1,1 0 1,0 1 0,0-1 0,-1 0 0,1-1 0,0 1 0,0 0 0,-1 0 0,1-1 0,0 1 0,-1-1-1,1 0 1,0 1 0,-1-1 0,1 0 0,-1 0 0,1 0 0,-1 0 0,0 0 0,1 0 0,-1 0 0,0-1-1,0 1 1,1 0 0,-1-1 0,0 1 0,-1-1 0,1 1 0,0-1 0,0 1 0,-1-1 0,1 0 0,-1 1-1,1-1 1,-1 0 0,0 0 0,1 1 0,-1-1 0,0 0 0,0 0 0,0 1 0,-1-1 0,1-1 35,0-63-8949,0 35 1298</inkml:trace>
  <inkml:trace contextRef="#ctx0" brushRef="#br0" timeOffset="186029.269">20655 10872 8370,'0'0'2446,"0"0"2860,0 0-2400,0 0-1219,0 0-352,0 0 127,0 0-509,0 20-254,7 18-407,-7-38-284,0 0 15,0 0 66,-1-2-59,0 0 0,0 0 0,0 0 0,0 0 0,0 0 0,-1 0 0,1 1 0,-1-1 0,1 0 0,-1 1 0,0-1 0,1 1 0,-1 0 0,0-1 0,0 1 0,0 0 0,0 0 0,0 0 0,0 1 0,0-1 0,-1 0 0,1 1 0,0-1 0,0 1 0,0 0 0,-1 0 0,1 0 0,0 0 0,0 0 0,-1 0 0,1 1 0,0-1 0,-2 1-30,1 18-1598,12-9-3702,5-10 423,3 0-3481</inkml:trace>
  <inkml:trace contextRef="#ctx0" brushRef="#br0" timeOffset="186396.572">20786 10677 7946,'0'0'6392,"0"0"-3808,0 0-1483,0 0 167,0 0 650,-11 25 7,-31 85-703,38-96-1075,0 0 0,1 0 1,0 0-1,1 1 0,1-1 1,0 1-1,1-1 0,0 1 1,2-1-1,-1 0 0,2 3-147,-2-12 2,0 0 0,0 0 0,1 0 0,0 0-1,0 0 1,0 0 0,0-1 0,1 1 0,-1-1 0,1 1-1,1-1 1,-1 0 0,0 0 0,1-1 0,0 1 0,0-1-1,0 1 1,0-1 0,0-1 0,1 1 0,0 0 0,-1-1-1,1 0 1,0 0 0,0-1 0,0 1 0,0-1 0,0 0 0,0 0-1,0-1 1,1 0 0,-1 0 0,0 0 0,0 0 0,0-1-1,1 0 1,-1 0 0,0 0 0,0-1 0,0 1 0,-1-1-1,1 0 1,0-1 0,-1 1 0,5-4-2,0-12-129,-1 0 1,0-1-1,-1 0 0,-1 0 0,-1 0 1,0-1-1,-2 0 0,0 0 1,-2 0-1,0-1 0,-1 1 1,-1 0-1,0 0 0,-5-15 129,6 30-43,0 1 0,-1-1 0,0 0-1,0 1 1,0-1 0,-1 1 0,1 0 0,-1-1-1,0 1 1,0 0 0,-1 0 0,1 0 0,-1 1-1,0-1 1,0 1 0,0-1 0,0 1 0,-1 0-1,1 0 1,-1 0 0,0 1 0,0-1 0,0 1-1,0 0 1,0 0 0,-1 0 0,1 1 0,0-1-1,-1 1 1,1 0 0,-1 0 0,0 1 0,1 0-1,-1-1 1,1 2 0,-1-1 0,0 0 0,1 1-1,-1 0 1,1 0 0,-1 0 0,1 1 0,0-1-1,-1 1 1,1 0 0,0 0 0,0 1 0,0-1-1,1 1 1,-1 0 0,-1 1 43,-27 25-2718,6 1-1023</inkml:trace>
  <inkml:trace contextRef="#ctx0" brushRef="#br0" timeOffset="187139.295">20867 9750 4049,'0'0'1827,"0"0"-360,0 0 2058,0 0-1127,0 0-1057,0 0-730,-1 3-131,1 4-239,0 0-1,1 1 1,0-1 0,0 0 0,1 0-1,0 1 1,0-1 0,0 0-1,1-1 1,0 1 0,1 0 0,0-1-1,0 0 1,0 0 0,0 0-1,1 0 1,0-1 0,2 2-241,8 13 632,11 17-234,-1 1 1,-2 1-1,-2 1 1,-1 1-1,-3 1 0,-1 1 1,-2 0-1,-2 1 1,-1 0-1,-3 1 0,-1 9-398,-4 182 593,-5-181-464,1 0 0,3 0 0,2 0 0,3 0 0,4 13-129,60 104-21,-71-161 20,0 0 0,0-1 1,-1 1-1,-1 0 1,0 0-1,0-1 0,-1 1 1,0-1-1,-1 0 0,0 0 1,-1 0-1,0 0 1,0-1-1,-1 0 0,0 0 1,-1 0-1,0-1 1,0 0-1,-1 0 0,0-1 1,-1 0-1,1 0 0,-1-1 1,0 0-1,-1-1 1,1 0-1,-9 3 1,-3 7 55,-178 127 1874,251-145-4294,-21-11-2038</inkml:trace>
  <inkml:trace contextRef="#ctx0" brushRef="#br0" timeOffset="196194.709">11343 13531 6649,'0'0'6119,"0"0"-3120,0 0-1397,0 0-656,0 0-92,0 0 557,4 0-156,465-62 2139,-460 60-12269,-30 3 3330,3 0 1516,-10-1 490</inkml:trace>
  <inkml:trace contextRef="#ctx0" brushRef="#br0" timeOffset="196511.657">11314 13795 2681,'0'0'4431,"0"0"-6,0 0-2332,0 0-412,0 0-176,0 0-14,12 9-44,-5-4-1172,88 32 2239,212-52 1117,-303 15-3892,0 0 0,-1 0 0,1 0 0,0-1 1,0 0-1,-1 0 0,1 0 0,0 0 0,-1 0 1,1-1-1,-1 0 0,0 0 0,1 0 0,-1 0 0,0 0 1,0 0-1,0-1 0,0 1 0,-1-1 0,1 0 1,-1 0-1,0 0 0,1-2 261,17-20-4908</inkml:trace>
  <inkml:trace contextRef="#ctx0" brushRef="#br0" timeOffset="198193.991">12774 12884 6129,'0'0'1347,"0"0"2662,0 0-1587,0 0-924,0 0-322,-23 8-157,-74 29 46,91-34-889,0 1-1,0 0 0,1 0 0,-1 1 0,1 0 0,0 0 1,0 0-1,1 0 0,-1 1 0,1 0 0,0 0 1,1 0-1,0 0 0,0 0 0,0 1 0,0 0 0,1-1 1,0 1-1,1 0 0,-1 4-175,-2 3 249,0-6-163,0 0-1,1 1 0,0-1 1,0 1-1,1-1 1,0 1-1,0 0 0,1 0 1,1 0-1,-1 0 1,1 0-1,1 0 1,-1 0-1,2 0 0,-1 0 1,1 0-1,1-1 1,-1 1-1,1-1 1,1 1-1,0-1 0,0 0 1,1 0-1,-1-1 1,2 1-1,-1-1 1,1 0-1,0-1 0,0 1 1,1-1-1,0-1 1,0 1-1,1-1 0,-1 0 1,1-1-1,0 0 1,0 0-1,7 2-85,-5-3 6,0 0 0,-1-1 0,1 0 0,0 0 0,0-1 0,0 0 0,0-1 0,0-1 0,0 1 0,0-1 0,0-1 0,0 0 0,0 0 0,-1-1 0,1-1 0,-1 1 0,1-1 0,-1-1 0,-1 0 0,1 0-1,-1 0 1,0-1 0,0-1 0,0 1 0,-1-1 0,0-1 0,-1 1 0,1-1 0,-1 0 0,-1-1 0,0 1 0,0-1 0,-1 0 0,0 0 0,0-1 0,-1 1 0,0-1 0,-1 0 0,0 0 0,0 0-6,-1-5-20,-1 0-1,0 0 1,-1 0 0,0 0 0,-2 0-1,0 0 1,0 0 0,-1 0 0,-1 1-1,-1 0 1,-1-3 20,4 11-39,1 1 0,-1 0 0,-1 1-1,1-1 1,-1 0 0,1 1 0,-1 0 0,-1 0 0,1 0-1,0 1 1,-1-1 0,0 1 0,0 0 0,0 0 0,0 1-1,0-1 1,-1 1 0,1 0 0,-1 1 0,1-1 0,-1 1 0,0 0-1,1 1 1,-1-1 0,0 1 0,0 0 0,1 1 0,-1-1-1,0 1 1,-5 2 39,2 1-38,0 1 0,0 0 0,1 0 0,-1 1 0,1 0 0,1 1 0,-1 0-1,1 0 1,0 0 0,1 1 0,0 0 0,0 0 0,0 1 0,1 0 0,1 0 0,-1 0-1,1 0 1,1 1 0,0-1 0,0 1 0,1 0 0,0 0 0,1 0 0,0 0 0,1 0 0,0 0-1,0 0 1,2 8 38,2-14-191,1 0-1,-1 0 0,1 0 0,-1-1 0,1 0 0,0 0 0,0 0 1,1-1-1,-1 1 0,0-1 0,1 0 0,0-1 0,-1 1 1,1-1-1,0 0 0,0-1 0,0 0 0,-1 1 0,1-2 0,0 1 1,0-1-1,0 0 0,-1 0 0,1 0 0,0-1 0,-1 0 1,4-2 191,63-42-216,-69 52 900,3 137 4813,-7 78-2529,-1-59-2289,40-162-4331,-20-3-1303,0-7-2466</inkml:trace>
  <inkml:trace contextRef="#ctx0" brushRef="#br0" timeOffset="198628.191">12559 13860 7242,'0'0'925,"0"0"2863,0 0-1379,0 0-702,0 0-296,0 0-194,-9-3-170,-25-6-399,49 30 1634,8-11-2026,1-1 0,0-1 0,1-1 0,-1-1 1,1-1-1,1-2 0,-1 0 0,0-1 1,1-2-1,-1-1 0,1-1 0,-1-1 1,0-1-1,4-2-256,144-34 527,-138 29-743,0 1 1,0 2 0,1 2-1,0 1 1,0 1-1,30 2 216,-64 4-436,-1-1-1,1 1 0,-1-1 0,1 1 1,-1 0-1,0 0 0,0 0 0,0 0 1,0 0-1,0 0 0,0 0 0,-1 0 1,1 0-1,-1 0 0,1 0 0,-1 1 1,0-1-1,0 0 0,0 0 0,0 0 0,0 1 1,0-1-1,-1 0 0,1 0 0,-1 0 1,1 0-1,-1 0 0,0 0 0,0 0 1,0 1 436,-21 26-7695,3-11 6412,-3-2 1211</inkml:trace>
  <inkml:trace contextRef="#ctx0" brushRef="#br0" timeOffset="199230.059">12930 14391 7890,'0'0'7629,"0"0"-4117,0 0-1800,0 0-713,0 0 19,0 0-64,1-14-164,8-46-591,-8 57-193,1 1 1,-1 0-1,1-1 1,0 1-1,0 0 1,0 0-1,0 0 1,0 0-1,0 0 1,0 0-1,1 1 0,-1-1 1,1 1-1,-1 0 1,1-1-1,0 1 1,-1 0-1,1 1 1,0-1-1,0 0 1,0 1-1,0 0 1,-1-1-1,1 1 1,0 0-1,0 1 1,0-1-1,1 1-6,2-2 0,1 1-3,1 0 0,-1 0 0,1 0 0,-1 1 0,1 0 0,-1 0-1,0 1 1,0 0 0,1 0 0,-1 0 0,-1 1 0,1 1 0,0-1 0,-1 1 0,0 0 0,1 0 0,-2 1 0,1-1 0,0 2-1,-1-1 1,0 0 0,0 1 0,-1 0 0,0 0 0,0 0 0,1 3 3,4 7-9,-1 1 0,-1 0 0,0 0 0,-2 1 0,0-1 0,-1 2 0,0-1 0,-1 0 0,-2 1-1,0-1 1,0 1 0,-2-1 0,0 1 0,-4 15 9,2-26-28,1 0 0,-1 0 0,0 0 1,-1 0-1,0-1 0,0 1 0,-1-1 0,0 0 0,0-1 0,0 1 0,-1-1 0,0 0 0,0 0 0,-1-1 0,0 0 0,0 0 0,0 0 1,0-1-1,-1 0 0,0-1 0,1 1 0,-1-2 0,0 1 0,-1-1 0,1 0 0,0-1 0,-1 0 0,1 0 0,-1-1 0,1 0 0,-1 0 0,1-1 1,-1 0-1,1-1 0,-3 0 28,8 0 5,1 1 0,-1-1 1,1 1-1,-1-1 1,1 0-1,0 0 0,-1 0 1,1 0-1,0 0 0,1-1 1,-1 1-1,0-1 0,1 1 1,-1-1-1,1 0 1,0 1-1,0-1 0,0 0 1,0 0-1,0 0 0,1 0 1,-1 0-1,1 0 0,0 0 1,0 0-1,0 0 1,0 0-1,1 0 0,-1 0 1,1 1-1,-1-1 0,1 0 1,0 0-1,0 0 0,1 0 1,-1 1-1,0-1 1,1 1-1,0-1 0,0 1 1,-1-1-1,1 1 0,1 0 1,-1 0-1,0 0 0,0 0 1,3-1-6,12-3 5,1 1 1,0 0-1,0 2 1,1 0 0,-1 1-1,1 0 1,-1 2-1,1 0 1,-1 1-1,1 1-5,162-16 146,-159 8-147,1-2 0,-1 0 1,0-2-1,-1-1 0,0 0 0,-1-1 0,0-2 0,6-6 1,-12 1-934,-9 4-3050,-4 1-1873</inkml:trace>
  <inkml:trace contextRef="#ctx0" brushRef="#br0" timeOffset="202637.616">14239 13231 7802,'0'0'2342,"0"0"2082,0 0-2328,0 0-1292,0 0-215,0 0-154,-1 3 17,-7 120 3397,-25 402-355,33-522-3529,0-2 5,-1 0 1,1 1-1,0-1 1,-1 1-1,1-1 1,0 1-1,0-1 1,0 1-1,0-1 1,0 1-1,0-1 1,0 1-1,1-1 1,-1 1-1,1-1 1,-1 0-1,1 1 1,-1-1-1,1 0 1,0 1-1,-1-1 1,1 0-1,0 0 1,0 1-1,0-1 1,0 0-1,0 0 1,0 0-1,0 0 1,1 0-1,-1-1 1,0 1-1,1 0 1,-1 0-1,0-1 1,1 1-1,-1-1 1,2 1 29,10-74-14733,-15 24 8471,-4 4 4855</inkml:trace>
  <inkml:trace contextRef="#ctx0" brushRef="#br0" timeOffset="202871.369">13953 13653 3305,'0'0'2656,"0"0"2993,0 0-4160,0 0-49,0 0 200,0 0-191,155 29-217,-93-29-344,5 0-368,0-5-384,-10-1-128,2 1-16,-17 1-1632,-8-3-3321</inkml:trace>
  <inkml:trace contextRef="#ctx0" brushRef="#br0" timeOffset="203538.667">15225 13242 6769,'0'0'2522,"0"0"2425,0 0-2572,-21-1-1414,-69-2-415,79 5-334,0 0 0,0 0 0,0 1 0,0 0 1,1 1-1,-1 0 0,1 1 0,0 0 0,0 1 0,1 0 1,0 0-1,0 1 0,0 0 0,1 1 0,0-1 0,0 2 1,1-1-1,0 1 0,0 0 0,1 1 0,1-1 0,-1 1 0,2 0 1,-4 8-213,1-4 128,-1 0 1,1 0-1,1 0 1,1 1-1,0 0 0,1 0 1,1 0-1,0 1 1,1-1-1,0 1 1,1-1-1,1 1 1,1 0-1,0-1 1,1 1-1,1-1 1,0 0-1,1 1 1,0-2-1,2 1 1,0 0-1,0-1 0,1 0 1,4 5-129,3-7 13,0 0 1,1-1 0,0 0-1,1-2 1,0 0-1,0 0 1,1-2-1,0 0 1,1 0-1,0-2 1,-1 0-1,2-2 1,-1 0-1,0 0 1,0-2 0,1 0-1,-1-1 1,1-1-1,-1-1 1,7-2-14,-18 4-8,0-1 1,0 0 0,0 0-1,0-1 1,-1 1-1,1-2 1,0 1 0,-1-1-1,1 0 1,-1 0-1,0 0 1,0-1 0,0 0-1,-1-1 1,0 1-1,1-1 1,-1 0 0,-1 0-1,1-1 1,-1 1 0,0-1-1,0 0 1,-1 0-1,1 0 1,-1-1 0,-1 1-1,1-1 1,-1 1-1,0-1 1,-1 0 0,0 0-1,0 0 1,0 0 0,-1 0-1,0 0 1,0 0-1,-1 0 1,0 0 0,-1-4 7,-3 4 38,-1 0 0,0 1 0,0-1 0,0 1 0,-1 1 0,0-1 0,0 1 0,0 1 0,-1-1 1,0 1-1,0 0 0,0 1 0,0 0 0,0 0 0,-1 1 0,1 0 0,-1 1 0,1-1 0,-1 2 1,0-1-1,0 1 0,1 1 0,-1-1 0,0 1 0,1 1 0,-1 0 0,1 0 0,-1 1 0,1 0 1,-6 3-39,4-1 27,0 1 0,0 0 0,1 0 1,0 1-1,0 1 0,0 0 0,1 0 1,0 0-1,1 1 0,0 0 0,0 0 1,1 1-1,0 0 0,-3 8-27,6-13-39,1 0-1,-1 1 1,1-1-1,0 1 1,1-1 0,-1 1-1,1 0 1,1-1-1,-1 1 1,1 0 0,-1 0-1,2 0 1,-1 0-1,1-1 1,0 1-1,0 0 1,0-1 0,1 1-1,0 0 1,0-1-1,0 0 1,1 1 0,0-1-1,0 0 1,0-1-1,0 1 1,1 0-1,0-1 1,0 1 39,49 30-2862,8-12-4227</inkml:trace>
  <inkml:trace contextRef="#ctx0" brushRef="#br0" timeOffset="206376.8">17543 12066 5705,'0'0'884,"0"0"154,0 0 2072,0 0-1518,0 0-946,0 0 7,-2 4 77,3-5-610,-1 1-1,1 0 1,-1-1 0,1 1 0,-1 0 0,1 0-1,0 0 1,-1-1 0,1 1 0,-1 0 0,1 0 0,-1 0-1,1 0 1,0 0 0,-1 0 0,1 0 0,-1 0 0,1 0-1,-1 1 1,1-1 0,0 0 0,-1 0 0,1 0-1,-1 1 1,1-1 0,-1 0 0,1 0 0,-1 1 0,1-1-1,-1 1 1,1-1 0,-1 0 0,0 1 0,1-1 0,-1 1-1,0-1 1,1 1 0,-1-1 0,0 1 0,1-1-1,-1 1 1,0-1 0,0 1-120,56-44 201,408-332 484,-116 95-714,-113 87-35,129-74 64,-30 58-161,-105 69-251,155-128 412,306-301-650,-599 484 1773,-80 71-2425,-21-3-7512,-2 5 6397,0-6 12</inkml:trace>
  <inkml:trace contextRef="#ctx0" brushRef="#br0" timeOffset="206976.075">20536 9285 5521,'0'0'1015,"0"0"196,0 0 2458,0 0-1402,0 0-1004,0 0 171,0 15-386,3 46-244,-2-58-750,0-1 1,0 1-1,0-1 0,0 0 1,1 1-1,-1-1 0,1 0 1,-1 0-1,1 0 0,0 0 1,0 0-1,0-1 0,0 1 1,0 0-1,0-1 0,1 0 1,-1 1-1,0-1 0,1 0 1,-1 0-1,1 0 0,-1-1 1,1 1-1,-1-1 0,1 1 1,0-1-1,-1 0 0,1 0 1,0 0-55,6 1 172,248 5 1462,-253-3-1615,-1-1 0,1 1 0,0 0 0,-1 0 0,0 0 0,0 1-1,0-1 1,0 1 0,0-1 0,-1 1 0,0 0 0,1 0 0,-2 0 0,1 1 0,0-1 0,-1 0 0,0 1 0,0-1 0,0 1 0,0-1 0,-1 1-1,0-1 1,0 1 0,0-1 0,0 1 0,-1-1 0,1 1 0,-1-1 0,-1 1 0,0 2-19,1 16 360,2 23-54,-19 145 1115,-26-147-2818,43-51-3774,1-7-920</inkml:trace>
  <inkml:trace contextRef="#ctx0" brushRef="#br0" timeOffset="207404.719">20795 8760 7458,'0'0'1861,"0"0"2554,0 0-2664,0 0-1126,-3 20 69,1-13-654,-1 2 77,0 0-1,1 0 0,0 0 1,0 1-1,1-1 1,0 1-1,1-1 0,0 1 1,0-1-1,1 0 0,0 1 1,1-1-1,0 0 0,0 1 1,1-1-1,0 0 0,1-1 1,0 1-1,0-1 0,1 0 1,0 0-1,1 0 1,0 0-1,0-1 0,0 0 1,7 5-117,-8-8 21,1-1 0,1 0 0,-1 0 0,0 0 1,1-1-1,-1 0 0,1 0 0,0 0 1,0-1-1,0 0 0,-1-1 0,1 1 0,0-1 1,0-1-1,0 1 0,0-1 0,0-1 0,0 1 1,-1-1-1,1 0 0,-1 0 0,1-1 1,-1 0-1,0 0 0,0-1 0,0 1 0,0-1 1,-1-1-1,1 1 0,-1-1 0,0 0 1,-1 0-1,1 0 0,-1-1 0,0 1 0,0-1 1,-1 0-1,0 0 0,0-1 0,0 1 0,-1-1 1,0 1-1,0-1 0,0-4-21,1 3 12,-1 0 0,0-1-1,-1 0 1,0 1 0,0-1-1,-1 0 1,0 0 0,-1 1-1,1-1 1,-2 0 0,1 1-1,-1-1 1,-1 1 0,1-1 0,-2 1-1,1 0 1,-1 0 0,0 1-1,0-1 1,-1 1 0,0 0-1,-1 0 1,1 0 0,-1 1-1,-1 0 1,1 0 0,-1 0 0,0 1-1,0 0 1,-1 0 0,1 1-1,-1 0 1,0 1 0,0-1-1,0 1 1,-1 1 0,1 0 0,-1 0-1,-8-1-11,13 4 8,-1-1-1,1 1 1,0 0-1,0 0 1,0 1 0,0-1-1,0 1 1,0-1-1,1 1 1,-1 1-1,1-1 1,-1 0-1,1 1 1,0 0 0,0 0-1,0 0 1,0 0-1,0 0 1,1 0-1,-1 1 1,1-1-1,0 1 1,0 0 0,0 0-1,1 0 1,-1-1-1,1 2 1,0-1-1,0 0 1,0 0-8,-14 127-1536,16-63-1902,5-14-4648</inkml:trace>
  <inkml:trace contextRef="#ctx0" brushRef="#br0" timeOffset="214328.02">11593 16416 3873,'0'0'2991,"0"0"1583,0 0-1813,0 0-1139,0 0-402,22 0 236,142-5 1918,188-52-174,-339 88-5867,-12-30 2421,-1 0-1,0 0 1,0 0 0,0 0-1,0-1 1,0 1 0,0 0-1,0 0 1,0 0 0,-1 0-1,1 0 1,0 0 0,-1 0 0,1 0-1,0 0 1,-1 0 0,1-1-1,-1 1 1,1 0 0,-1 0-1,0-1 1,1 1 0,-1 0-1,0-1 1,1 1 0,-1 0 0,0-1-1,0 1 1,1-1 0,-1 1-1,0-1 1,0 0 0,0 1-1,0-1 1,0 0 0,0 0 0,0 1-1,0-1 1,0 0 0,0 0-1,1 0 1,-1 0 0,0 0-1,0 0 1,0-1 0,0 1-1,0 0 1,0 0 0,0-1 0,0 1-1,0-1 1,0 1 0,1 0-1,-1-1 1,0 0 0,0 1-1,1-1 1,-1 1 0,0-1 0,1 0-1,-1 1 1,0-1 0,1 0-1,-1 0 1,1 0 0,-1 0-1,1 1 1,0-1 0,-1 0-1,1-1 247,-7-15-873</inkml:trace>
  <inkml:trace contextRef="#ctx0" brushRef="#br0" timeOffset="214772.689">11684 16665 6105,'0'0'1365,"0"0"2111,0 0-700,0 0-765,0 0-623,0 0-553,11 4 1228,237-14 3071,-80-6-4800,-121 9-3099,4-34-11989,-51 41 14744,21-23-4987</inkml:trace>
  <inkml:trace contextRef="#ctx0" brushRef="#br0" timeOffset="216954.763">11220 16003 4017,'0'0'2590,"-11"23"1257,-156 376 2712,129-307-5573,12-32-421,2 2 0,4 0 0,1 1 0,1 16-565,15-39 111,32-285 89,-23 161-340,-6 31 122,2 1-1,3 0 1,2 0 0,2 0-1,2 1 1,3 0 0,2 1 0,2 1-1,2 0 1,16-25 18,14 15-39,-49 57 43,0 1-1,0 0 1,0-1 0,0 1-1,0 0 1,1 0 0,-1 0-1,0 0 1,1 0-1,-1 1 1,1-1 0,-1 0-1,1 1 1,-1-1 0,1 1-1,0-1 1,-1 1 0,1 0-1,0 0 1,-1-1 0,1 1-1,0 1 1,-1-1-1,1 0 1,0 0 0,-1 0-1,1 1 1,-1-1 0,1 1-1,0-1 1,-1 1 0,1 0-1,-1 0 1,0 0 0,1 0-1,-1 0 1,0 0-1,1 0 1,-1 0 0,0 0-1,0 0 1,0 1 0,0-1-1,1 1-3,61 208 3350,-12 81-621,49 201-333,-78-435-2870,-22-56 8,-14-39-7019,-51-59-4034,31 52 8221</inkml:trace>
  <inkml:trace contextRef="#ctx0" brushRef="#br0" timeOffset="217206.173">10955 16703 328,'0'0'6954,"0"0"-2786,0 0-2167,0 0-633,0 0-264,0 0-295,0 0 183,99 4 128,-47-10-584,7-3-160,11 2-368,6 0-16,8 1-152,5-5-824,32-12-3225,-19 1-3329,-21 0 2497</inkml:trace>
  <inkml:trace contextRef="#ctx0" brushRef="#br0" timeOffset="218203.123">13105 15949 7346,'0'0'3334,"0"0"-1449,0 0-520,0 0-313,16-5 277,14-7-682,-24 8-571,0 0 1,0 0-1,1 1 0,-1 0 0,1 0 1,0 0-1,-1 1 0,1 0 1,0 1-1,1-1 0,-1 1 0,0 1 1,0-1-1,0 1 0,1 0 1,-1 1-1,0 0 0,0 0 0,0 0 1,0 1-1,0 0 0,0 1 1,0-1-1,-1 1 0,1 1 0,1 0-76,-2 8 194,0 0-1,-1 1 0,0-1 1,-1 1-1,0 0 0,-1 1 1,0-1-1,-1 0 0,-1 1 1,0-1-1,-1 1 0,0-1 1,-2 10-194,2 2 94,-1-3-66,0-1 0,-2 1 0,0-1 0,-1 0 0,-1 0 0,-1 0 0,-1-1 0,-1 1 0,0-2 1,-2 1-1,0-1 0,-1-1 0,-1 0 0,-1-1 0,-1 1-28,13-16 7,-1 1 0,0-1 0,0 0 0,0 0 0,-1 0 0,1 0 0,0 0 0,-1 0-1,1-1 1,-1 1 0,0-1 0,1 1 0,-1-1 0,0 0 0,0 0 0,0-1 0,0 1 0,0 0 0,0-1 0,0 0 0,0 0 0,0 0 0,0 0 0,0 0 0,0 0-1,0-1 1,1 1 0,-1-1 0,0 0 0,0 0 0,0 0 0,0-1 0,1 1 0,-1 0 0,1-1 0,-1 0 0,1 0 0,-1 0 0,1 0 0,0 0 0,0 0-1,-1-2-6,-55-115-6,49 45-63,48 73-34,87 91 137,-114-78-28,0 0-1,0-2 1,1 1-1,1-2 1,0 0-1,0 0 1,0-1-1,1-1 1,0-1 0,1 0-1,14 3-5,-22-6-279,1-1-1,0-1 0,1 0 1,-1 0-1,0-1 1,0 0-1,0 0 1,0-1-1,0 0 0,0-1 1,0 0-1,0-1 1,0 1-1,-1-2 1,1 1-1,-1-1 0,0 0 1,0-1-1,0 0 280,71-70-11059,-48 41 8613</inkml:trace>
  <inkml:trace contextRef="#ctx0" brushRef="#br0" timeOffset="218593.024">13832 16312 6529,'0'0'4067,"0"0"-193,0 0-1784,0 0-1128,0 0-464,0 0 30,14-22 77,115-176-251,-76 26 353,-49 102 2757,-24 412 694,0 10-3252,19-328-1002,0 15-314,5-18-3897,-3-20-653,-2-1-1428,-1 0-880</inkml:trace>
  <inkml:trace contextRef="#ctx0" brushRef="#br0" timeOffset="218905.947">13249 16743 10178,'0'0'2803,"0"0"614,0 0-1550,0 0-875,0 0 225,0 0 690,9 2-435,51 9-836,-1-4 0,1-2-1,0-2 1,0-4 0,6-2-636,50 1 349,102 2 95,18 0-1776,-81 0-8255,-152 2 2553,-4 5 3611,1-7 3011,-4 9-1536</inkml:trace>
  <inkml:trace contextRef="#ctx0" brushRef="#br0" timeOffset="219576.012">13560 17285 8650,'0'0'1980,"0"0"2932,0 0-1775,0 0-1162,0 0-351,0 0-145,7-10 671,2 1-2129,1 1 1,-1 0-1,1 1 0,1 0 1,-1 0-1,1 1 0,0 1 1,1 0-1,-1 0 0,1 1 1,0 1-1,0 0 0,1 0 1,-1 1-1,0 1 0,1 0 1,-1 1-1,1 0 0,-1 1 1,1 0-22,-8 0 1,0 0 0,0 1 0,0-1 1,-1 1-1,1 0 0,0 1 1,-1-1-1,1 1 0,-1-1 1,0 1-1,0 1 0,0-1 0,0 1 1,0-1-1,-1 1 0,0 0 1,0 0-1,0 0 0,0 1 0,-1-1 1,1 1-1,-1 0 0,0-1 1,-1 1-1,1 0 0,-1 0 0,0 0 1,0 0-1,0 0 0,-1 3-1,0 161 39,-5-139-36,-2 0 1,-1 0-1,-1 0 1,-2-2-1,-1 1 1,-1-1-1,-1-1 1,-2 0-1,0-1 1,-2-1-1,-1-1 1,-1 0-1,-4 2-3,15-17-20,-1 0 0,-1-1 0,0 0 0,0 0 0,0-1-1,-1-1 1,0 0 0,0-1 0,0 0 0,-1-1 0,1 0 0,-1-1-1,0 0 1,-1-1 0,1-1 0,0 0 0,0 0 0,-1-2 0,-5 0 20,16 0-11,-1 0-1,1-1 1,0 1 0,-1-1 0,1 0 0,0 0 0,0 0 0,0 0 0,0-1 0,1 1 0,-1-1 0,1 1 0,-1-1 0,1 0 0,0 0 0,0 0-1,0 0 1,1 0 0,-1-1 0,1 1 0,-1-1 0,1 1 0,0-1 0,1 1 0,-1-1 0,1 1 0,-1-1 0,1 0 0,0 1 0,0-1 0,1 0-1,-1 1 1,1-1 0,-1 1 0,1-1 0,0 1 0,1-1 0,-1 1 0,1 0 0,-1-1 0,1 1 0,0 0 0,0 0 0,0 0 0,1 0 0,-1 1-1,1-1 12,12-7 44,0 0 0,0 1 0,1 1 0,0 1-1,1 0 1,0 1 0,0 0 0,0 2 0,1 0-1,-1 1 1,1 0 0,0 2 0,0 0-1,0 1 1,-1 1 0,2 0-44,75-5 412,-30-3-217,-1-3 0,0-3 1,-1-2-1,57-22-195,-108 32-705,-1-1 0,0 0 1,0-1-1,0 0 0,-1 0 0,1-1 0,-2 0 0,1-1 0,-2 0 1,1 0-1,-1-1 0,0 0 0,4-9 705,14-19-5505</inkml:trace>
  <inkml:trace contextRef="#ctx0" brushRef="#br0" timeOffset="220875.416">14652 15431 1360,'0'0'5564,"0"0"864,0 0-3386,0 0-1756,0 0-313,0 0 269,-23-14 194,-75-44-342,87 52-886,-1 1 0,0 0 0,0 0 0,-1 1 0,1 1 0,-1 0 0,0 1 0,0 0 0,0 1 0,0 0 0,0 1 0,-3 1-208,-16-1 296,18-1-241,0 0-1,-1 1 1,1 1-1,0 0 0,-1 1 1,1 1-1,0 0 0,1 1 1,-1 1-1,0 0 0,1 0 1,0 1-1,-11 8-54,-162 131 220,181-144-180,1 0 0,-1-1 0,1 0 0,-1 0 0,1-1 1,-1 1-1,1-1 0,-1 0 0,1 0 0,-1 0 0,1-1 0,0 0 0,0 1 0,0-1 0,0-1 0,0 1 0,0-1 0,1 1 0,-1-1 0,1 0 0,-1 0 0,1-1 0,0 1 0,-1-3-40,-12-7 58,-23-15-23,0 2 0,-2 1-1,-1 3 1,-1 1 0,0 2 0,-2 2 0,0 2-1,0 2 1,-2 2 0,1 2 0,-1 2-1,-1 2 1,-11 1-35,31 3-7,1 1 0,-1 1 0,1 1 0,-1 2-1,1 1 1,0 0 0,1 2 0,-1 2 0,2 0 0,-1 1 0,-14 10 7,21-14 9,-1-1 1,0 0 0,0-2 0,0 0 0,0-1 0,-1-1 0,1-1 0,0-1 0,0 0 0,-1-2 0,1 0 0,1-1 0,-1-2 0,0 0 0,1 0 0,-13-8-10,-14 0 25,3 1-22,-22-8-19,-1 2 1,-1 4-1,-1 2 1,0 3-1,-46 1 16,80 8 7,0 2 0,0 1 0,0 1 0,0 2 0,1 2 0,0 1 0,-5 3-7,1 1 6,0 2-1,1 1 1,1 2-1,1 1 1,0 2-1,1 1 1,-13 12-6,-43-24 43,-423 100-65,431-95 138,41-52-21,-58 13-331,95 28-7,0 0 1,0 0-1,0 0 1,1 1-1,-1-1 1,1 1-1,0-1 1,0 1-1,0 0 1,1 0-1,-1 0 1,1 0-1,0 0 1,0 0-1,0 0 0,1 0 1,-1 0-1,1 1 1,0-1-1,0 0 1,1 0-1,-1 0 1,1 1-1,0-1 1,0 0-1,0 0 1,1 0-1,0 1 243,14 34-5144</inkml:trace>
  <inkml:trace contextRef="#ctx0" brushRef="#br0" timeOffset="222954.98">14521 15707 5945,'0'0'483,"0"0"376,0 0 1671,0 0-659,0 0-654,0 0-608,6-13 59,22-41 348,-26 51-831,1-1 0,0 0 0,0 1 0,0 0 0,0 0 0,1 0 0,-1 0 0,1 0 0,0 1 0,0 0 0,0-1 0,0 1 0,0 1 0,0-1 0,0 1 0,1-1 0,-1 1 0,1 1 0,-1-1 0,1 0 0,-1 1 0,1 0 0,3 1-185,-2 45 3928,-11 81-1148,1-84-2496,2 1 1,2-1-1,2 0 1,1 1-1,3-1 0,2 4-284,2-19 12,-2 1 0,-1 1 0,-1-1 0,-1 1 0,-2 0 0,-1 0 0,-1 1 0,-2-1 0,-1 0 0,-2 0 0,0 0 0,-2-1 0,-3 6-12,-64 123 46,54-123-36,1 1 1,1 1-1,3 1 1,1 0-1,1 1 0,-3 28-10,9-37 16,2 0 0,1 1 0,1 0 0,1-1 0,2 1 0,1 0 0,2-1 0,1 1 0,1-1 0,1-1 0,2 1-1,1-1 1,1-1 0,2 0 0,1 0 0,1-1 0,14 19-16,-23-38-5,1-1-1,-1 1 1,1-1-1,-2 1 1,1 1-1,-1-1 0,0 1 1,-1 0-1,0 0 1,0 0-1,-1 0 0,-1 1 1,1-1-1,-1 1 1,-1 0-1,0 0 0,0 3 6,-68 295 99,110-95-86,-25-155-19,8 63 42,-63-119-30,-1022-7 322,793 52-610,104-10 211,139-36 84,1-1 1,0-1-1,0 0 0,0-2 0,0-1 1,0-1-1,0 0 0,1-2 0,0 0 1,0-2-1,1 0 0,0-1 1,-2-3-15,-101-39 9,67 37-13,0 3 1,-1 2-1,-1 2 0,1 3 0,-1 3 1,-45 4 4,75-2 4,-27 4-15,-1 3 0,1 2-1,0 2 1,1 3 0,1 2 0,-50 22 11,-71 20 15,163-54-17,-1-2-1,1 1 1,-1-1 0,0-1-1,0 0 1,1-1 0,-1 0-1,0-1 1,0 0 0,1-1-1,-1 0 1,1-1 0,-1 0-1,1-1 1,0 0-1,0-1 1,1 0 0,-1-1-1,1 0 1,0 0 0,-1-3 2,-25-15-31,0 0 0,-2 3 0,0 1 1,-2 2-1,0 1 0,-1 2 0,0 2 1,-1 2-1,0 2 0,-1 2 0,0 1 0,0 2 1,-21 2 30,50 2 3,1 0 0,-1 1 0,0 1 0,1 0 1,-1 1-1,1 0 0,0 1 0,0 0 0,0 1 1,1 1-1,-1 0 0,1 0 0,1 1 0,-1 1 1,-4 4-4,12-9-9,-93 98-130,117-101 1,-12-4 144,-1 0-1,0 0 1,0-1-1,0 0 1,0 0 0,-1-1-1,0 1 1,0-1-1,0-1 1,-1 1-1,0-1 1,0 0-1,-1 0 1,0 0 0,0-1-1,-1 1 1,0-1-1,0 0 1,-1 0-1,1 0 1,-2-1-1,1 1 1,-1 0-1,-1-1 1,0 1 0,0 0-1,0-1 1,-1 1-1,0 0 1,-1-1-1,0 1 1,0 0-1,-1 0 1,0 0 0,0 1-1,-1-1 1,-2-4-6,-56-57 11,47 55-6,1-1-1,1 0 1,0 0 0,2-1 0,0-1-1,0 0 1,2-1 0,-5-11-5,-42-188-2291,53 197 1590,2 0-1,0 0 1,2 0 0,0 0-1,1 0 1,1 1 0,1-1-1,1 1 1,0 0-1,3-4 702,9-22-12164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2:49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2573 5577,'0'0'1272,"0"0"-799,0 0 69,-1-4 1353,-72-78 6957,57 91-5741,7 71-1863,9-79-1180,0 13 43,0-13-99,-1 1 0,0-1-1,1 1 1,0 0 0,-1 0 0,1-1-1,0 1 1,0 0 0,0 0 0,0-1 0,0 1-1,0 0 1,0 0 0,1-1 0,-1 1-1,1 0 1,-1-1 0,1 1 0,0 0 0,0-1-1,0 1 1,-1-1 0,1 1 0,1-1-1,-1 0 1,0 1 0,0-1 0,0 0 0,1 0-1,-1 0 1,1 0 0,-1 0 0,1 0-1,-1 0 1,1 0 0,-1-1 0,1 1-1,0 0 1,-1-1 0,1 0 0,0 1 0,-1-1-1,1 0 1,0 0 0,0 0 0,0 0-1,1 0-11,1 0 15,1 0 0,-1-1 0,1 1 0,-1-1 0,0 0 0,1 0 0,-1-1 0,0 1 0,0-1 0,0 0 0,0 0-1,0 0 1,0-1 0,-1 1 0,1-1 0,-1 0 0,0 0 0,1 0 0,-1 0 0,-1-1 0,1 1 0,0-1 0,-1 0 0,0 0-1,0 0 1,0 0 0,0 0 0,-1 0 0,1 0 0,-1-1 0,0 1 0,-1 0 0,1-1 0,-1 1 0,1-1 0,-1 1-1,-1-2-13,-1 2 9,-1 0 1,0 0-1,0 1 1,0-1-1,-1 1 1,1-1-1,-1 1 1,0 0-1,1 0 1,-1 1 0,-1-1-1,1 1 1,0 0-1,-1 0 1,1 0-1,-1 0 1,1 1-1,-1 0 1,0 0-1,0 0 1,0 1-1,1 0 1,-1 0 0,0 0-1,0 0 1,0 1-1,1-1 1,-1 1-1,0 1 1,1-1-1,-1 0 1,-1 2-11,-2 4 42,0 0 1,0 0-1,0 1 0,1 0 1,1 1-1,-1-1 1,1 1-1,1 1 0,0-1 1,0 1-1,1 0 0,0 0 1,0 0-1,1 0 1,1 1-1,0 0 0,0-1 1,1 1-1,0 0 0,1 0 1,0-1-1,1 4-42,-1-11 4,0 0-1,1 0 1,-1 0-1,0 0 0,1 0 1,0-1-1,-1 1 1,1 0-1,0 0 1,0 0-1,1-1 1,-1 1-1,1-1 1,-1 1-1,1-1 1,0 0-1,0 1 1,0-1-1,0 0 1,0 0-1,0 0 1,1-1-1,-1 1 0,1 0 1,-1-1-1,1 0 1,0 1-1,-1-1 1,1 0-1,0 0 1,0-1-1,0 1 1,0-1-1,-1 1 1,1-1-1,0 0 1,0 0-1,0 0 1,3-1-4,1 1 24,1-1 0,-1 0 0,0 0 1,0 0-1,0-1 0,0 0 1,0-1-1,-1 0 0,1 0 0,-1 0 1,1-1-1,-1 1 0,0-2 1,-1 1-1,1-1 0,1-1-24,-4 1 29,0 0-1,-1-1 0,1 1 1,-1-1-1,0 0 0,0 1 1,0-1-1,-1 0 0,0 0 0,-1 0 1,1 0-1,-1-1 0,0 1 1,0 0-1,-1 0 0,0 0 1,0 0-1,0 0 0,-1 0 1,0 1-1,0-1 0,0 0 1,-1 1-1,0-1 0,0 1 1,0 0-1,-1 0 0,0 0 1,0 1-1,0-1 0,0 1 1,-1 0-1,0 0 0,1 0 1,-2 1-1,1 0 0,0 0 1,0 0-1,-1 1 0,0-1 1,1 1-1,-1 0 0,0 1 1,0 0-1,0 0 0,0 0 1,0 1-1,0-1 0,-1 1 1,-1 1-29,5 1 1,1 0 0,0 0 0,0 0 0,1 0 0,-1 0 0,0 1 0,1-1 1,-1 0-1,1 1 0,0-1 0,0 1 0,0 0 0,0-1 0,0 1 0,1 0 1,-1 0-1,1-1 0,0 1 0,0 0 0,0 0 0,0 0 0,0 0 0,0-1 1,1 1-1,-1 0 0,1 0 0,0-1 0,0 1 0,0-1 0,0 1 0,1-1 1,0 3-2,4-1-45,0 0 1,1 0 0,-1-1 0,1 0 0,-1 0 0,1-1 0,0 0 0,0 0 0,0 0 0,0-1 0,0 0 0,0 0-1,1-1 1,-1 0 0,0 0 0,0-1 0,0 0 0,1 0 0,1-2 44,-6 1-15,-1-1-1,0 0 1,-1 0-1,1 0 1,0 0-1,-1 0 1,0 0-1,0-1 1,0 1-1,0 0 1,0-1-1,-1 1 1,1-1-1,-1 1 1,0-1-1,0 1 1,0 0-1,-1-1 1,1 1-1,-1-1 1,0 1-1,0 0 1,0-1-1,0 1 1,-1 0-1,0-2 16,-2 0-6,0 0 0,1 1 0,-1 0 0,-1 0 0,1 0 0,-1 1 0,0-1 1,1 1-1,-1 0 0,-1 0 0,1 1 0,0-1 0,-1 1 0,1 0 0,-1 1 0,0 0 0,1-1 0,-1 2 0,0-1 0,0 1 0,-3 0 6,7 1-185,1 0 0,-1 0-1,0 0 1,0 1 0,0-1 0,1 1 0,-1-1-1,1 1 1,-1 0 0,1-1 0,0 1 0,-1 0-1,1 0 1,0 0 0,0 0 0,0 0 0,1 0-1,-1 0 1,0 1 0,1-1 0,-1 0 0,1 0 0,0 0-1,0 1 1,0-1 0,0 0 0,0 0 0,1 1-1,-1-1 1,0 0 0,1 0 0,0 2 185,-1 5-1892,0 24-6295</inkml:trace>
  <inkml:trace contextRef="#ctx0" brushRef="#br0" timeOffset="3720.438">396 2540 6185,'0'0'778,"0"0"-453,0 0 199,0 0 1211,0 0-448,0 0-629,0 0 3,-42 0 5878,30 0-7429,-5 0 4055,27 0 1692,158 13-4017,96-8 421,143-36-440,125-5-98,177 36-607,-448 1-127,-83 9 86,-106-10-207,-72 0 172,0 0-68,0 0 113,-2 1-134,-357 89 337,-132-74-103,199-24-290,-152 54 193,23-35-89,148-10 5,49 13 69,170-51-256,67 34-41,424-23 348,141 24-186,-195-58 139,-269 66-74,113-12 59,91-14-78,-80 4-17,-193 16 57,-45 0-56,34 0 128,-33 0-120,-1 0 24,0 0 48,0 0-13,0 0 3,0 0-58,0 0 71,0 0-39,0 0-5,0 0-7,0 0-194,-1-7-4003,-1-4-3296</inkml:trace>
  <inkml:trace contextRef="#ctx0" brushRef="#br0" timeOffset="13499.559">344 97 3665,'0'0'1691,"0"0"-343,0 0-848,0 0-354,-6 3 176,-99 10 9515,105-13-9453,0 0 91,0 0 66,0 0-10,0 0 265,0 0-149,0 0 68,0 0-134,0 0-40,0 0-65,0 0 8,0 0-132,0 0-116,0 0 35,0 0-119,0 0 224,0 0-120,0 0 36,0 0-27,0 0 90,0 0-60,0 0 18,0 0-34,0 0-129,0 0 39,-20 127 849,35 394-313,-12-478-713,24 237-19,-28-18 127,-53 174 259,0 46-295,49-260-184,5-221 86,0-1-39,0 0 94,0 0-102,0 0 24,0 0-23,-1-36-115,-33-199 19,35 138 199,-5 1 1,-3 0 0,-14-56-44,-41-223 30,52-176 53,6 498-106,2-1 0,3 1 0,2 0 1,2 0-1,2 0 0,3 1 0,17-51 23,-20 75 10,-1-1-1,-1 0 1,-2 0 0,-1 0-1,-1 0 1,-1-1 0,-2 1-1,-2-11-9,1-8-17,2 24-14,0-6-50,0 46 34,33 298 229,-25-202-146,-5-17 66,4 0-1,4 0 1,5 0-1,3-2 1,5 0-1,4-1 0,8 10-101,-31-92 1,4 4 3,0 1 0,0 1 0,-2-1 1,0 1-1,-1 1 0,0-1 0,-1 0 0,-1 1 1,-1 0-1,0 0 0,-2 0 0,1 0 1,-2 0-1,0 0 0,-2 0 0,1-1 0,-3 5-4,-5 4 6,0 2-1,2-1 0,1 1 1,1 0-1,2 1 0,0-1 1,1 24-6,18 250 41,-3-180-62,-9-189-251,-13-119 5,-7 2 1,-31-131 266,-1-4-165,31-228 239,-11 310-101,29 209-16,0 40-26,-22 352 236,26-218-167,7-1 0,5 0 1,8 0-1,7 9 0,-8-46-19,0-6 70,-4 1-1,-5 1 0,1 96-50,-15 207 56,-15-418-241,-9-91-3695,28 32-3161,4 24-948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8:45.17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  <inkml:brush xml:id="br2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16702 10144 4585,'0'0'999,"0"0"-515,0 0 646,0 0 2473,0 0-1665,0 0-915,-5-3 46,-18-18 1832,23 20-2549,80-11 384,-57 10-743,-19 0 7,-1 1-1,1 0 0,-1 0 0,1 0 0,-1 1 0,1-1 0,0 1 0,0 0 1,-1 0-1,1 0 0,0 0 0,-1 0 0,1 1 0,0 0 0,-1 0 1,1 0-1,-1 0 0,1 1 0,-1-1 0,1 1 0,-1 0 0,0 0 1,0 0-1,0 0 0,0 1 0,0-1 0,-1 1 0,1-1 0,-1 1 0,0 0 1,0 0-1,1 0 0,-2 1 0,1-1 1,-3 11 102,-1 0 0,0 0-1,-1 0 1,0-1 0,-1 1 0,-1-1-1,0 0 1,-1 0 0,-1 0 0,1-1 0,-2 0-1,0 0 1,0-1 0,-1 0 0,-1-1-1,0 0 1,0 0 0,-1-1 0,0 0 0,0-1-1,-11 6-101,-53 54 930,138-173-744,-28 130-537,-27-13 373,0-1-1,1 0 1,0 0 0,0-1-1,1-1 1,0 1 0,1-2-1,0 1 1,0-1 0,1-1-1,0 0 1,0-1-1,1 0 1,0-1 0,0-1-1,0 0 1,1 0 0,-1-1-1,1-1 1,0 0 0,11-1-22,67-12-5416,-90 10 5250,0 0-1,0 0 1,0-1 0,0 1 0,0 0-1,-1 0 1,1-1 0,-1 1 0,1-1-1,-1 0 1,1 1 0,-1-1 0,0 0-1,0 0 1,0 0 0,0 0 0,0 0-1,0 0 1,-1 0 0,1 0 0,-1 0-1,1 0 1,-1 0 0,0 0 0,0-1-1,0 1 1,0 0 0,0 0 0,0 0 0,-1 0-1,1 0 1,-1 0 0,1-1 0,-1 1-1,0 0 1,0 0 0,0 1 0,0-1-1,0 0 1,0 0 0,-1 0 166,-5-14-1579</inkml:trace>
  <inkml:trace contextRef="#ctx0" brushRef="#br0" timeOffset="1112.119">17497 10082 4385,'0'0'1435,"0"0"69,0 0 3015,0 0-2031,0 0-1525,0 0-272,18 2 1205,5 28 91,15 4-309,-38-65-1010,0 28-660,-1 0 0,1 0 0,-1 1-1,0-1 1,0 0 0,-1 0 0,1 0 0,-1 1 0,1-1-1,-1 1 1,0-1 0,0 1 0,0 0 0,0 0 0,0 0-1,0 0 1,-1 0 0,1 0 0,-1 0 0,1 1 0,-1-1 0,0 1-1,1 0 1,-1 0 0,0 0 0,0 0 0,0 0 0,0 1-1,0-1 1,0 1 0,0 0 0,0 0 0,0 0 0,0 0-1,0 1 1,0-1 0,0 1 0,0 0 0,0-1 0,0 1-1,1 1 1,-1-1 0,0 0 0,1 1 0,-1-1 0,1 1-1,-1 0 1,1 0 0,0 0 0,-1 0 0,1 0 0,0 0-1,1 1 1,-1-1 0,0 1 0,1-1 0,-1 2-8,-5 7 9,2 1 1,-1 0-1,1 1 1,1-1-1,0 1 1,1 0-1,1 0 1,0 0-1,0 0 1,1 0-1,1 0 0,0 1 1,1-1-1,1 0 1,1 5-10,-3-11 5,2-1 0,-1 1-1,1-1 1,0 0 0,0 1 0,0-1 0,1 0 0,0 0 0,1-1 0,-1 1-1,1-1 1,0 1 0,0-1 0,1 0 0,0-1 0,-1 1 0,1-1-1,1 0 1,-1 0 0,1-1 0,0 1 0,-1-1 0,1 0 0,1-1 0,-1 0-1,0 0 1,0 0 0,1 0 0,-1-1 0,7 0-5,-8 0 5,0 0 0,-1 0 0,1-1 1,0 1-1,-1-1 0,1 0 0,0-1 0,0 1 1,-1-1-1,1 0 0,0 0 0,-1 0 0,1-1 1,-1 0-1,0 1 0,1-2 0,-1 1 0,0 0 1,0-1-1,0 0 0,-1 0 0,1 0 0,-1 0 0,1-1 1,-1 1-1,0-1 0,-1 0 0,1 0 0,0 0 1,-1 0-1,0 0 0,0 0 0,0-1 0,-1 1 1,0-1-1,1 0 0,-1-1-5,5-131 145,-6 136-125,0 1 24,0 3-40,7 17 39,0 0-1,2-1 0,0 0 0,1 0 0,0-1 0,2 0 1,0-1-1,1 0 0,1-1 0,0 0 0,4 1-42,-17-16 4,0 1-1,0-1 0,1 0 0,-1 1 0,1-1 0,-1 0 0,1 0 0,-1 0 0,1 0 0,0 0 0,-1 0 0,1 0 1,0-1-1,0 1 0,0-1 0,0 1 0,0-1 0,-1 1 0,1-1 0,0 0 0,0 0 0,0 0 0,0 0 1,0-1-1,0 1 0,0 0 0,0-1 0,-1 0 0,1 1 0,0-1 0,0 0 0,-1 0 0,1 0 0,0 0 0,-1 0 1,1 0-1,-1 0 0,1 0 0,-1-1 0,0 1 0,1-1 0,-1 1 0,0-1 0,0 1 0,0-1 0,0 0 1,0 0-1,-1 1 0,1-1 0,0 0 0,0-1-3,14-101 10,-15 90-39,2 10 21,-1 1 0,-1-1-1,1 0 1,-1 0 0,1 0 0,-1 0 0,0 0-1,0 0 1,-1 1 0,1-1 0,-1 0 0,0 0-1,0 0 1,0 1 0,0-1 0,-1 0 0,0 1 0,1 0-1,-1-1 1,-1 1 0,1 0 0,0 0 0,-1 0-1,1 0 1,-1 0 0,0 1 0,0-1 0,0 1 0,0 0-1,-1-1 1,1 2 0,-1-1 0,1 0 0,-1 1-1,-3-2 9,3 2-19,-1 0-1,1 0 0,-1 1 1,1-1-1,-1 1 0,1 0 0,-1 0 1,1 0-1,-1 1 0,1-1 0,-1 1 1,1 0-1,-1 0 0,1 1 1,0 0-1,0-1 0,0 1 0,0 1 1,0-1-1,0 1 0,0-1 1,1 1-1,-1 0 0,1 0 0,0 1 1,-2 2 19,-9 50-3616,33-31-2749,41-15 2288,-53-10 3711,35 1-1126</inkml:trace>
  <inkml:trace contextRef="#ctx0" brushRef="#br0" timeOffset="1546.443">18330 10124 7154,'0'0'5097,"0"0"-2553,0 0-1161,0 0-388,0 0 92,0 0 189,-23-5-366,-72-13-402,90 18-496,-1 0 0,1 0 0,0 1-1,-1 0 1,1 0 0,0 0 0,0 1 0,0 0 0,0 0 0,0 0 0,0 0 0,1 1 0,-1 0 0,1 0 0,0 0 0,0 0-1,0 1 1,0 0 0,0 0 0,1 0 0,-1 0 0,1 0 0,0 2-12,-2 0 42,4-5-46,0 0 1,0 0-1,0 0 1,0 0-1,0 0 0,0 0 1,0 0-1,0 0 1,0 1-1,0-1 0,1 0 1,-1 1-1,1-1 1,-1 0-1,1 1 1,-1-1-1,1 1 0,0-1 1,0 1-1,0-1 1,0 1-1,0-1 0,0 1 1,0-1-1,0 1 1,1-1-1,-1 0 0,0 1 1,1-1-1,-1 1 1,1-1-1,0 0 1,-1 1-1,1-1 0,0 0 1,0 0-1,0 1 1,0-1-1,0 0 0,0 0 1,0 0-1,0 0 1,0-1-1,1 1 1,-1 0-1,0 0 0,0-1 1,1 1-1,-1 0 1,1-1-1,-1 0 0,0 1 1,1-1-1,-1 0 1,1 0-1,0 1 4,89 10-220,-86-11 218,14 0-8,69 9-124,-87-8 132,1 0 0,-1-1 0,1 1 0,0 0-1,-1 0 1,1 0 0,-1 0 0,0 0 0,1 0-1,-1 0 1,0 1 0,0-1 0,0 0 0,0 1-1,0-1 1,0 1 0,0-1 0,0 1 0,0 0-1,-1-1 1,1 1 0,-1 0 0,1-1 0,-1 1-1,0 0 1,1-1 0,-1 1 0,0 0 0,0 0-1,0 0 1,-1-1 0,1 1 0,0 0 0,-1 0-1,1-1 1,-1 1 0,1 0 0,-1-1 0,0 1-1,0-1 1,0 1 0,0-1 0,0 1 0,0-1-1,-1 1 3,-8 10 48,0 0 0,-1-1 0,0-1 0,-1 0 0,0-1 0,-1 0 0,0 0 0,0-2-1,-1 1 1,1-2 0,-2 0 0,-7 2-48,-82 6 72,90-64-7390,15 40 4253,-1-10 783</inkml:trace>
  <inkml:trace contextRef="#ctx0" brushRef="#br0" timeOffset="2711.422">18693 10033 6041,'0'0'943,"0"0"803,0 0 2169,0 0-1782,0 0-1250,0 0-579,1 5 144,-38 253 4465,36-235-4638,-1-18-234,0 0 0,0 1-1,0-1 1,1 0 0,0 0 0,0 1-1,1-1 1,-1 0 0,1 1 0,0-1-1,1 1 1,-1-1 0,1 1 0,0-1-1,0 0 1,1 0 0,-1 1 0,1-1-1,1 0 1,-1-1 0,1 1 0,-1 0-1,1-1 1,1 1 0,-1-1-1,1 0 1,-1 0 0,1 0 0,0-1-1,0 1 1,1-1 0,-1 0 0,1 0-1,0 0 1,0-1 0,0 0 0,0 0-1,0 0 1,0 0 0,0-1 0,2 0-41,2-4 13,0-1 0,0 0 0,-1-1 1,1 0-1,-1 0 0,0 0 1,-1-1-1,1-1 0,-1 1 0,0-1 1,-1 0-1,0-1 0,0 0 1,0 1-1,-1-2 0,0 1 0,-1-1 1,0 0-1,0 1 0,-1-2 0,0 1 1,1-7-14,5-14-35,-2-1 1,-1 1-1,-1-1 1,-2 0-1,0 0 1,-3 0-1,0-3 35,-1 27-3,0 0-1,0 0 0,-1 1 1,0-1-1,0 1 0,0-1 1,-1 1-1,0 0 0,0 0 1,0 0-1,-1 1 0,0-1 1,0 1-1,0 0 0,-1 0 1,-4-4 3,7 7-6,0 0 0,0 0 0,-1 0 0,1 0 0,0 1 0,-1-1 0,1 1 0,-1-1 0,1 1 0,-1 0 0,0 0 1,0 0-1,0 1 0,1-1 0,-1 0 0,0 1 0,0 0 0,0 0 0,0 0 0,0 0 0,0 0 0,0 1 1,1-1-1,-1 1 0,0 0 0,0-1 0,0 1 0,1 1 0,-1-1 0,1 0 0,-1 1 0,1-1 0,-1 1 0,1 0 1,0 0-1,0 0 0,0 0 0,0 0 0,-1 1 6,-45 96-1918,37 12-9138,11-92 9095</inkml:trace>
  <inkml:trace contextRef="#ctx0" brushRef="#br0" timeOffset="3064.343">18599 10226 5009,'0'0'806,"0"0"423,0 0 1965,0 0-1489,0 0-1111,0 0-246,3 3 25,8 2-31,0-1 0,0 0 0,1 0 0,-1-1 0,1-1 0,0 0 0,-1 0 0,1-1 0,0-1 1,0 0-1,0-1 0,0 0 0,4-1-342,24 1 466,76 1 275,-115 0-1564,-7 0-4004,-11 0 2142,15 0 1841,-13 0-1223</inkml:trace>
  <inkml:trace contextRef="#ctx0" brushRef="#br0" timeOffset="-286724.45">9152 899 5817,'0'0'1147,"0"0"-789,0 0 207,0 0 1893,4-19-167,8-74 399,-8 9 4896,-4 135-6066,2 148 176,15 9-3990,-16-196-140,-1-7-1356,0 0-3843,0-4 2801</inkml:trace>
  <inkml:trace contextRef="#ctx0" brushRef="#br0" timeOffset="-286438.865">8920 721 6369,'0'0'1657,"0"0"2394,0 0-2105,0 0-876,0 0 36,0 0 137,-10-3-198,-29-11-307,63 4 820,485-125 1305,-480 132-3483,-24 6-7155,-9 8 2062</inkml:trace>
  <inkml:trace contextRef="#ctx0" brushRef="#br0" timeOffset="-286123.426">8890 1090 6545,'0'0'601,"0"0"-345,0 0 310,0 0 1679,0 0-465,0 0 26,20 7 501,134 28 1398,19-63-352,40 2-3177,-170 41-5414,-16-3-4254,-22-11 7299</inkml:trace>
  <inkml:trace contextRef="#ctx0" brushRef="#br0" timeOffset="-285708.777">9651 901 7426,'0'0'1164,"0"0"3253,0 0-1547,0 0-1559,0 0-614,0 0 369,-1 23 217,-7 151 309,8-172-1596,1 0 0,-1 0 0,0-1 0,1 1 0,-1 0 0,1 0 0,-1 0 0,1-1 0,0 1 0,0 0 0,-1-1 0,1 1 0,1 0 0,-1-1 0,0 1 0,0-1 0,0 0 0,1 1 0,-1-1 0,1 0 0,-1 0 0,1 0 0,0 0-1,-1 0 1,1 0 0,0-1 0,-1 1 0,1 0 0,0-1 0,0 1 0,0-1 0,0 0 0,-1 0 0,1 0 0,0 0 0,0 0 0,0 0 0,0 0 0,0 0 0,-1-1 0,1 1 0,0-1 0,0 1 0,0-1 0,-1 0 0,1 0 0,0 0 0,-1 0 0,1 0 0,-1 0 0,1 0 0,-1 0 0,0-1 0,1 1 0,-1 0 0,0-1 0,0 1 0,0-1 0,0 0 0,0 1 0,0-1 0,0 0 0,-1 0 0,1 1 0,-1-1 0,1-2 4,47-293-1757,-47 295 1758,0-1 1,1 1-1,-1 0 0,0 0 0,1 0 0,0 0 0,0 0 1,-1 0-1,1 1 0,0-1 0,0 0 0,1 1 1,-1 0-1,0-1 0,0 1 0,1 0 0,-1 0 0,1 0 1,-1 0-1,1 1 0,-1-1 0,1 1 0,-1 0 0,1-1 1,0 1-1,-1 0 0,1 1 0,-1-1 0,1 0 1,-1 1-1,1-1 0,-1 1 0,1 0 0,-1 0 0,1 0 1,-1 0-1,0 0 0,1 0 0,-1 1 0,0-1 0,0 1 1,0 0-1,0-1 0,0 1 0,-1 0 0,1 0 0,-1 0 1,1 1-1,-1-1 0,1 0 0,0 2-1,167 292 1403,-169-294-1423,1-1-1,-1 1 1,1 0 0,-1-1-1,1 1 1,0 0 0,-1-1-1,1 1 1,0-1 0,0 1-1,0-1 1,0 0-1,1 1 1,-1-1 0,0 0-1,0 0 1,1 0 0,-1 0-1,1 0 1,-1 0-1,1 0 1,0 0 0,-1-1-1,1 1 1,-1 0 0,1-1-1,0 0 1,0 1-1,-1-1 1,1 0 0,0 0-1,0 0 1,-1 0 0,1 0-1,0 0 1,0-1 0,-1 1-1,1 0 1,0-1-1,-1 1 1,1-1 0,0 0-1,-1 0 1,1 0 0,-1 0-1,1 0 1,-1 0-1,1 0 1,-1 0 0,0 0-1,1-1 21,16-42-2779,-3-4-2603</inkml:trace>
  <inkml:trace contextRef="#ctx0" brushRef="#br0" timeOffset="-285424.452">10059 332 5217,'0'0'7867,"0"0"-4293,0 0-1987,0 0-887,0 0-127,0 0 880,15 12 157,96 107 676,-83-64-1703,-1 2 0,-4 1 0,-2 1 0,-2 0 0,7 50-583,3-1 51,-7-63-992,-10-82-9255,-11 7 3710</inkml:trace>
  <inkml:trace contextRef="#ctx0" brushRef="#br0" timeOffset="-285185.78">9968 659 4033,'0'0'10706,"0"0"-8273,0 0-1409,0 0-208,0 0-32,0 0 481,0 0-201,52 78-328,19-83-344,16-21-160,7-6-232,-3-1-64,8-7-1248,-25 9-4329,-22 9-2801</inkml:trace>
  <inkml:trace contextRef="#ctx0" brushRef="#br0" timeOffset="-284441.217">10689 1075 5761,'0'0'5663,"0"0"-2285,0 0-1643,0 0-660,0 0 82,11-20 408,52-102 942,-62 119-2490,1 1-1,0 0 1,-1-1 0,1 1 0,-1-1 0,0 1-1,0-1 1,0 0 0,0 0 0,0 1 0,-1-1-1,1 0 1,-1 0 0,0 0 0,0 0 0,0 1-1,0-1 1,0 0 0,-1 0 0,1 0 0,-1 0-1,0 1 1,1-1 0,-1 0 0,-1 1-1,1-1 1,0 0 0,-1 1 0,1 0 0,-1-1-1,0 1 1,0 0 0,0 0 0,0 0 0,0 0-1,0 0 1,0 0 0,-1 1 0,1-1 0,-1 1-1,1-1 1,-1 1 0,0 0 0,1 0 0,-1 0-1,0 1 1,0-1 0,1 1 0,-4-1-17,1 0-9,1 1 0,-1-1 0,0 1 1,0 0-1,1 1 0,-1-1 0,0 1 0,0 0 1,1 0-1,-1 0 0,1 0 0,-1 1 0,1 0 1,-1 0-1,1 0 0,0 1 0,0-1 1,0 1-1,0 0 0,1 0 0,-1 1 0,1-1 1,0 0-1,0 1 0,0 0 0,0 0 0,1 0 1,-1 0-1,1 0 0,0 1 0,0-1 0,1 1 1,-1-1-1,1 1 0,0 0 0,0-1 1,1 1-1,0 0 0,-1 1 9,1 0-4,0 0 1,0 0-1,0 0 1,1 0-1,0 0 1,0 0-1,0 0 1,1 0-1,0-1 1,0 1-1,1-1 1,-1 1-1,1-1 1,0 0-1,1 0 1,-1 0-1,1 0 1,0-1-1,0 0 1,0 1-1,1-2 1,-1 1-1,1 0 1,0-1-1,0 0 0,1 0 1,-1 0-1,0-1 1,1 0-1,0 0 1,-1 0-1,1-1 1,0 1-1,0-2 1,0 1-1,4 0 4,-5 1 2,0 0 0,0 0 0,1-1 0,-1 1 0,0-1 0,1 0 0,-1 0 0,0-1 0,1 0 0,-1 0 0,1 0 0,-1 0 0,0-1 0,1 0 0,-1 0 0,0 0 0,0-1 0,0 0 0,0 0 0,0 0 0,0-1 0,0 0 0,-1 1 0,1-2 0,-1 1-1,0 0 1,0-1 0,0 0 0,0 0 0,-1 0 0,1 0 0,-1-1 0,0 1 0,-1-1 0,1 0 0,-1 0 0,0 0 0,0 0 0,0 0 0,-1 0 0,0-1 0,0 0-2,-1-12 36,1 16-81,10 36-10,-6-27 54,1 1-1,0-1 1,0 0 0,1 0-1,0 0 1,0-1 0,1 0-1,0-1 1,0 0 0,0 0-1,1 0 1,-1-1 0,1-1-1,0 1 1,0-1 0,0-1-1,1 0 1,-1 0 0,0-1-1,1 0 1,0-1 0,-1 0-1,1 0 1,-1-1 0,1 0-1,-1-1 1,0 0 0,1 0-1,-1-1 2,-4 2 1,-1-1-1,0 0 1,1 1-1,-1-2 1,0 1 0,0 0-1,0-1 1,0 0-1,0 0 1,-1 0-1,1 0 1,-1 0-1,0-1 1,0 0 0,0 1-1,0-1 1,-1 0-1,0 0 1,0-1-1,0 1 1,0 0-1,0-1 1,-1 1 0,0-1-1,0 0 1,0 1-1,-1-1 1,1 0-1,-1 1 1,0-1-1,-1 0 1,1 0 0,-1 1-1,0-1 1,0 1-1,0-1 1,-1 0-1,1 1 1,-1 0-1,0-1 1,-1 1 0,1 0-1,-1 0 1,1 0-1,-1 1 1,0-1-1,-1 1 1,1 0-1,-1-1 1,1 1-1,-1 1 1,0-1 0,-1 0-1,-1 0-26,0 1-1,0 0 1,0 0 0,-1 0 0,1 1 0,0 0 0,-1 0 0,1 1 0,0 0 0,-1 0-1,1 0 1,-1 1 0,1 0 0,0 0 0,0 0 0,-1 1 0,1 0 0,0 1-1,1-1 1,-1 1 0,0 0 0,1 0 0,-1 1 0,1 0 0,0 0 0,0 0 0,1 0-1,-1 1 1,1 0 0,0-1 0,0 2 0,1-1 0,-1 0 0,1 1 0,0 0 0,1 0-1,-1 0 1,1 0 0,0 0 0,1 0 0,0 0 0,0 1 0,0-1 0,0 0 0,1 1-1,0-1 1,1 0 0,-1 1 0,1-1 0,1 4 26,-1-6-453,0 0-1,0 0 1,0 0-1,0-1 1,0 1-1,1 0 1,0-1-1,-1 1 1,2-1-1,-1 1 1,0-1-1,0 0 1,1 0-1,0 0 1,0 0-1,0-1 1,0 1-1,0-1 1,0 0-1,0 0 1,1 0-1,-1 0 1,1 0-1,0-1 1,0 1-1,-1-1 1,1 0-1,0 0 1,0-1-1,0 1 1,0-1-1,0 0 1,0 0-1,0 0 1,0-1-1,0 1 1,0-1-1,-1 0 1,1 0-1,2-1 454,37 2-1325</inkml:trace>
  <inkml:trace contextRef="#ctx0" brushRef="#br0" timeOffset="-284087.795">11300 859 4785,'0'0'2746,"0"0"2747,0 0-2467,0 0-1350,0 0-586,0 0-493,-7 10 444,3-4-887,0 1 1,1-1 0,0 0 0,0 1-1,0 0 1,1-1 0,0 1-1,0 0 1,1 0 0,0 0-1,0 1 1,1-1 0,0 0 0,0 0-1,1 7-154,11 36 122,2 0 1,2-1-1,2-1 0,2-1 0,2 0 1,2-2-1,12 15-122,75 157 210,-107-208-203,-1 0 1,1 0 0,-1 0-1,-1 0 1,0 1-1,0-1 1,-1 1-1,0-1 1,-1 1 0,0-1-1,0 1 1,-1-1-1,-1 3-7,-1-8 12,0-1-1,0-1 0,-1 1 0,1 0 0,-1-1 0,1 0 1,-1 0-1,0 0 0,0 0 0,0-1 0,0 1 0,0-1 1,0 0-1,0 0 0,-1-1 0,1 1 0,0-1 0,0 0 1,-1 0-1,1 0 0,0-1 0,-1 1 0,1-1 0,-1 0-11,-12 0 74,0 0-132,0 0 0,0-2 1,0 0-1,0-1 0,1-1 0,-1 0 1,1-1-1,0-1 0,1 0 1,-1-2-1,2 1 0,-1-2 0,1 0 1,0 0-1,1-2 0,1 0 1,0 0-1,0-1 0,1 0 0,1-1 1,-7-12 57,10-87-5810,55 13-4265,-2 33 7109</inkml:trace>
  <inkml:trace contextRef="#ctx0" brushRef="#br0" timeOffset="-283502.392">11562 743 6041,'0'0'8245,"0"0"-5317,0 0-2187,0 0-443,0 0 424,6 24 195,25 75-199,45 15-236,-25-51-1170,-85-78-421,28 8 1112,1 1 0,-1-1 1,1 0-1,1-1 0,-1 1 1,1-1-1,0 0 0,1 0 1,0 0-1,0 0 0,1-1 1,0 1-1,1-1 0,-1 1 1,2-1-1,-1 0 0,1 1 1,0-1-1,1 0 0,0 1 1,1-1-1,-1 1 0,2-1 1,-1 1-1,1 0 0,0 0 1,1 0-1,0 0 0,0 0 1,1 1-1,0 0 0,2-2-3,-4 7 5,0 0 0,0 0 0,0 0 0,0 1 0,0-1 0,0 1 0,1 0 0,-1 0 0,1 0 0,-1 0 0,1 1 0,-1-1 0,1 1 0,-1 0 0,1 0 0,0 0 0,-1 1 0,1-1 0,-1 1 0,1 0 0,-1 0 0,1 0 0,-1 0 0,0 0 0,0 1 0,0 0 0,1 0 0,-1 0 0,-1 0 0,1 0 0,0 0 0,-1 1 0,1-1-1,-1 1 1,2 1-5,71 112 140,-67-99-119,-5-12-17,0 5 1,0-1 0,1 0 0,0 0 0,0 0 0,1 0 0,0-1 0,1 0 0,-1 0 0,2 0 0,-1-1 1,1 0-1,0 0 0,0-1 0,1 1 0,0-2 0,0 1 0,0-1 0,1 0 0,0-1 0,0 0 0,0-1 0,0 1 0,1-2 0,-1 1 0,1-1 0,6 0-5,-10-6 36,-1 1 0,1-1 0,-1 0 0,1 0 0,-1-1-1,0 0 1,-1 1 0,1-2 0,-1 1 0,0 0 0,0-1 0,-1 0 0,0 0 0,0 0 0,0 0 0,-1-1 0,0 1-1,0-1 1,0 1 0,-1-1 0,0 0 0,0 1 0,-1-1 0,0 0 0,0 0 0,-1 1 0,1-1 0,-1 0 0,-2-5-36,3 11 3,-1-8 25,0 1 0,0-1 0,-1 1 0,0-1 0,0 1 0,-1 0 0,0 0 0,0 0 0,-1 0 0,0 1 0,-1 0 0,1-1 0,-1 2 0,-1-1 0,1 0-1,-1 1 1,0 0 0,-1 0 0,1 1 0,-1 0 0,0 0 0,-1 1 0,1 0 0,-1 0 0,0 0 0,0 1 0,0 0 0,0 1 0,0 0 0,-1 0 0,1 1 0,-1 0-1,1 0 1,-1 1 0,0 0 0,1 1 0,-1 0 0,1 0 0,-1 0 0,-2 2-28,6 0-23,0-1-1,0 1 1,1 0 0,-1 1 0,1-1-1,0 1 1,0 0 0,0 0-1,0 0 1,1 1 0,-1-1-1,1 1 1,0 0 0,1-1 0,-1 1-1,1 1 1,-1 2 23,-18 58-3805,13-29-2954</inkml:trace>
  <inkml:trace contextRef="#ctx0" brushRef="#br0" timeOffset="-282715.702">12086 839 6345,'0'0'9197,"0"0"-5587,0 0-2159,0 0-369,0 0 73,0 0-217,2 20-264,10 64-518,-10-77-165,1 0 0,0-1-1,1 1 1,-1-1 0,2 1 0,-1-1 0,0 0 0,1-1-1,0 1 1,1-1 0,-1 0 0,1 0 0,0-1-1,0 1 1,0-1 0,1-1 0,0 1 0,-1-1 0,1 0-1,0-1 1,0 0 0,1 0 0,-1 0 0,0-1 0,1 0-1,-1 0 1,1-1 0,-1 0 0,1 0 0,-1-1 0,0 0-1,1 0 1,1-2 9,-4-1-174,0-1-1,-1 0 1,1 0 0,-1 0-1,0-1 1,0 0-1,-1 1 1,0-1-1,0-1 1,0 1 0,-1 0-1,0-1 1,0 1-1,-1-1 1,0 1-1,0-1 1,0 0 0,-1 1-1,0-1 1,0 0-1,-1 0 1,1 1 0,-2-1-1,1 0 1,-2-4 174,2-13-374,-7-124 325,12 144 76,0 0 0,0 0 0,0 0 0,0 1 0,1 0 0,-1 0 0,1 0 0,0 1 0,0-1 0,0 1 0,0 1 0,0-1 0,1 0 1,-1 1-1,0 0 0,1 1 0,-1-1 0,1 1 0,-1 0 0,1 0 0,-1 1 0,0-1 0,1 1 0,0 1-27,8-2 0,99 13 285,-136 5 1885,13-14-2136,0 0-1,0 1 1,0 0 0,1 0-1,0 1 1,0 0-1,1 0 1,0 1 0,0 1-1,0-1 1,1 1-1,0 0 1,1 1 0,-1 0-1,2 0 1,-1 0-1,1 1 1,1-1 0,0 1-1,0 0 1,1 1-1,0-1 1,1 1-1,0-1 1,1 1 0,-1 8-34,3-16-1,-1 0 1,1-1 0,0 1-1,-1 0 1,1 0-1,1-1 1,-1 1 0,0 0-1,1-1 1,-1 1 0,1-1-1,0 0 1,-1 0-1,1 1 1,1-1 0,-1 0-1,0-1 1,0 1-1,1 0 1,-1-1 0,1 1-1,-1-1 1,1 0 0,-1 1-1,1-1 1,0-1-1,0 1 1,0 0 0,-1-1-1,1 1 1,0-1 0,3 0-1,103 3 56,-104-3-43,10-1-104,1-1 0,0 0 0,0-1 0,-1-1 0,1 0 0,-1-2 0,0 1 0,-1-2 0,1 0 0,-1 0 0,-1-1 0,1-1 0,-1-1 0,-1 0 0,0 0 0,0-1 0,-1-1 0,-1 1 0,0-2 0,0 0 0,-1 0 0,-1-1 0,4-7 92,-11 18 53,0 0 1,1 0-1,-1 0 0,0 0 0,-1 0 1,1-1-1,0 1 0,-1 0 1,0-1-1,0 1 0,0 0 1,0-1-1,0 1 0,-1 0 0,0-1 1,1 1-1,-1 0 0,0 0 1,-1 0-1,1 0 0,0 0 0,-1 0 1,0 0-1,0 0 0,0 0 1,0 1-1,0-1 0,0 1 1,-1-1-54,1 44 949,4-32-926,1 0 1,-1 0-1,2-1 0,-1 1 0,1-1 1,1 0-1,-1 0 0,1 0 0,1 0 1,-1-1-1,1 0 0,1 0 0,-1 0 1,1-1-1,0 0 0,1-1 0,-1 0 1,1 0-1,0 0 0,0-1 0,1 0 1,-1 0-1,1-1 0,0-1 0,0 1 1,0-1-1,0-1 0,0 0 0,1 0 1,-1-1-1,0 0 0,0 0 0,1-1 1,-1 0-1,0-1 0,0 0 0,8-3-23,29-42-5130,-26-19-5038,-16 22 4538</inkml:trace>
  <inkml:trace contextRef="#ctx0" brushRef="#br0" timeOffset="-282471.736">12807 426 11090,'0'0'8194,"0"0"-5753,0 0-1353,0 0-704,0 0 552,0 0 104,0 0-480,-42-12-560,45 12-680,19 16-1440,0 2-4850,-5 0-887</inkml:trace>
  <inkml:trace contextRef="#ctx0" brushRef="#br0" timeOffset="-282156.784">13121 646 3609,'0'0'10175,"0"0"-6229,0 0-2744,12 18-494,115 141 2438,-117-152-3100,0 0 0,1-1 0,0 0 0,0 0-1,0-1 1,1-1 0,-1 1 0,1-2 0,0 0 0,0 0-1,0-2 1,1 1 0,-1-1 0,0-1 0,1 0 0,6-2-46,-16 0-7,1-1 0,-1-1 0,1 1 1,-1 0-1,0-1 0,0 0 0,0 1 1,-1-1-1,1 0 0,-1-1 0,0 1 1,0 0-1,-1-1 0,1 1 0,-1-1 1,0 1-1,0-1 0,-1 0 0,1 1 1,-1-1-1,0 0 0,0 1 0,-1-1 1,1 0-1,-1 1 0,0-1 0,0 1 1,-1-1-1,1 1 0,-1-1 0,-1-2 7,-1-2 6,-1 0-1,1 1 1,-2-1-1,1 1 1,-1 0-1,0 0 1,-1 1-1,0 0 0,0 0 1,0 0-1,-1 1 1,0 0-1,-7-3-5,12 6 20,-1 1-1,1 0 0,-1 0 1,0 0-1,0 1 0,0-1 1,0 1-1,0 0 0,0 0 1,0 0-1,-1 1 0,1-1 1,0 1-1,0 0 0,0 1 1,-1-1-1,1 0 0,0 1 1,0 0-1,0 0 0,0 1 1,0-1-1,0 1 0,0 0 0,0 0 1,1 0-1,-1 0 0,1 0 1,-1 1-1,1 0 0,0 0 1,-2 2-20,-4 5-13,0-1 0,1 1 1,0 1-1,1 0 0,0 0 1,1 0-1,0 1 0,1-1 0,0 1 1,1 1-1,0-1 0,1 1 1,1-1-1,0 1 0,0 0 13,5-10-421,1 0 1,-1 0-1,1 0 0,-1-1 1,1 1-1,0-1 0,0 0 0,0 0 1,0-1-1,0 1 0,0-1 1,1 0-1,-1 0 0,0 0 0,1-1 1,-1 1-1,0-1 0,1 0 1,-1-1-1,1 1 0,-1-1 0,0 1 1,1-1-1,-1-1 0,0 1 1,0-1-1,0 1 0,0-1 0,0 0 1,1-2 420,49-20-6643</inkml:trace>
  <inkml:trace contextRef="#ctx0" brushRef="#br0" timeOffset="-281705.561">13610 550 4705,'0'0'6128,"0"0"-1127,0 0-2810,0 0-229,0 0 42,6 25-447,45 169 554,16-103-1911,-64-101-3500,-1-25 2533,-2 27 353,35-123 982,-32 129-517,1 1 1,-1 0-1,1-1 0,-1 1 1,1 0-1,-1 1 0,1-1 1,0 1-1,0 0 0,-1 0 1,1 0-1,0 0 0,0 0 1,-1 1-1,1 0 1,0 0-1,-1 0 0,1 0 1,-1 0-1,1 1 0,-1-1 1,0 1-1,0 0 0,0 0 1,0 1-1,0-1 0,0 0 1,0 1-1,-1 0 0,1 0 1,-1 0-1,0 0 0,0 0 1,0 0-1,0 0 0,1 3-51,5 4 91,-2-1-32,0 0 0,1 0 0,0-1 0,1 0 0,0 0 0,0-1 0,0 0 1,1 0-1,0-1 0,0 0 0,1-1 0,0 0 0,0 0 0,0-1 0,0 0 0,1-1 0,-1 0 0,1-1 1,0 0-1,6 0-59,-8-1-60,1 0 1,0-1-1,0 0 0,0-1 1,0 0-1,-1 0 1,1-1-1,0-1 1,-1 1-1,1-1 0,-1-1 1,0 0-1,0 0 1,0-1-1,-1 0 1,0-1-1,0 1 0,0-2 60,57-75-6421,-43 44-694</inkml:trace>
  <inkml:trace contextRef="#ctx0" brushRef="#br0" timeOffset="-281422.647">13467 1 7770,'0'0'4993,"0"0"-1953,0 0-1711,0 0-265,0 0 712,0 0-63,0 0-585,-67 138-664,47-103-272,1 8-192,6 5-440,6-8-2577,4-8-6409</inkml:trace>
  <inkml:trace contextRef="#ctx0" brushRef="#br0" timeOffset="-388281.358">899 955 6465,'0'0'1647,"0"0"2577,0 0-1840,0 0-851,0 0-100,-11-7 220,-30-20-74,28 42 151,13-11-1562,0 23 44,-2-9-152,1 1 0,0-1 0,1 1 0,1-1 1,1 0-1,0 0 0,1 1 0,2-1 0,-1-1 0,2 1 0,1-1 1,0 0-1,1 0 0,0-1 0,1 0 0,1-1 0,2 1-60,-8-13 14,-1 0-1,1 0 0,0-1 0,0 0 1,0 0-1,0 0 0,1 0 0,-1 0 0,1-1 1,-1 0-1,1 0 0,-1 0 0,1-1 1,-1 0-1,1 1 0,0-1 0,-1-1 0,1 1 1,0-1-1,-1 0 0,1 0 0,-1 0 1,0-1-1,1 1 0,-1-1 0,0 0 0,0 0 1,0-1-1,0 1 0,0-1 0,0 0 0,-1 0 1,0 0-1,1 0 0,-1-1 0,0 1 1,-1-1-1,1 0 0,-1 0 0,1 0 0,-1 0 1,0 0-1,-1-1 0,1 1 0,0-2-13,5-13 8,0-1 0,-1 1 1,-1-1-1,-1 0 0,0 0 0,-2-1 0,0 1 0,-2-1 0,0 1 0,-1-1 0,-2-5-8,3 18-10,-1 1 0,0 0 0,0-1 0,-1 1 0,1 0-1,-2 0 1,1 0 0,-1 0 0,0 1 0,0-1 0,-1 1-1,0 0 1,0 0 0,-1 0 0,0 0 0,1 1 0,-2-1 0,1 1-1,-1 1 1,0-1 0,0 1 0,0 0 0,0 0 0,-1 1-1,1 0 1,-1 0 0,0 1 0,0-1 0,0 1 0,0 1-1,-1 0 1,-2-1 10,6 2-39,0 0-1,0 1 1,0-1 0,0 1-1,1 0 1,-1-1 0,0 2-1,0-1 1,0 0-1,1 1 1,-1 0 0,1 0-1,-1 0 1,1 0-1,0 0 1,0 1 0,0 0-1,0-1 1,0 1 0,1 0-1,-1 0 1,1 1-1,0-1 1,0 0 0,0 1-1,0 0 1,0-1-1,1 1 1,0 0 0,0-1-1,0 1 1,0 0 0,0 3 39,-1 2-262,1-1 0,0 1 0,0-1 0,1 0 0,0 1 0,0-1 0,1 1 0,0-1 0,1 1 0,0-1 0,0 0 0,1 0 0,0 0 1,0 0-1,1-1 0,0 1 262,1-1-512,0-1 1,1 0-1,0 0 1,0 0-1,1 0 1,-1-1-1,1 0 1,1-1-1,-1 1 1,0-2-1,1 1 1,0-1-1,0 0 1,0 0-1,0-1 1,0 0-1,1-1 1,-1 0-1,1 0 1,-1 0-1,1-1 1,-1-1-1,1 0 1,-1 0-1,0 0 1,1-1-1,-1 0 1,0-1-1,0 0 0,0 0 1,0 0 511,23-20-2470</inkml:trace>
  <inkml:trace contextRef="#ctx0" brushRef="#br0" timeOffset="-387446.176">1193 975 6689,'0'0'4792,"0"0"-464,0 0-2460,0 0-816,0 0-226,-8 28 744,3-10-1361,1-1 1,0 1 0,2-1 0,0 1-1,0 0 1,2 0 0,0 0 0,1 0 0,1 0-1,1-1 1,0 1 0,2-1 0,1 4-210,224 547 872,-225-554-991,0 0 1,-1 1-1,-1 0 0,0-1 0,-1 1 1,0 0-1,-1 1 0,-1-1 1,-1 0-1,0 0 0,-1 4 119,-3-15-31,1 0 0,-1-1-1,0 0 1,0 0-1,-1 0 1,1 0 0,-1-1-1,1 0 1,-1 0-1,0 0 1,0-1 0,0 0-1,0 0 1,1-1-1,-1 1 1,0-1 0,0-1-1,0 1 1,0-1-1,0 0 1,0 0 0,-1-1 31,-11 1-37,7 1 61,0 0 0,0-1-1,0 0 1,0-1 0,0 0-1,1-1 1,-1 0-1,1-1 1,-1 0 0,1-1-1,1 0 1,-1 0 0,1-1-1,0 0 1,0-1-1,0 0 1,1 0 0,0-1-1,1 0 1,0 0-1,0-1 1,0 0 0,1 0-1,1 0 1,0-1 0,0 0-1,1 0 1,0 0-1,0-1 1,1 1 0,0-7-24,6 6 12,0 0 1,1 0 0,1 1 0,0 0 0,0 0-1,1 0 1,0 0 0,1 1 0,0 0-1,1 1 1,0-1 0,0 1 0,0 1 0,1 0-1,0 0 1,1 0 0,0 1 0,0 0-13,10-8-12,298-226 215,-311 235-261,-1-1-1,1 0 1,-1 0-1,0-1 1,0 1-1,-1-1 1,0 0-1,0-1 1,0 0 0,-1 1-1,-1-1 1,1-1-1,-1 1 1,0 0-1,-1-1 1,0 1-1,-1-1 1,1 0-1,-2 0 1,1 1-1,-1-1 1,-1 0 0,1 0-1,-1 0 1,-1 1-1,0-1 1,0 0-1,-1 1 1,0 0-1,-3-7 59,2 9-5,0-1-1,0 1 1,-1 0-1,0 0 1,0 0-1,0 1 0,-1 0 1,1 0-1,-1 0 1,-1 1-1,1 0 1,0 0-1,-1 0 1,0 1-1,0 0 0,0 1 1,0-1-1,-4 0 6,9 4 21,0 0-1,0 1 1,0-1-1,1 0 0,-1 1 1,1-1-1,-1 1 1,1-1-1,-1 1 0,1 0 1,0 0-1,0 0 1,0-1-1,0 1 0,0 0 1,0 0-1,0 0 1,1 0-1,-1 1 0,1-1 1,0 0-1,-1 0 1,1 0-1,0 0 0,0 0 1,0 1-1,1-1 1,-1 0-1,0 0 0,1 1-20,-1 3 58,-2 6-9,0 1 0,1-1-1,0 0 1,1 1 0,0-1 0,1 1 0,1-1 0,0 0 0,0 1 0,2-1-1,-1 0 1,1-1 0,1 1 0,0-1 0,1 0 0,0 0 0,1 0 0,0-1-1,0 0 1,1 0 0,0-1 0,1 0 0,0-1 0,1 0 0,0 0 0,0-1-1,0 0 1,1-1 0,0 0 0,0 0 0,4 0-49,-5-4-27,-1 1-1,1-2 1,0 1 0,-1-1 0,1-1 0,0 0-1,-1 0 1,1-1 0,0 0 0,-1-1 0,1 0 0,-1-1-1,1 1 1,-1-2 0,0 1 0,0-2 0,-1 1-1,1-1 1,-1 0 0,0-1 0,0 0 0,-1 0-1,1 0 1,-1-1 0,-1 0 0,0-1 0,0 0-1,0 0 1,-1 0 0,0 0 0,0-1 0,-1 0 0,0 0-1,-1 0 1,0 0 0,1-7 27,-2 9 2,0 0-1,-1-1 1,0 1 0,0-1 0,-1 1-1,0-1 1,-1 1 0,1 0-1,-1-1 1,-1 1 0,1-1 0,-1 1-1,0 0 1,-1 0 0,0 0-1,0 0 1,0 1 0,-1-1 0,0 1-1,-1 0 1,1 0 0,-1 0-1,0 1 1,0-1 0,-1 1 0,0 0-1,0 1 1,-1-1-2,5 6 23,0 1 0,0 0 0,0 0 0,0 0 0,0 0 0,1 0 0,-1 0 0,1 0 0,-1 0 0,1 1 1,0-1-1,0 1 0,0-1 0,0 1 0,1-1 0,-1 1 0,0-1 0,1 1 0,0 0 0,0-1 0,0 1 0,0 0 0,0-1 0,0 1 0,1 0 0,-1-1 0,1 1 0,0-1 0,0 1 1,0-1-1,0 1 0,0-1 0,0 0 0,1 1 0,0 0-23,3 7 5,1-1 0,0 0 1,0 0-1,1-1 0,-1 0 0,2 0 1,-1-1-1,1 0 0,1 0 0,-1 0 1,1-1-1,0-1 0,0 0 0,1 0 1,-1 0-1,1-1 0,0-1 1,1 0-1,-1 0 0,0-1 0,1 0 1,-1-1-1,1 0 0,0-1 0,-1 0 1,1 0-1,0-1 0,-1-1 0,1 0 1,-1 0-1,0-1 0,0-1 1,0 1-1,0-1 0,0-1 0,-1 0 1,0 0-1,3-3-5,-9 6-2,-1 0-1,1 0 1,-1 0 0,1 0 0,-1 0-1,0-1 1,0 1 0,0-1 0,0 1-1,-1-1 1,1 0 0,-1 0 0,1 0-1,-1 0 1,0 0 0,0 0-1,0 0 1,-1 0 0,1 0 0,-1 0-1,0 0 1,1-1 0,-1 1 0,-1 0-1,1 0 1,0 0 0,-1 0 0,0 0-1,0-1 1,0 1 0,0 0 0,0 1-1,0-1 1,-1 0 0,1 0 0,-1 0-1,0 1 1,0-1 0,0 1 0,0 0-1,-2-2 3,-109-76 141,108 77-151,-1 0 1,1 1-1,-1-1 1,1 1-1,-1 1 1,0-1 0,1 1-1,-1-1 1,0 2-1,0-1 1,0 1-1,0 0 1,0 0-1,0 0 1,0 1-1,0 0 1,0 0-1,0 1 1,1-1-1,-1 1 1,0 1-1,1-1 1,0 1-1,-1 0 1,1 0-1,0 0 1,0 1-1,1 0 1,-1 0-1,1 0 1,0 0 0,0 1-1,0 0 1,1-1-1,0 1 1,0 1-1,0-1 10,-3 132-5261,12-81-816</inkml:trace>
  <inkml:trace contextRef="#ctx0" brushRef="#br0" timeOffset="-385831.688">2248 1132 5737,'0'0'2117,"0"0"1748,0 0-1510,0 0-354,0 0-452,0 0-332,-9-11-490,-25-37-132,61 54 425,-2 21-788,-1 1 0,-2 1-1,0 1 1,-2 1 0,-2 1 0,-1 0-1,-1 1 1,-1 1 0,4 20-232,-36-272-1446,19 213 1448,0 0-1,1 0 0,-1 1 0,1-1 0,0 1 0,0-1 1,1 1-1,-1 0 0,1 0 0,0 0 0,0 1 1,0 0-1,0-1 0,1 2 0,0-1 0,-1 0 1,1 1-1,0 0 0,0 0 0,0 0 0,0 1 1,1-1-1,-1 1 0,0 1 0,0-1 0,1 1 0,-1 0 1,1 0-1,-1 0 0,0 1 0,1 0 0,-1 0 1,0 0-1,0 1 0,0-1 0,0 1 0,0 0 1,0 1-1,0-1 0,-1 1 0,1 0 0,-1 0 1,0 1-1,0-1 0,0 1 0,0 0 0,1 3-1,11 5 30,-1 1 0,-1 1 0,0 1 0,-1 0 0,-1 0 0,0 1-1,-1 1 1,-1 0 0,0 1 0,0 2-30,-57-166-1243,47 139 1236,-1 4 19,0 1-1,0 0 1,0-1 0,0 1 0,1-1-1,-1 1 1,1-1 0,0 1 0,-1-1 0,1 1-1,0-1 1,1 1 0,-1-1 0,0 1 0,1-1-1,-1 1 1,1-1 0,0 1 0,0 0 0,0-1-1,0 1 1,0 0 0,0 0 0,1-1-1,-1 1 1,1 0 0,0 1 0,-1-1 0,1 0-1,0 0 1,0 1 0,0-1 0,0 1 0,0-1-1,1 1 1,-1 0 0,0 0 0,1 0 0,-1 0-1,0 1 1,1-1 0,-1 1 0,1-1-1,-1 1 1,1 0 0,-1 0 0,1 0 0,0 0-1,-1 0 1,1 0 0,-1 1 0,1 0 0,0 0-12,8 4 38,0 0 0,0 1 1,0 0-1,-1 1 1,0 0-1,0 1 0,-1 0 1,0 1-1,-1-1 0,0 2 1,0-1-1,2 5-38,13 13 72,-13-14-48,0-1 1,0 0 0,1 0 0,0-1-1,1 0 1,1-1 0,-1 0-1,1-1 1,1 0 0,0-1-1,0-1 1,1 0 0,0-1 0,0-1-1,0 0 1,1-1 0,-1-1-1,1 0 1,0-1 0,0-1-1,10 0-24,-21-4 3,0 0 0,-1 0-1,1 0 1,-1 0-1,0-1 1,0 0 0,0 0-1,0 0 1,-1 0-1,0-1 1,0 1 0,0-1-1,0 0 1,0 0-1,-1 0 1,0 0-1,0 0 1,-1 0 0,1 0-1,-1-1 1,0 1-1,-1-1 1,1 1 0,-1-1-1,0 1 1,-1-1-1,1 1 1,-1-1-1,0 1 1,0 0 0,-1-2-3,2-11-32,1 13 35,-1-1 1,1 0 0,-1 0 0,0 0 0,0 1 0,-1-1 0,1 0-1,-1 0 1,-1 0 0,1 1 0,-1-1 0,0 1 0,0-1 0,-1 1-1,1 0 1,-1 0 0,-1 0 0,1 0 0,0 0 0,-1 1 0,0-1-1,0 1 1,-1 0 0,1 1 0,-1-1 0,0 1 0,0 0 0,0 0 0,-4-2-4,5 7 39,0 0 0,0 1 0,0 0 0,1-1 0,-1 1 0,1 0 0,-1 1 0,1-1 0,0 1 1,0-1-1,1 1 0,-1 0 0,1 0 0,0 0 0,0 0 0,0 1 0,1-1 0,-1 0 1,1 1-1,0-1 0,0 1 0,1 0 0,-1-1 0,1 4-39,-2 2 172,-2-3-125,1 1-1,-1 0 0,2 1 1,-1-1-1,1 1 0,0-1 1,1 1-1,0-1 0,1 1 0,-1 0 1,2 0-1,-1-1 0,1 1 1,0 0-1,1-1 0,0 1 1,1-1-1,0 0 0,0 0 0,0 0 1,1 0-1,0 0 0,1-1 1,0 1-1,0-1 0,0-1 1,1 1-1,0-1 0,0 0 0,1 0 1,0 0-1,7 3-46,0-6-82,0 0 0,0-1 1,0-1-1,1-1 0,-1 0 0,0 0 0,1-2 1,-1 0-1,0 0 0,0-1 0,0-1 0,-1 0 1,1-1-1,-1-1 0,0 0 0,0-1 0,-1 0 1,0-1-1,0 0 0,-1-1 0,0 0 0,0-1 1,-1 0-1,0-1 0,-1 0 0,-1 0 0,1-1 0,-2 0 1,0 0-1,0-1 0,-1 0 0,-1 0 0,0-1 1,-1 0-1,0 0 82,0-7-309,-1-1 0,0 1 0,-2-1 1,-1 1-1,0-1 0,-2 0 0,0 1 0,-2 0 0,0-1 1,-1 2-1,-2-1 0,0 0 0,-4-6 309,-4-4-38,-1 1 0,-2 1 0,-1 0 0,-1 1 0,-1 1 0,-2 1 1,-1 1-1,0 1 38,-173-162 6141,266 280-5587,-4 3 0,-4 2 0,-5 4 0,-4 1 0,-5 3 1,29 100-555,-59-164 85,41 93-209,-57-134-113,-9-19-1224,-182-184-1350,253 190 3291,-39 10-440,204 15 67,-220-12-108,0 0-1,0 1 1,0 0-1,0 0 1,0 0-1,-1 1 1,0 0-1,1 1 1,-2 0-1,1 0 1,0 0-1,-1 1 1,0 0-1,-1 0 1,1 0-1,-1 1 1,0 0-1,-1 0 1,1 0-1,-2 0 0,1 1 1,-1 0-1,0 0 1,0 0-1,0 5 2,1 71 14,-14-133-1521,9 31 1332,0 1 1,1-1 0,1 1 0,0 0-1,2-1 1,0 1 0,0 0 0,2 0-1,0 1 1,1-1 0,0 1 0,2 0-1,0 1 1,0 0 0,2 0 0,0 1-1,0 0 1,8-7 174,-15 20 49,1 0 1,-1 1-1,0-1 1,0 1-1,0 0 0,0 0 1,0 0-1,0 0 1,0 0-1,1 1 0,-1 0 1,0-1-1,0 1 1,0 0-1,0 1 0,-1-1 1,1 0-1,0 1 1,0 0-1,-1-1 0,1 1 1,-1 0-1,0 0 1,1 1-1,-1-1 0,0 0 1,0 1-1,0-1 1,-1 1-1,1 0 1,-1-1-1,1 1 0,-1 0 1,0 0-1,0 0 1,0 0-1,-1 0 0,1 0 1,-1 0-1,1 0 1,-1 1-1,0-1 0,0 0 1,0 0-1,-1 2-49,6 12 504,5 9 90,-7-11-422,1 1 1,1-1-1,0 1 1,1-1-1,1-1 1,1 1-1,0-1 1,0-1-1,1 1 1,1-2-1,1 1 1,-1-1-1,2-1 1,0 0-1,0 0 1,1-1-1,9 5-172,-20-14-26,0 0-1,0 0 1,0 0-1,1-1 0,-1 1 1,0-1-1,0 1 1,0-1-1,1 0 0,-1 0 1,0 0-1,0 0 1,0 0-1,1 0 0,-1-1 1,0 1-1,0-1 1,0 0-1,0 1 1,0-1-1,0 0 0,0 0 1,0 0-1,0-1 1,0 1-1,0 0 0,-1-1 1,1 1-1,0-1 1,-1 1-1,1-1 0,-1 0 1,0 0-1,0 0 1,0 0-1,0 0 0,0 0 1,0 0-1,0 0 1,0 0-1,-1 0 0,1 0 1,-1 0-1,0-1 1,1-1 26,6-70-4987,-6 61 3221,0-37-5436</inkml:trace>
  <inkml:trace contextRef="#ctx0" brushRef="#br0" timeOffset="-385630.605">4030 572 6649,'0'0'12115,"0"0"-9786,0 0-777,0 0-1040,0 0 224,0 0 0,0 0-304,-35-29-432,35 67 0,10 18-16,7 17-104,13 32-472,-3-19-3913,-2-17-2232</inkml:trace>
  <inkml:trace contextRef="#ctx0" brushRef="#br0" timeOffset="-385020.054">4521 1108 19740,'0'0'3137,"0"0"-2254,0 0-729,0 0 104,0 23 506,17 148 362,-15-163-1109,-1-1-1,1 0 0,0 0 0,1 0 1,0-1-1,0 1 0,0-1 0,1 1 1,0-1-1,0 0 0,1 0 1,-1-1-1,1 0 0,1 1 0,-1-2 1,1 1-1,-1 0 0,1-1 1,1 0-1,-1-1 0,1 1 0,-1-1 1,1-1-1,0 1 0,0-1 1,5 1-17,-7-2 0,0-1 0,-1 1 0,1-1 0,0 0 0,0-1 0,0 1 0,0-1 0,0 0 0,0 0 0,0-1 0,-1 1 0,1-1 0,0 0 0,-1 0 0,0-1 0,1 1 0,-1-1 0,0 0 0,0 0 0,-1 0 0,1-1 0,0 1 0,-1-1 0,0 0 0,0 0 0,0 0 0,-1 0 0,1-1 0,-1 1 0,0-1 0,0 1 0,-1-1 0,2-4 0,13-170-272,-16 174 249,0 1 1,0 0-1,0-1 1,0 1 0,-1 0-1,1 0 1,-1 0 0,0-1-1,-1 1 1,1 0 0,-1 0-1,1 0 1,-1 1-1,0-1 1,-1 0 0,1 1-1,-1-1 1,1 1 0,-1 0-1,0 0 1,0 0-1,-1 0 1,1 0 0,0 1-1,-1 0 1,0-1 0,1 1-1,-1 1 1,0-1-1,0 0 1,0 1 0,0 0-1,-1 0 1,1 0 0,0 0-1,0 1 1,-1 0-1,1 0 1,0 0 0,0 0-1,-1 1 1,1-1 0,0 1-1,0 0 1,0 1-1,0-1 1,0 1 0,0-1-1,0 1 1,0 0 0,1 1-1,-1-1 1,1 1-1,-1-1 1,1 1 0,0 0-1,0 0 1,-1 3 22,-11 41-1050,14-45 759,1 0-1,0 1 1,0-1 0,-1 1-1,2-1 1,-1 0-1,0 1 1,0-1-1,1 0 1,-1 1-1,1-1 1,0 0-1,0 0 1,0 0-1,0 0 1,0 1 0,0-1-1,0 0 1,1-1-1,-1 1 1,1 0-1,-1 0 1,1-1-1,0 1 1,0-1-1,0 1 1,0-1 0,0 0-1,0 0 1,0 0-1,0 0 1,0 0-1,0 0 1,1 0-1,-1-1 1,0 1-1,1-1 1,-1 0 0,0 0-1,1 1 1,-1-2-1,1 1 292,77-8-7709,-30-12 10244,-14 21 7689,-10 55-5215,-18-30-3545,58 102 2489,-62-120-3870,2-1-1,-1 1 0,1-1 0,0-1 1,0 1-1,0-1 0,1 0 0,0-1 0,1 1 1,-1-1-1,1-1 0,0 1 0,0-2 0,0 1 1,1-1-1,-1 0 0,1 0 0,0-1 1,-1-1-1,1 1 0,0-1 0,5-1-82,72-16-785,-41-26-6300,-27 16-4385</inkml:trace>
  <inkml:trace contextRef="#ctx0" brushRef="#br0" timeOffset="-366888.592">3009 3953 6857,'0'0'530,"0"0"493,0 0 2020,0 0-1094,0 0-743,0 0-432,-6 14 716,5-11 2388,3-9-3825,1 0 0,1 0 0,-1 0 0,1 0 0,0 1 0,0 0 0,0 0 0,1 0 0,0 0 0,0 1 0,0 0 0,1 0 0,-1 0 0,1 0 0,0 1 0,0 0 0,0 0 0,0 1 1,1 0-1,-1 0 0,1 0 0,-1 1 0,1 0 0,0 0 0,-1 1 0,1 0 0,0 0 0,-1 0 0,1 1 0,0 0 0,-1 0 0,1 1 0,-1 0 0,1 0 0,2 2-53,-2-1 6,0 0 0,0 0 0,0 1-1,0 0 1,-1 1 0,0-1 0,0 1-1,0 1 1,-1-1 0,0 1 0,0 0 0,0 0-1,-1 0 1,1 0 0,-2 1 0,1 0-1,-1 0 1,0 0 0,0 0 0,-1 1 0,0-1-1,0 1 1,-1-1 0,0 1 0,0 0 0,-1 5-6,2 5 11,-2-1 1,-1 1 0,0-1-1,-1 1 1,0-1 0,-2 0-1,0 0 1,-1 0 0,-1 0-1,0-1 1,-4 7-12,-4 2 4,0-1 0,-2-1 0,0 0-1,-1-1 1,-2-1 0,0 0 0,-1-1 0,-1-2 0,-1 0 0,-1-1 0,-11 6-4,32-21-4,0-1 0,0 1 1,0-1-1,0 0 0,0 1 1,0-1-1,-1 0 1,1 0-1,0 0 0,-1 0 1,1-1-1,0 1 0,-1-1 1,1 1-1,-1-1 1,1 0-1,-1 0 0,1 0 1,-1 0-1,1-1 0,-1 1 1,1-1-1,-1 1 1,1-1-1,0 0 0,-1 0 1,1 0-1,0 0 0,0 0 1,0 0-1,-1-1 1,2 1-1,-1-1 0,0 0 1,0 1-1,0-1 0,1 0 1,-1 0-1,1 0 0,-1 0 1,1 0-1,0-1 1,0 1-1,0 0 0,0 0 1,0-1-1,0 1 0,1-1 1,-1 1-1,1-1 4,-3-115 122,3 116-123,0 0 0,0 0 0,1 0 0,-1 0 0,1 0 0,-1 0 0,1 0 0,0 0 1,-1 1-1,1-1 0,0 0 0,0 0 0,0 1 0,1-1 0,-1 1 0,0-1 0,1 1 1,-1-1-1,1 1 0,-1 0 0,1 0 0,-1 0 0,1 0 0,0 0 0,0 0 0,0 0 1,-1 0-1,1 1 0,0-1 0,0 1 0,0 0 0,0-1 0,0 1 0,0 0 0,0 0 1,0 0-1,0 0 0,0 0 0,0 1 0,0-1 0,0 1 0,0-1 0,0 1 0,-1 0 1,1 0-1,1 0 1,90 38-54,-75-25 51,0-1 1,1-1-1,0-1 0,1 0 1,1-2-1,-1 0 0,1-1 1,1-1-1,0-1 0,0-1 1,0-1-1,18 1 3,-33-3 7,0 0 0,1-1 1,0 1-1,-1-2 0,1 1 1,0-1-1,-1 0 0,1-1 1,0 1-1,-1-2 0,1 1 0,-1-1 1,1 0-1,-1-1 0,0 1 1,0-1-1,0-1 0,0 0 1,0 0-1,-1 0 0,0 0 0,0-1 1,0 0-1,0-1 0,-1 1 1,0-1-1,0 0 0,-1 0 1,1-1-1,-1 1 0,-1-1 0,1 0 1,-1 0-1,0 0 0,-1 0 1,0-1-1,0 1 0,0-2-7,-23-74-6426,10 59-956</inkml:trace>
  <inkml:trace contextRef="#ctx0" brushRef="#br0" timeOffset="-383053.91">1801 3297 8130,'0'0'1311,"0"0"3386,0 0-2053,0 0-1325,0 0-288,0 0 287,-7 2 317,-14 3-425,35-3-339,60-3 117,-38 0-707,111-5 123,-85 2-3287,-21 1-2364,-29 3-1228</inkml:trace>
  <inkml:trace contextRef="#ctx0" brushRef="#br0" timeOffset="-382798.763">1771 3542 6585,'0'0'6690,"0"0"-4650,0 0-535,0 0 79,0 0-136,126 0 321,-96 0-737,-3 0-496,0 0-432,-2 0-104,-1 0 0,1 0 64,0 0-232,0 0-408,7 0-1881,-5 0-1736,-7 0-3408</inkml:trace>
  <inkml:trace contextRef="#ctx0" brushRef="#br0" timeOffset="-382430.839">2611 3073 2801,'0'0'10806,"0"0"-6656,0 0-2570,0 0-1201,0 0-237,0 0 632,-1 18 825,-4 51-830,3 1 0,3-1 0,3 1 0,7 24-769,10-34 68,-3-48-2603,-11-20-6195,-6-7 3316,-1 11 3948,0-20-2467</inkml:trace>
  <inkml:trace contextRef="#ctx0" brushRef="#br0" timeOffset="-382130.47">2856 3017 7458,'0'0'1114,"0"0"3431,0 0-2191,0 0-892,-1 20 173,-5 403 5532,6-418-7209,0-1 1,0 0-1,0 0 1,1 0-1,-1 0 1,1 0-1,0 0 1,0 0-1,0 0 1,1 0-1,-1 0 1,1-1-1,0 1 1,0-1-1,1 1 1,-1-1-1,0 0 1,1 1-1,0-1 1,0-1-1,0 1 1,0 0-1,1-1 1,-1 0-1,0 1 1,2-1 41,-3-51-13794,-9 20 7149</inkml:trace>
  <inkml:trace contextRef="#ctx0" brushRef="#br0" timeOffset="-381835.828">2305 3064 6225,'0'0'6946,"0"0"-4735,0 0-1314,0 0-20,0 0 294,30 0-11,193 2 932,192-39-1381,-356 20-4205,-11-18-8489,-32 20 9827</inkml:trace>
  <inkml:trace contextRef="#ctx0" brushRef="#br0" timeOffset="-381401.334">3345 3395 6529,'0'0'697,"0"0"-401,0 0-288,0 0 4601,0 0-2721,0 0-472,0 0-431,-30-86-537,26 77 232,1 2-656,3 5-24,0 0-2913,0 2-5137,0 0 4098</inkml:trace>
  <inkml:trace contextRef="#ctx0" brushRef="#br0" timeOffset="-380764.945">3345 3395 6041,'2'-89'3214,"-11"73"2769,-19 9-3845,14 4-826,1-44 4373,13 47-5259,0 0-224,0 0-50,1 9-156,77 168 1469,-1-33-1057,-72-176-109,-49-74-133,36 93-194,1-1 0,0-1 0,1 1 1,0-1-1,1 0 0,1 0 0,1 0 0,0-1 0,0-14 28,2 24-14,1 1-1,0-1 0,0 1 1,1-1-1,-1 1 0,1 0 0,1-1 1,-1 1-1,1 0 0,0 0 1,0 0-1,0 0 0,1 0 0,-1 0 1,1 1-1,0-1 0,1 1 0,-1 0 1,1 0-1,0 0 0,0 0 1,0 1-1,1 0 0,-1-1 0,1 2 1,0-1 14,33-21-14,1 2 1,1 2 0,1 2-1,0 2 1,1 1 0,33-6 13,-73 21-1453,12-5 4189,-10 3-8018,-3 0-8606,-1-2 8634</inkml:trace>
  <inkml:trace contextRef="#ctx0" brushRef="#br0" timeOffset="-380119.25">3718 2575 7330,'0'0'314,"0"0"553,0 0 2489,0 0-1369,0 0-762,0 0-109,6 3 158,208-6 3442,-209 6-4701,-1 0 0,1 1 1,-1-1-1,1 1 1,-1 0-1,0 0 0,0 0 1,-1 0-1,1 1 0,-1-1 1,0 1-1,0 0 0,-1 0 1,1 0-1,-1 0 1,0 1-1,-1-1 0,1 1 1,-1-1-1,0 1 0,-1-1 1,1 1-1,-1 0 0,0-1 1,0 1-1,-1 0 0,0-1 1,0 1-1,0-1 1,0 1-1,-3 4-15,3 1 39,-55 206 526,124-199-5,-26-17-422,-29 1-70,1-1 1,0-1 0,-1 0-1,1-1 1,0 0 0,-1-1-1,1-1 1,-1 0 0,0-1-1,0 0 1,0-1 0,2-1-69,-8-12-2219,-24 5-3477,-4 4-1926</inkml:trace>
  <inkml:trace contextRef="#ctx0" brushRef="#br0" timeOffset="-379530.943">3197 3122 6785,'0'0'561,"0"0"400,0 0 2366,0 0-1451,0 0-545,0 0-515,-6-13 77,13 12-692,-1 2-1,0-1 1,0 1-1,0 0 1,0 0-1,0 1 1,0 0 0,-1 0-1,1 0 1,0 1-1,-1-1 1,1 1-1,-1 1 1,0-1-1,0 1 1,-1 0-1,1 0 1,-1 0 0,0 1-1,0-1 1,0 1-1,0 0 1,-1 0-1,0 1 1,1 1-201,47 159 2004,-25-63-2104,-8-71-338,1-18-5010,-9-13-1676</inkml:trace>
  <inkml:trace contextRef="#ctx0" brushRef="#br0" timeOffset="-383534.716">990 2891 5641,'0'0'1276,"0"0"-118,0 0 2651,0 0-933,0 0-924,0 0-685,-4-1-619,0 3-552,0 1 1,1-1 0,0 1 0,-1 0-1,1 0 1,0 1 0,1-1-1,-1 1 1,0-1 0,1 1 0,0 0-1,0 0 1,0 0 0,1 0-1,-1 0 1,1 0 0,0 1 0,0-1-1,0 0 1,1 1 0,-1-1-1,1 0 1,0 1 0,1-1 0,0 5-97,-5 14 464,-17 87 655,0-14-862,5 2 1,4 0 0,3 53-258,17-159-296,1-15-328,0-1 1,-2-1-1,-1 1 1,-1-1-1,0 0 1,-2 0-1,-2-1 1,0 1-1,-1 0 1,-4-24 623,3-13-306,1-365-1196,0 426 1522,-1-1 0,1 1-1,-1-1 1,1 1 0,0-1 0,-1 1 0,1-1-1,0 0 1,0 1 0,0-1 0,1 1 0,-1-1-1,0 0 1,0 1 0,1-1 0,-1 1 0,1-1 0,0 1-1,-1-1 1,1 1 0,0 0 0,0-1 0,0 1-1,0 0 1,0 0 0,0-1 0,0 1 0,0 0-1,0 0 1,1 0 0,-1 0 0,0 1 0,1-1 0,-1 0-1,1 0 1,-1 1 0,1-1 0,-1 1 0,1-1-1,-1 1 1,1 0 0,0 0 0,-1 0 0,1 0 0,-1 0-1,1 0 1,0 0 0,-1 0 0,1 0 0,-1 1-1,1-1 1,-1 1 0,1-1 0,-1 1 0,1 0-1,-1-1 1,0 1 0,1 0 0,-1 0 0,0 0 0,1 0-1,-1 0 1,0 0 0,0 0 0,0 1 0,0-1-1,0 0 1,0 1 0,-1-1 0,1 1-20,25 31 847,-2 0 0,-2 2 0,-1 1 1,-2 1-1,9 23-847,7 13 925,252 508 3451,-265-568-5778,-26-67-3048,-45-81-4039,13 72 3101</inkml:trace>
  <inkml:trace contextRef="#ctx0" brushRef="#br0" timeOffset="-383329.046">884 3317 6513,'0'0'5370,"0"0"-3498,0 0-896,0 0-96,0 0 281,0 0 431,0 0-464,141 0-296,-72-24-528,5 0-192,0 4-112,-7 6-208,2 10-1360,-15 4-2745,-14 0-2608</inkml:trace>
  <inkml:trace contextRef="#ctx0" brushRef="#br0" timeOffset="-367715.488">2559 3633 2785,'0'0'3463,"0"0"-2499,0 0-857,0 0-52,0 0 55,0 0 200,-8-9 11896,539 20-9126,-447-4-3053,0-5 0,1-3 1,-1-4-1,51-11-27,12 9-71,-147 7 62,0 0 138,0 0-75,0 0-32,0 0 14,0 0 14,0 0 96,0 0-102,0 0 0,0 0 71,0 0-130,0 0 81,0 0 30,0 0 61,0 0-34,0 0-171,0 0-928,0 0-3061,0 0-2971</inkml:trace>
  <inkml:trace contextRef="#ctx0" brushRef="#br0" timeOffset="-363538.468">792 5803 7786,'0'0'1192,"0"0"1779,-6 28-1028,-101 557 4944,72-258-5093,35-327-1739,0-9-86,-7-107-652,6 1 0,5 0-1,5-1 1,6-4 683,34-216-172,-49 337 179,0-1 0,0 1 0,0 0 0,0 0 1,0-1-1,0 1 0,0 0 0,0-1 0,1 1 0,-1 0 0,0-1 0,0 1 0,1 0 0,-1-1 0,0 1 0,1 0 0,-1-1 0,0 1 1,1-1-1,-1 1 0,1 0 0,-1-1 0,1 0 0,-1 1 0,1-1 0,0 1 0,-1-1 0,1 1 0,-1-1 0,1 0 0,0 0 0,-1 1 1,1-1-1,0 0 0,0 0 0,-1 0 0,1 0 0,0 0 0,-1 0 0,1 0 0,0 0 0,0 0 0,-1 0 0,1 0 0,0 0 0,-1 0 1,1-1-1,0 1 0,-1 0 0,1 0 0,0-1 0,-1 1 0,1-1 0,-1 1 0,1 0 0,0-1 0,-1 1 0,1-1 0,-1 1 0,1-1 0,-1 0 1,0 1-1,1-1-7,130 377 5050,3 9-3359,-105-317-1539,-16-41-167,-1 0 0,-1 0 0,-2 1 1,-1 0-1,-1 1 0,-1 0 0,1 27 15,-29-71-2556,-86-135-11857,71 101 10352,2 6 2357</inkml:trace>
  <inkml:trace contextRef="#ctx0" brushRef="#br0" timeOffset="-363300.01">661 6530 6121,'0'0'2953,"0"0"1689,0 0-2175,0 0-1362,0 0-274,0 0 137,-12 0 1622,361-29-1591,-242 29-8078,-66 0 108</inkml:trace>
  <inkml:trace contextRef="#ctx0" brushRef="#br0" timeOffset="-322351.313">3318 7308 6385,'0'0'1853,"0"0"2590,0 0-1561,0 0-1523,0 0-653,0 0-246,8-12-8,-3 4-365,1 1 1,0-1 0,0 1-1,0 1 1,1-1-1,0 1 1,0 0-1,0 1 1,1 0-1,0 0 1,0 0-1,0 1 1,1 1-1,-1-1 1,1 1-1,0 1 1,0-1-1,0 2 1,0-1-1,0 1 1,1 1-1,-1-1 1,0 2-1,2-1-87,-6 5 72,0 0 0,0 0 0,-1 0 0,0 0 0,0 1-1,0 0 1,0 0 0,-1 0 0,0 0 0,0 0-1,-1 1 1,0-1 0,0 1 0,0 0 0,-1-1 0,0 1-1,0 0 1,-1 0 0,0 0 0,0 0 0,-1 0-1,1 0 1,-2-1 0,1 1 0,-1 0 0,0 0-72,1 4 104,-1 7-57,-2-1 1,0 1-1,-1-1 1,0 0-1,-2 0 1,0-1-1,-1 0 1,0 0 0,-1-1-1,-1 0 1,0 0-1,-2-1 1,1-1-1,-1 0 1,-8 6-48,17-16 0,0 0 1,-1 0-1,1-1 0,-1 1 1,0-1-1,0 0 0,1 0 1,-1 0-1,-1-1 0,1 1 1,0-1-1,0 0 0,0 0 1,-1-1-1,1 1 1,0-1-1,-1 0 0,1 0 1,0 0-1,-1-1 0,1 1 1,0-1-1,-1 0 0,1 0 1,0-1-1,0 1 0,0-1 1,0 0-1,0 0 0,1 0 1,-1-1-1,0 1 0,1-1 1,0 0-1,0 0 0,0 0 1,0 0-1,0-1 0,0 1 1,1-1-1,0 0 1,0 1-1,0-1 0,0 0 1,0 0-1,1-1 0,0 1 1,0 0-1,0 0 0,0-1 1,1 1-1,-1 0 0,1-1 1,0 0-1,0 3 3,-1 0 1,1 0 0,-1 0-1,1 0 1,0 0-1,0 0 1,0-1 0,0 1-1,0 0 1,1 0 0,-1 0-1,0 0 1,1 0 0,0 0-1,-1 0 1,1 0-1,0 0 1,0 0 0,0 0-1,0 1 1,0-1 0,1 0-1,-1 1 1,0-1 0,1 1-1,0-1 1,-1 1-1,1-1 1,0 1 0,-1 0-1,1 0 1,0 0 0,0 0-1,0 0 1,0 1 0,0-1-1,0 1 1,0-1-1,0 1 1,0-1 0,0 1-1,1 0 1,-1 0 0,1 0-4,22 0 76,0 1-1,0 1 1,0 0 0,0 2 0,0 1 0,-1 2-1,0 0 1,4 3-76,171 29 597,-188-38-567,-1-1 0,1-1 0,-1 0 1,1 0-1,-1-1 0,1 0 0,-1-1 0,0 0 1,0-1-1,0 0 0,0 0 0,-1-1 1,0 0-1,0-1 0,0 0 0,-1 0 0,0-1 1,0 0-1,0-1 0,-1 0 0,3-3-30,1-3-310,36-46-759,-36 38-2604,-5-2-3451,-5 8-1456</inkml:trace>
  <inkml:trace contextRef="#ctx0" brushRef="#br0" timeOffset="-362963.892">1544 6527 6329,'0'0'7145,"0"0"-3789,0 0-1751,0 0-835,0 0 212,0 0 356,4 0-414,208-17 1260,-81 14-2517,-108 23-3050,-20 11-3775,-3-27 5702,0 8-4478</inkml:trace>
  <inkml:trace contextRef="#ctx0" brushRef="#br0" timeOffset="-362601.471">1665 6738 6345,'0'0'1635,"0"0"2158,0 0-1252,0 0-1056,0 0-543,0 0 145,-10 8 1445,353 0 520,-343-8-3095,0 0-94,5 7-5820,-2-5-596,2-2-328</inkml:trace>
  <inkml:trace contextRef="#ctx0" brushRef="#br0" timeOffset="-362015.359">2606 6085 592,'0'0'5233,"0"0"-2862,0 0 1713,0 0-1577,0 0-1648,0 0-391,0 13 226,-5 489 5063,10-479-8759,-1-12-1776,-3-1-4647,-1-9 6506</inkml:trace>
  <inkml:trace contextRef="#ctx0" brushRef="#br0" timeOffset="-361671.078">2947 6052 6489,'0'0'4453,"0"0"-2315,0 0-748,0 0 142,0 27 38,0 175 2101,-4-80-1799,0 46-484,6-82-7178,-24-169-8078,1 41 11832</inkml:trace>
  <inkml:trace contextRef="#ctx0" brushRef="#br0" timeOffset="-361317.636">2376 6154 5553,'0'0'2314,"0"0"2135,0 0-2361,0 0-945,0 0 359,26-5-54,167-28 1086,-1 11-1104,1 8 1,33 8-1431,-172 5 269,-1 0-3940,-53 1-1934,0 4-5055</inkml:trace>
  <inkml:trace contextRef="#ctx0" brushRef="#br0" timeOffset="-360519.723">3696 6512 7009,'0'0'1605,"0"0"4160,0 0-2716,0 0-1337,0 0 43,0 0 78,1-8-481,2-25-356,-25 34 771,18 5-1729,0 1 0,0 0 1,1 0-1,0 0 0,0 0 0,1 1 0,0-1 0,0 1 1,1-1-1,-1 1 0,2 0 0,-1-1 0,1 1 1,1 0-1,-1 0 0,2 4-38,-1-11 10,0 0 0,-1 0 0,1-1 0,0 1 0,0 0 0,0-1 0,0 1 0,1-1 0,-1 1 0,0-1 0,0 1 0,0-1 0,0 0-1,0 1 1,1-1 0,-1 0 0,0 0 0,0 0 0,0 0 0,0 0 0,1 0 0,-1-1 0,0 1 0,0 0 0,0 0 0,0-1 0,1 1 0,-1-1 0,0 1 0,0-1 0,0 1 0,0-1 0,0 0 0,0 0 0,0 1 0,-1-1 0,1 0 0,0 0 0,0 0 0,-1 0 0,1 0 0,0 0 0,-1 0 0,1 0 0,-1 0 0,1-1-10,-1-1 1,1 0 0,-1 0 1,0 0-1,0 0 1,0 0-1,-1 0 0,1 0 1,-1 0-1,1 0 1,-1 0-1,0 0 0,0 0 1,-1 0-1,1 1 0,0-1 1,-1 0-1,0 1 1,0-1-1,1 1 0,-1 0 1,-1 0-1,1 0 1,0 0-1,0 0 0,-1 0 1,1 0-1,-1 1 1,0-1-1,1 1 0,-1 0 1,0 0-1,0 0 0,0 0 1,0 0-1,0 1 1,0-1-1,0 1 0,0 0 1,0 0-1,0 0 1,0 0-1,0 0 0,0 1 1,0-1-1,0 1 1,0 0-1,0 0 0,0 0-1,0 0-1,0 0 0,-1 1 0,1-1-1,0 1 1,0-1 0,0 1 0,0 0 0,1 0-1,-1 0 1,1 1 0,-1-1 0,1 0 0,0 1-1,-1 0 1,1 0 0,1-1 0,-1 1-1,0 0 1,1 1 0,-1-1 0,1 0 0,0 0-1,0 0 1,0 1 0,1-1 0,-1 1 0,1-1-1,0 0 1,0 1 0,0-1 0,0 1 0,1-1-1,-1 0 1,1 1 0,0-1 0,0 0-1,0 1 1,0-1 0,0 0 0,1 0 0,0 0-1,0 0 1,-1 0 0,3 1 1,0-1-2,0-1 0,0 1 0,0-1 0,0 0 0,1 0 0,-1 0 0,1-1 0,-1 0 0,1 0 0,0 0 0,-1 0 0,1-1 0,0 0 0,0 0 0,-1 0 0,1 0 0,0-1 0,-1 1 0,1-2 0,0 1 0,-1 0 0,1-1 0,-1 0 0,0 1 0,0-2 0,1 1 0,-1-1 0,0 1 0,-1-1 0,1 0 0,-1 0 0,1-1 0,-1 1 0,0-1 0,0 0 0,0 1 0,-1-1 0,1-1 0,-1 1 0,0 0 0,0 0 0,-1-1 0,1 1 0,-1-1 0,0 0 0,0 1 0,0-1 0,-1 0 0,0 1 0,0-1 2,-2 1-6,-1 0 1,0 0-1,0 1 1,-1-1-1,1 1 1,-1 0-1,1 0 0,-1 1 1,0-1-1,0 1 1,-1 0-1,1 0 0,0 0 1,-1 0-1,1 1 1,-1-1-1,1 1 1,-1 1-1,1-1 0,-1 1 1,0-1-1,0 1 1,1 1-1,-1-1 1,0 1-1,-4 0 6,5-1-4,-8 17-1840,26-5-6585,3-10-4606</inkml:trace>
  <inkml:trace contextRef="#ctx0" brushRef="#br1" timeOffset="-330271.769">4227 5898 6513,'0'0'763,"0"0"-343,0 0 733,0 0 1383,0 0-242,0 0-740,0 0-598,0 0-363,0 0 2,0 0-27,0 0-133,0-7 2027,1-26-2245,1 29-215,0 0-1,0 0 1,0 1-1,1-1 1,-1 1 0,1 0-1,0-1 1,0 1-1,0 0 1,0 1 0,1-1-1,-1 1 1,1-1-1,0 1 1,0 0-1,0 0 1,0 1 0,0-1-1,0 1 1,0 0-1,0 0 1,0 0-1,1 1 1,-1-1 0,0 1-1,0 0 1,1 0-1,-1 1 1,0-1-1,1 1 1,-1 0 0,0 0-1,0 1 1,0-1-1,0 1 1,0 0-1,0 0 1,-1 0 0,1 0-1,0 1 1,-1-1-1,0 1 1,0 0 0,1 0-2,2 9 66,-1-1 1,0 1 0,0 0 0,-1 1-1,-1-1 1,0 1 0,-1 0 0,0-1-1,-1 1 1,0 0 0,-1 0 0,-1 0-1,0 0 1,-1 0 0,0 0 0,-4 12-67,-4 13 165,-2 0 0,-1-1 0,-3-1 0,0 0 1,-2-1-1,-2-1 0,-16 20-165,-92 86-305,155-193-562,39-58 851,-64 110 21,1 0 0,-1 1-1,0-1 1,1 1 0,-1 0 0,0-1 0,1 1 0,-1 0 0,0 0 0,1 1-1,-1-1 1,0 0 0,1 1 0,-1 0 0,0-1 0,0 1 0,0 0 0,0 0 0,1 0-1,-1 0 1,0 1 0,-1-1 0,1 0 0,0 1 0,0 0 0,-1-1 0,1 1 0,0 0-1,-1 0 1,0 0 0,1 0 0,-1 0 0,0 0 0,0 0 0,0 0 0,-1 0 0,1 0-1,0 1 1,-1 1-5,6 4 74,6 10 1,-6-7-53,1 1-1,0-1 1,0 0 0,1-1 0,0 0-1,1 0 1,0-1 0,1 0 0,0 0 0,0-1-1,1 0 1,0-1 0,0 0 0,1-1 0,-1-1-1,1 1 1,1-2 0,-1 0 0,1 0 0,9 1-22,-17-4 7,1-1 0,-1 1 0,0-1 0,0 0 0,1 0 1,-1 0-1,0-1 0,0 0 0,1 0 0,-1 0 1,0-1-1,0 0 0,0 1 0,-1-2 0,1 1 0,0-1 1,-1 1-1,1-1 0,-1-1 0,0 1 0,0 0 0,0-1 1,-1 0-1,1 0 0,-1 0 0,0 0 0,0-1 1,0 1-1,-1-1 0,0 0 0,0 0 0,0 0 0,0 0 1,0-3-8,0-1 15,0 0 1,0 0 0,-1 0 0,-1-1 0,1 1 0,-1-1-1,-1 1 1,0 0 0,0-1 0,-1 1 0,0 0 0,-1 0 0,0 0-1,0 0 1,-1 1 0,0-1-16,-1-40-2917,37-24-6595,-27 64 8179,14-26-6414</inkml:trace>
  <inkml:trace contextRef="#ctx0" brushRef="#br0" timeOffset="-325804.574">4712 5465 7682,'0'0'888,"0"0"2871,0 0-1231,0 0-1130,0 0-777,0 0 75,-9-2 172,-24-6-91,28-27 1141,9 29-1920,1 1-1,0 1 0,1-1 1,-1 1-1,1 0 0,0 0 1,0 1-1,0-1 0,0 1 1,1 1-1,-1-1 0,1 1 1,0 0-1,0 1 0,-1 0 0,1 0 1,0 0-1,0 1 0,6 0 4,-8 3 8,0 1 1,0 0 0,0 0 0,-1 0-1,1 1 1,-1-1 0,0 1 0,0 0 0,-1 0-1,0 1 1,0-1 0,0 1 0,0-1-1,-1 1 1,0 0 0,0 0 0,0 0 0,-1 0-1,0 0 1,0 1 0,-1-1 0,1 0-1,-2 0 1,1 1 0,-1-1 0,1 0 0,-3 5-10,5 3 5,-1 0 1,0 0 0,-1-1-1,-1 1 1,0 0 0,-1 0-1,0 0 1,-1 0 0,-1-1-1,0 1 1,-1-1 0,0 0-1,-1-1 1,0 1 0,-1-1 0,-1 0-1,0-1 1,-1 0 0,0 1-6,8-11 5,0 0 1,0 1-1,-1-1 1,1 0 0,0 0-1,0 0 1,-1 0 0,1 0-1,-1 0 1,1 0-1,-1 0 1,1-1 0,-1 1-1,1 0 1,-1-1 0,0 1-1,1-1 1,-1 0-1,0 0 1,0 1 0,1-1-1,-1 0 1,0-1 0,1 1-1,-1 0 1,0 0-1,1-1 1,-1 1 0,0-1-1,1 1 1,-1-1 0,1 0-1,-1 0 1,1 1-1,-1-1 1,1 0 0,-1 0-1,1-1 1,0 1-1,0 0 1,0 0 0,-1-1-1,1 1 1,0 0 0,1-1-1,-1 1 1,0-1-1,0 1 1,1-1 0,-1 0-1,1 1 1,-1-1 0,1 0-1,0 1 1,-1-1-1,1 0 1,0 1 0,0-2-6,-10-106-1,10 105 18,1 1-18,1 0 0,-1 1-1,1-1 1,-1 1 0,1 0 0,0-1-1,0 1 1,0 0 0,0 0 0,0 0-1,0 0 1,1 1 0,-1-1-1,1 0 1,-1 1 0,1 0 0,0 0-1,-1-1 1,1 2 0,0-1 0,0 0-1,0 0 1,0 1 0,0 0-1,-1 0 1,1-1 0,0 2 0,0-1-1,0 0 1,0 1 0,0-1 0,0 1-1,0 0 1,-1 0 0,1 0-1,0 0 1,-1 0 0,1 1 0,-1-1-1,1 1 1,-1-1 0,0 1-1,1 0 1,-1 0 0,0 0 0,0 1 1,32 21 3,-27-16-3,2 0 0,-1-1-1,1-1 1,0 1 0,1-1 0,-1-1-1,1 0 1,0 0 0,1-1 0,-1 0-1,1-1 1,0 0 0,-1-1 0,1 0-1,0 0 1,0-2 0,1 1 0,-1-1-1,5-1 1,49-71-2025,-59 62 380,4-7-3525</inkml:trace>
  <inkml:trace contextRef="#ctx0" brushRef="#br0" timeOffset="-323033.415">2270 6947 6465,'0'0'1183,"0"0"796,0 0 143,0 0-815,0 0-697,0 0-248,0 0-38,14 0 1187,429 51 1874,111-45-1971,-450-15-1015,-1-5 1,-1-5 0,20-9-400,280-40 277,86 34 742,-487 34-1003,-1 0-36,0 0 124,-10 0-2010,-52 0-8700,28 0 3278</inkml:trace>
  <inkml:trace contextRef="#ctx0" brushRef="#br0" timeOffset="-316418.283">2631 10093 6305,'0'0'989,"0"0"77,0 0 2399,0 0-572,0 0-1258,0 0-323,-17 6 2930,76 18-3778,15-17-190,1-4-1,-1-3 1,0-4-1,0-2 0,4-5-273,82-10 263,43-6 325,1 8-1,10 9-587,-24 15-13,-239 9-4302,14-3-1460,11-5-864</inkml:trace>
  <inkml:trace contextRef="#ctx0" brushRef="#br0" timeOffset="-315815.934">3177 10702 9914,'0'0'4058,"0"0"-156,0 0-1904,0 0-1098,11-19 97,37-61 26,-42 74-967,-1-1 0,1 1 0,0 0 0,1 1 1,-1 0-1,1 0 0,0 0 0,0 1 0,1-1 0,-1 2 1,1-1-1,0 1 0,0 1 0,0-1 0,1 1 1,-1 1-1,0-1 0,1 1 0,-1 1 0,1 0 1,-1 0-1,4 1-56,-6 2 25,0 0-1,0 1 1,0 0 0,0 0-1,-1 0 1,0 1 0,0 0 0,0 0-1,0 0 1,-1 1 0,0-1-1,0 1 1,-1 0 0,1 0 0,-1 0-1,0 1 1,-1-1 0,0 1-1,0 0 1,0-1 0,-1 1 0,0 0-1,0 0 1,-1 0 0,0 0 0,0 0-1,0 0 1,-2 5-25,4 16 195,-2 0 0,0 0-1,-2 0 1,-1 0 0,-2-1 0,0 1 0,-6 13-195,9-34-1,-1 1 0,0-1 0,0 0 0,-1 0 0,0 0 0,0 0 0,0-1 0,-1 0 0,0 0 0,0 0 0,-1 0 0,0-1 0,0 0 1,0 0-1,0-1 0,-1 1 0,0-1 0,0-1 0,0 1 0,0-1 0,0-1 0,-1 1 0,1-1 0,-1-1 0,0 1 0,0-1 0,1 0 1,-8-1 0,14 0 1,-86-6-624,85 5 603,0 1 0,0 0 0,0-1 1,0 0-1,0 1 0,0-1 1,1 0-1,-1 0 0,0 0 1,0 0-1,1 0 0,-1 0 0,1 0 1,-1-1-1,1 1 0,0-1 1,-1 1-1,1-1 0,0 1 1,0-1-1,0 0 0,0 0 0,0 1 1,0-1-1,1 0 0,-1 0 1,1 0-1,-1 0 0,1 0 1,0 0-1,-1 0 0,1 0 0,0 0 1,0 0-1,1 0 0,-1 0 1,0 0-1,1 1 0,-1-1 1,1 0-1,0-2 20,4 0-2,0 0 1,0 0-1,1 1 1,-1-1-1,1 1 1,-1 1-1,1-1 1,0 1-1,0 0 1,0 0-1,1 1 0,-1-1 1,0 2-1,0-1 1,1 1-1,-1-1 1,1 2-1,-1-1 1,2 1 1,-5-1 5,117 1 681,-93 3-608,1-1 1,-1-1 0,1-2-1,-1 0 1,0-2 0,1-1-1,-1-2 1,0 0 0,-1-2-1,1-1 1,-2-1 0,1-1-1,-1-1 1,0-1 0,-1-2-1,-1 0 1,3-4-79,14-59-1247,-33 19-3810,-5 10-2775</inkml:trace>
  <inkml:trace contextRef="#ctx0" brushRef="#br2" timeOffset="-313002.314">3012 11229 5841,'0'0'795,"0"0"-420,0 0-330,0 0-237,-1-14 77,-1-41 350,-7 42 2095,-16 9 5711,16 2-1962,22-7-5373,931-630 246,-895 613-1988,-48 25 901,-25 16 160,13-5-3512,26-27-4201,2-9-2522</inkml:trace>
  <inkml:trace contextRef="#ctx0" brushRef="#br0" timeOffset="-319524.738">1358 9579 6913,'0'0'1258,"0"0"2268,0 0-1369,0 0-849,0 0 66,0 0-41,21 0-81,348-31 2684,-294 20-3670,92-7-2655,-184 20-3879,-8 6 1944,0 0 1322,-23 1-689</inkml:trace>
  <inkml:trace contextRef="#ctx0" brushRef="#br0" timeOffset="-319217.475">1470 9888 6569,'0'0'1393,"0"0"4095,0 0-2793,0 0-1703,0 0 216,0 0 157,24-6-140,171-36 516,26 50-2699,-139-2-5282,-30-18-714,-21-4 2431</inkml:trace>
  <inkml:trace contextRef="#ctx0" brushRef="#br0" timeOffset="-318822.824">2700 9173 4081,'0'0'9350,"-2"21"-5412,-21 391 4464,23-371-7947,20 114 249,-19-154-828,-1-1 0,1 1 0,0-1 0,0 1 0,0-1-1,-1 0 1,1 1 0,0-1 0,0 0 0,0 1 0,0-1 0,0 0 0,0 0 0,0 0 0,0 0 0,0 0 0,0 0 0,-1 0 0,1 0 0,0 0 0,0-1 0,0 1 0,0 0 0,0 0 0,0-1-1,0 1 1,-1-1 0,1 1 0,0-1 0,0 1 0,0-1 0,-1 1 0,1-1 0,0 0 0,-1 1 0,1-1 0,-1 0 0,1 0 0,-1 0 0,1 1 0,-1-1 0,1 0 0,-1 0 0,0 0 0,1 0 0,-1 0-1,0 0 1,0 1 0,0-1 0,0 0 0,0 0 0,0 0 0,0 0 0,0 0 0,0 0 0,0 0 0,0 0 0,-1 0 0,1 0 0,0 0 0,-1 0 124,28-109-12502,-15 54 9554</inkml:trace>
  <inkml:trace contextRef="#ctx0" brushRef="#br0" timeOffset="-318587.822">3096 9153 5217,'0'0'9642,"0"0"-7281,0 0-385,-23 155 689,13-84-729,3 5-568,5-5-311,2-2-425,0-11-504,0-9 32,2-14-16,10-8-160,-2-9 16,3-9-416,-1-9-1193,-2-9-1199,-5-20-3378,-5-7-3160</inkml:trace>
  <inkml:trace contextRef="#ctx0" brushRef="#br0" timeOffset="-318316.623">2394 9139 6601,'0'0'9330,"0"0"-7529,0 0-1473,0 0 1184,148-9 273,-81 3-609,9 1-744,6 1-24,4-1-400,-2 1 112,-2 2-120,-5 2-80,-11 0 72,1 0-3633,-18 6-2400,-16 3-3129</inkml:trace>
  <inkml:trace contextRef="#ctx0" brushRef="#br0" timeOffset="-317838.223">3694 9622 8090,'0'0'2304,"0"0"2076,0 0-1674,0 0-953,0 0 309,0 0-247,-14 4 1417,14-3-3230,0 0 0,1-1 1,-1 1-1,1-1 1,-1 1-1,1-1 0,-1 1 1,1-1-1,-1 1 0,1-1 1,-1 1-1,1-1 1,0 0-1,-1 1 0,1-1 1,0 0-1,-1 0 1,1 1-1,0-1 0,-1 0 1,1 0-1,0 0 0,0 0 1,-1 0-1,1 0 1,0 0-1,-1 0 0,1 0 1,0 0-1,0 0 0,-1-1 1,1 1-1,0 0 1,-1 0-1,1-1 0,0 1 1,-1 0-1,1-1 1,-1 1-1,1-1 0,-1 1 1,1-1-1,-1 1 0,1-1 1,-1 1-1,1-1 1,-1 0-1,1 1 0,-1-1 1,0 1-1,0-1 1,1 0-1,-1 1 0,0-1 1,0 0-1,0 0 0,1 1 1,-1-1-1,0 0-2,-4-52 37,3 50-86,0-1 0,0 1 0,-1-1 0,1 1 0,-1 0-1,0-1 1,0 1 0,0 0 0,0 0 0,-1 0 0,1 0 0,-1 1 0,0-1 0,0 1 0,1 0 0,-2 0 0,1-1-1,0 2 1,0-1 0,-1 0 0,1 1 0,-1 0 0,1 0 0,-1 0 0,1 0 0,-1 0 0,0 1 0,0-1 0,1 1-1,-1 0 1,-3 1 49,-6 18-8903,13-13 5989,0 4-3905</inkml:trace>
  <inkml:trace contextRef="#ctx0" brushRef="#br0" timeOffset="-317423.535">4042 9153 15283,'0'0'3772,"0"0"-1817,0 0-289,0 0-321,0 0-542,0 0-202,-8 13-289,-47 151 813,51-22-819,6-140-300,1 0 0,-1 1 0,1-1 0,-1 0 0,1 0 0,-1 0 0,1-1 0,0 1 0,0 0 0,0-1 0,0 0 0,0 0 0,0 0-1,1 0 1,-1 0 0,0-1 0,0 0 0,1 1 0,-1-1 0,0 0 0,1 0 0,-1-1 0,0 1 0,0-1 0,1 0 0,-1 0 0,2 0-6,11 0 13,242-35-14,-244 34-128,84-12-201,-32 7-4653,-48-14-7594,-18 9 9568</inkml:trace>
  <inkml:trace contextRef="#ctx0" brushRef="#br0" timeOffset="-317124.109">4259 8988 5601,'0'0'8895,"0"0"-5058,-1 28-1388,-5 189 1654,35 75-331,16-101-5050,-43-184-872,1-4-3341,-3-3-1772</inkml:trace>
  <inkml:trace contextRef="#ctx0" brushRef="#br2" timeOffset="-313737.496">3768 9702 7522,'0'0'750,"0"0"2086,0 0-1535,0 0-793,0 0-166,-2 7 506,-6 32 1155,32-58 478,702-477 2051,-470 331-3762,-47 32-729,-211 160-625,-50 40 342,-12 21-1094,51-54-3402,9 5-3737,4-32 4261</inkml:trace>
  <inkml:trace contextRef="#ctx0" brushRef="#br0" timeOffset="-308657.371">5174 9108 6849,'0'0'395,"0"0"627,0 0 2613,0 0-1524,0 0-804,0 0-301,12-7 9,41-20-320,-50 25-665,0 0 0,0 0 0,0 1 1,1-1-1,-1 1 0,0-1 0,1 1 1,-1 0-1,1 1 0,-1-1 0,1 0 1,0 1-1,-1 0 0,1 0 0,0 0 1,-1 0-1,1 1 0,-1-1 1,1 1-1,0 0 0,-1 0 0,0 0 1,1 1-1,-1-1 0,0 1 0,1 0 1,-1 0-1,0 0 0,0 0 0,-1 0 1,1 1-1,0-1 0,-1 1 0,1 0 1,-1 0-1,0 0 0,0 0 1,0 0-1,-1 0 0,1 1-30,1 3 19,-1 0 0,0 1 0,-1-1 0,1 0 0,-1 0 0,-1 1 0,0-1 1,0 0-1,0 1 0,-1-1 0,0 0 0,0 1 0,-1-1 0,0 0 0,0 0 0,-1 0 0,0 0 0,-1 1-19,-7 11 12,-1 0-1,-1 0 0,0-2 1,-2 1-1,0-2 0,-1 0 1,-1-1-1,-7 6-11,126-19 1216,-55 0-1209,-35 0 0,0 0 1,0-2-1,0 1 0,0-1 0,0-1 0,0 0 0,0-1 0,0 0 1,0-1-1,-1 0 0,1-1 0,-1-1 0,4-1-7,4-24-141,-18 13-3224,-1 11-1889</inkml:trace>
  <inkml:trace contextRef="#ctx0" brushRef="#br0" timeOffset="-307452.943">1487 12442 6369,'0'0'1654,"0"0"2691,0 0-1702,0 0-1266,0 0-437,0 0 315,-15-8 2597,109 7-2801,0-3 0,1-4 0,57-15-1051,-106 18-2290,-112 47-7254,24-21 1655</inkml:trace>
  <inkml:trace contextRef="#ctx0" brushRef="#br0" timeOffset="-307153.95">1539 12669 6329,'0'0'1707,"0"0"2236,0 0-1370,0 0-1300,0 0-502,0 0 90,-5 10-47,4-9-781,0 0 1,0 0 0,0 0-1,0 0 1,0 1-1,0-1 1,0 0 0,1 1-1,-1-1 1,1 0 0,-1 1-1,1-1 1,-1 1 0,1-1-1,0 1 1,-1-1 0,1 1-1,0 0 1,0-1 0,0 1-1,0-1 1,1 1 0,-1-1-1,0 1 1,0-1 0,1 1-1,-1-1 1,1 1 0,0-1-1,-1 0 1,1 1-1,0-1 1,0 0 0,0 0-1,0 1 1,0-1 0,0 0-1,0 0 1,0 0 0,0 0-1,1 0 1,-1 0 0,0-1-1,1 1 1,-1 0 0,1-1-1,-1 1 1,0-1 0,1 1-1,-1-1 1,1 0 0,0 0-1,-1 1 1,1-1 0,-1 0-1,1 0 1,-1-1-1,1 1 1,-1 0 0,1 0-1,-1-1 1,1 1 0,-1-1-1,1 0-33,45 3 448,-1-3-1,0-1 1,0-3-1,0-1 1,0-3-1,8-4-447,93-12 42,-98 22-2485,1 2-3486,-18 1-704</inkml:trace>
  <inkml:trace contextRef="#ctx0" brushRef="#br0" timeOffset="-306520.083">2693 12469 7682,'0'0'5177,"0"0"-2529,0 0-1389,0 0-691,0 0 295,0 0 421,-11-7 231,-31-22-794,41 28-718,0 1 1,1-1 0,-1 0 0,1 1-1,-1-1 1,1 0 0,-1 0 0,1 0-1,-1 0 1,1 0 0,0 1-1,-1-1 1,1 0 0,0 0 0,0 0-1,0 0 1,0 0 0,0 0 0,0 0-1,0 0 1,0 0 0,0 0 0,0 0-1,1 0 1,-1 0 0,0 0 0,1 1-1,-1-1 1,0 0 0,1 0-1,-1 0 1,1 0 0,-1 1 0,1-1-1,0 0 1,-1 1 0,1-1 0,0 0-1,0 1 1,-1-1 0,1 1 0,0-1-1,0 1 1,0-1 0,0 1 0,-1 0-1,2-1-3,1-2 19,8-5-20,0 0 0,0 1-1,1 0 1,0 0 0,0 2-1,0-1 1,1 1 0,0 1-1,0 1 1,0-1 0,0 2-1,0 0 1,1 1 0,-1 0-1,1 1 1,7 0 1,-16 1-4,-1 1 1,1-1-1,0 1 0,-1-1 1,1 1-1,-1 1 0,1-1 1,-1 0-1,0 1 0,0 0 0,0 0 1,0 1-1,-1-1 0,1 1 1,-1-1-1,0 1 0,0 0 1,0 0-1,-1 0 0,1 1 1,-1-1-1,0 1 0,0-1 1,-1 1-1,1 0 0,-1 0 1,0-1-1,0 5 4,12 144 257,-13-150-247,1 12 3,0 1 1,-2-1-1,0 1 1,-1-1-1,0 0 1,-1 0-1,-1 0 0,0 0 1,-1 0-1,-1-1 1,0 0-1,-1 0 1,-1 0-1,0-1 0,0-1 1,-11 12-14,17-22-19,0 0 0,-1 0 1,1 0-1,-1 0 0,1 0 1,-1 0-1,0-1 0,0 1 1,0-1-1,0 0 0,0 0 1,0 0-1,0-1 0,0 1 1,0-1-1,0 1 0,0-1 1,-1 0-1,1 0 0,0 0 1,0-1-1,0 1 0,0-1 1,-1 0-1,1 0 1,0 0-1,0 0 0,1 0 1,-1-1-1,0 1 0,0-1 1,1 0-1,-1 0 0,1 0 1,-1 0-1,1 0 0,0 0 1,0-1-1,0 1 0,0-1 1,0 0-1,1 1 0,-1-1 1,0-1 18,-49-135-936,50 136 924,0 1 0,1-1 0,-1 1 0,1 0-1,0-1 1,-1 1 0,1-1 0,0 1-1,1-1 1,-1 1 0,0-1 0,1 1 0,-1-1-1,1 1 1,0 0 0,0-1 0,0 1-1,0 0 1,0 0 0,0 0 0,1 0 0,-1 0-1,1 0 1,-1 0 0,1 0 0,0 0-1,0 1 1,0-1 0,0 1 0,0-1 0,0 1-1,0 0 1,0 0 0,0 0 0,1 0-1,-1 0 1,0 0 0,1 1 0,-1-1 0,1 1-1,-1 0 1,1-1 0,-1 1 0,1 0-1,-1 1 1,1-1 0,-1 0 0,0 1 0,1-1 12,149 40 512,-128-29-339,2-2-63,0-1 1,1-2-1,-1 0 0,2-2 1,-1-1-1,0-1 0,0-1 0,1-2 1,-1 0-1,10-4-110,35-12-1260,-27-2-3639,-19 4-1610</inkml:trace>
  <inkml:trace contextRef="#ctx0" brushRef="#br0" timeOffset="-306190.909">3600 12256 9858,'0'0'1704,"0"0"2555,0 0-1925,0 0-1017,-3 23 636,-26 167 1767,18-149-3072,-38 262 818,49-302-2185,11-14-3088,32-86-6465,-12-9 4942,-3 7 2589,-7 42 2096</inkml:trace>
  <inkml:trace contextRef="#ctx0" brushRef="#br0" timeOffset="-305957.415">3780 12245 6225,'13'-4'11439,"-6"30"-7519,-5 46-2973,-2-65-14,-12 353 3105,12-211-7427,5-145-6273,7-19 2806,-4-4 2262</inkml:trace>
  <inkml:trace contextRef="#ctx0" brushRef="#br0" timeOffset="-305754.487">3983 12105 6345,'0'0'7746,"0"0"-5954,0 0-1456,0 0-336,0 0 0,0 0-1624,0 0-3073</inkml:trace>
  <inkml:trace contextRef="#ctx0" brushRef="#br0" timeOffset="-305351.948">3397 12287 2801,'0'0'9470,"0"0"-5800,0 0-2245,0 0-686,0 0-208,0 0 569,0 0-68,5 0-431,406-50 2723,-255 23-2920,-84 24-2243,-71 3-1221,-1 0-2075,0 0-1070</inkml:trace>
  <inkml:trace contextRef="#ctx0" brushRef="#br0" timeOffset="-304301.13">931 12013 6241,'0'0'695,"0"0"549,0 0 2296,0 0-1537,0 0-988,0 0 635,-8 32 594,-48 223 1886,-26 131-1695,125-634-8200,138-148 3515,-155 374 2758,-13 70 914,9 89 2095,-15-74-2825,2 1 0,3-2 0,4 0 1,1 0-1,4-2 0,2 0 0,29 53-692,-3-61-55,-48-73-846,-5-2-355,0 0 1,-2 1-1,-1 0 0,0 0 1,-2 0-1,0 1 1,-1 0-1,-2 1 1,0 0-1,-1 1 0,0 0 1,-2 1-1,0 1 1,-1 0-1,-1 1 1,-1 1-1,-14-10 1256,-6-2-476</inkml:trace>
  <inkml:trace contextRef="#ctx0" brushRef="#br0" timeOffset="-304104.327">881 12480 6425,'0'0'761,"0"0"89,0 0 1347,0 0-594,0 0-748,0 0-92,-5 11 31,-11 32 7,56-42 1143,52-37-166,158-41-770,-109 60-3787,-77 8-3067</inkml:trace>
  <inkml:trace contextRef="#ctx0" brushRef="#br0" timeOffset="-301182.471">3955 11853 7410,'0'0'1257,"0"0"4102,0 0-2489,0 0-1625,0 0-569,0 0 302,-12-13-54,-59-64 6,40 12-354,-58 20 2234,-147 3-1829,-3 43-83,108 75-794,11-2-79,93-69 5,0-2 0,-1 0 0,1-2 1,-1-1-1,0-1 0,1-1 0,-1-2 0,-19-5-30,-110-7 18,130 16-24,1 0 1,-1 2 0,1 0-1,-1 2 1,1 1 0,1 2-1,-1 0 1,-1 2 5,15-4-48,1-1 0,-1 0 1,0-1-1,0-1 0,-1 1 0,1-2 0,0 0 0,-1 0 0,1-1 1,-1-1-1,1 0 0,0-1 0,0 0 0,-1-1 0,1 0 0,1-1 1,-8-3 47,-51-20-129,-2 2 1,0 4-1,-2 3 1,0 4-1,0 2 1,-1 4-1,0 3 1,-1 4-1,-18 3 129,79-1-3,1 1 0,-1 0-1,0 1 1,1 0 0,-1 1 0,1 1-1,0 0 1,0 1 0,1 0-1,0 1 1,0 1 0,1 0-1,0 1 1,0 0 0,1 1 0,0 0-1,0 1 1,1 0 0,1 1-1,0 0 1,1 0 3,0 3-14,8-14 27,0 0 0,-1 0 0,1 0 0,-1 0 0,1 0 0,-1 0-1,1 0 1,-1 0 0,1 0 0,-1 0 0,0-1 0,0 1 0,1 0-1,-1 0 1,0 0 0,0-1 0,0 1 0,0-1 0,0 1 0,0 0-1,0-1 1,0 0 0,0 1 0,0-1 0,0 0 0,0 1 0,0-1-1,0 0 1,0 0 0,0 0 0,-1 0 0,1 0 0,0 0 0,0 0-1,0 0 1,0-1 0,0 1 0,0 0 0,0-1 0,0 1-1,0 0 1,0-1 0,0 1 0,0-1 0,0 0 0,0 1 0,0-1-1,0 0 1,0 0 0,1 1 0,-1-1 0,0-1-13,-33-14 59,-1 1 0,0 1-1,-1 2 1,-1 2 0,0 1 0,0 2 0,-33-2-59,35 6 24,1 2-1,-1 1 1,0 2 0,1 1-1,0 2 1,0 1 0,0 1-1,-28 12-23,51-17 3,0 1 0,0 1 1,0 0-1,1 1 0,0 0 0,-1 0 0,2 1 0,-1 0 0,1 1 0,0 0 0,0 1 0,1 0 0,0 0 0,0 0 0,1 1 0,0 1 0,0-1 0,1 1 1,1 0-1,0 0 0,0 1 0,1-1 0,0 1 0,1 0 0,0 0 0,1 1 0,-1 6-3,-56-16 316,50 4-308,0 1 0,0 0 1,1 0-1,0 0 0,0 1 0,0 1 0,1-1 0,1 1 0,0 0 0,0 1 1,0-1-1,1 1 0,1 0 0,0 1 0,0-1 0,1 1 0,0-1 1,1 1-1,-1 8-8,-2-1 4,2 0-1,0 1 1,1-1 0,1 1 0,1-1 0,0 1-1,1-1 1,1 1 0,1-1 0,1 1 0,0-1-1,2-1 1,0 1 0,0-1 0,2 0 0,0 0-1,1-1 1,1 0 0,0 0 0,3 2-4,28 35-47,-17-24 28,-1 2-1,-2 0 0,-1 1 1,-1 2-1,-2 0 1,5 14 19,-5 12-6,-2 1 0,-3 0 0,-3 0 0,-2 1 0,-3 0 0,-3 1 0,-3-1 0,-2 6 6,-42 75 40,45-143-31,0 0 1,0 0 0,1 0-1,-1 0 1,0 0 0,0 0-1,0 0 1,0 0-1,0 0 1,0 0 0,0 0-1,0-1 1,1 1 0,-1 0-1,0-1 1,0 1 0,0-1-1,0 1 1,1-1-1,-1 1 1,0-1 0,1 1-1,-1-1 1,0 0 0,1 1-1,-1-1 1,1 0 0,-1 1-1,1-1 1,-1 0-1,1 0 1,-1 0 0,1 0-1,0 1 1,-1-1 0,1 0-1,0 0 1,0 0 0,0 0-1,0 0 1,0 0-1,0 0 1,0 0 0,0 0-1,0 1 1,0-1 0,1 0-1,-1 0 1,0 0 0,0 0-1,1 0 1,-1 0-1,1 1 1,-1-1 0,1 0-1,-1 0 1,1 1 0,-1-1-1,1 0 1,0 1 0,-1-1-1,1 0-9,180-98-776,-161 89 757,1 1 0,0 1 0,0 0 0,0 2 0,1 0 0,0 2 0,0 0 0,1 2 0,-1 0 0,1 1 0,-1 2 0,0 0 0,1 1 1,-1 1-1,0 2 0,0 0 0,-1 1 0,5 2 19,29 22-3,0 3 0,-3 1 0,-1 3 0,35 33 3,-58-43 1,2-1-1,0-1 0,2-2 0,1-1 0,0-1 0,2-2 0,0-2 1,1-1-1,1-1 0,0-2 0,1-2 0,0-2 0,21 2 0,-22-7 5,0-3 0,0-1 0,-1-2 0,1-1 0,0-2 0,-1-1 0,0-2-1,-1-2 1,11-5-5,396-201 70,-408 207-67,0 2 0,1 2 1,0 1-1,0 1 0,0 2 1,0 2-1,0 1 0,0 2 1,-1 1-1,1 2 1,24 8-4,138 16 12,-87-22 60,1-5-1,0-5 1,7-6-72,171-70 126,-136 27-190,-4-3 38,-117 39 47,1 1 0,0 1-1,1 2 1,1 2 0,-1 1-1,1 1 1,22 0-21,260 24-4,-245-16 8,-61-41 265,-10 22-253,0 0-1,-1 0 1,-1 0-1,0 0 0,-2 0 1,0 0-1,0 0 1,-2 0-1,0 1 0,-1 0 1,0 0-1,-2 1 0,1-1 1,-2 2-1,-2-4-15,-22-23-8,-2 1 0,-2 2 0,-1 1 0,-2 2 0,-1 2 0,-2 1 0,-24-11 8,43 26-1,15 8 8,0-1 0,0 0 0,1 0 1,0 0-1,1-1 0,0 0 0,1-1 0,0 1 0,1-1 1,0 0-1,1-1 0,0 1 0,1-1 0,1 1 0,0-1 1,0 0-1,1 0 0,1 0 0,0 0 0,1 0 0,0 0 1,1 0-1,1 0 0,1-5-7,34-244-109,-65 133-74,23 118 182,-1-1 0,2 0 1,0 0-1,0 0 0,1 0 1,0 0-1,1 0 1,1-1-1,0 1 0,1 0 1,0-1-1,0 1 0,2 0 1,-1 0-1,2 0 0,-1 0 1,2 1-1,0-1 0,0 1 1,1 0-1,0 1 0,1-1 1,0 1-1,6-7 1,-13 16-1,-1-1 0,1 1 0,-1-1 0,0 1 0,1-1 0,-1 1 0,0 0 0,0-1 0,0 1 0,0 0 0,0 0 0,-1 0 0,1 0 0,0 0 0,0 0 0,-1 0 0,1 0 0,0 0 0,-1 0 0,1 1 0,-1-1 0,1 1 0,-1-1 0,0 1 0,1 0 0,-1-1 0,1 1-1,-1 0 1,0 0 0,1 0 0,-1 0 0,1 0 0,-1 1 0,1-1 0,-1 0 0,0 1 0,1-1 0,-1 1 0,1 0 0,-1-1 0,1 1 0,0 0 0,-1 0 0,0 1 1,-12-2-3,-37 4 1,0 1-1,0 3 1,1 2 0,0 3-1,0 1 1,2 3 0,-3 3 2,46-18 13,4-2 16,161-51-4317,-108 27-125,13-3-4092</inkml:trace>
  <inkml:trace contextRef="#ctx0" brushRef="#br0" timeOffset="-287886.536">5942 857 5977,'0'0'1297,"0"0"783,0 0 1006,0 0-1523,0 0-703,0-6-138,0-57 4935,0 63-5230,0 0 163,0 0-183,-8 1 389,-64 79-322,44-44-387,2 1 0,1 2 1,2 0-1,2 2 0,1 0 0,3 1 1,1 1-1,2 1 0,2 0 0,2 0 1,2 1-1,2 1 0,2-1 0,2 8-87,8-26 10,1 0-1,1-1 1,1 0 0,2-1-1,0 0 1,2 0-1,1-1 1,1-1-1,0-1 1,2 0-1,1-1 1,6 6-10,31 44 16,159 217 25,-207-277-22,0 0 0,-1 0 0,-1 0 0,0 1 0,0 0 0,-1 0 0,-1 0 0,0 0 0,-1 1-1,0-1 1,-1 1 0,0-1 0,-1 1 0,0 0 0,-1-1 0,0 1 0,-1-1 0,-1 1 0,0-1-1,-1 0 1,0 0 0,-1 0 0,-2 3-19,-37 95 303,4 2 1,4 1-1,6 2 0,5 2 0,5 0 0,-2 84-303,21-162 12,1-1 0,2 1 0,2-1 0,1 0 0,2 0 0,11 34-12,5-4 42,-3-12-58,-2 0-1,-2 1 1,-3 0-1,-3 1 0,-2 1 1,-1 32 16,-6-61 6,-2-1 1,-1 1-1,-2-1 1,0 0-1,-2 0 1,-2 0-1,-5 12-6,-36 77 7,35-89-9,1 0 1,1 1 0,1 1-1,2 0 1,1 0 0,2 0 0,0 1-1,1 25 2,3-11 5,2 1 0,2-1-1,2 1 1,2-1 0,2 0 0,2-1-1,2 0 1,2 0 0,2-2-1,1 0 1,3 0 0,2-2 0,1-1-1,2-1 1,5 5-5,-15-26-2,-2 1-1,0 1 1,-1 0 0,-1 0 0,-1 1-1,-1 1 1,-1-1 0,-1 2 0,0-1-1,-2 1 1,-1-1 0,-1 1 0,0 1 0,-2-1-1,-1 0 1,-1 0 0,0 1 0,-2-1-1,-1 0 1,-1-1 0,-1 1 0,-3 6 2,-25 63 206,-5-2 1,-3-2 0,-47 72-207,-12 24 425,88-159-415,1 1-1,1 0 1,2 1 0,0 0-1,2 1 1,1 0 0,1 0-1,1 0 1,2 1 0,1-1-1,1 1 1,3 24-10,4-29 1,0 0 0,1-1 1,2 0-1,0-1 0,2 0 0,0 0 0,1-2 0,1 1 0,1-2 1,1 0-1,1-1 0,0 0 0,5 2-1,118 159 71,-127-146-72,-1 1 1,-2 0-1,-2 1 1,-1 0-1,-1 0 1,-3 0-1,0 0 1,-2 1-1,-2 0 1,-1-1-1,-4 14 1,-47 247-25,36-226 39,2 0 0,4 1 0,3 1 0,3 15-14,4-62 1,2 1 0,1-1 0,1 0 0,1 0 0,1 0 0,2-1 0,0 0 0,1 0 0,3 4-1,17 32-5,-12-29 7,-1 2 0,-1 0 0,-2 1 0,-1 0 1,-2 0-1,-1 1 0,-2 1 0,0 10-2,-5-12 2,-2-1-1,-1 1 0,-2-1 1,-1 1-1,-1-1 0,-2 0 1,-1-1-1,-11 24-1,-17 38-21,20-59 21,2 1 1,2 1-1,1 0 0,2 1 0,1 1 0,3-1 0,1 1 0,1 5 0,7-30-5,1-1 0,0 0-1,1 0 1,0-1 0,1 1 0,0-1 0,1-1 0,1 1 0,-1-1-1,2 0 1,0-1 0,0 0 0,1 0 0,0-1 0,0 0 0,1-1-1,1-1 1,-1 1 0,10 3 5,24 23-13,-28-22 13,-1 1 0,0 1 0,0 0 0,-2 1 0,0 0 0,0 1 0,-2 1 0,0 0-1,-1 1 1,-1 0 0,0 1 0,-1 0 0,-2 1 0,0-1 0,-1 1 0,0 1 0,1 16 0,-4 11 23,-2 0 1,-2 0-1,-3 0 1,-1 0-1,-3 0 1,-1-1-1,-3 0 1,-9 21-24,-13 39 65,4 1 0,5 2 0,5 0 0,4 1 0,1 97-65,17-188-22,0 1-1,2-1 1,0 0-1,2 0 0,0-1 1,1 1-1,1-1 1,4 7 22,40 138-158,-50-146 148,0 0 0,-1 0 0,-1 0 0,-1 0 0,-1 0 0,0 0 0,-1 0 0,-1-1 0,-1 1 0,0-1 1,-1 0-1,-1 0 0,-1-1 0,-2 5 10,-37 50-20,36-58 19,1 2 0,1-1 0,0 1 0,1 0 0,0 1-1,1 0 1,1 0 0,0 1 0,2 0 0,-2 8 1,-3 347 75,-10 378-425,15-694 348,3 0 0,3-1 0,1 1-1,4 0 1,1-1 0,3-1-1,8 20 3,261 754 16,-235-638 37,-8 1-1,-1 72-52,-10-67 17,-25-194-47,23 123-128,-5-78-2315,-14-39-1249,0-6-5399,-4-2 5430</inkml:trace>
  <inkml:trace contextRef="#ctx0" brushRef="#br0" timeOffset="-275804.239">7052 2499 5817,'0'0'1871,"0"0"2270,0 0-2159,0 0-784,0 0-528,0 0 5,0-11 64,-1-20 408,-4 73-483,-2-1 0,-2-1 0,-2 0 0,-2 0 0,-11 25-664,2-3 349,-150 413 920,181-614-2118,1 9 579,-9 76 101,2 1-1,3 0 1,1 0-1,4 0 1,1 1-1,3 1 1,2 0-1,10-19 170,-27 69 2,0-1 0,0 1 0,1-1 0,-1 1 0,0-1 0,1 1 0,-1 0 0,1-1 0,-1 1 0,1-1 0,-1 1 0,1 0 0,0 0 0,0-1 0,0 1 0,0 0 0,0 0 0,0 0 0,0 0 0,0 0 1,0 0-1,1 0 0,-1 1 0,0-1 0,0 0 0,1 1 0,-1-1 0,1 1 0,-1-1 0,0 1 0,1 0 0,-1-1 0,1 1 0,-1 0 0,1 0 0,-1 0 0,1 0 0,-1 0 0,1 1 0,-1-1 0,1 0 0,-1 1 0,0-1 0,1 1 0,-1-1 0,0 1 0,1 0 0,-1-1 0,0 1 0,0 0 0,1 0 0,-1 0 0,0 0 0,0 0 0,0 0 0,0 0 0,0 0 0,-1 1 0,1-1 0,0 0 0,0 0 0,-1 1 0,1-1 0,-1 1 0,1-1 0,-1 0 0,0 1 0,1 0-2,153 468 3899,-137-413-3687,70 153 134,-78-201-482,-11-20-8859,-56-47-1088,28 28 9009</inkml:trace>
  <inkml:trace contextRef="#ctx0" brushRef="#br0" timeOffset="-275550.824">6918 2993 8250,'0'0'1320,"0"0"3121,0 0-2721,0 0-1047,0 0-361,0 0 248,0 0-168,25 4 736,22-4-24,10-13-144,7-3-647,0-1-137,-2 3-168,-5 5-16,-5 5-449,12 4-1791,-14 0-2905,-11 0-1913</inkml:trace>
  <inkml:trace contextRef="#ctx0" brushRef="#br0" timeOffset="-275271.909">7791 2922 7458,'0'0'2895,"0"0"1977,0 0-2420,0 0-1446,0 0-618,0 0 289,6 0 505,226 18 1053,-149-7-6972,-93 6-10102,-12-10 12034</inkml:trace>
  <inkml:trace contextRef="#ctx0" brushRef="#br0" timeOffset="-275039.954">7810 3117 7874,'0'0'680,"0"0"3153,0 0-2913,0 0 832,0 0-584,0 0-95,0 0-297,104 25 128,-86-21-384,1-1-104,4 1-56,4-2-88,0-2-176,5 2-48,-2-2-48,12 0-320,-10 0-1440,-3 0-4025</inkml:trace>
  <inkml:trace contextRef="#ctx0" brushRef="#br0" timeOffset="-273987.91">9078 2046 5825,'0'0'1012,"0"0"43,0 0 1845,0 0-1568,0 0-544,0 0 283,-2-20 260,-7-60-52,8 78-1183,1 0 1,-1 0 0,0 0-1,1 0 1,-1 0-1,0 0 1,0 0-1,0 0 1,-1 0-1,1 0 1,0 0 0,-1 1-1,1-1 1,-1 0-1,0 1 1,1 0-1,-1-1 1,0 1 0,0 0-1,0 0 1,0 0-1,0 0 1,0 0-1,0 0 1,0 1-1,0-1 1,-1 1 0,1-1-1,0 1 1,0 0-1,0 0 1,-1 0-1,1 0 1,0 0 0,0 0-1,0 1 1,-1-1-1,1 1 1,-1 0-97,-8 0 411,-7 4-228,1 0 0,-1 1 0,1 1 1,1 1-1,0 0 0,0 1 0,0 1 1,1 1-1,1 0 0,0 0 0,0 2 0,1-1 1,1 2-1,0 0 0,1 0 0,0 1 1,1 1-1,-6 13-183,-5 10 279,3 0-1,1 1 1,1 1 0,3 0 0,1 1 0,3 0 0,1 1-1,2 0 1,1 0 0,3 1 0,2-1 0,1 1-1,5 17-278,-6 25 151,5-33-18,2 1 0,3-2 0,2 1-1,2-1 1,2-1 0,3-1-1,1 0 1,9 11-133,86 262 141,-98-217-115,-5 1 1,-5 0-1,-5 100-26,-2-182 32,-2-6-1,-1-1 0,0 0 0,-1-1 0,-1 1 0,-1-1 0,-1 1 1,0-2-1,-1 1 0,0-1 0,-2 0 0,0-1 0,0 0 0,-2-1 0,0 0 0,0-1 0,-1 0 1,-1-1-1,0 0 0,-1-1 0,0-1 0,0 0 0,-5 1-31,8-7 6,0 0 0,0 0 0,0-2 0,-1 1 0,1-1 1,0-1-1,-1 0 0,1-1 0,-1-1 0,1 0 0,-1 0 0,1-1 0,-1-1 0,1 0 0,0 0 0,0-1 0,1-1 1,-1 0-1,1-1 0,0 0 0,1-1 0,-1 0 0,1 0 0,1-1 0,-1 0 0,1-1 0,1 0 0,-1-1 0,2 0 1,-1 0-1,2 0 0,-3-5-6,9 12-220,0 0 1,0 0 0,1 0 0,0 0-1,-1 1 1,1-1 0,0 0 0,0 1-1,0-1 1,1 0 0,-1 1 0,1 0-1,-1-1 1,1 1 0,0 0 0,0 0-1,0 0 1,0 0 0,0 0 0,0 0-1,1 1 1,-1-1 0,0 1-1,1-1 1,0 1 0,-1 0 0,1 0-1,0 0 1,-1 0 0,1 1 0,0-1-1,0 1 1,0 0 0,-1-1 0,1 1-1,2 1 220,14-7-2130,21-12-3647</inkml:trace>
  <inkml:trace contextRef="#ctx0" brushRef="#br0" timeOffset="-268558.92">8275 4907 5049,'0'0'6581,"0"0"-3074,0 0-2036,0 0-846,0 0-410,-15 0 282,146 20 1556,88-31-640,-212 11-2071,-1 0-2523,-3-1-9850,-1 0 11867</inkml:trace>
  <inkml:trace contextRef="#ctx0" brushRef="#br0" timeOffset="-268040.96">8964 4856 5857,'0'0'7750,"0"0"-4979,0 0-1504,0 0-501,0 0 216,0 0 307,-4-1-221,5 0-1054,-1 1 0,1 0 0,-1-1 0,1 1 0,-1 0 0,1-1 0,-1 1 0,1 0 0,-1-1 0,0 1 0,1-1 0,-1 1 0,0-1 0,1 1 0,-1-1 0,0 0 0,1 1 0,-1-1 0,0 1 0,0-1 0,0 1 0,0-1 0,0 0 0,1 1 0,-1-1 0,0 1 0,0-1 0,0 0 0,-1 1 0,1-1 0,0 0 0,0 1 0,0-1 0,0 1 0,-1-1 0,1 1 0,0-1 0,0 0 0,-1 1 0,1-1 0,0 1 0,-1-1 0,1 1 0,-1 0 0,1-1 1,-1 1-1,1-1 0,-1 1 0,1 0 0,-1-1 0,1 1 0,-1 0 0,1 0 0,-1-1 0,1 1 0,-1 0 0,0 0 0,1 0-14,60-21 86,151 9-138,-209 12 50,1 0 1,-1 0-1,1 1 0,-1-1 1,0 1-1,1 0 0,-1 0 1,0-1-1,1 2 0,-1-1 1,0 0-1,0 0 1,0 1-1,0-1 0,0 1 1,0 0-1,0-1 0,-1 1 1,1 0-1,-1 0 0,1 0 1,-1 0-1,0 0 0,1 1 1,-1-1-1,0 0 1,-1 1-1,1-1 0,0 0 1,-1 1-1,1-1 0,-1 1 1,0-1-1,0 1 0,0-1 1,0 1-1,0-1 0,0 1 1,-1-1-1,0 2 2,-37 94-24,-140 81 289,178-178-258,0 0 0,1 0 0,-1 0 0,0-1 1,1 1-1,-1 0 0,1 0 0,-1 0 1,1 0-1,0 0 0,-1-1 0,1 1 0,0 0 1,-1 0-1,1-1 0,0 1 0,0 0 1,0-1-1,0 1 0,-1-1 0,1 1 0,0-1 1,0 0-1,0 1 0,0-1 0,0 0 0,0 0 1,0 0-1,0 1 0,0-1 0,0 0 1,0 0-1,0 0 0,0-1 0,0 1 0,0 0 1,0 0-1,0-1 0,0 1 0,0 0 1,0-1-1,0 1 0,0-1 0,0 1 0,0-1 1,-1 1-1,1-1 0,0 0-7,8 1 34,46-4 424,1-3 1,-2-1 0,1-4 0,-2-1-1,1-3 1,-2-2 0,27-15-459,-42 7-3175,-28-31-7683,-9 43 8926,0-20-8010</inkml:trace>
  <inkml:trace contextRef="#ctx0" brushRef="#br0" timeOffset="-266959.431">9432 1790 6209,'0'0'1245,"0"0"1486,0 0-128,0 0-756,0 0-663,0 0-233,-4-4 215,2 1-1205,1 2 162,0 0-1,-1 0 1,1-1 0,0 1-1,-1 0 1,1-1 0,0 1-1,0-1 1,0 1 0,0-1-1,0 1 1,1-1 0,-1 0-1,0 1 1,1-1 0,-1 0-1,1 0 1,0 1 0,0-1-1,-1 0 1,1 0 0,0 0-1,1 1 1,-1-1 0,0 0-1,0 0 1,1 1 0,-1-1-1,1 0 1,-1 0 0,1 1-1,0-1 1,0 1-1,0-1 1,0 0 0,0 1-1,1-2-122,2 0 1,1 1-1,0-1 1,0 1-1,0-1 1,1 1-1,-1 1 0,0-1 1,1 1-1,-1 0 1,1 0-1,-1 1 1,1-1-1,0 1 0,-1 1 1,1-1-1,-1 1 1,1 0-1,-1 0 0,1 0 1,-1 1-1,0 0 1,1 0-1,-1 0 1,0 1-1,-1-1 0,1 1 1,0 1-1,-1-1 1,1 1-1,-1-1 1,0 1-1,-1 0 0,1 1 1,0-1-1,-1 1 1,0-1-1,0 1 0,-1 0 1,1 0-1,-1 0 1,1 5-1,1 4 7,0 0 0,-1 1 1,-1 0-1,0 0 0,-2 0 0,1 0 1,-2-1-1,0 1 0,0 0 0,-2 0 1,0 0-1,0-1 0,-1 0 0,-1 0 1,-1 0-1,0 0 0,0-1 0,-2 0 1,1 0-1,-2 0 0,1-1 0,-2-1 1,0 0-1,0 0 0,-9 7-7,17-16 8,1-1 0,0 1 0,-1-1 0,1 0 0,-1 1-1,0-1 1,1 0 0,-1 0 0,0 0 0,0 0 0,1 0 0,-1 0 0,0-1-1,0 1 1,0-1 0,0 1 0,0-1 0,0 0 0,0 1 0,0-1-1,0 0 1,0 0 0,0-1 0,0 1 0,0 0 0,0-1 0,0 1 0,0-1-1,0 0 1,0 1 0,0-1 0,0 0 0,1 0 0,-1 0 0,0-1 0,1 1-1,-1 0 1,1-1 0,-1 1 0,1-1 0,0 1 0,-1-1 0,1 1 0,0-1-1,0 0 1,0 0 0,0-1-8,-8-98 690,12 98-682,0 0-1,0 1 0,0-1 0,0 1 0,1 0 0,0-1 0,-1 2 0,1-1 0,0 0 0,0 1 1,0 0-1,0-1 0,0 2 0,0-1 0,0 0 0,0 1 0,0 0 0,0 0 0,0 0 1,0 0-1,0 1 0,0-1 0,1 1 0,-1 1-7,10-2-1,-3 2 6,1 0 0,-1 0 0,0 1-1,0 1 1,0 0 0,0 0 0,-1 1 0,0 0 0,0 1 0,0 0 0,8 7-5,100 41-6,-113-53 3,-1 0 0,1-1 1,0 0-1,-1 0 0,1 0 0,0-1 1,-1 0-1,1 0 0,-1 0 1,1 0-1,-1-1 0,1 1 0,-1-1 1,0 0-1,0 0 0,0-1 0,0 1 1,0-1-1,0 0 0,-1 0 0,1-1 1,-1 0 2,19-24-2439,-4-6-3357,-12 18-171</inkml:trace>
  <inkml:trace contextRef="#ctx0" brushRef="#br0" timeOffset="-263739.504">9449 3371 2785,'0'0'1925,"0"0"-1461,0 0-174,0 0 470,-17 5 4,-51 16-533,68-21-167,-1 0 0,0-1-1,0 1 1,0 0 0,0 0 0,1-1 0,-1 1 0,0 0-1,0-1 1,1 1 0,-1-1 0,0 1 0,1-1-1,-1 1 1,0-1 0,1 0 0,-1 1 0,1-1 0,-1 0-1,1 1 1,-1-1 0,1 0 0,-1 0 0,1 0 0,0 1-1,0-1 1,-1 0 0,1 0 0,0 0 0,0 0 0,0 1-1,0-1 1,0 0 0,0 0 0,0 0 0,0 0 0,0 1-1,0-1 1,0 0 0,1 0 0,-1 0 0,0 0 0,1 1-1,-1-1 1,0 0 0,1 0 0,-1 1 0,1-1-1,-1 0 1,1 1 0,0-1 0,-1 0 0,1 0-64,0-1 219,8-126 8900,71 551-5901,-74-378-2893,-5-27-273,1 0 0,1 0 0,0 0 0,1 0 0,1 0 0,1-1 0,0 0 0,2 0 0,-1-1 0,2 1-1,3 2-51,-11-17-12,0-1 0,0 1 0,1 0 0,-1-1 0,1 0 0,-1 1 0,1-1-1,-1 0 1,1 0 0,-1 0 0,1 0 0,0 0 0,0 0 0,0-1-1,-1 1 1,1 0 0,0-1 0,0 1 0,0-1 0,0 0 0,0 0-1,0 0 1,0 0 0,0 0 0,0 0 0,0 0 0,0-1 0,0 1 0,0-1-1,0 0 13,15-571-1187,-19 222 1275,-4 261 565,74 73-357,-44 6-290,1 0 1,0 2-1,1 1 0,0 0 1,0 2-1,0 2 1,1 0-1,0 1 0,-1 2 1,1 1-1,15 2-6,155-10-6,351-103 102,8 38-190,-334 28 101,-131 29-31,-90 15 65,-1 0-93,0 0 119,0 0-48,0 0-17,0 0-2,0 0 0,0 0-28,0 0 100,0 0-126,0 0 19,0 6-18,-5 352 2484,12-331-2051,-7-27-320,0 0 49,0 0 42,0 0-83,0-11-79,0-47-2442,0 18-2858,0 4-3559</inkml:trace>
  <inkml:trace contextRef="#ctx0" brushRef="#br0" timeOffset="-261952.398">9906 3295 6449,'0'0'562,"0"0"195,0 0 1700,0 0-594,0 0-572,0 0-494,-2-6 197,-4-19-122,4 18-302,2 47 286,0 271 539,0-310-1354,107-43 657,126 33-494,-220 8-484,-12 1 118,-1 0 0,1 0 0,0 0-1,-1 0 1,1 0 0,0-1-1,0 1 1,-1 0 0,1 0 0,0-1-1,-1 1 1,1 0 0,-1-1-1,1 1 1,0-1 0,-1 1 0,1-1-1,-1 1 1,1-1 0,-1 1 0,1-1-1,-1 0 1,0 1 0,1-1-1,-1 0 1,0 1 0,1-1 0,-1 0-1,0 1 1,0-1 0,1 0-1,-1 1 1,0-1 0,0 0 0,0 0-1,0 1 1,0-1 0,0 0-1,0 0 1,-1 1 0,1-1 0,0 0-1,0 1 1,0-1 0,-1 0 0,1 1-1,0-1 1,-1 0 0,1 1-1,-1-1 1,1 0 0,0 1 0,-1-1-1,1 1 1,-1-1 0,0 1-1,1-1 1,-1 1 162,-34-62-4359,0 0 2544,12-7 4623,17 39-2439,-1 4 1032,6 12 3329,1 13-3954,0 13 1025,10 262 5879,-11-254-7531,0-9-99,0-1-1,0 1 0,1-1 1,1 1-1,0-1 0,0 1 1,1-1-1,0 0 0,1 0 1,0 0-1,1 0 0,0 0 1,0-1-1,1 1 1,3 4-50,18-10-3446,6-64-12218,-31 59 15476,4-24-2749</inkml:trace>
  <inkml:trace contextRef="#ctx0" brushRef="#br0" timeOffset="-261673.454">10504 3531 7666,'0'0'2144,"0"0"1818,0 0-2251,0 0-840,0 0 185,0 0 489,13 0 171,263-6 310,-275 5-2073,7 0-2990,-2-7-6603,-6 4 3876</inkml:trace>
  <inkml:trace contextRef="#ctx0" brushRef="#br0" timeOffset="-261142.728">11329 3171 6793,'0'0'1511,"0"0"3625,0 0-2443,0 0-1496,0 0-170,-12 22 131,-82 171 1725,76-149-2751,-71 116-2180,31-159-12771,43-17 12045</inkml:trace>
  <inkml:trace contextRef="#ctx0" brushRef="#br0" timeOffset="-260842.345">11040 3255 464,'0'0'5697,"0"0"-1288,0 0-2540,0 0-1163,0 0-31,0 0 716,14 11 98,111 112 1815,-110-104-3059,144 148 2012,-158-166-2467,-1 0 1,1-1-1,0 1 0,-1 0 1,1 0-1,0-1 0,-1 1 1,1-1-1,0 1 0,0-1 1,0 1-1,-1-1 0,1 1 1,0-1-1,0 1 0,0-1 1,0 0-1,0 0 0,0 1 0,0-1 1,0 0-1,0 0 0,0 0 1,0 0-1,0 0 0,0 0 1,0-1-1,-1 1 0,1 0 1,0 0-1,0-1 0,0 1 1,0 0-1,0-1 0,0 1 0,0-1 1,-1 1-1,1-1 0,0 0 1,0 1-1,-1-1 0,1 0 1,0 1-1,-1-1 0,1 0 1,-1 0-1,1 0 0,-1 1 1,1-1-1,-1 0 0,0 0 1,1 0-1,-1 0 0,0 0 0,0 0 1,0 0-1,1 0 0,-1 0 1,0 0-1,0 0 0,-1 0 1,1 0-1,0 0 0,0 0 1,0 0 209,0-21-2644</inkml:trace>
  <inkml:trace contextRef="#ctx0" brushRef="#br0" timeOffset="-260111.124">11277 2944 6425,'0'0'602,"0"0"275,0 0 1671,0 0-673,0 0-918,0 0-405,4-16 2018,108-21-1340,-97 97-1018,-61 37 849,46-95-1041,0 0 1,0 0-1,0 0 0,0 0 0,0 0 0,0 0 0,1 0 0,-1 0 0,1 0 0,-1 0 0,1 0 0,0 0 0,-1 0 1,1 0-1,0-1 0,0 1 0,1 0 0,-1-1 0,0 1 0,0-1 0,1 1 0,-1-1 0,1 0 0,-1 1 0,1-1 1,0 0-1,0 0 0,-1 0 0,1 0 0,0 0 0,0-1 0,0 1 0,0-1 0,0 1 0,0-1 0,0 1 0,0-1 1,0 0-1,0 0 0,0 0 0,0 0 0,0-1 0,0 1 0,0 0 0,0-1 0,0 0 0,0 1 0,0-1 0,-1 0 1,2 0-21,17 0 277,34-7 1851,-17 0-4188,-12 6-7733,-16 2 2920</inkml:trace>
  <inkml:trace contextRef="#ctx0" brushRef="#br0" timeOffset="-258025.31">12095 3100 7194,'0'0'544,"0"0"1781,0 0-208,0 0-769,0 0-400,-9 12 267,8-11-1208,-4 3 129,1 1 0,0 0 0,0 0 0,0 0 0,1 0 0,-1 1 0,1-1 0,1 1 0,-1 0 0,1 0 0,0 0 0,0 0 0,1 0 0,-1 0 0,1 0 0,1 1 0,-1-1 0,1 0 0,1 1 0,-1-1-1,1 0 1,0 1 0,0-1 0,1 0 0,-1 0 0,2 3-136,4-1 59,0 0-1,0 0 1,1-1-1,0 0 1,0 0-1,0-1 1,1 0-1,0-1 1,0 1-1,1-2 1,-1 1-1,1-2 0,0 1 1,0-1-1,1 0 1,-1-1-1,0-1 1,1 1-1,-1-2 1,1 1-1,0-2 1,-1 1-1,1-1 1,-1-1-1,1 0-58,-5 1 2,-1 0 1,1-1-1,-1 1 0,0-1 1,0-1-1,0 1 0,0-1 1,0 1-1,0-2 0,-1 1 1,1 0-1,-1-1 0,0 0 1,0 0-1,0 0 0,0 0 1,-1-1-1,0 1 0,0-1 1,0 0-1,-1 0 0,1 0 1,-1 0-1,0-1 0,-1 1 1,1 0-1,-1-1 0,0 1 1,0-1-1,-1 0 0,0 1 1,0-1-1,0 1 0,-1-1 1,1 0-1,-1 1 0,-1-1 0,1 1 1,-1 0-1,0-1 0,0 1 1,0 0-1,-1 0 0,0 0 1,0 1-1,0-1 0,-2-1-2,-4-4 11,0 1 0,-1 0-1,0 0 1,0 1 0,-1 1-1,0-1 1,0 2 0,-1 0-1,0 0 1,0 1 0,0 0-1,-1 1 1,0 1 0,1 0-1,-1 0 1,0 1 0,0 1 0,-1 0-1,1 1 1,0 1 0,-8 1-12,16 0-55,1 1 0,-1-1 0,1 1 0,-1 0 0,1 1 0,0-1 0,0 1 0,0 0 0,1 0 0,0 0 0,-1 0 0,1 1-1,1-1 1,-1 1 0,1 0 0,0-1 0,0 1 0,0 0 0,0 1 0,1-1 0,0 0 0,0 0 0,1 1 0,-1-1 0,1 0 0,0 1-1,0-1 1,1 0 0,0 0 0,0 1 0,0-1 0,0 0 0,1 0 0,0 0 0,0 0 0,1 0 0,-1-1 0,1 1 0,0-1-1,0 1 1,1-1 56,6 3-899,1-1 0,0-1-1,1 0 1,-1 0-1,1-1 1,0-1-1,0 0 1,0 0 0,1-1-1,-1-1 1,0 0-1,1-1 1,-1 0 0,1-1-1,-1-1 1,0 1-1,6-3 900,38-11-1719</inkml:trace>
  <inkml:trace contextRef="#ctx0" brushRef="#br0" timeOffset="-257642.084">12160 2497 5265,'0'0'5025,"0"0"-1232,0 0-2151,0 0-525,0 0-338,0 0 69,2 10 425,102 291 4550,-98-283-5611,30 94 550,5-1 1,5-3 0,21 30-763,-55-141-23916,-8-7 20207</inkml:trace>
  <inkml:trace contextRef="#ctx0" brushRef="#br0" timeOffset="-257222.744">13039 2808 5513,'0'0'2346,"0"0"1671,0 0-1633,0 0-787,0 0-754,0 0-117,-10 4 235,6-3-840,0 0 0,0 0 0,0 0 0,1 1 0,-1-1 0,1 1 0,-1 0 1,1 0-1,0 1 0,-1-1 0,1 1 0,0-1 0,1 1 0,-1 0 1,0 0-1,1 0 0,0 1 0,0-1 0,0 0 0,0 1 0,0-1 0,0 1 1,0 3-122,-209 518 4326,195-520-10268,12-43-1752,4 29 7341,-5-36-5546,0-2 3873</inkml:trace>
  <inkml:trace contextRef="#ctx0" brushRef="#br0" timeOffset="-256938.659">12691 2855 4217,'0'0'2843,"0"0"2121,0 0-2682,0 0-1529,0 0 110,0 0 100,11 15 219,55 96 1425,-45-44-1973,-16-42-325,1-1-1,1 1 1,2-1-1,0-1 1,2 0-1,0 0 1,1-1-1,2 0 1,0-2 0,1 1-1,1-2 1,17 17-309,-25-31-675,1 0 1,-1 0 0,1-1-1,0 0 1,1 0 0,-1-1-1,1 0 1,-1-1 0,1 0-1,0 0 1,0-1 0,0-1-1,0 1 1,3-2 674,3 1-5968</inkml:trace>
  <inkml:trace contextRef="#ctx0" brushRef="#br0" timeOffset="-40217.26">7679 9897 2665,'0'0'3404,"0"0"1684,0 0-2451,0 0-1322,0 0-537,0-6-81,0-21 191,0 20 189,0 7-238,0 0-353,0 0-166,0 0-106,0 0 285,0 0-244,0 0 32,-2 16 233,-129 281 1665,-22 62-1608,150-496-15958,3 98 13401</inkml:trace>
  <inkml:trace contextRef="#ctx0" brushRef="#br0" timeOffset="-39713.716">7301 9975 2577,'0'0'3322,"0"0"577,0 0-2169,0 0-690,0 0-26,0 0-56,13 4-113,-5-1-630,-5-3-132,-1 1 0,1 0 0,0-1 1,-1 1-1,1 0 0,0 1 0,-1-1 0,1 0 1,-1 1-1,0-1 0,1 1 0,-1 0 0,0-1 1,0 1-1,0 0 0,0 1 0,0-1 0,-1 0 1,1 0-1,-1 1 0,1-1 0,-1 1 0,0-1 1,0 1-1,0 0 0,0-1 0,0 1 0,-1 0 1,1 0-1,-1 0-83,0-1 61,-2 16 157,1 1 1,0-1-1,1 1 0,1-1 1,1 1-1,1-1 0,0 0 1,1 0-1,1 0 0,1 0 1,0-1-1,2 0 0,0 0 1,0-1-1,2 0 0,0-1 1,1 0-1,0 0 0,1-1 1,1-1-1,0 0 0,1 0 1,0-1-1,8 4-218,95 39 129,-115-53-136,-1 0-1,0-1 0,0 1 0,0-1 0,0 1 1,0 0-1,0 0 0,-1 0 0,1-1 1,-1 1-1,1 0 0,-1 0 0,0 0 0,1 0 1,-1 0-1,0 0 0,0 0 0,0 0 1,-1 0-1,1 0 0,0 0 0,-1 0 0,0-1 1,1 1-1,-1 0 0,0 0 0,0 0 0,0-1 1,0 1-1,0 0 0,0-1 0,0 1 1,0-1-1,-1 0 0,0 1 8,-23 10-4623,24-15-1288,3-10 3205,8-4 478</inkml:trace>
  <inkml:trace contextRef="#ctx0" brushRef="#br0" timeOffset="-38865.037">7855 10191 5145,'0'0'759,"0"0"249,0 0 2063,0 0-1469,0 0-898,0 0-269,0 0 253,4 0 2278,22 0-1643,89 8 3287,-40 5-6589,-67-12-1575,-4-1-3615,-4 0 5602</inkml:trace>
  <inkml:trace contextRef="#ctx0" brushRef="#br0" timeOffset="-38397.195">7808 10408 5393,'0'0'718,"0"0"-496,0 0 495,0 0 2070,0 0-1188,0 0-432,13 4 209,147 22 5365,-53-13-8042,-105-38-7578,-2 10 6373</inkml:trace>
  <inkml:trace contextRef="#ctx0" brushRef="#br0" timeOffset="-34553.603">8581 10117 4929,'0'0'568,"0"0"-406,0 0-41,0 0 580,0 0 1672,0 0-535,6-6-893,26-32-130,69 36 2280,-96 1-3053,1 1-1,-1 0 0,0 0 0,0 1 1,0-1-1,0 1 0,0 0 0,0 0 0,0 1 1,0 0-1,0 0 0,0 0 0,0 0 1,-1 1-1,0-1 0,1 1 0,-1 0 1,0 1-1,0-1 0,-1 1 0,1 0 1,-1-1-1,1 2 0,-1-1 0,-1 0 1,3 4-42,-6 14 146,-1-1 0,-1 1 0,0-1 0,-2 0 0,-1 0 0,0-1 0,-1 1 0,-2-2 0,0 1 0,-1-1 0,-1 0 0,0-1 1,-1 0-1,-6 5-146,-18 34 118,-29 33-2,62-91-118,0-1 0,0 1 0,1 0 0,-1-1 1,0 1-1,1-1 0,-1 0 0,1 0 0,0 0 0,-1 0 1,1-1-1,0 1 0,0 0 0,1-1 0,-1 1 0,0-1 1,1 0-1,0 0 0,-1 1 0,1-1 0,0 0 0,0 0 1,1 0-1,-1 0 0,1 0 0,-1 0 0,1-1 0,0 1 1,0 0-1,1 0 0,-1 0 0,1-2 2,2 2 14,0 0-1,1 1 1,-1-1-1,1 1 1,-1 0 0,1 0-1,0 0 1,0 1-1,-1-1 1,1 1 0,1 0-1,-1 0 1,0 0-1,0 1 1,0-1 0,0 1-1,0 0 1,1 0-1,-1 1 1,0-1 0,0 1-1,0 0 1,0 0-1,0 0 1,0 1 0,0-1-1,0 1 1,-1 0-1,1 0 1,-1 1-1,2 0-13,9 4 60,2 1 0,-1-2 0,1 0-1,0 0 1,1-2 0,-1 0-1,1-1 1,-1-1 0,1 0 0,0-1-1,0-1 1,0 0 0,6-2-60,-17 0-15,0 0 0,-1 1 1,0-2-1,1 1 1,-1-1-1,0 1 0,0-1 1,0-1-1,-1 1 1,1-1-1,-1 0 0,0 0 1,0 0-1,0 0 1,0-1-1,-1 0 0,0 0 1,2-3 14,-5 7-257,-1-1 0,1 1 1,-1-1-1,0 1 0,1-1 1,-1 1-1,0 0 0,0-1 1,0 1-1,0 0 0,0 0 1,0 0-1,0 0 0,-1 0 0,1 0 1,0 0-1,-1 0 0,1 0 1,0 0-1,-1 1 0,1-1 1,-1 1-1,1-1 0,-1 1 0,1-1 1,-1 1-1,1 0 0,-1 0 1,0 0-1,1 0 0,-1 0 1,1 0-1,-1 0 0,1 1 0,-2-1 257,-1 0-409,-30-3-1890</inkml:trace>
  <inkml:trace contextRef="#ctx0" brushRef="#br0" timeOffset="-33600.55">7566 10306 5033,'0'0'718,"0"0"-430,0 0-52,0 0 488,-45 9 5849,-98 208-2205,141-214-4327,2-3 30,0 0-30,0 0 37,0 0-45,0 0 22,0 0 34,0 0-25,39 3-9018,-29 1 7114</inkml:trace>
  <inkml:trace contextRef="#ctx0" brushRef="#br0" timeOffset="-32533.41">9474 10182 24,'0'0'4490,"0"0"-3187,0 0-295,0 0 2208,0 0-1648,0 0-650,0-11-41,0-35-57,-2 45-731,1-1 0,-1 1 0,1-1 0,-1 1 0,0 0 0,0 0 0,0 0 0,0 0 0,0 0 0,0 0 0,0 0 0,0 1 0,0-1-1,0 1 1,-1-1 0,1 1 0,0 0 0,0 0 0,0 0 0,-1 0 0,1 0 0,0 0 0,0 1 0,0-1 0,0 1 0,0 0 0,0 0 0,-1-1 0,2 1-1,-1 0 1,0 1 0,-2 0-89,-14 9 10,-1 0 0,1 2 0,1 0 0,0 1 0,1 0 0,1 2 0,0 0 0,-4 7-10,19-22 2,-1-1 0,1 1-1,-1-1 1,1 1-1,0 0 1,0-1 0,-1 1-1,1-1 1,0 1 0,0 0-1,0-1 1,0 1-1,-1 0 1,1-1 0,0 1-1,0 0 1,0-1 0,1 1-1,-1 0 1,0-1-1,0 1 1,0-1 0,0 1-1,1 0 1,-1-1 0,0 1-1,0-1 1,1 1-1,-1 0 1,1-1 0,-1 1-1,0-1 1,1 1 0,-1-1-1,1 0 1,-1 1-1,1-1 1,-1 1 0,1-1-1,0 0 1,-1 1-1,1-1 1,-1 0 0,1 0-1,0 0 1,-1 1 0,1-1-1,-1 0 1,1 0-1,0 0 1,-1 0 0,1 0-1,0 0 1,-1 0 0,1 0-1,0 0 1,-1-1-1,1 1 1,0 0 0,-1 0-1,1 0 1,-1-1 0,1 1-1,0-1-1,62-2 150,-53 2-134,-1-2-16,0 0 1,0 1-1,1 0 1,-1 1 0,0 0-1,1 0 1,-1 1-1,0 0 1,1 1-1,-1-1 1,0 2-1,1 0 1,-1 0 0,0 0-1,0 1 1,-1 1-1,1 0 1,-1 0-1,1 0 1,-1 1-1,0 0 1,-1 1 0,1 0-1,-1 0 1,-1 0-1,1 1 1,-1 0-1,0 0 1,0 1-1,-1 0 1,3 5-1,-6-9 7,1 1-1,-1-1 1,0 1-1,0 0 1,-1 0-1,1 0 1,-1 0 0,0 0-1,-1 0 1,1 0-1,-1 1 1,0-1-1,0 0 1,-1 0 0,1 0-1,-1 0 1,0 0-1,-1 0 1,1 0-1,-1 0 1,0 0 0,0 0-1,0-1 1,-1 1-1,0-1 1,0 0 0,0 0-1,0 0 1,-1 0-1,1 0 1,-1-1-1,0 1 1,0-1 0,0 0-1,-1 0 1,1-1-1,-1 1 1,0-1-1,1 0 1,-1 0 0,0-1-1,-1 1-6,-208 7 43,216-25-1820,131-29-6316,-93 39 6992</inkml:trace>
  <inkml:trace contextRef="#ctx0" brushRef="#br0" timeOffset="-31784.272">9817 10486 6433,'0'0'4277,"0"0"-1894,0 0-862,0 0-486,8-15-485,23-51 144,-24-39 956,-8 104-1640,0-1 0,0 1 0,0 0 0,0 0 0,0-1 0,0 1 0,0 0 0,-1 0 0,1 0 0,0 0 0,-1 0 0,1 0 0,0 1 0,-1-1 0,1 0 0,-1 1 0,1-1 0,-1 1 0,0 0 0,1-1 0,-1 1 0,1 0 0,-1 0 0,0 0 0,1 0 0,-1 0 0,0 0 0,1 1 0,-1-1 0,1 0 0,-1 1 0,1-1 0,-1 1 0,1 0 0,-1-1 0,1 1 0,-1 0 0,1 0 0,0 0 0,-1 0 0,1 0 0,0 0 0,0 0 0,0 1 0,0-1 0,0 0 0,0 1 0,0-1 0,1 1 0,-1-1 0,0 1 0,1-1 0,-1 1 0,1-1 0,-1 1 0,1-1 0,0 1 0,0 0-10,-4 4 3,1 0 0,0 0 0,1 0 0,0 0 0,0 1 0,0-1 0,0 1 0,1 0 0,0-1 0,1 1 0,0 0 0,0 0 0,0-1 0,1 1 0,-1 0 0,2-1 0,-1 1 0,1-1 0,0 1 1,0-1-1,1 0 0,0 0 0,0 0 0,0 0 0,1 0 0,0-1 0,0 1 0,0-1 0,1 0 0,0 0 0,0-1 0,0 0 0,0 1 0,1-2 0,0 1 0,-1-1 0,1 0 0,0 0 0,1 0 0,-1-1 0,1 0 0,-1 0 0,1-1-3,0 1-3,0-1-1,0 1 0,0-2 1,1 1-1,-1-1 0,0 0 1,0-1-1,0 1 0,1-2 1,-1 1-1,0-1 0,0 0 1,-1 0-1,1-1 0,0 0 1,-1 0-1,1 0 0,-1-1 1,0 0-1,-1 0 0,1-1 1,0 0-1,-1 0 0,0 0 1,-1 0-1,1-1 0,-1 0 1,0 0-1,0 0 0,-1 0 1,1-1-1,-2 1 0,1-1 1,-1 0-1,0 0 0,0-1 4,2-147 7,13 166-114,25 24 187,-2 1 0,-2 2 0,-1 2-1,-2 1 1,16 27-80,-51-68-11,-1 0-1,1 0 0,-1 0 1,1 1-1,-1-1 1,1 0-1,-1 0 0,1 0 1,-1 0-1,1 1 1,-1-1-1,1 0 1,-1 1-1,1-1 0,0 0 1,-1 1-1,1-1 1,-1 0-1,1 1 1,0-1-1,-1 1 0,1-1 1,0 1-1,0-1 1,-1 0-1,1 1 0,0-1 1,0 1-1,0 0 1,0-1-1,-1 1 1,1-1-1,0 1 0,0-1 1,0 1-1,0-1 1,0 1-1,0-1 0,1 1 1,-1-1-1,0 1 1,0-1-1,0 1 1,0-1-1,1 1 0,-1-1 1,0 1-1,0-1 1,1 1-1,-1-1 0,0 1 1,1-1-1,-1 0 1,0 1-1,1-1 1,-1 0-1,1 1 0,-1-1 1,1 0-1,-1 0 1,1 1 11,-40-22-733,34 18 731,1 0 0,-1-1 0,1 1 0,0-1-1,0 0 1,0 0 0,1 0 0,-1 0 0,1 0 0,0-1 0,0 0 0,0 0-1,1 0 1,0 0 0,0 0 0,0 0 0,0 0 0,1-1 0,0 1-1,0 0 1,1-1 0,-1 1 0,1-1 0,0 1 0,1-1 0,-1 1-1,1-1 1,0 1 0,1-1 0,-1 1 0,1 0 0,0 0 0,0 0-1,1 0 1,-1 0 0,1 0 0,0 1 0,0-1 0,1 1 0,-1 0-1,1 0 1,0 0 0,2-1 2,8-1 8,1 0-1,0 1 1,0 1-1,1 0 1,-1 1-1,1 1 1,0 0-1,0 1 1,0 1-1,13 2-7,-24-2 11,3 1 91,-1 0 1,0 1-1,1 1 1,-1-1-1,0 1 1,0 0-1,-1 1 1,1 0-1,-1 0 1,0 0 0,0 1-1,0-1 1,0 1-1,-1 1 1,0-1-1,0 1 1,0 0-1,-1 0 1,0 1 0,0-1-1,-1 1 1,0 0-1,0 0 1,0 0-1,-1 0 1,2 7-103,11 20 219,25-22-751,-16-28-2906,-12-30-3659,-9 23 5106</inkml:trace>
  <inkml:trace contextRef="#ctx0" brushRef="#br0" timeOffset="-31333.038">10857 10104 6945,'0'0'2910,"0"0"1602,0 0-2399,0 0-1185,0 0-371,0 0 814,0 25 502,1 216 756,-1-232-2611,0-1-1,1 1 1,0-1-1,0 1 0,1-1 1,0 0-1,0 1 0,1-1 1,0 0-1,1 0 1,0-1-1,0 1 0,1-1 1,-1 0-1,2 0 0,-1 0 1,1-1-1,0 0 1,0 0-1,1 0 0,-1-1 1,1 0-1,1 0 0,-1-1 1,1 0-1,-1 0 0,1-1 1,0 0-1,0 0 1,1-1-1,-1 0 0,0 0 1,1-1-1,0 0 0,-1-1 1,1 1-1,3-2-17,-7 2-38,0-1-1,-1 1 0,1-1 1,0 0-1,0-1 1,-1 1-1,1-1 1,-1 0-1,1 0 0,0 0 1,-1-1-1,0 1 1,1-1-1,-1 0 0,0-1 1,0 1-1,0-1 1,0 1-1,-1-1 0,1 0 1,-1-1-1,1 1 1,-1 0-1,0-1 0,0 0 1,-1 0-1,1 0 1,-1 0-1,0 0 1,0 0-1,0-1 0,0-3 39,2-9-82,0-1 0,-1 1 0,-2-1-1,1 0 1,-2 0 0,-1 0 0,0 0 0,-1 1-1,-1-1 1,0 1 0,-1-1 0,-1 1 0,-1 0-1,-1 0 1,0 1 0,-1 0 0,-1 0 0,0 1-1,-1 0 1,0 1 0,-2 0 0,1 1 0,-2 0-1,0 0 1,-6-3 82,17 13 13,-1 1 0,1 0-1,0 0 1,0 1 0,-1-1 0,1 0-1,-1 1 1,0-1 0,1 1-1,-1 0 1,0 0 0,0 0 0,0 0-1,1 1 1,-1-1 0,0 1-1,0 0 1,0-1 0,0 1 0,0 1-1,0-1 1,0 0 0,0 1-1,0-1 1,0 1 0,0 0 0,0 0-1,1 0 1,-1 0 0,0 1-1,1-1 1,-1 1 0,1 0 0,-1-1-1,1 1 1,0 0 0,0 0-1,0 1 1,0-1 0,0 0 0,0 1-1,1-1 1,-1 1 0,1-1 0,0 1-1,-1 0 1,1 2-13,-24 71-1317,16-6-4104,9-21-679,0-35 5199</inkml:trace>
  <inkml:trace contextRef="#ctx0" brushRef="#br0" timeOffset="-31002.799">10741 10195 5825,'0'0'1286,"0"0"2871,0 0-2041,0 0-1280,0 0-461,0 0-8,11-2 278,340-9 4251,-219 13-6016,-132-2-2305,0 0-1797,0 0 2544</inkml:trace>
  <inkml:trace contextRef="#ctx0" brushRef="#br0" timeOffset="-29546.571">10988 9899 928,'0'0'2129,"0"0"-689,0 0-649,0 0-370,0 0-193,0 0-110,2-6 2,5-17 406,-15 17 4335,-27 11-3571,19 6-932,0 1 1,1 0-1,0 1 1,2 0-1,-1 2 1,1-1-1,1 2 0,-9 15-358,13-14 242,2 1 1,0-1-1,0 1 0,2 0 0,0 0 0,2 1 0,0-1 0,1 1 0,0 0 0,2-1 0,0 1 1,1-1-1,2 6-242,-1 11 242,2-1 1,2 0-1,1 0 1,1 0-1,2-1 1,1-1-1,11 20-242,-18-45 39,0 0-1,0 0 0,1-1 0,0 0 0,0 0 0,1 0 0,-1-1 1,1 0-1,0 0 0,0-1 0,1 0 0,0 0 0,-1-1 0,1 0 1,0 0-1,1-1 0,-1 0 0,0 0 0,1-1 0,-1 0 0,0-1 1,1 0-1,-1 0 0,1-1 0,-1 0 0,1 0 0,-1-1 0,0 0 0,0 0 1,0-1-1,0 0 0,0-1 0,0 1 0,-1-1 0,0-1 0,0 0 1,0 0-1,0 0 0,-1-1 0,6-6-38,-6-2-6,0 0-1,-1 0 1,-1-1-1,0 1 1,-1-1 0,-1 0-1,0 0 1,-1-1-1,0 1 1,-2 0 0,1 0-1,-2 0 1,0 0-1,-1 0 1,-1-3 6,-12-40 12,-2 0 1,-2 2-1,-3 0 0,-2 1 0,-25-36-12,-25 91 587,71 0-689,1 1-1,-1 0 1,0 0-1,0 0 1,1 0-1,-1 1 1,1-1-1,-1 1 1,1 0-1,0 0 1,-1 0-1,1 1 1,0-1-1,1 1 1,-1-1-1,0 1 1,1 0-1,-1 0 1,1 0 0,0 1-1,0-1 1,0 0-1,1 1 1,-1 0-1,1-1 1,-1 4 102,4-5-432,1 1 0,0 0 0,0 0 0,-1-1 1,1 0-1,1 1 0,-1-1 0,0-1 0,0 1 1,1 0-1,-1-1 0,1 1 0,0-1 1,-1 0-1,1 0 0,0-1 0,0 1 0,-1-1 1,1 0-1,0 0 0,0 0 0,0 0 0,-1-1 1,3 0 431,-2 1-513,29 1-1211</inkml:trace>
  <inkml:trace contextRef="#ctx0" brushRef="#br0" timeOffset="-28900.566">10870 10175 5129,'0'0'643,"0"0"-286,0 0 173,0 0 1307,0 0-566,-5 6-556,-13 16-373,14-17 190,4-5 123,0 0 33,53 9 4119,306-18-1818,-359 9-2981,-3 0 37,-302 16 178,299-27-9115,6 4 6103</inkml:trace>
  <inkml:trace contextRef="#ctx0" brushRef="#br0" timeOffset="-19280.856">12975 10006 5737,'0'0'278,"0"0"563,0 0 2302,0 0-1182,0 0-562,1 2 687,64 220 3618,-57-192-5550,1 1-1,2-1 1,1-1 0,1 0 0,2 0 0,1-1 0,1-1 0,1-1 0,1-1 0,2 0 0,0-2 0,1 0 0,16 11-154,-30-97 220,-47-273-350,46-149 122,-7 485 2,0 0-16,0 0 48,0 0-74,0 0 55,0 0-23,0 0 23,0 0-75,0 0 12,0 0 21,0 0 79,18 0-140,744-2 141,-136-1-35,-337-41 91,198 15-146,-221-6 71,-196 35-84,-70 0 36,12 2 66,-4 226 274,16-189 182,-25-47-6415,-7-2-1992</inkml:trace>
  <inkml:trace contextRef="#ctx0" brushRef="#br0" timeOffset="-6300.263">13553 10222 4745,'0'0'798,"0"0"-473,0 0-74,0 0 778,8 1 8875,-3-2-8089,-3-3-1807,1 0 0,0 1 0,0-1 0,0 1 0,0 0 0,0 0 0,1 0 0,-1 0 0,1 1 0,0-1 0,0 1 0,0 0 0,0 0 0,0 1 0,0-1 0,0 1 0,1 0 0,-1 0 0,1 0 0,-1 0 0,1 1 0,-1 0 0,1 0 0,-1 0 0,1 1 0,-1-1 0,0 1 0,1 0 0,-1 0 0,0 1 0,1-1 0,-1 1 0,0 0 0,0 0 0,0 0 0,0 1 0,-1-1 0,1 1 0,-1 0 0,3 3-8,0 5-16,-1 1 1,0-1-1,-1 1 0,0 1 1,-1-1-1,0 0 0,-1 1 1,0-1-1,-1 1 1,0 0-1,-1 0 0,-1-1 1,0 1-1,-1 3 16,1-11-44,-1 0 0,1 0 0,-1 0 0,0-1 0,0 1 0,0 0 0,0-1 0,-1 1 0,0-1 0,0 0-1,0 0 1,-1 0 0,1 0 0,-1 0 0,0-1 0,0 0 0,0 0 0,0 0 0,-1 0 0,1-1 0,-1 1 0,0-1 0,0 0 0,0-1 0,0 1 0,0-1 0,0 0 0,0 0 0,0-1 0,0 1-1,0-1 1,-6-1 44,9 0-75,-1-1 1,0 0-1,1-1 0,0 1 0,-1 0 0,1-1 0,0 1 0,0-1 0,0 0 0,0 1 0,1-1 0,-1 0 0,1 0 0,0 0 0,0-1 0,0 1 0,0 0 0,0 0 0,1 0 0,-1-1 0,1 1 0,0 0 0,0-1 1,0 1-1,1 0 0,-1 0 0,1-1 0,0-2 75,-1-2-7,2 7 14,0 0 0,0 0-1,-1 0 1,1 0 0,0 1 0,0-1 0,0 0 0,0 1 0,0 0 0,0-1 0,0 1 0,0 0 0,0 0 0,0 0 0,0 0 0,0 0 0,0 1 0,0-1 0,0 1 0,0-1 0,0 1 0,0 0 0,0-1-1,0 1 1,0 0 0,-1 0 0,1 1 0,0-1 0,-1 0 0,1 0 0,-1 1 0,1-1 0,0 2-7,13 11 26,-12-10-14,0-1-1,0 1 1,1-1-1,-1 1 1,1-1-1,0 0 1,-1 0-1,1-1 1,1 1-1,-1-1 1,0 0-1,1 0 1,-1 0-1,1 0 1,-1-1-1,1 0 1,0 0-1,-1 0 1,1-1-1,0 1 0,0-1 1,0 0-1,-1-1 1,1 1-1,1-1-11,-3-2-261,-1 0-1,1 0 0,-1 0 0,0 0 0,0 0 0,0 0 1,-1-1-1,1 1 0,-1-1 0,0 1 0,0-1 1,0 1-1,0-1 0,0 0 0,-1 1 0,0-1 0,0 0 1,0 0-1,0 1 0,0-1 0,-1 0 0,0 0 262,1-8-645,0-6-575</inkml:trace>
  <inkml:trace contextRef="#ctx0" brushRef="#br0" timeOffset="-5670.969">13798 10057 4809,'0'0'1684,"0"0"1504,0 0-829,0 0-1055,0 0-481,0 0-194,-11-11 1367,135 16-1456,-122 48 179,-18 49 442,66-100 230,12 2-2818,-2-1-8711,-49-3 8910</inkml:trace>
  <inkml:trace contextRef="#ctx0" brushRef="#br0" timeOffset="-5204.889">14196 10368 5153,'0'0'1690,"0"0"2036,0 0-1830,0 0-1079,0 0-176,0 0 279,10 3 154,236 8 2466,-245-11-3538,-1 0-4,0 0 0,0 0-2,0 0-26,0 0 26,0 0-73,34-14-8823,-17 1 6747,-4 0 835</inkml:trace>
  <inkml:trace contextRef="#ctx0" brushRef="#br0" timeOffset="-4032.439">15150 10033 5401,'0'0'1466,"0"0"1868,0 0-1516,0 0-925,0 0-215,0 0 471,0 15 103,-18 97 773,-122 129-1236,128-229-1716,-4-15-9046,11-8 8485,1-6-4617</inkml:trace>
  <inkml:trace contextRef="#ctx0" brushRef="#br0" timeOffset="-3717.241">14915 10075 6313,'0'0'1853,"0"0"-341,0 0 565,0 0-1023,0 0-535,0 0 411,12 17 259,200 252 2403,-169-213-5178,-37-61-4204,-2-11 2674,-4 10 2441,5-16-2188</inkml:trace>
  <inkml:trace contextRef="#ctx0" brushRef="#br0" timeOffset="-3088.95">15160 9988 256,'0'0'4670,"0"0"-2121,0 0-47,0 0-1289,0 0-690,0 0-271,7-3 68,-2 1-189,0 0 0,1 0-1,0 0 1,-1 1-1,1-1 1,0 1 0,0 1-1,0-1 1,-1 1 0,1 0-1,0 0 1,0 1 0,0 0-1,0 0 1,-1 0-1,1 1 1,0-1 0,-1 1-1,1 1 1,-1-1 0,0 1-1,4 3-130,-6-4 102,-1 0-1,1 0 0,-1 0 1,0 1-1,0-1 0,0 1 1,0-1-1,0 1 0,-1 0 1,1 0-1,-1 0 1,0 0-1,0 0 0,0 0 1,0 0-1,0 0 0,-1 0 1,1 0-1,-1 1 0,0-1 1,0 0-1,0 0 0,-1 0 1,1 1-1,-1-1 0,0 1-101,-3 87 1059,46-89-919,64-24 210,-116 42-11261,-7-16 5272</inkml:trace>
  <inkml:trace contextRef="#ctx0" brushRef="#br0" timeOffset="-1320.654">15926 10248 5057,'0'0'650,"0"0"84,0 0 1540,0 0-549,0 0-736,0 0-222,32 0 2999,213 23 335,-218-23-3790,-32 2-4813,-49 0-2872,36-2 6566</inkml:trace>
  <inkml:trace contextRef="#ctx0" brushRef="#br0" timeOffset="-930.78">15941 10382 5457,'0'0'472,"0"0"498,0 0 2232,0 0-1243,0 0-595,0 0-156,17 5-146,187 34 2263,-146-35-3205,-58-3-99,13-4-5274,9-25 160,-10 12 4233</inkml:trace>
  <inkml:trace contextRef="#ctx0" brushRef="#br0" timeOffset="7482.386">7679 11422 5193,'0'0'544,"0"0"-544,0 0-104,0 0-1072</inkml:trace>
  <inkml:trace contextRef="#ctx0" brushRef="#br0" timeOffset="27983.687">6993 11804 4905,'0'0'1716,"0"0"2157,0 0-2294,0 0-956,0 0 21,-8-2 228,-25-7 354,31 10-1137,0 0 1,0 0-1,0 0 0,0 0 1,0 0-1,0 0 1,0 1-1,1-1 0,-1 1 1,0-1-1,1 1 0,-1-1 1,1 1-1,0 0 0,-1 0 1,1 0-1,0 0 1,0 0-1,0 0 0,0 0 1,1 0-1,-1 0 0,1 1 1,-1-1-1,1 0 1,0 0-1,0 0 0,-1 1 1,2-1-1,-1 0 0,0 0 1,0 1-90,0 1 191,-3 5-72,0 0-1,0-1 0,1 1 1,1 0-1,-1 0 1,2 0-1,-1 0 0,1 1 1,1-1-1,-1 0 1,1 0-1,1 0 0,0 0 1,0 0-1,1-1 1,0 1-1,0-1 0,1 1 1,0-1-1,1 0 0,0-1 1,0 1-1,1-1 1,-1 0-1,1 0 0,1-1 1,0 1-1,0-2 1,0 1-1,0-1 0,6 4-118,-7-6 28,-1 0 0,1 0 0,-1 0 0,1-1 0,0 0 0,0 0 0,0 0 0,0-1 0,1 0 0,-1 0 0,0 0 0,1-1 0,-1 0 0,0 0 0,0-1 0,1 0 0,-1 0 0,0 0 0,0-1 0,0 0 0,0 0 0,0 0 0,0-1 0,-1 0 0,1 0 0,-1 0 0,0-1 0,0 0 0,0 0 0,0 0 0,-1-1 0,0 1-1,0-1 1,0 0 0,0 0 0,-1-1 0,0 1 0,0-1 0,2-3-28,-4 2-51,0 1-1,0-1 1,-1 0-1,1 0 1,-2 0-1,1 0 1,-1 1-1,0-1 1,0 0-1,0 0 1,-1 1-1,0-1 1,-1 1-1,0 0 1,0 0-1,0 0 1,0 0-1,-1 0 1,0 0-1,0 1 1,-1 0-1,1 0 1,-1 0-1,0 0 1,-1 1-1,1 0 1,-1 0-1,0 1 1,0-1-1,0 1 1,0 0-1,0 1 1,-1 0-1,1 0 1,-1 0-1,0 1 1,1-1-1,-1 2 1,-3-1 51,6-1-20,0 0 0,-1 1 0,1-1-1,-1 1 1,1 0 0,-1 0 0,1 0 0,-1 1 0,1 0 0,-1 0 0,0 0-1,1 0 1,-1 1 0,0-1 0,1 1 0,-1 0 0,1 1 0,0-1 0,-1 1 0,1 0-1,0 0 1,0 0 0,0 1 0,0-1 0,0 1 0,1 0 0,-1 0 0,1 0-1,0 1 1,0-1 0,0 1 0,0 0 0,1 0 0,-1 0 0,0 3 20,12 63-1644,-5-64 1130,0-2 0,0 1 0,0 0 0,1-1-1,0 0 1,0 0 0,0 0 0,0-1 0,0 1 0,1-1 0,0-1 0,-1 1 0,1-1 0,0 0 0,0 0 0,0-1 0,1 1 0,-1-1 0,0-1 0,1 1 0,-1-1 0,0 0 0,4-1 514,20 1-822</inkml:trace>
  <inkml:trace contextRef="#ctx0" brushRef="#br0" timeOffset="28313.453">6993 11322 6465,'0'0'4928,"0"0"-2581,0 0-766,0 0-809,0 0-240,4 19 1026,145 483 5042,-53-306-6072,-96-196-591,0 1 0,0-1 0,0 1 0,0 0 0,0-1 0,0 1 0,0 0 0,0-1 0,1 1 0,-1-1 0,0 1 0,0-1 0,1 1 0,-1 0 0,1-1 0,-1 1 0,0-1 0,1 0 0,-1 1 0,1-1 0,-1 1 0,1-1 0,-1 0 0,1 1 0,-1-1 0,1 0 0,-1 1 0,1-1 0,0 0 0,-1 0-1,1 0 1,-1 1 0,1-1 0,0 0 0,-1 0 0,1 0 0,-1 0 0,1 0 0,0 0 0,-1 0 0,1 0 0,0-1 0,-1 1 0,1 0 0,-1 0 0,1 0 0,0-1 0,-1 1 0,1 0 0,-1-1 0,1 1 0,-1 0 0,1-1 0,-1 1 0,1-1 0,-1 1 0,0-1 0,1 1 0,-1-1 0,0 1 0,1-1 0,-1 1 0,0-1 0,1 1 0,-1-1 0,0 0 0,0 1 63,2-49-9078,-2 38 7501,0-23-1135</inkml:trace>
  <inkml:trace contextRef="#ctx0" brushRef="#br0" timeOffset="28627.307">7630 11622 5369,'0'0'1817,"0"0"3146,0 0-2604,0 0-1208,0 0-169,-15 25 181,-106 194 1832,57-53-2457,63-165-883,1 0 1,-1 0-1,0-1 1,0 1-1,0 0 1,-1-1-1,1 1 1,0-1-1,0 1 1,0-1-1,0 0 1,0 1-1,-1-1 1,1 0-1,0 0 1,0 0-1,0 0 1,-1 0-1,1 0 1,0 0-1,0 0 1,0-1-1,-1 1 1,1 0-1,0-1 1,0 1 0,0-1-1,0 1 1,0-1-1,0 1 1,0-1-1,0 0 1,0 0-1,0 1 1,0-1-1,0 0 1,1 0-1,-1 0 1,0 0 344,-14-16-1661</inkml:trace>
  <inkml:trace contextRef="#ctx0" brushRef="#br0" timeOffset="28884.067">7346 11722 11682,'0'0'2193,"0"0"-657,0 0 313,0 0-281,0 0 32,0 0-383,119 127-393,-95-103-744,-2 1 248,1-1-320,-4-2-16,-1 1 0,-1-1-48,0 2-672,-2-4-2969,5 0-1704,-3-6 744,-2-5 1520</inkml:trace>
  <inkml:trace contextRef="#ctx0" brushRef="#br0" timeOffset="29553.604">6802 12340 4609,'0'0'1094,"0"0"-289,0 0 1392,0 0 107,0 0-908,0 0-387,7 1-141,280 7 5256,-168-10-4993,202 20-307,-223-6-1165,-56-11-3551,-41-1 1997,-3-1-955,-40-11-2630,12 5 4154</inkml:trace>
  <inkml:trace contextRef="#ctx0" brushRef="#br0" timeOffset="30095.063">6916 12847 6905,'0'0'1110,"0"0"1787,0 0-816,0 0-1123,0 0-399,0 0-166,-8 18 263,-45 143 930,52-158-1557,0 1-1,0-1 1,1 0 0,-1 1-1,1-1 1,0 0 0,0 0-1,0 1 1,0-1 0,1 0-1,-1 1 1,1-1 0,0 0-1,0 0 1,0 0 0,1 0-1,-1 0 1,1 0 0,-1 0-1,1 0 1,0 0 0,0-1-1,0 1 1,1-1 0,-1 0-1,1 1 1,-1-1 0,1 0 0,0 0-1,-1-1 1,1 1 0,0 0-1,0-1 1,0 0 0,0 0-1,1 0 1,-1 0 0,0 0-1,0-1 1,1 1 0,-1-1-1,1 0-28,5 2 7,0-1 0,0 0 0,0 0 0,0-1 0,-1 0 0,1 0 0,0-1-1,0 0 1,0-1 0,0 0 0,-1-1 0,1 1 0,-1-1 0,1-1 0,-1 0 0,0 0 0,-1-1-1,1 0 1,-1 0 0,0 0 0,0-1 0,0 0 0,-1-1 0,0 1 0,0-1 0,-1-1 0,0 1 0,0-1-1,-1 1 1,0-1 0,0-1 0,-1 1 0,0 0 0,0-1 0,-1 0 0,0 1 0,-1-1 0,1 0-1,-2 0 1,1-3-7,-3 7-2,1 0-1,0 1 1,-1-1-1,0 1 1,0 0 0,-1-1-1,1 1 1,-1 0-1,0 0 1,0 1-1,0-1 1,0 0-1,0 1 1,-1 0-1,0 0 1,0 0 0,0 0-1,0 1 1,0-1-1,0 1 1,-1 0-1,1 1 1,-1-1-1,1 1 1,-1-1-1,0 2 1,0-1-1,-1 0 3,-140-6 213,143 7-219,-1 1-1,1 0 1,-1-1-1,1 1 1,-1 1 0,1-1-1,0 0 1,0 1-1,-1 0 1,1-1-1,0 1 1,1 0-1,-1 1 1,0-1-1,1 0 1,-1 1-1,1 0 1,0-1-1,-1 1 1,1 0-1,1 0 1,-1 0-1,0 0 1,1 1-1,0-1 1,-1 0 0,1 1-1,1-1 1,-1 1-1,0-1 1,1 1-1,0-1 1,0 1-1,0-1 1,0 1-1,0-1 1,1 1-1,0-1 1,-1 1-1,1-1 1,0 1-1,1-1 1,-1 0-1,1 0 1,-1 0 0,1 0-1,0 0 1,0 0-1,1 0 1,-1 0-1,0-1 1,1 1-1,-1-1 1,1 0-1,1 1 7,7 2-797,-1 0-1,1-1 0,-1-1 0,1 1 1,0-2-1,0 0 0,1 0 0,-1-1 1,0 0-1,1-1 0,-1 0 1,2-1 797,-8 1-343,39 0-1850</inkml:trace>
  <inkml:trace contextRef="#ctx0" brushRef="#br0" timeOffset="30428.626">7086 12487 6433,'0'0'6184,"0"0"-3970,0 0-1338,0 0-498,0 0 79,0 0 325,9 1 557,-5 0-1212,-1 1 1,1 0 0,0 0-1,0 0 1,-1 0 0,1 1 0,-1 0-1,0 0 1,0-1 0,0 2-1,0-1 1,-1 0 0,1 1-1,-1-1 1,0 1 0,0-1-1,0 1 1,0 0 0,-1 0 0,1 0-1,-1 0 1,0 0 0,0 1-1,-1-1 1,1 0 0,-1 0-1,0 1 1,0-1 0,0 0-1,-1 0 1,1 0 0,-2 4-128,2-6 37,33 342 2802,-9-289-2806,-7-44-4217,-16-16-948,-1-8 2929,0 12 1203,0-25-3054,0-2 2179</inkml:trace>
  <inkml:trace contextRef="#ctx0" brushRef="#br0" timeOffset="30861.066">7484 12576 2921,'0'0'10521,"0"0"-6581,0 0-2586,0 0-697,0 0 689,-2 26 361,-7 215 318,9-234-2011,1-1 1,0 0-1,1 0 1,-1 0-1,1 0 1,0 0-1,1 0 1,-1 0-1,1-1 1,0 1-1,1-1 1,-1 0-1,1 0 1,0 0 0,0 0-1,1-1 1,0 0-1,-1 0 1,1 0-1,1 0 1,-1-1-1,0 0 1,1 0-1,0 0 1,-1-1-1,1 1 1,0-2-1,0 1 1,1-1 0,-1 0-1,0 0 1,0 0-1,1-1 1,-1 0-1,0 0 1,0-1-1,1 0 1,-1 0-1,3-1-14,-5 2-23,0 0 0,0 0-1,1-1 1,-1 0-1,0 0 1,0 0 0,0 0-1,0-1 1,-1 0 0,1 1-1,0-1 1,-1-1-1,1 1 1,-1 0 0,0-1-1,1 0 1,-1 0-1,0 0 1,-1 0 0,1 0-1,-1 0 1,1-1 0,-1 1-1,0-1 1,0 0-1,-1 0 1,1 1 0,-1-1-1,0 0 1,1-3 23,8-128-1852,-10 130 1789,0-5 58,0 1 1,-1-1-1,0 1 1,0 0 0,-1 0-1,-1-1 1,1 1-1,-2 0 1,1 1-1,-1-1 1,0 1-1,-1-1 1,0 1 0,0 0-1,-1 1 1,0 0-1,0 0 1,-1 0-1,0 0 1,0 1-1,0 0 1,-1 1 0,0 0-1,0 0 1,0 0-1,-1 1 1,0 1-1,0-1 1,0 1-1,0 1 1,0 0 0,0 0-1,-7 0 5,9 6-48,1 0 0,-1 1-1,1-1 1,0 2 0,0-1 0,1 1-1,-1-1 1,1 2 0,0-1 0,1 0-1,0 1 1,0 0 0,0 0 0,1 0-1,0 1 1,0-1 0,1 1 0,0-1 0,0 1-1,1 0 1,0 0 0,0 0 0,1-1-1,0 1 1,0 0 0,1 0 0,0 0-1,0 0 1,2 3 48,30 42-8939,-11-40 5309</inkml:trace>
  <inkml:trace contextRef="#ctx0" brushRef="#br0" timeOffset="31144.995">7457 12714 7674,'0'0'2563,"0"0"1832,0 0-2107,0 0-1396,0 0-599,0 0 251,17-2 430,276-20 485,-161-1-10560,-125 16 5858,-1 1 1867</inkml:trace>
  <inkml:trace contextRef="#ctx0" brushRef="#br0" timeOffset="31610.27">8161 12222 3425,'0'0'3311,"0"0"2544,0 0-3003,0 0-1903,0 0-420,0 0 323,63 0 2674,189 1-3054,-246 0-1701,-5 0-8255,-11-1 6468</inkml:trace>
  <inkml:trace contextRef="#ctx0" brushRef="#br0" timeOffset="31932.209">8147 12476 6441,'0'0'963,"0"0"2367,0 0-1516,0 0-583,0 0 125,0 0-310,12 3 46,136 18 1781,17-34-737,-159 13-1285,-10 0-12860,-10 0 8879</inkml:trace>
  <inkml:trace contextRef="#ctx0" brushRef="#br0" timeOffset="40164.082">8789 12138 3321,'0'0'1831,"0"0"-1110,0 0-219,0 0 1363,0 0 197,3-8-895,60-95 2901,-60 100-3884,-1-1-101,0 0 1,1 1 0,-1-1-1,1 1 1,0-1 0,0 1 0,0 0-1,0 0 1,0 0 0,1 1-1,0-1 1,-1 1 0,1 0-1,0 0 1,0 0 0,0 0 0,0 1-1,0-1 1,1 1 0,-1 0-1,0 1 1,1-1 0,-1 1-1,0 0 1,5 0-84,-3 0 16,-3-1 3,0 0-1,1 0 0,-1 0 0,0 1 1,0 0-1,1-1 0,-1 1 0,0 0 1,1 1-1,-1-1 0,0 0 0,1 1 1,-1 0-1,0 0 0,0 0 0,0 0 0,0 0 1,0 1-1,0-1 0,0 1 0,0 0 1,-1 0-1,1 0 0,-1 0 0,1 0 1,-1 1-1,0-1 0,0 1 0,0 0 1,0-1-1,0 1 0,0 0 0,-1 0 1,0 0-1,1 0 0,-1 0 0,0 0 1,-1 1-1,1-1 0,0 0 0,-1 1-18,-1 9 61,0 0 0,-1 1 0,0-1 0,-1 0 0,-1 0 0,0-1-1,0 1 1,-1-1 0,-1 0 0,0 0 0,-1-1 0,0 1 0,-1-1 0,0-1-1,-1 0 1,0 0 0,-4 3-61,-37 43 584,37-44-547,0 1 1,1 1 0,0 0 0,1 1-1,1 0 1,0 1 0,1 0 0,1 0 0,1 1-1,0 0 1,-1 4-38,11-33 777,-4 9-767,1 0 0,0-1 0,1 1-1,-1-1 1,1 1 0,-1 0 0,1-1-1,0 1 1,1 0 0,-1 0-1,0 0 1,1 0 0,-1 0 0,1 0-1,0 0 1,0 0 0,0 1 0,1-1-1,-1 1 1,1-1 0,-1 1 0,1 0-1,0 0 1,0 0 0,0 1-1,0-1 1,0 0 0,0 1 0,0 0-1,0 0 1,1 0 0,-1 0 0,0 1-1,3-1-9,192 94 112,-187-92-113,-4 0 18,-1 0 0,1-1-1,0 1 1,0-1-1,0 0 1,-1-1 0,1 0-1,0 0 1,-1 0-1,1-1 1,0 0 0,-1 0-1,0-1 1,0 0 0,0 0-1,0 0 1,1-1-17,29-62-914,-18-7-4129,-16 62 3703,5-32-3230,-2 0 2094</inkml:trace>
  <inkml:trace contextRef="#ctx0" brushRef="#br0" timeOffset="42316.051">9624 11904 6585,'0'0'1159,"0"0"2117,0 0-746,0 0-835,0 0-562,0 0-523,11-5-84,-5 1-365,-5 3-132,0 0 0,0-1 0,0 1-1,0 0 1,1 0 0,-1 0 0,0 0 0,0 0 0,1 1 0,-1-1 0,1 0 0,-1 1-1,1-1 1,-1 0 0,1 1 0,-1 0 0,1-1 0,-1 1 0,1 0 0,-1 0 0,1 0 0,0 0-1,-1 0 1,1 0 0,-1 0 0,1 1 0,-1-1 0,1 1 0,-1-1 0,1 1 0,-1-1 0,1 1-1,-1 0 1,0 0 0,1 0 0,-1 0 0,0 0 0,0 0 0,0 0 0,0 0 0,0 0-1,0 0 1,1 1-29,40 135 2877,-43-197-2062,-36-2-787,37 61-37,-1 0-1,0 0 1,1 0 0,-1 0-1,0 0 1,0 0 0,0 0 0,0 0-1,0 0 1,0 0 0,0 0-1,-1 0 1,1 1 0,0-1 0,0 0-1,0 1 1,-1-1 0,1 1-1,0 0 1,-1-1 0,1 1 0,0 0-1,-1 0 1,1 0 0,-1 0-1,1 0 1,0 0 0,-1 0 0,1 0-1,0 1 1,-1-1 0,1 0 0,0 1-1,-1-1 1,1 1 0,0 0-1,0-1 1,0 1 0,-1 0 0,1 0-1,0-1 1,0 1 0,0 0-1,0 0 1,0 0 0,1 0 0,-1 1-1,0-1 1,0 0 0,0 1 9,-10 17 2,1 1 0,0 0 0,2 0 1,0 0-1,2 1 0,0 1 0,1-1 0,1 1 0,1-1 1,1 1-1,1 0 0,1 0 0,1 0 0,1 6-2,3-19 15,-1-1-1,1 0 1,0 0-1,1 0 0,0-1 1,0 0-1,1 0 0,0-1 1,0 1-1,1-1 1,-1-1-1,1 0 0,0 0 1,1 0-1,-1-1 0,1 0 1,0-1-1,0 0 1,0 0-1,0-1 0,1 0 1,-1-1-1,0 0 0,1 0 1,-1-1-1,1 0 1,-1-1-1,1 0 0,-1 0 1,0-1-1,1-1 1,6-2-15,-9 2-8,-1 0 0,1 0 0,-1 0 0,0-1 0,0 0 0,0-1 0,-1 1 0,0-1 0,0 0 0,0 0 0,0-1 1,-1 1-1,0-1 0,0 0 0,0 0 0,-1-1 0,0 1 0,0-1 0,-1 1 0,0-1 0,0 0 0,0 0 1,-1 0-1,0 0 0,0 0 0,-1 0 0,0 0 0,0 0 0,-1-1 0,0 1 0,0 0 0,0 0 0,-1 0 1,0 1-1,-1-1 0,1 0 0,-1 1 0,-1 0 0,1-1 0,-1 1 0,0 0 0,0 1 0,-1-1 0,0 1 0,-4-4 8,9 9 6,-1-1 0,1 1 0,-1-1 0,0 0-1,0 1 1,1 0 0,-1-1 0,0 1-1,0-1 1,0 1 0,1 0 0,-1 0 0,0-1-1,0 1 1,0 0 0,0 0 0,1 0-1,-1 0 1,0 0 0,0 0 0,0 0 0,0 0-1,0 1 1,1-1 0,-1 0 0,0 0-1,0 1 1,0-1 0,1 0 0,-1 1 0,0-1-1,0 1 1,1-1 0,-1 1 0,0-1-1,1 1 1,-1 0 0,1-1 0,-1 1 0,1 0-1,-1-1 1,1 1 0,-1 0 0,1 0-1,0 0 1,-1-1 0,1 1 0,0 0 0,0 0-1,-1 0 1,1 0 0,0-1 0,0 1-1,0 0 1,0 0 0,0 0 0,0 0 0,1 0-1,-1-1 1,0 1 0,0 0 0,0 0-1,1 0 1,-1 0 0,1-1 0,-1 1 0,0 0-6,6 69 122,-3-59-112,1 0-1,0 0 1,0 0 0,1-1 0,0 1 0,1-1-1,1-1 1,-1 1 0,1-1 0,1 0-1,0 0 1,0-1 0,0 0 0,1-1 0,0 0-1,1 0 1,0-1 0,0 0 0,0-1-1,0 0 1,1-1 0,0 0 0,0 0 0,0-1-1,1-1 1,-1 0 0,1 0 0,-1-1 0,1-1-1,1 0-9,-11 0 2,1-1 0,0 1 0,0-1 0,0 1-1,0-1 1,0 0 0,-1 0 0,1-1 0,0 1 0,-1 0-1,1-1 1,-1 0 0,1 1 0,-1-1 0,0 0 0,0 0-1,0 0 1,0-1 0,0 1 0,0 0 0,-1-1 0,1 1-1,-1-1 1,1 0 0,-1 1 0,0-1 0,0 0 0,0 0-1,-1 0 1,1 0 0,-1 0 0,0 0 0,1 0-1,-1 0 1,0 1 0,-1-1 0,1-2-2,-24-111-66,21 107 62,0 0 0,-1 0 0,0 1 0,-1 0 0,0-1 0,0 2 0,-1-1 0,0 1 0,-1 0 0,1 0 0,-1 0 0,0 1 0,-1 0 0,0 1 1,0-1-1,0 2 0,0-1 0,-1 1 0,1 0 0,-1 1 0,-6-2 4,11 7-55,1 0 0,-1 0 0,1 1-1,0-1 1,0 1 0,0-1 0,0 1 0,0 0 0,1 0 0,-1 1 0,1-1-1,0 0 1,-1 1 0,2-1 0,-1 1 0,0 0 0,1 0 0,0-1 0,0 1-1,0 0 1,0 0 0,0 0 0,1 0 0,0 0 0,0 0 0,0 1 0,0-1-1,1 0 1,0 0 0,0 0 0,0-1 0,0 2 55,-1-4-28,1 2-358,-1-1 1,1 1 0,0 0 0,0 0 0,0-1 0,1 1 0,-1 0 0,1-1 0,-1 1 0,1-1 0,0 0 0,0 1 0,0-1 0,0 0 0,0 0 0,0 0 0,1-1 0,-1 1 0,1 0-1,-1-1 1,1 0 0,0 0 0,-1 1 0,1-2 0,0 1 0,0 0 0,0 0 0,0-1 0,0 0 0,0 1 0,0-1 0,0 0 0,1-1 385,33 5-6330</inkml:trace>
  <inkml:trace contextRef="#ctx0" brushRef="#br0" timeOffset="42761.156">10573 11929 13035,'0'0'2598,"0"0"-558,0 0-872,0 0-586,-25 2 50,-81 11-271,101-12-333,0 0-1,-1 1 0,1-1 0,0 1 0,0 0 0,0 1 0,0-1 1,1 1-1,-1 0 0,0 0 0,1 1 0,0-1 0,0 1 1,0 0-1,1 0 0,-1 0 0,1 1 0,0-1 0,-1 3-27,3-6-2,0 1 0,0-1 0,1 1 0,-1 0 0,0 0 0,1 0 0,0-1 0,-1 1 0,1 0 0,0 0 0,0 0 0,0 0 1,0-1-1,0 1 0,0 0 0,0 0 0,1 0 0,-1 0 0,1-1 0,-1 1 0,1 0 0,0 0 0,0-1 0,0 1 0,0-1 0,0 1 0,0-1 0,0 1 0,0-1 0,1 1 0,-1-1 0,0 0 0,1 0 0,-1 0 0,1 0 0,0 0 0,-1 0 0,1 0 0,0 0 0,-1-1 0,1 1 0,0-1 0,0 1 0,0-1 0,0 0 2,63 12-143,-57-13 131,-1 2-1,1-1 1,-1 1 0,0 0 0,1 1-1,-1 0 1,0 0 0,0 1-1,0-1 1,0 2 0,-1-1-1,1 1 1,-1 0 0,0 0-1,0 0 1,0 1 0,0 0-1,-1 0 1,0 1 0,1 0 12,-1 2 14,0-1 1,-1 1-1,0 0 0,0 0 1,-1 1-1,0-1 1,0 1-1,-1 0 0,0 0 1,0-1-1,-1 1 1,0 0-1,-1 0 1,0 0-1,0 0 0,-2 8-14,-70 14 2250,-84-19-1228,136-11-5104,17-1-4482,25-2 5040</inkml:trace>
  <inkml:trace contextRef="#ctx0" brushRef="#br0" timeOffset="43444.23">10949 11916 6425,'0'0'4807,"0"0"-2240,0 0-859,0 0-391,-1-9 167,-5-19-428,2 39 253,2 63 823,2-31-1283,15 176 1102,-13-211-1930,0 0 0,0 1 0,1-1 1,0 0-1,0-1 0,1 1 0,0 0 0,1-1 0,-1 0 0,1 0 0,1 0 1,-1-1-1,1 1 0,0-2 0,0 1 0,1 0 0,0-1 0,0-1 0,0 1 1,1-1-1,-1 0 0,1-1 0,6 3-21,-10-5-13,0 0 0,1 0 0,-1 0 0,0 0 0,1-1 0,-1 0 0,1 0-1,-1 0 1,0 0 0,1-1 0,-1 1 0,1-1 0,-1 0 0,0-1 0,0 1 0,0-1 0,0 0 0,0 0 0,0 0 0,0 0 0,0-1 0,-1 1 0,1-1 0,-1 0 0,0 0 0,0 0 0,0-1-1,0 1 1,-1-1 0,1 1 0,-1-1 0,0 0 0,0 0 0,0 0 0,-1 0 0,1 0 0,-1-1 0,0 1 0,0 0 0,-1-1 0,1 1 0,-1-1 0,0 1 0,0 0 0,-1-1 0,1 1-1,-2-4 14,6-17-164,-2-1-1,-1 1 0,-2-1 0,0 1 0,-1 0 0,-2-1 0,0 1 0,-2 1 0,-1-1 0,0 1 1,-2 0-1,-1 0 0,-1 1 0,-1 1 0,-1 0 0,-1 1 0,-14-18 165,27 37 0,-1 0 1,0 0-1,0 0 0,0 0 1,0 1-1,0-1 0,0 0 1,0 1-1,-1 0 0,1-1 0,0 1 1,-1 0-1,1 0 0,-1 0 1,1 1-1,-1-1 0,0 1 0,1-1 1,-1 1-1,0 0 0,1 0 1,-1 0-1,0 0 0,1 0 1,-1 1-1,0-1 0,1 1 0,-1 0 1,1 0-1,-1 0 0,1 0 1,-1 0-1,1 0 0,0 1 0,0-1 1,-1 1-1,1 0 0,0-1 1,0 1-1,1 0 0,-1 0 0,0 0 1,1 1-1,-1-1 0,1 0 1,0 0-1,-1 1 0,1-1 1,0 3-1,-42 129-104,40-52-2019,3-77 1569,0 1-1,1 0 0,-1-1 0,2 1 1,-1-1-1,0 1 0,1-1 0,0 0 1,0 1-1,1-1 0,0 0 0,-1-1 1,1 1-1,1 0 0,-1-1 0,1 0 1,0 1-1,0-1 0,0-1 0,1 1 555,18 9-1469</inkml:trace>
  <inkml:trace contextRef="#ctx0" brushRef="#br0" timeOffset="43780.507">10835 12069 6337,'0'0'1826,"0"0"-247,0 0-427,0 0-169,10 4 95,158 23 4683,-99-25-4346,97-8-2383,-156-11-9192,-10 11 8142</inkml:trace>
  <inkml:trace contextRef="#ctx0" brushRef="#br0" timeOffset="48113.12">7044 14056 5337,'0'0'499,"0"0"457,0 0 2295,0 0-1454,0 0-325,-1-16-564,-5-51 78,5 65-905,1 0 1,-1 0-1,1 0 0,-1 0 1,1 0-1,-1 0 0,0 0 1,0 0-1,0 1 0,0-1 1,0 0-1,-1 1 0,1-1 1,0 1-1,-1-1 1,1 1-1,-1 0 0,1-1 1,-1 1-1,0 0 0,0 0 1,1 0-1,-1 0 0,0 1 1,0-1-1,0 0 0,0 1 1,0-1-1,0 1 0,0 0 1,0-1-1,0 1 0,0 0 1,0 1-1,0-1 1,0 0-1,0 0 0,0 1 1,0-1-1,0 1 0,0 0 1,0-1-1,0 1 0,0 0 1,1 0-1,-1 0 0,0 1 1,0-1-82,-3 9 41,0 0 0,1 1 1,0 0-1,0-1 0,1 1 1,0 1-1,1-1 0,1 0 1,0 0-1,0 1 1,1-1-1,0 1 0,1-1 1,0 0-1,1 1 0,1 2-41,2-5 28,-1-1 0,1 0 1,0-1-1,0 1 0,1-1 0,0 0 0,1 0 0,-1-1 0,1 0 0,1 0 0,-1-1 0,1 0 0,0 0 1,0 0-1,0-1 0,1 0 0,-1-1 0,1 0 0,0-1 0,0 1 0,0-2 0,0 1 0,0-1 1,1-1-1,-1 1 0,0-2 0,0 1 0,0-1 0,1-1 0,7-2-28,-11 0 1,1 0 0,-1-1 0,-1 0 0,1 0 0,-1 0 0,0-1 0,0 0 0,-1 0 0,0 0 0,0-1 0,0 1 0,-1-1 0,1 0 0,-2 0 0,1 0 0,-1-1 0,0 1 0,-1 0 0,0-1 0,0 1 0,0-1 0,-1 1 0,0-1 0,-1 0 0,1 1 0,-1-1 0,-1 1 0,0 0 0,0-1 0,0 1 0,-1 0 0,0 0 0,0 0 0,-1 1 0,0-1 0,-2-3-1,2 5-14,1 1 0,0 0-1,-1-1 1,0 1 0,0 0 0,0 1-1,-1-1 1,1 1 0,-1 0-1,0 0 1,0 0 0,0 1 0,0-1-1,0 1 1,0 1 0,-1-1 0,1 1-1,-1 0 1,1 0 0,-1 0 0,1 1-1,-1 0 1,0 0 0,1 0-1,-1 1 1,1 0 0,-1 0 0,1 0-1,-1 1 1,1-1 0,0 1 0,0 1-1,0-1 1,0 1 0,0 0 0,0 0-1,1 0 1,-1 1 0,1-1 0,0 1-1,0 0 1,1 0 0,-1 1-1,1-1 1,0 1 0,-2 4 14,-6 45-753,11-51 480,0 0 1,0 0 0,0 0-1,0 0 1,1 0 0,0 0 0,-1 1-1,1-1 1,0 0 0,0-1-1,1 1 1,-1 0 0,1 0-1,-1 0 1,1-1 0,0 1 0,0-1-1,0 0 1,0 1 0,0-1-1,1 0 1,-1 0 0,1 0-1,-1-1 1,1 1 0,0 0 0,0-1-1,0 0 1,-1 0 0,1 0-1,0 0 1,0 0 0,1 0-1,0-1 273,31 4-1664,-4-4 899</inkml:trace>
  <inkml:trace contextRef="#ctx0" brushRef="#br0" timeOffset="48428.154">7165 13754 4977,'0'0'1863,"0"0"3281,0 0-2446,0 0-938,0 0-476,0 0-139,-6-12-81,5 9-957,-16-30 320,27 36 178,10 26-166,-1 0 0,-2 1 0,-1 1 0,-2 0 0,-1 2 0,-1-1 0,-2 1 0,-1 1 0,3 26-439,70 191 332,-76-241-555,1-18-12459,-7-5 10687,0 13 2007,0-26-2807</inkml:trace>
  <inkml:trace contextRef="#ctx0" brushRef="#br0" timeOffset="48718.099">7791 13787 7290,'0'0'1270,"0"0"1267,0 0-1191,0 0-522,0 0 95,-6 21 500,-124 316 3334,63-204-5803,5-117-9954,40-16 8229</inkml:trace>
  <inkml:trace contextRef="#ctx0" brushRef="#br0" timeOffset="48997.695">7383 13816 5641,'0'0'2241,"0"0"3477,0 0-3311,0 0-1224,21 20 448,133 130 1959,-100-88-2319,-8-8-947,1-2-1,3-2 1,2-2-1,5 0-323,-44-38-245,13 10-26,-11-6-3258,-15-14 3500,1 1-10898,-1-5 9746,-2-10-1948</inkml:trace>
  <inkml:trace contextRef="#ctx0" brushRef="#br0" timeOffset="49419.38">8090 14063 5921,'0'0'319,"0"0"783,0 0 3164,0 0-1518,0 0-1201,0 0-564,16-1 268,310-35 2895,-207 31-5837,-125 18-9963,-9-9 9990</inkml:trace>
  <inkml:trace contextRef="#ctx0" brushRef="#br0" timeOffset="49690.727">8297 14221 6545,'0'0'1807,"0"0"551,0 0-1156,0 0-365,0 0 240,0 0 272,8 9 6,-5-4-1244,1-1 0,-1 0-1,1 0 1,-1 0 0,1-1 0,1 1-1,-1-1 1,0 0 0,1 0 0,0 0 0,-1-1-1,1 1 1,0-1 0,0-1 0,0 1-1,1-1 1,-1 1 0,0-2 0,0 1-1,5 0-110,33 0 92,107 2 1084,-52-12-5242,-65 0-4966,-24 3 2117</inkml:trace>
  <inkml:trace contextRef="#ctx0" brushRef="#br0" timeOffset="50326.306">8878 13974 6385,'0'0'3058,"0"0"-493,0 0-1102,0 0-586,0 0-295,0 0 123,17-20-78,58-59-201,-72 76-398,1 0 1,0 0 0,-1 1 0,1-1 0,0 1 0,0 0-1,0 0 1,1 1 0,-1-1 0,0 1 0,1 0 0,-1 0-1,1 0 1,-1 1 0,1-1 0,0 1 0,-1 0 0,1 0 0,-1 1-1,1 0 1,-1-1 0,1 2 0,-1-1 0,4 2-29,-2-1 31,0 1 0,-1-1 1,0 2-1,1-1 0,-1 0 0,0 1 1,-1 0-1,1 0 0,-1 1 0,0-1 1,0 1-1,0 0 0,0 0 0,-1 0 1,0 1-1,0-1 0,0 1 0,-1-1 1,0 1-1,0 0 0,0 0 0,-1 0 1,0 0-1,0 1-31,7 150 401,-9-144-375,-1 0 1,0 0 0,-1 0 0,0 0-1,-1-1 1,-1 1 0,0-1 0,-1 0-1,0-1 1,-1 1 0,0-1 0,0 0-1,-1-1 1,-1 0 0,0 0 0,-4 3-27,12-12-2,-1 1 1,1-1-1,-1 1 1,1-1-1,-1 0 1,0 1 0,0-1-1,0 0 1,1 0-1,-1 0 1,0-1-1,0 1 1,0 0-1,0-1 1,0 1 0,-1-1-1,1 0 1,0 1-1,0-1 1,0 0-1,0 0 1,0-1-1,0 1 1,0 0 0,0-1-1,0 1 1,0-1-1,0 0 1,0 1-1,0-1 1,0 0-1,0 0 1,0-1 0,0 1-1,1 0 1,-1 0-1,1-1 1,-1 1-1,1-1 1,-1 0-1,1 1 1,0-1 0,0 0-1,0 0 1,0 0-1,0 1 1,0-1-1,0 0 1,1 0-1,-1-1 1,1 1 0,-1 0-1,1-1 2,-16-112-221,19 113 223,-1 1-1,0-1 1,1 1 0,-1 0-1,1 0 1,0 0-1,-1 0 1,1 0 0,0 0-1,0 1 1,0-1-1,-1 1 1,1 0-1,0 0 1,0 0 0,0 0-1,-1 1 1,1-1-1,0 1 1,0-1 0,0 1-1,-1 0 1,1 0-1,-1 0 1,1 1 0,-1-1-1,1 0 1,-1 1-1,0 0 1,1 0-1,-1-1 1,1 3-2,19 10 203,0-1 1,1-1-1,0-2 1,1 0-1,0-1 1,0-1-1,1-2 0,0 0 1,0-1-1,1-2 1,22 0-204,57-6-270,-84-34-10202,-21 22 8202</inkml:trace>
  <inkml:trace contextRef="#ctx0" brushRef="#br0" timeOffset="51131.41">9624 13896 14739,'0'0'2894,"0"0"-1206,0 0-961,0 0-212,0 0 160,0 0 114,9 6-56,138 92 818,-147-98-1546,1-1 1,0 1-1,0-1 1,0 1-1,-1-1 1,1 1-1,0-1 1,-1 1-1,1-1 1,0 0 0,-1 1-1,1-1 1,-1 0-1,1 0 1,-1 1-1,1-1 1,-1 0-1,1 0 1,-1 0 0,0 1-1,0-1 1,1 0-1,-1 0 1,0 0-1,0 0 1,0 0-1,0 0 1,0 0-1,0 1 1,0-1 0,0 0-1,0 0 1,-1 0-1,1 0 1,0 0-1,-1 0 1,1 1-1,0-1 1,-1 0-1,1 0 1,-1 0 0,1 1-1,-1-1 1,1 0-1,-1 1 1,0-1-1,1 0 1,-1 1-1,0-1 1,0 1 0,1-1-1,-1 1 1,0 0-1,0-1 1,0 1-1,0 0-5,-92-74-501,91 72 499,-1 0-1,0 1 1,0-1-1,1 1 1,-1 0-1,0 0 1,0 0-1,0 0 1,-1 0-1,1 0 1,0 1-1,0 0 0,0 0 1,0 0-1,-1 0 1,1 0-1,0 0 1,0 1-1,0 0 1,0 0-1,0-1 1,0 2-1,0-1 1,0 0-1,0 1 1,0-1-1,1 1 1,-1 0-1,0 0 1,1 0-1,0 0 0,-1 0 1,1 1-1,-1 1 3,-2 5 12,1 0-1,0 0 1,1 0-1,0 1 0,0-1 1,1 1-1,0 0 1,1 0-1,0 0 0,1-1 1,0 1-1,0 0 0,1 0 1,0 0-1,1 0 1,0-1-1,1 1 0,0 0 1,0-1-1,1 0 0,0 0 1,1 0-1,0-1 1,0 1-1,1-1 0,0 0 1,0-1-1,1 1 0,0-1 1,2 1-12,2-1 7,1 0 0,0-1 0,0 0 0,0 0 0,0-1 0,1-1 0,0 0 0,0-1 0,0-1 0,1 0 0,-1 0 0,0-1 0,1-1 0,-1-1 0,1 1 0,5-3-7,-15 2-60,0-1 1,0 0-1,0 0 0,0 0 0,0-1 1,-1 1-1,1-1 0,-1 0 1,0 0-1,1 0 0,-2 0 1,1-1-1,0 1 0,-1-1 1,1 0-1,-1 0 0,0 1 0,0-1 1,-1-1-1,1 1 0,-1 0 1,0 0-1,0-1 0,0 1 1,-1 0-1,1-1 0,-1 1 1,0-1-1,0 1 0,-1 0 1,1-1-1,-1 1 0,0 0 0,-1-3 60,2-6-53,40 31 554,-31-8-427,0 0-1,1 0 0,0-1 1,1 0-1,0-1 0,0 0 1,1 0-1,0-2 0,0 1 1,0-2-1,1 1 0,0-2 1,0 0-1,1 0 0,-1-1 1,7 0-74,-6-2 30,-11 0-26,0 0-1,1 0 1,-1 0-1,0-1 1,1 1 0,-1-1-1,1 0 1,-1 0-1,1 0 1,-1 0-1,1 0 1,-1-1 0,1 0-1,-1 1 1,1-1-1,-1-1 1,0 1 0,0 0-1,1-1 1,-1 0-1,0 1 1,0-1 0,-1-1-1,1 1 1,0 0-1,-1-1 1,1 1 0,-1-1-1,0 0 1,0 1-1,0-1 1,0 0 0,0 0-1,-1-1 1,0 1-1,1 0 1,-1 0 0,0-3-4,0-2-34,0 0 1,-1 0 0,0 0 0,-1 0-1,1-1 1,-2 1 0,1 0 0,-1 0 0,0 0-1,-1 1 1,0-1 0,0 0 0,0 1 0,-1 0-1,0 0 1,-1 0 0,0 0 0,0 1-1,0 0 1,-1 0 0,0 0 0,0 1 0,0-1-1,-1 1 1,1 1 0,-1 0 0,0 0 0,-1 0-1,1 0 1,-1 1 0,-2 0 33,5 0-4,1 1 1,-1-1-1,0 1 0,0 1 1,0-1-1,0 0 0,0 1 0,0 0 1,0 1-1,-1-1 0,1 1 1,0 0-1,0 0 0,-1 0 1,1 1-1,0 0 0,0 0 1,0 0-1,0 1 0,0-1 1,0 1-1,0 1 0,1-1 1,-1 0-1,1 1 0,-1 0 0,1 0 1,0 1-1,0-1 0,0 1 1,1 0-1,-1 0 0,1 0 1,0 0-1,0 0 0,1 1 1,-1 0-1,-1 3 4,4-5-304,1-1 1,0 0-1,-1 0 0,1 0 1,0 0-1,0 0 0,0 0 1,0 0-1,0 0 0,1 0 1,-1 0-1,0-1 0,1 1 1,0-1-1,-1 1 0,1-1 1,0 1-1,0-1 0,0 0 1,0 0-1,0 0 0,0 0 1,0 0-1,0 0 1,0-1-1,0 1 0,0-1 1,0 1-1,1-1 0,-1 0 1,0 0-1,0 0 0,1 0 1,-1 0-1,0 0 0,1-1 304,33 2-4719</inkml:trace>
  <inkml:trace contextRef="#ctx0" brushRef="#br0" timeOffset="51642.794">10467 13803 12859,'0'0'2775,"0"0"-1016,0 0-913,0 0-438,0 0 358,0 0-363,-14 4-280,-45 14-106,56-16-19,1 1 0,-1-1 0,1 1 0,0-1 0,0 1 0,0 0 0,0 0 0,1 0 0,-1 0 0,1 0 0,-1 1 0,1-1 0,0 0 0,1 0 0,-1 1 0,0-1 0,1 1 0,0-1 0,0 0 0,0 1 0,0-1 0,1 1 0,-1-1 0,1 0 0,1 4 2,-1 8-12,-1-13-55,1 1-1,0-1 1,0 0 0,0-1 0,0 1 0,0 0 0,1 0 0,-1 0 0,1-1 0,-1 1 0,1 0 0,-1-1 0,1 0 0,0 1 0,0-1 0,0 0 0,0 0 0,0 0-1,0 0 1,0 0 0,0 0 0,0-1 0,0 1 0,0-1 0,1 1 0,-1-1 0,0 0 0,0 0 0,1 0 0,-1 0 0,0-1 0,0 1 0,0 0 0,1-1 0,-1 1-1,0-1 68,41 5-314,151 56 425,-192-59-77,0 0-1,0 1 1,-1-1 0,1 1 0,0-1 0,-1 1 0,1 0 0,-1 0 0,1-1 0,-1 1-1,0 0 1,0 0 0,0 1 0,0-1 0,0 0 0,0 0 0,0 0 0,-1 1 0,1-1-1,-1 0 1,0 1 0,0-1 0,0 0 0,0 1 0,0-1 0,0 0 0,0 1 0,-1-1-1,1 0 1,-1 0 0,0 1 0,0-1 0,0 0 0,0 0 0,0 0 0,0 0 0,0 0-1,-1 0 1,1 0 0,-1 0 0,1-1 0,-1 1 0,0-1 0,0 1 0,0-1 0,1 1-1,-2-1 1,1 0 0,0 0 0,0 0 0,0 0 0,0-1 0,0 1 0,-1 0 0,1-1-1,0 0 1,-1 1 0,1-1 0,0 0 0,-1 0 0,1 0-34,-302 62 2268,289-52-3000,29 0-8378,7-10 6103</inkml:trace>
  <inkml:trace contextRef="#ctx0" brushRef="#br0" timeOffset="52730.544">10852 13736 6257,'0'0'910,"0"0"2579,0 0-1862,0 0-681,0 0-335,-15-1 927,1 67 961,22 153 2899,-7-212-5362,1 0 1,0 0-1,0 0 1,1 0-1,0-1 1,0 0 0,0 1-1,1-1 1,0 0-1,0-1 1,0 1-1,1-1 1,0 1-1,0-1 1,0-1-1,1 1 1,-1-1 0,1 0-1,0 0 1,1-1-1,-1 0 1,0 0-1,1 0 1,0-1-1,-1 0 1,1 0-1,0-1 1,0 0 0,4 0-37,-6 0 3,-1-1 0,0 0 0,1 0 1,-1 0-1,1-1 0,-1 0 0,0 0 1,1 0-1,-1 0 0,0-1 0,0 1 1,0-1-1,0 0 0,0-1 0,0 1 1,0-1-1,-1 1 0,1-1 1,-1 0-1,0 0 0,0-1 0,0 1 1,0 0-1,-1-1 0,1 0 0,-1 0 1,0 0-1,0 0 0,-1 0 0,1 0 1,-1 0-1,0-1 0,0 1 0,0 0 1,0-1-1,-1 1 0,0-1 1,0 0-4,4-11-68,-2 1 1,0 0 0,-1-1 0,0 0 0,-1 1 0,-1-1 0,0 1 0,-1-1 0,-1 1 0,-1 0 0,0 0 0,-1 0-1,0 0 1,-1 1 0,-1 0 0,0 0 0,-1 0 0,-1 1 0,0 0 0,0 1 0,-1 0 0,-1 1 0,-4-4 67,13 13-17,1 1 1,-1-1 0,0 1-1,0 0 1,1 0 0,-1 0 0,0 0-1,0 0 1,0 0 0,0 0-1,0 0 1,0 1 0,0-1-1,-1 1 1,1 0 0,0-1 0,0 1-1,0 0 1,0 0 0,-1 1-1,1-1 1,0 0 0,0 1 0,0-1-1,0 1 1,0 0 0,0-1-1,0 1 1,0 0 0,0 0-1,0 1 1,0-1 0,1 0 0,-1 1-1,0-1 1,1 1 0,-1-1-1,1 1 1,0-1 0,-1 1 0,1 0-1,0 0 1,0 0 0,0 0-1,0 0 1,1 0 0,-1 0 0,0 0-1,1 0 1,-1 0 0,1 0-1,0 1 1,0-1 0,0 1 16,-12 66-3359,10-14-3773,2-31 4705,0-9 1039</inkml:trace>
  <inkml:trace contextRef="#ctx0" brushRef="#br0" timeOffset="53027.558">10830 13909 2969,'0'0'2958,"0"0"1400,0 0-2415,0 0-825,0 0-25,0 0 419,14 1-135,175 3 1861,-144-4-6825,-4 0-4773,-41 0 5078</inkml:trace>
  <inkml:trace contextRef="#ctx0" brushRef="#br0" timeOffset="53760.192">11515 13801 5049,'0'0'874,"0"0"-521,0 0 423,0 0 2366,0 0-1260,0 0-845,-4 0-436,-1 5-269,0 0 0,0 1 0,1-1 0,0 1 0,0 0 0,1 0 1,-1 1-1,1-1 0,1 1 0,-1 0 0,1 0 0,1-1 0,-1 1 0,1 0 1,0 1-1,1-1 0,-1 0 0,1 0 0,1 0 0,-1 0 0,1 0 0,1 3-332,-3-5 65,0 0 0,0 0 0,1 0 0,-1 0 0,1 0-1,0 0 1,1 0 0,-1 1 0,1-1 0,0 0-1,0 0 1,1 0 0,-1-1 0,1 1 0,0 0 0,1 0-1,-1-1 1,1 1 0,0-1 0,0 0 0,0 0-1,0 0 1,1 0 0,-1-1 0,1 1 0,0-1-1,0 0 1,1 0 0,-1-1 0,1 1 0,-1-1 0,1 0-1,0 0 1,0 0 0,0-1 0,0 0 0,0 0-1,0 0 1,0 0 0,0-1-65,3 1 15,-1 0 1,0-1-1,0 0 0,0-1 0,0 1 1,0-1-1,0-1 0,0 1 0,0-1 1,0 0-1,0-1 0,-1 0 1,1 0-1,-1 0 0,0-1 0,0 0 1,0 0-1,0 0 0,-1-1 0,1 0 1,-1 0-1,-1 0 0,1-1 1,-1 0-1,0 1 0,0-2 0,0 1 1,-1 0-1,0-1 0,-1 1 0,2-5-15,-1 5-9,-1-1 0,0 1 0,0 0 0,-1 0 0,0-1 0,0 1 0,0-1 0,-1 1 0,0-1 0,0 1 0,-1-1-1,0 1 1,0-1 0,0 1 0,-1 0 0,0-1 0,0 1 0,0 0 0,-1 0 0,0 1 0,0-1 0,-1 0 0,0 1 0,1 0-1,-2 0 1,1 0 0,-1 0 0,1 1 0,-1 0 0,-1 0 0,1 0 0,0 1 0,-1-1 0,0 1 0,0 1 0,0-1-1,0 1 1,0 0 0,0 0 0,-1 1 0,1-1 0,-1 2 9,2-2-7,-1 0 0,0 0 0,0 1 1,0 0-1,0 0 0,-1 1 0,1 0 0,0 0 0,0 0 0,0 1 1,0 0-1,0 0 0,0 0 0,0 1 0,0 0 0,0 0 0,1 1 0,-1-1 1,1 1-1,-1 0 0,1 1 0,0-1 0,0 1 0,1 0 0,-1 1 0,1-1 1,0 1-1,0-1 0,0 1 0,1 0 0,0 1 0,0-1 0,0 0 1,0 1-1,1 0 0,0 0 0,0 0 0,1-1 0,0 2 0,-1 2 7,25 75-1354,-18-79 750,0 1 0,0-1 1,0 0-1,1 0 0,0-1 1,0 1-1,1-1 0,-1-1 0,1 1 1,-1-1-1,1 0 0,0-1 0,1 0 1,-1 0-1,0 0 0,0-1 1,1 0-1,-1 0 0,1-1 0,-1 0 1,1-1-1,-1 1 0,0-1 1,1-1-1,6-1 604,19-10-2382</inkml:trace>
  <inkml:trace contextRef="#ctx0" brushRef="#br0" timeOffset="54081.022">11626 13409 6889,'0'0'1245,"0"0"3409,-9-21-1945,-48-118 947,75 222-626,41 120 780,-39-122-3296,3-1 1,4-1 0,3-2-1,4 0 1,11 11-515,-37-73-273,-11-13-8119,-10-14-604,4 2 7650,-8-10-3228</inkml:trace>
  <inkml:trace contextRef="#ctx0" brushRef="#br0" timeOffset="54593.614">12081 13540 15523,'0'0'2049,"0"0"-1100,0 0-453,0 0 499,0 0 647,0 0-488,-9 15-518,-43 129 1572,51-127-1963,-3-3-154,1 0 1,1 0-1,0 0 0,1 0 1,0 0-1,2 1 1,-1-1-1,2 0 0,0 0 1,0 0-1,1 0 1,1 0-1,1-1 1,0 1-1,0-1 0,1 0 1,1-1-1,0 0 1,1 0-1,0 0 1,7 6-92,-10-15 7,-1 0 0,1 0 0,-1-1 0,1 0 0,0 0 0,0 0 0,0 0 0,0-1 0,0 0 0,0 0 0,0 0 0,0-1 0,0 0 0,1 0 0,-1 0 0,0 0 0,0-1 0,0 0 0,0 0 0,0 0 0,0-1 0,0 0 0,0 0 0,0 0 0,-1 0 0,1-1 0,-1 0 0,1 0 0,-1 0 0,0 0 0,-1-1 0,1 0 0,0 1 0,-1-1 0,0-1 0,2-2-7,5-7-78,0 1 0,-2-1 1,0-1-1,0 1 1,-2-1-1,1-1 0,-2 1 1,0-1-1,-1 0 1,-1 0-1,0-3 78,1 6-51,-2-1 0,1 0 1,-2 1-1,0-1 0,0 0 0,-1 0 0,-1 0 0,-1 1 1,0-1-1,0 0 0,-1 1 0,-1-1 0,0 1 0,-1 0 0,-1 1 1,0-1-1,0 1 0,-1 0 0,-1 0 0,0 1 0,-1 0 1,0 1-1,0 0 0,-1 0 0,0 1 0,-1 0 0,0 1 1,-1 0-1,1 1 0,-1 0 0,-1 1 0,-9-4 51,16 8 10,-1 1 0,0 0-1,0 0 1,0 1 0,0-1-1,0 1 1,0 1 0,0 0 0,0 0-1,0 0 1,0 0 0,0 1 0,1 1-1,-1-1 1,1 1 0,-1 0-1,1 0 1,0 1 0,0 0 0,1 0-1,-1 0 1,1 1 0,0-1-1,0 1 1,0 1 0,1-1 0,0 1-1,0 0 1,0 0 0,0 0 0,1 0-1,0 0 1,1 1 0,0-1-1,0 1 1,0 0 0,0 0 0,1 3-10,-3 4-66,1 0 1,0 1 0,1-1-1,1 1 1,0-1 0,1 1-1,1 0 1,0-1 0,1 1-1,0-1 1,2 0 0,-1 0-1,3 4 66,30 36-4241,24-16-5428,-25-29 5793</inkml:trace>
  <inkml:trace contextRef="#ctx0" brushRef="#br0" timeOffset="54914.581">11987 13812 6337,'0'0'2846,"0"0"1798,0 0-2134,0 0-1189,0 0-51,0 0 724,12 1 530,281-52-342,-67-2-1827,-252 33-9861,-5 9 1679</inkml:trace>
  <inkml:trace contextRef="#ctx0" brushRef="#br0" timeOffset="961854.221">12335 11175 7386,'0'0'16,"0"0"34,0 0 542,0 0 1813,9-7-639,-5 4-1477,38-32 1275,-25 1 3023,-17 33-3978,0 1 169,0 0 134,0 0-175,0 0-147,0 0-123,0 0-2,-4 37 344,-5 10-776,1 0-1,2 1 0,3 0 0,1 0 1,3-1-1,2 8-32,2-38-14,1-1 0,0 0 0,2 0 0,0-1 0,0 0 0,2 0 0,0-1 0,0 0 0,1-1 0,1 0 1,0-1-1,1 0 0,0-1 0,7 4 14,23 25-1,404 384 258,-442-417-237,-2 1 0,1 0 1,-1 0-1,0 1 0,0-1 0,-1 1 0,-1-1 0,1 1 0,-1 0 0,-1-1 0,1 1 1,-2 0-1,1 0 0,-1-1 0,0 1 0,-1 0 0,0-1 0,0 1 0,-1-1 0,0 0 1,-1 0-1,0 0 0,0 0 0,-5 6-20,-4 19 93,4-13-43,2 1 0,0-1 0,1 1-1,1 1 1,1-1 0,1 1 0,1 0 0,1-1-1,1 20-49,67 54-16,-35-62-8,110 168-16,-35-159 126,-33-23-72,-66-17-11,-1 1 0,0-1-1,0 1 1,-1 1-1,1 0 1,-1 0-1,0 0 1,0 0-1,0 1 1,0 0 0,-1 0-1,0 1 1,0 0-1,0 0 1,-1 0-1,0 0 1,0 0 0,0 1-1,-1 0 1,0 0-1,0 0 1,-1 0-1,0 0 1,0 1 0,-1-1-1,1 3-2,-2 3 12,-1 0-1,0 0 1,-1 0 0,0-1-1,-1 1 1,0-1-1,-1 0 1,0 0 0,-1 0-1,0 0 1,-1-1-1,-1 0 1,1 0 0,-2 0-1,0-1 1,0 0-1,-6 4-11,-85 96 112,71-82-98,0 1 0,2 1 0,2 2-1,0 0 1,2 1 0,2 2 0,-5 12-14,16-26-38,2-7 24,0 1-1,1 0 1,0 0 0,1 1 0,1-1 0,1 1 0,0 0 0,1 0 0,1 1 0,0 6 14,70 60-140,-49-67 97,-14-12 50,1 1 0,-1-1 0,0 1 0,0 0 0,-1 1-1,0 0 1,0-1 0,0 2 0,0-1 0,-1 0 0,0 1 0,0 0 0,-1 0-1,0 0 1,0 0 0,-1 1 0,0-1 0,0 1 0,0-1 0,-1 1 0,-1 0 0,1-1-1,-1 1 1,0 0 0,-1 0 0,0-1 0,0 1 0,-1 0 0,0-1 0,0 1-1,-1 2-6,-198 294 722,182-262-687,2 1 0,2 0-1,2 1 1,1 1 0,3 0 0,2 0 0,1 1-1,3 0 1,1 0 0,3 6-35,24 265 60,-19-25 11,-11-251-96,-3 0 1,-1 0-1,-2-1 0,-1-1 1,-15 29 24,17-40-127,-2-23-2595,9-39-2216,2 30 4123,-1-47-8928</inkml:trace>
  <inkml:trace contextRef="#ctx0" brushRef="#br0" timeOffset="966915.571">11614 10520 5233,'0'0'1428,"0"0"-782,0 0 41,0 0 1596,0 0-581,15 13 4123,116-20-4957,-31 70-204,-75-48-608,1 0 0,1-2 0,0-1 0,0-1 0,1-1 0,1-2 0,-1-1 0,1-1 0,1-1 0,6-1-56,7 3 230,-1 2-1,0 2 0,-1 2 1,0 1-1,-1 3 1,0 1-1,17 12-229,98 72 995,46 20-222,43-22-598,-214-81-172,-8-6 11,-1 0-1,0 2 1,-1 0-1,0 1 1,-1 1-1,-1 1 1,-1 0-1,-1 1 1,0 1 0,-1 1-1,10 19-13,-6 2 16,-12-24-13,1-1 0,1 1 0,1-2 0,0 1 0,1-1 0,0-1 0,1 0 0,12 11-3,-22-26-1,-1 0 11,-1 0 64,0 0-26,0 0-146,-4-20-3036,-4-2-806,0-3-1278</inkml:trace>
  <inkml:trace contextRef="#ctx0" brushRef="#br0" timeOffset="967859.834">13440 11138 8978,'0'0'3582,"0"0"-1755,0 0-559,0 0-170,0 0 173,0 0-390,-8 8 196,-16 318 1762,-6-85-2172,30-241-665,0 0-4,0 0 18,0 0 32,0 0-18,0 0 74,0-29 67,15-413-42,-15 442 13,0 0 47,0 0 15,0 0-86,0 0 12,0 0-87,0 0 26,0 0 93,0 0-53,0 15 94,1 3-203,0 0-1,1 1 1,2-1 0,-1-1 0,2 1 0,1 0 0,0-1-1,1 0 1,0-1 0,2 1 0,0-2 0,1 1-1,0-1 1,1-1 0,1 0 0,0 0 0,1-1 0,1-1-1,0 0 1,0-1 0,1 0 0,0-1 0,4 0 0,-16-9 6,0 1 1,0-1-1,0 1 1,0-1-1,0 1 1,0 0-1,-1 0 1,1 0-1,0 0 1,-1 0-1,0 1 1,0-1-1,0 1 1,0 0-1,0 0 1,0-1-1,0 1 1,-1 0-1,0 0 1,1 1-1,-1-1 1,0 0-1,-1 0 1,1 1-1,-1-1 1,1 0-1,-1 1 1,0-1-1,0 0 1,0 1-1,-1-1 1,1 0-1,-1 0 1,0 1-1,0-1 1,0 0-1,0 0 1,0 0-1,-1 0 1,0 0-1,1 0 1,-1 0-1,0-1 1,0 1 0,-1 0-1,1-1 1,0 0-1,-1 0 1,-2 2-8,-9 5 23,-1-1-1,1-1 0,-1 0 0,-1-1 0,0 0 0,1-2 0,-1 0 1,-1 0-1,1-2 0,-1 0 0,1 0 0,-1-2 0,-8-1-21,24-1-190,-1-1 1,1 0-1,0 0 0,0 1 0,0-1 1,0 0-1,0 0 0,1 0 0,-1 0 0,1 0 1,0-1-1,0 1 0,0 0 0,0 0 1,0 0-1,1 0 0,-1 0 0,1 0 0,0 0 1,0 0-1,0 0 0,0 1 0,1-1 190,19-40-4171,4 1-2187</inkml:trace>
  <inkml:trace contextRef="#ctx0" brushRef="#br0" timeOffset="969700.786">14569 11304 5921,'0'0'844,"0"0"151,0 0 2253,0 0-1076,0 0-497,0 0-452,15 5 3450,-18 28-4527,-2 0 1,-1-1-1,-2 1 0,-1-1 1,-1-1-1,-12 24-146,6-10 48,-93 223-590,101-252-1271,-2-8-2486,3-7-114</inkml:trace>
  <inkml:trace contextRef="#ctx0" brushRef="#br0" timeOffset="970090.787">14287 11473 5065,'0'0'1462,"0"0"-181,0 0 2587,0 0-1518,0 0-973,0 0-465,11-3 1678,116 155 1817,88 66-2636,-187-190-4093,-11 23-6571,-17-48-2358</inkml:trace>
  <inkml:trace contextRef="#ctx0" brushRef="#br0" timeOffset="970526.798">14248 12167 7242,'0'0'156,"0"0"528,0 0 1670,0 0-657,0 0-585,0 0 55,11 2 248,278-4 4596,-152-7-5173,-17 9-2113,-112 7-3102,-7-1 292</inkml:trace>
  <inkml:trace contextRef="#ctx0" brushRef="#br0" timeOffset="971216.272">14584 12498 6649,'0'0'1613,"0"0"1892,0 0-970,0 0-847,0 0-792,0 0-221,14-10 448,-9 5-1096,0 0-1,0 0 1,0 0 0,1 0-1,0 1 1,0 0 0,0 0-1,0 1 1,0 0 0,1 0-1,0 0 1,-1 1 0,1 0-1,0 0 1,0 0 0,0 1-1,0 1 1,1-1 0,-1 1-1,0 0 1,0 0 0,0 1-1,0 0 1,0 0 0,0 1-1,0 0 1,4 2-27,-3 3 8,0 1 0,-1 0 0,1 0 0,-2 1 0,1 0 0,-1 0-1,-1 0 1,0 1 0,0 0 0,-1 0 0,0 0 0,0 1 0,-1-1 0,-1 1 0,0 0 0,0 0-1,-1 0 1,-1 0 0,0 0 0,0 0 0,-1 0 0,0-1 0,-1 1 0,0 0 0,-1 0 0,0-1-1,-1 0 1,0 1 0,-1-1 0,0-1 0,0 1 0,-1-1 0,0 0 0,-1 0 0,0-1-1,0 1 1,-1-2 0,0 1 0,-5 3-8,11-9-18,0 0 0,0-1 0,0 1-1,0 0 1,0-1 0,0 1 0,-1-1 0,1 0-1,-1 0 1,1 0 0,-1 0 0,1 0 0,-1 0-1,1-1 1,-1 1 0,0-1 0,1 0-1,-1 0 1,0 0 0,0 0 0,1 0 0,-1-1-1,0 1 1,1-1 0,-1 1 0,1-1 0,-1 0-1,1 0 1,-1 0 0,1-1 0,0 1 0,-1 0-1,1-1 1,0 0 0,0 1 0,0-1-1,0 0 1,0 0 0,1 0 0,-1 0 0,1-1-1,-1 1 1,1 0 0,0-1 0,-1 1 0,1-1-1,1 1 1,-1-1 0,0 0 18,1 1-3,-1 0 1,1 0-1,0 1 1,0-1-1,0 0 1,0 0-1,0 1 1,0-1-1,1 0 1,-1 1-1,1-1 1,-1 0-1,1 1 1,-1-1-1,1 0 1,0 1-1,0-1 0,0 1 1,0-1-1,0 1 1,0 0-1,0-1 1,0 1-1,1 0 1,-1 0-1,1 0 1,-1 0-1,0 0 1,1 0-1,0 0 1,-1 1-1,1-1 1,-1 0-1,1 1 1,0-1-1,-1 1 0,1 0 1,0-1-1,0 1 1,-1 0-1,1 0 1,0 0-1,0 1 1,-1-1-1,1 0 1,0 0-1,0 1 1,0 0 2,190 30 760,-175-31-680,-11 1-92,0-1 0,0 0 0,0 0 0,0 0-1,0-1 1,0 1 0,0-2 0,0 1 0,-1-1-1,1 1 1,0-1 0,-1-1 0,1 1 0,-1-1 0,0 0-1,0-1 1,0 1 12,35-31-3386,-24 18-701</inkml:trace>
  <inkml:trace contextRef="#ctx0" brushRef="#br0" timeOffset="977164.609">15637 12007 6313,'0'0'1551,"0"0"2125,0 0-1910,0 0-684,0 0-299,0 0 80,-10 2 140,-35 9 368,76 2 1087,290-6-1854,-314 0-6269,-7-3-1434</inkml:trace>
  <inkml:trace contextRef="#ctx0" brushRef="#br0" timeOffset="977442.509">15604 12213 6177,'0'0'7026,"0"0"-5026,0 0-743,0 0-337,0 0-120,0 0 696,0 0-168,70 25-559,-41-21-617,6 1 8,2-1-160,2 1 0,1-1-80,-3-2-328,-2 1-1025,7-3-559,-13 0-2105,-6 0-3441</inkml:trace>
  <inkml:trace contextRef="#ctx0" brushRef="#br0" timeOffset="978054.965">16702 11840 7698,'0'0'5720,"0"0"-3821,0 0-1345,0 0-104,0 0 102,0 0 101,-23-4-437,-74-11-105,89 15-111,0 1 1,1 1-1,-1-1 0,0 1 1,1 1-1,-1-1 0,1 1 0,0 0 1,0 1-1,0 0 0,0 0 0,0 1 1,1-1-1,0 1 0,0 1 1,0-1-1,1 1 0,0 0 0,0 0 1,-3 6-1,5-9 1,1-1 1,0 0 1,0 0 0,-1 0-1,1 0 1,0 0 0,1 0-1,-1 1 1,0-1 0,1 1-1,-1-1 1,1 1 0,0 0-1,0-1 1,0 1 0,0 0-1,0 0 1,1 0 0,-1 0 0,1 0-1,0 0 1,0-1 0,0 1-1,0 0 1,1 0 0,-1 0-1,1 0 1,-1 0 0,1 0-1,0-1 1,0 1 0,0 0-1,1 0 1,-1-1 0,1 1-1,-1-1 1,1 0 0,0 1-1,0-1 1,0 0 0,0 0-1,0 0 1,1 0 0,-1-1-1,0 1 1,1 0 0,-1-1-1,1 0 1,0 0 0,0 1-1,-1-2 1,1 1 0,0 0-1,0-1 1,0 1 0,0-1-1,0 0-2,108 3 121,-99-5-121,0 1 0,1 0 0,-1 1 0,0 0 0,1 1 0,-1 0 0,0 1 0,0 0 0,0 1 0,0 1 0,0 0-1,0 0 1,-1 1 0,0 1 0,2 1 0,-9-3 39,0 0 0,0 0 0,0 1-1,-1-1 1,0 1 0,0 0 0,0 0-1,-1 0 1,1 0 0,-1 1 0,0-1 0,-1 1-1,1-1 1,-1 1 0,0-1 0,-1 1 0,1 0-1,-1 0 1,0-1 0,0 1 0,-1 0-1,0-1 1,0 1 0,0 0 0,-1-1 0,0 1-1,0-1 1,0 0 0,-1 0 0,1 0 0,-1 0-1,0 0 1,-1 0 0,1-1 0,-1 0-1,0 1 1,-3 1-39,-3 1 115,-1-1 0,0 0 0,0-1 0,0 0 0,-1-1 0,0 0 0,1-1 0,-1-1 0,0 1 0,-1-2 0,1 0-1,0 0 1,0-1 0,-1-1 0,1 0 0,-5-1-115,14 1-13,0 1 0,0-1 1,1 0-1,-1 1 0,0-1 0,0-1 0,1 1 0,-1 0 0,1-1 0,-1 1 0,1-1 1,0 0-1,-1 0 0,1 0 0,0 0 0,0 0 0,0 0 0,1-1 0,-1 1 1,1-1-1,-1 1 0,1-1 0,0 1 0,-1-4 13,1 4-106,1 0-1,-1 0 1,1 0 0,0 0 0,-1 0-1,1 0 1,0 0 0,0 0 0,1 0-1,-1 0 1,0 0 0,1 0 0,-1 0-1,1 0 1,0 0 0,0 0 0,-1 0-1,1 0 1,0 0 0,1 1-1,-1-1 1,0 0 0,0 1 0,1-1-1,-1 1 1,1-1 0,0 1 0,-1 0-1,1 0 1,0 0 0,-1 0 0,1 0-1,0 0 1,1 0 106,152-30-7995,-104 28 1022</inkml:trace>
  <inkml:trace contextRef="#ctx0" brushRef="#br0" timeOffset="978727.187">16929 12160 5473,'0'0'2934,"0"0"-671,0 0-722,0 0-101,0 0 135,22-11-255,69-38-405,-88 47-776,-1 1 0,1-1 0,-1 1 0,1-1 0,-1 0-1,0 0 1,0 0 0,0 0 0,0 0 0,0 0 0,0-1 0,0 1 0,-1-1 0,1 1-1,-1-1 1,0 0 0,0 0 0,0 1 0,0-1 0,0 0 0,0 0 0,-1 0 0,0 0-1,1 0 1,-1 0 0,0 0 0,-1 0 0,1 0 0,0 0 0,-1 0 0,0 0 0,1 1 0,-1-1-1,-1 0-138,2 2 27,0 0 0,-1 1 0,1-1 0,-1 1-1,0-1 1,1 1 0,-1-1 0,1 1 0,-1-1-1,0 1 1,1 0 0,-1-1 0,0 1 0,1 0-1,-1 0 1,0-1 0,0 1 0,1 0-1,-1 0 1,0 0 0,0 0 0,1 0 0,-1 0-1,0 0 1,0 0 0,1 0 0,-1 1 0,0-1-1,1 0 1,-1 0 0,0 1 0,1-1 0,-1 0-1,0 1 1,1-1 0,-1 0 0,0 1 0,1-1-1,-1 1 1,1-1 0,-1 1 0,1 0 0,-1-1-1,1 1 1,-1-1 0,1 1 0,0 0 0,-1-1-1,1 1 1,0 0 0,0-1 0,0 1-1,-1 0 1,1 0 0,0 0-27,-3 5-2,1 0 0,0-1 1,0 2-1,1-1 0,-1 0 0,1 0 0,0 0 0,1 0 1,0 1-1,0-1 0,0 0 0,1 0 0,0 1 0,0-1 0,0 0 1,1 0-1,0 0 0,0 0 0,0 0 0,1-1 0,0 1 1,0-1-1,1 1 0,-1-1 0,1 0 0,0-1 0,0 1 1,1-1-1,0 1 0,-1-1 0,1-1 0,1 1 0,-1-1 1,0 0-1,1 0 0,0 0 0,3 1 2,-3-2-48,-1 0 1,1 0-1,0-1 0,0 0 0,0 0 1,0 0-1,0 0 0,0-1 1,0 0-1,1-1 0,-1 1 0,0-1 1,0 0-1,0-1 0,-1 1 1,1-1-1,0 0 0,-1-1 0,1 1 1,-1-1-1,1 0 0,-1-1 0,0 1 1,-1-1-1,1 0 0,-1 0 1,1-1-1,-1 1 0,0-1 0,-1 0 1,1 0-1,-1 0 0,0 0 1,0-1-1,-1 1 0,0-1 0,0 0 48,14-104-912,-14 109 938,0 0-1,1 0 1,-1 0-1,1 0 1,-1 0-1,1 1 1,-1-1-1,1 1 1,0-1 0,-1 1-1,1 0 1,-1 0-1,1 0 1,0 0-1,-1 1 1,1-1-1,-1 1 1,1 0-1,0-1 1,-1 1 0,0 0-1,1 1 1,-1-1-1,0 0 1,1 1-1,0 1-25,121 131 1387,-107-221-2135,-17 83 724,1-1-1,0 1 0,0 0 1,0 0-1,1-1 1,-1 1-1,1 0 0,0 0 1,0 1-1,1-1 1,-1 0-1,1 1 1,0-1-1,-1 1 0,2 0 1,-1 0-1,0 0 1,0 0-1,1 1 0,0-1 1,-1 1-1,1 0 1,0 0-1,0 0 1,0 1-1,1 0 0,-1-1 1,0 1-1,0 1 1,1-1-1,-1 0 0,0 1 1,1 0-1,-1 0 1,1 1-1,-1-1 1,0 1-1,1 0 0,-1 0 1,0 0-1,0 1 1,0-1-1,0 1 1,4 2 24,103 195 2073,-100-193-4307,-2-5-2708,-4-1 354</inkml:trace>
  <inkml:trace contextRef="#ctx0" brushRef="#br0" timeOffset="979189.73">18281 11798 15507,'0'0'3490,"0"0"-1156,0 0-949,0 0-247,0 0-13,0 0-403,-6 13-317,-23 109 471,27-112-869,0-1 0,0 1 1,1 0-1,0-1 0,1 1 1,0 0-1,1 0 0,-1 0 0,2-1 1,0 1-1,0-1 0,1 1 1,0-1-1,0 0 0,1 0 0,0 0 1,1 0-1,0-1 0,0 0 1,1 0-1,0 0 0,0-1 0,1 0 1,0 0-1,0 0 0,1-1 1,0 0-1,0-1 0,0 0 1,0 0-1,1 0 0,8 2-7,-9-6-86,0 0 0,0 0 0,0-1-1,0 0 1,0-1 0,0 1 0,-1-1 0,1-1-1,0 0 1,0 0 0,-1 0 0,0-1-1,1 0 1,-1-1 0,0 0 0,0 0 0,-1 0-1,1-1 1,-1 0 0,0 0 0,0 0 0,-1-1-1,0 0 1,0 0 0,0 0 0,0-1 0,-1 1-1,0-1 1,-1 0 0,0-1 0,0 1 0,0-1-1,-1 1 1,0-1 0,0 0 0,0-5 86,2 2-17,-1 1 1,0-1-1,-1 1 0,0-1 1,0 0-1,-1 0 1,-1 0-1,0 0 0,0 0 1,-1 0-1,-1 0 1,0 0-1,0 0 0,-1 1 1,0-1-1,-1 1 1,0 0-1,-1 0 0,0 0 1,0 0-1,-1 1 1,0 0-1,-1 0 0,0 1 1,-1 0-1,1 0 1,-1 0-1,-1 1 0,-1-1 17,-8-1 48,0 1 0,0 1 0,-1 0-1,0 1 1,0 1 0,0 1-1,-1 0 1,1 2 0,-1 0 0,0 1-1,0 1 1,0 1 0,1 1 0,-4 1-48,17-2-28,1 1 0,-1-1 1,1 1-1,-1 0 1,1 0-1,0 0 1,0 1-1,0-1 0,0 1 1,1 1-1,-1-1 1,1 1-1,0 0 1,0-1-1,0 2 0,0-1 1,1 0-1,0 1 1,0 0-1,0 0 0,0 0 1,1 0-1,0 0 1,0 0-1,0 1 1,0-1-1,1 0 0,0 1 1,0 0-1,1-1 1,0 1-1,0-1 1,0 1-1,0 0 0,1-1 1,0 1-1,0-1 1,1 1-1,-1-1 1,2 2 27,72 71-6442,-33-54 770</inkml:trace>
  <inkml:trace contextRef="#ctx0" brushRef="#br0" timeOffset="979467.673">18229 11847 8266,'0'0'310,"0"0"325,0 0 1435,0 0-562,0 0-275,0 0 207,13 8 179,108 33 1694,-57-40-1657,-33 1-1324,-1-1-1,0-2 0,1 0 0,-1-2 0,0-2 1,0 0-1,0-2 0,20-8-331,-60 14-4124,-11 1-1113</inkml:trace>
  <inkml:trace contextRef="#ctx0" brushRef="#br0" timeOffset="983387.634">13944 14401 1872,'0'0'4665,"0"0"-398,0 0-2844,0 0-971,0 0-282,-26-5-14,-163-19 1722,181 26-1784,0 1 0,0-1 1,0 2-1,0-1 0,1 1 0,-1 0 0,1 0 0,0 1 0,0 0 1,1 0-1,0 1 0,0 0 0,0 0 0,0 0 0,1 1 0,0 0 1,0 0-1,1 0 0,0 0 0,0 1 0,1 0 0,0-1 0,0 1 0,1 1 1,0-1-1,1 0 0,-1 0 0,1 1 0,1-1 0,0 0 0,0 1 1,1-1-1,0 1 0,1 4-94,64-3 105,5-14-74,-60 2-34,-1 0 0,1 0 1,0 1-1,0 0 1,-1 1-1,1 0 0,0 1 1,0 0-1,0 1 1,-1 0-1,1 1 0,-1 0 1,0 1-1,0 0 1,0 0-1,0 1 1,-1 0-1,1 1 0,-1 0 1,-1 1-1,1-1 1,0 3 2,1 3 3,-1 0 0,-1 0 1,0 1-1,-1 0 0,0 1 1,-1 0-1,0 0 0,-1 0 1,-1 0-1,0 1 0,-1 0 1,-1 0-1,0 0 0,-1 12-3,-4-22 13,0 0-1,-1 0 1,1 0 0,-1 0-1,-1-1 1,1 1 0,0-1-1,-1 0 1,0-1-1,0 1 1,0-1 0,-1 0-1,1 0 1,-1 0 0,1-1-1,-1 0 1,0 0-1,0-1 1,0 1 0,0-1-1,0-1 1,0 1 0,0-1-1,0 0 1,0 0-1,-1-1 1,1 0 0,-2 0-13,-16 2 105,10 0-56,1 1 0,-1-2 0,0 0 1,0 0-1,0-2 0,1 1 1,-1-2-1,0 0 0,1 0 0,0-2 1,0 1-1,0-2 0,-8-4-49,21 10-35,0-1 1,0 0-1,-1 1 0,1-1 0,0 0 1,0 1-1,0-1 0,0 1 1,0-1-1,0 0 0,0 1 0,0-1 1,0 0-1,0 1 0,1-1 0,-1 0 1,0 1-1,0-1 0,1 1 0,-1-1 1,0 0-1,1 1 0,-1-1 0,0 1 1,1-1-1,-1 1 0,1-1 1,-1 1-1,1-1 0,-1 1 0,1 0 1,-1-1-1,1 1 0,-1 0 0,1-1 1,0 1-1,-1 0 0,1 0 0,-1-1 1,1 1-1,0 0 0,-1 0 1,1 0-1,0 0 0,-1 0 0,1 0 1,0 0-1,-1 0 0,1 0 0,0 0 1,-1 1-1,1-1 0,0 0 0,-1 0 1,1 1-1,-1-1 0,1 0 0,0 1 35,3-2-303,92-18-9734,-52 12 6717</inkml:trace>
  <inkml:trace contextRef="#ctx0" brushRef="#br0" timeOffset="983821.833">14248 14965 6529,'0'0'6091,"0"0"-3317,0 0-1171,0 0-584,0 0-184,0 0 42,10-11-175,32-36-414,-39 42-275,0 0 1,-1 0 0,1 0 0,-1 0-1,0 0 1,-1 0 0,1 0-1,-1-1 1,0 1 0,0-1 0,-1 1-1,0-1 1,0 1 0,0-1-1,-1 1 1,1-1 0,-1 1-1,-2-6-13,3 9 14,-1 1 0,1-1 0,-1 0 0,0 1 0,1-1 0,-1 1 0,0-1 0,0 0 0,0 1 0,0 0 0,0-1 0,-1 1 0,1 0 0,0-1 0,-1 1 0,1 0-1,-1 0 1,1 0 0,-1 0 0,1 1 0,-1-1 0,0 0 0,1 1 0,-1-1 0,0 1 0,0-1 0,1 1 0,-1 0 0,0 0 0,0 0 0,1 0 0,-1 0-1,0 0 1,0 0 0,0 1 0,1-1 0,-1 0 0,0 1 0,1 0 0,-1-1 0,0 1 0,1 0 0,-1 0 0,1 0 0,-1 0 0,1 0 0,-1 0 0,1 0-1,0 1 1,0-1 0,0 0 0,-1 1 0,1-1 0,0 1 0,1-1 0,-1 1 0,0 0 0,0-1 0,1 1 0,-1 0 0,1-1 0,-1 1-14,-3 4 9,-1 1 1,1-1-1,0 1 1,1 0 0,0 0-1,0 0 1,0 0-1,1 0 1,0 1 0,0-1-1,1 1 1,0-1-1,0 1 1,1 0-1,0-1 1,0 1 0,1 0-1,0-1 1,0 1-1,1-1 1,0 1 0,0-1-1,1 0 1,0 1-1,0-2 1,0 1-1,1 0 1,0-1 0,1 1-1,-1-1 1,1 0-1,2 0-9,9 1-13,0-2-1,1 0 0,0-1 0,0-1 0,0 0 0,0-2 1,1 0-1,-1 0 0,0-2 0,1 0 0,7-2 14,33-28-3145,-48-34-8491,-12 40 9635</inkml:trace>
  <inkml:trace contextRef="#ctx0" brushRef="#br0" timeOffset="984274.513">14443 14821 7162,'0'0'832,"0"0"2286,0 0-1025,0 0-363,0 0-280,21 7-237,69 22-50,-83-26-1018,-1 0 0,1 0-1,-1 1 1,1 0 0,-1 0-1,-1 0 1,1 1-1,0 0 1,-1 0 0,0 0-1,0 1 1,-1 0 0,0 0-1,0 0 1,0 0 0,0 1-1,-1-1 1,0 1 0,-1 0-1,1 0 1,0 6-145,18 37 76,-8-91-238,-11 26 145,1 0 1,1 1-1,0-1 1,1 1 0,1 0-1,0 0 1,1 0-1,0 1 1,1 0-1,1 0 1,0 1 0,0 0-1,1 1 1,1 0-1,0 1 1,3-3 16,-10 13 83,-1-1 0,1 0 0,-1 1 0,1 0 0,0 0 0,-1 0 0,1 0 0,-1 1 0,1-1 0,0 1 0,-1 0 0,0 0 0,1 0 0,-1 1 0,1-1 0,-1 1 0,0 0 0,0 0 0,0 0 0,0 0 0,0 0 0,-1 1 0,1-1 0,-1 1 0,1 0 0,-1-1 0,0 1 0,0 0 0,0 1 0,-1-1 0,1 0 0,-1 0 0,0 1 0,1-1 0,-1 1 0,-1-1 0,1 1 0,0 0-83,7 13 401,76 129 1424,-83-146-1850,0 1 0,-1-1 0,1 0 0,0 0 0,-1 0 0,1 0 0,-1 0 0,1 0 0,0 0 0,-1 0 0,1 0 0,0 0 0,-1 0 0,1 0 0,0 0 0,-1 0 0,1-1 0,-1 1 0,1 0 0,0 0 0,-1-1 0,1 1 0,-1 0 0,1-1 0,-1 1 0,1-1 0,-1 1 0,1-1 0,-1 1 0,0-1 0,1 1 0,-1-1 0,0 1 0,1-1 0,-1 1 0,0-1 0,0 0 0,1 1 0,-1-1 0,0 1 0,0-1 0,0 0 0,0 1 0,0-1 0,0 0 0,0 1 0,0-1 0,0 0 0,0 1 0,0-1 0,0 1 0,-1-1 0,1 0 0,0 1 0,0-1 0,-1 1 0,1-1 0,0 0 0,-1 1 0,1-1 25,1-5-362,5-36-3048,-1-2-3945</inkml:trace>
  <inkml:trace contextRef="#ctx0" brushRef="#br0" timeOffset="984603.436">14623 14198 7482,'0'0'6008,"0"0"-3323,0 0-1458,0 0-362,0 0 333,0 0 307,2 9 82,131 8 974,-105-18-2307,-1 2-412,35-1 521,-29-13-7015,-24 3-182</inkml:trace>
  <inkml:trace contextRef="#ctx0" brushRef="#br0" timeOffset="984950.803">15152 13938 7986,'0'0'1611,"0"0"3196,0 0-2291,0 0-1523,0 0-494,0 0 458,4 10 634,47 180 3792,-2-4-3904,-39-166-1385,-5-25-4022,-3-9-1544</inkml:trace>
  <inkml:trace contextRef="#ctx0" brushRef="#br0" timeOffset="985858.623">15886 14454 6041,'0'0'651,"0"0"404,0 0 2315,0 0-1065,0 0-329,0 0-576,-8-4-604,5 3-768,1 0-1,-1 0 0,1 0 1,-1 1-1,0-1 0,1 1 1,-1-1-1,1 1 0,-1 0 0,0 0 1,1 0-1,-1 0 0,0 0 1,1 1-1,-1-1 0,1 1 1,-1 0-1,0 0 0,1 0 1,0 0-1,-1 0 0,1 0 0,0 1 1,-1-1-1,1 1 0,0 0 1,0-1-1,0 1 0,1 0 1,-1 0-1,0 0 0,1 0 0,-1 1 1,1-1-1,0 0 0,-1 1 1,1-1-1,0 1-27,-31 52 575,2 2 0,2 1-1,3 1 1,2 1 0,3 1 0,3 1 0,3 0-1,2 1 1,3 1 0,3 0 0,2 27-575,2-71 151,0 1-1,2 0 1,0 0 0,1 0 0,2 0 0,0-1 0,1 1 0,1-1-1,1 0 1,0 0 0,2 0 0,0-1 0,1-1 0,1 1 0,1-1 0,8 9-151,-1-2 8,2-1 1,1-1 0,1-1 0,0-1-1,2-1 1,0-1 0,1-1 0,1-1 0,1-1-1,0-1 1,1-2 0,8 2-9,-14-11-806,-3-35-7941,-19 3 2677</inkml:trace>
  <inkml:trace contextRef="#ctx0" brushRef="#br0" timeOffset="986217.146">16356 14374 10274,'0'0'1084,"0"0"2756,0 0-2290,0 0-1050,0 0-119,0 0 951,-7 28 502,-51 189 213,-92 202-1443,148-416-1185,1-5-2820,1-5-1036</inkml:trace>
  <inkml:trace contextRef="#ctx0" brushRef="#br0" timeOffset="986466.378">16081 14534 7090,'0'0'6873,"0"0"-5121,0 0-1039,0 0-297,0 0 928,0 0 552,82 140-391,-50-86-441,0-1-872,0-2 376,-2-7-568,0-1 8,-3-8-8,-3-4 0,-1-6-248,-3-3-1816,-8-6-1017,-7-8-3713</inkml:trace>
  <inkml:trace contextRef="#ctx0" brushRef="#br0" timeOffset="986727.39">16071 15228 5217,'0'0'7346,"0"0"-4306,0 0-1527,0 0-521,0 0-520,0 0 1072,0 0-295,156-20-593,-106 11-120,-1-2-528,0 4 232,-9 3-240,-3 4-672,-10 0-2329,-12 0-2432</inkml:trace>
  <inkml:trace contextRef="#ctx0" brushRef="#br0" timeOffset="987283.95">16202 15405 7394,'0'0'6644,"0"0"-3757,0 0-1515,0 0-534,0 0 277,0 0-84,21-8-543,67-25-368,-85 32-122,0-1 0,0 0 1,0 1-1,0 0 0,1-1 1,-1 1-1,0 0 0,0 1 0,1-1 1,-1 1-1,1-1 0,-1 1 1,0 0-1,1 0 0,-1 1 1,1-1-1,-1 1 0,0 0 1,1-1-1,-1 1 0,0 1 1,0-1-1,0 0 0,0 1 0,0 0 1,0 0-1,0-1 0,0 2 1,-1-1-1,1 0 0,-1 0 1,1 1-1,-1 0 0,0-1 1,0 1-1,0 0 0,-1 0 0,2 2 2,9 122 218,-13-99-207,0-19-102,-1 1 0,0-1 0,-1 0 0,0 0 0,-1 0 0,0 0 0,0 0 1,-1-1-1,0 1 0,0-1 0,-1-1 0,0 1 0,0-1 0,-1 0 0,0 0 0,0-1 1,0 0-1,-1 0 0,0-1 0,0 0 0,-1 0 0,1-1 0,-1 0 0,0-1 0,0 0 0,-1 0 1,1-1-1,0 0 0,-1 0 0,1-1 0,-1-1 0,-7 0 91,16-1-2,-1 0-1,1 0 1,-1 0 0,1 0 0,0-1-1,0 1 1,0 0 0,0-1-1,0 1 1,0-1 0,0 0-1,0 1 1,0-1 0,1 0-1,-1 1 1,1-1 0,-1 0-1,1 0 1,0 1 0,0-1 0,-1 0-1,1 0 1,1 0 0,-1 1-1,0-1 1,0 0 0,1 0-1,-1 1 1,1-1 0,-1 0-1,1 0 1,0 1 0,-1-1-1,1 1 1,0-1 0,0 1 0,0-1-1,0 1 1,1-1 0,-1 1-1,0 0 1,1 0 0,-1 0-1,1 0 1,-1 0 0,1 0-1,-1 0 1,1 0 0,0 0 2,9-5 125,1 1 1,1 0-1,-1 0 1,1 1-1,0 1 1,-1 0 0,2 0-1,-1 2 1,0-1-1,0 2 1,0 0-1,1 0 1,-1 2-1,0-1 1,0 2-1,0-1 1,0 2 0,0 0-1,-1 0 1,2 2-126,127 20 827,-117-25-991,116-16 1267,-136 13-1344,0 0 0,0 0 0,0-1 0,-1 1 0,1-1 0,-1 0-1,0 0 1,1 0 0,-1-1 0,-1 1 0,1-1 0,0 1 0,-1-1 0,0 0 0,0 0 0,0 0 0,0 0 0,-1 0 0,2-5 241,2-18-5613</inkml:trace>
  <inkml:trace contextRef="#ctx0" brushRef="#br0" timeOffset="987884.872">16660 14094 6689,'0'0'479,"0"0"-251,0 0 330,0 0 1632,0 0-559,-8 0-658,-24 0-158,25 0 509,8 7 899,95 135 723,-46-60-2382,-3 2 0,-4 2 0,-4 2 0,-3 2 0,-5 1 0,-3 1 0,-5 1 0,5 51-564,-22-93 163,-1 0 0,-3 0-1,-2 0 1,-3 0 0,-1 0 0,-3 0 0,-2-1 0,-2 0-1,-2-1 1,-3 0 0,-14 31-163,10-29-488,29-44-5461,11-7-338</inkml:trace>
  <inkml:trace contextRef="#ctx0" brushRef="#br0" timeOffset="988515.596">17529 14756 7162,'0'0'830,"0"0"-119,0 0 1138,0 0 734,0 0-600,0 0-645,-1 5-350,-6 15 153,39-9 2779,289-26-550,-313 15-3031,-4 0-5334,-12 4-205</inkml:trace>
  <inkml:trace contextRef="#ctx0" brushRef="#br0" timeOffset="988801.023">17544 15110 11931,'0'0'2896,"0"0"-1448,0 0-375,0 0 231,0 0 144,0 0-512,153-2-511,-115-5 55,1-2-472,-4 2 168,-3 3-168,0 0-8,-2-1-24,-1 1-904,16-5-1073,-8 0-2440,-5 2-9530</inkml:trace>
  <inkml:trace contextRef="#ctx0" brushRef="#br0" timeOffset="990235.015">18375 14425 8954,'0'0'5201,"0"0"-3007,0 0-1515,0 0-401,0 0-40,-3 7 238,-10 33 354,1 0 1,3 0-1,1 1 1,2 0-1,2 1 1,2-1-1,2 40-830,0-71 51,0 1 1,0 0-1,1-1 1,1 1-1,-1 0 0,2-1 1,0 1-1,0-1 0,1 0 1,0 0-1,0 0 0,1-1 1,1 0-1,-1 0 1,2 0-1,-1 0 0,1-1 1,0 0-1,1-1 0,0 1 1,0-1-1,1-1 1,0 0-1,0 0 0,0-1 1,1 0-1,-1 0 0,1-1 1,0 0-1,1-1 0,8 2-51,-11-4 21,0 0-1,0 0 0,0 0 0,0-1 0,0 0 0,0-1 1,0 0-1,0 0 0,0-1 0,0 1 0,-1-2 0,1 1 0,0-1 1,-1-1-1,0 1 0,0-1 0,0 0 0,0-1 0,-1 1 1,0-1-1,0-1 0,0 1 0,0-1 0,-1 0 0,0-1 0,0 1 1,-1-1-1,0 0 0,0 0 0,0 0 0,-1 0 0,0-1 1,0 1-1,-1-1 0,1-8-20,2-9-23,0 0 1,-2 0-1,-1-1 1,-1 1-1,-2-1 1,0 1-1,-2-1 1,0 1-1,-2 0 1,-1 0-1,-1 0 0,-1 1 1,-1 0-1,-1 0 1,-1 1-1,-1 1 1,-1 0-1,-1 0 1,-1 2-1,-14-17 23,26 32-28,0 0 0,-1 1-1,1-1 1,-1 1 0,0 0 0,0-1-1,0 2 1,-1-1 0,1 0-1,-1 1 1,0 0 0,0 0 0,0 1-1,0-1 1,0 1 0,-1 0 0,1 0-1,-1 1 1,0 0 0,1 0-1,-1 0 1,0 1 0,0-1 0,1 1-1,-1 1 1,0-1 0,1 1 0,-1 0-1,0 0 1,1 1 0,-1 0-1,1 0 1,-1 0 0,1 0 0,-3 3 28,0 5-109,1 0 0,-1 1 0,2 0 0,0 0 0,0 0 0,1 1 1,1 0-1,-1 0 0,2 0 0,0 1 0,1-1 0,-1 4 109,-8 150-4847,12-101-15,5-13-3588</inkml:trace>
  <inkml:trace contextRef="#ctx0" brushRef="#br0" timeOffset="990669.002">18278 14625 6313,'0'0'1451,"0"0"2227,0 0-978,0 0-1047,0 0-879,0 0-407,7 2 281,199 19 4158,-153-23-4382,-1-2 0,1-3 0,-1-2-1,-1-2 1,2-3-424,-40 10-1511,-38 13-3070,-3 4 159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9:50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500 112 5089,'0'0'1096,"0"0"1525,0 0-410,0 0-1141,0 0-100,0 0-224,0-12-54,-12-82 3258,-86 88-1452,87 12-2452,-1 1 0,1 0 0,0 0 0,1 1-1,0 1 1,0 0 0,1 0 0,0 1 0,0 0 0,1 0-1,1 1 1,0 0 0,0 0 0,1 1 0,1 0 0,-1 0-46,-10 32 273,1 0 0,3 0 1,1 1-1,2 1 1,3 0-1,1 0 0,2 23-273,-1-11 264,4-1 0,2 1 0,2-1 0,3 0 0,2 0 0,3-1-1,11 31-263,61 134 123,37 143 109,3 337 1673,-92-352-1860,-35-337-41,-1 0 0,0 0-1,0 0 1,-1-1 0,-1 0 0,0 0-1,0 0 1,-1-1 0,0 0 0,-1 0 0,0-1-1,-1 0 1,0 0 0,-1-1 0,1 0 0,-1-1-1,-1 0 1,1 0 0,-1-1 0,0-1-1,-1 0 1,0 0 0,1-1 0,-1-1 0,-6 1-4,3 0 10,-1-1 0,1-1 0,-1-1-1,0 0 1,1-1 0,-1 0 0,0-1 0,1-1 0,-1-1 0,1 0 0,-1-1 0,1-1 0,1 0 0,-1-1 0,1 0 0,0-2 0,-10-6-10,-47-23 85,70 36-89,1 1-53,0 0-62,22 0-1469,118 0-11591,-90 0 7493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0:59:5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74 5209,'0'0'604,"0"0"-360,0 0-390,0 0 40,-3-2 81,-7-5 46,-4-10-302,-8 0 2584,16-9 5805,1 22-2389,2 12-7348,1 3-4021,2-6-135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0:3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7 187 3185,'0'0'3227,"0"0"1955,0 0-2336,0 0-1380,0 0-434,0 0-357,0-9-25,0 5-552,-2-2-45,1 0 1,0 0-1,0 0 0,0 0 1,1 0-1,0 0 1,0 0-1,1 0 0,-1 0 1,1 0-1,1 0 1,-1 1-1,1-1 0,0 0 1,0 1-1,1-1 1,-1 1-1,1 0 0,0-1 1,1 1-1,-1 1 0,1-1 1,0 1-1,0-1 1,1 1-1,-1 0 0,1 1 1,0-1-1,0 1 1,0 0-1,1 0 0,-1 0 1,0 1-1,1 0 1,5-1-54,-6 5-7,1 1 0,-1 0 0,0 0 1,0 1-1,-1 0 0,1 0 1,-1 0-1,0 0 0,0 0 0,0 1 1,0 0-1,-1 0 0,0 0 0,0 0 1,0 1-1,-1-1 0,1 1 1,-2-1-1,1 1 0,0 0 0,-1 0 1,0 0-1,0 5 7,8 37 24,-3 0 0,-1 1 1,-2 0-1,-3-1 0,-3 15-24,3-56 2,1-1 0,-1 0 0,0 0 0,0-1 0,0 1 0,0 0 0,-1 0 0,0-1 0,-1 1 0,1 0 0,-1-1 1,0 1-1,0-1 0,-1 0 0,1 0 0,-1 0 0,0 0 0,-1 0 0,1-1 0,-1 1 0,0-1 0,0 0 0,0 0 0,-1 0 1,0-1-1,1 0 0,-1 1 0,0-2 0,0 1 0,-1-1 0,1 1 0,-1-1 0,1-1 0,-1 1 0,-4 0-2,6-6-9,-1 1-1,1-1 1,0 0 0,0 0-1,0 0 1,0 0-1,1-1 1,0 1-1,0-1 1,0 0-1,0 0 1,1 0 0,0 0-1,0-1 1,0 1-1,1-1 1,0 1-1,0-1 1,0 1 0,1-1-1,-1 0 1,1 1-1,1-1 1,-1 1-1,2-6 10,55 20 114,-5 23 23,-41-24-104,1-1 0,-1 0 0,1 0 0,0-1 1,1 0-1,-1-2 0,1 1 0,0-1 0,1-1 0,-1 0 0,7-1-33,-14-1-317,0 0-1,-1 0 1,1-1 0,0 0 0,0 0-1,0-1 1,0 0 0,0 0-1,0 0 1,0 0 0,-1-1 0,1 0-1,0-1 1,-1 1 0,0-1-1,0 0 1,0 0 0,0 0 0,0-1-1,0 0 1,-1 0 0,0 0-1,0-1 1,0 1 0,0-1-1,-1 0 1,0 0 0,0 0 0,0 0-1,0-1 1,-1 1 0,0-1-1,0 1 1,-1-1 0,1 0 0,-1 0-1,-1 0 318,0-3-1033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0:33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73 273 6849,'0'0'7162,"0"0"-4253,0 0-1578,0 0-715,0 0 92,0 0 176,7 0-142,90 33 280,-234-60-1322,134 30 309,-1 0 0,1 0-1,0 0 1,0 0-1,1 0 1,-1 1 0,1-1-1,-1 1 1,1 0-1,0-1 1,1 1-1,-1 0 1,1 0 0,-1 0-1,1 1 1,0-1-1,1 0 1,-1 0 0,1 0-1,0 1 1,0-1-1,0 0 1,0 1 0,1-1-1,0 0 1,0 3-9,-1 4 27,0-2-18,1 0 0,0 0 0,0-1 0,1 1 0,-1 0 0,2-1 1,0 0-1,0 1 0,0-1 0,1-1 0,0 1 0,0 0 0,1-1 0,0 0 0,1 0 0,-1 0 0,1-1 0,1 0 0,-1 0 0,1 0 1,0-1-1,0 0 0,1 0 0,-1-1 0,1 0 0,0 0 0,0-1 0,0 0 0,1-1 0,-1 1 0,1-2 0,0 1 0,-1-1 0,1 0 0,1-1-9,-3 1-4,-1 0-1,1-1 1,0 1-1,-1-1 1,1 0-1,-1-1 0,1 0 1,-1 0-1,1 0 1,-1-1-1,0 0 0,0 0 1,0-1-1,0 1 1,0-1-1,0-1 1,0 1-1,-1-1 0,0 0 1,0 0-1,0-1 1,0 1-1,-1-1 1,0 0-1,0 0 0,0-1 1,0 1-1,-1-1 1,0 0-1,0 0 0,-1 0 1,1 0-1,-1 0 1,-1 0-1,1-1 1,-1 1-1,0-1 0,-1 1 1,1-6 4,0 9-19,-1-1 1,1 1-1,-1-1 0,0 0 1,0 1-1,0-1 0,0 1 1,-1-1-1,0 1 1,1-1-1,-1 1 0,0-1 1,-1 1-1,1-1 0,-1 1 1,1 0-1,-1 0 1,0 0-1,0 0 0,0 0 1,-1 0-1,1 1 0,-1-1 1,1 1-1,-1 0 1,0-1-1,0 1 0,-1 0 19,1 23 38,5-13-22,-1 0 1,2 0 0,-1 0 0,1 0 0,0 0-1,1-1 1,-1 1 0,2-1 0,-1 0 0,1 0-1,0 0 1,0-1 0,1 0 0,0 0 0,0 0-1,0-1 1,1 0 0,0 0 0,0 0 0,0-1-1,0 0 1,1-1 0,0 1 0,-1-2 0,1 1-1,0-1 1,1 0 0,-1 0 0,0-1-1,0-1 1,1 1 0,6-1-17,-10 1 0,0-1-1,0 1 1,0-1-1,0 0 1,0 0-1,0 0 1,0-1-1,0 1 1,0-1-1,0-1 1,0 1-1,0-1 1,-1 0-1,1 0 1,0 0-1,-1 0 1,0-1-1,1 0 1,-1 0-1,0 0 1,-1 0-1,1-1 1,0 0-1,-1 1 1,0-1-1,0 0 1,0-1-1,0 1 1,-1-1-1,0 1 0,0-1 1,0 1-1,0-1 1,-1 0-1,0 0 1,0 0-1,0-4 1,0 3-2,-1 0-1,1 0 0,-2 0 1,1 0-1,-1-1 0,0 1 0,0 0 1,0 0-1,-1 0 0,0 1 1,0-1-1,-1 0 0,0 1 1,0-1-1,0 1 0,0 0 0,-1 0 1,0 0-1,0 1 0,0-1 1,-1 1-1,1 0 0,-1 0 0,0 0 1,0 1-1,-1 0 0,1 0 1,-1 0-1,1 1 0,-1 0 0,0 0 1,-1 0 2,4 0-17,0 0 0,0 0 1,0 0-1,0 1 0,-1-1 0,1 1 1,0 0-1,-1 0 0,1 0 0,0 1 1,-1-1-1,1 1 0,-1 0 0,1 0 1,-1 0-1,1 0 0,-1 1 0,1-1 1,-1 1-1,1 0 0,0 0 1,0 0-1,-1 0 0,1 1 0,0 0 1,0-1-1,0 1 0,0 0 0,0 0 1,1 0-1,-1 1 0,1-1 0,-1 1 1,1-1-1,0 1 0,0 0 0,0 0 1,0 0-1,1 0 0,-1 0 1,1 0-1,0 1 0,0-1 0,0 0 1,0 1-1,0-1 0,1 1 0,0-1 1,-1 4 16,3-5-342,0 1-1,0-1 1,0 1 0,1-1 0,-1 0 0,0 0 0,1 0 0,0 0 0,-1-1 0,1 1 0,0-1 0,0 1 0,0-1 0,0 0 0,0 0 0,0 0 0,0-1-1,0 1 1,0-1 0,0 0 0,0 1 0,1-1 0,-1-1 0,0 1 0,0 0 0,0-1 0,2 0 342,8 1-1689,27 0-689</inkml:trace>
  <inkml:trace contextRef="#ctx0" brushRef="#br0" timeOffset="448.838">971 153 8194,'0'0'5322,"0"0"-2679,0 0-1510,0 0-282,0 0 6,-21 8-35,-65 25-369,85-33-446,-1 0-1,1 0 1,0 0 0,-1 0-1,1 1 1,0-1 0,-1 1-1,1-1 1,0 1 0,0-1-1,-1 1 1,1 0 0,0-1-1,0 1 1,0 0 0,0 0-1,0 0 1,0 0 0,0 0-1,0 0 1,0 0 0,0 0-1,1 0 1,-1 1 0,0-1-1,1 0 1,-1 0-1,1 1 1,-1-1 0,1 0-1,0 1 1,0-1 0,-1 1-1,1-1 1,0 0 0,0 1-1,0-1 1,1 0 0,-1 1-1,0 0-6,2 8-177,53 0-547,9-10 417,-50-2 293,1 1 1,-1 1-1,0 0 0,0 1 1,1 0-1,-1 1 1,0 1-1,0 0 1,0 1-1,-1 0 0,0 1 1,1 1-1,-2 0 1,9 5 13,-18-8 6,0 0 1,0 0-1,-1 0 1,0 1-1,1-1 1,-1 0-1,0 1 1,0 0-1,-1-1 1,1 1-1,-1 0 1,0 0 0,0 0-1,0 0 1,0 0-1,-1 0 1,1 0-1,-1 0 1,0 0-1,-1 0 1,1 0-1,-1 0 1,1 0-1,-1 0 1,0 0-1,-1 0 1,1-1-1,-1 1 1,1 0-1,-1-1 1,0 1-1,-1-1 1,1 1-1,-1-1 1,1 0-1,-1 0 1,0 0-1,0-1 1,0 1 0,0-1-1,-1 1 1,1-1-1,-1 0 1,1-1-1,-1 1-6,-170 82 1063,173-83-1144,1-1-265,20-13-5216,-1-5 869,-4-2 1869</inkml:trace>
  <inkml:trace contextRef="#ctx0" brushRef="#br0" timeOffset="2020.854">1425 67 6577,'0'0'914,"0"0"1817,0 0-1493,0 0-495,-8 23 23,-37 154 2112,44-174-2806,6 171 2596,-4-169-2618,0-1 0,0 1 0,1 0 0,-1-1 0,1 1 0,1-1 0,-1 0 0,0 1 0,1-1 0,0 0 0,0-1 0,0 1 0,1 0 0,-1-1 0,1 0 0,0 0 0,0 0 0,0 0 0,0-1 0,0 1 0,1-1 0,-1 0 0,1 0 0,-1-1 0,1 0 1,0 1-1,-1-1 0,1-1 0,0 1 0,0-1 0,0 0 0,0 0 0,4-1-50,-2 0 57,0 0 0,-1 0 0,1-1 0,0 0 0,-1-1 0,1 0 0,-1 0 0,0 0 0,0 0 0,0-1 1,0 0-1,-1-1 0,1 1 0,-1-1 0,0 0 0,-1 0 0,1 0 0,-1-1 0,0 0 0,0 0 0,-1 0 0,0 0 1,0 0-1,0-2-57,38-166 507,-41 162-506,0 1-1,-1 0 1,0-1-1,-1 1 1,0 0-1,-1 0 1,0 0-1,-1 0 1,-1 1-1,1 0 1,-1-1-1,-1 1 1,0 1-1,0-1 1,-1 1-1,0 1 1,-1-1-1,0 1 1,0 0-1,-1 1 0,0 0 1,0 0-1,-1 1 1,1 0-1,-11-4 0,17 8-31,1 1-1,0 0 0,0-1 0,-1 1 0,1 0 1,-1 0-1,1 1 0,-1-1 0,1 0 0,-1 1 1,0 0-1,1-1 0,-1 1 0,1 0 1,-1 0-1,0 0 0,1 1 0,-1-1 0,0 1 1,1 0-1,-1-1 0,1 1 0,-1 0 0,1 0 1,0 1-1,-1-1 0,1 0 0,0 1 0,0-1 1,0 1-1,0 0 0,0 0 0,0 0 1,1 0-1,-1 0 0,1 0 0,-1 0 0,1 0 1,0 1-1,-1-1 0,1 1 0,1-1 0,-1 1 32,-16 72-2015,13 43-5924,4-85 5400,0-12 1770</inkml:trace>
  <inkml:trace contextRef="#ctx0" brushRef="#br0" timeOffset="2441.584">1329 371 2473,'0'0'3327,"0"0"391,0 0-1786,0 0-513,0 0 71,25-6 1,192-56 1622,-54 35-1518,-163 27-1643,1 1 1,-1 0 0,1 0 0,0 0-1,-1 0 1,0 0 0,1 0 0,-1-1-1,0 1 1,1 0 0,-1 0 0,0 0-1,0 0 1,0 0 0,0 0 0,0 0-1,0 0 1,0 0 0,0 0 0,0 0-1,0 0 1,-1 0 0,1 0 0,0 0-1,-1 0 1,1 0 0,-1 0 0,1 0-1,-1 0 1,1-1 0,-1 1 0,0 0-1,1 0 1,-1-1 0,0 1-1,1 0 1,-1-1 0,0 1 0,0-1-1,0 1 1,0-1 0,0 1 0,0-1-1,1 0 1,-1 1 0,-1-1 47,-31-12-8551,27-7 5992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0:4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75 598 5217,'0'0'652,"0"0"-70,0 0 859,0 0 2463,0 0-1268,0 0-997,-3-10-476,-11-30-60,14 41-1065,0-1 0,0 0 0,1 1-1,-1-1 1,0 0 0,0 1 0,0-1 0,0 1-1,0-1 1,0 0 0,0 1 0,0-1-1,0 1 1,0-1 0,0 0 0,0 1 0,0-1-1,0 0 1,0 1 0,-1-1 0,1 1 0,0-1-1,0 0 1,0 1 0,-1-1 0,1 0-1,0 1 1,0-1 0,-1 0 0,1 0 0,0 1-1,0-1 1,-1 0 0,1 0 0,0 1 0,-1-1-1,1 0 1,-1 0 0,1 0 0,0 0-1,-1 0 1,1 1 0,0-1 0,-1 0 0,1 0-1,-1 0 1,1 0 0,0 0 0,-1 0 0,1 0-1,-1 0 1,1-1 0,0 1 0,-1 0-1,1 0 1,0 0 0,-1 0 0,1 0 0,0-1-1,-1 1 1,1 0 0,0 0 0,-1-1-38,-1 6 67,1 1 1,0-1 0,0 0-1,0 0 1,1 1-1,-1-1 1,1 0 0,1 1-1,-1-1 1,1 0-1,0 1 1,0-1-1,0 0 1,1 0 0,0 0-1,0 0 1,0 0-1,1 0 1,-1-1 0,1 1-1,0-1 1,0 0-1,1 0 1,-1 0 0,1 0-1,0 0 1,0-1-1,1 0 1,-1 0 0,0 0-1,1 0 1,0-1-1,0 1 1,0-1 0,0 0-1,0-1 1,0 1-1,4-1-67,-1 1-32,0 0 0,0-1-1,0 0 1,0 0 0,0-1 0,0 0-1,0 0 1,0-1 0,0 0-1,0-1 1,-1 0 0,1 0-1,0 0 1,-1-1 0,1 0 0,-1-1-1,0 1 1,0-2 0,0 1-1,-1-1 1,1 0 0,-1 0-1,0 0 1,-1-1 0,1 0 0,-1 0-1,0-1 1,-1 1 0,0-1-1,0 0 1,0 0 0,-1-1-1,0 1 1,0-1 0,-1 1 0,0-1-1,0 0 1,-1 0 0,0 0-1,0 0 1,-1-3 32,-2 6-61,-1-1-1,0 1 1,-1 0 0,1 0 0,-1 0-1,0 0 1,0 1 0,0 0-1,-1 0 1,0 0 0,1 0-1,-1 1 1,-1-1 0,1 1-1,0 0 1,-1 1 0,0 0 0,1 0-1,-1 0 1,0 0 0,0 1-1,0 0 1,0 0 0,0 1-1,0 0 1,0 0 0,-1 0-1,1 0 1,0 1 0,0 0 0,0 1-1,-2 0 62,-1-2-13,0 1-1,1 0 0,-1 0 1,0 0-1,1 1 0,-1 1 1,1 0-1,0 0 1,0 0-1,0 1 0,0 0 1,1 0-1,-1 1 0,1 0 1,0 1-1,0-1 0,1 1 1,0 1-1,0-1 0,1 1 1,-1 0-1,1 0 1,1 1-1,-1-1 0,1 1 1,1 0-1,0 0 0,0 0 1,0 1-1,1-1 0,0 1 1,1-1-1,0 1 1,0 0-1,1 8 14,3-14-320,0-1 1,1 1-1,-1-1 1,1 0 0,0 0-1,0 0 1,0 0-1,0 0 1,0-1-1,0 0 1,0 0-1,0 0 1,1-1-1,-1 1 1,0-1 0,0 0-1,1 0 1,-1 0-1,0-1 1,1 0-1,-1 1 1,0-1-1,0-1 1,0 1 0,0-1-1,0 1 320,74-67-4410,-49 33 2564</inkml:trace>
  <inkml:trace contextRef="#ctx0" brushRef="#br0" timeOffset="298.766">139 0 6905,'0'0'5470,"0"0"-2491,0 0-1095,0 0-918,0 0-303,0 0 666,3 28 896,34 200 802,4-116-2145,4-2 0,5-1 0,31 44-882,-80-151-10714,-7-15 4969,-3-3 3331,-1-5 1075</inkml:trace>
  <inkml:trace contextRef="#ctx0" brushRef="#br0" timeOffset="751.166">683 398 624,'0'0'7426,"0"0"-2024,0 0-3312,0 0-1154,0 0 416,0 0 370,1-4-184,-4 23-590,-1 0-620,0 1 0,1 1 1,1-1-1,1 0 0,1 1 1,1-1-1,1 0 0,0 1 1,2-1-1,0 0 0,1-1 1,1 1-1,1-1 0,1 0 1,0 0-1,8 11-328,-12-27 7,1 1-1,-1-1 1,1 0-1,0 0 0,0 0 1,0-1-1,0 0 1,1 0-1,-1 0 1,0-1-1,1 0 1,-1 0-1,1 0 1,-1 0-1,1-1 1,0 0-1,-1 0 0,1-1 1,-1 0-1,1 0 1,-1 0-1,1 0 1,-1-1-1,0 0 1,1 0-1,-1 0 1,0-1-1,0 0 1,-1 0-1,1 0 0,-1 0 1,1-1-1,-1 0 1,0 0-1,0 0 1,-1 0-1,1-1 1,-1 1-1,0-1 1,0 0-1,-1 0 1,1 0-1,-1 0 0,0 0 1,0-4-7,5-13-62,-1-1 0,-1 1 0,-1-1 0,-1 0-1,-1 0 1,-1 0 0,-1 0 0,-1 0 0,-2-10 62,1 23-42,-1 1 0,0-1 0,0 1-1,-1-1 1,0 1 0,-1 0 0,0 1 0,-1-1 0,0 1-1,0 0 1,0 0 0,-1 1 0,0 0 0,-1 0 0,1 0-1,-1 1 1,-1 1 0,1-1 0,-1 1 0,0 1 0,0-1-1,-1 1 1,1 1 0,-1 0 0,1 1 0,-1-1 0,0 2-1,0-1 1,0 2 0,0-1 0,0 1 0,-1 1-1,1 0 1,0 0 0,0 1 0,1 0 0,-2 1 42,3 2-48,1 0 0,0 0 0,0 0 0,1 1 0,-1 0 0,1 1 0,0-1 0,1 1 1,0 0-1,0 0 0,1 1 0,-1 0 0,2-1 0,-1 1 0,1 1 0,0-1 0,1 0 0,0 1 0,0-1 0,1 1 0,0 0 1,1 0-1,-1-1 0,2 1 0,-1 0 0,1-1 0,1 1 0,-1 0 0,2 1 48,14 35-4392,24-21-4529,-16-20 6187</inkml:trace>
  <inkml:trace contextRef="#ctx0" brushRef="#br0" timeOffset="1002.799">621 596 2681,'0'0'3543,"0"0"2330,0 0-2937,0 0-1527,0 0-123,24-1 207,177-22 1691,-82-4-3830,-126 29-5971,-5 4 2927,7-3 1768,-8 4-382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0:42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5 107 4721,'0'0'855,"0"0"-510,0 0 2,0 0 1308,-1-6 3099,-3-13 786,32-10-3921,-17 23-1620,-1-1-9,0 1 0,0 1 0,1 0 0,-1 0 1,1 1-1,1 1 0,-1 0 0,0 0 0,1 1 0,-1 0 0,1 1 0,3 0 10,-12 6-2,0-1 0,-1 1 0,0-1 0,1 1 0,-2 0 0,1 0 0,-1 0 0,1 0 0,-1 0 0,-1 1 0,1-1 0,-1 0 0,0 0 0,0 0 0,0 1 0,-1-1 0,1 0 0,-1 0 0,-1 0 0,0 3 2,-10 36 114,-3 0 0,-1-2-1,-1 0 1,-3-1 0,-2 0 0,-1-2-1,-16 20-113,14-33 579,21-46 339,24-52-514,-18 69-412,-1 1 0,1-1 1,-1 0-1,1 1 0,0-1 0,0 1 1,0 0-1,0 0 0,1 0 0,-1 0 1,0 0-1,1 0 0,0 1 1,-1-1-1,1 1 0,0-1 0,0 1 1,0 0-1,0 0 0,0 1 0,0-1 1,0 0-1,0 1 0,0 0 0,0 0 1,0 0-1,0 0 0,0 0 1,0 1-1,0-1 0,0 1 0,3 1 8,88 56 31,-46-25-6,-31-25-44,1 0 1,0-1-1,0-1 1,1-1 0,-1-1-1,1 0 1,0-2-1,1 0 1,-1-1-1,0-1 1,17-2 18,-12-45-10654,-23 41 9237,1-16-1160</inkml:trace>
  <inkml:trace contextRef="#ctx0" brushRef="#br0" timeOffset="900.302">714 176 744,'0'0'4020,"0"0"-2739,0 0-210,0 0 3062,0 0-1370,0 0-834,0-14-613,1-39-242,31 76 2486,61 93-1463,-92-116-2088,0-1 1,0 0-1,0 1 1,-1-1-1,1 0 1,0 0-1,0 1 1,0-1-1,-1 0 1,1 0-1,0 0 0,-1 0 1,1 0-1,-1 0 1,1 0-1,-1 0 1,0 0-1,1 0 1,-1 0-1,0-1 1,0 1-1,0 0 1,0 0-1,0 0 1,0 0-1,0 0 1,0 0-1,0-1 1,0 1-1,-1 0 0,1 0 1,0 0-1,-1 0 1,1 0-1,-1 0 1,1 0-1,-1 0 1,0 0-1,1 0 1,-1 0-1,0 1 1,0-1-1,0 0 1,1 0-1,-1 1 1,0-1-1,0 0 1,-1 1-10,1-4 2,0 1 1,-1 0-1,0 0 1,0 0-1,0 1 1,0-1 0,0 0-1,0 1 1,-1-1-1,1 1 1,-1 0 0,0 0-1,1 0 1,-1 0-1,0 0 1,0 1 0,-1-1-1,1 1 1,0 0-1,0 0 1,-1 0-1,1 0 1,0 1 0,-1-1-1,1 1 1,-1 0-1,1 0 1,0 0 0,-1 1-1,1-1 1,-1 1-1,1-1 1,0 1 0,-1 0-1,1 1 1,0-1-1,0 0 1,0 1-1,0 0 1,0 0 0,0 0-1,1 0 1,-1 0-1,1 0 1,-1 1 0,1-1-1,0 1 1,0 0-1,0 0 1,-1 1-3,-3 5-3,2-1 0,-1 1 0,1-1 0,0 1 0,1 1 0,0-1 0,0 0 0,1 1 0,0-1 0,1 1 0,0 0 0,0 0 0,1-1 0,1 1 0,-1 0 0,2-1 0,-1 1 0,1 0 0,1-1 0,0 0 0,0 1-1,1-1 1,0 0 0,0-1 0,1 1 0,0-1 0,1 0 0,0 0 0,0-1 0,0 1 0,1-1 0,0-1 0,1 1 0,2 0 3,2-1 5,1 0 1,-1-2-1,1 0 0,0 0 0,0-1 0,0 0 1,0-1-1,0-1 0,1 0 0,-1-1 0,1-1 1,-1 0-1,0 0 0,0-1 0,0-1 0,0 0 0,0-1 1,0-1-1,-1 0 0,1 0 0,-2-1 0,1-1 1,0 0-1,-1 0 0,-1-1 0,1-1 0,-1 0 1,7-9-6,-13 13 8,-1-1 0,0 0 0,-1 0 0,1 0 0,-1 0 0,0-1 0,-1 1 0,0-1 0,0 1 0,0-1 0,-1 1 0,0-1 0,0 1 0,0-1 0,-1 1 0,-1-6-8,2 13 1,0-1 0,1 1-1,-1 0 1,0-1 0,0 1 0,0 0 0,0-1 0,0 1 0,0 0 0,0-1 0,0 1 0,0 0 0,0-1 0,-1 1 0,1-1 0,0 1 0,0 0 0,-1-1 0,1 1 0,0-1 0,-1 1-1,1 0 1,0-1 0,-1 1 0,1-1 0,-1 1 0,1-1 0,-1 0 0,1 1 0,-1-1 0,1 0 0,-1 1 0,0-1 0,1 0 0,-1 1 0,1-1 0,-1 0 0,0 0 0,1 0 0,-1 0-1,0 1 1,1-1 0,-1 0 0,0 0 0,1 0 0,-1-1 0,0 1 0,1 0 0,-1 0 0,0 0 0,1 0 0,-1-1 0,1 1 0,-1 0 0,0 0 0,1-1 0,-1 1 0,1 0 0,-1-1-1,1 1 1,-1-1 0,1 1 0,-1-1 0,1 1 0,0-1 0,-1 1 0,1-1 0,0 1 0,-1-1-1,1 7-1,0 1 1,0 0-1,1 0 0,0 0 1,0 0-1,1-1 0,0 1 1,0-1-1,0 1 1,1-1-1,0 0 0,0 0 1,1 0-1,0 0 0,0-1 1,0 1-1,0-1 0,1 0 1,0 0-1,0-1 0,1 1 1,-1-1-1,1 0 1,0-1-1,0 1 0,0-1 1,0-1-1,0 1 0,1-1 1,-1 0-1,2 0 1,127 11-277,-132-16 251,0 0 0,-1 0 1,1-1-1,-1 1 0,0-1 1,1 1-1,-2-1 1,1 0-1,0 1 0,-1-1 1,1 0-1,-1 0 0,0 0 1,-1 0-1,1 0 0,-1-1 1,0 1-1,0 0 1,0 0-1,0 0 0,-1 0 1,1 0-1,-1 0 0,0 0 1,0 0-1,-1 0 1,1 0-1,-1 0 0,0 1 1,0-1-1,0 0 0,-2-1 26,-2-5-3,0 0 0,0 1 0,-1-1 0,-1 1 0,0 1 0,0 0 1,-1 0-1,1 0 0,-2 1 0,1 0 0,-1 1 0,-2-1 3,8 5-3,1 0 1,-1 0-1,0 0 1,0 1 0,0 0-1,0 0 1,0 0-1,0 0 1,0 1 0,0-1-1,0 1 1,-1 0-1,1 0 1,0 1-1,0-1 1,0 1 0,0 0-1,0 0 1,0 0-1,0 0 1,0 1 0,0 0-1,1 0 1,-1 0-1,1 0 1,-1 0 0,1 1-1,0 0 1,0-1-1,0 1 1,0 0 0,0 1-1,1-1 1,-1 0-1,1 1 3,-22 75-2121,62-44-5289,58-39 1678,-49-11 4130</inkml:trace>
  <inkml:trace contextRef="#ctx0" brushRef="#br0" timeOffset="1336.534">1713 144 1240,'0'0'5819,"0"0"1072,0 0-3785,0 0-2011,-21 1-137,-69 2 312,-30 45 1138,100-36-2291,21-11-120,0-1 1,0 0-1,0 0 1,1 1 0,-1-1-1,0 0 1,0 1 0,0-1-1,0 1 1,0 0 0,0-1-1,0 1 1,0 0-1,0-1 1,0 1 0,0 0-1,0 0 1,-1 0 0,1 0-1,0 0 1,-1 0 0,1 0-1,-1 0 1,1 0-1,-1 0 1,1 0 0,-1 0-1,0 1 1,1-1 0,-1 0-1,0 0 1,0 0 0,0 1-1,0-1 1,0 0-1,0 0 1,0 0 0,0 0-1,-1 1 1,1-1 0,0 0-1,-1 0 1,1 0-1,-1 0 1,1 0 0,-1 0-1,0 0 1,1 0 0,-1 0-1,0 0 1,0 0 0,1 0-1,-1 0 1,0-1-1,0 1 1,0 0 0,0-1-1,0 1 1,0 0 0,0-1-1,-1 1 1,1-1 2,130 2 38,-110-4-30,1 0 1,0 2 0,0 0-1,0 2 1,0 0 0,0 1-1,0 1 1,-1 1 0,0 0 0,0 2-1,3 1-8,-19-7 0,-1 0 1,1 0-1,-1 0 0,1 0 0,-1 1 0,1-1 0,-1 1 1,0-1-1,0 1 0,0 0 0,0 0 0,0 0 1,0 0-1,0 0 0,-1 1 0,1-1 0,-1 1 0,0-1 1,1 1-1,-1-1 0,0 1 0,0-1 0,-1 1 0,1 0 1,-1 0-1,1-1 0,-1 1 0,0 0 0,0 0 1,0-1-1,0 1 0,-1 0 0,1 0 0,-1 0 0,1-1 1,-1 1-1,0-1 0,0 1 0,0 0 0,-1-1 1,1 1-1,-1-1 0,1 0 0,-1 0 0,0 1 0,-32 17 78,-1-1 1,-1-2-1,0-2 0,-1-1 0,-1-2 1,-23 4-79,48-30-9578,16-2 5981,-3 15 3409,9-21-1951</inkml:trace>
  <inkml:trace contextRef="#ctx0" brushRef="#br0" timeOffset="1786.272">2224 127 6681,'0'0'2290,"0"0"2142,0 0-1893,0 0-1161,0 0-403,0 0-57,-8-14-252,-26-39-277,14 100 170,14-8 91,1 0 0,2 0 0,2 1 0,1-1-1,2 0 1,2 0 0,2 7-650,-5-39 31,0-1 0,1 0-1,-1 1 1,1-1 0,0 0-1,1 0 1,-1 0 0,1 0 0,1 0-1,-1-1 1,1 1 0,0-1 0,0 0-1,0 0 1,1 0 0,-1-1-1,1 0 1,1 0 0,-1 0 0,0 0-1,1-1 1,0 0 0,0 0 0,0 0-1,0-1 1,0 0 0,0 0-1,1-1 1,-1 0 0,1 0 0,-1 0-1,1-1 1,-1 0 0,1 0 0,-1 0-1,1-1 1,-1 0 0,0 0-1,1-1 1,-1 0 0,0 0 0,0-1-1,0 1 1,0-1 0,0 0 0,-1-1-1,1 0 1,-1 1 0,4-5-31,-1-5-23,-1 1 1,0-1-1,-1 0 1,0-1 0,-1 0-1,-1 0 1,0 0-1,-1 0 1,0 0-1,-1-1 1,-1 1 0,-1-1-1,0 0 1,0 1-1,-1-1 1,-1 1-1,-1-1 1,0 1 0,-1 0-1,0 0 1,-1 0-1,-1 1 1,0 0-1,-1 0 1,0 0 0,-1 1-1,0 0 1,-1 0-1,-1 1 1,0 0-1,0 1 1,-1 0 0,-1 0 22,6 4-14,-1 1 0,1-1 0,-1 1 1,-1 1-1,1-1 0,-1 1 1,0 1-1,0-1 0,0 1 0,0 0 1,0 1-1,-1 0 0,1 1 1,-6-1 13,9 5-53,0 1 1,0-1-1,1 1 1,0 0 0,-1 0-1,1 1 1,1-1 0,-1 1-1,1 0 1,0 0 0,0 0-1,0 0 1,0 1 0,1-1-1,0 1 1,0 0-1,1-1 1,0 1 0,0 0-1,0 0 1,1 0 0,-1 0-1,1 0 53,-4 41-3315,3 0-5185,1-40 6730,0 12-1388</inkml:trace>
  <inkml:trace contextRef="#ctx0" brushRef="#br0" timeOffset="2033.688">2049 360 8098,'0'0'1748,"0"0"2182,0 0-1724,0 0-1334,0 0-194,0 0 397,14 1 456,38 2-802,-1-2 0,1-3 0,-1-2-1,0-2 1,28-7-729,-32 1-37,99-34-2557,-120 22-8179,-25 15 8109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0:50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56 4961,'0'0'329,"0"0"868,0 0 2433,0 0-1419,0 0-667,0 0-281,0-6-156,0-1-876,0 0 1239,-3 63-40,-21 230 2551,49-283-3849,308-3-222,-333 0-121,1 0 0,0 0 1,0 0-1,-1 0 0,1 0 1,0 0-1,0 0 0,-1 0 1,1-1-1,0 1 0,0 0 1,-1 0-1,1-1 0,0 1 1,-1-1-1,1 1 0,0 0 0,-1-1 1,1 1-1,-1-1 0,1 1 1,0-1-1,-1 0 0,0 1 1,1-1-1,-1 0 0,1 1 1,-1-1-1,0 0 0,1 1 1,-1-1-1,0 0 0,0 0 1,1 1-1,-1-1 0,0 0 1,0 0-1,0 1 0,0-1 1,0 0-1,0 0 0,0 0 1,-1 1-1,1-1 0,0 0 1,0 1-1,0-1 0,-1 0 0,1 0 1,0 1-1,-1-1 0,1 0 1,-1 1-1,1-1 0,-1 0 211,-10-16-2623,-7-3 872</inkml:trace>
  <inkml:trace contextRef="#ctx0" brushRef="#br0" timeOffset="314.952">210 1 5353,'0'0'7002,"0"0"-3747,0 0-1636,0 0-893,-5 20 346,-24 231 3891,26-183-4121,1-40-614,0 0 0,2-1 0,0 1-1,2 0 1,2 0 0,0-1 0,2 1 0,1-1 0,1 2-228,7 5 117,-15-34-255,0 0-338,0 0-511,1-10-5236,6-7 658,2 0 476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0:48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1219 5249,'0'0'2331,"0"0"1411,0 0-2221,0 0-765,0 0 107,0 0 386,-8 0 208,-25-2-220,142 1 3925,8-7-4343,82-3-2129,-211 26-4786,-15-4 254,-7 1 2226</inkml:trace>
  <inkml:trace contextRef="#ctx0" brushRef="#br0" timeOffset="283.992">74 1437 2513,'0'0'6384,"0"0"-2453,0 0-2487,0 0-998,0 0 59,0 0 502,12 2 75,46 6-467,0-3 0,0-3 1,0-2-1,32-5-615,-14 1-840,-35 0-2281,-2-7-3505,-25 2 4393</inkml:trace>
  <inkml:trace contextRef="#ctx0" brushRef="#br0" timeOffset="1022.968">1398 272 1672,'0'0'4621,"0"0"1081,0 0-3147,1-20-1286,-9-155 2260,7 171-3432,1 1 0,-1-1 0,0 1 0,0-1 0,0 1 0,0-1 0,-1 1 0,0 0 0,1-1 0,-1 1 0,0 0 0,0 0 0,-1 0 0,1 1 0,-1-1 0,1 1 0,-1-1 0,0 1 0,0 0 0,0 0 0,0 0 0,0 0 0,-1 0 0,1 1 0,0 0 0,-1-1 0,1 1 0,-1 0 0,1 1 0,-1-1 0,0 1 0,1 0 0,-1 0 0,0 0-1,1 0 1,-1 0 0,0 1 0,1 0 0,-1-1 0,1 1 0,-1 1 0,1-1 0,-2 1-97,-12 18 56,2 0 0,0 1-1,1 1 1,2 0 0,0 1 0,1 0-1,-6 20-55,12-30 40,-15 42 179,2 1-1,3 1 1,2 1 0,2 0 0,4 0 0,2 1-1,2 0 1,3 0 0,3 0 0,2-1 0,2 1 0,4-1-1,1-1 1,21 55-219,1-4 314,-4 1 0,-5 1 0,-5 1 0,-5 1 0,0 80-314,-15-140 55,5-21 6,-2 1 1,-1 0-1,-2-1 1,-1 1-1,-1 0 1,-2-1-1,-1 1 1,-2-1-1,-1 0 1,-1-1-1,-2 0 1,0 0-1,-3-2 1,0 1-1,-2-1 1,0-2-1,-14 17-61,21-36 22,0 0-1,0 0 1,-1-1-1,0-1 1,0 1-1,0-2 1,-1 1 0,1-1-1,-1-1 1,0 0-1,0-1 1,0 0 0,-1 0-1,1-1 1,0-1-1,-1 0 1,1-1-1,0 0 1,0 0 0,-1-1-1,1-1 1,-1 0-22,-8-2 5,0-1 1,1-1 0,0 0-1,0-2 1,1 0-1,0-1 1,1 0-1,0-2 1,1 0 0,0-1-1,-11-12-5,24 23-101,1 0 0,-1 0 0,1 0 0,-1 0 1,1 0-1,0-1 0,0 0 0,0 1 0,0-1 0,0 0 0,1 0 0,-1 0 0,1 0 0,0 0 0,0 0 1,0 0-1,0 0 0,0 0 0,1-1 0,0 1 0,-1 0 0,1-1 0,0 1 0,1 0 0,-1 0 0,1-1 1,-1 1-1,1 0 0,0 0 0,0 0 0,0 0 0,1 0 0,-1 0 0,1 0 0,-1 0 0,1 0 0,0 1 1,0-1-1,0 1 0,1-1 0,-1 1 0,1 0 0,-1 0 0,1 0 0,0 0 0,-1 0 0,1 1 0,0-1 0,0 1 1,0 0-1,2-1 101,57-21-6094,1 7-3009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0:59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42 476 14915,'0'0'2525,"0"0"-1200,0 0-915,0 0 346,0 0 634,-2 24-118,-3 77-537,6-96-707,0 0 0,1 0 0,0 0 0,0 0 0,0 0 0,0 0 1,1-1-1,0 1 0,0-1 0,0 0 0,0 0 0,1 0 0,-1 0 1,1-1-1,0 1 0,0-1 0,1 0 0,-1 0 0,1 0 0,-1-1 1,1 0-1,0 0 0,0 0 0,0 0 0,0-1 0,0 0 0,0 0 1,0 0-1,0-1 0,1 1 0,-1-1 0,0 0 0,0-1 0,1 0 1,-1 1-1,0-2 0,0 1 0,0 0 0,0-1 0,2-1-28,4-1 7,-1 0 0,0-1 0,0 0 0,0 0 0,0-1-1,-1 0 1,0-1 0,0 0 0,-1 0 0,0-1 0,0 0 0,-1-1 0,0 0-1,0 0 1,-1 0 0,0-1 0,-1 0 0,0 0 0,-1 0 0,0-1 0,0 1-1,-1-1 1,-1 0 0,1 0 0,-2 0 0,1-3-7,-3 10-5,1 0-1,-1 0 1,1 0 0,-1 1 0,0-1-1,-1 0 1,1 0 0,-1 1 0,1-1-1,-1 1 1,0 0 0,-1-1-1,1 1 1,0 0 0,-1 0 0,0 0-1,1 1 1,-1-1 0,0 1 0,-1-1-1,1 1 1,0 0 0,-1 0-1,1 1 1,-1-1 0,1 1 0,-1-1-1,0 1 1,1 0 0,-1 1 0,-1-1 5,-126-9-102,123 9 97,1 2 1,0-1 0,0 1-1,0 0 1,0 0 0,0 1-1,1 0 1,-1 0 0,0 1-1,1-1 1,-1 2 0,1-1-1,0 1 1,0 0 0,0 0-1,1 0 1,0 1 0,-1 0-1,1 0 1,1 0 0,-1 1-1,1-1 1,0 1 0,0 0-1,1 0 1,0 1 0,0-1-1,0 1 1,1 0 0,0-1-1,0 1 1,1 0 0,0 0-1,0 0 1,1 0 0,-1 1-1,2 3 6,2-5-88,0-1 0,0 0 1,1-1-1,0 1 1,0 0-1,0-1 1,1 0-1,-1 0 1,1 0-1,0-1 1,0 1-1,0-1 1,0-1-1,1 1 1,-1-1-1,1 1 1,0-2-1,-1 1 1,1-1-1,0 1 1,0-2-1,0 1 1,0-1-1,0 0 0,0 0 1,0 0-1,0-1 1,0 0-1,0 0 1,0-1-1,1 0 87,14 2-1161,-12 0 736,0 1 0,0-2 1,0 1-1,-1-1 0,1 0 0,0-1 1,0 0-1,-1-1 0,1 0 0,-1 0 1,0 0-1,0-1 0,0-1 0,0 1 1,-1-1-1,1-1 0,-1 1 0,-1-1 1,1 0-1,-1-1 0,0 1 0,-1-1 1,1-1-1,-1 1 0,-1-1 0,1 1 1,-1-1-1,-1-1 0,0 1 0,0 0 1,0-1-1,0-2 425,-2-4-25,0 0 1,0-1-1,-2 1 1,0 0-1,0 0 1,-2 0-1,0 0 1,0 1-1,-1-1 1,-1 1-1,-1 0 1,0 0-1,-1 1 1,0-1-1,-7-8 25,-92-112 6301,44 67 978,143 241-1738,94 266-2958,-128-331-6686,-45-105 489,1-7-7718,-3-10 9828</inkml:trace>
  <inkml:trace contextRef="#ctx0" brushRef="#br0" timeOffset="437.676">727 263 14147,'0'0'2401,"0"0"-532,0 0-910,0 0-115,0 0 197,0 0 13,2 24-28,1 18-625,-3-16-230,1 0 0,1 0 0,1 0 0,1 0 0,2 0 0,0-1 0,2 0 0,0 0 0,2-1 0,1 0 0,1-1 0,13 21-171,-20-40 11,0 1 1,0-1-1,0 0 1,1 0-1,0-1 1,-1 1-1,1-1 1,0-1-1,1 1 1,-1-1-1,0 0 1,1 0-1,-1-1 1,1 0-1,0 0 1,-1 0-1,1-1 1,0 0-1,-1 0 1,1-1-1,0 0 1,-1 0-1,1-1 1,-1 1-1,0-1 1,1-1-1,-1 1 1,0-1 0,0 0-1,0-1 1,-1 1-1,1-1 1,-1 0-1,0-1 1,0 1-1,0-1 1,-1 0-1,0 0 1,0 0-1,0-1 1,0 0-1,-1 1 1,0-1-1,2-5-11,1-8-18,-1-1-1,0 1 1,-2-1-1,0 0 1,-1 0-1,-1 0 1,-1-1-1,-1 1 1,0 0-1,-2 0 1,0 0-1,-1 1 0,-1-1 1,-1 1-1,-1 0 1,-1 0-1,0 1 1,-7-10 18,13 23-8,-1 0-1,0 0 1,0 0 0,0 1 0,-1 0 0,1-1-1,-1 1 1,0 0 0,0 1 0,0-1 0,-1 1-1,1 0 1,-1 0 0,0 0 0,0 1-1,0 0 1,0-1 0,0 2 0,0-1 0,-1 1-1,1 0 1,-1 0 0,1 0 0,-1 1 0,1-1-1,-1 2 1,1-1 0,-1 0 0,1 1-1,-1 0 1,1 0 0,0 1 0,-1 0 0,1 0-1,0 0 1,0 0 0,0 1 0,1 0 0,-1 0-1,1 0 1,-1 0 0,1 1 0,0 0-1,-2 2 9,-63 106-2253,67-25-4571,46-47-527,-17-32 6040</inkml:trace>
  <inkml:trace contextRef="#ctx0" brushRef="#br0" timeOffset="817.116">774 438 3137,'0'0'2966,"0"0"1052,0 0-1871,0 0-964,0 0 81,0 0 94,22-1-9,183-22 1381,-17-26-387,-202 68-7726,-4-8-36,0-6 1864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0:5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1183 1 5369,'0'0'1548,"0"0"2180,0 0-1569,0 0-1073,0 0-22,0 0 209,-16 2 208,-47 9-232,48-9-7,15-2-158,21-1 430,125-13-1305,-143 16-217,1 0 0,-1 0 0,0 0-1,0 0 1,-1 1 0,1-1 0,0 1 0,-1 0-1,1 0 1,-1 0 0,0 0 0,0 0 0,0 0-1,0 1 1,-1-1 0,1 0 0,-1 1 0,0 0 0,0-1-1,0 1 1,-1 0 0,1-1 0,-1 1 0,0 0-1,0-1 1,0 1 0,-1 0 0,1 0 0,-1-1-1,0 1 1,0 0 0,0-1 0,0 1 0,-1-1-1,1 0 1,-1 1 0,0-1 0,0 0 0,0 0-1,0 0 1,-2 1 8,-92 114 43,95-117-34,0 1 0,1 0 0,-1-1 1,0 1-1,1 0 0,-1-1 0,1 1 1,0 0-1,0 0 0,-1-1 0,1 1 0,0 0 1,1 0-1,-1 0 0,0-1 0,0 1 0,1 0 1,-1 0-1,1-1 0,-1 1 0,1 0 0,0-1 1,0 1-1,0-1 0,0 1 0,0-1 0,0 1 1,0-1-1,0 0 0,1 1 0,-1-1 1,0 0-1,1 0 0,-1 0 0,1 0 0,-1 0 1,1-1-1,0 1 0,-1 0 0,1-1 0,0 1 1,-1-1-1,1 1 0,0-1 0,0 0 0,1 0-9,94 6 803,-80-6-641,23 0 162,-40 0-685,-19 15-12518,6-10 9536</inkml:trace>
  <inkml:trace contextRef="#ctx0" brushRef="#br0" timeOffset="-1173.32">150 508 1640,'0'0'4899,"0"0"2010,0 0-3832,0 0-1696,0 0-830,0 0-49,2 10 465,-1-6-825,1 8 22,1 0 1,0 0 0,1 0-1,0 0 1,0-1-1,2 1 1,-1-1-1,1-1 1,1 1 0,0-1-1,0 0 1,1 0-1,9 7-164,-16-17 10,1-1 0,-1 1-1,1-1 1,-1 1-1,1-1 1,-1 0-1,0 1 1,0-1-1,1 0 1,-1 0 0,0 0-1,0 0 1,0 0-1,0-1 1,0 1-1,0 0 1,0 0 0,0-1-1,0 1 1,-1 0-1,1-1 1,-1 1-1,1-1 1,-1 1 0,1-1-1,-1 1 1,0-1-1,0 1 1,1-1-1,-1 1 1,0-1-1,-1 0 1,1 1 0,0-1-1,0 1 1,-1-1-1,1 1 1,-1-1-1,1 1 1,-1 0 0,1-1-1,-1 1 1,0 0-1,-1-2-9,2-7 25,-1 4 0,1-1 0,-2 1 0,1-1 0,-1 1 0,0 0 0,0 0 0,0 0 0,-1 0 0,0 0 0,0 1 0,-1-1 0,0 1 0,1 0 0,-2 0 0,1 0 0,-1 1 0,1-1 0,-1 1 0,0 0 0,-1 0 0,1 1 0,-1 0 0,0 0 0,1 0 0,-1 0 0,-1 1 0,1 0-1,0 1 1,0-1 0,-1 1 0,1 0 0,-1 1 0,1-1 0,-1 1 0,1 1 0,0-1 0,-1 1 0,0 0-25,0 6 62,0 0-1,1 0 0,-1 0 0,1 1 0,1 0 0,-1 0 0,1 0 1,1 1-1,-1 0 0,2 0 0,-1 0 0,1 0 0,0 0 1,1 1-1,0-1 0,1 1 0,0 0 0,0 0 0,1-1 1,1 1-1,0 7-61,-1-5 31,-1 1-1,2-1 1,0 0 0,0 0 0,1 0 0,1 0 0,0 0 0,0-1-1,1 1 1,1-1 0,0 0 0,0 0 0,1 0 0,1-1 0,-1 0 0,2 0-1,-1-1 1,2 0 0,-1 0 0,1-1 0,0 0 0,1 0 0,0-1 0,0-1-1,0 1 1,1-2 0,0 1-31,-3-1 8,1 0 0,0-1-1,0 0 1,0 0 0,1-1-1,-1 0 1,1 0 0,0-1-1,-1 0 1,1-1 0,0 0-1,0-1 1,0 0 0,0-1-1,0 0 1,0 0 0,0-1-1,-1 0 1,1-1 0,-1 0-1,1 0 1,-1-1 0,0 0-1,0-1 1,-1 0 0,1-1-1,-1 1 1,0-2 0,-1 1-1,0-1 1,0 0 0,0 0-1,-1-1 1,0 0 0,0 0-1,-1-1 1,0 1 0,0-1 0,-1 0-1,0 0 1,0-3-8,1-64-152,32 149-142,-34-68 290,0 0 0,0 0 0,0 0 0,1-1 0,-1 1 0,1-1 0,0 0 0,0 0 0,1 0-1,-1-1 1,1 1 0,0-1 0,-1 0 0,2 0 0,-1-1 0,0 0 0,0 0 0,1 0 0,-1 0-1,1-1 1,0 0 0,-1 0 0,1 0 0,0-1 0,0 0 0,4 0 4,-7-4 5,0 1 1,0-1-1,0 0 1,0 0-1,-1 0 0,1 0 1,-1 0-1,0 0 1,0-1-1,-1 1 1,1-1-1,-1 1 0,0-1 1,0 0-1,-1 0 1,1 1-1,-1-1 1,0 0-1,0 0 0,-1 1 1,1-1-1,-2-4-5,2-1 3,0 0-13,0 1-1,-1 0 0,0 0 1,0-1-1,-1 1 0,0 0 0,-1 0 1,0 0-1,0 1 0,-1-1 0,0 1 1,0 0-1,-1 0 0,0 0 0,-1 0 1,1 1-1,-2 0 0,1 0 0,-4-2 11,9 8-4,-1 0 0,1 0 0,-1 0 0,0 0-1,1 0 1,-1 1 0,0-1 0,0 1-1,1-1 1,-1 1 0,0-1 0,0 1 0,0 0-1,0 0 1,0 0 0,0 0 0,0 0-1,1 0 1,-1 1 0,0-1 0,0 0 0,0 1-1,0 0 1,1-1 0,-1 1 0,0 0-1,1 0 1,-1 0 0,0 0 0,1 0 0,-1 0-1,1 1 1,0-1 0,-1 0 0,1 1-1,0-1 1,0 1 0,0 0 0,0-1 0,0 1-1,0 0 1,1-1 0,-1 1 0,0 0-1,1 0 1,-1 0 0,1-1 0,0 3 4,-19 92-1638,19-93 1229,0 0 1,0 0-1,0 0 0,0-1 0,1 1 1,-1 0-1,1 0 0,0 0 0,-1-1 0,1 1 1,0 0-1,1-1 0,-1 1 0,0-1 1,1 1-1,0-1 0,-1 0 0,1 0 1,0 1-1,0-1 0,0-1 0,0 1 1,1 0-1,-1 0 0,0-1 0,1 1 1,-1-1-1,1 0 0,-1 0 0,1 0 1,0 0-1,0 0 0,-1 0 0,3-1 409,29 4-1837</inkml:trace>
  <inkml:trace contextRef="#ctx0" brushRef="#br0" timeOffset="-715.342">1143 528 5265,'0'0'6464,"0"0"-3146,0 0-1392,0 0-552,-27 0 22,-89 5 116,107-3-1405,-1 0-1,1 0 1,-1 1 0,1 0-1,0 1 1,0 0 0,1 0-1,-1 1 1,1 0-1,0 0 1,0 1 0,0 0-1,1 1 1,0 0 0,1 0-1,-1 0 1,1 1-1,1 0 1,-2 2-107,5-9 3,0 1 1,1-1-1,-1 0 1,0 1-1,1-1 1,-1 1-1,1 0 0,0 0 1,-1-1-1,1 1 1,0 0-1,0 0 1,0 0-1,1 0 0,-1 0 1,0 0-1,1 0 1,-1 1-1,1-1 0,0 0 1,0 0-1,0 0 1,0 0-1,0 1 1,0-1-1,0 0 0,1 0 1,-1 0-1,1 0 1,0 0-1,-1 0 1,1 0-1,0 0 0,0 0 1,1 0-1,-1 0 1,0 0-1,0-1 1,1 1-1,-1 0 0,1-1 1,0 1-1,-1-1 1,1 0-1,0 1 1,0-1-1,0 0 0,0 0 1,0 0-1,0-1 1,0 1-1,0 0 1,0-1-1,0 1 0,0-1 1,0 0-1,1 0 1,-1 0-1,0 0 1,0 0-1,0 0 0,0 0 1,1-1-1,-1 1 1,1-1-4,30 0 104,-26-1-97,0 1-1,-1 0 0,1 1 0,0 0 0,0 0 0,-1 0 1,1 1-1,0-1 0,-1 2 0,1-1 0,-1 1 0,1 0 1,-1 0-1,0 1 0,0 0 0,0 0 0,0 0 0,0 1 0,-1 0 1,1 0-1,-1 0 0,0 1 0,0-1 0,-1 1 0,2 2-6,-1 3 53,-1 0 0,0 0 0,0 0 0,0 0-1,-2 0 1,1 1 0,-1 0 0,-1-1 0,0 1-1,0 0 1,-1 0 0,-1 9-53,-3-13 56,0-1-1,0 0 1,0 0 0,-1 0-1,1 0 1,-2-1 0,1 0 0,0 0-1,-1 0 1,0-1 0,0 0-1,0 0 1,-1 0 0,1-1-1,-1 0 1,0 0 0,0-1 0,0 0-1,0 0 1,-1 0 0,1-1-1,0 0 1,-1-1 0,1 0-1,0 0 1,-4-1-56,-79 2 138,114-37-15798,-2 21 12652</inkml:trace>
  <inkml:trace contextRef="#ctx0" brushRef="#br0" timeOffset="5383.84">1632 490 5417,'0'0'1327,"0"0"2417,0 0-1720,0 0-705,0 0-335,0-9-164,0-25 9,-8 29 1016,-35 126-608,31-78-708,3-1 0,1 2 1,3-1-1,1 1 1,2 32-530,1-71 22,0 0 0,1 0 1,0 0-1,0 0 0,0 0 0,0 0 1,1 0-1,0 0 0,0 0 1,0 0-1,1 0 0,0 0 0,0 0 1,0-1-1,0 1 0,1-1 0,-1 0 1,1 0-1,0 0 0,1 0 1,-1 0-1,1 0 0,-1-1 0,1 0 1,0 0-1,0 0 0,1 0 0,-1 0 1,0-1-1,1 0 0,0 0 1,0 0-1,-1-1 0,1 1 0,0-1 1,0 0-1,0-1 0,0 1 1,0-1-1,0 0 0,0 0 0,0-1 1,1 1-1,0-2-22,13-5 45,-1-2 0,0 0 0,0-1 0,-1-1 0,0 0 0,0-1 0,-2-1 0,1-1 0,-2 0-1,0-1 1,0 0 0,-2-1 0,0-1 0,-1 0 0,0-1 0,-2 0 0,4-8-45,-5 10 20,-1-1-1,-1 0 0,0 0 1,-1 0-1,-1-1 1,-1 1-1,0-1 1,-1 0-1,-1 0 1,-1 0-1,-1 0 1,0 0-1,-2-7-19,2 17 12,-1 0 0,0 0 0,0 1 0,-1-1 0,0 1 0,0 0 0,-1-1 0,0 1 0,0 1 0,0-1 0,-1 1 0,0-1 0,0 2 0,-1-1 0,0 0 0,0 1 0,0 0 0,0 1 0,-1-1-1,0 1 1,0 0 0,0 1 0,0 0 0,-1 0 0,1 0 0,-1 1 0,0 0 0,1 1 0,-1 0 0,-5-1-12,1 2-7,-1 1-1,1 0 0,0 1 1,0 0-1,0 0 0,1 2 1,-1-1-1,1 1 0,-1 1 1,1 0-1,1 1 0,-1 0 1,1 1-1,0-1 0,0 2 1,1 0-1,0 0 0,0 1 1,1 0-1,0 0 0,1 1 1,0 0-1,0 0 0,1 0 1,1 1-1,0 0 0,0 0 1,1 1-1,0 0 0,1-1 1,0 1-1,1 0 0,1 0 1,0 0-1,0 1 0,2 11 8,33 49-2707,-30-70 2174,1 0-1,-1 0 0,1-1 1,-1 0-1,1 0 0,0 0 1,0-1-1,0 0 0,0 0 0,0 0 1,0 0-1,1-1 0,-1 0 1,0 0-1,0 0 0,0-1 1,0 1-1,0-1 0,0-1 0,0 1 1,0-1-1,0 1 0,2-2 534,19-14-2386</inkml:trace>
  <inkml:trace contextRef="#ctx0" brushRef="#br0" timeOffset="5661.6">1477 761 6281,'0'0'5596,"0"0"-2769,0 0-1453,0 0-448,0 0-113,23-6 93,377-88 3085,-360 84-3693,118-34-2707,-61-1-8831,-71 31 8991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5:4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4305 3681 6281,'0'0'174,"0"0"959,0 0 2224,0 0-1713,0 0-923,0 0-61,7 0 243,236 13 5088,-134-9-4413,-133 9-10428,-2-12 3806,1-1 713</inkml:trace>
  <inkml:trace contextRef="#ctx0" brushRef="#br0" timeOffset="318.691">4366 3836 3993,'0'0'1620,"0"0"-3,0 0 1470,0 0-1559,0 0-872,0 0 167,1 5 273,0-3-976,-1 0-1,1 0 1,0 0-1,1 0 1,-1 0-1,0 0 0,0 0 1,1 0-1,-1 0 1,1-1-1,0 1 1,-1-1-1,1 1 1,0-1-1,0 0 0,0 1 1,0-1-1,0 0 1,0 0-1,0-1 1,1 1-1,-1 0 0,0-1 1,0 1-1,1-1 1,-1 0-1,0 0 1,1 0-1,-1 0 1,0 0-1,0 0 0,1 0 1,-1-1-1,0 0-119,278-6 4058,-269 7-4869,10-1 1601,-20-2-5786,-4 0-5227,-8-2 4852</inkml:trace>
  <inkml:trace contextRef="#ctx0" brushRef="#br0" timeOffset="3622.388">6771 3089 3649,'0'0'2172,"0"0"-709,0 0 1100,0 0-1046,0 0-1050,0 0-86,10 0 358,13 0-248,-6-2-230,1 2 0,-1 0 0,1 0 0,-1 2 0,0 0 0,0 1 0,0 1 0,0 1 0,11 4-261,-24-4 133,-1 0 0,0 0-1,-1 1 1,1-1-1,-1 1 1,0-1-1,0 1 1,-1 0 0,0 0-1,0-1 1,0 1-1,-1 0 1,0 0-1,0 0 1,0 0-1,-1 0 1,1 0 0,-2 0-1,1 0 1,-1-1-1,0 1 1,0-1-1,0 1 1,-1-1 0,1 0-1,-1 1 1,-1-1-1,1-1 1,-1 1-1,0-1 1,0 1 0,-3 1-133,7-5 12,-1-1 0,0 1 0,0 0 0,0-1 1,0 1-1,1 0 0,-1 0 0,0 0 0,1 0 0,-1 0 1,1 0-1,-1 0 0,1 0 0,-1 0 0,1 0 1,0 0-1,-1 0 0,1 0 0,0 0 0,0 0 0,0 0 1,0 0-1,0 0 0,0 1 0,0-1 0,0 0 1,0 0-1,0 0 0,1 0 0,-1 0 0,1 0 0,-1 0 1,0 0-1,1 0 0,0 0 0,-1 0 0,1 0 1,0 0-1,-1-1 0,1 1 0,0 0 0,0 0 0,-1-1 1,1 1-1,0 0 0,0-1 0,0 1 0,0-1 1,0 1-1,0-1 0,0 0 0,1 1-12,64 0 273,-56-1-225,126-37 239,-134 37-269,-2 0 30,0 0-170,0 0-427,3 28-12286,2-16 6400</inkml:trace>
  <inkml:trace contextRef="#ctx0" brushRef="#br0" timeOffset="4852.934">8441 3687 5857,'0'0'1811,"0"0"2969,0 0-2849,0 0-1141,0 0-96,0 0 281,6 3 3,22 5-363,-1-1 1,1-1-1,1-2 1,-1-1-1,1-1 1,-1-1-1,1-1 1,14-4-616,27 3 537,-39-5-2612,4-21-5907,-35 27 7921,17-16-8377</inkml:trace>
  <inkml:trace contextRef="#ctx0" brushRef="#br0" timeOffset="5348.668">9454 3692 3577,'0'0'9243,"0"0"-5439,0 0-2479,0 0-238,0 0 545,0 0-31,21-15 196,20-32-1579,-20 27-344,-1-2-1,-1 0 1,-2-1 0,0-1-1,-1-1 1,-2 0 0,10-23 126,-38 179 917,-18 378 3087,31-531-4523,3-61-3064,7 28-3179,3 10-3229</inkml:trace>
  <inkml:trace contextRef="#ctx0" brushRef="#br0" timeOffset="4168.764">7557 3589 6425,'0'0'299,"0"0"495,0 0 2104,0 0-1607,0 0-827,0 0-83,-2-15 255,-3-47 400,4 46-74,1 30-418,0 27 520,-3-26-857,1 0-1,0 0 0,2 0 0,-1 0 0,2 0 0,0 0 0,1 0 1,0 0-1,1 0 0,1 0 0,1-1 0,0 0 0,0 1 1,2-2-1,-1 1 0,2-1 0,0 0 0,0-1 0,1 0 1,1 0-1,0-1 0,3 3-206,-6-11 7,-1 0 1,0-1 0,1 0-1,-1 0 1,1 0-1,0-1 1,0 1-1,0-2 1,-1 1-1,1-1 1,0 0-1,0-1 1,0 1 0,0-1-1,0-1 1,-1 1-1,1-1 1,-1 0-1,1-1 1,-1 0-1,0 0 1,0 0 0,0-1-1,0 1 1,0-1-1,-1-1 1,0 1-1,0-1 1,0 0-1,0 0 1,-1 0-1,0-1 1,0 0 0,-1 0-1,1 0 1,-1 0-1,0 0 1,-1 0-1,0-1 1,0 0-1,0 1 1,-1-1-1,0 0 1,0 0 0,0 0-1,-1 1 1,0-5-8,1-9-159,0 0 0,-2 1 0,0-1 1,-1 0-1,-1 1 0,0-1 0,-2 1 1,0 0-1,-1 0 159,3 13-20,1 0 1,-1 0-1,-1 0 0,1 0 1,-1 1-1,0-1 0,0 1 1,0 0-1,-1 0 0,0 1 1,0-1-1,0 1 0,0 0 1,-1 0-1,1 1 0,-1-1 1,0 2-1,0-1 0,0 0 1,-1 1-1,1 0 0,-1 1 1,1-1-1,-1 1 1,1 1-1,-1-1 0,0 1 1,-1 0 19,1 0-110,0 1 0,0 0 0,0 0 0,0 1 1,0 0-1,0 0 0,1 1 0,-1-1 1,1 1-1,-1 1 0,1-1 0,0 1 1,0 0-1,1 1 0,-1-1 0,1 1 0,0 0 1,0 0-1,1 1 0,0 0 0,-1-1 1,1 3 109,-19 42-4498,15 4-3795,8-32 5465</inkml:trace>
  <inkml:trace contextRef="#ctx0" brushRef="#br0" timeOffset="4485.605">7539 3643 728,'0'0'5591,"0"0"-696,0 0-2605,0 0-1552,0 0-444,0 0 101,12 0 391,283 8 2686,-163-7-4736,-118 3-7427,-10-2 6458</inkml:trace>
  <inkml:trace contextRef="#ctx0" brushRef="#br0" timeOffset="1336.524">5342 3556 6177,'0'0'347,"0"0"280,0 0 1633,0 0-358,5-2-840,12-6-466,-15 7-510,0-1 0,0 0 0,0 0 0,0 1-1,1 0 1,-1-1 0,0 1 0,1 0 0,-1 0-1,1 0 1,-1 0 0,1 1 0,0-1 0,-1 1-1,1-1 1,-1 1 0,1 0 0,0 0 0,-1 0-1,1 0 1,0 1 0,-1-1 0,1 1 0,-1 0-1,1-1 1,-1 1 0,1 0 0,-1 1 0,1-1-1,-1 0 1,0 1 0,0-1 0,0 1 0,0 0 0,0-1-1,0 1 1,1 2-86,3 10 58,-1 1 1,-1 0-1,-1 0 0,0 1 0,-1-1 1,0 1-1,-1-1 0,-1 1 0,-1-1 0,0 1 1,-1-1-1,0 1 0,-2-1 0,1 0 1,-2 0-1,0 0 0,-1-1 0,-2 4-58,8-16-7,-1 0-1,1 1 1,-1-1-1,1 0 0,-1 0 1,0 0-1,0 1 1,0-1-1,0 0 0,0 0 1,0 0-1,0 0 1,-1-1-1,1 1 1,-1 0-1,0 0 0,1-1 1,-1 1-1,0-1 1,0 0-1,0 1 0,0-1 1,0 0-1,0 0 1,0 0-1,0-1 1,0 1-1,-1 0 0,1-1 1,0 1-1,0-1 1,-1 0-1,1 0 0,0 0 1,-1 0-1,1 0 1,0 0-1,-1-1 0,1 1 1,0-1-1,0 0 1,0 1-1,-1-1 1,1 0-1,0 0 0,0-1 1,0 1-1,0 0 1,1-1-1,-1 1 0,0-1 1,0 1-1,1-1 1,-1 0-1,1 0 1,0 0-1,-1 1 0,1-1 1,0-1-1,0 1 1,0-1 7,-5-56 268,56 64 861,21 43 19,-65-42-1018,1 0-1,-1 0 1,1-1-1,0 0 1,0-1-1,1 1 1,-1-1-1,1-1 1,0 0-1,0 0 0,0 0 1,1-1-1,-1 0 1,7 0-130,3-1 97,-10 1-32,0-1-1,0 0 1,1 0-1,-1-1 1,1 0-1,-1 0 1,0-1-1,0 0 1,1-1-1,-1 0 1,0 0-1,0-1 1,0 0-1,-1 0 1,1-1-1,-1 1 1,0-2-1,0 1 1,3-4-65,-4-83-14726,-6 73 13008</inkml:trace>
  <inkml:trace contextRef="#ctx0" brushRef="#br0" timeOffset="2632.579">5968 3603 6809,'0'0'602,"0"0"517,0 0 1185,0 0-382,0 0-676,0 0-270,13 11-124,66 53 662,-79-63-1468,1 0 0,0 0 0,0 0 1,0 0-1,0 0 0,0 0 0,0-1 0,0 1 1,0 0-1,0 0 0,0-1 0,1 1 1,-1-1-1,0 1 0,0-1 0,1 0 0,-1 1 1,0-1-1,1 0 0,-1 0 0,0 0 0,0 0 1,1 0-1,-1 0 0,0 0 0,1 0 1,-1-1-1,0 1 0,1-1 0,-1 1 0,0-1 1,0 1-1,0-1 0,0 1 0,1-1 1,-1 0-1,0 0 0,0 0 0,0 1 0,0-1 1,-1 0-1,1 0 0,0 0 0,0-1 0,0 1 1,-1 0-1,1 0 0,-1 0 0,1 0 1,-1-1-1,1 1 0,-1 0 0,0 0 0,1-1 1,-1 1-1,0 0 0,0-1 0,0 1 1,0 0-1,0-1 0,-1 1 0,1 0 0,0-1 1,-1 1-47,2 0 5,0-1 0,-1 1 0,0-1 1,1 1-1,-1-1 0,0 1 1,0-1-1,0 1 0,0-1 0,0 1 1,0-1-1,0 1 0,0-1 1,-1 1-1,1-1 0,-1 1 0,1-1 1,-1 1-1,1-1 0,-1 1 0,0 0 1,0-1-1,0 1 0,0 0 1,0 0-1,0 0 0,0 0 0,0 0 1,0 0-1,0 0 0,0 0 0,-1 0 1,1 0-1,0 0 0,-1 1 1,1-1-1,-1 1 0,1-1 0,-1 1 1,1 0-1,-1-1 0,1 1 1,-1 0-1,1 0 0,-1 0 0,1 0 1,-1 0-1,1 0 0,-1 1 0,1-1 1,-1 0-1,1 1 0,-1-1 1,1 1-1,-1 0 0,1-1 0,0 1 1,-1 0-1,1 0 0,0 0 0,0 0 1,0 0-1,0 0 0,0 0 1,0 0-1,0 1 0,0-1-5,-5 6-1,1 0 0,1 0 0,-1 1 0,1 0 0,0 0-1,1 0 1,0 0 0,0 0 0,1 0 0,0 1 0,1 0 0,-1-1 0,2 1 0,-1 0-1,1-1 1,1 1 0,-1 0 0,1-1 0,1 1 0,0-1 0,0 1 0,0-1 0,1 0-1,1 1 1,-1-2 0,1 1 0,1 0 0,-1-1 0,1 0 0,5 6 1,3-6 15,0 0 0,0-1 0,1-1 0,0 0 0,0-1 1,0 0-1,0-1 0,0-1 0,1 0 0,-1-1 0,1-1 0,-1 0 1,1-1-1,6-1-15,-16 1 22,0 0 0,0-1 0,0 1 0,0-1 1,-1 0-1,1 0 0,-1-1 0,1 1 0,-1-1 0,0 0 1,0 0-1,0 0 0,0-1 0,-1 1 0,1-1 0,-1 0 1,0 0-1,0 0 0,0 0 0,-1-1 0,0 1 0,0-1 1,0 0-1,0 1 0,0-1 0,-1 0 0,0 0 0,0 0 1,-1 0-1,1 0 0,-1 0 0,0 0 0,0 0 0,-1 0 1,0 0-1,1 0 0,-2 0 0,1 0 0,-1 0 0,1 0 1,-1 1-1,0-1 0,-1 1 0,1-1 0,-1 1 0,0 0 1,0 0-1,0 0 0,-1 0 0,-1-1-22,3 7 40,0 0 0,0-1 0,1 1 1,-1 0-1,1 0 0,-1 0 0,1 0 0,0 0 0,0 0 0,0 1 1,0-1-1,0 0 0,0 1 0,1-1 0,-1 0 0,1 1 0,0-1 0,-1 1 1,1-1-1,0 1 0,0-1 0,1 1 0,-1-1 0,1 0 0,-1 1 1,1-1-1,0 0 0,-1 1 0,1-1 0,0 0 0,1 2-40,2 4 6,1 1 0,0-1 0,0 0 0,0 0 0,1-1 0,0 0 0,1 0 0,-1 0 0,1-1 0,1 0 0,-1 0 0,1-1 0,0 0 0,0 0 0,0-1 0,1 0 0,0 0 0,0-1 0,0 0 0,0-1 0,0 0 0,0 0 0,1-1 0,-1 0 0,1-1 0,-1 0 0,0-1 0,1 1 0,-1-2 0,7-1-6,-11-1-16,-1 1-1,0-2 1,0 1-1,0 0 0,0-1 1,-1 1-1,1-1 1,-1 0-1,-1 0 0,1-1 1,-1 1-1,0 0 1,0-1-1,0 0 0,-1 1 1,0-1-1,0 0 1,0 0-1,-1 1 0,0-1 1,0 0-1,0 0 1,-1 0-1,0 0 0,0 1 1,0-1-1,-1 0 1,0 1-1,0 0 0,0-1 1,-1 1-1,0 0 1,0 0-1,0 0 0,-1 0 1,0 0 16,-1-3-17,0 0 1,-1 0-1,0 1 0,0 0 1,0 0-1,-1 1 0,0-1 1,0 1-1,-1 1 0,0 0 1,0 0-1,0 0 0,0 1 0,-1 0 1,0 1-1,1 0 0,-1 0 1,0 1-1,-1 0 0,-5 0 17,13 2-41,0 1-1,-1 0 0,1 0 1,0 1-1,0-1 0,0 0 1,0 1-1,0-1 0,1 1 0,-1-1 1,0 1-1,1 0 0,-1 0 1,1 0-1,-1 0 0,1 0 0,0 0 1,0 0-1,0 0 0,0 1 1,0-1-1,1 0 0,-1 1 1,1-1-1,-1 0 0,1 1 0,0-1 1,0 1-1,0-1 0,0 0 1,0 1 41,7 49-3993,51-13-4536,-24-33 6493</inkml:trace>
  <inkml:trace contextRef="#ctx0" brushRef="#br0" timeOffset="3035.642">6870 3612 5801,'0'0'2075,"0"0"3923,0 0-3147,0 0-1764,0 0-28,0 0-116,-12-6-297,-38-15-388,47 21-257,-1 1 0,0-1 0,1 1 1,-1 0-1,1 0 0,-1 0 0,1 1 0,0-1 0,0 1 1,-1 0-1,1 0 0,0 0 0,0 0 0,1 1 1,-1-1-1,0 1 0,1-1 0,-1 1 0,1 0 1,0 0-1,0 0 0,0 0 0,1 0 0,-1 1 0,1-1 1,-1 1-1,1-1 0,0 1 0,1-1 0,-1 1 1,1-1-1,-1 1 0,1 0 0,0-1 0,0 1 1,1 0-1,-1 1-1,3-2-1,-1 0 0,0 0 0,1 0 1,0 0-1,0 0 0,0 0 0,0-1 0,0 1 0,0-1 1,1 0-1,-1 0 0,1-1 0,0 1 0,-1 0 1,1-1-1,0 0 0,0 0 0,0 0 0,0-1 0,0 1 1,0-1-1,0 0 0,0 0 0,0 0 0,3-1 1,0 1 1,218 17-47,-222-15 50,-1-1 1,1 1-1,-1-1 0,1 1 0,-1 0 0,0 0 0,0 0 0,0 1 0,0-1 0,0 0 0,0 1 0,-1-1 0,1 1 0,-1-1 0,0 1 0,1 0 0,-1 0 0,0 0 0,-1-1 0,1 1 0,-1 0 1,1 0-1,-1 0 0,0 0 0,0 0 0,0 0 0,0 0 0,-1 0 0,1 0 0,-1 0 0,0 0 0,1 0 0,-1-1 0,-1 1 0,1 0 0,0-1 0,-1 1 0,1 0 0,-1-1 0,0 0 0,0 1 1,0-1-1,0 0 0,0 0 0,0 0 0,-1 0 0,1-1 0,-1 1 0,1-1 0,-1 1 0,0-1 0,1 0 0,-3 1-4,-8 8 154,-2-1 1,1 0-1,-1 0 0,0-2 1,-1 0-1,0-1 0,0 0 1,0-1-1,-1-1 0,0-1 1,-9 1-155,9-50-7338,9 15 2005,1 2 2469</inkml:trace>
  <inkml:trace contextRef="#ctx0" brushRef="#br0" timeOffset="-2294.876">1537 3636 3145,'0'0'1769,"0"0"-838,0 0-621,0 0 0,0 0 627,7 13 306,24 37-690,-15-36 6259,-16-22-2663,-2 3-5680,-39-76 6236,133 213-4496,-91-131-261,-1-1 186,-53-93-217,51 89 77,0-1-1,-1 1 1,0 0-1,0 0 1,0 0-1,-1 0 1,1 1-1,-1-1 1,0 1-1,0 0 1,0 0-1,0 0 1,0 1 0,-1 0-1,1-1 1,-1 1-1,1 1 1,-1-1-1,0 1 1,0 0-1,0 0 1,0 0-1,0 1 1,0-1-1,0 1 1,0 1 0,0-1-1,0 1 1,0 0-1,0 0 1,0 0-1,1 0 1,-1 1-1,0 0 1,1 0-1,-1 0 1,1 1-1,0 0 1,-2 1 6,-3 7-5,0 0 0,1 1 0,0 1 0,1-1 0,0 1 0,1 1 0,1-1 0,0 1 0,1 0 0,0 0 0,1 0 0,1 0 0,0 1 0,1-1 0,1 1 0,0-1 0,1 1 0,0-1 0,2 8 5,-2-14 3,1 0 0,-1 0-1,2 0 1,-1 0-1,1 0 1,0-1 0,0 1-1,1-1 1,0 0-1,0 0 1,1 0 0,0-1-1,0 1 1,1-1 0,0-1-1,0 1 1,0-1-1,0 0 1,1 0 0,0 0-1,0-1 1,0-1-1,1 1 1,-1-1 0,1 0-1,5 1-2,13 3 17,1-1-1,0-1 1,1-1 0,-1-2-1,1 0 1,0-2-1,7-2-16,-29 3 11,0-1 0,0 0 0,0 0 0,0-1 0,0 0 0,0 0-1,0 0 1,0 0 0,0-1 0,-1 0 0,1-1 0,-1 1 0,1-1 0,-1 0-1,0 0 1,0-1 0,0 1 0,0-1 0,-1 0 0,0 0 0,0-1-1,0 1 1,0-1 0,-1 0 0,1 0 0,-1 0 0,-1-1 0,1 1 0,-1-1-1,0 1 1,0-1 0,0 0 0,-1-1-11,1 0 10,-1 0 0,0-1 0,-1 1 0,0 0 0,0 0 0,-1-1 0,0 1 0,0 0 0,0 0 0,-1 0 1,0 0-1,0 0 0,-1 0 0,0 0 0,0 1 0,-1 0 0,-2-4-10,3 35-146,5-11 152,1-1-1,0 0 0,1 0 1,0 0-1,1 0 0,0 0 1,1-1-1,1 0 0,0-1 1,0 1-1,1-1 0,1 0 1,0-1-1,0 0 0,1-1 1,0 0-1,1 0 0,0-1 1,0 0-1,1-1 0,7 3-5,-15-8 2,-1 0 0,1 0 0,-1-1 0,1 1-1,0-1 1,0 0 0,0 0 0,0 0 0,0 0-1,0-1 1,0 0 0,0 0 0,0 0-1,0 0 1,0 0 0,0-1 0,-1 0 0,1 0-1,0 0 1,0 0 0,0-1 0,-1 1 0,1-1-1,0 0 1,-1 0 0,0 0 0,1-1-1,-1 1 1,0-1 0,0 0 0,-1 0 0,1 0-1,-1 0 1,1 0 0,-1 0 0,0-1 0,0 1-1,0-1 1,-1 0 0,1 1 0,-1-1-1,0 0 1,0 0 0,0 0 0,0 0 0,-1 0-1,0 0 1,0 0 0,0 0 0,0 0-2,2-3-5,0 1 0,-1-1 0,0 1 0,0-1 0,0 0 0,-1 1 0,0-1 0,0 0 0,-1 0 1,0 1-1,0-1 0,0 1 0,-1-1 0,0 1 0,0-1 0,-1 1 0,0 0 0,0 0 0,0 0 0,-1 1 0,0-1 0,0 1 0,0 0 1,-1 0-1,0 0 0,0 0 0,0 1 0,0 0 0,-1 0 0,1 0 0,-1 1 0,0 0 0,0 0 0,0 1 0,-1-1 0,-5 0 5,9 3-27,1 1 0,-1-1 0,0 1 0,0 0 0,0-1-1,1 1 1,-1 1 0,0-1 0,1 0 0,-1 1 0,1-1-1,0 1 1,-1 0 0,1 0 0,0 0 0,0 0 0,0 0-1,0 0 1,1 0 0,-1 1 0,1-1 0,-1 1 0,1-1-1,0 1 1,0 0 0,-1 1 27,-9 48-5439,24-37-772,29-13 3031,-30-3 1833,23 1-4580</inkml:trace>
  <inkml:trace contextRef="#ctx0" brushRef="#br0" timeOffset="-1829.693">2545 3714 8130,'0'0'1800,"0"0"2318,0 0-2344,0 0-1154,-24-1-133,-136-4 1439,160 5-1923,1 0 0,-1 0 0,1 1 1,-1-1-1,0 0 0,1 1 0,-1-1 0,0 1 1,0-1-1,1 0 0,-1 1 0,0-1 1,0 1-1,1-1 0,-1 1 0,0-1 0,0 0 1,0 1-1,0-1 0,0 1 0,0-1 1,0 1-1,0-1 0,0 1 0,0-1 0,0 1 1,0-1-1,0 1 0,0-1 0,0 1 0,-1-1 1,1 0-1,0 1 0,0-1 0,0 1 1,-1-1-1,1 1 0,0-1 0,-1 0 0,1 1 1,0-1-1,-1 0 0,1 1 0,0-1 1,-1 0-1,1 0 0,-1 1 0,1-1 0,0 0 1,-1 0-1,1 0 0,-1 1 0,1-1 1,-1 0-1,1 0 0,-1 0 0,1 0 0,-1 0 1,1 0-1,-1 0 0,1 0-3,40 25-59,-37-24 110,69 34-67,100 70-47,-170-103 56,0 0-1,0 0 1,0 0-1,0 0 1,0 0-1,0 1 1,0-1-1,-1 1 1,1-1-1,-1 1 1,0-1-1,0 1 1,0 0-1,0 0 1,0 0-1,-1-1 1,1 1-1,-1 0 1,0 0-1,0 0 1,0 0-1,0 0 1,0 0-1,0 0 1,-1-1-1,0 1 1,1 0-1,-1 0 1,0 0-1,0-1 1,-1 1-1,1-1 1,-1 1-1,1-1 1,-1 1-1,0-1 1,0 0-1,0 0 1,0 0-1,0 0 1,0 0-1,0 0 1,-1 0-1,1-1 1,-1 1-1,1-1 1,-1 0-1,0 0 1,1 0-1,-1 0 1,0 0-1,0-1 1,-1 1 7,-178 26 593,172-20-603,11-5-8818,5-2 6196</inkml:trace>
  <inkml:trace contextRef="#ctx0" brushRef="#br0" timeOffset="-1160.964">2869 3749 5705,'0'0'635,"0"0"-368,0 0-187,0 0-11,0 0 168,0 0 828,15-10 518,44-32-67,-36 3 7677,-18 36-9170,-1 0 1,1 1 0,0 0-1,0 0 1,0 1-1,0-1 1,0 1 0,0 0-1,1 0 1,-1 1 0,0 0-1,0 0 1,1 0 0,-1 0-1,0 1 1,0 0-1,1 0 1,-1 0 0,0 1-1,0-1 1,0 1 0,-1 1-1,1-1 1,0 1-1,-1-1 1,1 1 0,-1 1-1,0-1 1,0 1 0,-1-1-1,1 1 1,1 2-24,0 3-13,0 0 1,0 1-1,-1-1 0,0 1 1,-1 0-1,0 0 0,0 0 1,-1 1-1,-1-1 1,0 0-1,0 1 0,-1-1 1,0 1-1,-1-1 1,0 1-1,-1-1 0,0 0 1,-1 0-1,0 1 0,0-2 1,-1 1-1,0 0 1,-1-1-1,0 0 0,0 0 1,-1 0-1,-1-1 0,-2 4 13,7-11-26,1 0-1,-1 0 0,1 0 0,-1 0 0,1 0 0,-1-1 1,1 1-1,-1 0 0,0-1 0,1 1 0,-1-1 0,0 0 1,0 0-1,1 0 0,-1 1 0,0-2 0,0 1 0,1 0 0,-1 0 1,0 0-1,1-1 0,-1 1 0,0-1 0,1 0 0,-1 1 1,1-1-1,-1 0 0,1 0 0,-1 0 0,1 0 0,-1 0 1,1 0-1,0 0 0,0 0 0,-1-1 0,1 1 0,0-1 0,0 1 1,0 0-1,1-1 0,-1 0 0,0 1 0,1-1 0,-1 1 1,0-1-1,1 0 0,0 0 0,-1 1 0,1-1 0,0 0 1,0 1-1,0-1 0,0 0 0,0 0 0,1 1 0,-1-1 1,0 0-1,1 1 0,0-1 0,-1 0 0,1 1 0,0-1 0,0-1 27,2 2 2,-1-1 0,1 0 0,0 1 0,-1 0 0,1-1 0,0 1 0,0 0 0,0 1 0,0-1 0,0 0 0,0 1 0,0 0 0,0 0 0,0-1 0,0 2 0,0-1-1,0 0 1,0 1 0,0-1 0,0 1 0,-1 0 0,1 0 0,0 0 0,0 0-2,72 60 414,-72-56-367,1 0 0,1 1 0,-1-2 1,1 1-1,-1-1 0,1 1 0,1-1 0,-1-1 0,0 1 0,1-1 1,0 0-1,0 0 0,0 0 0,0-1 0,0 0 0,0 0 0,1-1 1,-1 0-1,1 0 0,-1 0 0,1-1 0,2 0-47,28-24-990,-13-93-11460,-24 101 10923,3-24-16</inkml:trace>
  <inkml:trace contextRef="#ctx0" brushRef="#br0" timeOffset="-743.74">3422 3618 7418,'0'0'2545,"0"0"2714,0 0-2668,0 0-1649,0 0-574,0 0 281,3 17 1089,-1-1-1249,0 7-312,0-1-1,1 0 0,2 1 0,0-2 0,1 1 0,1-1 0,1 0 1,1 0-1,1-1 0,1 0 0,0-1 0,2 0 0,12 15-176,-21-31-15,1 1 1,0-1-1,-1 0 0,1-1 0,1 1 0,-1-1 1,0 0-1,0 0 0,1-1 0,-1 1 0,1-1 1,-1 0-1,1-1 0,0 1 0,-1-1 0,1 0 1,0-1-1,-1 1 0,1-1 0,-1 0 0,1-1 1,-1 1-1,1-1 0,-1 0 0,0-1 0,0 1 1,0-1-1,0 0 0,0 0 0,-1 0 0,1-1 1,-1 0-1,0 0 0,0 0 0,-1 0 0,1 0 1,-1-1-1,0 0 0,0 0 0,0 1 0,1-4 15,1-8-31,0 1-1,0-1 1,-2 1-1,0-1 0,-1 0 1,0 0-1,-1-1 0,-1 1 1,-1 0-1,0 0 1,-1 0-1,-1 0 0,0 0 1,-1 0-1,-1 1 1,-1 0-1,0 0 0,0 0 1,-2 1-1,0 0 0,0 0 1,-2 1-1,1 0 1,-4-2 31,10 12-42,0 0 0,0 0 1,0 0-1,-1 0 0,0 1 1,1 0-1,-1-1 1,0 1-1,0 1 0,0-1 1,0 0-1,-1 1 1,1 0-1,0 0 0,-1 0 1,1 1-1,0 0 1,-1-1-1,1 2 0,-1-1 1,1 0-1,0 1 0,-1 0 1,1 0-1,0 0 1,0 0-1,-1 1 0,1-1 1,0 1-1,1 0 1,-1 1-1,0-1 0,0 1 1,1-1-1,0 1 0,-1 0 1,1 0-1,0 1 1,1-1-1,-1 1 0,1-1 1,-1 1-1,1 0 1,0 0-1,0 0 0,1 0 1,-1 0-1,1 0 0,0 1 42,-7 30-2790,23 13-7565,3-44 8873</inkml:trace>
  <inkml:trace contextRef="#ctx0" brushRef="#br0" timeOffset="-431.931">3462 3692 5673,'0'0'1575,"0"0"1867,0 0-2027,0 0-713,0 0 273,0 0 101,5 6 11,-2-3-1003,0 0 0,1 0 0,-1 0 0,1-1 0,-1 1 0,1-1 0,0 0 0,0 0 0,0 0 0,0-1 0,0 1 0,1-1 0,-1 0 0,0 0 0,1 0 0,-1-1 0,0 0 0,1 0 0,-1 0 0,1 0 0,0-1-84,221-20 1090,-224 20-1867,23-3 2407,-19 5-4842,-3 2-5520,-3-1 3881</inkml:trace>
  <inkml:trace contextRef="#ctx0" brushRef="#br0" timeOffset="15447.559">4527 5777 6385,'0'0'215,"0"0"-166,0 0 282,0 0 1423,0 0 694,0 0-649,-11-2-776,-32-6-62,32-6 3773,30-5-4265,-15 16-465,1-1-1,0 1 0,0 0 0,0 0 1,0 0-1,0 1 0,0-1 0,1 1 1,-1 1-1,1-1 0,0 1 0,-1 0 1,1 0-1,0 1 0,0-1 0,0 1 1,-1 1-1,1-1 0,0 1 0,0 0 1,-1 0-1,1 1 0,0-1 0,-1 1 1,0 0-1,1 1 0,-1 0 0,0-1 0,0 2 1,0-1-1,-1 0 0,1 1 0,-1 0 1,0 0-1,0 1 0,0-1 0,-1 1 1,1-1-1,-1 1 0,0 0 0,-1 0 1,1 1-1,-1-1 0,0 1 0,0-1 1,0 2-4,0 5 13,0 1 0,-1-1 0,-1 1 0,0-1 0,0 1 1,-1-1-1,-1 0 0,0 1 0,-1-1 0,0 0 0,-1 0 1,0 0-1,-1-1 0,0 1 0,-1-1 0,0-1 0,-1 1 1,0-1-1,-1 0 0,0 0 0,0-1 0,-1 0 0,-6 4-13,-64 5-112,79-18 105,-1-1 0,1 1-1,-1-1 1,0 1-1,1-1 1,-1 1-1,1-1 1,0 1 0,-1-1-1,1 0 1,-1 1-1,1-1 1,0 0 0,-1 1-1,1-1 1,0 0-1,0 0 1,0 1 0,-1-1-1,1 0 1,0 0-1,0 1 1,0-1-1,0 0 1,0 0 0,0 1-1,1-1 1,-1 0-1,0 0 1,0 1 0,0-1-1,1 0 1,-1 1-1,0-1 1,1 0-1,-1 1 1,1-1 0,-1 0-1,1 1 1,-1-1-1,1 1 1,-1-1 0,1 1-1,0-1 1,-1 1-1,1-1 1,-1 1 0,1 0-1,0-1 1,0 1-1,-1 0 1,1 0-1,0-1 1,-1 1 0,1 0-1,0 0 1,0 0-1,-1 0 1,2 0 7,175 24 1051,13-11-762,-172-16-2316,5-29-8464,-17 12 8039</inkml:trace>
  <inkml:trace contextRef="#ctx0" brushRef="#br0" timeOffset="15868.398">5048 5748 1256,'0'0'7761,"0"0"-1579,0 0-3597,0 0-1642,0 0-467,0 0 456,1 20 1038,-1-3-1618,-1 11-50,2-1 0,0 0-1,2 0 1,1 0 0,1 0-1,2 0 1,0-1 0,11 24-302,-15-46 1,0 1 1,1-1 0,0 0 0,0 0-1,0-1 1,0 1 0,1-1 0,-1 0-1,1 0 1,0 0 0,0-1 0,0 1-1,0-1 1,0-1 0,1 1 0,-1-1-1,0 1 1,1-2 0,-1 1 0,1-1-1,0 1 1,-1-2 0,1 1 0,-1 0-1,1-1 1,-1 0 0,0-1 0,1 1-1,-1-1 1,0 0 0,0 0 0,0 0-1,0-1 1,0 0 0,0 0 0,-1 0-1,0-1 1,1 1 0,-1-1 0,-1 0-1,1 0 1,0-1 0,-1 1 0,0-1-1,0 1 1,0-1 0,-1 0 0,0 0 0,0 0-1,0-1 1,0-2-2,4-11-75,-1 0 1,-1 0-1,-1-1 1,-1 0-1,0 1 1,-2-1-1,0 0 1,-1 0-1,-1 1 1,-1-1-1,-1 1 1,-1 0-1,0 0 1,-1 0-1,-1 0 1,-1 1-1,-1 0 75,6 13-27,1 1 0,-1 0 0,0 0 0,0 0 0,0 1 0,0-1 0,-1 1 0,1 0 0,-1 0 0,0 0 0,0 0 0,0 0 0,0 1 0,-1 0 0,1 0 0,-1 0 1,1 1-1,-1-1 0,1 1 0,-1 0 0,0 0 0,0 1 0,0-1 0,1 1 0,-1 0 0,0 1 0,0-1 0,0 1 0,1 0 0,-1 0 0,0 0 0,1 1 0,-1-1 0,1 1 0,-1 0 0,1 1 0,0-1 0,0 1 0,0 0 0,0 0 0,0 0 0,1 0 0,-1 1 0,1-1 0,0 1 0,0 0 0,1 0 0,-1 0 0,1 0 0,-1 1 0,1-1 0,1 1 0,-2 4 27,-5 41-4102,23-6-6309,1-36 8278</inkml:trace>
  <inkml:trace contextRef="#ctx0" brushRef="#br0" timeOffset="16119.311">5048 5748 6177</inkml:trace>
  <inkml:trace contextRef="#ctx0" brushRef="#br0" timeOffset="16267.738">5048 5748 6177,'-74'67'4725,"59"-54"-1831,15-13-1399,34 0 1327,30 0-868,79 0 121,2 0-4445,-138-20-10583,-7 9 8406</inkml:trace>
  <inkml:trace contextRef="#ctx0" brushRef="#br0" timeOffset="14344.177">3148 5708 6561,'0'0'1326,"0"0"1556,0 0 1087,0 0-1815,0 0-1152,0 0-487,5 4-67,29 48 1692,-31-44-2031,1-1 0,0 0-1,0 0 1,0 0-1,1 0 1,0 0-1,1-1 1,0 0 0,-1 0-1,2-1 1,-1 0-1,1 0 1,6 4-109,-9-79 409,-7 64-420,1 1 0,-1 0 0,0 0 0,-1 1 0,1-1 0,-1 0 0,0 1 0,0 0 0,0 0 0,0 0 0,-1 1 0,0-1 0,0 1 0,0 0 0,0 1 0,0-1 0,0 1 0,-1 0 0,1 0 0,-1 1 0,1-1 0,-1 1 0,0 1 0,0-1 0,1 1 0,-1 0 0,-1 0 11,2 6 9,1 0 1,0 1-1,0-1 0,1 1 1,0 0-1,0 0 0,1 0 1,0 0-1,0 1 0,0-1 1,1 0-1,0 1 0,1-1 1,0 1-1,0-1 0,0 1 1,1 0-10,-1 0 18,0 2-4,-1-1 0,2 1 0,0 0 0,0 0 0,1 0 0,0 0 0,0 0 0,1-1 0,0 0-1,1 1 1,0-1 0,1 0 0,0-1 0,0 1 0,1-1 0,0 0 0,0 0 0,1-1 0,0 0 0,0 0 0,1-1 0,0 1 0,0-2-1,0 1 1,1-1 0,-1-1 0,10 5-14,106 9 171,-120-18-182,-1 0 1,1 0-1,-1 0 1,1-1-1,-1 0 1,1 0-1,-1 0 1,0 0-1,1 0 1,-1-1 0,0 0-1,0 1 1,0-1-1,0 0 1,0 0-1,0-1 1,-1 1-1,1-1 1,-1 1-1,0-1 1,0 0 0,0 0-1,0 0 1,0 0-1,0 0 1,-1 0-1,1 0 1,-1-1-1,0 1 1,0 0-1,0-1 1,-1 1 0,1-2 10,0-2-56,1-1 0,-1 1 0,-1-1 0,1 1 0,-1-1 0,-1 1 0,1-1 0,-1 1 0,-1-1 0,1 1 0,-1 0 0,-1 0 0,1 0 0,-1 0 0,0 0 0,-1 0 0,0 1 0,0-1 0,0 1 1,-1 0-1,1 1 0,-2-1 56,-1 44 788,6-29-767,1 0 1,1 0 0,-1 0-1,1 0 1,1 0-1,0-1 1,0 1 0,1 0-1,0-1 1,0 0-1,1 1 1,0-1 0,1-1-1,-1 1 1,1-1-1,1 1 1,0-1 0,0-1-1,0 1 1,1-1-1,-1 0 1,2-1 0,-1 0-1,0 0 1,1 0 0,0-1-1,0 0 1,1-1-1,-1 0 1,1 0 0,-1 0-1,1-1 1,0-1-1,0 0 1,8 1-22,-13-3-4,-1 1 1,0 0-1,0-1 1,0 0-1,0 0 1,0 0-1,0 0 1,0 0-1,0 0 1,-1-1 0,1 1-1,0-1 1,-1 0-1,1 0 1,-1 0-1,0 0 1,1 0-1,-1-1 1,0 1-1,0-1 1,-1 1-1,1-1 1,-1 0-1,1 0 1,-1 0-1,0 1 1,0-1-1,0 0 1,0 0-1,0-1 1,-1 1-1,0 0 1,1 0-1,-1 0 4,-7-117-289,5 114 272,1-1 0,-1 1 0,0-1 0,-1 1 0,0 0 0,0 0 0,0 0 0,-1 0 0,1 1 0,-1-1 0,-1 1 0,1 0 0,-1 0 0,0 1 0,0-1 0,0 1 0,0 0 0,-1 0 0,0 1 0,0 0 0,0 0 0,0 0 0,0 1 0,-1-1 0,1 2 0,-1-1 0,1 1-1,-1 0 1,0 0 0,1 1 0,-1 0 0,0 0 0,-6 1 17,10-1-65,0 1-1,1 0 1,-1 0-1,0 0 1,0 1-1,0-1 1,1 0-1,-1 1 1,0 0-1,1 0 1,0 0-1,-1 0 1,1 0-1,0 0 1,0 0-1,0 1 1,0-1-1,1 1 1,-1-1 0,1 1-1,-1 0 1,1 0-1,0 0 1,0-1-1,0 1 1,1 0-1,-1 0 1,1 0-1,-1 1 1,1-1-1,0 0 1,0 0-1,0 0 1,1 0-1,-1 0 1,1 1 65,19 7-2677,94-11-6964,-55-7 6306</inkml:trace>
  <inkml:trace contextRef="#ctx0" brushRef="#br0" timeOffset="14801.239">4090 5654 6065,'0'0'2134,"0"0"3377,0 0-3011,0 0-1497,0 0-296,-22 3 46,-68 10 197,85-12-950,0 0 0,0 1 0,1 0 1,-1 0-1,1 0 0,0 1 0,-1-1 0,1 1 0,0 0 1,1 0-1,-1 0 0,0 1 0,1-1 0,0 1 1,0 0-1,0 0 0,0 0 0,1 1 0,-1-1 0,1 0 1,0 1-1,1 0 0,-1-1 0,1 1 0,0 0 1,0 0-1,0 0 0,1 0 0,-1-1 0,1 1 0,1 0 1,-1 0-1,1 0 0,-1 0 0,1 0 0,1 0 1,0 3-1,74 30-447,-39-31 450,-32-8 1,-1 1 0,1 0 0,-1 0 0,1 0 0,-1 1 0,0-1 0,1 1 0,-1 0 0,0 1 0,1-1 0,-1 1 0,0-1 0,0 1 0,0 0 0,0 1 0,-1-1 0,1 1 0,-1 0 0,1-1 1,-1 1-1,0 1 0,0-1 0,0 0 0,-1 1 0,1 0 0,-1-1 0,0 1 0,0 0 0,0 0 0,0 1 0,0 0-4,-2 1 43,1 1-1,-1-1 1,0 0 0,-1 0 0,0 0 0,0 0-1,0 1 1,0-1 0,-1-1 0,0 1 0,0 0 0,-1 0-1,0-1 1,0 1 0,0-1 0,-1 0 0,1 0-1,-1 0 1,0-1 0,-1 1 0,1-1 0,-1 0-1,0 0 1,0 0 0,0-1 0,0 0 0,-1 0 0,1 0-1,-3 0-42,-133 50-83,82-41-2353,57-12 1813,-5 0-2021,5-4-2083,1-10 2258</inkml:trace>
  <inkml:trace contextRef="#ctx0" brushRef="#br0" timeOffset="12535.195">1658 6075 5353,'0'0'1443,"0"0"1874,0 0-1346,0 0-691,0 0-261,20-8 2406,145-350-1498,-154 300-1289,-10 48 758,0 42-771,0 438 2741,22-377-3043,38-83-8441,7-29-2249,-38-2 4633</inkml:trace>
  <inkml:trace contextRef="#ctx0" brushRef="#br0" timeOffset="13087.963">2392 5668 4985,'0'0'844,"0"0"-418,0 0 447,0 0 2451,0 0-1176,0 0-758,0-16-270,32 373 7439,-10-148-7276,-22-256-12911,-34-31 5200,14 42 4181</inkml:trace>
  <inkml:trace contextRef="#ctx0" brushRef="#br0" timeOffset="13336.291">2204 5995 5737,'0'0'1390,"0"0"1781,0 0-1588,0 0-488,23 3 131,179 14 1958,-13-42-1085,-188 47-12973,-1-22 9345</inkml:trace>
  <inkml:trace contextRef="#ctx0" brushRef="#br0" timeOffset="17850.324">5839 5752 5857,'0'0'508,"0"0"255,0 0 2074,0 0-1157,0 0-641,0 0-331,0 0 26,-8 18 2624,16-14-3216,-1 0 0,1 0 1,0-1-1,0-1 1,0 1-1,0-1 0,1 0 1,-1-1-1,0 0 0,1 0 1,-1-1-1,1 0 1,-1-1-1,7 0-142,3 1 398,149-7 1204,-166 7-1777,-26 13-4083,-38 2-3448,37-10 5369</inkml:trace>
  <inkml:trace contextRef="#ctx0" brushRef="#br0" timeOffset="18217.457">5800 5957 6121,'0'0'818,"0"0"715,0 0 125,0 0-815,0 0-403,0 0 19,5 7 112,-2-3-432,0-1 1,1 1-1,-1-1 0,1 0 1,0 0-1,0 0 1,0 0-1,0-1 1,0 1-1,1-1 0,-1 0 1,1 0-1,-1-1 1,1 1-1,0-1 1,-1 0-1,1-1 0,0 1 1,0-1-1,3 0-139,346 1 5834,-353-1-6051,-1 0-567,0 0-971,-4 0-3822,-3 0 2586,4 0 1492,2 0-270</inkml:trace>
  <inkml:trace contextRef="#ctx0" brushRef="#br0" timeOffset="18899.462">6553 5752 5721,'0'0'612,"0"0"898,0 0 3279,0 0-2011,0 0-1172,0 0-250,-10-9 2171,15 5-3512,-1 0-1,1 1 0,0-1 0,0 1 1,1 0-1,-1 0 0,1 1 0,-1 0 1,1 0-1,0 0 0,0 1 1,0-1-1,0 1 0,0 1 0,0-1 1,0 1-1,0 0 0,0 1 0,0-1 1,0 1-1,0 0 0,0 1 1,-1-1-1,1 1 0,0 0 0,-1 1 1,1-1-1,-1 1 0,0 0 0,5 4-14,-2 7 4,-1 1 0,0 0-1,-1 0 1,0 0 0,-2 1-1,0 0 1,0 0 0,-2 0-1,0 0 1,0 0 0,-2 1-1,0-1 1,-1 0-1,-1 1 1,-2 9-4,4-20-20,-1-1 1,1 1-1,-2-1 0,1 0 0,0 1 1,-1-1-1,0 0 0,0 0 0,-1 0 0,0 0 1,1 0-1,-1 0 0,-1-1 0,1 1 1,-1-1-1,0 0 0,0 0 0,0-1 1,0 1-1,-1-1 0,1 0 0,-1 0 0,0 0 1,0-1-1,0 0 0,0 1 0,0-2 1,-4 2 19,7-3-19,-1-1 1,0 1 0,0 0-1,0-1 1,0 0 0,0 1-1,0-1 1,0 0 0,1-1-1,-1 1 1,0 0 0,1-1-1,-1 0 1,1 1 0,0-1-1,-1 0 1,1 0 0,0 0-1,0 0 1,0-1 0,0 1-1,1-1 1,-1 1 0,1-1-1,-1 1 1,1-1 0,0 0-1,0 0 1,0 0 0,1 0-1,-1 1 1,1-1 0,-1 0-1,1 0 1,0 0 0,0 0-1,0 0 1,0 0 0,1 0-1,0-2 19,2 3-2,0 0 1,0 0-1,0 0 0,0 0 1,0 0-1,1 0 0,-1 1 1,1 0-1,-1 0 0,1 0 1,0 0-1,-1 0 0,1 1 1,0-1-1,0 1 0,-1 0 1,1 0-1,0 1 0,0-1 1,-1 1-1,1 0 0,0 0 1,-1 0-1,1 0 0,-1 0 1,1 1-1,0 0 2,62 20 696,134 22 119,-197-44-866,63-9-1314,-49-3-2171,-3-7-3329,-5-4-966</inkml:trace>
  <inkml:trace contextRef="#ctx0" brushRef="#br0" timeOffset="19713.381">7403 5679 6041,'0'0'11200,"0"0"-7078,0 0-2780,0 0-967,0 0-82,0 0-26,-16 5 468,15-3-742,1 0 0,-1 0 0,1 0 1,0 0-1,0 0 0,0 0 0,0 0 1,0 0-1,0 0 0,0 0 0,0 0 1,1 0-1,-1 0 0,1 0 1,0 0-1,0 0 0,-1 0 0,1 0 1,0-1-1,1 1 0,-1 0 0,0-1 1,0 1-1,1-1 0,-1 1 0,1-1 1,-1 1-1,1-1 0,-1 0 1,1 0-1,0 0 0,0 0 0,0 0 1,0 0-1,-1-1 0,1 1 0,0-1 1,0 1-1,0-1 0,2 1 7,-8-50-2568,1 48 2585,1-1 1,-1 1 0,0-1-1,0 1 1,0 0 0,0 0-1,0 0 1,0 0 0,0 1-1,0-1 1,0 1 0,0 0-1,0 0 1,0 0 0,0 0-1,0 1 1,0-1 0,0 1-1,0-1 1,0 1 0,0 0-1,0 0 1,0 1 0,0-1-1,0 1 1,1-1 0,-1 1-1,1 0 1,-1 0 0,1 0-1,0 0 1,0 0 0,0 1-1,0-1 1,0 1 0,0-1-1,1 1 1,-1 0 0,1 0-1,-1 0-17,-3 5 45,0 0 0,1 0-1,-1 1 1,2-1 0,-1 1-1,1 0 1,1 0 0,-1 1 0,1-1-1,1 0 1,0 1 0,0-1-1,1 1 1,0-1 0,1 1-1,0-1 1,1 1 0,0-1-1,0 0 1,0 0 0,2 0-1,-1 0 1,1 0 0,0-1-1,1 1 1,0-1 0,0 0-1,1-1 1,0 1 0,2 2-45,10-1 21,0-1 1,0 0 0,0-1 0,1-1-1,0-1 1,1 0 0,-1-1-1,1-2 1,-1 0 0,1-1 0,0-1-1,0 0 1,-1-2 0,18-3-22,-31 4 9,0 0 1,-1-1 0,1 0-1,0 0 1,-1 0 0,0 0-1,1-1 1,-1 0 0,0 0-1,0 0 1,-1-1 0,1 0-1,-1 0 1,1 0-1,-1 0 1,-1-1 0,1 1-1,0-1 1,-1 0 0,0 0-1,0-1 1,-1 1 0,0 0-1,0-1 1,0 0 0,0 1-1,-1-1 1,0 0-1,0 0 1,0 0 0,-1 0-1,0 0 1,0 0 0,-1 1-1,0-1 1,1 0 0,-2 0-1,1 0 1,-1 1 0,0-1-1,0 1 1,-1-1-1,1 1 1,-1 0 0,0 0-1,-1 0 1,1 0 0,-1 1-1,0-1 1,0 1 0,-1 0-1,1 0 1,-1 0 0,0 1-1,0 0 1,-5-3-10,9 8 8,0 0 0,0 0 0,0 1 0,0-1 0,0 0 0,1 0 0,-1 1 1,0-1-1,1 0 0,0 1 0,0-1 0,-1 0 0,1 1 0,1-1 0,-1 0 0,0 1 0,1-1 0,-1 0 1,1 1-1,-1-1 0,1 0 0,0 0 0,0 1 0,0-1 0,0 0 0,1 0 0,-1 0 0,1-1 0,-1 1 0,1 0 1,-1 0-1,1-1-8,3 8 3,1 0 1,-1 0-1,1-1 1,1 0-1,0 0 1,0-1-1,0 0 1,1 0-1,0-1 1,0 1 0,1-2-1,0 1 1,0-2-1,0 1 1,0-1-1,1 0 1,0-1-1,0 0 1,-1-1-1,2 0 1,-1 0-1,0-1 1,0 0 0,0-1-1,1 0 1,2-1-4,-8-3 0,0 0 1,0 0-1,-1-1 1,0 0-1,0 1 1,0-1-1,-1 0 1,1-1-1,-1 1 1,0-1-1,-1 1 1,0-1-1,1 0 1,-2 0-1,1 0 1,-1 0-1,0 0 1,0 0-1,-1 0 1,1-1-1,-2-4 0,2 7-11,1-2 1,0 0 1,-1 0-1,0 0 1,0-1-1,0 1 0,0 0 1,-1-1-1,0 1 1,0 0-1,-1 0 1,0-1-1,0 1 1,0 0-1,-1 0 1,0 0-1,0 0 0,-1 0 1,0 0-1,0 1 1,0-1-1,0 1 1,-1 0-1,0 0 1,0 0-1,0 0 1,-1 1-1,1 0 0,-1 0 1,0 0-1,-1 0 1,1 1-1,-1 0 1,1 0-1,-2 0 10,-2 1-30,0 1-1,0 1 1,-1 0-1,1 0 1,0 0 0,0 1-1,0 1 1,0 0-1,0 0 1,1 0-1,-1 1 1,1 1 0,-1-1-1,1 1 1,0 1-1,0 0 1,1 0-1,-1 0 1,-3 5 30,-31 60-3061,41-69 2765,1 1 1,-1-1-1,1 1 1,-1-1-1,1 1 1,-1-1-1,1 1 1,0 0-1,0-1 1,0 1-1,0-1 1,0 1-1,0 0 1,0-1-1,1 1 1,-1-1-1,0 1 1,1 0-1,-1-1 1,1 1-1,0-1 1,0 0-1,-1 1 0,1-1 1,0 1-1,0-1 1,0 0-1,0 0 1,0 0-1,1 0 1,-1 0-1,0 0 1,1 0-1,-1 0 1,0 0-1,1 0 1,-1-1-1,1 1 1,-1 0-1,1-1 1,-1 0-1,1 1 1,0-1-1,-1 0 1,1 0-1,1 0 296,30 2-4803</inkml:trace>
  <inkml:trace contextRef="#ctx0" brushRef="#br0" timeOffset="20117.346">8355 5599 9826,'0'0'4624,"0"0"-2752,0 0-834,-26 0-147,-84 1 302,104 0-1123,1 0-1,-1 0 0,0 0 1,0 0-1,1 1 0,-1 0 1,1 0-1,-1 1 0,1 0 1,0-1-1,0 2 0,0-1 1,1 1-1,-1-1 0,1 1 1,0 0-1,0 1 0,0-1 1,0 1-1,1 0 0,0 0 1,0 0-1,0 0 0,1 0 1,-1 1-1,1-1 1,1 1-1,-1 0 0,1-1 1,0 1-1,0 0 0,0 0 1,1 0-1,0-1 0,1 6-69,2-7 1,0-1 0,0 1 1,1-1-1,0 1 0,0-1 0,0 0 0,0-1 0,0 1 0,0-1 0,1 0 0,-1 0 0,1 0 0,0 0 0,-1-1 0,1 0 0,0 0 1,0 0-1,0-1 0,0 1 0,4-1-1,7 3-2,7 1 50,-17-5-28,0 1 0,1-1 0,-1 1-1,0 0 1,0 1 0,1 0 0,-1 0-1,0 0 1,0 1 0,0 0 0,0 0-1,0 0 1,0 1 0,-1 0 0,1 0 0,-1 0-1,0 1 1,0 0 0,0 0 0,-1 0-1,1 0 1,-1 1 0,0 0 0,0 0-1,0 0 1,-1 0 0,0 1 0,0-1-1,0 1 1,-1 0 0,0 0 0,0 0-1,0 0 1,-1 0 0,0 0 0,0 0-1,0 0 1,-1 4-20,-5-2 42,-1 1 0,0-2-1,0 1 1,0-1 0,-1 0 0,0 0-1,-1-1 1,0 0 0,0 0-1,0-1 1,0 0 0,-1-1 0,0 1-1,0-2 1,0 1 0,0-1-1,-1-1 1,1 0 0,-1 0 0,1-1-1,-2 0-41,-88 11-384,35-15-3210,43-19-4890,20 1 5334</inkml:trace>
  <inkml:trace contextRef="#ctx0" brushRef="#br0" timeOffset="20416.199">8325 5212 5433,'0'0'1000,"0"0"-832,0 0-168,0 0-1112,0 0 664</inkml:trace>
  <inkml:trace contextRef="#ctx0" brushRef="#br0" timeOffset="20798.89">8325 5212 6369,'-14'-15'2912,"51"16"3043,-12 0-5137,43-1 646,-68 65 79,-36 10 618,-9 54-289,44-127-1844,1 1 1,0-1-1,-1 0 0,1 0 0,0 0 1,0 0-1,1 0 0,-1 0 0,0 0 0,1 0 1,-1 0-1,1 0 0,0 0 0,-1 0 1,1 0-1,0-1 0,0 1 0,0 0 1,0 0-1,1-1 0,-1 1 0,0-1 0,1 1 1,-1-1-1,1 1 0,0-1 0,-1 0 1,1 0-1,0 0 0,0 0 0,-1 0 0,1 0 1,0 0-1,0-1 0,0 1 0,0-1 1,0 0-1,0 1 0,0-1 0,0 0 0,0 0 1,0 0-1,1 0 0,-1 0 0,0-1 1,0 1-1,0-1 0,0 1 0,1-2-28,8 1-13,1-1 0,-1-1 0,0 0 0,0 0 0,0-1-1,0-1 1,-1 0 0,0 0 0,0-1 0,0 0 0,6-6 13,32-24-8006,-37 25-279</inkml:trace>
  <inkml:trace contextRef="#ctx0" brushRef="#br0" timeOffset="21302.935">8721 5521 14163,'0'0'2003,"-1"22"-901,-24 386 5042,25-400-6120,1 0-1,0 0 1,0 0 0,1 0 0,0-1 0,1 1 0,-1 0 0,1-1 0,1 0 0,0 1-1,0-2 1,0 1 0,1 0 0,0-1 0,0 0 0,0 0 0,1 0 0,0-1-1,0 1 1,0-2 0,1 1 0,0-1 0,0 0 0,0 0 0,0-1 0,1 0 0,-1 0-1,1 0 1,0-1 0,0-1 0,0 1 0,0-1 0,1 0-24,-1 0 12,1 0-1,0 0 1,-1 0 0,1-1-1,0 0 1,0-1 0,-1 0 0,1-1-1,-1 1 1,1-1 0,-1-1-1,0 0 1,1 0 0,-1-1 0,-1 0-1,1 0 1,-1-1 0,1 1 0,-1-2-1,-1 1 1,1-1 0,-1 0-1,0 0 1,0-1 0,-1 0 0,0 0-1,0 0 1,0-1 0,-1 0-1,-1 1 1,1-1 0,-1-1 0,2-7-12,-2 0-9,0 0 0,-1-1 1,0 1-1,-2-1 1,0 1-1,-1-1 1,0 1-1,-1-1 0,-1 1 1,-1 0-1,0 0 1,-2 0-1,1 1 0,-2 0 1,0 0-1,0 0 1,-2 1-1,0 0 0,0 1 1,-1 0-1,-1 0 1,0 1-1,-1 0 1,0 1-1,-1 1 0,0 0 1,-1 0-1,0 2 1,0-1-1,-1 2 0,0 0 1,0 1-1,-1 0 1,1 1-1,-1 1 1,0 1-1,-1 0 0,1 1 1,-17 0 8,29 2-39,-1 1 0,1 0 0,0 0 0,-1 0 0,1 1 0,0-1 0,0 1 0,-1 0 0,1 0 0,1 1 0,-1-1 0,0 1 0,1 0 0,-1 0 0,1 0 0,0 0 0,0 1 0,0-1 0,0 1 0,1 0 0,0 0 1,-1-1-1,1 2 0,1-1 0,-1 0 0,0 0 0,1 1 0,0-1 0,0 0 0,1 1 0,-1-1 0,1 1 0,0 0 39,1 100-6309,15-70 565,7-10 1832</inkml:trace>
  <inkml:trace contextRef="#ctx0" brushRef="#br0" timeOffset="21618.887">8701 5801 2665,'0'0'8836,"0"0"-3579,0 0-3630,0 0-1028,0 0-1,0 0 542,13 1-128,393-19 2051,-401 12-6691,-27 1-3459,15 4 4617,-20-5-3413</inkml:trace>
  <inkml:trace contextRef="#ctx0" brushRef="#br0" timeOffset="23484.971">1801 7644 6409,'0'0'4399,"0"0"-1313,0 0-1218,0 0-644,0 0-404,0 0-203,12-10-225,6-5-266,-1-2 0,-1 1 1,-1-2-1,0 0 0,-1-1 0,-1 0 1,-1-1-1,0-1 0,-2 0 1,1-5-127,10-47 1875,-19 566 3971,8-400-5410,21-122-5979,27-35-6555,-28 33 8257</inkml:trace>
  <inkml:trace contextRef="#ctx0" brushRef="#br0" timeOffset="27207.997">5639 7415 6345,'0'0'1457,"0"0"3417,0 0-1947,0 0-1333,0 0-494,0 0-300,6-4-305,-2 0-481,1 0 0,0 0-1,-1 1 1,2 0-1,-1 0 1,0 1 0,0-1-1,1 1 1,-1 0 0,1 1-1,0-1 1,0 1 0,-1 0-1,1 0 1,0 1 0,0 0-1,0 0 1,0 0 0,0 1-1,0 0 1,-1 0 0,1 1-1,0-1 1,-1 1 0,1 0-1,-1 1 1,1-1 0,-1 1-1,0 0 1,0 0 0,0 1-1,-1 0 1,1-1-1,-1 2 1,0-1 0,0 0-1,-1 1 1,1 0 0,-1-1-1,0 2 1,0-1 0,0 0-1,-1 0 1,0 1 0,0-1-1,0 2-13,1 5 46,-1 0 0,-1 0 0,0 0 0,0 1 0,-1-1 0,-1 0 0,0 0 0,-1 0 0,0 0 0,-1 0 0,0-1 0,-1 1 0,0-1 0,-1 0 0,0 0 0,-1 0 0,0 0 1,0-1-1,-1 0 0,-1-1 0,0 0 0,0 0 0,-1 0 0,0-1 0,0 0 0,-9 5-46,17-13 14,0 1 0,0-1 1,1 1-1,-1-1 1,0 0-1,0 1 1,0-1-1,0 0 1,0 0-1,0 1 0,0-1 1,0 0-1,0 0 1,0 0-1,0 0 1,0 0-1,0-1 0,0 1 1,0 0-1,0 0 1,0-1-1,0 1 1,0 0-1,0-1 1,0 1-1,1-1 0,-1 0 1,0 1-1,0-1 1,0 1-1,1-1 1,-1 0-1,0 0 0,1 1 1,-1-1-1,1 0 1,-1 0-1,1 0 1,-1 0-1,1 0 0,-1 0 1,1 0-1,0 1 1,0-1-1,-1 0 1,1 0-1,0 0 1,0 0-1,0 0 0,0 0 1,0 0-1,0 0 1,1 0-1,-1 0 1,0 0-1,0 0 0,1 0 1,-1 0-1,0 0 1,1 0-1,-1 0 1,1 0-15,18-68 3,-15 67 2,1 0-1,-1 0 1,0 1-1,1-1 1,-1 1-1,0 0 0,1 0 1,0 1-1,-1-1 1,1 1-1,-1 0 0,1 0 1,0 0-1,-1 1 1,1 0-1,-1 0 1,1 0-1,-1 0 0,1 1 1,-1 0-1,0 0 1,0 0-1,0 0 0,0 0 1,0 1-1,0 0 1,-1 0-1,1 0 1,-1 0-1,0 0 0,0 1 1,0 0-1,0-1 1,-1 1-1,1 1-4,47 34 144,-41-35-138,0 0 0,0-1 0,0 0 0,0-1 0,1 1 0,-1-2 0,1 0 0,-1 0 0,1 0-1,0-1 1,-1-1 0,1 0 0,-1 0 0,1-1 0,4-1-6,73-53-6486,-36-41-2573,-37 51 6910</inkml:trace>
  <inkml:trace contextRef="#ctx0" brushRef="#br0" timeOffset="27581.739">6299 7306 6313,'0'0'7707,"0"0"-3350,0 0-2234,0 0-1170,0 0-63,0 0 524,-3 23 76,-4 21-998,-11 236 759,22-273-1253,0-1 0,0 0 0,1 0 0,0-1 0,0 1 0,0-1 0,1 0 0,-1 0 0,1-1 1,0 0-1,1 0 0,-1 0 0,1-1 0,0 0 0,-1 0 0,1-1 0,0 1 0,1-2 0,-1 1 0,0-1 0,1 0 0,-1 0 0,0-1 1,1 0-1,-1-1 0,1 1 0,-1-1 0,0-1 0,0 0 0,1 0 0,-1 0 0,0 0 0,-1-1 0,1-1 0,0 1 0,1-2 2,0-3-71,1-1 0,-1 0 0,-1 0-1,1 0 1,-1-1 0,-1-1 0,0 1-1,-1-1 1,0 0 0,0 0-1,-1 0 1,-1-1 0,0 1 0,0-1-1,-1 0 1,-1 0 0,0 0 0,0 0-1,-1 0 1,-1 0 0,0 0-1,-2-7 72,3 7 5,0-2-8,-1 0 0,0 1 0,-1-1-1,-1 0 1,0 1 0,0 0-1,-2 0 1,1 0 0,-2 0-1,0 0 1,0 1 0,-1 0 0,-1 1-1,0 0 1,0 0 0,-1 0-1,0 1 1,-1 0 0,-2 0 3,8 9-6,0 1 1,0-1 0,0 1-1,0 0 1,-1 0-1,1 0 1,0 0 0,0 1-1,0 0 1,0 0-1,0 0 1,0 0 0,0 1-1,0-1 1,1 1-1,-1 0 1,0 0 0,1 0-1,0 1 1,-1-1-1,1 1 1,0 0 0,0 0-1,1 0 1,-1 0-1,1 1 1,-1-1 0,1 1-1,0-1 1,0 1 0,0 0-1,1 0 1,0-1-1,-1 1 1,1 0 0,1 1-1,-1-1 1,0 3 5,-7 9-146,-4 7-512,-30 62-4494,29-28-5896,13-51 8411</inkml:trace>
  <inkml:trace contextRef="#ctx0" brushRef="#br0" timeOffset="27851.921">6282 7426 7530,'0'0'1336,"0"0"3430,0 0-2153,0 0-1401,0 0-249,0 0 281,25 10 595,-4-2-1438,157 32 1568,89-64-442,-267 23-1862,0 1 0,0 0 1,0-1-1,0 1 0,0-1 0,0 1 0,0 0 0,0-1 0,0 1 1,0-1-1,0 1 0,0 0 0,0-1 335,-57 7-7261,8 2-572</inkml:trace>
  <inkml:trace contextRef="#ctx0" brushRef="#br0" timeOffset="26099.048">4201 7417 7594,'0'0'2157,"0"0"3211,0 0-2695,0 0-1785,0 0-364,0 0 336,11 8 221,74 75 492,-35-36-1047,-64-78-392,-77-35-113,89 65-7,-1 0-1,1 0 1,-1 0 0,0 1 0,1-1 0,-1 1 0,1 0 0,-1 0-1,0 0 1,1 0 0,-1 0 0,0 0 0,1 1 0,-1-1 0,1 1 0,-1 0-1,1 0 1,-1 0 0,1 0 0,-1 0 0,1 0 0,0 1 0,0-1-1,0 1 1,0-1 0,0 1 0,0 0 0,0 0 0,0 0 0,1 0-1,-1 0 1,1 0 0,-1 1 0,1-1 0,0 0 0,0 1 0,0-1-1,0 1 1,0-1 0,1 2-14,-4 5 9,2 0 0,-1 1 0,2-1 0,-1 0 1,1 0-1,0 1 0,1-1 0,0 1 0,1-1 0,0 1 0,0-1 0,1 0 0,0 0 0,0 0 0,1 0 0,1 0 0,-1 0 0,2-1 1,-1 1-1,1-1 0,0 0 0,1-1 0,-1 1 0,2-1 0,-1 0 0,1-1 0,0 1 0,0-1 0,1-1 0,0 0 0,0 0 0,0 0 1,0-1-1,1 0 0,0 0 0,0-1 0,0-1 0,0 1 0,0-1 0,0-1 0,9 1-9,-13 0-15,0-1 0,0 1 0,0-1 0,0 0 0,0-1 0,0 1 0,0-1 0,0 0 0,0 0 0,0-1 0,0 1 0,0-1 0,0 0 0,0-1 0,0 1 0,0-1 0,0 0 0,-1 0 0,1 0 0,-1-1 0,1 0 0,-1 1 0,0-2 0,0 1 0,-1 0 0,1-1 0,0 0 0,-1 0 0,0 0 0,0 0 0,0 0 0,-1 0 0,1-1 0,-1 0 0,0 1 0,-1-1 0,2-4 15,3-140-526,-6 161 555,0-1 0,1 0 0,1 0 0,0 1 1,0-1-1,1-1 0,1 1 0,0 0 0,0-1 1,1 0-1,0 0 0,1 0 0,0 0 0,0-1 1,1 0-1,0-1 0,1 1 0,0-1 0,0-1 1,1 1-1,0-2 0,0 1 0,1-1 0,0-1 1,0 1-1,0-2 0,0 1 0,1-2 1,8 3-31,-14-5 1,0-1 0,1 1-1,-1-1 1,0 0-1,0 0 1,1-1-1,-1 0 1,0 0-1,0 0 1,0 0-1,0-1 1,0 0-1,0 0 1,0 0-1,-1-1 1,1 0 0,-1 1-1,1-2 1,-1 1-1,0 0 1,0-1-1,-1 0 1,1 0-1,-1 0 1,0 0-1,0 0 1,0-1-1,-1 1 1,1-1-1,-1 0 1,0 0-1,0 0 1,-1 0 0,0 0-1,1 0 1,-2 0-1,1-2 1,2-10-27,-1-1 1,0 0-1,-2 0 0,0 0 0,-1 0 1,-1 0-1,0 0 0,-2 0 0,-1-6 27,3 19-6,1-1-1,-1 1 0,0 0 1,-1 0-1,1 0 0,-1 0 1,0 0-1,0 1 0,0-1 1,-1 1-1,1 0 0,-1 0 0,0 0 1,-1 0-1,1 1 0,0 0 1,-1 0-1,0 0 0,0 0 1,0 1-1,0 0 0,0 0 1,0 0-1,-1 0 0,1 1 0,-1 0 1,1 0-1,-1 1 0,1-1 1,-1 1-1,-3 1 7,5-1-79,1 1 0,-1 0-1,0 0 1,1 0 0,-1 1 0,1-1-1,0 1 1,-1 0 0,1 0 0,0 0-1,0 0 1,0 1 0,0-1 0,1 1-1,-1 0 1,1-1 0,-1 1 0,1 0-1,0 1 1,0-1 0,1 0 0,-1 0-1,0 1 1,1-1 0,0 1 0,0 0 0,0-1-1,0 1 1,1 0 0,0-1 0,-1 2 79,11 31-4326,26-13-3464,-1-17 5074</inkml:trace>
  <inkml:trace contextRef="#ctx0" brushRef="#br0" timeOffset="26541.795">5241 7393 5353,'0'0'2098,"0"0"3239,0 0-2278,0 0-1693,0 0-510,-21-5-21,-69-13-33,83 18-740,1 0 0,-1 1 0,0 0 0,1 0 0,-1 0 0,1 1 0,0 0 0,-1 1 0,1-1 0,0 1 0,0 0 0,0 1 0,1-1 0,-1 1 0,1 0 1,0 0-1,-3 4-62,-4 2 73,7-8-70,1 1 0,0-1 0,1 1 0,-1 0 0,0 0 0,1 0 0,0 0 0,0 0 0,0 1 0,0 0 0,0 0 0,1 0 0,-1 0 0,1 0 0,0 0 0,0 0 0,1 1 0,-1-1 0,1 1 0,0-1 0,0 1 0,0 4-3,75 8-149,-9-18-186,110 19-941,-171-15 1277,0 1 0,0-1 0,0 1 0,0 0 0,-1 0 0,0 0 0,0 0 0,0 1 0,0-1 0,0 1 0,-1 0 0,0 0 0,0 0 0,0 0 0,-1 0 0,0 0 1,0 0-1,0 0 0,0 1 0,-1-1 0,0 0 0,0 1 0,-1-1 0,1 0 0,-1 1 0,0-1 0,0 0 0,-1 0 0,0 0 0,0 0 0,0 0 0,0 0 0,-1-1 0,0 1 0,0-1 0,0 0 0,0 1 0,-1-1 0,-1 1-1,-8 5 38,0 0 0,0 0 0,-1-1 0,0-1 1,-1-1-1,1 0 0,-1 0 0,-1-2 0,1 0 0,-1-1 0,0 0 0,0-1 0,-1-1 0,1-1 0,0 0 0,-1-1 1,1 0-1,-15-4-38,4-8-1652,22-9-5336,4 5 3356</inkml:trace>
  <inkml:trace contextRef="#ctx0" brushRef="#br0" timeOffset="23900.264">2580 7328 5417,'0'0'1786,"0"0"2939,0 0-1619,0 0-1274,0 0-442,0 0-126,0 25 1794,-2 70-893,-2-57-1855,3-1 0,1 1-1,2-1 1,1 0 0,2 1-1,2-1 1,1-1-1,5 12-309,10 1-1456,-23-48-1143,-2-3-5163,-2-6 4862,2 6 983,-7-15-3388</inkml:trace>
  <inkml:trace contextRef="#ctx0" brushRef="#br0" timeOffset="24169.978">2397 7702 6369,'0'0'4957,"0"0"-2537,0 0-1215,0 0-557,0 0 217,25 0 443,166-8 1018,108-55-98,-292 63-1371,-9 0-16053,-12 0 12626</inkml:trace>
  <inkml:trace contextRef="#ctx0" brushRef="#br0" timeOffset="29371.127">1917 8075 6145,'0'0'218,"0"0"-138,0 0-75,0 0 729,0 0 2245,0 0-1348,11 14 3050,146 12-3716,676-17 1516,517-42-63,-155 19-1273,-622 4 940,-454 10-1862,-214-8-6568,32-2 182,-1-2-1494</inkml:trace>
  <inkml:trace contextRef="#ctx0" brushRef="#br0" timeOffset="30024.779">4403 8495 3145,'0'0'2628,"0"0"3762,0 0-3512,0 0-2106,21-5-80,158-47 2627,-172 50-3118,-3 0-171,0 0 0,0 0 0,-1 0 0,1 1 0,1-1 0,-1 1 0,0 0 0,0 0 0,0 1 0,1-1 0,-1 1 0,0 0 0,0 0 0,1 1 0,-1-1 0,0 1 0,0 0 0,1 0 0,-1 0 0,0 0 1,0 1-1,0 0 0,-1 0 0,1 0 0,0 0 0,-1 0 0,1 1 0,2 2-30,-2 17 269,0 1 0,-1-1 0,-2 1 0,0 0 0,-2 0 0,0-1 0,-1 1 0,-2 0-269,1-3 169,-1 0 0,-1 0 0,-1 0 0,-1 0 0,0-1-1,-2 0 1,0-1 0,-1 0 0,-1 0 0,-1-1 0,0 0 0,-1-1-1,-2 1-168,13-14 7,0-1 1,-1 1-1,1-1 0,-1 0 0,0 0 0,0 0 0,1 0 0,-1 0 0,-1 0 0,1-1 0,0 0 0,0 1 0,0-1 0,-1 0 0,1-1 0,0 1 1,-1 0-1,1-1 0,-1 0 0,1 0 0,-1 0 0,1 0 0,-1-1 0,1 1 0,0-1 0,-1 0 0,1 0 0,0 0 0,0 0 0,-1-1 1,1 1-1,0-1 0,0 0 0,1 0 0,-1 0 0,0 0 0,1 0 0,-1-1 0,1 1 0,0-1 0,-1 0 0,1 0-7,-4-5-53,0-1 0,0 1 0,1-1 0,0 0 0,1-1 0,0 1 0,0-1-1,1 0 1,0 0 0,1 0 0,0 0 0,1-1 0,0-6 53,4 14-15,1-1 1,1 1 0,-1 0-1,0 0 1,1 0-1,0 0 1,-1 1-1,1 0 1,0 0-1,0 0 1,0 1-1,1-1 1,-1 1-1,0 0 1,0 1-1,1-1 1,-1 1-1,0 0 1,1 1 0,-1-1-1,0 1 1,0 0-1,1 0 1,-1 1-1,0-1 1,0 1-1,3 2 15,77 25 280,111 17 1575,-54-46-1010,-164-28-10277,14 14 3145,2-1 1839</inkml:trace>
  <inkml:trace contextRef="#ctx0" brushRef="#br0" timeOffset="40119.032">7102 7893 4401,'0'0'4864,"0"0"-1614,0 0-1425,0 0-411,0 0-95,0 0 203,13 0 231,339-9 2420,-341 11-2380,-3 3-3289,-6 16-12632,-15-16 10637,-4-5-203</inkml:trace>
  <inkml:trace contextRef="#ctx0" brushRef="#br0" timeOffset="40420.557">7102 8157 4929,'0'0'1420,"0"0"373,0 0 561,0 0-843,0 0-112,0 0 220,11 6 68,117 20 1876,61-26-453,-151 17-4049,2 2-4603,31-20-5519,-34-10 8995</inkml:trace>
  <inkml:trace contextRef="#ctx0" brushRef="#br0" timeOffset="42482.625">9613 7771 2513,'0'0'10139,"0"0"-6556,0 0-2340,-3 28 55,-23 174 2204,17-62-2094,10-136-1399,-1 0-1,1 1 1,0-1-1,0 0 1,0 0-1,0 0 1,1 0-1,0 0 1,-1 0-1,2 0 1,-1-1 0,0 1-1,1-1 1,-1 1-1,1-1 1,0 0-1,0 0 1,0 0-1,1-1 1,-1 1 0,1-1-1,-1 0 1,1 0-1,0 0 1,0 0-1,0 0 1,0-1-1,0 0 1,0 0-1,3 0-8,7 1 19,0-1-1,0 0 0,0-1 0,0-1 1,0 0-1,0-1 0,0 0 1,0-1-1,-1-1 0,1 0 0,-1-1 1,0 0-1,0-1 0,-1-1 0,0 0 1,0 0-1,0-1 0,-1-1 0,0 0 1,-1-1-1,0 0 0,0 0 0,-1-1 1,-1 0-1,0-1 0,0 1 1,-1-2-1,-1 1 0,0-1 0,0 0 1,-1 0-1,-1-1 0,-1 1 0,0-1 1,0 0-1,-1-3-18,-21-169 276,17 180-265,0 0 1,0-1-1,0 1 0,-1 0 0,0 0 0,-1 0 1,1 1-1,-1-1 0,0 1 0,-1 0 0,1 0 0,-1 0 1,0 1-1,0 0 0,0-1 0,-1 2 0,1-1 0,-1 1 1,0 0-1,0 0 0,0 0 0,0 1 0,-1 0 0,1 0 1,-1 1-1,-4-1-11,5 2-19,0 1 0,1-1 1,-1 1-1,1 0 0,-1 1 1,1 0-1,0-1 0,0 1 1,0 1-1,0-1 0,0 1 1,0 0-1,0 0 0,1 1 1,0-1-1,-1 1 1,2 0-1,-1 0 0,0 0 1,1 1-1,-1-1 0,1 1 1,1 0-1,-1 0 0,1 0 1,-2 4 18,-29 70-2506,15-9-3831,8-19-705,7-13 3430</inkml:trace>
  <inkml:trace contextRef="#ctx0" brushRef="#br0" timeOffset="42784.676">9667 7953 13435,'0'0'2847,"0"0"-1524,0 0-852,0 0 188,0 0 392,0 0 69,11-1-483,347-20 393,-322 18-1076,2 0 496,-34 2-3818,-19 1-4405,-9 0 2186</inkml:trace>
  <inkml:trace contextRef="#ctx0" brushRef="#br0" timeOffset="41201.032">8085 7955 3833,'0'0'9236,"0"0"-5527,0 0-2222,0 0-580,0 0 240,0 0 217,9-3-506,34-13-427,-43 15-274,-8-39 1899,3 38-2055,1-1-1,0 1 1,-1 1-1,0-1 0,1 0 1,-1 1-1,0 0 1,0 0-1,1 1 1,-1-1-1,0 1 0,0 0 1,0 0-1,0 1 1,0-1-1,0 1 1,1 0-1,-1 1 0,0-1 1,1 1-1,-1 0 1,1 0-1,-1 0 1,1 1-1,0-1 0,0 1 1,0 0-1,0 0 1,1 0-1,-1 1 1,1 0-1,0-1 0,0 1 1,0 0-1,0 0 1,1 1-1,0-1 0,0 0 1,0 1-1,0 0 1,1-1-1,-3 1 1,1 0-1,-1 0 1,1 0 0,0 0 0,1 0 0,0 1 0,-1-1 0,2 1 0,-1-1 0,1 1-1,-1 0 1,2 0 0,-1 0 0,1-1 0,-1 1 0,2 0 0,-1 0 0,1 0 0,0 0-1,0 0 1,0-1 0,1 1 0,0-1 0,0 1 0,0-1 0,1 1 0,0-1 0,0 0-1,0 0 1,1-1 0,-1 1 0,1-1 0,0 1 0,1-1 0,-1 0 0,3 1-1,9 1 17,0-1 0,0-1 0,1 0 0,-1-2 1,1 1-1,-1-2 0,1 0 0,-1-2 0,16-1-17,-28 1-22,0-1-1,0-1 0,-1 1 0,1 0 1,0-1-1,-1 0 0,0 0 0,0 0 0,0 0 1,0 0-1,0 0 0,0-1 0,-1 0 1,0 1-1,1-1 0,-2 0 0,1 0 0,0 0 1,-1 0-1,0-1 0,0 1 0,0 0 1,0-1-1,-1 1 0,1 0 0,-1-1 0,0 1 1,-1-1-1,1 1 0,-1 0 0,0-1 1,0 1-1,0 0 0,0 0 0,-1-1 23,1-22-56,1 27 47,0 17-67,0-9 84,1-1 1,-1 1 0,1-1-1,1 1 1,0-1 0,0 0-1,0 1 1,1-1 0,0 0-1,0-1 1,1 1 0,0-1-1,0 1 1,0-1 0,1 0-1,0-1 1,0 1 0,1-1-1,-1 0 1,1 0 0,0-1-1,0 1 1,1-2 0,0 1-1,-1-1 1,1 1 0,0-2-1,0 1 1,1-1 0,-1 0-1,0-1 1,1 0 0,-1 0-1,2 0-8,-3 0 8,-1-1 0,1 1 0,-1-1 0,1 0 0,-1 0 0,1 0 0,-1-1 0,1 0 0,-1 0 0,1-1 0,-1 1 0,0-1 0,0 0 0,0-1 0,0 1 0,0-1 0,0 0 0,-1 0 0,1-1 0,-1 1 0,0-1-1,0 0 1,0 0 0,-1 0 0,1-1 0,-1 1 0,0-1 0,-1 0 0,1 1 0,-1-1 0,1-1 0,-2 1 0,1 0 0,0-2-8,0 1-6,0-1 1,-1 1-1,1 0 0,-1-1 0,0 1 1,-1 0-1,0-1 0,0 1 0,0-1 1,-1 1-1,0-1 0,0 1 1,-1 0-1,1 0 0,-2-1 0,1 1 1,0 0-1,-1 1 0,0-1 1,-1 0-1,1 1 0,-1 0 0,0 0 1,0 0-1,-1 0 0,1 1 0,-1-1 1,0 1-1,0 0 0,-1 1 1,1-1-1,-1 1 0,0 0 0,0 1 1,0-1-1,0 1 0,0 0 0,0 1 1,-1 0-1,1 0 0,-4-1 6,7 2-36,1-1-1,-1 0 0,0 1 0,1 0 0,-1-1 1,0 1-1,1 0 0,-1 0 0,1 1 1,-1-1-1,0 0 0,1 1 0,-1 0 0,1-1 1,-1 1-1,1 0 0,-1 1 0,1-1 1,0 0-1,-1 0 0,1 1 0,0 0 0,0-1 1,0 1-1,0 0 0,1 0 0,-1 0 1,0 0-1,1 0 0,-1 0 0,1 1 0,0-1 1,0 0-1,0 1 0,0-1 0,0 1 1,0 0-1,1-1 0,-1 1 0,1-1 0,0 1 1,0 0-1,0-1 0,0 1 0,0 2 37,19 34-4545,46-15-6974,-18-18 8162</inkml:trace>
  <inkml:trace contextRef="#ctx0" brushRef="#br0" timeOffset="41598.594">8987 7771 7226,'0'0'1857,"0"0"2600,0 0-2194,-25-1-1144,-80-3-297,102 3-775,-1 0 0,1 1-1,-1-1 1,1 1 0,-1 0 0,1 0 0,-1 0 0,1 0 0,0 1 0,-1-1-1,1 1 1,-1 0 0,1 0 0,0 0 0,0 0 0,0 1 0,0-1 0,0 1 0,0 0-1,0 0 1,0 0 0,0 0 0,1 1 0,-1-1 0,1 1 0,0-1 0,0 1-1,0 0 1,0 0 0,0 0 0,1 0 0,-1 0 0,1 0 0,0 0 0,0 1 0,0-1-1,0 0 1,0 1 0,1-1 0,0 1 0,-1-1 0,1 1 0,1-1 0,-1 1-1,0-1 1,1 0 0,0 1 0,0-1 0,0 0 0,0 1 0,0-1 0,1 0 0,-1 0-1,1 0 1,0 0 0,0 0 0,0 0 0,0-1 0,0 1 0,1-1 0,-1 1-1,1-1 1,0 0 0,0 0 0,0 0-47,91 30 68,-88-32-68,1 0 1,-1 1 0,1 0 0,-1 0-1,1 0 1,-1 1 0,1 0 0,-1 0-1,0 1 1,0-1 0,0 1-1,-1 1 1,1-1 0,-1 1 0,1 0-1,-1 0 1,-1 0 0,1 1 0,0 0-1,-1 0 1,0 0 0,0 0 0,-1 1-1,1 0 1,-1-1 0,-1 1 0,1 0-1,-1 1 1,0-1 0,0 0 0,0 1-1,-1-1 1,0 2-1,-6 0 137,1 0-1,-2 0 1,1-1 0,-1 0-1,0 0 1,0 0 0,-1-1-1,0 0 1,0 0 0,-1 0 0,1-1-1,-1-1 1,0 1 0,-1-1-1,1 0 1,-1-1 0,1 0-1,-1-1 1,0 0 0,0 0-1,0 0 1,0-1 0,-1-1-1,1 0 1,0 0-137,-73 3-292,84-56-9894,18 22 4985,2-1 2237</inkml:trace>
  <inkml:trace contextRef="#ctx0" brushRef="#br0" timeOffset="42064.583">8874 7297 13867,'0'0'2790,"0"0"-1371,0 0-799,0 0-192,0 0 146,0 0-209,16-2-38,153-10-293,-163 16-18,0 1-1,0-1 1,-1 1-1,1 0 0,-1 1 1,0-1-1,-1 1 0,1 0 1,-1 0-1,0 1 1,-1-1-1,0 1 0,0 0 1,0 0-1,-1 0 1,1 0-1,-2 0 0,1 1 1,-1-1-1,0 0 0,-1 1 1,0-1-1,0 1 1,0-1-1,-1 1 0,0-1 1,-1 0-1,-1 7-15,-48 133 1801,52-144-1780,-1 0 1,0-1 0,1 1 0,0-1 0,0 1 0,0 0 0,0-1 0,0 0 0,0 1 0,1-1 0,-1 0-1,1 0 1,-1 0 0,1 0 0,0 0 0,0 0 0,0 0 0,0 0 0,0-1 0,0 1 0,1-1 0,-1 0 0,0 1-1,1-1 1,-1 0 0,1 0 0,-1-1 0,1 1 0,0-1 0,-1 1 0,1-1 0,0 0 0,-1 0 0,1 0-1,0 0 1,-1 0 0,1-1 0,-1 1 0,3-1-22,48 0-2776,-31 0-1298,-11 1-2455,-3-4 327</inkml:trace>
  <inkml:trace contextRef="#ctx0" brushRef="#br0" timeOffset="45781.038">356 42 4489,'0'0'2586,"0"0"2028,0 0-2297,0 0-1012,0 0-135,0 0-210,-10-8-106,-33-23-262,41 30-578,-1 1 0,0-1 0,1 1 1,-1 0-1,0 0 0,1 0 0,-1 0 0,0 1 1,1-1-1,-1 1 0,0-1 0,1 1 1,-1 0-1,1 0 0,-1 0 0,1 1 1,0-1-1,-1 0 0,1 1 0,0-1 0,0 1 1,0 0-1,0 0 0,0 0 0,0 0 1,1 0-1,-1 0 0,1 1 0,-1-1 0,1 0 1,0 1-1,-1 2-14,-4 3 51,-23 35 104,1 1 0,3 2 0,1 0 0,3 1 0,1 2 0,3 0 0,2 1 0,2 0-1,2 1 1,3 0 0,1 1 0,3 0 0,3 0 0,4 44-155,4-37 19,2 1 0,4-1 0,2-1 0,2 0-1,3-2 1,9 15-19,48 153 27,-25-26 864,-9 2 1,-8 2-1,6 181-891,-36-346 90,-3 1 1,-1-1-1,-1 0 0,-2 1 0,-2-1 1,-1 0-1,-2-1 0,-2 1 1,-1-1-1,-2-1 0,-4 6-90,-13 17 594,-93 230 482,118-272-1065,0 0-1,1-1 1,1 1 0,1 0 0,0 1 0,1-1 0,0 0 0,2 0-1,-1 0 1,2 0 0,1 0 0,0-1 0,0 1 0,2-1-1,0 0 1,0 0 0,10 13-11,9 6 4,1 0 0,2-2 0,1-2-1,1 0 1,2-2 0,4 1-4,123 123-4,-152-143 2,0 0 0,0 1 0,-1 0 0,0 0 0,-1 0 0,0 1 0,-1 0 0,0 0 0,-1 0 0,0 0 0,0 1 0,-1-1 1,-1 1-1,0-1 0,-1 1 0,0 0 0,0 0 0,-2-1 0,1 1 0,-1-1 0,-1 1 0,0-1 0,-2 2 2,-11 30 51,-2-1 0,-2-1 0,-2-1 0,-2-1 0,-10 12-51,-8 14 126,28-43-84,0 1 0,1 0 0,1 0-1,2 2 1,0-1 0,1 1 0,2 0 0,1 1 0,0 0 0,2 0 0,1 0-1,1 0 1,2 1 0,0-1 0,4 23-42,4-25-2,1-1 0,1-1 0,1 1-1,0-2 1,2 0 0,1 0 0,0-1 0,2-1 0,0 0 0,1-2-1,1 1 1,0-2 0,1-1 0,1 0 0,8 4 2,130 127-1,-148-133 1,-1 1 1,0 0-1,-1 0 0,0 0 1,-1 1-1,-1 0 1,-1 0-1,0 1 1,-1 0-1,0 0 1,-1 0-1,-1 0 1,-1 0-1,0 0 0,-1 1 1,-1-1-1,0 0 1,-2 1-1,1-1 1,-3 2-1,-11 42 17,-4-1 0,-2 0 1,-2-2-1,-25 42-17,-28 68 214,55-108-175,3 2 1,3 0 0,2 1 0,3 0-1,3 1 1,2 1 0,4-1-1,2 0 1,6 49-40,102 374 284,-105-432-278,-2 1 0,-2-1-1,-2 0 1,-3 1 0,-2-2-1,-3 1 1,-2-1 0,-8 18-6,-19 32 22,27-74-28,0 0-1,3 1 0,0 1 0,2 0 0,1 0 0,1 0 0,2 1 1,1 4 6,4-29-16,0 0 1,0-1 0,1 1 0,0-1-1,0 1 1,0-1 0,1 0 0,-1 0-1,2 0 1,-1 0 0,1-1 0,0 1-1,0-1 1,0 0 0,1 0 0,-1 0-1,1-1 1,1 1 0,-1-1 0,1-1 0,-1 1-1,1-1 1,0 0 0,0 0 0,6 2 15,170 48-279,-175-52 277,17 4-13,-14-5 15,0 0 1,0 0 0,-1 1-1,1 0 1,0 1 0,0 0-1,-1 1 1,1 0 0,-1 0-1,0 1 1,0 0 0,0 1-1,0-1 1,-1 2 0,0-1-1,0 2 1,0-1 0,-1 1-1,0 0 1,0 0 0,-1 0-1,0 1 1,0 0 0,-1 1-1,0-1 1,0 1 0,-1 0-1,0 0 1,-1 1 0,0-1-1,0 3 0,-1 23 7,-3 0 0,0-1 0,-3 1 0,0-1-1,-3 0 1,0 0 0,-2 0 0,-2-1 0,-1-1-1,-6 9-6,1 2 13,1 2-1,3 0 0,1 0 0,2 1 0,3 0 0,1 1 0,2 0 1,3 0-1,3 32-12,1-63-11,1 0-1,0 0 1,1-1 0,1 1 0,1-1 0,0 0 0,1-1 0,0 1-1,1-2 1,1 1 0,0-1 0,1-1 0,0 0 0,1 0 0,0-1-1,1-1 1,0 0 0,8 4 11,34 32-18,-47-38 29,-1 1 0,0-1 1,0 1-1,-1 0 0,0 1 0,-1-1 0,1 1 0,-2 1 0,0-1 1,0 0-1,-1 1 0,0 0 0,-1 0 0,1 10-11,-2-20 0,62-5-403,348-198 486,-254 117-87,-89 49 17,88-48-91,4 7 0,163-54 78,-304 123-6,1 1 0,0 1 0,1 0 0,-1 2 1,1 0-1,0 2 0,0 0 0,0 1 0,0 1 0,0 1 0,0 1 0,0 1 0,0 1 0,-1 1 0,0 0 0,0 2 0,0 0 0,0 1 0,16 10 6,282 250 268,-265-240-268,2-2 0,0-3 0,2-2 0,0-3 0,1-2 0,0-3 0,2-2 0,-1-3 0,1-2 0,0-3 0,0-3 0,0-2 0,8-4 0,-6 6 32,141-12-71,-2-8-1,0-9 1,138-40 39,-337 68-1,90-14 24,0 4 0,0 4 0,0 4 0,1 4 0,-1 4 0,3 4-23,113 4 76,1-9 1,13-10-77,-50-10-61,-1-7 1,147-41 60,8-2 1,-197 49 5,1 6 0,0 5 0,0 6 0,0 6-1,74 14-5,-2-4-43,1-8 0,131-14 43,90 19-7,-367-8-265,0-3 0,0-2-1,1-2 1,-1-3 0,-1-3 0,1-2-1,39-13 273,-87 20-361,-1-1-1,0-1 0,0 1 1,0-1-1,-1 0 0,0-1 1,0 0-1,0 0 0,0-1 1,-1 0-1,0 0 0,-1 0 1,0-1-1,0 1 0,0-1 1,0-3 361,14-31-5327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6:48.38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246 528 6329,'0'0'4641,"0"0"-2531,0 0-1004,0 0-594,0 0-304,-23-4-125,-72-8-74,92 12 11,0 0-1,0 0 1,0 1-1,0-1 1,0 1 0,0 0-1,0 0 1,0 0 0,1 0-1,-1 1 1,0-1 0,1 1-1,-1 0 1,1-1-1,-1 1 1,1 0 0,0 1-1,0-1 1,0 0 0,0 0-1,0 1 1,0 0 0,1-1-1,-1 1 1,1 0-1,0-1 1,0 1 0,0 0-1,0 0 1,0 0 0,1 0-1,-1 0 1,1 0 0,0 0-20,0-1 7,-30-4 3833,5 2-3677,25 20-120,-2-12 18,1 0 0,1 0-1,0 1 1,0-1 0,0 0 0,1 0 0,0 0 0,0 0-1,1 0 1,1 0 0,-1-1 0,1 1 0,0-1-1,1 1 1,-1-1 0,2 0 0,-1-1 0,1 1 0,0-1-1,0 1 1,0-1 0,1-1 0,2 2-61,13 6 26,0-2 0,1-1 0,1 0 0,-1-2 0,1 0 0,1-2 0,-1 0 0,1-2 0,0-1 0,0 0 0,0-2 0,1-1 0,-1-1 1,0 0-1,4-3-26,-21 4-48,0 0 1,1-1 0,-1 0 0,0 0 0,0-1 0,-1 0 0,1 0 0,0 0 0,-1-1-1,1 0 1,-1 0 0,0-1 0,0 0 0,0 0 0,0 0 0,-1 0 0,1-1-1,-1 0 1,-1-1 0,1 1 0,-1-1 0,0 1 0,0-1 0,0-1 0,-1 1-1,0 0 1,0-1 0,-1 0 0,0 1 0,1-7 47,-2 8 42,0 0 0,-1 0 0,1-1 0,-1 1 0,-1 0 0,1 0 0,-1 0 0,0-1 0,0 1-1,0 0 1,-1 0 0,1 0 0,-1 1 0,-1-1 0,1 0 0,-1 1 0,0-1 0,0 1 0,0 0 0,0 0 0,-1 0 0,1 0 0,-1 1 0,0-1 0,0 1 0,-1 0 0,1 0 0,-1 1 0,1-1 0,-1 1-1,0 0 1,0 0 0,0 1 0,0-1 0,-4 0-42,-97-4 1003,100 63-301,11-48-697,-1 0 0,2 0 1,-1-1-1,1 0 0,0-1 1,0 1-1,1-1 1,0 0-1,1-1 0,0 1 1,0-1-1,0-1 0,0 0 1,1 0-1,0-1 0,0 0 1,0 0-1,0-1 1,1 0-1,-1-1 0,1 0 1,2 0-6,221 7-8,-219-8 7,0-1 0,-1 0 0,1-1 0,0 0 0,-1-2 0,1 1 0,-1-1 0,0-1 0,0-1 0,0 0-1,0 0 1,-1-1 0,0-1 0,0 0 0,-1-1 0,0 0 0,0 0 0,-1-1 0,0-1 0,-1 0 0,0 0-1,0-1 1,-1 0 0,0 0 0,-1-1 0,-1 0 0,1 0 0,-2-1 0,0 1 0,-1-1 0,0-1 0,1-4 1,-5 13-3,1 1 1,0-1-1,-1 0 1,0 0-1,0 0 1,-1 0-1,1 0 1,-1 0-1,0 1 1,-1-1-1,1 0 1,-1 0-1,0 1 1,0-1-1,0 1 1,0 0-1,-1 0 1,0 0-1,0 0 1,0 0-1,0 0 1,-1 1-1,1-1 1,-1 1 0,0 0-1,0 0 1,0 1-1,0-1 1,-1 1-1,1 0 1,-1 0-1,1 0 1,-1 1-1,0-1 1,0 1-1,1 1 1,-6-2 2,0 0 13,-1 0 0,1 1 0,-1 0 0,0 0 0,0 1 0,1 0 0,-1 1 0,0 0 0,1 1 0,-1 0 0,1 1 0,-1 0 0,1 1 0,0 0 0,1 0 0,-1 1 1,1 1-1,-1-1 0,2 1 0,-1 1 0,1 0 0,0 0 0,0 0 0,1 1 0,0 0 0,0 1 0,1 0 0,0 0 0,0 0 0,1 1 0,1-1 0,0 1 0,-3 9-13,4-12 2,0-1-1,0 1 0,1 1 1,0-1-1,0 0 0,1 0 0,0 1 1,0-1-1,0 1 0,1-1 1,1 1-1,-1-1 0,1 1 1,0-1-1,1 0 0,0 1 0,0-1 1,0 0-1,1 0 0,0 0 1,0-1-1,1 1 0,0-1 1,0 1-1,1-1 0,0-1 0,0 1 1,0-1-1,0 0 0,1 0 1,0 0-1,0-1 0,0 0 0,1 0 1,-1 0-1,3 0-1,17 4 5,0-1 0,0-2 0,1 0 0,-1-2 0,1-1 0,0-1 1,0-1-1,0-1 0,-1-2 0,16-3-5,-25 4 4,-1-1 0,0-1 1,0 0-1,0-1 0,-1-1 1,0 0-1,0-1 0,0-1 1,-1 0-1,0-1 0,-1-1 1,0 0-1,0-1 0,-1 0 0,0-1 1,-1 0-1,-1-1 0,0 0 1,0-1-1,-2 1 0,1-2 1,-2 0-1,0 0 0,-1 0 1,0 0-1,-1-1 0,-1 0 0,-1 0 1,0-1-1,0-11-4,-4 23 8,-1 0 0,0 1 0,0-1 0,-1 1 0,1 0 0,-1 0 1,0 0-1,0 0 0,0 0 0,0 0 0,-1 1 0,0-1 0,0 1 0,0 0 0,0 0 0,0 1 0,0-1 0,-1 1 0,1 0 0,-1 0 0,0 1 0,1-1 0,-1 1 1,0 0-1,0 0 0,0 1 0,0-1 0,0 1 0,0 0 0,0 0 0,0 1 0,0 0 0,0 0 0,1 0 0,-1 0 0,0 1 0,0-1 0,1 1 0,-1 0 1,1 1-1,0-1 0,0 1 0,0 0 0,0 0 0,-1 1-8,-5 6 19,2 0-1,-1 1 1,1 0 0,1 0 0,0 0 0,1 1-1,0 0 1,1 1 0,0-1 0,1 1 0,0 0-1,1 0 1,0 0 0,1 0 0,1 1 0,0-1-1,1 1 1,1-1 0,0 0 0,0 1 0,2 2-19,0-9 4,1 0 1,-1-1 0,1 0 0,1 1-1,-1-2 1,1 1 0,0 0 0,1-1-1,-1 0 1,1 0 0,0-1 0,0 0 0,0 0-1,1 0 1,0 0 0,-1-1 0,1-1-1,0 1 1,0-1 0,1 0 0,-1 0-1,0-1 1,1 0 0,-1-1 0,1 1-1,-1-1 1,1-1 0,-1 1 0,1-1 0,-1-1-1,7-1-4,-3 3-10,13-2 18,0 0 0,0-2 1,-1 0-1,1-2 0,-1 0 0,0-2 0,-1-1 1,0 0-1,0-2 0,-1 0 0,0-2 0,-1 0 1,15-14-9,-30 24 4,0-1 1,-1 0 0,0-1 0,0 1 0,0-1-1,0 0 1,-1 0 0,0 0 0,0 0 0,0 0-1,0-1 1,-1 1 0,0-1 0,0 0-1,-1 0 1,1 0 0,-1 1 0,-1-1 0,1 0-1,-1-1 1,0 1 0,0 0 0,-1 0 0,0 0-1,0 1 1,0-1 0,-1 0 0,0 0-1,0 0 1,0 1 0,-1-1 0,1 1 0,-1 0-1,-1 0 1,1 0 0,-1 0 0,0 1 0,0-1-1,-2-1-4,-13-13 25,0 1 0,-1 2 0,0-1 0,-2 2 0,1 1-1,-2 1 1,0 1 0,-4-1-25,4 54 224,11 147 210,15-182-420,1 0 0,0 0 0,1 0 1,-1-1-1,1 0 0,1 1 1,-1-2-1,0 1 0,1-1 0,0 0 1,0 0-1,1 0 0,-1-1 1,1 0-1,-1 0 0,1-1 0,0 0 1,0 0-1,0 0 0,0-1 0,0 0 1,0-1-1,1 1 0,-1-1 1,0-1-1,0 1 0,0-1 0,1-1 1,-1 1-1,0-1 0,1-1-14,11 0 19,-1 0 0,0-2-1,1 0 1,-2-1 0,1-1 0,-1 0-1,0-2 1,-1 0 0,1 0 0,-2-2-1,0 0 1,1-1-19,-10 7 0,1 0 1,-1-1-1,1 1 0,-2-1 1,1 0-1,-1-1 0,0 0 0,0 1 1,-1-2-1,0 1 0,0 0 1,0-1-1,-1 0 0,0 1 1,-1-1-1,0-1 0,0 1 1,-1 0-1,0 0 0,0-1 1,-1 1-1,0 0 0,0-1 0,-1 1 1,0 0-1,-1 0 0,0 0 1,0-1-1,-6-1-21,0 0 0,-1 1 0,0 0 0,0 0 0,-1 1-1,0 0 1,0 1 0,-1 0 0,0 1 0,0 0 0,0 0 0,-1 2 0,0-1 0,0 1 0,0 1 0,-1 0 0,1 1 0,-1 0 0,0 1 0,1 1 0,-1 0 0,0 0 21,-68-7-44,0 3 0,-1 4 1,1 4-1,0 3 0,0 3 0,-15 7 44,88-17 5,0 1 0,0 0-1,0 0 1,1 1 0,-1-1-1,0 2 1,1-1 0,0 1-1,-1 0 1,1 1 0,0-1-1,1 1 1,-1 1 0,1-1-1,-1 1 1,2 1 0,-1-1-1,0 1 1,1 0 0,0 0-1,1 0 1,-1 1 0,1-1-1,0 1 1,1 0 0,-1 1-1,2-1 1,-1 0 0,1 1-1,-1 7-4,6-11 7,0 1 0,0-1 0,1 0-1,-1 0 1,1 0 0,0 0 0,1-1-1,-1 1 1,1-1 0,-1 0 0,1-1 0,0 1-1,0-1 1,0 0 0,0 0 0,0 0 0,1-1-1,-1 0 1,0 0 0,1 0 0,-1-1-1,1 0 1,-1 0 0,1 0 0,-1 0 0,1-1-1,-1 0 1,1-1-7,-1 2 1,12 2-4,-1-2 1,1 0-1,-1-1 1,0 0-1,1-2 1,-1 0-1,0-1 0,0 0 1,-1-1-1,1-1 1,-1 0-1,0-2 1,-1 1-1,1-2 1,-2 0-1,1 0 0,-1-2 1,-1 1-1,0-2 1,0 1-1,-1-2 1,-1 1-1,0-1 0,-1-1 1,8-14 2,-14 23 1,0-1-1,-1 1 1,0 0 0,0-1 0,0 1-1,0-1 1,-1 0 0,0 1-1,0-1 1,-1 0 0,1 0 0,-1 0-1,-1 0 1,1 1 0,-1-1 0,0 0-1,0 0 1,-1 1 0,0-1-1,0 1 1,0-1 0,0 1 0,-1 0-1,0 0 1,0 0 0,0 0-1,-1 0 1,0 1 0,0 0 0,0-1-1,0 2 1,0-1 0,-1 0 0,0 1-1,-1-1 0,-16-3 12,0 1 0,-1 1 0,1 2 0,-1 0 0,1 1 0,-1 1 0,0 1 0,0 1 0,1 1 0,-1 2 0,1 0 0,-1 1 0,1 1 0,1 1 0,-10 4-12,3-1 28,-1 1 0,2 1-1,0 2 1,1 0 0,0 2-1,1 0 1,1 2-1,0 1 1,1 1 0,2 1-1,0 1 1,1 0 0,1 2-1,1 0 1,-4 11-28,20-33-1,0 0 0,1 0 0,-1 0 0,1 1-1,0-1 1,-1 1 0,1-1 0,0 1 0,1 0 0,-1-1 0,0 1 0,1 0-1,-1-1 1,1 1 0,0 0 0,0 0 0,0-1 0,0 1 0,1 0 0,-1 0 0,1-1-1,0 1 1,-1 0 0,1-1 0,0 1 0,1-1 0,-1 1 0,0-1 0,1 0-1,-1 1 1,1-1 0,0 0 0,0 0 0,0 0 0,0 0 0,0 0 0,0-1-1,0 1 1,0-1 0,1 1 0,-1-1 0,1 0 0,-1 0 0,3 1 1,11 0-31,0-1 1,1-1-1,-1 0 0,1-1 1,-1-1-1,0-1 0,0 0 1,0-1-1,0-1 1,0 0-1,-1-1 0,0 0 1,3-4 30,-10 6-9,0 0 1,0 0-1,-1-1 1,1 0-1,-2-1 1,1 1-1,0-1 1,-1-1-1,0 1 1,-1-1-1,1 0 1,-1 0-1,0-1 1,-1 0-1,0 0 1,0 0-1,-1 0 1,0 0-1,-1-1 1,1 1-1,-2-1 0,1 0 1,-1 1-1,0-1 1,-1-1 8,0 5 7,-1 1-1,0 0 1,0 0 0,0 0-1,0 0 1,-1 0 0,0 0-1,1 0 1,-1 0 0,-1 1 0,1-1-1,-1 1 1,1 0 0,-1-1-1,0 1 1,0 0 0,0 1-1,0-1 1,-1 0 0,1 1-1,-1 0 1,0 0 0,1 0 0,-1 0-1,0 1 1,0-1 0,0 1-1,0 0 1,-1 0 0,0 0-7,-134-10 148,123 12-310,1 0-1,-1 2 0,0-1 1,0 2-1,1 0 0,0 1 1,0 0-1,0 1 0,1 1 1,0 1-1,0 0 1,0 0-1,1 1 0,1 1 1,-1 0-1,2 1 0,-1 0 1,2 1-1,-1 0 0,2 1 1,0 0-1,0 1 0,1-1 1,1 2-1,-1 1 163,-4 33-8451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6:53.1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4468 768 5977,'0'0'3280,"0"0"-110,0 0-1945,0 0-867,0 0-153,-8-19 283,-22-60 351,5 48 2533,1 62-3105,21-24-172,-7 11-47,0 0-1,2 0 1,0 1-1,1 0 1,1 0 0,1 1-1,0-1 1,2 1-1,0 0 1,1 1-1,1-1 1,1 1-48,3-18 41,-1 0 0,1 0-1,0 0 1,0 0 0,0-1 0,0 1 0,0-1 0,0 0 0,0 0-1,1 0 1,-1 0 0,1-1 0,0 1 0,0-1 0,-1 0 0,1 0-1,0 0 1,0 0 0,0-1 0,0 0 0,0 0 0,0 0 0,0 0-1,0-1 1,0 1 0,-1-1 0,1 0 0,0 0 0,0 0-1,3-2-39,8-1 15,0 0 0,0-1 0,0 0 0,0-2 1,-1 1-1,0-2 0,0 0 0,-1 0 0,0-2 1,-1 1-1,0-2 0,0 0 0,-1 0 1,0-1-1,-1 0 0,-1-1 0,0 0 0,0 0 1,-1-1-1,-1 0 0,-1 0 0,0-1 0,0 0 1,-2 0-1,2-8-16,-4 13 17,0-1 0,0 1 0,-1-1-1,0 1 1,-1-1 0,0 1 0,-1-1 0,0 0 0,-1 1 0,0-1 0,-1 1 0,0 0 0,0 0-1,-1 0 1,0 0 0,-1 1 0,0 0 0,-1-1 0,0 2 0,0-1 0,-1 1 0,0 0-1,0 0 1,-1 1 0,0 0 0,0 0 0,-1 1 0,1 0 0,-2 1 0,1 0 0,0 0-1,-1 1 1,-7-3-17,-1 5 17,1 1-1,-1 0 1,1 2-1,-1 0 1,1 0-1,-1 2 1,1 0 0,0 1-1,0 1 1,0 0-1,1 2 1,0-1-1,0 2 1,0 0-1,1 1 1,1 1-1,-1 0 1,1 1-1,1 0 1,0 1-1,1 1 1,0 0-1,1 1 1,1 0-1,0 0 1,-6 12-17,9-17 11,1 0 1,0 0-1,1 0 1,-1 1-1,2-1 1,-1 1-1,2 1 1,-1-1 0,1 0-1,1 1 1,0 0-1,0-1 1,1 1-1,0 4-11,4-10 13,0 0-1,0 0 1,0-1-1,1 1 1,0-1-1,0 1 0,0-1 1,0-1-1,1 1 1,-1 0-1,1-1 1,0 0-1,0 0 1,0 0-1,0-1 1,1 0-1,-1 0 1,1 0-1,-1-1 1,1 0-1,0 0 1,-1 0-1,1 0 1,0-1-1,0 0 0,-1-1 1,1 1-1,0-1 1,0 0-1,-1 0 1,1-1-1,3-1-12,11 3 39,14-2-18,-1 0 0,1-3 0,0 0 1,-1-3-1,0 0 0,-1-2 0,0-2 1,-1-1-1,0-1 0,-1-1 0,0-2 1,-2-1-1,0-2 0,-1 0 0,-1-2 1,11-11-22,-31 25 20,1 0 0,-1-1 0,0 0 1,-1 0-1,0 0 0,-1 0 0,0-1 1,0 1-1,-1-1 0,0 0 0,-1 0 1,0 0-1,0-1 0,-1 1 0,-1 0 1,0-1-1,0 1 0,-1-1 0,0 1 1,-1 0-1,0 0 0,-1 0 0,0 0 1,0 0-1,-1 0 0,0 1 0,-1 0 1,0 0-1,-1 0 0,1 0 0,-2 1 1,1 0-1,-1 0 0,0 1 0,-1 0 1,0 0-1,0 1 0,-6-4-20,-6-2 18,-1 0 1,0 1-1,-1 2 0,0 0 0,-1 1 1,1 2-1,-1 0 0,-1 1 0,1 1 1,-1 2-1,1 0 0,-1 1 0,0 2 0,0 0 1,1 2-1,-9 2-18,-31 6 76,1 3 1,1 3-1,0 2 0,2 3 1,-25 14-77,41-21 124,0 3 1,2 1-1,0 2 1,2 2-1,0 2 0,1 1 1,2 2-1,1 1 1,1 2-1,2 1 1,1 2-1,-25 36-124,52-66 4,0 0 1,1 0-1,0 1 0,0-1 0,0 1 0,1 0 0,-1 0 1,1 0-1,0 0 0,0 0 0,1 0 0,0 1 0,0-1 0,0 1 1,0-1-1,1 1 0,0-1 0,0 1 0,0-1 0,1 0 0,0 1 1,0-1-1,1 1 0,-1-1 0,1 0 0,0 0 0,0 0 1,1 0-1,-1 0 0,1-1 0,0 1 0,1-1 0,-1 1 0,1-1 1,0 0-1,0-1 0,0 1 0,0-1 0,1 1 0,-1-1 1,1-1-1,0 1 0,0-1 0,3 2-4,12 0 6,0 0-1,1-2 1,-1 0-1,1-1 1,-1-1 0,1-1-1,-1-1 1,0-1-1,1 0 1,-1-2 0,0 0-1,-1-1 1,0-1-1,0-1 1,0-1 0,-1 0-1,0-2 1,-1 0-1,0 0 1,-1-2 0,0 0-1,-1-1 1,0-1-1,-1 0 1,-1-1 0,-1 0-1,0-1 1,-1 0-1,-1-1 1,0 0 0,-2-1-1,0 0 1,-1 0-1,-1-1 1,3-16-6,-7 23-3,0 1 0,-1-1 0,-1 1-1,0-1 1,-1 0 0,-1 1 0,1-1 0,-2 1 0,0 0-1,0-1 1,-1 1 0,-1 1 0,0-1 0,-1 1 0,0 0-1,0 0 1,-1 0 0,-1 1 0,0 0 0,0 1 0,-1 0-1,0 0 1,0 0 0,-5-1 3,-20-10-7,-1 2 0,0 1 0,-2 2 0,0 1 0,0 2 0,-1 2 0,-1 1 0,1 2 0,-1 2 0,-1 2-1,1 1 1,0 2 0,-1 1 0,-14 4 7,11-3 40,0 1-1,0 2 0,1 2 1,0 2-1,0 2 0,1 2 1,0 1-1,1 2 0,1 2 1,1 1-1,0 3 0,2 0 1,0 3-1,-28 25-39,51-37 15,-1 1 1,2 1-1,0 0 1,1 1-1,1 0 0,0 0 1,1 1-1,1 1 0,0-1 1,2 1-1,0 1 1,-3 15-16,7-26 0,0 1 1,1-1-1,0 1 1,1 0 0,0-1-1,0 1 1,1 0-1,0-1 1,0 1 0,1 0-1,0-1 1,1 0-1,0 1 1,0-1 0,1 0-1,0-1 1,0 1-1,1-1 1,0 0 0,0 0-1,0 0 1,1 0-1,0-1 1,1 0 0,-1-1-1,1 1 1,0-1-1,6 3 1,15 4 8,0 0 0,1-2 1,0-1-1,1-2 0,0 0 1,0-2-1,0-2 0,1 0 1,-1-2-1,23-3-9,-35 4 8,0-1 0,0-1 0,0-1-1,0-1 1,0 0 0,-1-1 0,1-1 0,-1-1 0,1 0 0,-2-1 0,1-1 0,-1-1-1,0 0 1,0-1 0,-1 0 0,0-2 0,-1 0 0,0 0 0,-1-1 0,0-1 0,-1 0-1,0-1 1,-1 0 0,6-12-8,-11 14-7,0 0-1,-1 0 1,-1 0-1,0 0 0,-1-1 1,0 1-1,-1-1 1,0 0-1,-1 0 1,-1 0-1,0 0 0,0 0 1,-2 0-1,1 1 1,-2-1-1,1 0 1,-2 1-1,0-1 0,0 1 1,-1 0-1,-1 1 1,0-1-1,0 1 1,-1 0-1,-1 1 0,0-1 1,0 1-1,-1 1 1,0 0-1,-1 0 1,0 1-1,0 0 0,-1 1 1,1 0-1,-2 0 1,1 1-1,-8-2 8,-23-8-12,0 3-1,-1 1 0,0 2 1,-1 2-1,1 2 0,-2 2 1,1 2-1,0 2 1,0 2-1,0 1 0,0 3 1,0 1-1,-31 11 13,17-2 0,1 2 0,1 3 0,1 2 0,1 3-1,1 2 1,1 2 0,2 3 0,1 1 0,-33 32 0,68-54-5,2 0 1,-1 0-1,2 1 0,-1 1 1,2 0-1,0 0 1,1 1-1,0 0 0,1 1 1,1 0-1,0 0 1,1 1-1,1-1 0,1 1 1,0 0-1,1 1 1,1-1-1,1 1 0,0-1 1,1 6 4,1-18 1,0 1 1,0 0 0,1 0 0,0 0-1,-1-1 1,2 1 0,-1-1-1,1 0 1,0 1 0,0-1 0,0 0-1,1-1 1,0 1 0,0-1-1,0 1 1,0-1 0,1 0 0,-1-1-1,1 1 1,0-1 0,0 0-1,1 0 1,-1-1 0,1 1-1,-1-1 1,1 0 0,0-1 0,-1 0-1,2 1-1,177 15 48,-174-17-48,12 0 14,0-1-1,-1-1 1,1-1 0,-1-1-1,1 0 1,-1-2 0,-1 0-1,9-5-13,-22 8 5,0 0-1,0 0 1,0-1-1,-1 0 0,0-1 1,1 1-1,-1-1 0,-1-1 1,1 1-1,-1-1 1,0 0-1,0 0 0,-1 0 1,1 0-1,-1-1 0,-1 0 1,0 0-1,0 0 1,0 0-1,0-1 0,-1 1 1,-1-1-1,1 1 0,-1-1 1,0-1-5,-1-12-3,-1 0 0,0 0 0,-1 0 0,-2 1 1,0-1-1,-1 1 0,-1 0 0,-1 0 0,-1 0 0,0 1 1,-2 0-1,0 1 0,-1 0 0,0 1 0,-2 0 0,0 1 0,-1 0 1,-1 1-1,0 1 0,-1 0 0,0 1 0,-13-8 3,3 3-17,0 0-1,-2 2 1,1 0-1,-2 2 1,0 2-1,-1 0 1,0 2-1,0 1 1,-1 2-1,0 0 1,0 3-1,-1 0 1,0 2-1,1 2 1,-1 0-1,0 2 1,1 2-1,-1 1 1,1 1-1,0 2 1,1 0-1,0 3 1,0 0-1,1 2 1,0 2 17,2-1-3,0 2 1,2 1-1,0 2 0,1 0 1,1 1-1,0 2 1,2 0-1,1 1 0,0 1 1,2 1-1,1 0 1,1 2-1,1 0 0,2 0 1,0 1-1,2 1 1,1 0-1,1 1 0,2 0 1,-1 15 2,8-40-1,0 1 0,0 0 0,1-1 0,0 1 0,0-1 0,1 1 0,-1-1 0,1 0 0,1 1 0,-1-1 0,1 0 0,-1 0 1,1-1-1,1 1 0,-1 0 0,1-1 0,0 0 0,0 0 0,0 0 0,0 0 0,1-1 0,-1 0 0,1 0 0,0 0 0,0 0 0,0-1 0,0 0 0,1 0 1,-1 0-1,1-1 0,-1 1 0,1-1 0,2 0 1,194 7 33,-175-11-28,0-1 0,0-1-1,0-1 1,-1-2 0,0 0-1,-1-2 1,0-1 0,0-1-1,-1-1 1,13-9-5,-25 14 7,-1-1 0,1 1 1,-1-2-1,-1 1 0,0-2 0,0 1 0,-1-1 1,-1-1-1,1 0 0,-2 0 0,0 0 0,0-1 1,-1 0-1,-1 0 0,0-1 0,-1 0 0,-1 0 1,0 0-1,0 0 0,0-13-7,-3 11-6,-1 0 0,0 0-1,-1 0 1,0 1 0,-2-1 0,0 0-1,0 1 1,-1 0 0,-1 0 0,-1 0-1,0 1 1,-1 0 0,0 0 0,-1 1-1,-1 0 1,0 1 0,-1 0 0,0 0-1,-1 1 1,0 1 0,-1 0 0,-7-4 6,4 1-9,-1 1 1,-1 1-1,1 1 1,-2 1-1,0 0 1,0 1-1,0 1 1,-1 1-1,0 1 0,0 1 1,0 0-1,0 2 1,-1 0-1,0 1 1,1 1-1,-1 1 1,1 1-1,-1 1 1,1 1-1,0 0 1,0 2-1,1 0 1,-1 1-1,1 1 1,1 1-1,-1 1 1,2 0-1,-1 1 9,0 4-8,0-1 0,0 2 0,2 0 0,0 2 0,1-1 0,1 2 0,0 0 0,2 0 0,0 2 0,1-1 0,1 1 0,1 1 0,1 0 0,1 0 0,1 0 0,1 1 0,1 0 0,1 0 0,1 0 0,1 0 0,1 1 8,0-18-1,1 0 0,1-1 1,-1 1-1,1 0 0,0-1 0,0 1 0,1-1 1,-1 0-1,1 0 0,1 0 0,-1 0 0,1 0 1,-1-1-1,1 1 0,1-1 0,-1 0 0,0 0 1,1-1-1,0 1 0,0-1 0,0 0 0,0-1 1,1 1-1,-1-1 0,0 0 0,1 0 0,0-1 1,0 1-1,2-1 1,6 2 14,1-1 0,0 0 0,0-1 0,-1-1 0,1 0 0,0-1 0,0-1 0,-1 0 0,1-1 0,-1 0 0,8-4-14,-6-1 13,0 0-1,0-1 1,-1 0 0,0-2 0,-1 0 0,0 0 0,0-1 0,-2-1 0,1 0 0,-2-1-1,0 0 1,0-1 0,-1 0 0,-1-1 0,-1 1 0,0-2 0,-1 1 0,-1-1 0,-1 0 0,0-1-1,-1 1 1,-1-1 0,0 0 0,-2 0 0,0 0 0,-1 0 0,0 0 0,-2 0 0,0 0-1,-4-15-12,-3 15-7,-1 0-1,-1 1 0,0 0 0,-1 1 0,-1 0 0,0 1 0,-1 1 1,-1 0-1,0 0 0,-1 2 0,0 0 0,-1 1 0,0 0 0,-1 1 1,0 2-1,0-1 0,-1 2 0,-7-1 8,0-2-9,-1 0 0,0 3 0,-1 0 0,1 1 0,-1 2 0,0 1 1,0 1-1,-1 2 0,1 0 0,-15 4 9,32-2-14,0 1 0,0 1 0,0 0 0,0 1 0,1 0 0,-1 1 0,1 0 0,1 0 0,-1 1 1,1 0-1,1 1 0,-1 0 0,1 0 0,0 1 0,1 0 0,0 0 0,1 1 0,0 0 0,0 0 0,-3 10 14,-2 3 4,1 1 0,1 0-1,1 0 1,1 1 0,1 0-1,2 1 1,0-1-1,1 25-3,2-44 1,0 0-1,1 0 0,0 0 0,0 0 1,0 0-1,1 0 0,0 0 0,0 0 1,1 0-1,0 0 0,0 0 0,0 0 1,0-1-1,1 1 0,0-1 0,0 0 1,1 0-1,-1 0 0,1 0 0,0 0 1,1-1-1,-1 0 0,1 0 0,0 0 1,0-1-1,0 1 0,0-1 0,0 0 1,1 0-1,0-1 0,-1 0 0,6 1 0,0 1 0,0 0 1,0-1-1,0-1 0,0 0 0,1 0 0,-1-1 0,1 0 0,-1-1 0,0-1 0,1 0 0,-1 0 1,1-1-1,-1-1 0,0 0 0,0 0 0,0-1 0,-1 0 0,1-1 0,-1 0 0,0-1 0,-1 0 1,1-1-1,-1 1 0,0-2 0,-1 0 0,0 0 0,0 0 0,-1-1 0,0 0 0,0 0 0,-1-1 1,0 0-1,-1 0 0,0 0 0,0-1 0,-1 0 0,-1 1 0,0-2 0,0 1 0,0-7 0,-4 9-15,0 0 0,0 1-1,-1-1 1,0 1 0,-1 0-1,1-1 1,-2 1-1,1 0 1,-1 1 0,0-1-1,-1 1 1,0-1 0,0 1-1,0 1 1,-1-1 0,0 1-1,0 0 1,-1 0-1,0 1 1,0 0 0,0 0-1,-1 1 1,1-1 0,-1 2-1,0-1 1,0 1 0,-2 0 15,-10-6-18,0 1 1,0 1-1,0 1 1,-1 1-1,0 0 1,-1 2 0,1 0-1,0 2 1,-1 0-1,0 1 1,1 2-1,0 0 1,-1 1-1,1 1 1,0 1 0,1 1-1,-1 0 1,1 2-1,0 1 1,1 0-1,0 1 1,0 1 0,1 1-1,1 1 1,0 0-1,1 1 1,-6 7 17,4-1-5,0 0 1,2 1-1,0 1 1,1 1 0,2 0-1,0 1 1,2 0-1,0 1 1,2 0-1,1 1 1,1 0-1,1 0 1,1 1 0,1-1-1,0 26 5,5-48 2,-1 0-1,0 0 0,1 0 1,-1 0-1,1 0 0,0 0 1,1 0-1,-1 0 1,1 0-1,-1-1 0,1 1 1,0 0-1,1-1 1,-1 1-1,1-1 0,-1 0 1,1 0-1,0 0 0,0 0 1,0-1-1,1 1 1,-1-1-1,0 0 0,1 0 1,0 0-1,-1 0 1,1 0-1,0-1 0,0 0 1,0 0-1,0 0 0,0 0 1,0-1-1,2 1-1,6 0 14,0-1-1,0 1 1,1-2-1,-1 0 1,0 0-1,0-1 1,0-1 0,0 0-1,0-1 1,-1 0-1,5-2-13,-4 1 12,-1 0-1,0-1 1,-1 0 0,1-1-1,-1 0 1,-1 0 0,1-1-1,-1-1 1,-1 1 0,1-2-1,-2 1 1,1-1-1,-1 0 1,-1 0 0,0-1-1,0 0 1,-1 0 0,0 0-1,-1-1 1,0 0 0,-1 1-1,1-11-11,-3 9 0,-1 1 0,0-1 0,-1 0 0,-1 1-1,0-1 1,0 0 0,-1 1 0,-1 0 0,0 0 0,-1 0-1,0 0 1,0 1 0,-2 0 0,1 0 0,-1 0 0,-1 1-1,0 0 1,0 0 0,-1 1 0,0 0 0,-1 1 0,0 0-1,0 1 1,-2-1 0,4 0-10,-1 0 0,0 1-1,0 1 1,-1-1 0,0 1-1,0 1 1,0 0 0,-1 0-1,0 1 1,0 1 0,0 0 0,0 0-1,0 1 1,-1 0 0,1 1-1,-1 1 1,1-1 0,-1 2-1,1 0 1,-1 0 0,1 1-1,0 0 1,0 1 0,0 0 0,0 1-1,0 0 1,1 1 0,-1 0-1,1 1 1,1 0 0,-1 1-1,1-1 1,-5 6 10,-11 20-8,2 1 0,2 1 0,1 1 0,1 1 0,2 1 0,2 0-1,1 1 1,2 0 0,1 1 0,3 1 0,1-1 0,1 1 0,3 3 8,0-34 9,1 0 1,0 1-1,1-1 1,0 1-1,1-1 1,0 1-1,0-1 1,1 1-1,0-1 1,0 1-1,1-1 0,1 0 1,0 1-1,0-1 1,0 0-1,1-1 1,1 1-1,0-1 1,0 0-1,0 0 1,1 0-1,0-1 1,0 0-1,1 0 1,0 0-1,0-1 1,1 0-1,0-1 0,5 4-8,9-1 12,0 0 1,0-2-1,0 0 1,1-2 0,0 0-1,0-2 1,1 0 0,-1-2-1,6 0-13,34-1 14,0-3 1,-1-3-1,1-2 0,-2-3 1,1-3-1,-2-2 0,0-3 0,-1-3 1,-2-2-1,40-24-14,-81 41 16,-1 0 0,1-1 0,-2 0 0,1-1-1,-1-1 1,-1 0 0,0-1 0,0 0 0,-1-1 0,-1-1 0,0 0 0,-1 0 0,3-7-16,-13 19-4,0-1 0,0 1 0,0 0 0,-1-1 0,1 1 0,-1 0 0,1 0 0,-1-1 0,0 1 0,1 0 0,-1 0 0,-1 0 0,1 0 0,0 0 0,0 0 0,-1 0 0,1 0 0,-1 0 0,1 0 0,-1 1 0,0-1 0,0 1 0,0-1 0,1 1 0,-1 0 0,-1 0 0,1 0 0,0 0 0,0 0 0,0 0 0,-1 1 0,1-1 0,0 1 0,0-1 0,-1 1 0,1 0 0,0 0 0,-1 0 0,1 0 0,0 0 0,-1 1 0,1-1 0,0 1 0,-1 0 0,1-1 0,0 1 0,0 0 0,0 0 0,0 0 0,0 1 0,0-1 0,0 0 0,0 1 0,0-1 0,1 1 0,-1 0 0,0-1 0,1 1 0,-2 2 4,-15 12 0,0 1 1,1 0-1,1 1 0,1 1 1,1 0-1,0 1 1,1 1-1,1 0 1,2 1-1,0 0 1,1 0-1,1 1 1,1 0-1,-2 15 0,3-26 5,2 1 0,0-1 0,0 1 0,1 0 0,0-1 0,1 1 0,1 1 0,0-1 0,1 0-1,0 0 1,1 0 0,1 0 0,0 0 0,0 0 0,2 0 0,-1-1 0,2 1 0,-1-1 0,2 0 0,0 0 0,0-1 0,1 0-1,0 0 1,1 0 0,0-1 0,5 4-5,19 1 16,0-1-1,1-2 1,0-1-1,1-2 1,0-1-1,1-1 1,0-3-1,0 0 1,0-2-1,0-2 1,0-1-1,0-2 1,18-4-16,-14 4 14,0-2 0,0-1 1,0-2-1,-1-2 0,0-2 1,-1-1-1,0-1 0,8-7-14,-33 15 11,1-1-1,-1 0 1,-1 0-1,0-1 1,0-1-1,0 0 1,-1 0-1,0-1 1,-1 0-1,0-1 1,-1 0-1,0 0 1,-1-1-1,0 0 1,0 0-1,-2-1 1,1 0-1,-2 0 1,0 0-1,0-1 1,-1 1 0,-1-1-1,0 1 1,-1-1-1,-1-1-10,0 7-3,-1 0 0,0 0 0,-1 0 0,1 0 0,-1 1 0,-1-1 0,0 0-1,0 1 1,0 0 0,-1 0 0,0 0 0,-1 0 0,1 0 0,-1 1 0,0 0 0,-1 0 0,0 0 0,0 1 0,0 0 0,0 0-1,-1 0 1,0 1 0,0 0 0,0 0 0,0 1 0,-3-1 3,-7-3-30,-1 1-1,1 0 1,-1 1 0,0 1 0,0 1-1,-1 1 1,1 0 0,0 2-1,-1 0 1,1 1 0,-6 1 30,13 0-4,0 1 1,1 0-1,0 0 1,0 1-1,0 1 1,0 0-1,0 0 1,1 0 0,0 2-1,0-1 1,1 1-1,0 0 1,0 1-1,0 0 1,1 0-1,0 0 1,1 1-1,0 0 1,0 1-1,1-1 1,-3 8 3,-2 5 1,1 0-1,2 0 1,0 0-1,1 1 1,1 0-1,1 1 1,1-1-1,1 0 1,1 15-1,2-27 7,1 0 1,-1 0-1,2 0 1,-1 0-1,2 0 1,-1 0-1,2-1 1,-1 0-1,1 0 1,1 0-1,0 0 1,0-1-1,1 0 1,0 0-1,0-1 1,1 0-1,0 0 1,1-1-1,0 0 1,0 0-1,0-1 1,1 0 0,0-1-1,0 0 1,6 2-8,17 6 10,0 0 0,1-3 0,0 0 1,0-3-1,1-1 0,0-1 1,25 0-11,-14-2-3,-1-1 1,1-3 0,0-1-1,-1-2 1,1-3-1,-1-1 1,-1-2 0,0-3-1,0-1 1,-1-2-1,-1-2 1,-1-1 0,0-3-1,16-12 3,-47 27-11,-1 0 0,0 0 0,0-1-1,0 0 1,-1-1 0,0 0 0,0 0-1,-1-1 1,-1 1 0,1-2 0,-2 1 0,1-1-1,-2 1 1,1-2 0,-1 1 0,-1 0-1,0-1 1,-1 1 0,0-1 0,0 0-1,-2 0 1,1 0 0,-2 0 0,1 1-1,-2-1 1,0-2 11,-1 9-14,0-1 0,0 1-1,-1 0 1,0 1 0,0-1-1,0 1 1,-1-1 0,1 1-1,-1 1 1,0-1 0,0 1 0,-1-1-1,1 1 1,-1 1 0,1-1-1,-1 1 1,0 0 0,0 0-1,0 1 1,0 0 0,0 0-1,0 0 1,0 1 0,-1 0-1,1 0 1,0 1 0,0-1 0,0 1-1,0 1 1,0-1 0,0 1-1,0 0 1,0 0 0,1 1-1,-1-1 1,1 1 0,0 1-1,-1-1 1,2 1 0,-1 0-1,-4 4 15,-12 10 1,1 0 0,1 2 0,1 0 0,1 1 0,0 1-1,2 1 1,0 0 0,2 1 0,0 0 0,2 1 0,1 1-1,1 0 1,1 0 0,1 0 0,1 1 0,2 0 0,1 0-1,1 1 1,1-1 0,1 0 0,2 5-1,0-24 2,0-1 1,1 1-1,0-1 1,0 1-1,1-1 1,0 0-1,0 0 1,1-1-1,0 1 1,0-1-1,0 0 1,1 0-1,0-1 1,0 0-1,1 0 1,-1 0-1,1-1 1,0 0-1,0 0 1,0-1-1,1 1 1,-1-2-1,1 1 1,0-1-1,0 0 1,0-1-1,0 0 1,0 0-1,2-1-2,17 3 9,1-2 0,-1-1 0,1-1 0,-1-1 0,0-2 0,0 0 0,0-2 0,4-2-9,12-7 10,-1-1 1,0-2-1,-2-1 1,0-3 0,-1-1-1,-2-2 1,0-1-1,-2-2 1,0-2-1,-3-1 1,27-31-11,-51 53-2,0 0 0,0-1 0,-1 0 0,0-1 0,-1 1-1,0-1 1,-1-1 0,0 1 0,0-1 0,-1 1 0,-1-1 0,0 0 0,-1-1 0,0 1 0,-1 0 0,0-1 0,-1 1 0,-1-8 2,0 16-1,-1-1 1,0 1 0,0 0 0,0 0 0,0 0 0,0 0 0,-1 0 0,0 1 0,0-1-1,0 1 1,0 0 0,0 0 0,-1 0 0,1 0 0,-1 0 0,0 1 0,0-1-1,0 1 1,0 0 0,0 1 0,0-1 0,-1 1 0,1-1 0,-1 1 0,1 0 0,-1 1-1,1-1 1,-1 1 0,-4 0 0,-137 18 34,133-12-29,0 1 1,1 0-1,0 1 0,0 0 0,0 1 0,1 0 0,0 1 1,1 0-1,0 1 0,1 0 0,0 1 0,0 0 0,2 0 1,-1 1-1,2-1 0,-1 2 0,2-1 0,0 1 1,1 0-1,-2 9-5,3-13 7,1 0 1,0 0 0,1 0-1,0 0 1,1 0 0,0 0 0,1 0-1,0 0 1,0 0 0,1 0-1,0-1 1,1 1 0,0 0-1,0-1 1,1 0 0,1 1 0,-1-2-1,2 1 1,-1 0 0,1-1-1,0 0 1,1-1 0,-1 1-1,2-1 1,-1 0 0,1-1 0,0 0-1,0 0 1,9 4-8,8 0 10,-1-2 1,1 0-1,0-2 1,1 0-1,0-2 1,-1-1-1,1-1 1,1-1-1,-1-2 1,0 0-1,0-2 0,-1 0 1,12-5-11,-2 0-7,0-2 0,0-1 0,-1-2 0,-1-2 0,0-1 1,-1-1-1,-1-2 0,0-1 0,-2-1 0,0-1 0,-2-2 0,0-1 0,-2-1 0,-1-2 0,-1 0 1,-1-1-1,-1-1 7,-13 16-46,-1-1 0,0 0 0,0 0 0,-1-1 0,-1 1 0,-1-1 0,-1 0 0,0 0 0,0-1 0,-2 1 1,0 0-1,-1-1 0,-1 1 0,-1-6 46,1 18-12,-1-1 1,0 1 0,0-1-1,0 1 1,-1 0-1,1 0 1,-1 0-1,0 0 1,0 0-1,0 1 1,-1-1 0,0 1-1,1 0 1,-1 0-1,0 0 1,0 1-1,0-1 1,-1 1 0,1 0-1,-1 0 1,1 1-1,-1-1 1,0 1-1,1 0 1,-1 0-1,0 1 1,0-1 0,0 1-1,1 0 1,-1 0-1,0 1 1,0-1-1,0 1 1,1 0 0,-1 1-1,0-1 1,1 1-1,-1 0 1,1 0-1,0 0 1,0 0 0,-1 1-1,1 0 1,1 0-1,-1 0 1,0 0-1,-2 4 12,-5 7 16,0 0-1,1 0 1,0 1-1,1 0 1,1 1-1,1 0 1,0 0-1,1 1 0,0-1 1,2 1-1,0 1 1,1-1-1,1 1 1,0-1-1,1 1 1,1-1-1,1 8-15,0-19 9,1-1 1,0 1-1,-1-1 1,1 1-1,1-1 1,-1 0-1,1 0 0,0 0 1,0 0-1,1-1 1,-1 1-1,1-1 0,0 0 1,0 0-1,1 0 1,-1-1-1,1 1 0,0-1 1,0 0-1,0-1 1,0 1-1,0-1 0,0 0 1,1 0-1,-1 0 1,1-1-1,-1 0 0,2 0-9,167 14 305,-166-15-289,27-1 0,-1-1-1,0-1 1,0-2-1,-1-2 1,0-1-1,0-1 1,0-2-1,-1-2 1,-1 0-1,0-2 1,-1-2-1,-1 0 1,21-18-16,-43 30 4,0 0 1,0 0-1,-1-1 1,0 1 0,0-2-1,-1 1 1,1-1 0,-2 1-1,1-1 1,-1-1-1,0 1 1,0-1 0,-1 1-1,0-1 1,0 0-1,-1 0 1,0-1 0,0 1-1,-1 0 1,0-1 0,-1 1-1,0 0 1,0-1-1,0 1 1,-1-1 0,-1 1-1,1 0 1,-1 0 0,-1 0-1,0 0 1,0 0-1,0 0 1,-1 1 0,0-1-1,-1 1 1,1 0-1,-1 0 1,-1 1 0,1 0-1,-1 0 1,-5-4-5,2 4 2,-1 0 0,0 1 0,0 1 0,0-1-1,-1 2 1,0-1 0,0 1 0,1 1 0,-1 0 0,-1 1 0,1 0 0,0 1 0,0 0 0,0 0-1,0 1 1,0 1 0,0 0 0,0 0 0,0 1 0,0 1 0,1 0 0,-1 0 0,1 1 0,0 0-1,1 1 1,-1 0 0,1 0 0,0 1 0,1 0 0,0 1 0,0 0 0,0 0 0,-3 6-2,10-13-2,1 0 1,-1 0-1,0 0 1,0 0-1,1 0 1,-1 0-1,1 1 1,-1-1-1,1 0 1,-1 0-1,1 1 0,0-1 1,0 0-1,0 1 1,-1-1-1,1 0 1,1 1-1,-1-1 1,0 0-1,0 1 1,0-1-1,1 0 1,-1 0-1,0 1 1,1-1-1,-1 0 1,1 0-1,0 0 1,-1 1-1,1-1 1,0 0-1,0 0 1,0 0-1,0 0 1,0 0-1,0-1 1,0 1-1,0 0 1,0 0-1,0-1 1,0 1-1,0 0 1,0-1-1,1 1 1,-1-1-1,0 0 0,1 1 1,-1-1-1,0 0 1,0 0-1,1 0 1,-1 0-1,0 0 1,1 0-1,-1 0 1,0 0-1,1 0 1,-1-1-1,1 1 2,82-20-81,-77 17 96,-1 0 0,1 0 0,-1-1 1,0 0-1,0-1 0,0 1 0,-1-1 0,0 0 0,0-1 1,0 1-1,0-1 0,-1 0 0,0 0 0,0 0 0,-1-1 1,1 1-1,-2-1 0,1 0 0,-1 0 0,0 0 1,0 0-1,-1 0 0,1-1 0,-2 1 0,1 0 0,-1 0 1,0-1-1,-1 1 0,0 0 0,0-1 0,0 1 0,-2-2-15,0 3 6,-1 1 0,1 0 0,-1 0 0,-1 1-1,1-1 1,-1 1 0,1 0 0,-1 0 0,0 0-1,-1 0 1,1 1 0,-1 0 0,1 1 0,-1-1-1,0 1 1,0 0 0,0 0 0,0 1 0,0-1-1,-1 1 1,1 1 0,0-1 0,-3 1-6,6 3-82,-1-1 0,1 1 0,0 0 1,0 0-1,0 0 0,0 1 0,1-1 0,-1 1 1,1-1-1,0 1 0,0 0 0,0 0 0,0 0 1,1 0-1,0 0 0,0 0 0,0 0 1,0 0-1,0 0 0,1 1 0,0-1 0,0 0 1,0 1-1,1-1 0,-1 0 0,1 0 0,0 0 1,0 1 81,-1 10-1134,0 27-3708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28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1 364 5905,'0'0'1386,"0"0"-315,0 0 1167,3-20-454,28-151 1071,1-2 979,-10 241-2344,-19-51-1110,0 7-222,1-1-1,1 0 1,1 1 0,1-2 0,1 1 0,1-1 0,1 0 0,1-1 0,1 0-1,0-1 1,2-1 0,0 0 0,1 0 0,14 11-158,-26-27 8,0 0 0,1-1 0,-1 1 0,1-1 0,-1 0-1,1 0 1,0 0 0,0-1 0,0 1 0,0-1 0,0 0 0,0 0 0,0-1 0,1 1 0,-1-1 0,0 0 0,0 0-1,0 0 1,1 0 0,-1-1 0,0 0 0,0 0 0,0 0 0,0 0 0,0-1 0,0 1 0,0-1 0,0 0 0,-1 0-1,1-1 1,-1 1 0,0-1 0,1 0 0,-1 0 0,0 0 0,-1 0 0,1 0 0,0 0 0,-1-1 0,0 1 0,0-1-1,0 0 1,0 0 0,-1 0 0,1 0 0,-1 0 0,0 0 0,1-4-8,5-24 19,-1 1 1,-1-2-1,-2 1 0,-1 0 1,-2 0-1,-1-1 0,-1 1 1,-3-6-20,-1 12 79,4 43-164,4 44 27,-2-46 65,1 0 1,0 0 0,1 0 0,1 0 0,0 0-1,1 0 1,0-1 0,1 0 0,1 0-1,1 0 1,0 0 0,0-1 0,1 0-1,1-1 1,0 0 0,1 0 0,0-1-1,1 0 1,0-1 0,1 0 0,0-1 0,0 0-1,1-1 1,0 0 0,1-1 0,-1 0-1,1-2 1,13 4-8,64-6-41,-91-2-24,1-1 0,-1 0 1,1 0-1,-1 0 1,1 0-1,0 0 0,-1 0 1,1 0-1,-1 0 0,1 0 1,-1 0-1,1 0 0,0 0 1,-1-1-1,1 1 1,-1 0-1,1 0 0,-1 0 1,1-1-1,-1 1 0,1 0 1,-1-1-1,1 1 0,-1-1 1,0 1-1,1 0 1,-1-1-1,1 1 0,-1-1 1,0 1-1,0-1 0,1 1 1,-1-1-1,0 1 0,0-1 1,1 1-1,-1-1 1,0 1-1,0-1 0,0 0 1,0 1-1,0-1 0,0 1 1,0-1-1,0 0 0,0 1 1,0-1-1,0 1 1,0-1-1,-1 1 0,1-1 1,0 1-1,0-1 0,-1 1 1,1-1-1,0 1 0,0-1 1,-1 1-1,1-1 1,-1 1 64,-11-10-4895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28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7154,'0'0'192,"0"0"730,0 0 2641,0 0-1360,0 0-855,0 0-491,97 9 5290,94-6-4371,-121-4-7509,-82 1 83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29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6969,'0'0'809,"0"0"3904,0 0-3233,0 0-432,0 0-152,0 0 521,0 0 87,114 9 64,-80-9-279,-2 0-921,-4 2 56,-6 3-416,-7-1-16,-1 3-48,-4 0 56,15 2-536,-5-3-1865,4-4-2680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34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6209,'0'0'8994,"0"0"-4952,0 0-2121,0 0-926,0 0-16,0 0-55,5-1-120,214-13 534,-139 12-8852,-80 2 617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34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6145,'0'0'5137,"0"0"-2712,0 0-953,0 0-79,0 0-121,134 13 440,-97-11-264,0-2-791,-2 0-529,-1 0-80,1 0-96,7 0-793,-5-4-1351,-10-7-4233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35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 6065,'0'0'1734,"0"0"3400,0 0-2458,0 0-1564,0 0-707,0 0 267,21-16 403,70-48-282,-84 59-763,0 0 1,0 1 0,0 0-1,1 0 1,0 1 0,0 0-1,0 0 1,0 1 0,0 0-1,1 1 1,-1-1 0,0 2-1,1-1 1,-1 1 0,1 0-1,-1 1 1,1 0 0,-1 0-1,1 2-30,-2 2 33,-1 1-1,1 0 1,-2 1-1,1 0 0,-1-1 1,0 2-1,0-1 1,-1 1-1,0-1 0,0 1 1,-1 0-1,0 1 1,-1-1-1,0 0 1,0 1-1,0-1 0,-1 1 1,-1 0-1,1-1 1,-1 1-1,-1 0 0,0 0 1,-1 6-33,3-1 50,-1 0 0,0 0 1,-1 1-1,0-1 0,-2 0 1,1 0-1,-2 0 0,0 0 0,0-1 1,-1 0-1,-1 1 0,-1-2 1,1 1-1,-8 9-50,11-20 9,0 0-1,0 0 1,0 0-1,0-1 1,0 1-1,0-1 1,0 0-1,-1 0 1,1 0-1,0 0 1,-1-1-1,1 1 1,-1-1-1,1 0 1,0 0 0,-1 0-1,1-1 1,-1 1-1,1-1 1,0 0-1,-1 1 1,1-2-1,0 1 1,0 0-1,0-1 1,-1 1-1,2-1 1,-1 0-1,0 0 1,0 0 0,1 0-1,-1 0 1,1-1-1,-1 1 1,1-1-1,0 0 1,0 0-1,0 0 1,1 0-1,-1 0 1,1 0-1,-1 0 1,1 0 0,0-1-1,0 0-8,0 2-1,0 1 0,0 0 0,0 0 0,0-1 0,0 1 1,0-1-1,1 1 0,-1-1 0,0 1 0,1-1 0,-1 1 0,1-1 0,0 1 0,-1-1 0,1 0 0,0 1 0,0-1 0,0 1 1,0-1-1,0 0 0,1 1 0,-1-1 0,0 1 0,1-1 0,-1 1 0,1-1 0,0 1 0,-1-1 0,1 1 0,0-1 0,0 1 0,0 0 1,0-1-1,0 1 0,0 0 0,0 0 0,0 0 0,1 0 0,-1 0 0,0 0 0,1 0 0,-1 0 0,1 1 0,-1-1 0,1 0 1,-1 1-1,1-1 0,-1 1 0,1 0 0,-1-1 0,1 1 0,0 0 0,-1 0 0,1 0 0,-1 0 0,1 0 0,0 1 0,-1-1 1,1 0-1,-1 1 0,1-1 1,100 37-81,-83-26 149,0-2 1,1-1 0,0 0 0,0-1-1,1-2 1,0 0 0,0-1 0,0-1-1,0 0 1,1-2 0,-1-1-1,1-1 1,5-1-69,-22 2-59,-1 0 1,1 0-1,0 0 0,-1-1 1,1 0-1,-1 0 0,1 0 0,-1-1 1,0 1-1,0-1 0,1 0 1,-1 0-1,0 0 0,-1-1 0,1 0 1,0 1-1,-1-1 0,1-1 0,-1 1 1,0 0-1,0-1 0,0 0 1,-1 1-1,1-1 0,-1 0 0,0 0 1,0-1-1,0 1 0,-1 0 1,1-1-1,-1 0 59,-1-19-5113,0 0-5543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33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91 392 6345,'0'0'1633,"0"0"4723,0 0-3025,0 0-2045,0 0-941,0 0 146,-14 15 704,-40 56 18,51-67-1169,0 0 0,0 1 0,1-1-1,0 1 1,0-1 0,1 1 0,-1 0-1,1 0 1,0 0 0,0 0 0,0 0-1,1 0 1,0 0 0,0 0 0,0 0-1,1 0 1,-1 0 0,1 0 0,0 0-1,1 0 1,-1 0 0,1-1-1,0 1 1,0 0 0,1-1 0,-1 0-1,1 1 1,0-1 0,0 0 0,0-1-1,1 1 1,-1 0 0,1-1 0,0 0-1,3 3-43,3-3 14,0 1-1,1-1 1,-1-1-1,1 0 0,-1 0 1,1-1-1,0-1 0,-1 0 1,1 0-1,0-1 1,0 0-1,-1-1 0,1 0 1,-1-1-1,0 0 1,0 0-1,0-1 0,0-1 1,0 0-1,-1 0 0,0 0 1,0-2-1,0 1 1,-1-1-1,0 0 0,0 0 1,-1-1-1,2-3-13,-6 8-2,0 0 0,-1 0-1,0 0 1,1 0 0,-1-1-1,-1 1 1,1-1 0,0 1 0,-1-1-1,0 0 1,0 1 0,0-1-1,0 0 1,0 0 0,-1 0-1,0 0 1,0 0 0,0 0 0,0 1-1,0-1 1,-1 0 0,0 0-1,0 0 1,0 0 0,0 1 0,0-1-1,-1 1 1,0-1 0,0 1-1,0-1 1,0 1 0,0 0-1,-1 0 1,1 0 0,-1 0 0,0 0-1,0 1 1,0-1 0,0 1-1,0 0 1,0 0 0,-1 0 0,1 0-1,-1 1 1,0-1 0,1 1-1,-1 0 1,0 0 0,0 0 0,-1 0 1,-4 1-4,0-1 0,0 1-1,0 0 1,1 1 0,-1 0-1,0 0 1,0 1-1,1 0 1,-1 0 0,1 1-1,0 0 1,0 1-1,0 0 1,0 0 0,0 1-1,1 0 1,0 0 0,0 1-1,0-1 1,1 2-1,0-1 1,0 1 0,0 0-1,1 0 1,0 0-1,0 2 6,5-9-86,-1 1-1,1 0 0,-1 0 0,1 0 0,0-1 0,-1 1 0,1 0 1,0 0-1,0 0 0,-1 0 0,1 0 0,0 0 0,0-1 0,0 1 0,0 0 1,0 0-1,0 0 0,1 0 0,-1 0 0,0 0 0,0-1 0,1 1 1,-1 0-1,0 0 0,1 0 0,-1 0 0,1-1 0,-1 1 0,1 0 0,-1-1 1,1 1-1,0 0 0,-1-1 0,1 1 0,0-1 0,-1 1 0,1-1 1,0 1-1,0-1 0,0 1 0,-1-1 0,1 0 0,0 1 0,0-1 0,0 0 1,0 0-1,0 0 0,0 0 0,-1 0 0,1 0 0,0 0 0,0 0 1,0 0-1,0 0 0,0 0 0,0 0 0,0-1 0,-1 1 0,1 0 0,0-1 1,0 1-1,0-1 0,-1 1 0,1-1 0,0 1 0,0-1 87,59-23-6389,-15-9 166,-5-4 4307</inkml:trace>
  <inkml:trace contextRef="#ctx0" brushRef="#br0" timeOffset="254.655">254 0 7682,'0'0'2299,"0"0"3314,0 0-2503,0 0-1404,0 0-366,-3 21 196,2 139 838,70 52-986,1-82-5546,-66-126 1500,-2-4-5109,0 0-1273</inkml:trace>
  <inkml:trace contextRef="#ctx0" brushRef="#br0" timeOffset="632.775">686 231 6737,'0'0'6587,"0"0"-3704,0 0-1261,0 23 135,-5 313 4536,6-332-6285,1 1 1,-1-1-1,1 1 0,0-1 1,0 0-1,0 1 0,1-1 1,-1 0-1,1-1 0,0 1 1,0 0-1,0-1 0,1 0 1,-1 0-1,1 0 0,0 0 1,0 0-1,0-1 1,0 1-1,0-1 0,1-1 1,-1 1-1,1 0 0,-1-1 1,1 0-1,-1 0 0,1 0 1,0-1-1,0 1 0,-1-1 1,1 0-1,0-1 0,-1 1 1,1-1-1,0 0 0,-1 0 1,1 0-1,-1-1 0,1 0 1,-1 0-1,0 0 1,1 0-1,-1 0 0,0-1 1,-1 0-1,3-1-8,3-9-47,0-1-1,-2 1 1,1-1-1,-2 0 1,1-1-1,-2 0 1,0 0 0,-1 0-1,-1 0 1,0-1-1,-1 1 1,0-1 0,-2 0-1,0 0 1,0 1-1,-2-1 1,0 0-1,-2-7 48,2 12-70,-1 0-1,0 0 0,0 0 0,-1 1 0,-1-1 1,0 1-1,0 0 0,-1 0 0,0 1 0,-1 0 1,0 0-1,0 0 0,-1 1 0,0 0 0,0 0 0,-3 0 72,7 5-14,0-1 0,-1 1 0,1 0 0,-1 0 1,0 1-1,0-1 0,0 1 0,0 0 0,0 1 1,-1-1-1,1 1 0,-1 0 0,1 0 0,-1 1 1,1 0-1,-1 0 0,1 0 0,-1 0 0,1 1 1,0 0-1,-1 0 0,1 1 0,0-1 1,-1 1-1,1 0 0,0 1 0,0-1 0,1 1 1,-1 0-1,0 0 0,1 0 0,0 1 0,-3 3 13,-66 91-1760,43-24-7354,24-48-2274</inkml:trace>
  <inkml:trace contextRef="#ctx0" brushRef="#br0" timeOffset="881.754">590 358 6241,'0'0'104,"0"0"7282,0 0-5634,0 0-503,0 0-257,0 0 424,158 25-48,-98-25-463,-1-7-281,0-6-304,-5-1-240,-11 8-80,-11-1-248,-15 3-3649,-10 1-4505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31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106 303 4993,'0'0'2543,"0"0"3060,0 0-3113,0 0-1541,-7 22-157,-25 73 261,31-88-977,0 1 1,1-1-1,0 1 1,0-1 0,0 1-1,1-1 1,0 0-1,1 1 1,0-1 0,0 0-1,0 0 1,1 0 0,0 0-1,0 0 1,1-1-1,0 1 1,0-1 0,0 0-1,1 0 1,0 0-1,0-1 1,0 0 0,1 0-1,0 0 1,0-1-1,0 0 1,1 0 0,-1 0-1,1-1 1,0 0-1,0 0 1,0-1 0,0 0-1,0 0 1,1 0 0,-1-1-1,0 0 1,1-1-1,-1 0 1,1 0 0,-1 0-1,1-1 1,-1 0-1,0-1 1,6-1-77,-7 1-2,0 0 0,0 0 0,-1-1 0,1 1 0,-1-1 0,0 0 0,0-1 0,0 1 0,0-1 0,0 0 0,-1 0 0,0 0 0,0-1 0,0 0-1,0 1 1,-1-2 0,0 1 0,0 0 0,0 0 0,-1-1 0,1 0 0,-1 1 0,-1-1 0,1 0 0,-1 0 0,0 0 0,0 0 0,-1 0 0,0 0 0,0 0 0,0 0 0,-1 0 0,0 0 0,0 0 0,0 0 0,-1 0 0,0 0 0,-1-2 2,1 3-22,1 0 0,-1 0 0,0 1 0,0-1 0,0 0 0,-1 1 0,1 0-1,-1-1 1,0 1 0,-1 0 0,1 1 0,-1-1 0,0 1 0,1-1 0,-1 1 0,-1 0 0,1 0 0,0 1 0,-1 0 0,0-1 0,1 1 0,-1 1 0,0-1 0,0 1 0,0 0 0,0 0 0,0 0 0,0 1 0,0-1 0,0 1 0,0 0 0,0 1 0,0 0 0,0-1 0,0 1 0,0 1 0,0-1 0,0 1 0,0 0 0,1 0 0,-4 2 22,1 0-118,0 1-1,1 0 1,0 0 0,0 0 0,0 1 0,0 0 0,1 0-1,0 0 1,1 1 0,-1-1 0,1 1 0,0 1-1,1-1 1,0 0 0,0 1 0,0-1 0,1 1-1,0 0 1,1 0 0,0 0 0,0 0 118,44 11-4956,-7-19-246</inkml:trace>
  <inkml:trace contextRef="#ctx0" brushRef="#br0" timeOffset="300.528">349 25 7762,'0'0'793,"0"0"2551,0 0-573,0 0-671,0 0-334,0 0 190,-15-6-346,6 3-1367,8 1-208,0 1-1,0 0 1,0 0-1,0 0 1,0 0 0,0 0-1,0 0 1,-1 0-1,1 0 1,0 0-1,-1 1 1,1-1 0,0 0-1,-1 1 1,1-1-1,-1 1 1,1 0 0,-1-1-1,1 1 1,-1 0-1,1 0 1,-1 0-1,1 0 1,-1 0 0,0 1-1,1-1 1,-1 0-1,1 1 1,0-1 0,-1 1-1,1-1 1,-1 1-1,1 0 1,0-1-1,-1 1 1,1 0 0,0 0-1,0 0 1,0 0-1,-1 0 1,1 0-1,0 0 1,1 1 0,-1-1-1,0 0 1,0 0-1,0 1 1,1-1 0,-1 1-1,1-1 1,-1 1-1,1-1 1,-1 1-1,1-1 1,0 1 0,0-1-1,0 1 1,0-1-1,0 1 1,0-1 0,0 1-35,11 56 604,1-1 0,4-1 1,1 0-1,4-1 0,1-1 1,18 28-605,31 48-116,-69-126 1079,-1 1-5195,0-7-4513,-1 1 8175,0-13-5241</inkml:trace>
  <inkml:trace contextRef="#ctx0" brushRef="#br0" timeOffset="632.639">601 339 5657,'0'0'2389,"0"0"2945,0 0-2413,0 0-1749,0 0-662,0 0 138,4 11 1273,21 74 990,-22-65-2706,2 1 0,1 0 0,0-1 0,2 0 0,0-1 0,1 0 0,1 0 0,1-1 0,0 0 0,12 13-205,-19-27 12,-1-1 0,1 0 0,0-1 0,0 1 0,0-1 0,0 1-1,1-1 1,-1-1 0,1 1 0,-1 0 0,1-1 0,0 0 0,-1 0 0,1-1-1,0 1 1,0-1 0,-1 0 0,1 0 0,0-1 0,0 1 0,-1-1-1,1 0 1,0-1 0,-1 1 0,1-1 0,-1 1 0,1-1 0,-1-1-1,0 1 1,0-1 0,0 1 0,0-1 0,-1 0 0,1-1 0,-1 1-1,0-1 1,1 1 0,-2-1 0,1 0 0,0 0 0,-1 0 0,0 0-1,0-1 1,0 1 0,0-1 0,-1 1 0,1-2-12,4-21-11,-2 0 1,-1-1-1,-1 1 0,-1 0 1,-1-1-1,-2 1 0,-2-15 11,-29-40-256,30 111-6689,3-9 281</inkml:trace>
  <inkml:trace contextRef="#ctx0" brushRef="#br0" timeOffset="1132.876">0 774 6673,'0'0'690,"0"0"581,0 0 2116,0 0-1073,0 0-482,32 9-205,205 40 1662,429-43-447,-458-11-6852,-198 11-58,-6 3-2169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29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0 138 5705,'0'0'5377,"0"0"-90,0 0-3263,0 0-1450,0 0-406,22-8 200,73-27 751,-92 34-1083,1-1 0,0 0 0,0 1 1,-1 0-1,1 0 0,0 0 0,0 0 0,0 1 1,0-1-1,0 1 0,0 0 0,0 0 0,0 1 0,0-1 1,0 1-1,0 0 0,0 0 0,0 0 0,0 1 1,-1-1-1,1 1 0,-1 0 0,1 0 0,-1 0 1,1 0-1,-1 1 0,0-1 0,0 1 0,0 0 1,-1 0-1,1 0 0,-1 0 0,1 0 0,-1 1 1,0-1-1,0 1 0,1 3-36,15 138-186,-18-133 245,0 0-67,0-1 1,0 1-1,-1-1 1,-1 1-1,0-1 1,-1 0-1,0 0 1,0 0-1,-1 0 0,0 0 1,-1-1-1,-1 0 1,1 0-1,-2 0 1,1-1-1,-1 0 1,-1 0-1,-5 6 8,9-13-30,0 0 0,1 0 0,-1 0-1,0-1 1,0 1 0,0-1 0,0 0 0,0 0 0,0 0-1,0-1 1,0 0 0,0 1 0,-1-1 0,1-1 0,0 1-1,0 0 1,0-1 0,0 0 0,0 0 0,0 0 0,0-1 0,0 0-1,0 1 1,1-1 0,-1 0 0,0-1 0,1 1 0,0 0-1,0-1 1,0 0 0,0 0 0,0 0 0,0 0 0,1 0 0,-1-1-1,1 1 1,0-1 0,0 0 0,0 0 0,1 1 0,-1-1-1,1 0 1,0 0 0,0 0 0,0 0 0,1-1 0,-1 1 0,1 0-1,0-3 31,48 3-32,77 70 225,-10 0 58,-101-63-233,0 0 1,1-1-1,-1 0 0,1-2 0,-1 1 0,1-2 0,-1 0 0,1 0 0,-1-1 0,0-1 0,0-1 0,0 0 0,3-2-18,57-41-3501,-51 21-2038</inkml:trace>
  <inkml:trace contextRef="#ctx0" brushRef="#br0" timeOffset="388.782">769 107 6105,'0'0'2926,"0"0"3325,0 0-3122,0 0-1705,0 0-624,0 0 88,0 13 158,-1 28-408,2-1 1,2 0 0,2 0-1,1 0 1,2-1 0,4 6-639,-10-35 15,1-1 0,1 1 0,-1-1 1,2 0-1,-1 0 0,1 0 0,0-1 0,1 1 1,0-1-1,1-1 0,-1 1 0,1-1 1,1 0-1,-1-1 0,1 1 0,1-2 1,-1 1-1,1-1 0,0 0 0,0-1 0,0 0 1,0-1-1,1 0 0,0 0 0,-1-1 1,1 0-1,0-1 0,4 1-15,-5-1 1,-1 0-1,1 0 1,0-1-1,-1 0 1,1-1-1,0 1 1,-1-2-1,1 1 1,-1-1-1,1 0 1,-1-1-1,0 0 1,0-1-1,0 1 1,-1-1-1,1-1 1,-1 0-1,0 0 1,0 0-1,0-1 1,-1 1-1,0-2 1,0 1 0,-1-1-1,1 0 1,-1 0-1,-1 0 1,0-1-1,0 0 1,0 1-1,-1-1 1,0-1-1,0 1 1,-1 0-1,0-1 1,0-4-1,0-9-7,0 0-1,-1 0 1,-1-1 0,-1 1 0,-1 0 0,-1 0 0,-1 0 0,0 0 0,-2 0-1,-4-8 8,7 21-2,-1 0-1,0-1 0,-1 1 0,0 1 0,0-1 1,-1 1-1,0 0 0,0 0 0,-1 0 0,0 1 1,0 0-1,-1 1 0,0-1 0,0 2 0,0-1 0,-1 1 1,0 0-1,0 1 0,0 0 0,0 0 0,-1 1 1,0 0-1,1 1 0,-4 0 3,7 1-6,0 0-1,1 0 0,-1 1 1,0 0-1,0 0 1,0 1-1,0-1 1,0 1-1,0 1 1,1-1-1,-1 1 1,0 0-1,1 0 1,-1 1-1,1-1 1,0 1-1,0 0 1,0 1-1,0-1 1,1 1-1,-1 0 1,1 0-1,0 1 1,0-1-1,1 1 1,-1 0-1,1 0 1,0 0-1,0 0 1,1 0-1,-1 1 1,1-1-1,0 1 1,1 0-1,-1 1 7,-19 145-1699,46-57-4577,-1-58-41</inkml:trace>
  <inkml:trace contextRef="#ctx0" brushRef="#br0" timeOffset="922.519">855 291 7314,'0'0'784,"0"0"681,0 0 162,0 0-720,0 0-572,0 0 98,-1 5 654,0-3-1025,1-1 1,0 0-1,0 1 0,0-1 0,0 1 0,0-1 0,1 1 0,-1-1 0,0 0 0,1 1 0,-1-1 1,1 0-1,-1 1 0,1-1 0,-1 0 0,1 0 0,0 0 0,0 1 0,0-1 0,0 0 0,0 0 1,0 0-1,0 0 0,0-1 0,0 1 0,0 0 0,0 0 0,1 0 0,-1-1 0,0 1 0,0-1 1,1 1-1,-1-1 0,0 0 0,1 1 0,-1-1 0,1 0 0,-1 0 0,0 0 0,1 0 0,-1 0 1,1 0-1,-1 0 0,0-1 0,1 1 0,-1 0 0,1-1-62,5 2 77,349 19 5099,-258-22-4670,-97 2-534,-1 0-80,-14 2-1129,-38 11-3978,29-7-1537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38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41 446 6209,'0'0'543,"0"0"-423,0 0-103,0 0 701,0 0 2259,0 0-1113,-13 4 5651,8 3-7590,1 0 168,0 1 0,1-1-1,1 1 1,-1 0 0,1 0-1,0 0 1,1 0 0,0 0-1,0 0 1,1 0 0,0 0-1,1 1 1,-1-1 0,1 0 0,1 0-1,0 0 1,0 0 0,0 0-1,1-1 1,1 1 0,-1-1-1,1 0 1,0 1 0,0-2-1,1 1 1,0 0 0,1-1-1,-1 0 1,1 0 0,0-1 0,0 0-1,1 0 1,0 0 0,0-1-1,0 0 1,0 0 0,0-1-1,3 1-92,-5-2 8,1 0-1,0 0 0,-1-1 1,1 0-1,0 0 0,0 0 1,0-1-1,0 1 0,0-2 1,0 1-1,0-1 0,-1 0 1,1 0-1,0 0 0,0-1 1,-1 0-1,1 0 0,-1 0 1,1-1-1,-1 0 0,0 0 1,0 0-1,0-1 0,-1 1 1,1-1-1,-1 0 0,0-1 1,0 1-1,0-1 0,-1 1 1,1-1-1,-1 0 0,0-1 1,-1 1-1,1 0 0,-1-1 1,0 0-1,-1 1 0,1-1 1,-1-1-8,1-4 11,-1 0 1,-1 0-1,0 1 0,0-1 1,-1 0-1,-1 0 1,0 1-1,0-1 1,-1 1-1,0-1 0,-1 1 1,0 0-1,0 0 1,-1 1-1,-1-1 1,0 1-1,0 1 0,0-1 1,-1 1-1,-1 0 1,1 0-1,-1 1 1,-1 0-1,1 0 0,-1 1 1,0 0-1,0 1 1,-1 0-1,0 0 0,-2 0-11,9 4 4,-1-1 0,1 1-1,-1 0 1,0 0-1,1 0 1,-1 1-1,0-1 1,0 1 0,0 0-1,1 0 1,-1 0-1,0 0 1,0 1-1,0 0 1,1 0-1,-1 0 1,0 0 0,1 0-1,-1 1 1,1-1-1,0 1 1,-1 0-1,1 0 1,0 0-1,0 1 1,0-1 0,0 1-1,1 0 1,-1-1-1,1 1 1,-1 0-1,1 1 1,0-1 0,0 0-1,1 1 1,-1-1-1,1 1 1,-1-1-1,1 1 1,0 0-1,0-1 1,1 1-4,-22 167-1681,46-90-2129,19-44-2143,-9-25-3182</inkml:trace>
  <inkml:trace contextRef="#ctx0" brushRef="#br0" timeOffset="953.389">189 61 5153,'0'0'612,"0"0"-264,0 0-158,0 0-49,0 0-66,0 0-59,9-35 6422,-5 18-6709,-4 17 440,0 0 0,1 0 0,-1 1 0,1-1 0,-1 0 0,1 0 0,-1 0 0,1 0-1,-1 0 1,1 0 0,-1-1 0,1 1 0,-1 0 0,1 0 0,-1 0 0,1 0 0,-1 0 0,1-1-1,-1 1 1,1 0 0,-1 0 0,0-1 0,1 1 0,-1 0 0,0-1 0,1 1 0,-1 0 0,0-1-1,1 1 1,-1-1 0,0 1 0,0-1 0,1 1 0,-1 0 0,0-1 0,0 1 0,0-1 0,0 1-1,1-1-168,60 398 5636,3-184-5206,-44-212-7325,-10-8 702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40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4521,'0'0'1540,"0"0"-792,0 0 251,0 0 1167,0 0-744,0 0 74,0 20 445,0-14-1838,-2 36 774,3 0 0,1-1 0,2 1-1,1-1 1,3 0 0,1-1 0,2 0 0,6 10-877,-16-47 21,0 1 0,0-1 0,1 0 0,0 1-1,0-1 1,0 0 0,0 0 0,0 0 0,0 0-1,1 0 1,-1-1 0,1 1 0,0-1 0,0 0 0,0 0-1,0 0 1,0 0 0,1 0 0,-1-1 0,0 1-1,1-1 1,0 0 0,-1 0 0,1 0 0,-1 0-1,1-1 1,0 0 0,-1 1 0,1-1 0,0-1-1,0 1 1,-1 0 0,1-1 0,0 0 0,-1 0 0,1 0-1,-1 0 1,1-1 0,-1 1 0,0-1 0,0 0-1,1 0 1,-1 0 0,0 0 0,-1-1 0,1 1-1,0-1 1,1-2-21,5-11 16,-2 0 1,0-1-1,-1 1 0,-1-1 0,-1 0 0,0-1 1,-1 1-1,-1-1 0,0 0 0,-1 1 0,-1-1 1,-1 0-1,-1 0 0,-2-8-16,-27-57 306,23 63-3471,26 42-467,0-2-3636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41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 8010,'0'0'1904,"0"0"3497,0 0-3696,170 3-249,-96-3-808,10-9 968,10-7-599,5-2-409,0-2-312,-5 5-56,-13-1-240,-11 9-96,-19 3 96,-9 4-1360,-14 0-1641,-16 0-3496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41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75 5977,'0'0'640,"0"0"411,0 0 2399,0 0-693,0 0-807,0 0-627,8-6-674,4-2-513,0 0 0,1 0 0,0 2-1,0-1 1,0 2 0,1 0 0,0 0-1,0 1 1,1 1 0,-1 1 0,9-1-136,-18 1 18,0 1 1,0 1-1,0-1 1,1 1-1,-1 0 1,0 0-1,0 0 1,0 1-1,1-1 1,-1 1-1,0 0 1,0 1-1,0 0 1,0-1-1,0 2 1,-1-1 0,1 0-1,-1 1 1,1 0-1,-1 0 1,0 0-1,0 1 1,0-1-1,-1 1 1,1 0-1,-1 0 1,0 0-1,0 1 1,0-1-1,-1 1 1,1-1-1,-1 1 1,0 0-1,0 3-18,2 6 150,-1 1 0,-1-1 0,0 0-1,-1 1 1,-1-1 0,0 1 0,-1-1-1,0 1 1,-1-1 0,-1 0 0,0 0-1,-1 0 1,-1 0 0,0-1 0,-1 1-1,0-1 1,-1-1 0,0 1 0,-1-1-1,-1 0 1,0-1 0,0 0 0,-1 0-1,-3 1-149,11-11 15,1 0-1,-1 0 1,1 0-1,-1 0 0,0 0 1,1 0-1,-1-1 1,0 1-1,0 0 0,0-1 1,1 0-1,-1 1 1,0-1-1,0 0 0,0 0 1,0 0-1,0 0 1,1 0-1,-1-1 0,0 1 1,0-1-1,0 1 1,1-1-1,-1 1 0,0-1 1,0 0-1,1 0 1,-1 0-1,1 0 0,-1 0 1,1 0-1,-1 0 1,1-1-1,0 1 0,0-1 1,-1 1-1,1-1 1,0 1-1,0-1 1,0 1-1,1-1 0,-1 0 1,0 1-1,1-1 1,-1 0-1,1 0 0,-1 0 1,1 1-1,0-1 1,0 0-1,0 0 0,0 0 1,0 0-1,0 0 1,1 1-1,-1-1 0,0 0 1,1 0-1,-1 0 1,1 1-1,0-1 0,0 0 1,0 1-1,0-1 1,0 0-15,83-10-164,202 34 162,-167-37-354,-73-13-3117,-25 7-1372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42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5393,'0'0'1564,"0"0"-69,0 0 2260,0 0-1472,0 0-934,0 0 134,8 10-122,-3-1-1025,60 40 1700,211-44-446,-265 11-5042,-10-3-1986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42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7962,'0'0'2991,"0"0"-1095,0 0-415,0 0-58,12 3 141,36 6-651,1-2 1,1-3-1,-1-2 0,0-2 1,20-3-914,35 1-3155,-84 2-2123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4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19 6265,'0'0'1923,"0"0"2472,-4 21-1656,-22 288 3792,49-130-4679,-21-174-1833,0 1 1,1-1 0,-1 1 0,1-1 0,0 0 0,0 0-1,1 0 1,-1-1 0,1 1 0,0-1 0,0 0 0,1 0-1,-1 0 1,1-1 0,0 1 0,0-1 0,0 0 0,0-1 0,0 1-1,1-1 1,-1 0 0,1-1 0,0 1 0,0-1 0,-1 0-1,1 0 1,0-1 0,0 0 0,2 0-20,-3-1 9,0 0-1,0 0 1,0-1 0,0 0-1,0 0 1,0 0 0,0 0 0,-1-1-1,1 0 1,-1 0 0,0 0 0,0-1-1,0 1 1,0-1 0,0 0-1,-1 0 1,0 0 0,0 0 0,0-1-1,0 0 1,-1 1 0,0-1 0,0 0-1,2-5-8,37-128 99,-35 104-106,-2 0 1,-1-1-1,-1 1 1,-2-1 0,-1 1-1,-2-1 1,-4-11 6,6 40-10,0 0 1,-1 1 0,0-1 0,0 1-1,0-1 1,0 1 0,-1 0 0,0 0 0,0 0-1,-1 1 1,1-1 0,-1 1 0,0-1 0,0 1-1,-1 1 1,1-1 0,-1 0 0,0 1-1,1 0 1,-2 0 0,1 1 0,0-1 0,0 1-1,-1 0 1,1 0 0,-1 1 0,0 0-1,1 0 1,-1 0 0,0 1 0,0 0 0,0 0-1,1 0 1,-1 1 0,0 0 0,0 0-1,1 0 1,-1 0 0,1 1 0,-1 0 0,1 1-1,0-1 1,-1 1 0,2 0 0,-1 0 0,-2 2 8,0 0-118,-1 1-1,1 0 1,-1 0-1,2 1 1,-1-1-1,1 2 1,0-1-1,1 1 0,-1 0 1,1 0-1,1 0 1,0 1-1,0-1 1,-2 8 119,-10 83-5263,15-55 52</inkml:trace>
  <inkml:trace contextRef="#ctx0" brushRef="#br0" timeOffset="388.999">8 370 6969,'0'0'1470,"0"0"2414,0 0-1616,0 0-1216,0 0-328,0 0 310,-7 0 817,517-31-18,-510 31-1973,21-2 223,-16 3-3770,-5 4-83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8:43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84 465 6977,'0'0'1317,"0"0"2704,0 0-1694,0 0-983,0 0-110,0 0 222,-13 26 158,-39 87-411,49-108-1167,0 0 0,1 0 0,0 0 0,0 0 0,0 1 0,1-1 0,0 0 0,0 1 1,0-1-1,1 1 0,0 0 0,0-1 0,0 1 0,1-1 0,-1 1 0,1-1 0,1 1 1,-1-1-1,1 1 0,0-1 0,0 0 0,1 0 0,-1 0 0,1 0 0,0-1 0,0 1 0,1-1 1,0 1-1,-1-1 0,1 0 0,1-1 0,-1 1 0,0-1 0,1 0 0,0 0 0,0 0 1,2 1-37,7 1 18,0 1 1,1-2 0,0 0 0,0 0 0,0-2-1,0 0 1,0 0 0,0-1 0,1-1 0,-1-1 0,14-2-19,-23 1-25,1 0 1,-1-1-1,0 1 1,1-1 0,-1 0-1,0-1 1,-1 0-1,1 0 1,-1 0-1,0-1 1,0 1 0,0-1-1,0 0 1,-1-1-1,0 1 1,0-1 0,0 0-1,-1 0 1,0 0-1,0 0 1,0 0-1,-1-1 1,0 0 0,-1 1-1,1-1 1,-1 0-1,0 1 1,-1-1 0,0 0-1,0 0 1,0 0-1,-1 0 1,0 0 0,0 1-1,-1-1 1,0 0-1,0 1 1,0-1-1,-1 1 1,0 0 0,0 0-1,-1 0 1,1 0-1,-1 1 1,-1-1 0,1 1-1,-1 0 1,0 0-1,-3-2 25,0 2 55,0-1 1,0 1-1,-1 0 0,0 1 0,0 0 0,0 0 0,-1 1 0,1 0 0,-1 1 1,0 0-1,1 0 0,-1 1 0,-8 0-55,14 1-1,0 0 0,0 0 0,0 0 1,0 0-1,0 1 0,1-1 0,-1 1 0,0 0 1,0 1-1,1-1 0,-1 0 0,0 1 0,1 0 1,0 0-1,-1 0 0,1 0 0,0 1 0,0-1 0,0 1 1,1 0-1,-1-1 0,0 1 0,1 1 0,0-1 1,0 0-1,0 0 0,0 1 0,0 0 0,1-1 1,0 1-1,0 0 0,0-1 0,0 1 0,0 0 0,1 0 1,11 80-1448,50-26-3389,-24-41-75</inkml:trace>
  <inkml:trace contextRef="#ctx0" brushRef="#br0" timeOffset="425.42">213 0 4033,'0'0'2330,"0"0"-874,0 0 931,0 0-250,0 0-685,0 0-410,30 1 2049,-23 11-2573,0 0 1,-1 1-1,0-1 0,-1 1 1,0 1-1,-1-1 0,-1 0 1,0 1-1,0 0 1,-2 0-1,1 2-518,0-3 324,14 178 1337,-16-145-1254,3 0-1,2 0 1,2-1-1,1 0 1,3 0-1,8 20-406,13-6-61,-24-96-4558,-8 8 158,0-2-1081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06:37.91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1145 6177,'0'0'1626,"0"0"2631,0 0-1424,0 0-1289,0 0-677,21 2 2399,438-13 548,-379 11-4469,-79 0 16,-37 2-10647,14-2 4812,-2 0 4089,4 0 2385</inkml:trace>
  <inkml:trace contextRef="#ctx0" brushRef="#br0" timeOffset="484.588">45 1360 6041,'0'0'1161,"0"0"794,0 0-456,0 0-256,0 0 111,0 0-113,16 6-1,262 46 4185,-36-32-4235,-230-49-4607,-3 5-2109,8-3-3727</inkml:trace>
  <inkml:trace contextRef="#ctx0" brushRef="#br0" timeOffset="2265.652">1165 980 5097,'0'0'768,"0"0"-345,0 0-210,0 0-67,0 0 591,0 0 1274,0-12-417,0-48-317,0 26 3170,0 34-3998,0 0-117,0 0-64,0 2-161,0 4-41,1 54 552,-2 0 0,-3 0 0,-3-1 0,-12 48-618,9-64 152,10-42-49,8-1 301,289-14 392,-174 14-1340,-118-51-14739,-5 25 13370,0 1 224</inkml:trace>
  <inkml:trace contextRef="#ctx0" brushRef="#br0" timeOffset="2696.221">1429 931 6025,'0'0'1555,"0"0"2021,0 0-1316,0 0-1020,0 0-413,0 0 434,-1 23 151,2 142 278,14 149 1437,5-196-2418,-6-185-1042,4 21-5592,-6 17-2505</inkml:trace>
  <inkml:trace contextRef="#ctx0" brushRef="#br0" timeOffset="4166.379">2435 109 5089,'0'0'1086,"0"0"-666,0 0 504,0 0 1983,0 0-1205,0 0-431,-5-14-130,-14-44-120,17 56-938,0-1 1,-1 0 0,1 0 0,0 1-1,-1-1 1,0 1 0,1 0 0,-1 0-1,0 0 1,0 0 0,0 1-1,-1-1 1,1 1 0,0-1 0,0 1-1,-1 0 1,1 0 0,-1 1 0,1-1-1,-1 1 1,1 0 0,-1 0 0,1 0-1,-1 0 1,1 0 0,-1 1 0,1 0-1,0 0 1,-1 0 0,1 0-1,0 0 1,-1 0 0,0 2-84,-8 6 127,0 0 1,0 1-1,1 0 1,1 1-1,0 0 0,0 1 1,1 0-1,1 0 1,0 1-1,1 0 0,0 0 1,1 1-1,0 0 1,1 0-1,-2 10-127,2 12 305,2 0 0,1 0 0,2 0 0,1 0-1,2 0 1,1 0 0,2-1 0,2 1 0,1-1 0,1-1 0,2 0 0,2 1-305,33 124 407,75 421 1784,-101-510-2020,-2 2 1,-4 0-1,-3 1 0,-3 0 0,-3 1 0,-4 9-171,-2-71 30,2 2-21,-1 0 0,-1 1 1,0-1-1,-1 0 0,0 0 1,-1 0-1,-1 0 0,0 0 1,-1 0-1,-1-1 0,0 1 1,0-1-1,-2 0 0,1-1 1,-2 0-1,1 0 0,-4 2-9,1-1 5,-1-1 0,-1 0 0,0-1 0,-1 0-1,0-1 1,0-1 0,-1 0 0,-1-1 0,1 0 0,-1-1 0,-1-1-1,1 0 1,-1-1 0,0-1 0,0 0 0,0-1 0,-1-1-1,1 0 1,-4-2-5,-9 1 57,-100-19-246,128-16-7052,22-1 3579,-19 33 3294,22-32-4704,-1 1 21</inkml:trace>
  <inkml:trace contextRef="#ctx0" brushRef="#br0" timeOffset="35430.516">4849 1587 6673,'0'0'1710,"0"0"2215,0 0-1104,0 0-1522,0 0-306,0 0 335,21-3 1746,6-10-2800,-12 4-225,1 1-1,1 1 1,-1 0-1,1 1 1,0 0-1,1 2 0,-1 0 1,1 1-1,0 1 1,-1 0-1,11 1-48,-22 5 13,0 0 0,-1 0 1,1 0-1,-1 0 0,0 1 0,0 0 0,0 0 0,-1 1 1,0-1-1,0 1 0,0 0 0,0 0 0,-1 0 0,0 0 0,-1 1 1,1-1-1,-1 1 0,-1 0 0,1 0 0,-1 0 0,0-1 1,0 1-1,-1 0 0,0 0 0,-1 0 0,1 0 0,-1 0 0,0 0 1,-1 1-14,3 8 44,-1 0 0,0 0 0,-1 0 0,-1 0 0,0-1 0,-1 1 0,-1 0 0,0-1 0,-1 0 0,-1 0 0,0 0 0,-1-1 0,-1 0 0,0 0 0,-1-1 0,0 0 0,-1 0 0,0-1 0,-1-1 0,-1 1-44,4-9-11,0-1 0,0 0 0,0 0 0,0-1 1,-1 0-1,1 0 0,0-1 0,0 0 0,-1 0 1,1-1-1,0 0 0,0-1 0,0 0 0,0 0 0,0 0 1,0-1-1,1-1 0,-1 1 0,1-1 0,0 0 0,0-1 1,0 0-1,1 0 0,-1 0 0,1-1 0,0 0 0,1 0 1,0 0-1,0-1 0,0 0 0,1 0 0,0 0 1,0 0-1,-2-7 11,16 13-471,222 85 643,-168-75 44,0-2 1,1-3-1,-1-3 0,60-7-216,38-32-173,-113 13-4578,-4-9-6791,-16 5 9279</inkml:trace>
  <inkml:trace contextRef="#ctx0" brushRef="#br0" timeOffset="36129.534">7815 707 4521,'0'0'1419,"0"0"-655,0 0 1191,0 0 1767,0 0-1389,0 0-1210,0 16 669,27 199 4316,-25-208-6074,0 0 0,1 1-1,0-1 1,0 0 0,0 0 0,1 0-1,0-1 1,0 1 0,1-1 0,0 0-1,0 0 1,0-1 0,1 1 0,0-1-1,0 0 1,0-1 0,1 1 0,-1-1-1,1-1 1,0 1 0,0-1 0,0 0-1,1-1 1,-1 0 0,1 0 0,5 0-34,-3 0 16,-1 0 1,0-1-1,1-1 1,-1 0 0,1 0-1,-1-1 1,1 0 0,-1 0-1,0-1 1,1-1-1,-1 1 1,0-2 0,0 1-1,-1-1 1,1 0-1,-1-1 1,0 0 0,0 0-1,0-1 1,-1 0 0,0 0-1,0-1 1,-1 0-1,0 0 1,0-1 0,0 1-1,-1-1 1,0 0-1,-1-1 1,1 1 0,-2-1-1,1 0 1,-1 0 0,-1 0-1,0 0 1,0-1-1,0-5-16,0 7-16,0 0 0,0 0 0,-1-1-1,0 1 1,-1 0 0,0-1 0,0 1-1,-1-1 1,0 1 0,0 0-1,-1-1 1,0 1 0,-1 0 0,0 0-1,0 1 1,0-1 0,-1 1 0,0-1-1,-1 1 1,1 0 0,-2 1 0,1-1-1,-1 1 1,1 0 0,-2 0 0,1 1-1,-1 0 1,0 0 0,0 0-1,0 1 1,0 0 0,-1 0 0,0 1-1,0 0 1,0 1 0,-7-2 16,5 6-70,-1 1 0,1 0 0,-1 0 0,1 1 0,0 1 0,1 0 0,-1 0 0,1 1 0,0 0 0,0 0 0,1 1 0,0 0-1,0 1 1,0 0 0,1 0 0,0 1 0,1 0 0,0 0 0,1 0 0,-1 1 0,2-1 0,-1 1 0,1 1 0,1-1 0,0 0 0,1 1 0,0 0 0,0-1 0,1 1 0,0 0 0,1 0 0,0 0 0,2 6 70,-2-15-189,0 0 0,0 0 0,0-1 0,0 1 0,1 0 0,-1 0 0,1-1 0,-1 1 0,1 0 0,-1-1 0,1 1 0,0-1 0,0 1 0,0-1 0,0 1 0,0-1 0,0 1 0,0-1 0,0 0 0,1 0 0,-1 1 0,0-1 0,1 0 0,-1 0 0,1-1 0,0 1 0,-1 0 0,1 0 0,-1-1 0,1 1 0,0-1 0,0 1 0,-1-1 0,1 0 0,0 0 0,0 0 0,-1 0 0,1 0 0,0 0 0,0 0 0,-1 0 1,1-1-1,0 1 0,0-1 189,75-28-6971,-38-4 5753,-6-2-770</inkml:trace>
  <inkml:trace contextRef="#ctx0" brushRef="#br0" timeOffset="36433.529">8037 296 6009,'0'0'1546,"0"0"3326,0 0-2273,0 0-1183,0 0-478,0 0-400,-4 0-85,3 5-278,-1 0-1,1-1 1,0 1 0,0 0 0,0 0 0,0 0 0,1 0 0,0 0 0,0 0 0,1 0 0,-1-1 0,1 1 0,0 0-1,0 0 1,1 0 0,-1-1 0,1 1 0,0-1 0,0 1 0,1-1 0,0 1-175,5 20 489,41 170 1655,-29-104-1478,4 0 0,4-2 0,34 72-666,-50-141-649,-5-37-12002,-7-8 5317</inkml:trace>
  <inkml:trace contextRef="#ctx0" brushRef="#br0" timeOffset="27932.696">3065 925 5697,'0'0'1330,"0"0"1116,0 0-709,0 0-628,0 0 71,11 7 2646,11-31-3320,-2-2-1,0 0 1,-2-1 0,0-1-1,-2-1 1,5-15-506,-12 27 252,5-9-43,-4 10-148,-1 0 0,-1 0 0,0-1 0,-2 0 0,1-1 0,-2 1 1,-1-1-1,0 0 0,1-13-61,-5 30-73,0 1-78,4 68 602,19 383 1981,-18-432-3460,4-40-4339,-3 6 1453,4-11-2516</inkml:trace>
  <inkml:trace contextRef="#ctx0" brushRef="#br0" timeOffset="28418.147">4145 509 6465,'0'0'1050,"0"0"2633,0 0-1661,0 0-967,0 0-453,0 0 599,2 19 243,11 319 3712,-8-188-6685,-18-143-10221,9-7 11132,-9 0-2346</inkml:trace>
  <inkml:trace contextRef="#ctx0" brushRef="#br0" timeOffset="28840.899">3947 829 5977,'0'0'660,"0"0"-1,0 0 1410,0 0-521,0 0-726,0 0-80,14 6 275,151 37 2601,198-43-1817,-348-7-3537,-11-19-6388,-4 22 6722,0-8-680</inkml:trace>
  <inkml:trace contextRef="#ctx0" brushRef="#br0" timeOffset="30302.929">5030 558 6185,'0'0'6154,"0"0"-3538,0 0-1716,0 0-400,0 0 123,0 0 360,6 21-299,20 69-129,-26-87-476,1 0 0,-1 1 0,0-1-1,1 0 1,0 0 0,0 0 0,0 0 0,0 0-1,1 0 1,-1 0 0,1 0 0,-1 0 0,1 0-1,0-1 1,0 1 0,1-1 0,-1 0 0,0 1 0,1-1-1,-1 0 1,1 0 0,0-1 0,0 1 0,0 0-1,-1-1 1,1 0 0,1 0 0,-1 0 0,0 0-1,0 0 1,1 0-79,11-78 447,-15 72-442,-1 0 0,1 0 0,-1 0 0,0 1 0,0-1 0,0 0 0,-1 0 0,1 1 0,-1-1 0,0 1 0,-1-1 0,1 1 0,-1 0 0,0 0 0,0 0 0,0 0 0,0 1 0,-1-1 0,1 1 0,-1 0 0,0 0 0,0 0 0,0 1-1,-1-1 1,1 1 0,-1 0 0,1 0 0,-1 0 0,0 1 0,1 0 0,-1 0 0,0 0 0,0 0 0,0 1 0,0 0 0,0 0 0,0 0 0,1 1 0,-1-1 0,0 1 0,0 0-5,-3 5 44,1 1 1,0-1-1,1 1 0,0 0 0,0 1 0,0-1 1,1 1-1,0 1 0,0-1 0,1 0 1,0 1-1,1 0 0,0 0 0,0 0 1,1 1-1,0-1 0,1 0 0,-1 7-44,-2-6 23,1 0 0,0 0 0,1 0 0,0 0-1,1 1 1,0-1 0,0 1 0,1-1 0,0 1 0,1-1-1,1 0 1,-1 1 0,2-1 0,-1 0 0,1 0 0,1 0-1,0 0 1,0-1 0,1 1 0,0-1 0,1 0-1,0-1 1,0 1 0,1-1 0,0 0 0,0-1 0,1 0-1,0 0 1,0 0 0,1-1 0,-1-1 0,1 1 0,1-1-1,4 1-22,-7-3 11,0 0-1,0 0 0,1-1 0,-1 0 0,1 0 1,-1-1-1,1 0 0,-1-1 0,1 1 0,0-2 1,0 1-1,-1-1 0,1 0 0,-1 0 0,1-1 1,-1 0-1,1 0 0,-1-1 0,0 0 0,0 0 0,0-1 1,-1 0-1,1 0 0,-1-1 0,0 1 0,0-1 1,-1-1-1,1 1 0,-1-1 0,0 0 0,-1 0 1,1 0-1,-1-1 0,0 0 0,-1 1 0,0-1 1,0-1-1,0 1 0,-1 0 0,0-1 0,0 1 1,-1-3-11,0 3 2,0-1 0,0 1 0,-1 0 0,0-1 1,-1 1-1,1-1 0,-1 1 0,-1 0 0,1 0 1,-1-1-1,-1 1 0,1 0 0,-1 1 0,0-1 1,-1 0-1,0 1 0,0 0 0,0 0 0,-1 0 1,1 0-1,-2 1 0,1 0 0,0 0 0,-1 0 1,0 0-1,0 1 0,-1 0 0,1 1 1,-2-1-3,5 5 6,1 0 0,0 1 0,0-1 1,-1 1-1,1 0 0,0 0 1,1 0-1,-1 0 0,0 0 0,0 0 1,1 0-1,-1 1 0,1-1 0,0 1 1,0-1-1,0 1 0,0-1 1,0 1-1,0 0 0,1-1 0,-1 1 1,1 0-1,0-1 0,0 1 1,0 0-1,0 0 0,0-1 0,1 1 1,-1 0-1,1-1 0,0 1 1,-1 0-1,1-1 0,0 1 0,1-1 1,-1 1-1,0-1 0,1 1-6,3 7-46,0 1-1,0-1 1,1 0 0,0 0-1,0-1 1,1 1-1,1-2 1,0 1 0,0-1-1,0 0 1,1-1-1,0 0 1,1 0 0,-1-1-1,1 0 1,1-1-1,-1 0 1,1 0 0,0-1-1,0-1 1,0 0-1,0 0 1,0-1 0,1-1-1,-1 0 1,1 0-1,-1-1 1,1-1 0,10-1 46,-19 0-39,0-1 0,0 1 1,0 0-1,0-1 0,-1 0 1,1 0-1,-1 1 0,1-2 0,-1 1 1,0 0-1,0 0 0,-1-1 1,1 1-1,-1-1 0,1 1 1,-1-1-1,0 0 0,-1 1 1,1-1-1,0 0 0,-1 0 1,0 0-1,0 1 0,0-1 1,-1 0-1,1 0 0,-1 0 1,0 1-1,0-1 0,0 0 39,0-15-14,2 11 51,-1-1-1,0 1 1,-1-1 0,0 1 0,0-1 0,-1 1 0,0 0 0,0 0-1,-1 0 1,0 0 0,0 0 0,-1 0 0,0 1 0,-1 0-1,1 0 1,-1 0 0,-1 0 0,1 1 0,-1 0 0,0 0 0,-1 0-1,1 1 1,-1 0 0,0 0 0,0 1 0,-1 0 0,0 0 0,1 0-1,-1 1 1,0 1 0,0-1 0,-1 1 0,1 1 0,0-1-1,-1 1 1,1 1 0,-1 0 0,-2 0-37,-42 53-2295,52-51 2129,0 0 1,0-1-1,0 1 1,1 0-1,-1 0 1,1 0 0,-1-1-1,1 1 1,0 0-1,0 0 1,0 0-1,0 0 1,0 0-1,0-1 1,0 1-1,0 0 1,1 0-1,-1 0 1,1-1-1,0 1 1,-1 0-1,1 0 1,0-1-1,0 1 1,0 0 0,0-1-1,0 1 1,0-1-1,1 0 1,-1 1-1,0-1 1,1 0-1,-1 0 1,1 0-1,-1 0 1,1 0-1,0 0 1,0 0 165,29 4-8415,6-4 6441</inkml:trace>
  <inkml:trace contextRef="#ctx0" brushRef="#br0" timeOffset="30597.092">5927 474 13339,'0'0'2151,"0"0"-933,0 0-593,-25 0-52,-77 1 136,-17 31 719,118-31-1462,1 0 0,0 1 1,-1-1-1,1 0 0,0 1 0,0-1 0,0 0 1,0 1-1,0-1 0,0 0 0,0 0 1,1 1-1,-1-1 0,0 0 0,1 1 0,-1-1 1,1 0-1,-1 0 0,1 0 0,0 0 0,0 0 1,-1 1-1,1-1 0,0 0 0,0-1 1,0 1-1,0 0 0,0 0 0,0 0 0,0 0 1,0-1-1,0 1 0,1-1 0,-1 1 1,0-1-1,0 1 0,1-1 0,-1 0 0,0 1 1,0-1-1,1 0 0,-1 0 0,0 0 0,1 0 1,-1 0-1,0 0 0,1 0 0,0-1 34,31 1-7116,-22-6 1196</inkml:trace>
  <inkml:trace contextRef="#ctx0" brushRef="#br0" timeOffset="30877.635">5927 474 5905</inkml:trace>
  <inkml:trace contextRef="#ctx0" brushRef="#br0" timeOffset="31216.408">5927 474 5905,'-1'-1'89,"-50"-2"6746,4 4-3321,41 0-3383,0 0 0,0 0 0,1 0 1,-1 1-1,0 0 0,0 0 0,1 0 0,-1 1 0,1-1 0,0 2 1,0-1-1,0 0 0,0 1 0,1 0 0,-1 0 0,1 0 0,0 1 1,0 0-1,1-1 0,-1 1 0,1 0 0,0 2-131,-4 4 67,0 0 0,1 0 0,1 1 1,0 0-1,1 0 0,0 0 0,0 1 0,2-1 0,-1 1 0,2 0 0,0 0 1,0 4-68,66-6-100,-42-11 137,-8-1-30,-1 0 0,1 1 1,0 0-1,-1 2 0,1 0 1,-1 0-1,1 1 0,-1 1 0,0 0 1,0 1-1,-1 1 0,1 0 1,6 5-8,-16-10 4,0 0 1,0 0 0,-1 1-1,1 0 1,0 0-1,-1 0 1,1 0 0,-1 0-1,1 1 1,-1-1 0,0 1-1,0 0 1,0 0 0,-1 0-1,1 0 1,-1 1-1,0-1 1,1 1 0,-2 0-1,1-1 1,0 1 0,-1 0-1,1 0 1,-1 0 0,-1 0-1,1 0 1,0 0-1,-1 0 1,0 0 0,0 1-1,0-1 1,0 0 0,-1 0-1,1 0 1,-1 0 0,0 0-1,-1 0 1,1 0 0,-1 0-1,1-1 1,-1 1-1,0 0 1,0-1 0,-1 1-1,1-1 1,-2 1-5,-17 11 313,-1-1 0,0 0-1,-1-2 1,0-1 0,-1-1 0,0 0 0,-1-2-1,0-1 1,-9 0-313,27-36-6865,12 3-4299</inkml:trace>
  <inkml:trace contextRef="#ctx0" brushRef="#br0" timeOffset="32551.849">6334 413 3473,'0'0'1793,"0"0"-862,0 0-724,0 0 274,0 0 1681,0 0-257,0 0-726,2-4-390,0 1-702,0 0 0,-1 0 0,2 0 1,-1 0-1,0 1 0,1-1 0,-1 1 0,1 0 0,-1-1 0,1 1 1,0 0-1,0 1 0,0-1 0,0 0 0,1 1 0,-1 0 0,0 0 0,0 0 1,1 0-1,-1 0 0,1 1 0,-1-1 0,1 1 0,-1 0 0,1 0 0,-1 1 1,2-1-88,0-2 22,1 1 1,0 0-1,-1 0 1,1 0 0,0 1-1,0 0 1,-1 0 0,1 0-1,0 0 1,0 1 0,-1 0-1,1 1 1,0-1-1,-1 1 1,1 0 0,-1 0-1,0 1 1,0 0 0,0-1-1,0 2 1,0-1-1,-1 1 1,1-1 0,-1 1-1,0 0 1,0 1 0,0-1-1,-1 1 1,0 0 0,0-1-1,0 2 1,0-1-1,1 5-22,-3 6 71,-1 0-1,0 0 1,-1 0-1,-1 0 1,-1 0-1,0 0 1,-1-1-1,-1 1 1,0-1-1,-1 0 1,-1-1-1,0 1 1,-1-2-1,-1 1 1,0-1-1,0 0 1,-2 0-1,1-1 0,-1-1 1,-1 0-1,0-1 1,-1 0-1,0 0 1,-1-2-1,1 1 1,-5 0-71,16-8 24,1-1 1,0 1-1,0-1 0,-1 0 1,1 1-1,0-1 0,0 0 1,-1 0-1,1 0 0,0 0 1,-1 0-1,1 0 0,0 0 1,-1 0-1,1 0 0,0-1 1,0 1-1,-1 0 0,1-1 1,0 1-1,0-1 0,-1 0 1,1 1-1,0-1 1,0 0-1,0 0 0,0 1 1,0-1-1,0 0 0,0 0 1,1 0-1,-1 0 0,0 0 1,0-1-1,1 1 0,-1 0 1,1 0-1,-1 0 0,1-1 1,-1 1-1,1 0 0,0-1 1,-1 1-1,1 0 1,0 0-1,0-1 0,0 1 1,0 0-1,0-1 0,1 1 1,-1 0-1,0-1 0,1 1 1,-1 0-1,0 0 0,1-1 1,0 1-1,-1 0 0,1 0 1,0 0-1,-1 0 0,1 0 1,0 0-1,0 0 0,0 0 1,0 0-1,0 0-24,0-2-96,-1 1 97,0 0 0,0 0 0,0 0 0,1 0 0,-1 0 0,1 0 0,-1 0 0,1 0 0,0 0 0,0 0 0,0 1-1,0-1 1,0 0 0,0 1 0,0-1 0,0 1 0,1-1 0,-1 1 0,1-1 0,-1 1 0,1 0 0,-1 0 0,1 0 0,0 0 0,0 0 0,-1 0 0,1 0 0,0 1 0,0-1 0,0 1 0,0-1 0,0 1 0,0 0 0,0 0 0,0-1 0,0 2 0,0-1 0,0 0 0,0 0 0,0 1 0,0-1 0,0 1 0,0-1 0,-1 1 0,1 0 0,0 0 0,0-1-1,0 1 1,-1 1 0,1-1 0,-1 0 0,1 0 0,-1 1 0,1-1 0,-1 1 0,0-1 0,1 1 0,-1-1 0,1 3-1,25 36-61,73 82 780,-97-119-732,0 0 1,0-1-1,0 0 1,1 0-1,-1 1 1,1-2-1,-1 1 1,1 0-1,-1-1 1,1 0-1,0 0 0,0 0 1,0 0-1,0 0 1,0-1-1,0 0 1,0 0-1,-1 0 1,1 0-1,0-1 1,0 1-1,0-1 0,0 0 1,0 0-1,-1 0 1,1-1-1,0 1 1,-1-1-1,1 0 1,-1 0-1,0 0 1,1-1-1,-1 1 0,0-1 1,1-1 12,7-8-1198,1-1 0,-2-1 0,0 0 0,0 0 0,-1-1 0,-1 0 0,-1-1 0,0 0 0,-1 0 0,2-6 1198,9-28-2618</inkml:trace>
  <inkml:trace contextRef="#ctx0" brushRef="#br0" timeOffset="32915.378">6880 413 6129,'0'0'1951,"0"0"4064,0 0-3112,0 0-1886,0 0-348,0 20 1003,-10 294 2529,12-308-4190,0 0-1,1-1 1,0 1-1,0-1 1,0 0 0,0 0-1,1 0 1,0-1-1,0 1 1,0-1-1,1 0 1,0 0-1,-1 0 1,1-1-1,1 1 1,-1-1 0,0-1-1,1 1 1,-1-1-1,1 0 1,0 0-1,0 0 1,0-1-1,0 0 1,0 0-1,0-1 1,0 1-1,0-1 1,0-1 0,0 1-1,0-1 1,0 0-1,0 0 1,0-1-1,0 0 1,-1 0-1,1 0 1,-1-1-1,1 0 1,-1 0 0,0 0-1,0 0 1,2-2-11,5-6 6,0 1 0,0-2 0,-1 1 0,-1-2 0,0 1 0,0-1 0,-1-1 0,-1 0 0,0 0 0,-1 0 0,-1-1 0,0 0 0,-1 0 0,-1-1 0,0 0 0,-1 0 0,0 0 0,-2 0 0,0 0 0,-1 0 0,0 0 0,-1 0 0,-3-15-6,3 22-4,1 0 0,-2 0 0,1 0 0,-1 0 0,0 0-1,-1 0 1,0 0 0,0 1 0,-1 0 0,0 0 0,-1 0 0,0 0-1,0 0 1,0 1 0,-1 0 0,0 0 0,-1 1 0,1-1-1,-1 1 1,-1 1 0,1 0 0,-1 0 0,0 0 0,0 1 0,0 0-1,0 0 1,-1 1 0,0 0 0,0 1 0,1 0 0,-1 0-1,0 1 1,-1 0 0,1 0 0,-3 1 4,5 2-5,1-1 0,0 1 0,-1 0 0,1 1-1,0-1 1,0 1 0,0 0 0,1 1 0,-1-1 0,1 1 0,0 1 0,0-1 0,0 1 0,0-1-1,1 1 1,0 0 0,0 1 0,0-1 0,1 1 0,-1 0 0,1 0 0,1 0 0,-1 2 5,-28 75-1272,17-7-3595,14-2-6793,11-58 9293</inkml:trace>
  <inkml:trace contextRef="#ctx0" brushRef="#br0" timeOffset="33216.305">6883 518 4657,'0'0'5809,"0"0"-1812,0 0-2293,0 0-845,0 0-169,0 0 193,-7 13 442,72 4 653,194-12 571,-191-13-3435,-68 7-2657,0-1-2092</inkml:trace>
  <inkml:trace contextRef="#ctx0" brushRef="#br0" timeOffset="34712.272">3169 1207 4825,'0'0'1324,"0"0"-303,0 0 1950,0 0-1442,0 0-990,0 0 61,0 0-78,0 0 138,0 0-133,0 0-251,0 0-143,27 1 1636,190 26 1133,290-8-1633,286-45-953,-273 34-342,-386-6 49,1-6 1,-1-6 0,-1-6-1,54-15-23,3 1 72,343-23 1490,-532 53-1497,-1 0 90,0 0-20,0 0 141,0 0 94,0 0-92,0 0-33,0 0-90,0 0-2,0 0-50,0 0 174,-22-13-1621,-4 6-2527,-22-4-6332,11 2 4629</inkml:trace>
  <inkml:trace contextRef="#ctx0" brushRef="#br0" timeOffset="37004.697">8682 651 6977,'0'0'4001,"0"0"-2803,0 0-933,-7-20-171,-35-90 878,37 169 3014,4-31-3380,-1-7-276,1 1-1,1-1 0,1 1 1,0-1-1,2 0 0,0 1 1,2-1-1,0-1 0,1 1 1,2-1-1,0 0 0,1 0 1,0-1-1,5 4-329,-10-18 16,1 0 0,0 0 0,0-1-1,0 1 1,0-1 0,1-1 0,0 1-1,0-1 1,0 0 0,0 0 0,0-1 0,1 0-1,-1 0 1,1 0 0,-1-1 0,1 0-1,0 0 1,-1 0 0,1-1 0,0 0 0,0-1-1,-1 0 1,1 0 0,0 0 0,-1-1-1,1 1 1,-1-2 0,1 1 0,-1-1 0,0 0-1,0 0 1,0 0 0,-1-1 0,1 0 0,-1 0-1,0-1 1,0 0 0,0 1 0,-1-2-1,0 1 1,0 0 0,3-6-16,2-5-20,0-1 0,-1-1 0,-1 1 0,-1-1 0,0-1 0,-2 1-1,0-1 1,-1 0 0,0 0 0,-2 0 0,0 0 0,-2 0 0,0 0 0,-1 0 0,0 0 0,-2 0 0,0 1 0,-1-1 0,-5-8 20,9 21-13,-1-1 1,0 1 0,-1 0 0,1 0-1,-1 0 1,0 0 0,0 1-1,-1-1 1,0 1 0,0 0 0,0 0-1,-1 0 1,1 1 0,-1-1 0,0 1-1,0 0 1,-1 1 0,1-1-1,-1 1 1,0 0 0,0 1 0,0-1-1,0 1 1,0 0 0,-1 1 0,1-1-1,-1 1 1,1 0 0,-1 1 0,1 0-1,-1 0 1,1 0 0,-1 1-1,1 0 1,0 0 0,-1 1 0,1-1-1,0 1 1,0 1 0,0-1 0,0 1-1,0 0 1,0 1 0,1-1-1,-3 3 13,-6 10-94,0 0-1,2 0 1,0 2-1,0-1 0,2 2 1,0-1-1,1 2 1,1-1-1,0 4 95,-7 115-5635,56-89-4286,-7-42 7762</inkml:trace>
  <inkml:trace contextRef="#ctx0" brushRef="#br0" timeOffset="37602.172">8578 627 4401,'0'0'1548,"0"0"-901,0 0 208,0 0 1323,0 0-778,0 0-740,1 4 40,4-1-397,1 0 0,0 0 0,0 0-1,0 0 1,0-1 0,1 0-1,-1 0 1,0-1 0,1 0 0,0 0-1,-1-1 1,1 1 0,-1-1 0,1-1-1,0 1 1,-1-1 0,1 0 0,3-2-303,19 2 848,326-6 2704,-332-7-3510,-61-2-2144,28 15 1270,-45-3-12162,41 2 10826</inkml:trace>
  <inkml:trace contextRef="#ctx0" brushRef="#br0" timeOffset="39302.807">166 3454 4385,'0'0'1430,"0"0"-752,0 0 256,0 0 2261,0 0-1121,0 0-451,-5 14 1730,150-14 933,53 0-4797,-197 0-920,-55 19-10314,27-18 9341,4-1-1223</inkml:trace>
  <inkml:trace contextRef="#ctx0" brushRef="#br0" timeOffset="39636.9">152 3772 5697,'0'0'1797,"0"0"1974,0 0-1650,0 0-1019,0 0-36,0 0-123,15 2 241,187-2 2841,0-11-3806,-163-32-9125,-35 33 5362,6-14-4611</inkml:trace>
  <inkml:trace contextRef="#ctx0" brushRef="#br0" timeOffset="40214.782">994 3170 4241,'0'0'2716,"0"0"2159,0 0-2335,0 0-1665,0 0-356,0 0 473,1 24 66,6 189 569,-7-70-927,35-143-513,302 0 29,-336 0-586,-1 0-539,0 0-401,-1-11-4382,-11-9 3067,10 18 1775,-10-19-1024,-1-1 727</inkml:trace>
  <inkml:trace contextRef="#ctx0" brushRef="#br0" timeOffset="40576.908">1261 3150 3321,'0'0'3741,"0"0"2417,0 0-3641,0 0-1733,0 0 59,0 0 392,1 24 277,10 156 1255,-8-48-1090,22 156-166,-15-268-1796,5-27-7981,-2-19-595,-7 8 7521,4-13-1029</inkml:trace>
  <inkml:trace contextRef="#ctx0" brushRef="#br0" timeOffset="57468.532">2400 2770 3225,'0'0'2016,"0"0"-1180,0 0 72,0 0 2185,0 0-1666,0-4-905,0-14 5,0 7 2218,0 10-1914,0 1-65,-32-2 1609,23 5-2354,1 1-1,-1 0 1,1 0 0,0 1-1,0 0 1,0 0 0,1 0 0,0 1-1,0 1 1,0-1 0,1 1 0,0 0-1,0 1 1,1-1 0,0 1 0,0 0-1,0 2-20,-11 12 85,2-3 159,0 1 0,2 1 0,0 0-1,1 0 1,2 1 0,0 0 0,1 1-1,1 0 1,2 0 0,0 1 0,1-1-1,2 1 1,0 0 0,2 17-244,0 755 3099,2-767-3019,2 0 0,1 0 0,1 0 0,1-1 0,2 1 0,1-2 0,1 0 0,1 0 0,1-1 0,2 0 0,0-1 0,2-1 0,1-1 0,0 0-1,2-1 1,1-1 0,0-1 0,1-1 0,3 0-80,-9-63-6264,-9 4-234,0-2-2654</inkml:trace>
  <inkml:trace contextRef="#ctx0" brushRef="#br0" timeOffset="58932.508">3147 2903 6649,'0'0'42,"0"0"457,0 0 1668,0 0-671,0 0-697,0-5-51,0-13 19,0 4 5286,0 13-5685,-40 7 2589,30 5-2889,0 1 1,1 0-1,0 1 1,1 0-1,0 0 0,1 1 1,1 0-1,0 0 1,1 1-1,0 0 1,1-1-1,1 1 1,1 1-1,0-1 0,0 0 1,2 1-1,0-1 1,1 0-1,0 1 1,4 11-69,-5 15 218,48 188 961,-27-160-846,120 423 845,-138-484-1171,0 1 0,0-1 1,-1 1-1,0-1 0,-1 1 0,0 0 1,-1 0-1,0 0 0,0-1 0,-1 1 1,0 0-1,-1 0 0,0-1 1,0 1-1,-1-1 0,-1 0 0,1 0 1,-1 0-1,-1 0 0,0 0 1,0-1-1,-3 3-7,-9 3 6,-1-2 0,-1 0 0,1-1 0,-2-1 0,0 0 0,0-2 0,0 0 0,-1-2 0,0 0 0,-1-1 0,1-1 0,-1-1 0,0-1 0,-19-1-6,40-11-1587,55-121-14619,-27 78 12406</inkml:trace>
  <inkml:trace contextRef="#ctx0" brushRef="#br0" timeOffset="60365.155">3710 3799 6161,'0'0'5548,"0"0"-1639,0 0-2242,0 0-689,0 0 439,0 0 157,2-14 650,5 8-2211,-1-1 0,1 1 0,1 1 0,-1-1-1,1 1 1,0 1 0,0-1 0,1 1 0,-1 1-1,1-1 1,0 2 0,0-1 0,0 1 0,0 0-1,0 1 1,0 0 0,1 1 0,-1 0 0,0 0-1,2 1-12,-7 2-8,0 0 0,-1 1 0,1-1-1,0 1 1,-1 0 0,0 0 0,0 0 0,0 0-1,0 1 1,-1-1 0,0 1 0,0 0-1,0-1 1,0 1 0,-1 0 0,0 0 0,0 0-1,0 0 1,0 0 0,-1 0 0,0 1-1,0-1 1,-1 0 0,1 0 0,-1 0-1,0 0 1,0 0 0,-1 2 8,1 9 40,-2 7-33,-1-1 1,-1 0-1,-1-1 1,0 0-1,-2 1 1,-1-2 0,0 0-1,-1 0 1,-2 0-1,0-1 1,-1-1-1,0 0 1,-2-1-1,0-1 1,-7 6-8,21-20-2,0 0 1,-1 0-1,1-1 0,0 1 0,-1 0 1,1-1-1,-1 1 0,1-1 0,-1 0 0,0 1 1,1-1-1,-1 0 0,0 0 0,0 0 1,0 0-1,0-1 0,0 1 0,0 0 1,0-1-1,0 1 0,0-1 0,0 0 1,-1 0-1,1 0 0,0 0 0,0 0 1,0 0-1,0 0 0,0-1 0,0 1 1,0-1-1,0 0 0,0 1 0,0-1 1,0 0-1,0 0 0,0 0 0,0-1 1,1 1-1,-1 0 0,1-1 0,-1 1 1,1-1-1,-1 1 0,1-1 0,0 0 1,-1 1-1,1-1 0,0 0 0,0 0 1,0 0-1,1 0 0,-1 0 0,0 0 0,1 0 1,0 0-1,-1 0 0,1 0 0,0 0 1,0-1 1,-1 0-19,1 0 1,-1 0 0,1 0-1,0 0 1,0 0 0,0 0-1,0 0 1,1-1 0,-1 1-1,1 0 1,0 0-1,0 1 1,0-1 0,0 0-1,0 0 1,1 0 0,-1 1-1,1-1 1,0 1 0,0-1-1,0 1 1,0 0 0,0-1-1,0 1 1,0 0 0,1 0-1,-1 1 1,1-1-1,0 1 1,-1-1 0,1 1-1,0 0 1,0 0 0,0 0-1,0 0 1,0 0 0,0 1-1,0-1 1,0 1 0,0 0-1,0 0 1,1 0 18,216 44-80,-199-42 91,-15-1-13,0 0 0,0 0-1,0-1 1,0 0 0,0 0 0,0 0 0,0-1 0,1 0-1,-1 0 1,0 0 0,-1-1 0,1 0 0,0 0 0,0 0-1,-1-1 1,1 0 0,-1 0 0,1-1 2,3-53-5934,-10 39 2310,1-13-3282</inkml:trace>
  <inkml:trace contextRef="#ctx0" brushRef="#br0" timeOffset="60866.547">4461 3230 6489,'0'0'7723,"0"0"-5219,0 0-1812,0 0-475,0 0 335,0 0 426,-4 25 143,-13 80-152,16-100-930,1 0 0,0 1 0,1-1 0,-1 0 1,1 0-1,0 0 0,0 1 0,1-1 0,0 0 1,-1-1-1,2 1 0,-1 0 0,0 0 1,1-1-1,0 0 0,0 1 0,0-1 0,1 0 1,-1 0-1,1-1 0,0 1 0,0-1 1,1 0-1,-1 0 0,0 0 0,1-1 0,0 1 1,-1-1-1,1 0 0,0-1 0,0 1 0,0-1 1,1 0-1,-1 0 0,0-1 0,0 1 1,0-1-1,1 0 0,-1-1 0,0 1 0,0-1 1,2 0-40,-3 0 5,-1 1 1,1-1-1,0 0 1,-1 0-1,1 0 1,-1-1 0,1 1-1,-1-1 1,0 0-1,1 0 1,-1 0 0,0 0-1,0 0 1,0-1-1,-1 0 1,1 1 0,-1-1-1,1 0 1,-1 0-1,0 0 1,0-1-1,0 1 1,-1 0 0,1-1-1,-1 1 1,0-1-1,0 1 1,0-1 0,0 0-1,0-1-5,6-118-59,-8 120 39,-1-1 0,0 0 1,0 0-1,0 1 1,-1-1-1,1 1 0,-1 0 1,0 0-1,0 0 1,0 0-1,-1 0 0,1 1 1,0-1-1,-1 1 1,0 0-1,1 0 0,-1 0 1,0 1-1,0-1 1,0 1-1,0 0 0,0 0 1,-1 1-1,1-1 1,0 1-1,0 0 0,0 0 1,-1 0-1,1 0 1,0 1-1,0 0 0,0 0 1,0 0-1,0 0 1,0 1-1,0-1 0,0 1 1,0 0-1,1 0 1,-1 0-1,1 1 0,-1 0 1,1-1-1,0 1 1,0 0-1,-1 1 20,-3 3-135,-1 0-1,1 0 1,1 0 0,-1 1-1,1-1 1,0 2 0,1-1-1,0 0 1,1 1 0,-1 0 0,2 0-1,-1 1 1,1-1 0,1 1-1,0 0 1,0-1 0,0 6 135,3-14-253,-1 0 0,0 1 1,1-1-1,0 0 1,-1 1-1,1-1 1,0 0-1,-1 0 1,1 0-1,0 0 0,0 1 1,0-1-1,0 0 1,0-1-1,0 1 1,1 0-1,-1 0 1,0 0-1,0-1 1,1 1-1,-1 0 0,0-1 1,1 1-1,-1-1 1,0 0-1,1 0 1,-1 1-1,1-1 1,-1 0-1,0 0 0,1 0 1,-1 0-1,1 0 1,-1-1-1,0 1 1,1 0-1,-1-1 1,1 1-1,-1-1 0,0 1 1,0-1-1,1 0 1,-1 1-1,1-2 253,39-16-2506,-10-8 128</inkml:trace>
  <inkml:trace contextRef="#ctx0" brushRef="#br0" timeOffset="61200.237">4540 2790 5985,'0'0'1314,"0"0"3164,0 0-1800,0 0-1303,0 0-352,0 0-332,4 0-3,32 49 2047,-31-36-2164,68 301 4461,-40-136-3697,-31-171-1390,-2-3 1,0 0 1,0 0 0,0 1-1,1-1 1,0 0-1,0 0 1,0 0-1,1 0 1,-1 0 0,1 0-1,0 0 1,0 0-1,0 0 1,1-1-1,-1 1 1,1-1-1,0 0 1,0 0 0,0 0-1,0 0 1,1 0-1,-1-1 1,1 1-1,-1-1 1,1 0-1,0 0 1,0-1 0,2 2 53,7-56-12904,-13 17 5815,0 2 5169</inkml:trace>
  <inkml:trace contextRef="#ctx0" brushRef="#br0" timeOffset="61641.983">4901 3143 5913,'0'0'7910,"0"0"-4779,0 0-2121,0 0 446,3 20 833,39 155 891,-38-170-3162,-1 1-1,0-1 1,1 1-1,0-1 1,1 0-1,-1-1 1,1 1-1,0-1 1,0 0-1,0 0 1,1 0-1,-1-1 1,1 0-1,0 0 1,0 0-1,0-1 1,0 0-1,0 0 1,0 0-1,1-1 1,-1 0-1,1 0 1,-1-1-1,1 0 1,-1 0-1,1 0 1,-1-1-1,1 0 1,-1 0-1,0-1 1,1 0-1,-1 0 1,0 0-1,0-1 1,0 1-1,0-2 1,-1 1-1,1-1 1,-1 1-1,0-2 1,0 1-1,0 0 1,-1-1-1,0 0 1,0 0-1,0 0 1,0-1-1,-1 1 1,3-5-18,1-9-208,-1-1 0,-1 1 0,-1-1 0,0 0 0,-1 0 0,-1 0 0,-2 0 1,1 0-1,-2 0 0,-3-14 208,5 28-26,-1 0 0,0 1 1,0-1-1,0 0 0,-1 0 1,0 1-1,0-1 0,-1 1 1,1-1-1,-1 1 0,0-1 1,-1 1-1,1 0 0,-1 0 1,0 0-1,-1 0 0,1 1 1,-1-1-1,0 1 0,0 0 1,0 0-1,0 0 0,-1 1 1,1 0-1,-1-1 0,0 1 1,0 1-1,0-1 0,-1 1 1,1 0-1,0 0 0,-1 1 1,0-1-1,1 1 0,-1 1 1,0-1-1,1 1 0,-1 0 1,0 0-1,1 0 0,-1 1 1,0 0-1,1 0 0,-1 1 1,1-1-1,-1 1 0,1 0 1,0 1-1,-1-1 0,1 1 1,1 0-1,-1 0 0,-2 3 26,-7 9-29,1 0 0,1 0 0,0 1-1,1 1 1,1 0 0,0 1 0,2 0-1,0 0 1,-3 13 29,0 13-5102,8 1-5241,3-45 8329</inkml:trace>
  <inkml:trace contextRef="#ctx0" brushRef="#br0" timeOffset="61834.882">4901 3143 3209</inkml:trace>
  <inkml:trace contextRef="#ctx0" brushRef="#br0" timeOffset="62099.234">4901 3143 3209,'40'25'5881,"-23"-25"-1104,8 0-3041,9 0-199,8 0-97,3-7-560,2-4 448,-3 0-455,1-3-217,-8 1-528,-3 2 8,-11 4-136,-9 3-152,-11 2-1417,-3 2-3776,-22 0-6161</inkml:trace>
  <inkml:trace contextRef="#ctx0" brushRef="#br0" timeOffset="59480.3">3745 2914 1504,'0'0'5113,"0"0"598,0 0-2721,0 0-1540,0 0-512,0 0-231,0 4 153,-2 93 3853,4 122-2637,10-174-1193,-2-14-3934,-8-9-8128,-2-17 2849</inkml:trace>
  <inkml:trace contextRef="#ctx0" brushRef="#br0" timeOffset="59744.536">3525 3472 8618,'0'0'1384,"0"0"4689,0 0-4888,0 0-665,0 0-200,0 0 440,0 0-432,148-15 432,-86 1-400,-3 3-224,-5 2-136,-14 7 0,-13 2-856,-19 0-2969,-8 2-5201,0 9 7914</inkml:trace>
  <inkml:trace contextRef="#ctx0" brushRef="#br0" timeOffset="63400.131">5773 3210 5353,'0'0'939,"0"0"300,0 0 2634,0 0-1549,0 0-1049,0 0-291,0 0-351,7 1-69,454 14 4649,-355-16-5084,-55-9-1920,-46-3-2677,-5-8-3511,-2 8 5540</inkml:trace>
  <inkml:trace contextRef="#ctx0" brushRef="#br0" timeOffset="63834.571">6080 3001 7242,'0'0'594,"0"0"268,0 0 1489,0 0-617,0 0-434,0 0-230,0-6-252,0 151 6280,-10 338-2296,10-483-4770,0 0-12,0 0-92,11-16-836,27-43-4690,-11 20-1587,-19 30 4590,12-19-5473</inkml:trace>
  <inkml:trace contextRef="#ctx0" brushRef="#br0" timeOffset="65004.504">7152 2452 6313,'0'0'107,"0"0"852,0 0 2439,0 0-1239,0 0-1057,0 0-89,1-6 139,-2 7-1065,1 0 0,-1 0 0,1 0-1,-1 0 1,1-1 0,-1 1 0,1 0-1,-1 0 1,0 0 0,0-1 0,1 1-1,-1 0 1,0-1 0,0 1 0,0-1-1,0 1 1,0-1 0,0 1 0,1-1-1,-1 1 1,0-1 0,0 0 0,0 0-1,-1 0 1,1 1 0,0-1 0,0 0-1,0 0 1,0 0 0,0-1 0,0 1-1,0 0 1,0 0 0,0 0 0,0-1-1,0 1 1,0-1 0,0 1 0,0 0-1,1-1 1,-1 0 0,0 1 0,0-1-1,0 0 1,1 1 0,-1-1 0,0 0-1,0 0 1,1 1 0,-1-1 0,1 0-1,-1 0 1,1 0 0,-1 0 0,1 0-1,0 0 1,-1 0 0,1 0 0,0 0-1,0 0 1,0 0 0,0 0 0,-1 0-1,2-1-86,-24 36 304,1 2-1,3 0 0,1 1 0,1 1 1,2 0-1,2 1 0,2 1 0,1 0 1,2 0-1,2 1 0,2 0 0,1 0 1,2 1-1,2-1 0,4 20-303,1-10 179,2 0-1,2 0 1,2-1-1,2 0 1,3-1-1,8 14-178,25 81 240,-26-61-149,-4 1-1,-4 1 1,-3 0-1,-4 0 1,-4 1-1,-6 78-90,2-156 4,0 0 0,-1-1-1,0 1 1,0 0 0,-1 0 0,0 0-1,0-1 1,-1 1 0,0 0 0,0-1 0,-1 1-1,0-1 1,0 0 0,-1 0 0,0 0-1,0-1 1,-1 1 0,0-1 0,0 0 0,0 0-1,-1-1 1,1 0 0,-1 0 0,-1 0 0,1 0-1,-1-1 1,1 0 0,-1-1 0,-1 1-1,-4 1-3,3-4-91,1 0-1,0 0 0,-1 0 1,1-1-1,-1-1 0,1 1 0,0-1 1,-1-1-1,1 0 0,0 0 0,0 0 1,0-1-1,0 0 0,1-1 1,-1 0-1,1 0 0,0 0 0,0-1 1,0 0-1,1-1 0,-1 1 1,2-1-1,-1 0 0,0-1 0,1 1 1,0-1-1,1 0 0,0-1 1,0 1-1,0-1 0,-1-4 92,4-52-3351,10 18-2639,13-5-6168</inkml:trace>
  <inkml:trace contextRef="#ctx0" brushRef="#br0" timeOffset="71818.323">8721 3723 6769,'0'0'111,"0"0"745,0 0 2533,0 0-1176,0 0-700,0 0-193,8 0-218,206-71 1743,-210 73-2844,-1 0 1,0 0-1,0 0 1,0 0-1,0 1 1,0-1-1,0 1 1,-1-1-1,1 1 1,-1 0 0,0 0-1,0 0 1,0 1-1,0-1 1,-1 0-1,1 1 1,-1-1-1,0 1 1,0-1-1,0 1 1,0 0-1,-1-1 1,1 1 0,-1 0-1,0-1 1,0 1-1,-1 0 1,1 0-1,-1-1 1,0 1-1,0 0 1,-1 3-2,2 8 145,0-2-6,0 1 1,-1-1-1,0 0 0,-1 0 0,-1 0 0,0 0 0,0-1 0,-2 1 0,1-1 0,-2 0 1,1 0-1,-2 0 0,0-1 0,0 0 0,-1 0 0,-7 8-139,13-17 9,-1 0 1,1 0-1,-1 0 0,1 0 0,-1 0 0,0-1 0,1 1 1,-1-1-1,0 0 0,0 0 0,0 0 0,0 0 1,0 0-1,0 0 0,0-1 0,-1 0 0,1 1 0,0-1 1,0 0-1,0-1 0,0 1 0,0-1 0,-1 1 1,1-1-1,0 0 0,0 0 0,0 0 0,0 0 0,1-1 1,-1 1-1,0-1 0,1 0 0,-1 0 0,1 0 1,-1 0-1,1 0 0,0 0 0,0-1 0,0 1 0,0-1 1,0 0-1,1 1 0,-1-1 0,1 0 0,-1 0 1,1 0-1,0 0 0,1 0 0,-1 0 0,0 0 1,1 0-1,-1 0 0,1-1-9,0 2-28,0-1-1,0 1 1,0 0 0,1 0 0,-1-1 0,1 1-1,-1 0 1,1 0 0,0 0 0,0 0 0,0 0-1,0 0 1,0 0 0,0 0 0,0 0-1,1 0 1,-1 0 0,1 1 0,-1-1 0,1 1-1,0-1 1,-1 1 0,1 0 0,0-1-1,0 1 1,0 0 0,0 0 0,0 0 0,0 1-1,1-1 1,-1 0 0,0 1 0,0-1 0,0 1-1,1 0 1,-1 0 0,0 0 0,0 0-1,1 0 1,-1 1 0,0-1 0,0 0 0,0 1-1,2 0 29,363 35 668,-328-35-590,-27 1-84,0-1 0,-1-1 0,1 0 0,0 0 0,0-1 1,-1-1-1,1 0 0,-1 0 0,1-1 0,-1 0 0,0-1 0,6-4 6,-7-11-4344,-9-6-4084,-1 17 3731,0-12 996</inkml:trace>
  <inkml:trace contextRef="#ctx0" brushRef="#br0" timeOffset="72484.552">10674 2801 6569,'0'0'1235,"0"0"3210,0 0-1611,-10 25-1131,-31 81-248,37-94-1101,0-1 0,1 1 0,0 0 0,1 0-1,0 0 1,1 1 0,0-1 0,1 0 0,0 1 0,1-1 0,1 0-1,1 4-353,-1-13 36,1 1 0,-1-1-1,1 0 1,0 0 0,0 0-1,1 0 1,-1-1-1,0 1 1,1-1 0,0 0-1,-1 0 1,1 0-1,0 0 1,0-1 0,0 1-1,0-1 1,1 0-1,-1 0 1,0-1 0,0 0-1,1 1 1,-1-1-1,0 0 1,0-1 0,1 1-1,-1-1 1,0 0 0,0 0-1,0 0 1,0-1-1,0 1 1,0-1 0,0 0-1,0 0 1,-1 0-1,1-1 1,-1 1 0,0-1-1,1 0 1,-1 0-36,6-3-14,0-1 1,0 1 0,0-2-1,-1 1 1,0-1 0,-1-1-1,0 1 1,0-1 0,-1 0-1,0-1 1,0 0 0,-1 1-1,0-2 1,-1 1 0,0-1-1,-1 1 1,0-1 0,-1 0-1,0 0 1,0 0 0,-1-5 13,-6 12-18,1 1-1,-1 0 1,0 0 0,0 0 0,0 0-1,0 1 1,0 0 0,0 0 0,-1 0 0,1 1-1,-1-1 1,0 2 0,1-1 0,-1 0 0,0 1-1,1 0 1,-1 0 0,0 1 0,1 0 0,-1 0-1,1 0 1,-1 1 0,-1 0 18,0 0-10,0 0 0,1 0 0,-1 0 0,1 1 0,-1 0 0,1 1-1,0-1 1,0 1 0,1 0 0,-1 1 0,1-1 0,0 1 0,0 0 0,0 1 0,1-1 0,0 1 0,0 0 0,0 0 0,1 0 0,0 0-1,0 1 1,1-1 0,-1 1 0,1-1 0,1 1 0,-1 0 0,1 0 0,1 0 0,-1 1 10,3-5-405,1 0 0,0-1-1,-1 1 1,1-1 0,0 0 0,0 0 0,0 0 0,0-1 0,0 1 0,0-1-1,1 1 1,-1-1 0,1 0 0,-1 0 0,1-1 0,-1 1 0,1-1-1,-1 1 1,1-1 0,-1 0 0,1-1 0,-1 1 0,1-1 0,-1 1-1,1-1 1,-1 0 0,1 0 0,-1-1 0,0 1 0,1-1 0,-1 1-1,0-1 1,2-2 405,23-19-2794,-3-3 1966</inkml:trace>
  <inkml:trace contextRef="#ctx0" brushRef="#br0" timeOffset="72782.196">10760 2447 7674,'0'0'1488,"0"0"3248,0 0-2324,0 0-1081,0 0-49,0 0-105,-5-7-111,-19-6-261,36 81 521,31 155 896,-32-146-1845,4-1 0,3 0-1,3-2 1,4 2-377,-23-71-117,-1-1 25,0-1 1,0 1-1,0-1 0,1 1 1,-1-1-1,1 1 0,0-1 1,0 0-1,0 0 0,0 0 1,0 0-1,1 0 0,0 0 1,-1 0-1,1-1 0,0 0 1,0 1-1,0-1 0,1 0 1,-1-1-1,1 1 92,3-34-7194,-6-5 1225,-1-5 1438</inkml:trace>
  <inkml:trace contextRef="#ctx0" brushRef="#br0" timeOffset="73149.76">11163 2756 14731,'0'0'2833,"0"0"-458,0 26-904,16 175 1562,-14-195-3000,1-1 0,-1 1 1,1-1-1,1 1 0,-1-1 1,1 0-1,0 0 1,0-1-1,1 1 0,-1-1 1,1 0-1,0 0 1,0 0-1,0-1 0,1 0 1,-1 0-1,1 0 0,0-1 1,0 1-1,0-1 1,0-1-1,0 1 0,0-1 1,0 0-1,0-1 0,1 1 1,-1-1-1,0-1 1,0 1-1,1-1 0,-1 0 1,5-1-34,-4-3-69,0 0 0,0 0 1,0 0-1,-1 0 0,0-1 0,0 0 0,0-1 1,-1 1-1,0-1 0,0 0 0,-1 0 1,0-1-1,0 1 0,-1-1 0,0 0 1,0 0-1,-1 0 0,1 0 0,-2-1 1,0 1-1,0-1 0,0 1 0,-1 0 1,0-1-1,-1 1 0,1-1 0,-3-5 69,5 6 3,0 0-1,-1 0 0,0 0 0,0 0 0,-1 0 0,0-1 0,-1 1 1,0 0-1,0 0 0,-1 0 0,1 0 0,-2 0 0,1 0 0,-1 1 1,-1-1-1,1 1 0,-1 0 0,0 0 0,-1 0 0,0 0 1,0 1-1,0 0 0,-1 0 0,0 0 0,0 1 0,0-1 0,-1 2 1,0-1-1,0 1 0,0 0 0,-5-2-2,4 4 8,-1 0 0,1 0-1,-1 1 1,1 1 0,-1-1 0,0 1 0,1 1 0,-1-1-1,1 2 1,-1-1 0,1 1 0,-1 0 0,1 1-1,0 0 1,0 0 0,0 1 0,1 0 0,-1 0-1,1 1 1,0 0 0,0 0 0,0 1 0,1 0-1,0 0 1,0 0 0,1 1 0,-1 0 0,-1 3-8,-23 95-5547,32-83-455,6-7-3284</inkml:trace>
  <inkml:trace contextRef="#ctx0" brushRef="#br0" timeOffset="73640.167">11163 2756 4457</inkml:trace>
  <inkml:trace contextRef="#ctx0" brushRef="#br0" timeOffset="73641.167">11163 2756 4457,'-69'83'1936,"69"-83"5490,0 2-5378,0 0-1087,12 3-353,18 1-160,9-1 816,11-3 104,4-2-559,3 0-353,-3 0 104,-4 0-320,-8-9-120,-8 0-120,-9 5-32,-13-1 24,-4 1-2945,-8 2-3072</inkml:trace>
  <inkml:trace contextRef="#ctx0" brushRef="#br0" timeOffset="74100.291">11798 2178 6553,'0'0'268,"0"0"1191,0 0 2356,0 0-1579,0 0-866,0 0-190,0 0-363,-7 1 1168,36 176 1873,72 85-2528,-76-205-886,-17-39-384,25 50 207,-4 1 0,-3 2 0,-2 1 0,-4 0-1,-3 2 1,-3 0 0,-1 27-267,-10-70 58,-1 0-1,-2 0 0,-1 1 1,-1-1-1,-2 0 0,-1 0 1,-1-1-1,-2 1 0,-1-1 1,-1-1-1,-2 0 0,-1 0 1,-15 24-58,4-18 69,-1-2 1,-2-1-1,-2-1 1,0-2-1,-2 0 1,-1-2-1,-24 14-69,54-39-433,-3 1 723,4-7-5166,1-11-2641</inkml:trace>
  <inkml:trace contextRef="#ctx0" brushRef="#br0" timeOffset="66468.172">7869 2732 5401,'0'0'2602,"0"0"3083,0 0-3106,0 0-1725,0 0-189,0 0 554,5 22 295,37 151 257,-42-174-1771,0 1 1,-1-1-1,1 0 1,0 1-1,0-1 0,0 0 1,0 1-1,0-1 0,0 0 1,0 1-1,0-1 0,1 0 1,-1 1-1,0-1 0,0 1 1,0-1-1,1 0 0,-1 1 1,0-1-1,1 1 1,-1-1-1,1 1 0,-1-1 1,0 1-1,1-1 0,-1 1 1,1-1-1,-1 1 0,1-1 1,0 1-1,-1 0 0,1-1 1,-1 1-1,1 0 0,0 0 1,-1 0-1,1-1 1,-1 1-1,1 0 0,0 0 1,-1 0-1,1 0 0,0 0 1,-1 0-1,1 0 0,0 0 1,-1 0-1,1 0 0,0 1 1,-1-1-1,1 0 0,-1 0 1,1 1-1,0-1 1,-1 0-1,1 1 0,-1-1 1,1 0-1,-1 1 0,1-1 1,-1 1-1,1-1 0,-1 1 1,1-1-1,0-4-25,1 0 0,-1-1 0,0 1 0,0-1 0,-1 0 0,1 1 0,-1-1 0,0 0 0,0 1 0,0-1 0,-1 0 0,0 1 0,0-1 0,0 1 0,0-1 1,-1 1-1,0-1 0,0 1 0,0 0 0,0 0 0,-1 0 0,1 0 0,-1 0 0,0 1 0,0-1 0,-1 1 0,1 0 0,-1 0 0,1 0 0,-1 0 0,0 1 0,0-1 0,0 1 0,-1 0 0,1 0 0,0 1 0,-1-1 1,1 1-1,-1 0 0,1 0 0,-1 0 0,0 1 0,1 0 0,-1 0 0,-3 0 25,1 6 69,-1 0 0,1 1 0,0-1 0,0 1 0,1 1 0,0-1 0,0 1 1,0 0-1,1 1 0,1-1 0,-1 1 0,2 0 0,-1 0 0,1 1 0,0-1 0,1 0 0,0 1 0,1 0 0,0-1 1,0 1-1,1 0 0,0 0 0,1-1 0,0 1 0,1 2-69,-1-1 40,0 0 1,0 0-1,1 0 0,1 0 1,0 0-1,1-1 0,0 1 1,0-1-1,1 0 0,0 0 1,1 0-1,0-1 0,1 0 1,-1 0-1,2-1 1,-1 0-1,2 0 0,-1 0 1,1-1-1,0-1 0,0 1 1,0-1-1,1-1 0,0 0 1,0 0-1,1-1 0,-1-1 1,1 1-1,0-2 0,0 1 1,0-2-1,0 1 1,0-1-1,0-1 0,7-1-40,-11 3 4,0-1-1,1 0 0,-1 0 1,0-1-1,1 0 0,-1 0 1,0-1-1,1 0 1,-1 0-1,0-1 0,0 1 1,0-2-1,0 1 0,0-1 1,0 0-1,-1 0 1,1-1-1,-1 0 0,0 0 1,0-1-1,0 0 0,-1 0 1,0 0-1,0 0 0,0-1 1,-1 0-1,1 0 1,-1 0-1,-1 0 0,1-1 1,-1 0-1,0 1 0,-1-1 1,1 0-1,-2-1 1,1-1-4,-8-110-343,14 129 321,0-1-1,0 0 1,1 0 0,0-1-1,0 0 1,1 0 0,0-1 0,0-1-1,1 0 1,0 0 0,0-1 0,1 0-1,-1-1 1,1 0 0,0-1 0,0-1-1,0 0 1,0 0 0,0-1 0,0 0-1,1-1 1,-1-1 0,10-1 22,-19-1-43,1 0 1,-1-1-1,0 1 1,0 0-1,-1-1 1,1 0-1,-1 0 1,0 0 0,0 0-1,0 0 1,0 0-1,-1 0 1,0 0-1,0-1 1,0 1-1,0-1 1,0 1-1,-1 0 1,0-1-1,0 1 1,0-1-1,-1 1 1,0-1-1,1 1 1,-1-1 0,-1 1-1,1 0 1,-1 0-1,1 0 1,-1 0-1,-1 0 1,-1-3 42,-3-5 4,0 0-1,0 0 1,-1 1 0,-1 1 0,0-1-1,0 2 1,-1-1 0,-1 1 0,1 0 0,-1 1-1,-1 1 1,1 0 0,-1 0 0,-1 1 0,1 0-1,-1 1 1,0 1 0,0 0 0,-10-1-4,19 5-64,0 1 0,0 0 1,1 0-1,-1 1 0,0-1 0,1 1 1,-1-1-1,1 1 0,0 0 0,0 0 1,-1 1-1,1-1 0,1 1 0,-1-1 1,0 1-1,1 0 0,-1 0 0,1 0 1,0 1-1,0-1 0,0 0 0,0 1 1,1-1-1,0 1 0,-1 0 0,1-1 1,0 1-1,0 1 64,-2 34-4394,15-5-4658,8-17 6679</inkml:trace>
  <inkml:trace contextRef="#ctx0" brushRef="#br0" timeOffset="66952.47">8763 2681 6913,'0'0'5664,"0"0"-2943,0 0-1089,0 0-615,0 0-181,0 0-28,-21 1-7,-68 6-36,84-6-718,1 1 0,-1-1 0,1 2 0,-1-1 0,1 0 0,0 1 0,0-1 0,0 1 0,1 0 0,-1 1 0,1-1 0,-1 1 0,1-1 0,0 1 0,1 0 0,-1 0 0,1 0 0,-1 1 0,1-1 0,0 0 0,1 1 0,-1-1 0,1 1 0,0 0 0,0 0 0,0-1 0,1 1 0,0 0 0,0 0 0,0 0 0,0-1 0,1 2-47,2-3 6,-1 0 1,1 0-1,0-1 0,0 1 1,0-1-1,0 1 1,1-1-1,-1 0 0,0 0 1,1 0-1,0-1 1,-1 1-1,1-1 0,0 0 1,0 0-1,0 0 1,0-1-1,0 1 0,0-1 1,0 0-1,3-1-6,4 3 22,-2-1 22,-2-2-75,1 1 1,0-1 0,-1 2-1,1-1 1,0 1-1,-1 0 1,1 0-1,0 1 1,-1 0-1,0 1 1,0-1-1,1 1 1,-1 1-1,-1-1 1,1 1-1,-1 0 1,1 1-1,-1 0 1,0 0-1,-1 0 1,1 1 0,-1-1-1,0 1 1,-1 0-1,1 1 1,-1-1-1,-1 1 1,1 0-1,-1 0 1,0 0-1,-1 0 1,1 1-1,0 5 31,-2-8 38,0 1-1,0 0 1,0-1-1,-1 1 1,1 0 0,-2-1-1,1 1 1,0 0-1,-1-1 1,0 1-1,-1-1 1,1 1-1,-1-1 1,0 0-1,0 1 1,-1-1-1,1 0 1,-1 0-1,0-1 1,-1 1-1,1 0 1,-1-1-1,0 0 1,0 0 0,0 0-1,-1-1 1,1 1-1,-1-1 1,0 0-1,0 0 1,0-1-1,0 1 1,0-1-1,-1 0 1,1-1-1,-1 1-37,-200 7-751,213-27-6851,15 0 364,5-2 5016</inkml:trace>
  <inkml:trace contextRef="#ctx0" brushRef="#br0" timeOffset="69295.198">8304 3325 4825,'0'0'839,"0"0"-444,0 0 638,0 0 2656,0 0-1847,0 0-870,10 7 3285,-2-6-1041,1 0-1189,-5-1-4718,-3 0-1934</inkml:trace>
  <inkml:trace contextRef="#ctx0" brushRef="#br0" timeOffset="67417.368">9146 2754 10066,'0'0'1674,"0"0"2657,0 0-2019,0 0-1264,0 0-119,0 0-50,-3-5-133,2 3-734,0 1 0,1 0 0,-1 0 0,1-1 0,-1 1 0,1 0 0,0-1 0,-1 1 0,1-1 0,0 1 0,0-1 0,0 1 0,0 0 0,0-1 0,1 1 0,-1-1 0,0 1 0,0 0 0,1-1 0,-1 1 0,1 0 0,0-1 0,-1 1 0,1 0 0,0 0 0,-1 0 0,1 0 0,0-1 0,0 1 0,0 0 0,0 0 0,0 1 0,0-1 0,1 0 0,-1 0 0,0 0 0,0 1 0,1-1 0,-1 1 0,0-1 0,1 1 0,-1-1 0,0 1 0,1 0 0,-1 0 0,1 0 0,-1-1 0,0 1 0,1 1 0,-1-1 0,1 0 0,-1 0 0,0 0 0,1 1 0,-1-1 0,0 1 0,1-1 0,-1 1 0,0 0 0,0-1 0,1 1 0,-1 0-12,3-2-3,8 0 30,-8-1-34,0 0 0,1 0-1,-1 1 1,0 0 0,1 0 0,-1 0 0,1 1 0,-1-1-1,1 1 1,-1 0 0,1 0 0,0 1 0,-1-1 0,1 1 0,-1 0-1,0 0 1,1 1 0,-1-1 0,0 1 0,0 0 0,0 0-1,0 1 1,0-1 0,0 1 0,-1 0 0,1-1 0,-1 2-1,0-1 1,0 0 0,3 4 7,-6 3 5,-1 1 0,0 0 0,0 0 0,-1-1-1,0 1 1,-1-1 0,0 0 0,-1 0 0,0 0 0,0 0-1,-1 0 1,-1-1 0,1 0 0,-2 0 0,1 0 0,-1-1 0,0 0-1,-1-1 1,0 1 0,-8 5-5,-57 76 1031,72-88-1023,0-1 0,1 1-1,-1 0 1,1 0-1,0 0 1,-1 0 0,1 0-1,0 0 1,-1 0-1,1 0 1,0 0 0,0 0-1,0 0 1,0 0-1,0 0 1,0 0 0,0 0-1,0 0 1,1 0-1,-1 0 1,0 0-1,0 0 1,1 0 0,-1 0-1,1-1 1,-1 1-1,1 0 1,-1 0 0,1 0-1,0 0 1,-1-1-1,1 1 1,0 0 0,-1-1-1,1 1 1,0 0-1,0-1 1,0 1 0,0-1-1,0 1 1,-1-1-1,1 0 1,0 1 0,0-1-1,0 0 1,0 0-1,0 1 1,0-1 0,0 0-1,0 0 1,0 0-1,0 0 1,0-1 0,1 1-8,74 1 63,-58-2 24,48 1-215,-43 0-2746,-1 0-4239,-4-9 840,2-21 4125,-16 22 1302,9-16-1711</inkml:trace>
  <inkml:trace contextRef="#ctx0" brushRef="#br0" timeOffset="67800.513">9552 2674 4977,'0'0'2522,"0"0"1751,0 0-1286,0 0-1040,0 0-908,0 0-575,2 6 24,25 102 3779,-28-99-4217,0-1 0,1 1 1,1 0-1,-1 0 1,1-1-1,1 1 0,0 0 1,0-1-1,0 1 0,1-1 1,1 0-1,-1 0 0,1 0 1,1 0-1,-1-1 0,1 1 1,1-1-1,-1-1 1,1 1-1,0-1 0,1 0 1,-1 0-1,1-1 0,0 1 1,1-2-1,-1 1 0,1-1 1,0 0-1,0-1 1,0 0-1,1 0 0,-1-1 1,1 0-1,6 1-50,-7-2 7,0-1-1,0 0 1,0-1 0,0 1 0,0-1-1,0-1 1,0 0 0,0 0-1,-1 0 1,1-1 0,-1 0 0,1-1-1,-1 0 1,0 0 0,-1 0 0,1-1-1,-1 0 1,0 0 0,0 0-1,0-1 1,-1 0 0,0 0 0,0-1-1,3-5-6,-1-1-33,-1 0 0,0-1-1,-1 0 1,-1 0-1,0 0 1,-1 0 0,-1-1-1,0 1 1,0-1-1,-2 0 1,0 1 0,-1-1-1,0 0 1,-1 1-1,0-1 1,-2 1 0,1 0-1,-2 0 1,0 0-1,-1 0 1,0 1 0,-1 0-1,0 0 1,-2 0 33,5 7-7,0 1 1,0 0-1,-1 0 1,1 0 0,-1 1-1,0 0 1,-1 0-1,1 0 1,-1 0-1,0 1 1,0 0-1,0 0 1,0 1-1,0-1 1,0 1 0,-1 1-1,1-1 1,-1 1-1,0 0 1,1 1-1,-1-1 1,0 2-1,1-1 1,-1 0 0,0 1-1,1 1 1,-1-1-1,1 1 1,0 0-1,-1 0 1,1 1-1,0 0 1,0 0-1,1 0 1,-1 1 0,0 0-1,1 0 7,-66 145-1620,62-94-2795,10-1-4980,3-41 4477</inkml:trace>
  <inkml:trace contextRef="#ctx0" brushRef="#br0" timeOffset="68114.921">9579 2716 1272,'0'0'4193,"0"0"1400,0 0-4176,0 0 255,0 0-80,133 32-647,-81-32-1,0 0 72,-2-12 224,-6 1-80,-4 0-391,-13 2-497,-7 5-256,-13 4-16,-7 0-992,-12 0-1921,-18 9-6561,-2 2 6529</inkml:trace>
  <inkml:trace contextRef="#ctx0" brushRef="#br0" timeOffset="71119.441">7923 3337 5569,'0'0'551,"0"0"-364,0 0 151,0 0 1199,0 0 551,0 0-921,1 4-503,-1-3-554,1 1 0,0 0 0,0 0 0,0-1 0,0 1 0,0-1 0,0 1 0,0-1 0,0 1 0,1-1 0,-1 0 0,1 1 0,-1-1 0,1 0 0,-1 0 0,1 0 0,0 0 0,-1 0 0,1-1 0,0 1 0,0 0 0,-1-1 0,1 1 0,0-1 0,0 0 0,0 0 0,0 0 0,0 0 0,0 0 0,-1 0 0,1 0 0,1 0-110,436 7 3576,951-52 839,-1389 45-4403,-1 0 4,0 0 32,0 0-24,0 0 46,-18 0-388,-74 0-6127,2 0-3699,43 0 7958</inkml:trace>
  <inkml:trace contextRef="#ctx0" brushRef="#br0" timeOffset="75984.948">290 5793 1616,'0'0'4973,"0"0"949,0 0-3151,0 0-1581,0 0-358,0 0 349,0 0 44,14 0 323,560-31 1854,-562 30-3855,27 4 867,-31 15-6116,-63-9-5203,26-9 8848,2 0-163</inkml:trace>
  <inkml:trace contextRef="#ctx0" brushRef="#br0" timeOffset="76261.983">458 6117 432,'0'0'5351,"0"0"-1369,0 0-1519,23 4-521,19 3-807,2-2 0,-1-2 1,0-1-1,1-3 0,-1-1 1,16-4-1136,-24-3 358,66-11 885,-30 15-4483,-33 0-8028,-16-1 9754</inkml:trace>
  <inkml:trace contextRef="#ctx0" brushRef="#br0" timeOffset="77199.309">1736 5457 5633,'0'0'494,"0"0"294,0 0 1742,0 0-455,0 0-923,0 0-348,0 4 470,2 88 3141,1-61-4013,-1-1 0,-2 0 0,-2 0 0,0 0 0,-2 0 0,-1-1 0,-9 29-402,-13 34 250,53-90-126,396 9 89,-407-8 256,12-11-14896,-26-16 11470,-1 4-2694</inkml:trace>
  <inkml:trace contextRef="#ctx0" brushRef="#br0" timeOffset="77649.954">2002 5417 5537,'0'0'955,"0"0"771,0 0 560,0 0-1200,0 0-549,0 0 611,0 26 667,1 180 1362,1-125-1875,4-1 0,3 1 0,4-2 0,3 0 0,21 58-1302,-32-83 123,30-59-600,19-67-10613,-52 69 10357,11-26-5834</inkml:trace>
  <inkml:trace contextRef="#ctx0" brushRef="#br0" timeOffset="78581.514">2598 6060 6793,'0'0'3624,"0"0"-2204,0 0-588,0 0 249,15-3 1677,-15 0-2432,0 2-224,1 0 0,-1 0 0,1 0 0,-1 0 0,1 0 0,-1 0 1,0 0-1,0 0 0,1 0 0,-1 0 0,0 0 0,0 0 0,0 0 0,0 0 0,0 0 0,0 0 0,0 0 0,-1 0 1,1 0-1,0 0 0,-1 0 0,1 0 0,0 0 0,-1 0 0,1 0 0,-1 0 0,0 0 0,1 0 0,-1 1 0,0-1 1,1 0-1,-1 0 0,0 1 0,0-1 0,0 0 0,0 1 0,1-1 0,-1 1 0,0-1 0,0 1 0,0 0 0,0-1 1,0 1-1,0 0 0,0 0 0,0-1 0,0 1 0,-1 0-102,-19 87 1212,20-79-1170,0-6-33,0-1-1,0 1 1,0 0-1,1 0 1,-1 0-1,1 0 1,-1 0 0,1 0-1,0 0 1,-1 0-1,1 0 1,0 0-1,0 0 1,1 0-1,-1 1 1,0-1 0,1 0-1,-1 0 1,1-1-1,0 1 1,0 0-1,-1 0 1,1 0-1,0 0 1,1-1-1,-1 1 1,0 0 0,0-1-1,1 1 1,-1-1-1,1 1 1,-1-1-1,1 0 1,0 0-1,0 0 1,-1 0 0,1 0-1,0 0 1,0 0-1,0 0 1,0-1-1,0 1 1,0-1-1,0 1 1,0-1-9,3-53 1050,-44 24 1010,55 45-6365,-2-14-168,8-4-7940,-5-5 9938</inkml:trace>
  <inkml:trace contextRef="#ctx0" brushRef="#br0" timeOffset="80593.544">3181 5662 5737,'0'0'763,"0"0"801,0 0 806,0 0-1112,0 0-589,0 0 230,3 4 436,-2-3-1263,-1 0 1,1 0-1,0 0 1,-1 0-1,1 0 0,0 0 1,0 0-1,0 0 0,0 0 1,0-1-1,0 1 0,0 0 1,0 0-1,0-1 0,0 1 1,0-1-1,0 1 0,0-1 1,1 0-1,-1 1 0,0-1 1,0 0-1,1 0 0,-1 0 1,0 0-1,0 0 1,1 0-1,-1 0 0,0 0 1,0 0-1,0-1 0,1 1 1,-1 0-1,0-1 0,0 1 1,0-1-1,0 1 0,0-1 1,1 0-1,-1 1 0,0-1 1,-1 0-1,1 0 0,0 0 1,0 0-1,0 0 1,0 0-1,-1 0 0,1 0 1,0 0-1,-1 0 0,1 0 1,-1 0-1,0-1 0,1 1 1,-1 0-1,0 0 0,1-1 1,-1 1-1,0-1-72,8-15 168,0 0-1,-1-1 1,-1 0 0,-1-1-1,-1 1 1,0-1 0,-1 0-1,-1 0 1,-1 0 0,-1 0-1,0 0 1,-2-4-168,2 4 798,0 19-375,10 15-75,4 34 389,-1 0 0,-3 1 0,-2 1 0,-2 0 0,-2-1 0,-3 28-737,0-27 336,-2-26-219,2 0 0,0 0 1,2 0-1,0 0 1,2-1-1,1 1 1,1-1-1,2 4-117,-1-19-1470,4-21-9063,-5-4-1373</inkml:trace>
  <inkml:trace contextRef="#ctx0" brushRef="#br0" timeOffset="82230.746">3013 4995 4977,'0'0'816,"0"0"-489,0 0-267,0 0 35,0 0 772,0 0 2044,-31-8 2909,-52 110-3429,22-11-978,31-53-971,2 2-1,1 1 1,2 1 0,3 1-1,1 1 1,2 1-1,2 1 1,1 0 0,3 1-1,-3 29-441,10 18 563,5 1 0,3-1 0,5 1 0,3-1 0,5-1 0,4 0 0,4-1 0,13 26-563,-19-60 216,-7-20-71,1-1 0,2-1 0,1 1 0,2-2 0,1 0 0,2-1 0,6 5-145,-18-30 20,1-2 1,1 1-1,-1-1 1,1 0-1,0-1 1,0 0-1,1 0 1,0-1-1,0-1 1,0 0-1,1 0 1,-1 0-1,1-2 1,1 1-21,46 17 19,-41-15-933,3-19-8010,-17 9 8360,15-24-8002,1 0 5122</inkml:trace>
  <inkml:trace contextRef="#ctx0" brushRef="#br0" timeOffset="82836.569">3260 6131 5097,'0'0'600,"0"0"-320,0 0-128,0 0-144,0 0 56,0 0-64,0 0 0,-2 6-16,2-6 16,0 0 16,0 0-16,0 0-152,0 0-632,0 0 8</inkml:trace>
  <inkml:trace contextRef="#ctx0" brushRef="#br0" timeOffset="83177.506">3260 6131 1528,'5'6'1859,"8"8"496,-9-10 3441,-4-4-4215,0 0-532,0 0 416,0 0-132,0 0-411,0 0-263,0 0 41,0 0 29,0 0 6,21 0 1346,417-46-879,-421 45-3127,-52 7-4685,20-3 3887,-12 2-2078,2 2 2947</inkml:trace>
  <inkml:trace contextRef="#ctx0" brushRef="#br0" timeOffset="83732.762">3465 6524 5577,'0'0'2063,"0"0"2946,0 0-2075,0 0-1516,0 0-350,0 0-150,7-8-205,1-1-587,0 0 0,1 0-1,1 1 1,-1 0 0,1 0 0,1 1-1,-1 1 1,1 0 0,1 0 0,-1 1-1,1 0 1,0 1 0,0 0 0,0 1-1,0 1 1,0 0 0,5 0-126,-12 5 11,-1 0 0,1 1 0,-1-1-1,1 1 1,-1 0 0,0 0 0,0 0 0,-1 1 0,1-1 0,-1 1 0,0 0-1,-1 0 1,1 0 0,-1 0 0,0 1 0,0-1 0,0 0 0,-1 1 0,0 0-1,0-1 1,0 1 0,-1 0 0,0-1 0,0 1 0,0 0 0,-1-1 0,0 1-1,0 0 1,0-1 0,-2 6-11,2 9 62,1-7-46,0 0 0,-1 0 0,0 0 0,-1 0 0,-1 0 0,0 0-1,-1-1 1,0 1 0,-1-1 0,0 0 0,-1-1 0,-1 1 0,0-1 0,0 0 0,-2 1-16,7-11 6,-1-1 1,0 1 0,1 0-1,-1-1 1,1 1-1,-1-1 1,0 0 0,1 0-1,-1 0 1,0 0-1,1 0 1,-1-1 0,0 1-1,1-1 1,-1 0 0,1 1-1,-1-1 1,1 0-1,-1-1 1,1 1 0,0 0-1,-1-1 1,1 1-1,0-1 1,0 0 0,0 0-1,0 0 1,1 0-1,-1 0 1,0 0 0,1 0-1,-1 0 1,1-1-1,0 1 1,0-1 0,0 1-1,0-1 1,0 1-1,1-1 1,-1 0 0,1 1-1,-1-1 1,1 1 0,0-3-7,-1 2-3,-1 1 1,1-1 0,-1 0 0,1 0-1,0 1 1,0-1 0,0 0-1,0 0 1,1 0 0,-1 0 0,1 0-1,0 0 1,0 0 0,0 0 0,0 0-1,1 0 1,-1 0 0,1 0 0,-1 0-1,1 0 1,0 0 0,0 0 0,1 1-1,-1-1 1,0 0 0,1 1 0,0-1-1,-1 1 1,1-1 0,0 1 0,0 0-1,1 0 1,-1 0 0,0 0 0,1 0-1,-1 1 1,1-1 0,0 1 0,-1-1-1,1 1 1,0 0 0,2-1 2,398 26 616,-362-26-2774,-38 1 1769,-1 0-1,1 0 1,-1 0-1,0 0 1,1 0-1,-1 0 1,0-1-1,0 1 1,1-1-1,-1 1 1,-1-1-1,1 0 1,0 0-1,0 0 1,-1 0-1,1 0 1,-1-1-1,1 1 0,-1 0 1,0-1-1,0 1 1,0 0-1,0-1 1,-1 1-1,1-1 1,-1 0-1,1 1 1,-1-1-1,0 0 390,6-28-3062</inkml:trace>
  <inkml:trace contextRef="#ctx0" brushRef="#br0" timeOffset="86549.21">4283 5382 4977,'0'0'1999,"0"0"1909,0 0-1616,0 24-222,-13 281 3531,10-30-2950,4-263-2624,0 0-1,1-1 1,1 1 0,0 0-1,0-1 1,1 0-1,0 0 1,1 0-1,0-1 1,1 1 0,0-1-1,1 0 1,3 2-27,-7-8 7,0 0 1,0-1-1,1 1 0,0-1 1,-1 0-1,1 0 1,0 0-1,1-1 0,-1 0 1,0 1-1,1-1 1,-1-1-1,1 1 0,-1-1 1,1 0-1,0 0 0,0 0 1,0 0-1,-1-1 1,1 0-1,0 0 0,0 0 1,0-1-1,0 0 1,-1 0-1,1 0 0,0 0 1,-1-1-1,1 1 1,-1-1-1,1 0 0,-1-1 1,3-1-8,7-9 6,-1 0 0,-1-1-1,0-1 1,-1 1 0,0-2 0,-2 0 0,1 0 0,-2 0 0,0-1 0,-1-1-1,-1 1 1,-1-1 0,0 0 0,-1 0 0,-1-1 0,-1 1 0,-1-1-1,0 1 1,-1-1 0,-1-2-6,2 0-29,0-1-1,-1 0 1,-1 0-1,-2 0 1,0 0-1,-1 1 1,-1 0-1,0 0 1,-2 0-1,-1 0 1,-1 1-1,0 0 1,-1 1-1,-1 0 1,-1 1-1,-5-5 30,9 12-5,0 0 1,0 1-1,-1 1 0,0-1 1,-1 1-1,0 1 0,0 0 0,-1 0 1,0 1-1,0 1 0,-1-1 1,0 2-1,0 0 0,0 0 0,-1 1 1,1 1-1,-3-1 5,7 7-2,0-1 1,1 1-1,0 1 0,-1-1 0,1 1 1,1 0-1,-1 1 0,0-1 1,1 2-1,0-1 0,0 0 0,1 1 1,0 0-1,0 1 0,0-1 0,0 1 1,1 0-1,1 0 0,-1 0 1,1 0-1,0 1 0,0-1 0,1 1 1,0 0-1,1 0 0,0 0 0,-1 6 2,2-14 0,-28 229-778,56-135-4343,23-49-2911,-14-27 3102</inkml:trace>
  <inkml:trace contextRef="#ctx0" brushRef="#br0" timeOffset="87012.279">4133 5773 6617,'0'0'184,"0"0"578,0 0 2113,0 0-1601,0 0-681,0 0 295,2 4 175,5 1-828,1-1-1,-1 0 1,1-1-1,-1 0 1,1 0-1,0 0 1,0-1 0,0 0-1,0-1 1,1 0-1,-1 0 1,0-1-1,0 0 1,1 0-1,-1-1 1,0 0-1,0-1 1,1 0-235,33 1 409,321-39 2202,-377 44-1825,-2-5-7236,19-16-3561,13-5 4188</inkml:trace>
  <inkml:trace contextRef="#ctx0" brushRef="#br0" timeOffset="89332.963">5613 5588 6009,'0'0'162,"0"0"204,0 0 1361,0 0 343,0 0-1100,-6-11-163,-22-53 1429,26 48-505,-1-7 2600,2 38-2689,-6 548 2617,6-561-4540,1 1 0,-1-1 0,1 1 1,0-1-1,0 1 0,0-1 1,0 1-1,0 0 0,1-1 1,-1 1-1,1-1 0,0 0 0,0 1 1,0-1-1,0 1 0,0-1 1,0 0-1,0 0 0,1 0 0,-1 0 1,1 0-1,0 0 0,-1 0 1,1 0-1,0-1 0,0 1 1,0-1-1,0 1 0,0-1 0,1 0 1,-1 0-1,0 0 0,1 0 1,-1 0-1,1 0 281,11-20-5431,-7-29 1710,-6 39 3025,2-25-1164</inkml:trace>
  <inkml:trace contextRef="#ctx0" brushRef="#br0" timeOffset="89797.791">5366 5873 5113,'0'0'979,"0"0"-62,0 0 1525,0 0-571,0 0-705,0 0-39,20-2 140,158-7 1528,12 4 359,-47 3-6697,-142 2-2497,-1 1 3935,2 0 38,5-1-2248</inkml:trace>
  <inkml:trace contextRef="#ctx0" brushRef="#br0" timeOffset="136628.425">712 7938 6369,'0'0'1282,"0"0"1787,0 0-1245,0 0-810,0 0-153,0 0 130,6 3 235,8 2-712,-1-1 1,2 0 0,-1 0-1,0-2 1,1 0 0,-1 0 0,1-2-1,-1 0 1,1 0 0,10-3-515,74 4 351,-40 4-708,-3-9-3327,16-19-9888,-32 1 11083</inkml:trace>
  <inkml:trace contextRef="#ctx0" brushRef="#br0" timeOffset="138296.269">2885 7442 5817,'0'0'491,"0"0"42,0 0 186,0 0 1367,0 0-560,0 0-453,2-6 20,6-19-17,-6 18 152,-2 7-180,0 0-164,-2 26 89,-90 242 2646,71-209-3042,3 1 1,3 0-1,2 2 0,3 0 1,2 0-1,3 0 0,3 1 0,6 46-577,-2-88 28,2 1-1,0-1 0,1 0 0,1-1 0,2 1 0,0-1 1,0-1-1,2 0 0,1 0 0,0 0 0,1-2 0,1 1 1,1-2-1,0 0 0,1 0 0,1-1 0,0-1 0,1-1 1,1 0-1,0-2 0,0 0 0,1 0 0,0-2 0,1 0 1,0-2-1,1 0 0,14 2-27,-31-13-8185,-7-20 4474,-8-6-2616,-1 0 3713</inkml:trace>
  <inkml:trace contextRef="#ctx0" brushRef="#br0" timeOffset="139662.836">3428 8305 8458,'0'0'2086,"0"0"2851,0 0-2137,0 0-1721,0 0-237,0 0 65,-8-23 1669,16 19-2561,0 0 1,0 1-1,0 0 1,0 0-1,0 1 0,1 0 1,-1 1-1,1-1 0,-1 2 1,1-1-1,0 1 1,-1 0-1,1 1 0,0 0 1,4 2-16,-6-1-5,-1 1 0,1 0 0,-1 0 0,0 0 0,0 1 0,0 0 0,-1 0 0,1 0 0,-1 1 0,0 0 0,0 0 0,-1 0 0,1 1 0,-1 0 0,0 0 0,-1 0 0,1 0 0,-1 0 0,-1 1 0,1-1 0,-1 1 0,0-1 0,-1 1 0,1 0 0,-1 0 0,-1 0 0,1 0 0,-1 0 0,0 0 0,-1 0 0,0 0 0,0 0 0,0 0 0,-1 0 0,0-1 0,0 1 0,-1-1 0,0 1 0,0-1 0,-1 0 0,1 0 0,-1 0 0,-1 0 5,-1 4 8,-1 0 0,-1-1 0,0 0 0,0 0 0,-1 0 0,0-1 0,-1-1-1,0 0 1,0 0 0,0-1 0,-1 0 0,0 0 0,0-1 0,0-1 0,-1 0 0,1-1 0,-1 0 0,-10 1-8,20-6 2,0-1 1,1 0-1,0-1 1,-1 1 0,1 0-1,0 0 1,1 0-1,-1-1 1,1 1-1,-1 0 1,1-1-1,0 1 1,0 0-1,0-1 1,1 1 0,-1 0-1,1 0 1,0-1-1,0 1 1,0 0-1,0 0 1,0 0-1,1 0-2,3 0-2,0 1 0,1 1-1,-1-1 1,1 1 0,-1-1-1,1 2 1,-1-1-1,1 1 1,0-1 0,-1 2-1,1-1 1,-1 0 0,1 1-1,0 0 1,-1 1 0,0-1-1,1 1 1,3 2 2,16 4-22,0-1 0,1-1 0,-1-1 0,1-2 0,0 0 0,0-2 0,21-1 22,-4-11-3244,-18-10-4259,-7 2-2671</inkml:trace>
  <inkml:trace contextRef="#ctx0" brushRef="#br0" timeOffset="141309.27">5507 7618 6761,'0'0'799,"0"0"2113,0 0-292,0 0-223,-1 24-46,-10 157 2076,-1 124-655,15-289-5380,12 29 5071,-10-34-5282,-3-7-5046,-5-12-7175,-5-10 11455</inkml:trace>
  <inkml:trace contextRef="#ctx0" brushRef="#br0" timeOffset="141658.687">5274 7951 4865,'0'0'2322,"0"0"1219,0 0-1792,0 0-831,0 0-390,0 0 163,-2 8-8,1-7-651,0 1 0,1-1 1,-1 1-1,0-1 1,1 1-1,0-1 0,-1 1 1,1 0-1,0-1 0,0 1 1,0-1-1,0 1 1,0 0-1,0-1 0,0 1 1,0-1-1,1 1 1,-1-1-1,1 1 0,-1 0 1,1-1-1,0 0 0,-1 1 1,1-1-1,0 1 1,0-1-1,0 0 0,0 0 1,0 1-1,0-1 1,0 0-1,1 0 0,-1 0 1,0 0-1,1 0 0,-1-1 1,0 1-1,1 0 1,-1-1-1,1 1 0,-1-1 1,1 1-1,0-1 1,-1 0-1,1 0 0,-1 1 1,1-1-1,0 0 0,-1 0 1,1-1-1,-1 1 1,1 0-1,0 0-32,307 13 2133,-198-15-1847,-39 2-40,-59 0-3425,-2 0-3451,-20 0 3106</inkml:trace>
  <inkml:trace contextRef="#ctx0" brushRef="#br0" timeOffset="140180.845">4323 7676 6489,'0'0'4424,"0"0"-1511,0 0-962,0 0-564,0 0-276,0 0 114,-10 20 782,5-12-1786,-3 7 72,1 1 0,0 0 1,0 0-1,2 0 0,0 1 1,1 0-1,1 0 1,0 0-1,1 6-293,20 195 1631,-16-210-1605,0-1 0,1 0 0,-1 0 0,1 0-1,1 0 1,-1 0 0,1 0 0,1-1 0,-1 0 0,1 0 0,0 0 0,0 0-1,1-1 1,-1 0 0,1 0 0,0 0 0,1-1 0,-1 0 0,1 0 0,0-1-1,0 0 1,0 0 0,0 0 0,1-1 0,-1 0 0,1-1 0,3 1-26,-5-1-7,0 0 1,0-1 0,0 1-1,1-1 1,-1 0 0,0-1-1,0 0 1,1 0-1,-1 0 1,0-1 0,0 1-1,0-2 1,-1 1 0,1-1-1,0 1 1,-1-1 0,0-1-1,0 1 1,0-1-1,0 0 1,0 0 0,-1-1-1,1 1 1,-1-1 0,-1 0-1,1 0 1,-1 0 0,1-1-1,-1 1 1,-1-1 0,1 0-1,-1 0 1,0 1-1,-1-1 1,1-1 0,-1 1-1,0 0 1,-1 0 0,1-4 6,4-6-92,-1-1 0,0 1 1,-1-1-1,-1 0 1,-1 0-1,0 0 0,-1 0 1,-1 0-1,0 0 1,-2 0-1,0 0 1,0 1-1,-2-1 0,0 1 1,-1 0-1,-1 0 1,0 1-1,-1 0 0,0 0 1,-2 1-1,1 0 1,-4-3 91,9 14-15,0 0 0,0 1 0,0-1 0,0 1 0,0 0 0,0 0 0,-1 0 0,1 0 0,-1 1 0,1 0 0,-1 0 0,0 0 0,1 1 0,-1-1 1,0 1-1,1 0 0,-1 0 0,0 1 0,1 0 0,-1-1 0,0 1 0,1 1 0,-1-1 0,1 1 0,0 0 0,-1 0 0,1 0 0,0 0 0,0 1 1,0 0-1,1 0 0,-1 0 0,1 0 0,-1 0 0,1 1 0,0-1 0,0 1 0,-2 4 15,-40 80-3900,32 3-9727,15-76 11896</inkml:trace>
  <inkml:trace contextRef="#ctx0" brushRef="#br0" timeOffset="140526.698">4239 7974 7082,'0'0'2103,"0"0"1941,0 0-1419,0 0-1421,0 0-780,0 0-84,2 2 178,6 3-340,0 0 0,1-1 1,-1-1-1,1 1 0,0-1 0,0-1 1,0 0-1,0 0 0,0-1 0,0 0 1,0 0-1,1-1 0,-1 0 0,0-1 0,0 0 1,2-1-179,19 2 177,221-13 748,-230 27-3260,-36-1-2334,-5-6-3813,6-6 6779</inkml:trace>
  <inkml:trace contextRef="#ctx0" brushRef="#br0" timeOffset="138797.628">3371 7722 1592,'0'0'8821,"0"0"-4308,0 0-2987,0 0-992,0 0-262,0 0 10,9-10 1285,-1 0-1301,-1 0 0,0-1 0,0 0 0,-1-1 0,-1 1 0,1-1 1,-2 0-1,0 0 0,0-1 0,-2 1 0,1-1 0,-1 0 0,-1-7-266,49 412 4248,-26-301-4178,2-63-3536,-25-28-4429,-1-3 4982,0 2 1121,0-10-2993</inkml:trace>
  <inkml:trace contextRef="#ctx0" brushRef="#br0" timeOffset="139047.579">3364 8076 3729,'0'0'9514,"0"0"-5521,0 0-2753,0 0-640,0 0 8,0 0 184,0 0 449,32 0-585,0-7-112,10-2-352,8-2-88,4-2-104,0 2-16,8-3-32,-12-1-1664,-13 4-4746,-13 2-8521</inkml:trace>
  <inkml:trace contextRef="#ctx0" brushRef="#br0" timeOffset="137193.389">1857 7469 5153,'0'0'2778,"0"0"2906,0 0-3026,0 0-1915,0 0-526,0 0-81,-5 17 365,-74 324 1185,76-311-1607,3-29-43,14-1 197,414 1 1370,-320 20-3793,-107-21-9964,-4-3 10248,-2-2 1354,-7-9-1897</inkml:trace>
  <inkml:trace contextRef="#ctx0" brushRef="#br0" timeOffset="137491.276">2104 7482 5297,'0'0'7428,"0"0"-4364,0 0-1904,0 0-645,0 0 320,1 26 1061,20 358 3085,-20-362-5030,1 0 1,1-1-1,0 1 1,2-1-1,1 0 0,0 0 1,1 0-1,2-1 1,0 0-1,1-1 0,10 14 49,-12-16-2846,-6-5-6160,-2-11 1114</inkml:trace>
  <inkml:trace contextRef="#ctx0" brushRef="#br0" timeOffset="136013.11">562 7533 5793,'0'0'1080,"0"0"-815,0 0-233,0 0-16,0 0-24,0 0 16,0 0 0,-45 67-8,40-54-16,0-4-48,0 2-5074</inkml:trace>
  <inkml:trace contextRef="#ctx0" brushRef="#br0" timeOffset="136344.32">549 7751 1488,'0'0'10853,"0"0"-6684,0 0-2408,0 0-649,0 0-80,0 0 274,29 0 1005,-12 0-2260,37 1 57,1-2-1,0-2 0,-1-3 1,0-2-1,1-3-107,-9 0-848,-35 10-1905,-32 10-704,-56 13-8076,44-15 8825</inkml:trace>
  <inkml:trace contextRef="#ctx0" brushRef="#br0" timeOffset="162757.328">836 10156 5353,'0'0'2935,"0"0"493,0 0-1806,0 0-437,0 0-318,26 0-86,189 1 602,-157 13-1312,-48 6-2997,-12-19-4948,-3-1 4623,-10-2 2887,15 2-100,-15-7 143</inkml:trace>
  <inkml:trace contextRef="#ctx0" brushRef="#br0" timeOffset="163044.522">950 10385 6105,'0'0'832,"0"0"-519,0 0 2727,0 0-1503,0 0-233,0 0 224,0 0-392,126 18-231,-92-18-305,6 0-96,2 0-240,-5-4-8,-2-3-216,-11 3 56,-4-1-192,-3 1-240,-9-7-512,-8 2-3529</inkml:trace>
  <inkml:trace contextRef="#ctx0" brushRef="#br0" timeOffset="167295.063">5341 9703 7210,'0'0'20,"0"0"912,0 0 2934,0 0-1444,0 0-1227,0 0 30,5 24 1118,20 166 2516,-28-116-4084,1-50-557,0 0 0,1 0-1,2 0 1,0 0 0,1 0 0,2-1 0,0 1 0,2-1-1,0 0 1,2 0 0,2 3-218,-10-27-101,0 0 1,1 1-1,-1-1 0,1 1 1,-1-1-1,1 0 0,-1 1 1,1-1-1,-1 1 0,1-1 1,-1 1-1,1-1 0,-1 1 1,1 0-1,0-1 0,-1 1 1,1 0-1,0-1 0,-1 1 1,1 0-1,0 0 0,0 0 1,-1 0-1,1 0 0,0 0 1,0-1-1,-1 2 0,1-1 1,0 0-1,0 0 0,-1 0 1,1 0-1,0 0 0,-1 1 0,1-1 1,0 0-1,-1 1 0,1-1 1,0 0-1,-1 1 0,1-1 1,-1 1-1,1-1 0,0 1 1,-1-1-1,1 1 0,-1-1 1,0 1-1,1 0 0,-1-1 1,1 1-1,-1 0 0,0-1 1,0 1-1,1 0 0,-1-1 1,0 1-1,0 0 0,0 0 101,0-27-5772</inkml:trace>
  <inkml:trace contextRef="#ctx0" brushRef="#br0" timeOffset="167541.52">5207 10143 8010,'0'0'1272,"0"0"3377,0 0-2729,0 0-791,151-4-129,-101-8-112,-1-1 136,1 2-328,-4 2-360,-4 2-336,0 1-432,-9 1-2160,-14 3-6978</inkml:trace>
  <inkml:trace contextRef="#ctx0" brushRef="#br0" timeOffset="164483.133">2808 9576 6305,'0'0'4265,"-7"22"-1711,-84 343 3671,73-256-3787,6 1-1,5-1 1,4 66-2438,7-156 148,0 0 1,2 0-1,0-1 1,0 1-1,2-1 1,0-1-1,2 0 1,-1 0-1,2 0 0,0-2 1,1 1-1,1-1 1,0-1-1,1-1 1,1 0-1,0 0 1,0-1-1,8 3-148,10 7 40,2 0 0,0-3-1,2-1 1,0-1 0,0-2-1,2-2 1,0-1 0,5-1-40,-42-12-253,-1 1 1,0-1-1,1 0 0,-1 0 1,0 1-1,0-1 1,1 0-1,-1 0 0,0 0 1,0 0-1,0 0 1,0-1-1,0 1 1,0 0-1,-1 0 0,1-1 1,0 1-1,-1 0 1,1-1-1,-1 1 0,1-1 1,-1 1-1,0-1 1,1 1-1,-1-1 1,0 1-1,0-1 0,0 1 1,0-1-1,0 1 1,0-1-1,-1 1 1,1 0-1,0-1 0,-1 1 1,0-1-1,1 1 1,-1-1-1,0 0 253,0-17-4454,3-27-6812</inkml:trace>
  <inkml:trace contextRef="#ctx0" brushRef="#br0" timeOffset="165025.664">3337 9814 6001,'0'0'1458,"0"0"1481,0 0-1821,6-21-794,54-175 1170,-50 132 393,1 82-191,33 148 3153,30 74-1775,-36-192-3122,-37-40-4260,-1-7-317</inkml:trace>
  <inkml:trace contextRef="#ctx0" brushRef="#br0" timeOffset="165279.584">3320 10050 7274,'0'0'952,"0"0"3433,0 0-2673,0 0-760,0 0-240,0 0 289,0 0-241,133 29-8,-76-29-176,5 0-400,-3-14 104,-7 3-224,-8 2-112,-12 3 56,-4 6-144,-14 0-1632,-4 0-3025,-10 2-4137</inkml:trace>
  <inkml:trace contextRef="#ctx0" brushRef="#br0" timeOffset="165827.505">3537 10312 3753,'0'0'3555,"0"0"2671,0 0-3280,0 0-1665,0 0-809,0 0-36,12-13 207,43-38-177,-53 48-459,0 0 0,1 1 1,-1-1-1,1 1 1,0 0-1,0 0 1,0 0-1,0 0 1,0 0-1,0 1 1,1-1-1,-1 1 1,0 0-1,1 0 1,-1 0-1,1 1 0,-1-1 1,1 1-1,-1 0 1,1 0-1,-1 0 1,1 0-1,-1 0 1,1 1-1,-1 0 1,1 0-1,-1 0 1,0 0-1,1 0 0,-1 1 1,0-1-1,0 1 1,0 0-1,0 0 1,0 0-1,0 0 1,-1 1-1,1-1 1,-1 1-1,1 0 1,-1-1-1,0 1 0,0 0 1,0 0-1,-1 0 1,1 1-1,-1-1 1,0 0-1,1 1 1,-2-1-1,1 0 1,0 4-8,5 19 163,-2 1 1,-1 0-1,-1 0 1,-1 1-1,-1-1 1,-2 0-1,-1 0 1,0 0-1,-3 0 1,0 0-1,-1-1 1,-2 0-1,-9 19-163,16-44 48,0-1-1,0 0 0,1 1 0,-1-1 0,0 0 0,0 0 1,0 0-1,0 0 0,0 0 0,0-1 0,1 1 1,-1-1-1,0 1 0,0-1 0,0 1 0,1-1 0,-1 0 1,0 0-1,1 0 0,-1 0 0,1 0 0,-1 0 0,1-1 1,-1 1-1,1 0 0,0-1 0,0 1 0,0-1 0,0 1 1,0-1-1,0 0 0,0 1 0,0-1 0,0 0 0,1 0 1,-1 1-1,1-1 0,0 0 0,-1 0 0,1 0 1,0 0-1,0 0 0,0 0-47,-7-85-688,10 85 688,1 0 0,-1 0 0,1 1 0,-1-1 0,1 1 0,0 0 0,0 0 0,0 0 0,-1 1 0,1 0 0,0-1 0,0 1 0,0 0 0,0 1 0,0-1 0,0 1 0,-1-1 0,1 1 0,0 0 0,0 1 0,-1-1 0,1 1 0,-1 0 0,3 1 0,15 9 6,-10-4 30,0-1 0,1 0 1,-1-1-1,1-1 0,1 0 1,-1 0-1,1-1 0,0-1 1,0 0-1,0-1 0,10 1-36,-10-2-31,1-1 0,-1 0 0,0-1-1,1 0 1,-1-1 0,0 0 0,0-1 0,0-1 0,-1 0-1,1-1 1,-1 0 0,10-6 31,36-46-6897,-39 26-2035</inkml:trace>
  <inkml:trace contextRef="#ctx0" brushRef="#br0" timeOffset="166325.156">4298 9772 5577,'0'0'2950,"0"0"-347,0 0-1032,0 0-353,0 0 214,0 0 13,1-6-96,2-10-171,-5 39-69,-7 55 1105,6-57-1775,-6 31 336,3 0 1,2 0 0,2 1-1,2-1 1,4 12-776,-2-57 11,0-1 0,1 1 1,0-1-1,0 1 0,0-1 0,1 0 0,0 0 0,0 0 1,0-1-1,1 1 0,0-1 0,0 0 0,0 0 0,1-1 1,0 0-1,0 0 0,0 0 0,0-1 0,0 1 0,1-2 1,-1 1-1,1-1 0,0 0 0,0 0 0,0-1 1,0 0-1,0 0 0,0 0 0,0-1 0,0 0 0,0-1 1,1 1-1,-1-2 0,0 1 0,-1-1 0,1 0 0,0 0 1,0 0-1,-1-1 0,1 0 0,-1-1 0,0 1 0,0-1 1,0-1-1,-1 1 0,0-1 0,1 0 0,2-3-11,4-8-39,-1-1-1,0 0 1,-1 0-1,-1-1 1,-1 0-1,-1 0 1,0-1-1,-1 0 1,-1 0-1,-1-1 1,-1 1-1,0-1 1,-2 0-1,0 0 1,-1 0-1,-1 0 1,-1 1-1,-1-1 1,0 0-1,-2 1 1,0 0-1,-1 0 1,-1 0-1,-1 1 1,0 0-1,-2 0 1,0 1-1,-1 0 1,0 1-1,-1 1 1,-2-1 39,9 10-14,1 1-1,-2-1 1,1 1-1,0 1 1,-1-1-1,0 1 1,0 0-1,0 0 1,-1 1-1,0-1 1,1 2 0,-1-1-1,0 1 1,0 0-1,0 0 1,0 1-1,-1 0 1,1 0-1,0 1 1,-1-1 0,1 2-1,0-1 1,0 1-1,-1 0 1,1 1-1,0 0 1,0 0-1,0 0 1,0 1 0,1 0-1,-1 0 1,1 1-1,0 0 1,0 0-1,0 0 1,-2 3 14,1 5-80,1 1 0,0 0 0,1 0 0,0 1 0,1-1 0,1 1 0,0 0 0,1 0 0,1 0 1,0 0-1,1 11 80,4 95-4040,-3-106 3114,7 56-4237</inkml:trace>
  <inkml:trace contextRef="#ctx0" brushRef="#br0" timeOffset="166644.135">4251 10087 5753,'0'0'5984,"0"0"-2991,0 0-1649,0 0-393,0 0-66,0 0 727,24 0 108,322-20 1423,-298 10-3072,64-6-2390,-111 16-2622</inkml:trace>
  <inkml:trace contextRef="#ctx0" brushRef="#br0" timeOffset="163545.066">1718 9885 7698,'0'0'1052,"0"0"2083,0 0-756,3 24-562,12 192 1537,-23-43-1402,8-172-1882,0-1 122,0 0-10,0 0 13,17-1-63,353-21-1235,-359 23-354,-9-1-7851,-4-7 1787</inkml:trace>
  <inkml:trace contextRef="#ctx0" brushRef="#br0" timeOffset="163847.983">1963 9939 4457,'0'0'4102,"0"0"87,0 0-1216,6 27-974,44 177 1484,-29-96-1303,50 153-652,-71-260-1343,6 14-1644,-15-19-7642,-3-11-2738</inkml:trace>
  <inkml:trace contextRef="#ctx0" brushRef="#br0" timeOffset="200162.527">1071 12208 6545,'0'0'2058,"0"0"1279,0 0-1711,0 0-825,0 0 186,0 0 417,25 7-358,81 20-167,132-19 1832,-186-8-2915,-49 18-2818,-5-7-1719</inkml:trace>
  <inkml:trace contextRef="#ctx0" brushRef="#br0" timeOffset="200488.436">1162 12559 9874,'0'0'1991,"0"0"-604,0 0-183,0 0-110,0 0 449,0 0-167,24 4-270,194 15 477,-168-19-1518,135-6-178,-70-20-6479,-82 11 1260</inkml:trace>
  <inkml:trace contextRef="#ctx0" brushRef="#br0" timeOffset="208326.04">9092 11490 6553,'0'0'845,"0"0"1820,0 0 340,0 0-812,0 0-854,0 0-414,-5-3-281,-3 3-601,1 1 0,-1 0-1,1 0 1,0 1 0,-1 0 0,1 1-1,0-1 1,0 1 0,0 0 0,1 1-1,-1 0 1,1 0 0,0 0 0,0 1-1,0 0 1,1 0 0,0 1 0,0-1-1,0 1 1,0 0 0,1 0 0,0 1-1,-2 4-42,-10 7 253,-104 130 945,120-146-1188,0-1-1,-1 0 1,2 0-1,-1 1 1,0-1-1,0 0 1,0 0 0,0 0-1,1 0 1,-1 1-1,1-1 1,-1 0-1,1 0 1,-1 0 0,1 0-1,-1 0 1,1 0-1,0 0 1,0 0-1,-1 0 1,1 0-1,0 0 1,0-1 0,0 1-1,0 0 1,0-1-1,0 1 1,0 0-1,0-1 1,1 1 0,-1-1-1,0 0 1,0 1-1,0-1 1,0 0-1,1 0 1,-1 0-1,0 0 1,0 0 0,1 0-1,-1 0 1,0 0-1,0 0 1,0-1-1,1 1 1,-1 0-1,0-1 1,0 1 0,0-1-1,0 1 1,0-1-1,0 0-9,81-7 123,-73 4-135,0 1 0,0 0 0,1 0 0,-1 1 0,1 0 0,0 1 0,-1 0 1,1 1-1,0 0 0,-1 0 0,1 1 0,0 0 0,-1 1 0,1 0 0,-1 0 0,1 1 0,-1 1 0,0-1 0,0 1 0,-1 1 0,1 0 0,-1 0 0,0 1 0,0-1 0,-1 2 0,1-1 0,-2 1 0,1 0 0,-1 1 0,0-1 0,0 1 0,3 6 12,-7-9 21,0-1 0,0 0 0,0 1 0,0-1 0,-1 1-1,0-1 1,0 1 0,0 0 0,0 0 0,-1 0-1,0-1 1,0 1 0,0 0 0,0 0 0,-1 0 0,0-1-1,0 1 1,0 0 0,-1-1 0,1 1 0,-1-1-1,0 1 1,0-1 0,-1 0 0,1 0 0,-1 0 0,0 0-1,0 0 1,-1-1 0,1 1 0,-1-1 0,1 0 0,-1 0-1,0 0 1,0-1 0,-2 2-21,-19 8 30,0-1 0,-1-1 0,0-1 0,0-1 0,-1-2 0,0 0 0,0-2 0,-1-1 0,1-1 0,-1-1 0,1-2 0,-8-1-30,24-2-1436,8-12-4919,4 11 4545,-1-10-3834</inkml:trace>
  <inkml:trace contextRef="#ctx0" brushRef="#br0" timeOffset="206291.928">7271 11817 6665,'0'0'646,"0"0"-351,0 0 465,0 0 2236,0 0-583,0 0-1071,7-12-496,92-215 4329,-86 147-4910,-6 116-43,-1 119 2758,-6-101-2310,2 1 0,2 0 0,3-1 0,11 43-670,-17-94 7,0 0-11,-1 1 0,0-1 0,1 0 0,0 1 0,0-1 0,0 0 0,0 0 0,0 0 0,1 1 0,0-2 0,-1 1 0,1 0 0,0 0 0,0 0 0,0-1 0,1 1 0,-1-1 0,1 0 0,-1 0 0,1 0 0,0 0 0,0 0 0,0 0 0,1 0 4,3-49-4563,-7 14 282,0 4-1260</inkml:trace>
  <inkml:trace contextRef="#ctx0" brushRef="#br0" timeOffset="206728.779">7162 12166 6737,'0'0'1243,"0"0"2073,0 0-756,0 0-893,0 0-578,0 0-249,16 0 480,163-10 2085,530-117-1706,-656 124-2027,-89 38-5531,5-15 493</inkml:trace>
  <inkml:trace contextRef="#ctx0" brushRef="#br0" timeOffset="207197.754">7634 12313 7378,'0'0'6409,"0"0"-3466,0 0-1821,0 0-619,0 0-210,-4 14 511,-82 238 2430,86-250-3217,0 1 0,1-1 0,-1 0 0,1 1-1,0-1 1,-1 1 0,1-1 0,1 0 0,-1 0 0,0 1 0,0-1-1,1 0 1,-1 0 0,1 0 0,0-1 0,-1 1 0,1 0-1,0-1 1,0 1 0,0-1 0,0 1 0,1-1 0,-1 0 0,0 0-1,0 0 1,1 0 0,-1 0 0,1-1 0,-1 1 0,1-1 0,-1 1-1,1-1 1,-1 0 0,1 0 0,-1 0 0,1-1 0,-1 1-1,1 0 1,-1-1 0,0 0 0,1 1 0,-1-1 0,0 0 0,1 0-1,-1 0 1,0-1-17,27 1 112,163-21 614,5-1-3172,-205 20-5591,-4-6 3936,8 5 2084,-14-9-24</inkml:trace>
  <inkml:trace contextRef="#ctx0" brushRef="#br0" timeOffset="207455.884">7926 12286 6081,'0'0'7957,"0"0"-3726,1 28-497,5 177-257,-6 117-239,0-321-3335,6-9-1814,8-106-13705,-7 69 8667</inkml:trace>
  <inkml:trace contextRef="#ctx0" brushRef="#br0" timeOffset="204768.847">6147 11608 6465,'0'0'2236,"0"0"2435,0 0-1603,0 22-625,-15 310 4676,13-289-6652,-1-19-400,1 1-1,1 0 0,1 0 0,1 0 1,2 0-1,0-1 0,2 1 1,0-1-1,7 16-66,-11-48-6231,-1-12 495</inkml:trace>
  <inkml:trace contextRef="#ctx0" brushRef="#br0" timeOffset="205121.771">5890 11957 6225,'0'0'937,"0"0"-537,0 0-188,0 0 477,0 0 1321,0 0-302,8 8-426,83 37 2373,232-49 670,-257 0-4014,-26 4-421,32-6-5106,-50-2-1426</inkml:trace>
  <inkml:trace contextRef="#ctx0" brushRef="#br0" timeOffset="203723.609">4857 11739 4721,'0'0'3163,"0"0"1245,0 0-1932,0 0-1101,-7 21 178,-28 154 2349,35-155-3464,16 196 2131,-14-209-2547,-1 0-1,1-1 1,1 1-1,-1 0 1,1 0-1,1-1 1,-1 0-1,1 0 1,0 0-1,0 0 1,1 0-1,0-1 1,0 0 0,0 0-1,0 0 1,1-1-1,0 0 1,0 0-1,0 0 1,0-1-1,1 1 1,0-2-1,-1 1 1,1-1-1,0 0 1,0 0 0,0-1-1,2 0-21,-2 0 12,0 0 0,0-1 0,0 0 0,0-1 0,0 1 0,0-1 0,0-1 0,0 1 0,-1-1 0,1-1 0,-1 1 0,1-1 0,-1 0 0,0 0 0,0-1 0,0 0 0,0 0 0,-1 0 0,1-1 0,-1 0 0,-1 0 0,1 0 0,-1 0 0,1-1 0,-1 0 0,-1 0 0,1 0 0,-1 0 0,-1-1 0,1 0-12,7-18 0,-1 0 0,-1-1 0,-1 0 1,-2 0-1,0-1 0,-2 1 0,-1-1 0,-1 0 0,-1 0 0,-2 0 0,-2-10 0,2 21-9,0 1 0,-1 0 0,-1 0 0,-1 0 0,0 0 0,-1 1 0,0 0 0,-1 0 0,0 1 0,-2-1 0,-6-8 9,11 17-6,1 1 0,-1-1 0,1 1-1,-1 0 1,0 0 0,-1 0 0,1 0 0,-1 1-1,0 0 1,0 0 0,0 0 0,0 1 0,0-1-1,0 1 1,-1 0 0,1 1 0,-1-1 0,1 1-1,-1 0 1,0 1 0,1-1 0,-1 1-1,0 0 1,0 1 0,1-1 0,-1 1 0,0 0-1,1 1 1,-1-1 0,1 1 0,-1 0 0,1 1-1,0-1 7,-6 5-77,0 0 0,1 1 0,0 0 0,0 1 0,1 0 0,0 1 0,1 0 0,0 0 0,0 0 0,1 1-1,1 0 1,0 1 0,0 0 0,1 0 0,0 2 77,-32 119-5753,33-75 480</inkml:trace>
  <inkml:trace contextRef="#ctx0" brushRef="#br0" timeOffset="204022.705">4763 12037 4889,'0'0'6680,"0"0"-3462,0 0-1830,0 0-735,0 0-49,0 0 501,17 1 13,349 11 1417,-242-8-3478,-42-6-3540,-36-2-2231</inkml:trace>
  <inkml:trace contextRef="#ctx0" brushRef="#br0" timeOffset="201989.939">3433 11623 7482,'0'0'1305,"-16"19"1304,-145 216 3921,65 52-146,89-250-5968,1 0 0,3 1 0,0-1 1,3 1-1,1-1 0,1 1 0,3 3-416,0-22 95,0 0 0,1 0 0,1-1-1,1 1 1,0-2 0,2 1 0,0-1-1,1 0 1,0-1 0,1-1 0,1 0 0,1 0-1,0-1 1,1-1 0,6 4-95,16 11 75,0-1 1,2-2-1,1-2 0,1-1 1,1-2-1,2-2-75,18 3-906,-62-27 186,-1-60-4908,-3 23 421</inkml:trace>
  <inkml:trace contextRef="#ctx0" brushRef="#br0" timeOffset="202506.772">3940 11748 7802,'0'0'1048,"0"0"1320,0 0-357,0 0-706,0 0-533,0 0-357,6-23 23,49-176 720,-39 172-354,-6 70 451,13 168 4572,10 54-3924,-31-256-1929,1 1-496,-3-3-3055,0-5-2168</inkml:trace>
  <inkml:trace contextRef="#ctx0" brushRef="#br0" timeOffset="202762.402">3843 12095 6969,'0'0'1249,"0"0"2608,0 0-2097,0 0-496,0 0-248,0 0-143,161-14 7,-107 3-368,-2-2-160,-2 4-216,-8 0-32,-5 7-208,-12 0-1000,-11 2-6842</inkml:trace>
  <inkml:trace contextRef="#ctx0" brushRef="#br0" timeOffset="203227.094">3940 12321 12323,'0'0'3735,"0"0"-2225,0 0-827,0 0 19,0 0 201,0 0 43,5-1-485,28-8-351,220-38 580,-250 50-676,0 0 0,0 0 0,0 1-1,-1-1 1,0 1 0,1 0 0,-1 0-1,0 0 1,-1 0 0,1 0 0,-1 0-1,0 1 1,0-1 0,0 0 0,-1 1-1,1-1 1,-1 0 0,0 1 0,0-1-1,-1 0 1,1 1 0,-1-1 0,0 0-1,0 1 1,0-1 0,-1 0 0,1 0-1,-1 0 1,0 0 0,-1 0 0,1-1-1,-2 3-13,-192 283 2044,195-288-2042,0 0 0,0-1 0,0 1 0,0 0 0,0 0 0,0 0 0,0 0 0,0 0 0,1 0 0,-1 0 0,0 1 0,0-1 0,1 0 0,-1 0 0,1 0 0,-1 1 0,1-1 0,0 0 0,0 1 0,-1-1 0,1 0 0,0 1 0,0-1 0,0 0 0,0 1 0,0-1 0,1 0 0,-1 1 0,0-1 0,1 0 0,-1 1 0,1-1 0,-1 0 0,1 0 0,0 0 0,-1 1 0,1-1-1,0 0 1,0 0 0,0 0 0,0 0 0,-1 0 0,2 0 0,-1-1 0,0 1 0,0 0 0,0 0 0,0-1 0,0 1 0,1-1 0,-1 1 0,0-1 0,0 1 0,1-1 0,-1 0 0,0 0 0,1 0 0,0 1-2,84-4 195,97-70-58,-114 31-3893,-44 25-2919</inkml:trace>
  <inkml:trace contextRef="#ctx0" brushRef="#br0" timeOffset="201095.043">2378 11848 8730,'0'0'3530,"0"0"-1990,0 0-800,0 0-49,0 0 375,-7 20-181,-58 160 253,38-32-441,30-144-667,-1-1 0,1 1-1,0-1 1,0 0-1,1 0 1,-1 0 0,1 0-1,-1-1 1,1 1 0,0-1-1,0 0 1,0 0-1,0-1 1,0 1 0,0-1-1,1 0 1,-1 0 0,0 0-1,1 0 1,-1-1-1,1 0 1,-1 0 0,0 0-1,1 0 1,-1-1 0,1 0-1,-1 0 1,1 0-30,3 1 61,213-33 1027,-124 17-1002,-94 11-3486,-3 1-647</inkml:trace>
  <inkml:trace contextRef="#ctx0" brushRef="#br0" timeOffset="201425.283">2581 11844 8362,'0'0'3821,"0"0"-1593,0 18-222,-1 160 2824,2 265 781,16-319-5446,-2-144-3788,-10-6-1061,0-2-2101</inkml:trace>
  <inkml:trace contextRef="#ctx0" brushRef="#br0" timeOffset="96045.722">6349 5428 6537,'0'0'2796,"0"0"-1073,0 0-708,12 4 13,4 1-474,14 4 30,6-7 2611,-5-54-837,25-202-470,-29 700 2450,-5-240-3512,-12-198-3110,-5-39-10845,-5 15 6901</inkml:trace>
  <inkml:trace contextRef="#ctx0" brushRef="#br0" timeOffset="96400.121">6352 5906 4609,'0'0'8977,"0"0"-5687,0 0-2384,0 0-476,0 0 213,0 0 840,18 0-274,315-1 1993,-11-66-2347,-324 91-6509,-64 35-5654,31-32 7883</inkml:trace>
  <inkml:trace contextRef="#ctx0" brushRef="#br0" timeOffset="97046.077">6510 6329 4561,'0'0'2586,"0"0"2235,0 0-1991,0 0-1561,0 0-278,0 0 48,6-10-333,-1 1-579,1-1 0,-1 1 0,2 0 1,-1 1-1,1 0 0,1 0 0,0 0 1,0 1-1,0 0 0,1 0 0,0 1 1,0 0-1,0 1 0,1 0 1,0 1-1,0-1 0,0 2 0,0 0 1,2 0-128,-7 5 17,-1 1 0,1 0 1,-1 1-1,0-1 0,-1 1 1,1-1-1,0 1 0,-1 1 1,0-1-1,0 0 0,0 1 1,-1-1-1,1 1 0,-1 0 1,0 0-1,-1 0 0,1 0 1,-1 0-1,0 0 0,0 0 1,0 1-1,-1-1 0,0 0 1,0 3-18,1 250 761,-1-253-759,0 0-1,0 0 1,0 0 0,0 0-1,-1 0 1,0 0-1,0 0 1,0-1 0,-1 1-1,1 0 1,-1 0-1,0-1 1,-1 1 0,1-1-1,-1 0 1,0 0-1,0 0 1,0 0 0,0 0-1,-1 0 1,0-1-1,1 0 1,-1 0 0,0 0-1,-1 0 1,1-1-1,0 1 1,-1-1 0,0 0-1,1 0 1,-1-1-1,0 0 1,0 1 0,0-2-1,-4 1-1,6 0-72,-1-1 1,0 1-1,1-1 0,-1 0 0,0-1 0,0 1 1,1-1-1,-1 1 0,0-1 0,1 0 0,-1 0 1,1-1-1,0 1 0,-1-1 0,1 0 1,0 0-1,0 0 0,0 0 0,0 0 0,0-1 1,0 1-1,1-1 0,-1 0 0,1 0 0,0 0 1,0 0-1,0 0 0,0 0 0,0-1 1,1 1-1,0 0 0,-1-1 0,1 1 0,0-1 1,0-1 71,49-5 412,238 10 1723,-266-2-2173,1 0 0,-1-2 0,0-1 0,0 0 0,0-1 1,-1-1-1,0-1 0,0-1 0,1-1 38,38-28-5201,-12-5-7417,-29 20 10513</inkml:trace>
  <inkml:trace contextRef="#ctx0" brushRef="#br0" timeOffset="98598.653">7617 4853 4609,'0'0'564,"0"0"-161,0 0-246,0 0 22,0 0 1156,0 0 1852,0-6-1842,0-5-2196,1 10 1024,-1 0 1,0 0-1,0-1 1,1 1-1,-1 0 1,0 0-1,0 0 0,0 0 1,0 0-1,0-1 1,0 1-1,-1 0 1,1 0-1,0 0 1,0 0-1,-1 0 0,1 0 1,-1 0-1,1 0 1,-1 0-1,0 0 1,1 0-1,-1 0 1,0 0-1,1 0 0,-1 0 1,0 0-1,0 1 1,0-1-1,0 0 1,0 1-1,0-1 1,0 1-1,0-1 0,0 1 1,0-1-1,0 1 1,0 0-1,0-1 1,0 1-1,-1 0 1,1 0-1,0 0 0,0 0 1,0 0-1,0 0 1,0 0-1,-1 1 1,1-1-1,0 0 1,0 0-174,-7 3 54,-1 1 0,1 0 0,1 0 1,-1 0-1,1 1 0,-1 0 0,1 0 1,1 1-1,-1 0 0,1 0 0,0 1 1,0 0-1,1 0 0,-2 3-54,-1-1 174,0 1-20,1 1 0,0 0 1,0 0-1,1 1 0,0 0 0,1 0 1,0 0-1,1 1 0,1-1 0,0 1 0,1 0 1,0 0-1,1 0 0,0 0 0,1 0 0,0 0 1,3 11-155,57 227 2038,-34-166-1315,167 557 1074,-125-373-1419,-61-131-413,-11-133 43,-1 0 0,1 0 0,-1 0-1,-1 0 1,1-1 0,-1 0 0,1 0 0,-1 0 0,-1-1 0,1 0-1,0 0 1,-1-1 0,1 1 0,-1-1 0,0-1 0,0 1-1,1-1 1,-1-1 0,0 1 0,0-1 0,-2 0-8,-10 2 11,-108 16-12,158-32-9526,22-28 2227,-33 25 2973,15-15 1245</inkml:trace>
  <inkml:trace contextRef="#ctx0" brushRef="#br0" timeOffset="99830.946">8030 5459 3953,'0'0'2926,"0"0"2162,0 0-2600,0 0-1226,0 0 61,0 0-375,0-4-269,1-2 195,8 52 1004,-7-39-1781,0 0 1,0 0-1,0-1 0,1 1 0,0-1 1,0 1-1,1-1 0,0 0 0,0 0 1,0-1-1,1 1 0,-1-1 0,1 0 0,1 0 1,-1-1-1,1 1 0,0-1 0,0 0 1,0-1-1,0 1 0,6 1-97,-6-52 356,-6 42-358,-1 1-1,1 0 1,-1 0 0,1 0 0,-1-1-1,0 1 1,-1 0 0,1 0-1,-1 0 1,0 1 0,0-1-1,0 0 1,0 1 0,-1-1 0,1 1-1,-1 0 1,0-1 0,0 2-1,0-1 1,0 0 0,-1 0-1,1 1 1,-1 0 0,1 0 0,-1 0-1,0 0 1,0 0 0,0 1-1,0 0 1,0 0 0,0 0-1,-1 0 1,0 0 2,-22 91 149,24-60 53,1 1 0,2-1 0,1 1 0,1-1 0,1 0 0,8 29-202,-9-49 21,1-2-1,0 1 1,0 0 0,0 0-1,1-1 1,1 0 0,0 0-1,0 0 1,0 0 0,1-1-1,0 0 1,0 0-1,1-1 1,0 1 0,0-1-1,1-1 1,-1 0 0,1 0-1,0 0 1,1-1 0,-1 0-1,1-1 1,0 1-1,6 0-20,-5-1 0,0 0 0,0-1 0,1-1 0,-1 1 0,0-2 0,1 1 0,-1-1 0,0-1 0,0 0 0,1 0 0,-1-1 0,0-1 0,0 1 0,0-2 0,-1 1 0,1-1 0,-1-1 0,0 0 0,0 0 0,0-1 0,-1 0 0,0 0 0,0-1 0,0 0 0,-1 0 0,0-1 0,-1 0 0,1 0 0,-2-1 0,1 1 0,-1-1 0,0-1 0,-1 1 0,0-1 0,-1 1 0,0-1 0,0 0 0,-1 0 0,0 0 0,-1-6 0,1 10-5,-1-1 0,1 0 0,-1 0 0,-1 0 0,1 0 0,-1 0 0,-1 0 0,1 1 0,-1-1 0,0 0 0,-1 0 0,0 0 0,0 1 0,0-1 0,-1 1 0,0-1 0,0 1-1,0 0 1,-1 0 0,0 1 0,0-1 0,-1 1 0,0 0 0,-2-2 5,-3 72 346,10-57-346,0-1 0,0 1 1,1 0-1,1 0 1,-1 0-1,1-1 0,1 1 1,-1 0-1,1-1 1,0 0-1,1 0 0,0 0 1,0 0-1,1-1 1,-1 1-1,1-1 0,1 0 1,-1-1-1,1 1 1,0-1-1,0 0 0,1-1 1,-1 1-1,1-1 1,0-1-1,0 1 1,1-1-1,-1 0 0,1-1 1,-1 0-1,1 0 1,0 0-1,0-1 0,0-1 1,-1 1-1,7-1 0,-9 1-32,-1 0 0,0 0-1,0 0 1,0 0 0,1-1 0,-1 1-1,0-1 1,1 0 0,-1-1-1,0 1 1,1-1 0,-1 0 0,0 0-1,0 0 1,0 0 0,0-1 0,0 0-1,0 0 1,0 0 0,0 0-1,-1 0 1,1-1 0,-1 0 0,0 1-1,0-1 1,0-1 0,0 1 0,0 0-1,-1-1 1,1 1 0,-1-1-1,0 0 1,0 0 0,0 0 0,0-1 32,-2-4-2,1 0 0,-2-1 0,1 1 0,-1-1 0,-1 1 1,1 0-1,-2 0 0,1 0 0,-1 0 0,-1 0 0,0 0 1,0 1-1,0 0 0,-1 0 0,0 0 0,-1 0 0,0 1 1,0 0-1,0 0 0,-1 1 0,0-1 0,-1 1 0,1 1 1,-1 0-1,0 0 0,0 0 0,-1 1 0,1 0 0,-1 1 0,0 0 1,0 0-1,0 1 0,0 0 0,-1 1 0,1 0 0,0 0 1,-2 1 1,9 0-15,-1 1 1,0 0 0,1 0 0,-1 0 0,1 0 0,0 0 0,-1 1-1,1-1 1,0 1 0,0 0 0,0-1 0,0 1 0,0 0-1,0 0 1,0 0 0,1 0 0,-1 1 0,1-1 0,-1 0 0,1 1-1,0-1 1,0 1 0,0-1 0,0 1 0,1-1 0,-1 1-1,1 0 1,-1 0 0,1-1 0,0 1 0,0 0 0,0-1 0,0 1-1,1 0 1,-1-1 0,1 1 0,0 0 14,32 56-5823,64-40-7220,-53-18 10379</inkml:trace>
  <inkml:trace contextRef="#ctx0" brushRef="#br0" timeOffset="100281.249">9127 5424 7474,'0'0'2284,"0"0"2190,0 0-1958,0 0-1482,0 0-115,0 0 374,-24 1-377,-73 7-440,94-8-464,0 1-1,0 0 1,0 0 0,0 0 0,0 1 0,0-1-1,0 1 1,0 0 0,0 0 0,0 0-1,1 0 1,-1 0 0,1 0 0,0 1-1,0-1 1,0 1 0,0-1 0,0 1-1,0 0 1,0 0 0,1 0 0,0 0 0,-1 0-1,1 0 1,1 0 0,-1 1 0,0-1-1,1 0 1,-1 0 0,1 1 0,0-1-1,0 0 1,0 1 0,1-1 0,-1 0 0,1 2-12,-1 2 12,4-1-74,1 0 0,-1-1 0,1 1 0,0-1-1,0 0 1,0 0 0,1-1 0,-1 1 0,1-1 0,1-1 0,-1 1 0,0-1-1,1 0 1,-1 0 0,1-1 0,0 0 0,0 0 0,0-1 0,0 0 62,162 53-1136,-167-52 1135,0 0 1,0 0-1,0 0 1,-1 0 0,1 0-1,0 0 1,-1 1-1,0-1 1,1 0 0,-1 1-1,0-1 1,0 1 0,0 0-1,-1-1 1,1 1-1,-1 0 1,1-1 0,-1 1-1,0 0 1,0-1 0,0 1-1,0 0 1,-1-1-1,1 1 1,-1 0 0,1-1-1,-1 1 1,0 0-1,0-1 1,0 1 0,-1-1-1,1 0 1,0 1 0,-1-1-1,0 0 1,1 0-1,-1 0 1,0 0 0,0 0-1,0 0 1,0-1 0,-1 1-1,1-1 1,0 1-1,-1-1 1,1 0 0,-1 0-1,1 0 1,-1 0 0,-19 10 213,0-2 1,-1 0-1,1-2 1,-1 0-1,-1-2 1,1 0-1,-20 1-213,-60 13 173,79-6 801,15-9-4332,5-2-8181,18-2 7573</inkml:trace>
  <inkml:trace contextRef="#ctx0" brushRef="#br0" timeOffset="100777.999">9465 5408 7482,'0'0'5829,"0"0"-3601,0 0-1637,0 0-243,0 0 24,0 0-122,11-4-74,-10 4-173,5-4 3,-1 1-1,1 0 0,0 1 0,0 0 0,0 0 0,1 0 0,-1 0 0,0 1 0,1 0 0,-1 1 0,0-1 0,1 1 0,-1 1 1,1-1-1,-1 1 0,0 0 0,1 0 0,-1 1 0,0 0 0,0 0 0,0 0 0,0 1 0,0 0 0,-1 0 0,3 2-5,-2 4 61,-1 0-1,0 0 0,-1 1 0,1-1 0,-2 1 0,1 0 1,-2 1-1,1-1 0,-1 0 0,-1 1 0,0-1 1,0 1-1,-1 0 0,-1-1 0,0 1 0,0-1 0,-1 1 1,0-1-1,0 0 0,-2 0 0,1 0 0,-1 0 1,0 0-1,-2 0-60,-8 12 186,-33 88 1664,116-95-672,-59-14-1166,0 0 1,0-1 0,0-1-1,0 1 1,0-2-1,0 1 1,-1-1 0,1-1-1,-1 0 1,1 0 0,-1-1-1,0 0 1,0-1 0,-1 1-1,1-2 1,-1 1-1,4-5-12,-4-8-2741,-7-1-4110,-2 10 2100,1-7 1944</inkml:trace>
  <inkml:trace contextRef="#ctx0" brushRef="#br0" timeOffset="101212.815">10081 5377 7866,'0'0'6794,"0"0"-3941,0 0-1789,0 0-517,0 0 992,-15 21-27,-42 70-482,53-83-960,1 0 1,0 0-1,0 1 0,1-1 1,1 1-1,-1-1 0,1 1 1,1 0-1,-1-1 0,1 1 1,1 0-1,0-1 0,0 1 1,1-1-1,0 1 1,2 4-71,-1-6 9,0 0 1,1-1 0,0 1 0,0-1 0,1 0 0,-1-1-1,1 1 1,1-1 0,-1 0 0,1 0 0,0 0 0,0-1 0,0 0-1,0 0 1,1-1 0,0 1 0,-1-2 0,1 1 0,0-1 0,1 0-1,-1 0 1,0-1 0,1 0 0,-1 0 0,0-1 0,1 0 0,-1 0-1,1 0 1,-1-1 0,0-1 0,1 1 0,-1-1 0,0 0-1,0-1 1,0 1 0,0-1 0,-1-1 0,1 0 0,-1 1 0,0-2-1,0 1 1,0-1 0,-1 0 0,2-1-10,0-6 11,0 0 1,0-1-1,-1 0 1,0 0-1,-2-1 1,1 0-1,-2 0 1,1 0-1,-2 0 1,0 0-1,-1 0 1,0-1-1,-1 1 1,-1 0-1,0-1 1,-1 1-1,-1 0 1,0 0-1,-1 0 1,0 0-1,-1 1 0,0 0 1,-1 0-1,-1 0 1,0 1-1,-1-1 1,0 2-1,-2-2-11,7 10-15,1-1-1,-1 1 0,0 0 0,0 0 0,0 0 0,-1 0 1,1 1-1,-1-1 0,0 1 0,1 0 0,-1 0 0,0 0 0,0 1 1,0 0-1,0-1 0,-1 1 0,1 0 0,0 1 0,0-1 1,-1 1-1,1 0 0,0 0 0,-1 0 0,1 1 0,0 0 1,0-1-1,-1 1 0,1 1 0,0-1 0,0 1 0,0-1 1,0 1-1,0 0 0,1 1 0,-1-1 0,1 1 0,-1-1 1,1 1-1,0 0 0,0 1 16,-27 107-4691,29-33-5544,1-63 7096,0 10 777</inkml:trace>
  <inkml:trace contextRef="#ctx0" brushRef="#br0" timeOffset="101482.461">10081 5377 6897</inkml:trace>
  <inkml:trace contextRef="#ctx0" brushRef="#br0" timeOffset="101734.702">10081 5377 6897,'-116'130'3078,"104"-113"3541,13-9-3770,32-9-3251,-29 1 1255,434-60 2106,-423 60-2033,-6 0-3902,-5 0-7522,-12 2 5386</inkml:trace>
  <inkml:trace contextRef="#ctx0" brushRef="#br1" timeOffset="108631.389">9693 5835 6913,'0'0'890,"0"0"-111,0 0 1103,0 0-559,0 0-161,4 10 32,3 3-847,0 0 0,1-1-1,0 0 1,1 0 0,0-1-1,1 0 1,0-1 0,0 0 0,1-1-1,10 7-346,2-1 132,1 0-1,0-1 0,2-1 0,-1-2 1,1 0-1,1-2 0,0-1 0,0-1 0,1-2 1,-1 0-1,1-2 0,0-1 0,0-1 1,0-1-1,24-4-131,-45 4 40,-1-1 0,0 0 0,0 0 0,0 0 0,1-1 0,-1 0 0,-1 0 0,1 0 0,0-1 0,0 0 0,-1 0 0,0 0 0,1-1 0,-1 0 0,-1 0 0,1 0 0,0 0 0,-1-1 0,0 0 0,0 0 0,-1 0 0,1 0 0,-1-1 0,0 1 0,0-1 0,-1 0 0,0 0 0,0 0 0,0 0 0,-1 0 0,0 0 0,0 0 0,0-2-40,-16-52 2770,-21 76-2457,6 9-301,-2-1-1,0-1 0,-1-2 0,-1-2 0,-1 0 0,-1-3 0,0-1 0,-1-1 0,0-2 0,-7-1-11,37-9-3,-1 0 0,1-1 0,-1 0-1,0 0 1,0-1 0,0 0 0,1-1-1,-1 1 1,0-1 0,1-1 0,-1 0 0,0 0-1,1 0 1,0-1 0,0 0 0,0 0 0,0-1-1,0 0 1,0 0 0,1-1 0,0 1-1,-2-3 4,-1 1-8,1-1-1,-1-1 0,1 1 1,1-2-1,-1 1 0,1-1 1,1 0-1,-1 0 0,2 0 1,-1-1-1,1 0 0,1 0 1,0-1-1,0 1 0,1-1 1,0-3 8,35 32-110,145 163 109,-160-170 3,-1-1 0,2 0-1,-1-1 1,1-1 0,1-1-1,-1-1 1,1 0 0,0-2 0,1 0-1,-1-1 1,1-1 0,-1-1-1,1 0 1,11-2-2,-15 2 4,0-1-1,0 0 1,0-1-1,0-1 1,-1-1 0,1 0-1,0-1 1,-1 0-1,0-1 1,0-1 0,0-1-1,-1 0 1,8-6-4,-18 9 9,-1 0 1,-1-1 0,1 1 0,-1-1-1,0 0 1,0 1 0,0-1-1,-1 0 1,1 0 0,-1 0 0,-1-1-1,1 1 1,-1 0 0,1 0-1,-2 0 1,1-1 0,0 1-1,-1 0 1,0 0 0,0 0 0,-1 0-1,1 0 1,-1 0 0,0 0-1,-1 1 1,1-1 0,-1 0-1,0 1 1,0 0 0,0 0 0,0 0-1,-1 0 1,0 0 0,0 1-1,0 0 1,-2-2-10,-29-12 496,35 26-496,59 55-2660,-32-48-3462</inkml:trace>
  <inkml:trace contextRef="#ctx0" brushRef="#br0" timeOffset="144130.068">6480 8454 7162,'0'0'1433,"0"0"1028,0 0 293,0 0-441,0 0-816,0 0-380,13-13-155,-4 2-870,1 1-1,0 1 1,0 0 0,1 0 0,0 1 0,0 0 0,1 1-1,0 0 1,1 1 0,-1 0 0,1 1 0,0 1-1,0 0 1,1 0 0,-1 2 0,1 0 0,0 0-1,-1 1 1,14 1-92,-19 5-19,-1 0 0,0 1 1,0 0-1,0 0 0,-1 1 0,1 0 0,-2 0 0,1 0 0,-1 1 0,0 0 0,-1 0 0,0 0 0,0 0 0,-1 1 0,0-1 1,0 1-1,-1 0 0,0 0 0,-1 0 0,0 0 0,0 0 0,-1 1 0,0-1 0,0 0 0,-1 0 0,-1 0 0,0 3 19,4 14-2,-2-1 0,0 1-1,-1 0 1,-2-1 0,-1 1-1,-1-1 1,-1 0-1,-1 0 1,-1-1 0,-1 0-1,-1-1 1,-1 1 0,-1-2-1,-8 10 3,17-29-3,1 0-1,-1 0 0,-1 0 1,1-1-1,0 1 1,0-1-1,-1 0 0,1 0 1,-1 0-1,0 0 0,0-1 1,0 0-1,1 0 1,-1 0-1,0 0 0,0 0 1,-1-1-1,1 1 1,0-1-1,0 0 0,0-1 1,0 1-1,0-1 1,0 1-1,0-1 0,0-1 1,0 1-1,0 0 1,1-1-1,-1 0 0,0 0 1,1 0-1,-1 0 1,1-1-1,0 1 0,-3-3 4,1 1-25,0 0 0,0-1 0,0 1-1,0-1 1,1 0 0,-1 0 0,1 0-1,1-1 1,-1 1 0,1-1 0,0 0-1,0 0 1,0 0 0,1-1-1,0 1 1,1 0 0,-1-1 0,1 1-1,0-1 1,1 0 0,-1 1 0,2-6 25,1 10 2,1 0 1,-1-1 0,1 1 0,-1 0 0,1 1 0,0-1-1,0 0 1,0 1 0,0 0 0,0 0 0,0-1 0,1 2-1,-1-1 1,0 0 0,0 1 0,1 0 0,-1-1 0,0 1-1,1 0 1,-1 1 0,0-1 0,1 1 0,2 0-3,4-1 59,262 23 1002,-242-23-936,0-2-1,0 0 1,0-2 0,0-2-1,0 0 1,-1-2-1,6-4-124,-25 9-302,20-12 13,-39-3-8056,-7 7-1093</inkml:trace>
  <inkml:trace contextRef="#ctx0" brushRef="#br0" timeOffset="143252.116">6352 7733 6001,'0'0'1313,"0"0"2193,0 0-1525,0 0-551,0 0-283,0 0 109,17 1 3709,30-194-3302,-34 116-1584,-8 93-279,34 465 3287,-6-407-3385,-32-73-34,-1 0 251,-2 0-3867,-11-1-2178</inkml:trace>
  <inkml:trace contextRef="#ctx0" brushRef="#br0" timeOffset="143499.233">6233 8127 6489,'0'0'7618,"0"0"-5570,0 0-943,0 0-265,0 0 352,173-38 585,-111 27-369,0 4-944,-3 5-248,-5 2-208,-2 0-16,-5 5-72,-2 8-32,2 5-608,-8-9-2993,-12-3-1104,-5-4-5185</inkml:trace>
  <inkml:trace contextRef="#ctx0" brushRef="#br0" timeOffset="146660.527">7896 7160 6225,'0'0'1269,"0"0"2940,0 0-2102,0 0-910,0 0-559,0 0 14,-13-5 127,8 3-717,0-1 51,-1 0 0,1 1 1,-1 0-1,1 0 0,-1 0 1,0 0-1,0 1 0,0 0 1,0 1-1,0-1 0,0 1 1,0 0-1,0 0 0,0 1 1,1 0-1,-1 0 0,0 0 1,0 1-1,0 0 0,1 0 1,-1 0-1,1 1 0,0 0 1,-1 0-1,1 0 0,-2 2-113,-9 16 256,1 0 0,1 0 0,1 2 0,1 0 0,1 0 0,1 1 0,1 0 0,1 1-1,1 0 1,2 0 0,0 0 0,1 1 0,2 0 0,1-1 0,0 1 0,2 0 0,2 0 0,0 1-256,-3 5 138,5 52 218,3-1-1,3 0 0,5 0 0,3-2 1,3 0-1,4-1 0,3-2 0,26 46-355,-33-78 32,-2 1-1,-2 1 0,-2 1 1,-2 0-1,-3 1 0,-1 1 1,-3-1-1,0 48-31,-6-73 7,0-16 16,0 0 0,-1-1 0,1 1 1,-2 0-1,1 0 0,-2 0 0,1 0 0,-1 0 0,0-1 0,-1 1 1,0-1-1,0 1 0,-1-1 0,0 0 0,0 0 0,-3 2-23,0-7 8,0 0 1,0 0-1,0-1 0,-1 0 0,1 0 0,-1-1 0,1 0 0,-1 0 0,0-1 0,1 0 0,-1 0 0,0-1 0,1 0 0,-1 0 1,1-1-1,-1 0 0,1 0 0,-4-3-8,-80-61-2398,77 33-1593,10-8-3449,4 9-1567</inkml:trace>
  <inkml:trace contextRef="#ctx0" brushRef="#br0" timeOffset="147929.038">8398 7649 5553,'0'0'7614,"0"0"-4001,0 0-1858,0 0-1018,0 0-302,0 0 530,4 13 628,0-2-1273,-1 3-189,1-1 0,0 0 0,1 0 0,1-1 0,0 1 0,1-1 0,0 0-1,0-1 1,2 0 0,-1 0 0,4 2-131,-11-13-5,1-1 0,-1 1-1,0-1 1,0 1 0,0-1 0,0 0-1,0 0 1,0 1 0,0-1 0,0 0-1,-1 0 1,1 0 0,0 0 0,0 0-1,-1 0 1,1 0 0,-1 0 0,1 0-1,-1-1 1,1 1 0,-1 0 0,0 0-1,1 0 1,-1-1 0,0 1 0,0 0-1,0 0 1,0-1 0,0 1 0,0 0-1,0 0 1,-1 0 0,1-1 0,0 1-1,-1 0 1,1 0 0,0 0 0,-1 0-1,0 0 1,1-1 0,-1 1-1,0 0 1,1 0 0,-1 0 0,0 1-1,0-1 1,0 0 0,0 0 0,-1 0 5,1-5-13,-1 1 0,0-1 0,0 1 0,-1 0 0,0 0 0,0 0 0,0 0 0,0 0 0,-1 1 0,0-1 0,0 1 0,0 0 0,0 0 0,-1 1 0,0-1 0,1 1 0,-1 0 0,0 0 0,-1 1 0,1-1 0,0 1 0,-1 0 0,-3 0 13,6 3 7,1 1-1,0-1 1,0 1 0,0 0-1,0 0 1,0 0-1,0 0 1,1 0 0,-1 1-1,1-1 1,-1 0-1,1 1 1,0-1 0,0 1-1,0-1 1,0 1 0,0 0-1,1-1 1,-1 1-1,1 0 1,0-1 0,0 1-1,0 0 1,0 0 0,0-1-1,0 1 1,1 1-7,-1-3 5,-1 13 30,0-1-1,1 1 1,0 0 0,1-1-1,1 1 1,0-1 0,1 1-1,0-1 1,1 0 0,0 0-1,1 0 1,1-1 0,0 0-1,1 0 1,0 0 0,1-1-1,0 0 1,1 0 0,0-1 0,0 0-1,1-1 1,0 0 0,1-1-1,0 0 1,7 4-35,-1-4 1,-1 0 0,1-2-1,1 0 1,-1 0 0,1-2 0,0 0 0,0-1 0,1-1 0,-1-1-1,0 0 1,1-1 0,-1-1 0,0-1 0,12-3-1,-26 4-60,1 0 1,-1 0-1,0 0 0,1-1 1,-1 0-1,0 0 0,0 0 1,0 0-1,-1-1 0,1 1 1,-1-1-1,1 0 1,-1 0-1,0 0 0,0-1 1,0 1-1,0-1 0,-1 1 1,1-1-1,-1 0 0,0 0 1,0 0-1,-1 0 0,1-1 1,-1 1-1,0 0 0,0-1 1,0 1-1,-1-1 1,1 1-1,-1-1 0,0 1 1,0-1-1,-1 1 0,0-3 60,-1-6-134,0 1 0,-1 0 0,-1 0 0,0 0 0,0 0 0,-1 1 0,-1 0 0,0 0-1,0 0 1,-1 1 0,0 0 0,-4-3 134,12 13 20,0 1 0,-1-1 1,1 1-1,0 0 0,0-1 0,-1 1 0,1-1 1,-1 1-1,1 0 0,-1 0 0,1-1 0,-1 1 1,1 0-1,-1 0 0,0 0 0,1-1 0,-1 1 0,0 0 1,0 0-1,0 0 0,1 0 0,-1 0 0,0 0 1,0-1-1,0 1 0,-1 0 0,1 0 0,0 0 1,0 0-1,0 0 0,-1 0 0,1-1 0,0 1 0,-1 0 1,1 0-1,-1 0 0,1-1 0,-1 1 0,1 0 1,-1-1-1,1 1 0,-1 0 0,0-1 0,1 1 1,-1-1-1,0 1 0,1-1 0,-1 1 0,0-1 0,0 1 1,0-1-1,0 0 0,1 0 0,-1 1 0,0-1 1,0 0-1,0 0 0,0 0 0,0 0 0,0 0 1,1 0-1,-1 0 0,0 0 0,0 0 0,0 0 0,-1-1-20,7 15 44,1-1-1,0 0 1,1 0-1,0-1 1,1 0-1,1 0 1,-1-1-1,2 0 0,0 0 1,0-1-1,1-1 1,0 0-1,0 0 1,1-1-1,0 0 1,1-1-1,0 0 0,0-1 1,0-1-1,1 0 1,0-1-1,0 0 1,0-2-1,0 1 1,0-1-1,2-1-43,-3-1 11,-11 1-21,0 0 0,1 0-1,-1 0 1,1-1 0,-1 1-1,1-1 1,-1 0-1,1 0 1,0 0 0,-1 0-1,1 0 1,-1-1 0,1 1-1,-1-1 1,1 1-1,-1-1 1,0 0 0,1 0-1,-1 0 1,0 0 0,0 0-1,1-1 1,-1 1 0,0-1-1,0 1 1,0-1-1,-1 0 1,1 0 0,0 0-1,-1 0 1,1 0 0,-1 0-1,0 0 1,0-1-1,1 1 1,-1 0 0,-1-1-1,1 1 1,0 0 0,-1-1-1,1 1 1,-1-2 10,-3-10-13,0-1 1,-1 1 0,0-1-1,-1 1 1,-1 0 0,-1 1-1,0-1 1,0 1-1,-1 1 1,-1 0 0,0 0-1,-1 0 1,0 1-1,-1 1 1,0 0 0,0 0-1,-1 1 1,0 0-1,-1 1 1,0 1 0,-1 0-1,1 1 1,-1 0-1,0 1 13,11 3-15,1 1-1,0 0 0,0 0 0,-1 0 0,1 0 0,-1 1 0,1-1 0,-1 1 1,1-1-1,-1 1 0,1 0 0,-1 0 0,1 0 0,-1 0 0,1 0 0,-1 1 0,1-1 1,-1 1-1,1 0 0,0 0 0,-1-1 0,1 2 0,0-1 0,0 0 0,-1 0 0,1 1 1,0-1-1,0 1 0,1-1 0,-1 1 0,0 0 0,0 0 0,1 0 0,-1 0 1,1 0-1,0 0 0,-1 0 0,1 1 0,0-1 0,0 0 0,1 1 0,-1 1 16,8 72-5523,16-47-1240,8-10 1022</inkml:trace>
  <inkml:trace contextRef="#ctx0" brushRef="#br0" timeOffset="148357.504">9483 7647 7738,'0'0'1973,"0"0"2387,0 0-2027,-26 1-1513,-84 7-350,106-8-392,-1 0 0,0 0-1,1 0 1,-1 1 0,0-1-1,1 1 1,-1 0 0,0 0-1,1 1 1,-1-1 0,1 1-1,0 0 1,0 1-1,-1-1 1,2 0 0,-1 1-1,0 0 1,0 0 0,1 0-1,0 1 1,-1-1 0,1 1-1,0 0 1,1 0 0,-1 0-1,1 0 1,0 0-1,0 0 1,0 1 0,0-1-1,1 1 1,0 0-78,3 0 6,1-1 0,0 0-1,1 0 1,-1 0 0,1 0 0,0-1 0,0 1 0,0-1 0,0 0-1,0 0 1,1 0 0,-1-1 0,1 0 0,0 0 0,0 0-1,0 0 1,0-1 0,0 0 0,0 0 0,0 0 0,0 0-1,4-1-5,5 3-20,13 4-211,2-2 124,0 2 0,0 2 0,-1 0 0,0 2-1,0 1 1,-2 1 0,1 1 0,19 15 107,-43-25 124,0 0 0,-1 0 0,1 0 0,-1 0 0,0 0 0,-1 1 0,1-1 0,-1 1 1,0-1-1,0 1 0,0 0 0,-1-1 0,1 1 0,-1 0 0,0 0 0,-1-1 0,1 1 0,-1 0 0,0-1 1,0 1-1,0-1 0,-1 1 0,0-1 0,0 1 0,0-1 0,0 0 0,0 0 0,-1 0 0,0 0 0,0-1 1,0 1-1,0-1 0,-1 1 0,1-1 0,-1 0 0,0 0 0,0-1 0,0 1 0,0-1 0,0 0 0,0 0 1,-3 0-125,-10 8-19,-1-1 0,0-1 0,0 0 0,-1-1 0,0-1 0,0-1 0,0-1 0,-1-1 0,0 0 0,1-2 1,-9 0 18,12-4-3332,6-10-3556,4-8-1478</inkml:trace>
  <inkml:trace contextRef="#ctx0" brushRef="#br1" timeOffset="151402.438">9880 7829 5369,'0'0'1022,"0"0"2,0 0 1351,0 0-716,0 0-748,0 0-402,14 16-129,43 46 151,-57-63-380,0 0 0,1 0 0,-1 1 0,0-1 0,0 0 0,0 0-1,1 1 1,-1-1 0,1 0 0,-1 0 0,0 1 0,1-1 0,-1 0 0,1 1-1,-1-1 1,1 1 0,0-1 0,-1 0 0,1 1 0,-1 0 0,1-1 0,0 1-1,0-1 1,-1 1 0,1 0 0,0-1 0,0 1 0,-1 0 0,1 0 0,0 0-1,0-1 1,0 1 0,-1 0 0,1 0 0,0 0 0,0 0 0,0 1 0,-1-1-1,1 0 1,0 0 0,0 0 0,0 1 0,-1-1 0,1 0 0,0 1 0,0-1-1,-1 0 1,1 1 0,0-1 0,-1 1 0,1 0 0,-1-1 0,1 1 0,0-1-151,-2-4-471,4-315 1337,27 383-1075,105 273 2049,-134-334-1834,0-1-1,0 1 0,0-1 0,0 1 0,1-1 0,-1 1 0,1-1 0,-1 0 0,1 1 1,0-1-1,0 0 0,0 0 0,0 0 0,0-1 0,0 1 0,1 0 0,-1-1 0,0 0 1,1 1-1,-1-1 0,1 0 0,0 0 0,-1 0 0,1-1 0,0 1 0,0-1 1,-1 1-1,1-1 0,0 0 0,0 0 0,0 0 0,-1-1 0,1 1 0,0-1 0,0 1 1,-1-1-1,1 0 0,0 0 0,-1 0 0,1 0 0,-1 0 0,1-1 0,-1 1 0,0-1 1,0 0-1,1 0 0,-1 0 0,0 0 0,-1 0 0,1 0 0,0 0 0,-1-1 0,1 1 1,-1 0-1,1-1 0,-1 1 0,0-1 0,0 0 0,-1 1 0,1-2-5,2-224-288,-12 148-93,13 100 475,0 0 1,2-1 0,0 1-1,1-1 1,1 0 0,1 0 0,1-1-1,0-1 1,1 0 0,13 15-95,-20-27 6,1 0 1,0 0-1,0-1 1,0 0 0,1 0-1,-1 0 1,1 0-1,0-1 1,0 0 0,0-1-1,1 1 1,-1-1-1,0 0 1,1-1 0,0 0-1,-1 0 1,1 0 0,0-1-1,-1 0 1,1 0-1,0 0 1,1-1-7,-5-1-6,0 1 0,0-1 0,0 0-1,0 0 1,0 0 0,-1 0 0,1-1 0,-1 1 0,1-1 0,-1 0 0,0 1-1,0-1 1,0 0 0,0 0 0,-1 0 0,1-1 0,-1 1 0,0 0 0,0 0-1,0-1 1,0 1 0,-1-1 0,1 1 0,-1-1 0,0 1 0,0-1 0,0 1-1,0-1 1,-1 1 0,1 0 0,-1-1 0,0 1 0,0-1 0,-1-1 6,1-14-67,-26-53-650,28 82-6682,-1-5 3890,4 5-6370</inkml:trace>
  <inkml:trace contextRef="#ctx0" brushRef="#br0" timeOffset="102076.608">10795 5399 5937,'0'0'1075,"0"0"2262,0 0-1457,0 0-151,0 0 116,9 24-231,74 161 2220,-77-178-3769,0 0 0,0-1 0,1 0 0,0 0 0,0 0 0,1 0 0,0-1 0,0-1-1,0 1 1,0-1 0,1-1 0,-1 0 0,1 0 0,0 0 0,0-1 0,0 0 0,0-1 0,0 0 0,0-1 0,1 0 0,-1 0-1,0-1 1,0 0 0,0 0 0,7-3-65,-9 0 8,-1-1 1,0 1-1,0-1 0,-1-1 1,1 1-1,-1-1 0,0 0 0,-1 0 1,1 0-1,-1-1 0,0 0 0,-1 0 1,0 0-1,0 0 0,0 0 1,-1 0-1,0-1 0,-1 1 0,1-1 1,-2 1-1,1-1 0,-1 0 0,0 0 1,0 1-1,-1-1 0,0 1 0,0-1 1,-1 0-1,0 1 0,-1 0 1,1 0-1,-1-1 0,-1 2 0,1-1 1,-1 0-9,0 1 3,0 0 0,0 0-1,0 1 1,-1 0 0,0 0 0,0 0 0,0 0 0,0 1 0,-1 0 0,1 0 0,-1 0 0,0 1 0,-1-1 0,1 2 0,-1-1 0,1 1 0,-1 0 0,0 0 0,1 1 0,-1-1 0,0 2 0,0-1 0,0 1-1,0 0 1,0 0 0,0 1 0,0 0 0,0 0 0,1 1 0,-1 0 0,0 0 0,1 1 0,-1-1 0,1 1 0,0 1 0,0-1 0,0 1 0,0 0 0,1 0 0,0 1 0,0 0 0,-1 1-3,0 1-219,1 1 1,1 0-1,-1 0 0,2 0 1,-1 0-1,1 1 1,0 0-1,1-1 1,-1 1-1,2 0 1,0 0-1,0 0 1,0 0-1,1 0 0,0 0 1,1 2 218,-1-10-244,1 1 0,-1-1 0,1 1 0,-1-1 0,1 1 0,-1-1 0,1 1 0,0-1 0,-1 1 0,1-1 0,0 0 0,0 1 0,0-1 0,0 0 0,1 0 0,-1 0 0,0 0 0,0 0 0,1 0 0,-1 0 0,0 0 0,1-1 0,-1 1 0,1 0 0,-1-1 0,1 1 0,-1-1 0,1 0 0,-1 1 0,1-1 0,0 0 0,-1 0 1,1 0-1,-1 0 0,1 0 0,-1-1 0,2 1 244,0 0-527,37 1-6709</inkml:trace>
  <inkml:trace contextRef="#ctx0" brushRef="#br0" timeOffset="102415.276">11086 4968 6409,'0'0'7234,"0"0"-4317,0 0-1712,0 0-338,0 0-38,0 0 242,3 19 882,81 408 2985,-9-258-4730,-27-107-4502,-47-61 3908,0 0 0,-1 0 0,1 0 0,0 0 0,-1-1 0,1 1 1,0 0-1,0-1 0,0 1 0,0-1 0,-1 1 0,1-1 0,0 1 0,0-1 0,0 1 0,0-1 0,0 0 1,0 0-1,0 0 0,0 1 0,0-1 0,0 0 0,0 0 0,1 0 0,-1 0 0,0-1 0,0 1 0,0 0 0,0 0 1,0-1-1,0 1 0,0 0 0,0-1 0,-1 1 0,1-1 0,0 1 0,0-1 0,0 0 0,0 1 0,-1-1 0,1 0 1,0 0-1,0 1 0,-1-1 0,1 0 0,-1 0 0,1 0 0,-1 0 386,10-18-3573</inkml:trace>
  <inkml:trace contextRef="#ctx0" brushRef="#br0" timeOffset="102812.496">11546 5246 5457,'0'0'6736,"0"0"-3482,0 0-2196,0 0-409,0 0 584,7 22 535,53 175 2223,-60-191-3965,1-1 0,0 0 0,0 1 0,1-1 0,-1 0 0,1 0-1,0 0 1,1 0 0,-1 0 0,1-1 0,0 1 0,0-1-1,0 0 1,1 0 0,0 0 0,0 0 0,0 0 0,0-1-1,0 0 1,0 0 0,1 0 0,0 0 0,0-1 0,-1 1-1,1-1 1,1-1 0,-1 1 0,0-1 0,0 0 0,1 0 0,-1 0-1,5-1-25,-6 1 2,1 0 0,-1-1 0,0 0 0,0 0 0,0 0 0,1-1 0,-1 1 0,0-1 0,0 0 0,0 0-1,0-1 1,0 1 0,0-1 0,0 0 0,0 0 0,-1 0 0,1 0 0,-1-1 0,0 1 0,1-1 0,-1 0 0,0 0 0,-1 0-1,1 0 1,0-1 0,-1 1 0,0-1 0,0 0 0,0 1 0,0-1 0,-1 0 0,1 0 0,-1 0 0,1-3-2,1-8-26,0 1 1,-1-1 0,0 1 0,-1-1 0,-1 0-1,0 1 1,-1-1 0,-1 0 0,0 1-1,-1-1 1,0 1 0,-1 0 0,-1 0-1,0 0 1,-1 0 0,-1 1 0,0 0-1,0 0 1,-2 1 0,1 0 0,-2 1 0,1 0-1,-1 0 1,-1 1 0,0 0 0,-6-3 25,15 11-1,-1 1 0,0-1 1,-1 1-1,1 0 0,0 0 1,0 0-1,0 0 0,-1 0 0,1 1 1,0-1-1,-1 1 0,1 0 1,-1 0-1,1 0 0,0 1 1,-1-1-1,1 1 0,0 0 1,0 0-1,-1 0 0,1 0 1,0 0-1,0 1 0,0-1 1,0 1-1,0 0 0,1 0 1,-1 0-1,1 0 0,-1 1 1,1-1-1,0 1 0,-1-1 1,1 1-1,1 0 0,-1 0 1,0 0-1,1 0 0,-1 0 1,1 0-1,0 1 1,-29 71-3268,18-10-8046,11-49 5374</inkml:trace>
  <inkml:trace contextRef="#ctx0" brushRef="#br0" timeOffset="103060.115">11546 5246 4561</inkml:trace>
  <inkml:trace contextRef="#ctx0" brushRef="#br0" timeOffset="103215.621">11546 5246 4561,'-56'127'2220,"52"-94"3889,33-32-5311,-24-2 178,151-1 4861,-1-16-4255,-145 11-3592,-8-4-4783,-2 9 5553,0-7-6183</inkml:trace>
  <inkml:trace contextRef="#ctx0" brushRef="#br0" timeOffset="103773.341">12161 4635 5617,'0'0'1965,"0"0"2734,0 0-2420,0 0-1588,0 0 68,0 0 243,0 0-253,-6-1-295,-18 17 440,47 30 447,-15-32-1044,151 303 4190,-126-235-3988,-4 1 0,-4 1 0,-3 2 0,-4 0 0,-2 7-499,-11-60 28,-1 0 1,-2 0-1,-1 1 0,-1-1 1,-2 0-1,-1 0 1,-2 0-1,-1 0 1,-2-1-1,-1 0 1,-1 0-1,-2-1 0,-1 0 1,-1-1-1,-9 12-28,9-20 14,0-1 0,-1 0 0,-1-1 0,-1-1 0,0 0 0,-2-2 0,0 0-1,-1-1 1,0-1 0,-1 0 0,-1-2 0,-18 8-14,-4-13-2827,31-8-3512</inkml:trace>
  <inkml:trace contextRef="#ctx0" brushRef="#br1" timeOffset="153043.162">11521 6169 5873,'0'0'411,"0"0"572,0 0 2451,0 0-1479,0 0-1240,0 0-358,5 10 834,3 258 5783,-11-169-5470,-1-68-1403,2-1-1,0 1 1,2-1 0,2 1 0,0-1 0,2 1-1,2-1 1,0-1 0,2 1 0,2-1 0,0 0-1,2-1 1,1 0 0,8 12-101,-21-40-267,-1 0 0,1 0 0,0-1 0,-1 1-1,1 0 1,-1 0 0,1 0 0,-1 0 0,1 0 0,-1 0 0,1 0 0,-1 0 0,1 0 0,0 0-1,-1 0 1,1 0 0,-1 0 0,1 0 0,-1 0 0,1 0 0,-1 1 0,1-1 0,0 0 0,-1 0-1,1 1 1,-1-1 0,1 0 0,0 0 0,-1 1 0,1-1 0,0 0 0,-1 1 0,1-1 0,0 0-1,0 1 1,-1-1 0,1 1 0,0-1 0,0 1 0,0-1 0,0 0 0,-1 1 267,-49-31-5878,-35-38 2726,49 38 664</inkml:trace>
  <inkml:trace contextRef="#ctx0" brushRef="#br1" timeOffset="153357.44">11316 6755 7250,'0'0'420,"0"0"1595,0 0 112,0 0-364,0 0-31,14 24-271,73 148 1819,-69-110-1593,-13-42-1470,0 0 1,1 0-1,1 0 1,1-1-1,1 0 0,0 0 1,1-1-1,1-1 1,5 6-218,-15-21 5,1-1 1,-1 1-1,0 0 1,1 0-1,-1-1 1,1 1-1,0-1 1,-1 1-1,1-1 1,0 0-1,0 0 1,0 0 0,0 0-1,0 0 1,0 0-1,0 0 1,0-1-1,0 1 1,0-1-1,1 1 1,-1-1-1,0 0 1,0 0-1,0 0 1,1 0-1,-1 0 1,0-1-1,0 1 1,0-1-1,1 1 1,-1-1-1,0 0 1,0 0-1,0 0 1,0 0-1,-1 0 1,1 0 0,0-1-1,0 1 1,1-2-6,56-85 80,-26 35-96,61 0-2725,-58 47-1381,1 1-3289,-23 3 3261,11 0 2262</inkml:trace>
  <inkml:trace contextRef="#ctx0" brushRef="#br1" timeOffset="154845.711">11338 7640 4305,'0'0'1518,"0"0"127,0 0 3182,0 0-1732,0 0-1776,0 0-435,-7 1-261,4-1-544,0 0-1,0 1 1,0-1 0,1 1-1,-1-1 1,0 1 0,1 0-1,-1 0 1,0 1 0,1-1-1,-1 0 1,1 1 0,0 0-1,-1-1 1,1 1 0,0 0 0,0 0-1,0 0 1,1 0 0,-1 1-1,0-1 1,1 0 0,-1 1-1,1-1 1,0 1 0,0 0-1,0-1 1,0 1 0,0 0-1,1-1 1,-1 1 0,1 0-1,0 1-78,-3 5 98,1 0-1,0-1 0,1 1 0,0 0 1,0 0-1,1 0 0,0-1 0,1 1 1,-1 0-1,2 0 0,-1 0 0,2-1 1,-1 1-1,1-1 0,0 0 0,1 1 1,-1-1-1,2-1 0,-1 1 0,1-1 1,0 0-1,1 0 0,0 0 0,0 0 1,0-1-1,2 0-97,7 4 4,1 0 0,1-1 0,0-1 0,0-1 0,0 0 0,1-2 1,0 0-1,0 0 0,0-2 0,1 0 0,-1-1 0,1-1 0,0-1 0,-1-1 0,1 0 0,-1-2 0,1 0 0,8-3-4,-22 4-12,1 0-1,0 0 0,-1-1 0,0 0 0,0 0 1,0-1-1,0 1 0,0-1 0,0 0 0,-1 0 1,0-1-1,0 1 0,0-1 0,-1 0 0,1 0 1,-1 0-1,0 0 0,-1-1 0,1 0 0,-1 1 1,0-1-1,-1 0 0,1 0 0,-1 0 0,0 0 1,-1 0-1,1 0 0,-1 0 0,0 0 0,-1 0 1,0 0-1,0 0 0,0 0 0,0 0 0,-1 1 1,0-1-1,0 0 0,-1 1 0,1-1 0,-1 1 1,-1 0-1,1 0 0,-1 0 0,1 0 0,-1 1 1,-1 0-1,0-1 13,-3-8 70,-2 1 0,1 0 0,-2 1 0,1 0 0,-2 0-1,1 2 1,-1-1 0,-1 1 0,0 1 0,0 0 0,0 1 0,-1 0 0,0 1 0,-1 1 0,1 0 0,-1 1 0,0 1 0,0 0-1,0 1 1,0 1 0,-1 0 0,1 1 0,-15 1-70,23 4-13,1 0 0,0 0 0,0 1-1,1-1 1,0 1 0,0 0 0,0 1 0,1-1 0,0 1-1,0 0 1,0 0 0,1 0 0,0 1 0,1-1-1,-1 1 1,2-1 0,-1 1 0,1 0 0,0 0-1,0 0 1,1-1 0,0 1 0,1 0 0,0 0 0,0 0-1,0 0 1,3 4 13,40 57-2247,-37-65 1430,1 0 1,-1-1 0,1 0-1,0 0 1,0 0 0,0-1-1,0-1 1,0 1 0,1-1-1,-1-1 1,0 0 0,1 0-1,-1 0 1,0-1 0,1 0-1,-1-1 1,0 0 0,0 0-1,0-1 1,0 0 0,-1 0-1,6-3 817,25-20-3858</inkml:trace>
  <inkml:trace contextRef="#ctx0" brushRef="#br1" timeOffset="155143.808">11590 7360 6793,'0'0'6118,"0"0"-3742,0 0-1566,0 0 305,0 0 36,0 0-142,-4-9-487,-6-19-284,20 40 439,34 69 1335,124 421 2183,-167-499-4276,0 2-26,0-1 0,0 0 0,1 0 0,0 0-1,0 0 1,0 0 0,0-1 0,0 1 0,1-1 0,-1 1 0,1-1-1,0 0 1,0 0 0,0 0 0,0 0 0,1 0 0,-1-1 0,1 0 0,0 0-1,0 0 1,3 2 107,7-76-14460,-13 30 11613</inkml:trace>
  <inkml:trace contextRef="#ctx0" brushRef="#br1" timeOffset="155518.444">11924 7507 10362,'0'0'5060,"0"0"-2589,0 0-1315,0 0 262,5 21 628,4 32-878,-6-24-931,0 0 0,2-1 1,2 0-1,0 0 0,2-1 0,0 0 1,2 0-1,1-1 0,2-1 1,0 0-1,1-1 0,8 8-237,-18-27-6,0-1 1,-1 0-1,1-1 0,1 0 0,-1 1 0,0-1 0,1-1 0,0 1 1,0-1-1,0 0 0,-1-1 0,2 1 0,-1-1 0,0 0 0,0-1 0,0 1 1,0-1-1,1-1 0,-1 1 0,0-1 0,0 0 0,0 0 0,0-1 1,0 0-1,0 0 0,0 0 0,-1-1 0,1 1 0,-1-1 0,0-1 0,0 1 1,0-1-1,0 0 0,0 0 0,-1 0 0,0-1 0,0 0 0,0 0 1,0 0-1,0-1 6,2-13-44,0 0 1,-2-1-1,0 1 1,-2-1-1,0 0 1,-1 0-1,0 0 1,-2 1-1,-1-1 1,-2-16 43,2 27-49,0-1 0,-1 1 0,0 0 1,-1 0-1,1 0 0,-2 0 0,1 0 0,-1 1 1,0 0-1,-1 0 0,0 0 0,0 1 0,-1 0 1,0 0-1,-6-4 49,12 34-6912,11-5 1121,2 2-5129</inkml:trace>
  <inkml:trace contextRef="#ctx0" brushRef="#br1" timeOffset="155895.609">11324 8222 7042,'0'0'1603,"0"0"3764,0 0-2725,0 0-1444,0 0-410,0 0 226,28-2 523,195-16 705,471-28-1511,-611 47-1701,22 0-3621,-37-4-8432,-56 2 11148</inkml:trace>
  <inkml:trace contextRef="#ctx0" brushRef="#br1" timeOffset="156584.683">12018 8440 5473,'0'0'1941,"0"0"4736,0 0-3315,0 0-1859,0 0-978,0 0-188,20-10 35,68-32-12,-82 39-354,0 1 0,0-1 0,1 1 0,-1 0 0,1 1 0,-1-1 0,1 1 0,-1 1 1,1-1-1,0 1 0,-1 0 0,1 0 0,0 1 0,-1 0 0,1 0 0,-1 1 0,0 0 0,1 0 0,-1 0 1,0 1-1,0 0 0,0 0 0,0 0 0,-1 1 0,1 0 0,-1 0 0,0 0 0,0 1 0,-1 0 0,5 5-6,-5-1-2,0 0 0,0 0 0,-1 0-1,-1 1 1,1 0 0,-1-1 0,-1 1-1,0 0 1,0 0 0,-1 0 0,-1 0-1,1-1 1,-1 1 0,-1 0 0,0 0-1,0-1 1,-1 1 0,0-1 0,-1 0-1,0 0 1,0 0 0,-1 0 0,0-1-1,-1 0 1,0 0 0,0 0 0,-1-1-1,0 0 1,-1 1 2,-87 42 751,84-105-144,11 50-617,-1 2 10,0 0 1,0 1 0,0-1-1,1 0 1,-1 1-1,1-1 1,-1 0-1,1 1 1,0-1-1,0 0 1,0 0-1,1 0 1,-1 1 0,1-1-1,-1 0 1,1 1-1,0-1 1,0 0-1,0 1 1,0-1-1,0 1 1,1 0 0,-1-1-1,1 1 1,0 0-1,0 0 1,-1 0-1,1 0 1,0 0-1,1 0 1,-1 1 0,0-1-1,0 1 1,1-1-1,-1 1 1,1 0-1,-1 0 1,1 0-1,0 0 1,-1 1 0,1-1-1,0 1 1,0-1-1,-1 1 1,1 0-1,0 0 1,0 0-1,-1 0 1,1 1-1,160 61 1151,-139-56-1037,0-1 1,1-1-1,-1-1 0,1-1 1,0-1-1,-1-2 1,1 0-1,8-3-114,-26 4-40,0-1-1,0 0 1,-1-1-1,1 1 1,0-1-1,0-1 1,-1 1-1,1-1 1,-1 0 0,0-1-1,0 1 1,0-1-1,-1-1 1,1 1-1,-1-1 1,0 1-1,0-2 1,0 1 0,-1 0-1,0-1 1,0 0-1,0 0 1,-1 0-1,0 0 1,0-1-1,-1 1 1,0-1 0,0 0-1,0 0 1,-1 1-1,1-6 41,-1-88-10455,-1 53 4137</inkml:trace>
  <inkml:trace contextRef="#ctx0" brushRef="#br0" timeOffset="159710.354">12846 6680 4977,'0'0'1836,"0"0"1836,0 0-2106,0 0-749,0 0 62,0 0-4,-5-5 62,-11-10-196,26 25 3,35 41 204,37 55 765,-4 4 1,-5 4-1,11 33-1713,-28-39 413,-5 3 1,-4 3-1,-6 1 0,-4 2 0,-6 1 0,-4 6-413,-8 185 236,-19-307-284,0 0 0,0 1 0,0-1-1,0 0 1,0 1 0,0-1 0,0 0 0,-1 0 0,1 1 0,-1-1 0,0 0-1,1 0 1,-1 0 0,0 0 0,0 0 0,0 0 0,-1 0 0,1 0 0,0 0 0,-1 0-1,0-1 1,1 1 0,-1-1 0,0 1 0,1-1 0,-1 0 0,0 1 0,0-1 0,0 0-1,0 0 1,-1 0 0,1-1 0,0 1 0,0 0 0,0-1 0,-1 0 0,1 1 0,0-1-1,0 0 49,-11-12-9339,12-3 1237</inkml:trace>
  <inkml:trace contextRef="#ctx0" brushRef="#br0" timeOffset="168073.565">6423 9879 6953,'0'0'227,"0"0"972,0 0 3115,0 0-1746,0 0-1522,0 0-327,7-16-169,114-320 2317,-113 286-40,-37 419 966,27-323-3442,0-35-334,0 0-1,0 1 1,1-1 0,1 1 0,0-1 0,0 1-1,1-1 1,1 1 0,0-1 0,0 0 0,2 0-1,-1 0 1,1 0 0,0 0 0,1-1 0,1 0 0,0 0-1,0 0 1,0-1 0,6 6-17,-8-14-1728,-3-6-5170,-1 3 5879,0-12-10301</inkml:trace>
  <inkml:trace contextRef="#ctx0" brushRef="#br0" timeOffset="168334.496">6307 10176 8146,'0'0'4969,"0"0"-1937,0 0-799,0 0-401,0 0 49,0 0-505,126-9-408,-86 7-504,2 0-208,5 2-208,0 0-24,2 0-24,-2 0-104,-3 0 104,1 0-1104,19 0-1368,-12 0-1529,-7-7-1072</inkml:trace>
  <inkml:trace contextRef="#ctx0" brushRef="#br0" timeOffset="168891.533">6505 10285 3017,'0'0'4254,"0"0"2867,0 0-3717,0 0-2140,0 0-524,0 0 686,2 17 400,0 163 674,-33-33-2052,69-144-336,343-32 99,-279 29-1983,-102 0-166,-5-1-2972,-6 1 2833,1 0 74,-37-6-5187,14-3 5341,-4-6 1562</inkml:trace>
  <inkml:trace contextRef="#ctx0" brushRef="#br0" timeOffset="169146.248">6678 10316 7562,'0'0'4641,"0"0"-1307,3 20 513,14 348 5394,-19-328-8884,0-31-342,0 1 0,1-1 0,1 0 1,-1 0-1,1 1 0,1-1 0,0 0 0,0 0 0,1 0 1,0 0-1,1 0 0,-1 0 0,2 0 0,-1-1 0,1 1 0,1-1 1,4 6-16,-9-13-104,1-1 1,0 1-1,-1-1 1,1 0-1,0 1 1,-1-1-1,1 0 1,0 1-1,-1-1 1,1 0-1,0 0 0,-1 0 1,1 0-1,0 0 1,0 0-1,-1 0 1,1 0-1,0 0 1,-1 0-1,1 0 1,0 0-1,0 0 1,-1-1-1,1 1 1,0 0-1,-1 0 1,1-1-1,0 1 1,-1-1-1,1 1 1,-1 0-1,1-1 1,-1 1-1,1-1 1,-1 1-1,1-1 1,-1 0-1,1 1 1,-1-1-1,1 1 1,-1-1-1,0 0 1,0 1-1,1-1 1,-1 0-1,0 0 1,0 1-1,0-1 1,0 0-1,0 1 1,0-1-1,0 0 1,0 0-1,0 1 1,0-1-1,0 0 1,0 0-1,0 1 1,0-1-1,-1 0 1,1 1-1,0-1 1,-1 0-1,1 1 1,0-1 102,0-27-7747</inkml:trace>
  <inkml:trace contextRef="#ctx0" brushRef="#br0" timeOffset="176476.974">8047 9585 6521,'0'0'3809,"0"0"-1714,0 0-406,-7-17 386,-64 25-699,40 9-1364,2 1 0,0 1-1,1 2 1,0 0 0,2 2-1,1 1 1,1 2 0,1 0-1,0 3-11,-8 36 164,80-60 43,178-6 579,-216 5-778,0 1 1,0 0 0,0 1 0,-1 0 0,0 1-1,0-1 1,-1 2 0,1 0 0,-2 0 0,1 0-1,-1 1 1,0 1 0,-1-1 0,0 1 0,-1 0-1,0 1 1,0 0 0,-1-1 0,-1 2 0,0-1-1,0 0 1,-1 1 0,-1 0 0,0 0 0,0 0-1,-1 0 1,-1 1-9,0-9 2,-1 0 0,1 0 0,-1 1 0,0-1 0,-1 0 0,1 0 0,-1 0 0,0 0 0,0-1 0,0 1 0,0 0 0,-1-1 0,1 0 0,-1 1 0,0-1 0,0 0 0,0 0 0,0 0 0,-1-1 0,1 1 0,-1-1 0,0 0 0,1 0 0,-1 0 0,0-1 0,0 1 0,0-1 0,0 0 0,-1 0-1,1 0 1,-3 0-2,-145 11 38,138-12-34,-136-15 293,149 14-251,28 3-3746,39 1-5567,-33-3 6557</inkml:trace>
  <inkml:trace contextRef="#ctx0" brushRef="#br0" timeOffset="177258.439">8331 10165 4561,'0'0'2211,"0"0"1999,0 0-1196,0 0-1137,0 0-709,0 0-435,19-21-188,59-68 111,-72 83-609,-1 0 0,1 0 0,-2 0 0,1-1 0,-1 0 1,0 0-1,0 0 0,-1 0 0,1-1 0,-2 1 0,1-1 1,-1 0-1,-1 0 0,1 0 0,-1 0 0,0 0 0,-1 0 0,0 0 1,-1-3-48,1 4 13,-2 4 3,0 1-1,-1-1 0,1 1 1,-1 0-1,0 0 1,1 0-1,-1 0 0,0 0 1,0 1-1,0-1 1,0 1-1,-1 0 1,1 0-1,0 0 0,0 0 1,-1 1-1,1-1 1,0 1-1,-1 0 0,1 0 1,-1 0-1,1 0 1,0 1-1,-1 0 0,1-1 1,0 1-1,-1 0 1,1 0-1,0 1 0,0-1 1,0 1-1,0-1 1,0 1-1,0 0 0,1 0 1,-1 0-1,1 1 1,-2 1-16,-2 2 69,1 1 1,0-1 0,0 1-1,1 1 1,0-1-1,0 1 1,0 0 0,1 0-1,0 0 1,1 0 0,0 0-1,0 0 1,1 1-1,0-1 1,0 1 0,1-1-1,0 1 1,1-1 0,-1 1-1,2-1 1,-1 1-1,1-1 1,1 0 0,-1 0-1,1 0 1,1 0 0,0 0-1,0-1 1,1 3-70,5-1 33,1-1 0,-1 0 0,1-1 1,1 0-1,-1-1 0,1 0 0,0-1 0,1 0 1,-1-1-1,1 0 0,0-1 0,0 0 0,0-1 1,0-1-1,0 0 0,1-1 0,-1 0 0,0-1 1,4-1-34,-13 1-35,1-1 0,-1 0 0,0 0 0,-1 0 0,1-1 0,0 1 0,-1-1 0,1 0 0,-1 0 0,0 0 0,0 0 0,0-1 0,0 1 0,-1-1 0,1 0 0,-1 0 0,0 0 0,0 0 0,0 0 0,-1 0 0,0 0 0,1 0 1,-1-1-1,-1 1 0,1-1 0,-1 1 0,1-1 0,-1 1 0,-1-1 0,1 1 0,-1 0 0,1-1 0,-1 1 0,-1 0 0,1-1 0,0 1 0,-1 0 0,0 0 0,0 0 0,0 0 0,-1 0 0,-2-3 35,5 7-5,-1-1-1,1 1 0,0-1 0,-1 0 0,1 1 1,0-1-1,-1 0 0,1 0 0,0 1 1,0-1-1,0 0 0,0 1 0,0-1 1,0 0-1,0 0 0,0 1 0,0-1 1,0 0-1,0 0 0,0 1 0,1-1 1,-1 0-1,0 1 0,0-1 0,1 0 1,-1 1-1,0-1 0,1 0 0,-1 1 1,1-1-1,-1 1 0,1-1 0,-1 1 0,1-1 1,-1 1-1,1-1 0,0 1 0,-1 0 1,1-1-1,0 1 0,-1 0 0,1-1 1,0 1-1,-1 0 0,1 0 0,0 0 1,-1-1-1,1 1 0,0 0 0,0 0 1,-1 0-1,1 0 0,0 0 0,0 1 1,-1-1-1,1 0 0,0 0 0,-1 0 0,1 1 1,0-1-1,-1 0 0,1 1 0,0-1 1,-1 0-1,1 1 0,0-1 6,50 21 46,141 138 147,-195-163-195,0-1-1,1 1 1,-1-1 0,1 1-1,0-1 1,1 0 0,-1 1 0,1-1-1,0 0 1,0 0 0,0 0-1,1 0 1,0 0 0,0 0-1,0 0 1,0 0 0,1 0 0,0 0-1,0 0 1,0 0 0,1 0-1,0 0 1,0 1 0,0-1 0,0 1-1,1-1 1,-1 1 0,1 0-1,0 0 1,0 0 0,1 0-1,-1 1 1,1-1 0,0 1 0,0 0-1,2-1 3,0 0 17,1-1-1,-1 1 1,1 1-1,0-1 1,0 1-1,0 1 1,1-1-1,-1 1 1,1 0-1,0 1 1,-1 0-1,1 0 1,0 0-1,0 1 1,-1 1-1,1-1 1,0 1-1,-1 0 1,1 1-1,0 0 1,-1 0-1,0 1 1,1 0-1,-1 0 1,0 0-1,-1 1 1,1 0-1,-1 1 1,1-1-1,-1 1 1,-1 0-1,1 1 1,-1-1-1,0 1 1,0 0-1,0 1 1,-1-1-1,3 7-16,65 164 2399,-71-175-2415,0-1 0,0 0-1,1 1 1,-1-1 0,0 0-1,0 0 1,1 0 0,-1 0-1,0 0 1,1-1 0,-1 1 0,1 0-1,-1 0 1,1-1 0,-1 1-1,1-1 1,0 0 0,-1 1-1,1-1 1,-1 0 0,1 0-1,0 0 1,-1 0 0,1 0-1,0 0 1,-1-1 0,1 1 0,-1 0-1,1-1 1,0 1 0,-1-1-1,1 0 1,-1 0 0,0 1-1,1-1 1,-1 0 0,1 0-1,-1 0 1,0 0 0,0-1 0,0 1-1,0 0 1,1-1 16,31-33-4644,-7-3-4158</inkml:trace>
  <inkml:trace contextRef="#ctx0" brushRef="#br0" timeOffset="186874.236">9737 10165 6849,'0'0'1097,"0"0"-198,0 0 1346,0 0-368,1-6-1012,36-287 1277,-30 241-2127,-7 52-1,0 0 24,0 15 28,-2 51 1231,-1-48-1039,1 0 0,1 1-1,0-1 1,2 0-1,0 0 1,1 0 0,1 0-1,0 0 1,2 0-1,0-1 1,1 1 0,0-1-1,1-1 1,2 1-1,-1-1 1,7 7-258,-10-18 24,0-1 1,0 0-1,0 0 0,1-1 1,0 1-1,0-1 0,0-1 1,0 1-1,0-1 0,0 0 1,1 0-1,-1-1 0,1 0 1,-1 0-1,1 0 0,-1-1 1,1 0-1,0 0 0,-1-1 1,1 0-25,-2-2 4,0 0 1,0-1-1,-1 0 1,1 0-1,-1 0 1,0-1-1,0 0 1,0 1-1,-1-1 1,0 0-1,1-1 1,-2 1-1,1-1 1,-1 1 0,0-1-1,0 0 1,0 0-1,-1 0 1,0 0-1,0 0 1,-1 0-1,0 0 1,0 0-1,0 0 1,0 0-1,-2-4-4,2 10 0,5-342-1019,18 514 1215,-21-154-86,-3-5-61,1 0-1,0 1 1,2-1 0,-1 1-1,1-1 1,1 0 0,0 0-1,1 0 1,1 0 0,0-1-1,0 1 1,1-1 0,1-1-1,0 1 1,1-1 0,0 0-1,0-1 1,1 0 0,1 0-1,0-1 1,0 0-1,0-1 1,1 0 0,6 2-49,-7-5 1,1-2 0,0 1 0,1-1 0,-1-1 0,0 0 0,1-1 1,-1 0-1,1-1 0,-1 0 0,1-1 0,-1 0 0,1 0 0,-1-2 0,1 1 0,-1-1 1,0-1-1,-1 0 0,1-1 0,-1 0 0,1 0 0,-1-1 0,-1 0 0,1-1 0,-1 0 1,-1-1-1,1 0 0,-1 0 0,0-1 0,-1 0 0,5-8-1,-6-41-2053,-28 26-3458,-6 15-4558</inkml:trace>
  <inkml:trace contextRef="#ctx0" brushRef="#br0" timeOffset="194594.928">10894 9169 6881,'0'0'715,"0"0"-437,0 0-226,0 0-20,0 0-8,-11-18 10189,276 344-9553,-247-288-205,-1 1 0,-3 1 1,-1 1-1,-2-1 0,-1 2 1,-3-1-1,2 32-455,3 6 67,-5-38 11,-2 0 1,-1 1-1,-3 0 1,-1-1-1,-2 1 1,-2 0-1,-1-1 1,-3 0 0,-9 31-79,3-22 150,13-41-144,0 0 0,-1 0 1,0 0-1,-1-1 0,0 0 0,0 1 1,-1-1-1,0 0 0,0 0 0,-1-1 1,0 1-1,0-1 0,-1 0 0,0-1 1,0 1-1,0-1 0,-1 0 0,-7 4-6,4-6 3148,18-16-2455,30-26-6185,-29 28 1094,7-9-8606</inkml:trace>
  <inkml:trace contextRef="#ctx0" brushRef="#br1" timeOffset="212754.916">9772 10150 6025,'0'0'810,"0"0"-285,0 0 741,0 0 31,0 0-394,0 0-8,0-2 6806,2-3-3833,8-29-3089,-10-198-425,0 231-330,0 1 60,0 0-35,0 0-45,0-33 507,32-45-233,-32 141 396,-1-10-135,-1-36-494,0 0 1,1 0-1,0 1 1,2-1 0,0 1-1,1-1 1,0 0 0,2 0-1,0 0 1,1 0 0,0 0-1,1-1 1,1 0 0,1-1-1,1 1 1,0-1 0,0-1-1,5 5-45,-12-17 9,0 0-1,0 0 1,1 0 0,-1 0-1,0 0 1,1-1 0,-1 1-1,1-1 1,-1 0 0,1 0-1,0 0 1,0 0 0,-1 0-1,1 0 1,0-1 0,0 1-1,0-1 1,0 0 0,0 0-1,0 0 1,-1 0 0,1 0-1,0-1 1,0 1 0,0-1-1,0 0 1,-1 0 0,1 0-1,0 0 1,-1-1 0,1 1-1,-1-1 1,1 1 0,-1-1-1,0 0 1,1 0 0,-1 0-1,0 0 1,0 0-1,-1 0 1,1-1 0,0 1-1,-1-1 1,1 1 0,-1-1-1,0 0 1,1-1-9,46-135-25,-25-40 129,-23 178-111,0 1-4,0 0-5,0 0 16,0 0-18,0 0-40,0 0 46,0 0-32,0 0-64,22 47-109,-21-45 219,6 16 27,1 0 0,0-1 0,1 0 0,1 0 0,1-1-1,0-1 1,1 0 0,0 0 0,1-1 0,1-1 0,1 0 0,-1-1-1,2-1 1,0 0 0,0-1 0,1-1 0,0 0 0,1-1 0,-1-1 0,2-1-1,-1-1 1,5 1-29,-4-6 59,0-1-1,0-1 0,0-1 0,0 0 1,0-2-1,0 0 0,-1-1 0,0 0 1,-1-2-1,1 0 0,-1-1 1,-1-1-1,7-5-58,-20 12 16,-3 3-54,0 0-164,-4-7-1413,4-27-5998,0 13-874</inkml:trace>
  <inkml:trace contextRef="#ctx0" brushRef="#br1" timeOffset="214812.139">11420 11744 7034,'0'0'6778,"0"0"-4403,0 0-1685,0 0-235,22-15-131,75-42-136,-88 53-180,0 1 1,0-1-1,0 1 0,1 1 1,-1 0-1,1 0 1,0 1-1,0 0 0,-1 1 1,1 0-1,0 0 1,0 1-1,-1 0 0,5 2-8,-2-2 12,-9 0-9,0-1-1,0 1 1,1 0 0,-1 0-1,0 0 1,0 0-1,0 1 1,0-1 0,0 1-1,0-1 1,0 1-1,-1 0 1,1 0 0,0 1-1,-1-1 1,0 0-1,0 1 1,0 0 0,0-1-1,0 1 1,0 0-1,0 0 1,-1 0 0,0 0-1,1 0 1,-1 0 0,0 1-1,-1-1 1,1 0-1,-1 0 1,1 1 0,-1-1-1,0 0 1,0 1-1,0-1 1,-1 0 0,1 1-1,-1-1 1,0 2-3,-51 126 834,21-90 96,-3-2 0,-1-1 0,-2-2 0,-1-1-1,-35 24-929,74-60 9,0 1 1,0 0-1,1 0 0,-1 0 0,0 1 0,0-1 0,1 0 0,-1 0 0,0 1 0,0-1 1,1 0-1,-1 1 0,0 0 0,0-1 0,0 1 0,0 0 0,0-1 0,0 1 1,0 0-1,0 0 0,0 0 0,0 0 0,0 0 0,-1 0 0,1 0 0,0 0 0,-1 0 1,1 0-1,-1 0 0,1 0 0,-1 1 0,1-1 0,-1 0 0,0 0 0,1 1 0,-1-1 1,0 0-1,0 0 0,0 1 0,0-1 0,0 0 0,-1 0 0,1 1 0,0-1 0,-1 0 1,1 0-1,0 1 0,-1-1 0,1 0 0,-1 0 0,0 0 0,1 0 0,-1 0 0,0 0 1,0 0-1,0 0 0,0 0 0,0 0 0,1 0 0,-2-1 0,1 1 0,0 0 0,0-1 1,0 1-1,0-1 0,0 1-9,33 2 106,0-1 0,1-2 0,-1-1 0,1-1 0,-1-2 0,0-1 1,5-3-107,82-10-159,-46-9-7315,-52 12 2695</inkml:trace>
  <inkml:trace contextRef="#ctx0" brushRef="#br1" timeOffset="215190.06">12134 11595 6705,'0'0'6778,"0"0"-3815,0 0-1813,0 0 431,1 28 875,6 188 1307,-9-175-3244,0-34-473,0 1 1,0-1 0,0 1-1,1 0 1,0 0 0,1-1 0,0 1-1,0 0 1,0 0 0,1 0 0,1-1-1,-1 1 1,1 0 0,0-1 0,1 0-1,0 1 1,0-1 0,0 0-1,1 0 1,0-1 0,1 1 0,-1-1-1,1 0 1,1 0 0,-1 0 0,1-1-1,0 0 1,0 0 0,0 0-1,1-1 1,1 1-47,1-4 7,0 0 0,0-1 0,0 0 0,-1 0 0,1-1-1,0 0 1,0-1 0,-1 0 0,1 0 0,-1-1 0,1 0 0,-1-1 0,0 1 0,0-2-1,-1 1 1,1-1 0,-1 0 0,0 0 0,0-1 0,-1 0 0,0 0 0,0-1-1,0 0 1,-1 0 0,0 0 0,1-2-7,5-8 6,-1 0-1,-1-1 1,0 0 0,-1-1 0,-1 0-1,-1 0 1,0-1 0,-2 1-1,0-1 1,-1 0 0,-1-5-6,0 12-8,-1 1 1,-1-1 0,0 1 0,0 0 0,-1-1 0,-1 1 0,0 0 0,-1-1 0,0 1 0,-1 1-1,0-1 1,-1 0 0,0 1 0,-1 0 0,0 0 0,-1 1 0,0 0 0,0 0 0,-1 0 0,-1 1 0,1 0-1,-2 1 1,1 0 0,-1 0 0,0 1 0,-1 0 0,1 1 0,-1 0 0,-1 1 0,1 0 0,-10-2 7,13 5-9,0 1 0,0 0 0,0 0 0,0 1 0,0-1 0,0 2 0,0-1 0,0 1 0,-1 1 0,2-1 0,-1 1 1,0 1-1,0 0 0,1 0 0,-1 0 0,1 1 0,0 0 0,0 0 0,0 1 0,1-1 0,0 2 0,0-1 1,0 1-1,0 0 0,1 0 0,0 0 0,0 1 0,1 0 0,0 0 0,0 0 0,0 0 0,1 1 0,0-1 0,1 1 1,0 0-1,0 0 0,0 0 0,1 6 9,-2 126-1975,30-54-3622,2-33-1282</inkml:trace>
  <inkml:trace contextRef="#ctx0" brushRef="#br1" timeOffset="215475.528">12067 11848 14987,'0'0'2609,"0"0"-1225,0 0-1064,0 0-16,0 0 464,0 0 537,0 0-529,181-2-176,-102-7-280,0-9 8,-2 0 456,-16-2-424,-9 3 96,-12 5-456,-13-3-224,-7 6-2096,-13-4-5826</inkml:trace>
  <inkml:trace contextRef="#ctx0" brushRef="#br1" timeOffset="216045.704">12589 11119 6025,'0'0'1529,"0"0"692,0 0-816,0 0-240,0 0 22,23 20 144,142 120 1058,-142-119-2017,-1 1 0,-1 1 1,-2 1-1,0 1 0,-1 1 1,-2 0-1,0 2 0,-2-1 1,-1 2-1,-2 0 0,0 0 0,-2 1 1,-1 0-1,-2 1 0,-1 0 1,-1 0-1,-1 11-372,1-12 131,-2-1 0,-1 1 0,-1-1 1,-2 1-1,-1-1 0,-1 1 0,-1-1 0,-2 0 0,-1-1 0,-1 0 1,-1 0-1,-2-1 0,0 0 0,-2-1 0,-10 14-131,-27 6-322,13-25-2774,16-14-3327</inkml:trace>
  <inkml:trace contextRef="#ctx0" brushRef="#br0" timeOffset="209392.612">9522 11917 6913,'0'0'679,"0"0"1668,0 0-121,0 0-520,0 0-283,0 0-309,10-3-8,-2 0-921,0-1 0,-1 1 0,1-2-1,-1 1 1,0-1 0,0 0-1,0 0 1,0-1 0,-1 0-1,0 0 1,0-1 0,-1 1 0,0-1-1,0 0 1,-1-1 0,4-7-185,-2 2 39,-1-2 0,0 1 0,-1 0 1,-1-1-1,0 0 0,-1 0 0,0 0 0,-1 0 1,-1 0-1,-1-5-39,0 19 5,1 0 0,-1 0 0,0 0 0,0-1 0,0 1-1,0 0 1,0 0 0,0 0 0,0 0 0,0 1 0,0-1 0,0 0 0,0 0 0,-1 1 0,1-1 0,0 0 0,0 1 0,-1-1 0,1 1 0,0 0 0,-1-1 0,1 1 0,-1 0 0,1 0 0,0 0-1,-1 0 1,1 0 0,-1 0 0,1 0 0,0 1 0,-1-1 0,1 0 0,0 1 0,-1-1 0,1 1 0,0 0 0,-1-1 0,1 1 0,0 0 0,0 0 0,0 0 0,0-1 0,0 1 0,0 0 0,-1 2-5,-4 2 51,0 1 1,0 1 0,1-1 0,0 1 0,0 0 0,0 0 0,1 0-1,0 1 1,0 0 0,1-1 0,0 1 0,1 0 0,0 1 0,0-1-1,0 0 1,1 1 0,0-1 0,1 1 0,0-1 0,0 1 0,1-1 0,0 1-1,1-1 1,0 0 0,0 0 0,0 0 0,1 0 0,1 0 0,-1 0-1,1 0 1,0-1 0,1 0 0,0 0 0,0 0 0,1-1 0,0 1-52,4-2 26,0 0 0,0-1 1,1 0-1,-1 0 1,1-1-1,0-1 0,0 0 1,0 0-1,0-1 0,1-1 1,-1 1-1,0-2 1,0 0-1,6-1-26,-12 0 3,-1-1 0,1 1 0,-1-1-1,1 0 1,-1-1 0,0 1 0,0-1 0,-1 1 0,1-1 0,-1 0-1,0-1 1,0 1 0,0 0 0,0-1 0,-1 0 0,0 1 0,0-1 0,0 0-1,0 0 1,-1 0 0,0-1 0,0 1 0,0 0 0,-1 0 0,0-1-1,0 1 1,0 0 0,-1 0 0,0-3-3,3-13-27,1 19 21,0 1 0,0 0 0,0 0 0,0 0 0,0 1 0,0-1-1,0 1 1,0-1 0,0 1 0,0 0 0,0 0 0,0 0 0,0 1 0,0-1 0,0 1 0,0 0 0,0 0 0,0 0 0,0 0-1,0 0 1,0 1 0,-1-1 0,1 1 0,-1-1 0,1 1 0,-1 0 0,2 2 6,194 142 49,-201-154-68,0 0 0,0 0-1,0 0 1,1-1 0,1 1-1,-1 0 1,1-1 0,1 1-1,-1-1 1,1 1 0,1-1-1,0 1 1,0-1 0,1 1-1,0 0 1,0-1 0,1 1-1,0 0 1,0 1 0,1-1-1,0 0 1,2-2 19,5 2-1,1 1 1,0-1-1,0 2 1,1 0-1,0 0 1,0 1-1,0 1 1,0 0-1,1 1 1,0 0-1,0 1 1,0 0-1,0 2 1,0-1-1,0 2 1,0 0-1,-1 0 0,1 2 1,0-1-1,0 2 1,-1 0-1,0 0 1,3 3 0,149 22-971,-144-29-3079</inkml:trace>
  <inkml:trace contextRef="#ctx0" brushRef="#br1" timeOffset="214304.4">11101 11237 6809,'0'0'4497,"0"0"-2099,0 0-1111,0 0-704,0 0 22,0 0 213,-16-9 852,6 17-1622,0 1 0,0 0 0,1 1 1,1 0-1,-1 0 0,2 1 0,-1 0 1,1 0-1,1 1 0,-4 9-48,2-5 154,-12 18 353,1 1 0,3 0 1,0 2-1,3 0 1,1 0-1,1 1 0,3 1 1,1-1-1,1 1 0,3 1 1,1-1-1,2 1 0,1-1 1,7 35-508,-1-53 89,1 0-1,2-1 1,0 0 0,1 0 0,1-1 0,1 0 0,0-1 0,1-1 0,1 0-1,1-1 1,1-1 0,0 0 0,1-1 0,0-1 0,1-1 0,0 0 0,18 7-89,-56-21-5008,1-10-993</inkml:trace>
  <inkml:trace contextRef="#ctx0" brushRef="#br0" timeOffset="223643.095">13226 10674 3833,'0'0'2148,"0"0"-1277,0 0-639,0 0-102,0 0 688,0 1 6310,0 1-3689,2 16-3437,3-7 233,2 0 0,-1-1 0,2 1 1,-1-2-1,1 1 0,1-1 0,0 0 0,0-1 0,0 0 0,1 0 0,3 1-235,44 40 523,-32-14-349,-2 1 0,-1 0 0,-1 2 1,-3 0-1,-1 2 0,-2 0 0,-1 0 0,-3 1 0,-1 1 0,-2 0 1,-1 0-1,-3 1 0,-1 6-174,18 95 265,-11-91-149,-3 1 0,-3 0 0,-1 0 1,-4 0-1,-4 35-116,-2-57 64,-2-1 0,-1 0 0,-2-1 1,-1 0-1,-1-1 0,-1 0 0,-2-2 0,-1 1 0,-1-2 0,-1-1 0,-1 0 1,-22 18-65,41-40 9,-3 2-16,0 1-1,0-1 1,0 1 0,1 0 0,0 0 0,1 1 0,-1-1-1,1 1 1,0-1 0,1 1 0,0 0 0,0 0 0,0 0-1,1 1 1,0-1 0,0 4 7,23-48-4046,-9 9-1749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1:1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1 393 15459,'0'0'2073,"0"0"-1065,0 0-176,0 0 1513,0 0-833,0 0-872,0 0-584,52-20 64,-8 16 48,8 2-96,0-1 240,-8 1-208,-9 2-136,-13 0 32,-14 5-744,-8 8-1848,0 0-3138</inkml:trace>
  <inkml:trace contextRef="#ctx0" brushRef="#br0" timeOffset="250.484">38 662 10522,'0'0'4865,"0"0"-3088,0 0-393,126 0 1104,-79 0-143,-3-6-489,1-3-871,-8 0-441,-8 0-320,-6 7-224,-14 0-312,-4 2-1329,-5 0-559,0 0-3065,-7 8-2513</inkml:trace>
  <inkml:trace contextRef="#ctx0" brushRef="#br0" timeOffset="1337.336">552 204 11859,'0'0'2621,"0"0"-1086,0 0-630,0 0 179,0 0 21,0 0-172,9-13-307,-4 4-540,1 0-1,0 1 0,1-1 1,0 1-1,0 1 1,1 0-1,0 0 0,0 0 1,1 1-1,-1 0 0,2 1 1,-1 0-1,0 0 0,1 1 1,0 0-1,9-2-85,-16 5 0,0 1 0,0-1 1,0 1-1,0-1 0,0 1 0,0 0 0,0 0 1,0 0-1,0 1 0,0-1 0,0 1 1,0 0-1,0 0 0,0 0 0,0 0 0,0 0 1,0 0-1,0 1 0,-1 0 0,1-1 0,-1 1 1,1 0-1,-1 0 0,0 0 0,0 1 0,0-1 1,0 1-1,0-1 0,0 1 0,-1-1 0,1 1 1,-1 0-1,0 0 0,0 0 0,0 0 0,0 0 1,0 0-1,0 0 0,-1 0 0,0 0 0,1 0 1,-1 0-1,-1 0 0,1 0 0,0 0 0,-1 0 1,1 0-1,-1 0 0,0 0 0,0 0 1,0 0-1,-1 0 0,0 34 5,-3-1 0,-1 0-1,-1 0 1,-2 0 0,-2-1 0,-1-1 0,-2 0 0,-1-1 0,-1 0 0,-2-1 0,-1-1 0,-2-1 0,-20 24-5,38-58-16,0-1 1,0 1-1,1 0 0,0-1 1,0 1-1,0-1 1,1 1-1,-1-1 0,1 0 1,0 0-1,1 0 1,-1 0-1,1 0 1,0 1-1,0-1 0,0 0 1,1 0-1,0 0 1,0 0-1,0-1 16,-1 1-243,0 4-37,39 28 117,-24-14 305,2 0-1,-1-1 1,2-1 0,0 0-1,0-2 1,0 0 0,1-1-1,1-1 1,-1 0-1,1-2 1,0 0 0,1-1-1,-1-2 1,0 0 0,11 0-142,82-16-1819,-88 1-1930</inkml:trace>
  <inkml:trace contextRef="#ctx0" brushRef="#br0" timeOffset="2500.631">1412 153 11851,'0'0'1278,"0"0"-856,0 0-15,0 0 658,0 0 185,-23 11-339,-67 33-247,88-43-624,-1 0 0,1 0-1,0 0 1,0 0 0,0 0 0,0 0 0,0 1 0,0-1-1,0 1 1,1-1 0,-1 1 0,0 0 0,1 0 0,-1 0-1,1 0 1,0 0 0,0 0 0,0 0 0,0 0 0,0 0 0,0 0-1,0 1 1,1-1 0,-1 0 0,1 1 0,-1-1 0,1 0-1,0 1 1,0-1 0,0 0 0,1 1 0,-1-1 0,0 1-1,1-1 1,0 0 0,-1 0 0,1 1 0,0-1 0,0 0 0,0 0-1,0 0 1,1 0 0,-1 0 0,1 0 0,-1 0 0,1-1-1,0 1 1,-1 0 0,1-1 0,0 1 0,0-1 0,0 0-1,0 0 1,0 0 0,0 0 0,1 0-40,32 16 77,121 73-23,-151-86-59,0-1 1,-1 1 0,1 0 0,-1 1 0,0-1-1,0 1 1,-1 0 0,1 0 0,-1 0 0,0 0-1,0 1 1,-1-1 0,1 1 0,-1 0 0,-1-1-1,1 1 1,-1 0 0,0 0 0,0 0 0,-1 0-1,1 0 1,-1 0 0,-1 0 0,1 1 0,-1-1-1,-2 5 5,-1-6 40,-1 1 0,0-1 0,0 0 0,-1-1 0,1 1 0,-1-1 0,0 0 0,-1 0 0,1-1 0,0 0 0,-1 0 0,0-1 0,0 0 0,0 0 0,0 0 0,0-1-1,0 0 1,0 0 0,0-1 0,0 0 0,-1 0 0,1 0 0,-6-2-40,10 2-10,0 0 1,0 1-1,0-2 0,0 1 0,-1 0 1,1 0-1,0-1 0,0 0 0,0 0 1,0 0-1,0 0 0,0 0 0,0 0 1,0-1-1,1 1 0,-1-1 0,1 0 1,-1 0-1,1 0 0,-1 0 0,1 0 1,0-1-1,0 1 0,0-1 0,0 1 1,1-1-1,-1 0 0,1 0 0,-1 0 1,1 0-1,0 0 0,0 0 0,0 0 1,1 0-1,-1 0 0,1 0 0,-1 0 1,1 0-1,0-1 0,1 1 0,-1 0 1,0 0-1,1 0 0,0 0 0,0-1 10,2 0-15,1 0-1,0 0 0,0 1 0,0-1 0,0 1 0,1 0 1,0 0-1,-1 0 0,1 0 0,0 1 0,0 0 0,0 0 1,1 0-1,-1 1 0,0 0 0,1 0 0,-1 0 0,1 1 0,-1-1 1,1 1-1,4 1 16,-6-1 24,102-4 22,99-19 56,-201 21-78,0 0-1,-1 0 0,1 0 0,-1 0 1,1-1-1,-1 1 0,0-1 0,0 0 1,0 0-1,0 0 0,-1 0 1,1-1-1,-1 1 0,0-1 0,0 1 1,0-1-1,0 0 0,-1 0 0,1 0 1,-1 0-1,0 0 0,0 0 0,-1 0 1,1 0-1,-1 0 0,0 0 1,0-1-1,0 1 0,-1 0 0,1 0 1,-1 0-1,0 0 0,0 0 0,0 0 1,-1 0-1,0 0 0,1 0 0,-1 1 1,-1-1-1,1 1 0,0-1 0,-1 1 1,0 0-1,0 0 0,0 0 1,0 0-1,0 1 0,0-1 0,-1 1 1,1 0-1,-1 0 0,0 0 0,0 0 1,-1 0-24,2 2 11,1-1-1,-1 1 1,0 0 0,1 0 0,-1 0 0,0 0 0,1 0 0,-1 1 0,1-1 0,-1 1-1,0 0 1,1 0 0,-1 0 0,1 0 0,0 0 0,-1 0 0,1 1 0,0-1 0,0 1-1,0-1 1,0 1 0,0 0 0,0 0 0,0 0 0,1 0 0,-1 0 0,1 1 0,-1-1-1,1 0 1,0 1 0,0-1 0,0 1 0,0-1 0,0 1 0,1-1 0,-1 1 0,1-1-1,0 1 1,-1 0 0,1-1 0,1 1 0,-1 0 0,0-1 0,1 1 0,-1 0 0,1-1-1,-1 1 1,2 0-11,-3 5 11,0 1-1,1 0 0,0-1 0,0 1 1,1-1-1,0 1 0,1-1 1,0 0-1,0 1 0,1-1 0,0 0 1,0 0-1,1-1 0,0 1 0,0-1 1,1 1-1,0-1 0,0-1 0,1 1 1,-1-1-1,1 0 0,1 0 1,-1-1-1,1 0 0,0 0 0,1 0 1,-1-1-1,1 0 0,-1-1 0,1 1 1,1-1-1,-1-1 0,8 2-10,-14-4-70,0 0-1,0 0 1,0 0-1,1 0 0,-1 0 1,0-1-1,0 1 1,0-1-1,1 1 1,-1-1-1,0 0 1,0 0-1,0 0 1,0 0-1,0 0 1,-1 0-1,1 0 1,0-1-1,0 1 0,-1-1 1,1 1-1,-1-1 1,1 0-1,-1 0 1,0 1-1,0-1 1,0 0-1,0 0 1,0 0-1,0 0 1,0 0-1,-1-1 0,1 1 1,-1 0-1,1 0 1,-1 0-1,0-1 1,0 1-1,0 0 1,0 0-1,0 0 1,-1-1-1,1 1 1,-1 0-1,1 0 1,-1-1 70,2-17 86,16-73 237,-17 92-303,0-1 1,1 0 0,-1 0 0,1 1-1,-1-1 1,1 0 0,0 0-1,-1 1 1,1-1 0,0 1 0,0-1-1,0 1 1,0-1 0,1 1 0,-1-1-1,0 1 1,1 0 0,-1 0 0,1 0-1,-1 0 1,1 0 0,-1 0 0,1 0-1,0 0 1,-1 1 0,1-1 0,0 0-1,0 1 1,-1 0 0,1-1 0,0 1-1,0 0 1,0 0 0,-1 0 0,1 0-1,0 0 1,0 1 0,0-1 0,-1 0-1,1 1 1,0-1 0,0 1 0,-1 0-1,1 0 1,0-1 0,-1 1 0,1 0-1,-1 0 1,2 1-21,10 11 78,-1-1-1,0 1 1,-1 1 0,-1 0-1,0 1 1,-1 0 0,0 0-1,-1 1 1,0 2-78,12 21 61,-6-144-2671,-13 98 2588,1 1 0,-1-1 0,1 1-1,0 0 1,0-1 0,1 1 0,0 1 0,0-1-1,0 0 1,1 1 0,-1-1 0,2 1-1,-1 0 1,0 0 0,1 1 0,0-1-1,0 1 1,0 0 0,1 0 0,-1 1 0,1 0-1,0 0 1,0 0 0,0 0 0,0 1-1,0 0 1,2 0 22,-2 6 216,0 0-1,0 0 1,-1 0-1,0 1 1,0 0-1,0 0 0,-1 0 1,1 0-1,-1 1 1,0 0-1,-1-1 1,1 2-1,-1-1 1,-1 0-1,1 1 1,-1-1-1,0 1 1,0 2-216,4 4 226,53 137 993,-58-149-1252,0 0 0,0 1 0,0-1 0,0 0 0,0 0 0,1 0 0,-1 0 0,0-1 0,0 1 0,1 0 0,-1 0 0,0-1 0,1 1 0,-1-1 0,1 1 0,-1-1 0,1 0 0,-1 1 0,1-1 0,-1 0 0,1 0 0,-1 0 0,1 0 0,-1 0 0,1 0 0,-1-1 0,1 1 0,-1-1 0,1 1 0,-1-1 0,0 1 0,1-1 0,-1 0 0,0 1 0,1-1 0,-1 0 0,0 0 0,0 0 0,0 0 0,0 0 0,0 0 0,0 0-1,0-1 34,41-53-5685,-24 20 976</inkml:trace>
  <inkml:trace contextRef="#ctx0" brushRef="#br0" timeOffset="2931.504">2610 142 15011,'0'0'2547,"0"0"-889,0 0 487,3 24 64,0 11-1618,-1 9 25,3 0 0,2 0 0,1-1 1,2 0-1,9 21-616,-15-58 7,0 0 0,0 0 1,0 0-1,1 0 0,0-1 0,0 0 1,0 0-1,1 0 0,-1 0 0,1-1 1,1 0-1,-1 0 0,0-1 0,1 0 1,0 0-1,-1 0 0,1-1 0,0 0 0,0 0 1,1-1-1,-1 0 0,0 0 0,0-1 1,1 0-1,-1 0 0,0 0 0,1-1 1,-1 0-1,0-1 0,2 0-7,-3 0-14,0 0-1,-1 0 0,1 0 1,0-1-1,-1 0 0,0 0 1,0 0-1,1-1 0,-2 0 1,1 0-1,0 0 0,-1 0 1,0-1-1,0 0 0,0 0 1,-1 0-1,0 0 0,0 0 1,0-1-1,0 0 1,-1 1-1,0-1 0,0 0 1,-1 0-1,2-6 15,13-156-1203,-15 159 1169,-1-1 1,-1 0-1,1 0 1,-2 0-1,1 1 1,-1-1 0,-1 1-1,0-1 1,0 1-1,-1 0 1,0 0 0,0 0-1,-1 1 1,0 0-1,-1 0 1,0 0 0,0 0-1,-1 1 1,0 0-1,0 0 1,0 1-1,-1 0 1,0 0 0,0 1-1,-1 0 1,1 1-1,-1-1 1,0 2 0,0-1-1,-1 1 1,1 1-1,-1-1 1,1 2-1,-1-1 1,0 1 0,0 1-1,-2 0 34,6 0-6,0 0 0,0 0 1,0 1-1,0 0 0,0 0 0,0 1 0,0 0 0,0 0 0,0 0 0,1 0 0,-1 1 0,1 0 0,0 0 1,0 1-1,0-1 0,0 1 0,0 0 0,1 1 0,0-1 0,0 1 0,0 0 0,1 0 0,-1 0 1,1 0-1,0 0 0,0 1 0,1-1 0,0 1 0,0 0 0,0 3 6,-17 89-1669,16-2-3542,3-51 498</inkml:trace>
  <inkml:trace contextRef="#ctx0" brushRef="#br0" timeOffset="3170.784">2563 289 14579,'0'0'2665,"0"0"-2041,0 0-96,0 0 64,0 0 752,0 0-223,0 0-449,121 9-328,-69-9 40,5 0-80,2-2-144,1-7-160,-6-2-40,5-3-1200,-12 3-3273,-12 4-2705</inkml:trace>
  <inkml:trace contextRef="#ctx0" brushRef="#br0" timeOffset="4056.177">3527 140 11931,'0'0'2549,"0"0"-1408,0 0-170,0 0 720,0 0 474,0 0-579,4 19-650,26 90-176,-16-106-61,-8-37-573,-27-31-386,15 65 244,0 0 0,0 0 0,0 1 0,0 0 0,0 0 1,0 0-1,0 1 0,0-1 0,1 1 0,-1 1 0,1-1 1,-1 1-1,1 0 0,0 0 0,0 1 0,0 0 0,1 0 1,-1 0-1,1 0 0,0 0 0,0 1 0,0 0 0,1 0 1,0 0-1,-2 3 16,-53 147-30,58-148 31,0 0 0,0 1 0,0-1-1,1 0 1,0 0 0,0 0 0,0 0 0,1 0 0,1 0-1,-1 0 1,1 0 0,0-1 0,0 1 0,1-1 0,0 0 0,0 0-1,0 0 1,1-1 0,0 1 0,0-1 0,1 0 0,-1-1-1,1 1 1,0-1 0,0 0 0,0-1 0,1 1 0,-1-1-1,1 0 1,0-1 0,0 0 0,0 0 0,0 0 0,0-1-1,2 0 0,9 3 10,1-2 0,-1 1 0,1-2-1,-1-1 1,1 0 0,-1-1 0,0-1 0,1-1-1,-1 0 1,0-2 0,16-5-10,-27 7-2,0 0 0,1 0 0,-1-1 0,0 0 1,-1 0-1,1 0 0,-1-1 0,0 0 0,0-1 0,0 1 1,-1-1-1,1 0 0,-2-1 0,1 1 0,-1-1 0,0 0 1,0 0-1,0 0 0,-1 0 0,-1-1 0,1 1 0,-1-1 1,0 0-1,-1 1 0,0-1 0,0 0 0,-1 0 0,0-3 2,-11-28-96,7 96 24,6-48 49,0 0 0,0 0-1,1 0 1,0 0-1,0 0 1,1-1 0,0 1-1,0-1 1,1 0-1,0 0 1,1-1-1,0 1 1,0-1 0,0-1-1,1 1 1,0-1-1,1 0 1,-1-1 0,1 1-1,0-2 1,0 1-1,0-1 1,1 0 0,0-1-1,0 0 1,0 0-1,0-1 1,0 0-1,0-1 1,0 0 0,1 0-1,-1-1 1,0 0-1,1-1 1,-1 0 0,2 0 23,-8-2-89,0 0 0,0 0 0,-1-1 0,1 1 1,-1 0-1,0-1 0,0 1 0,0-1 1,0 0-1,-1 0 0,1 0 0,-1 0 0,0 0 1,-1 0-1,1 0 0,0 0 0,-1 0 1,0 0-1,0 0 0,0-1 0,-1 1 0,0 0 1,1 0-1,-1 0 0,-1-3 89,1-7-229,-1-2 72,0 0 0,-1 0 0,-1 0 0,0 0-1,-1 1 1,-1 0 0,0 0 0,-1 1 0,-1-1 0,0 1 0,-1 0 157,8 12 33,-1 0 0,1 0 0,0 0 0,-1 0 0,0 0 0,1 1 0,-1-1 0,0 0 0,0 1 0,0 0 0,0-1 0,0 1 0,0 0 0,-1 0 0,1 0 0,0 0 0,0 0 0,-1 1 0,1-1 0,-1 1 0,1-1 0,0 1 0,-1 0 0,1 0 0,-1 0 0,1 0 0,-1 1 0,1-1 0,0 1 0,-1-1 0,1 1 1,0 0-1,-1 0 0,1 0 0,0 0 0,0 0 0,0 0 0,0 1 0,0-1 0,0 1 0,0 0 0,0-1 0,1 1 0,-1 0 0,1 0 0,-1 0-33,-59 96-239,54-62-1427,5-8-2472</inkml:trace>
  <inkml:trace contextRef="#ctx0" brushRef="#br0" timeOffset="4507.667">4580 102 16363,'0'0'2184,"-23"5"-1304,-4 0-505,1 1 1,0 1-1,1 2 1,-1 0-1,2 2 1,-1 0-1,2 2 1,-1 1-1,-17 14-375,36-25 15,0 1 0,1 0 0,-1 0 0,1 1 0,0-1 0,0 1 0,1 0 1,-1 0-1,1 0 0,0 1 0,1-1 0,-1 1 0,1 0 0,0-1 0,0 1 0,1 0 0,0 0 0,-1 5-15,4-8-18,0 0 1,0 0-1,0 0 0,1-1 1,-1 1-1,1-1 1,-1 1-1,1-1 0,0 0 1,0 0-1,0 0 1,0-1-1,0 1 0,1-1 1,-1 0-1,0 1 0,1-1 1,-1-1-1,0 1 1,1 0-1,-1-1 0,1 0 1,0 0-1,-1 0 0,1 0 1,-1-1-1,1 1 1,0-1 17,2 1-43,225 3-1679,-226-1 1726,0-1 1,0 1-1,-1 1 0,1-1 0,-1 1 1,1 0-1,-1 0 0,0 0 0,0 1 0,0-1 1,0 1-1,-1 0 0,0 0 0,0 0 1,0 0-1,0 1 0,0-1 0,-1 1 1,0 0-1,0 0 0,0 0 0,-1 0 1,1 0-1,-1 0 0,-1 0 0,1 0 0,-1 0 1,1 1-1,-2-1 0,1 0 0,0 0 1,-1 0-1,0 1 0,-2 3-4,-2-4 62,-1 1-1,0-2 1,0 1-1,0 0 1,-1-1-1,0 0 1,0-1-1,0 0 1,0 0 0,0 0-1,0-1 1,-1 0-1,0 0 1,1-1-1,-1 0 1,0 0-1,0-1-61,-1 2 24,-260 10-350,191-13-1737,65 1-521</inkml:trace>
  <inkml:trace contextRef="#ctx0" brushRef="#br0" timeOffset="5037.651">5012 93 11002,'0'0'2526,"0"0"-1370,0 0-109,-7 25 735,-28 159 2087,33-174-3779,1 0-1,0 0 1,0 0 0,1 0 0,0 0-1,1 0 1,0 0 0,1 0 0,0 0-1,0 0 1,1-1 0,0 1-1,1-1 1,0 0 0,0 0 0,1 0-1,1 0 1,-1-1 0,1 0 0,1 0-1,-1 0 1,1-1 0,0 0 0,1-1-1,0 1 1,0-2 0,0 1-1,1-1 1,0 0 0,0-1 0,0 0-1,1 0 1,-1-1 0,1 0 0,4 0-90,-8-2 4,1 0 0,-1-1 0,1 0 0,-1 0 0,1 0 0,-1-1 0,1 0 0,-1 0 0,1-1 1,-1 0-1,0 0 0,0 0 0,0-1 0,0 0 0,0 0 0,-1-1 0,1 1 0,-1-1 0,0 0 0,0-1 1,0 1-1,-1-1 0,0 0 0,1 0 0,-2 0 0,1-1 0,-1 1 0,0-1 0,0 0-4,8-20-303,-2 0 0,-1 0 0,-2-1 0,0 0 0,-2-1 0,0 1 0,-2-1 0,-1 0-1,-2 1 1,0-1 0,-4-16 303,2 36-24,0-1 0,0 1 0,-1 0 0,0 0 0,0 0 0,0 1 0,-1 0 0,-1-1 0,1 2 0,-1-1 0,0 1 0,0 0 0,-1 0 0,0 0 0,0 1 0,0 0 0,-1 1 0,0-1 0,0 2 0,0-1 0,0 1 0,0 0 0,-1 1 0,1 0 0,-1 0 0,0 1 0,1 0 0,-1 0 0,0 1 0,0 0 0,0 1 0,1 0 0,-1 0 0,0 1 0,1 0 0,-1 1 0,1-1 0,0 2 0,0-1 0,0 1 0,0 0 0,1 1 0,-1 0 0,-5 5 24,2-1-22,1-1 1,1 1-1,0 1 1,0 0-1,1 0 1,0 1-1,0 0 1,2 0-1,-1 1 0,1-1 1,1 1-1,0 1 1,1-1-1,0 1 1,-2 12 21,27 63-4481,5-60-1300</inkml:trace>
  <inkml:trace contextRef="#ctx0" brushRef="#br0" timeOffset="5384.195">4955 262 8554,'0'0'2376,"0"0"-1239,0 0 367,0 0 360,166 0-215,-117 0-225,1 0-144,-3 0 361,-3 0-553,-7 0-424,-7 0-480,-10 0 112,-8 0-248,-7 0-96,-3 0-176,-2 0-664,0-6-1649,0-3-3984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1:17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9818,'0'0'4052,"0"0"-2679,0 0-961,0 0-197,0 0 236,0 0-14,4-6-225,11-21-178,-14 27-33,1-1-1,-1 1 1,0 0 0,1 0 0,-1 0 0,1 0 0,-1 0 0,0 0 0,1 0 0,-1 0 0,1 0 0,-1 1 0,0-1 0,1 1 0,-1-1 0,0 1-1,1-1 1,-1 1 0,0 0 0,0-1 0,0 1 0,0 0 0,1 0 0,-1 0 0,0 0 0,-1 0 0,1 0 0,0 0 0,0 1 0,0-1-1,-1 0 1,1 0 0,0 1 0,-1-1 0,1 0 0,-1 1 0,1 0-1,0 1 19,5 6 19,-1 0 0,-1 1 0,0 0-1,0 0 1,0 0 0,-2 1 0,1-1 0,-1 1 0,-1-1-1,0 1 1,0 0 0,-1 0 0,-1 0 0,1-1 0,-2 1 0,0 0-1,0-1 1,0 1 0,-2-1 0,1 0 0,-1 0 0,-1 0-1,0-1 1,0 1 0,-1-1 0,0 0 0,0-1 0,-1 1 0,-7 5-38,57 13 330,183-18 713,-196-16-1702,-13-6-2591,-7 4-2487</inkml:trace>
  <inkml:trace contextRef="#ctx0" brushRef="#br0" timeOffset="403.113">487 142 14659,'0'0'2274,"0"0"-1255,0 0-342,2 20 1021,1 14-605,24 157 1887,-25-183-2942,-1-1 0,1 0 0,0 0-1,1 0 1,0 0 0,0-1 0,0 1 0,1-1-1,0 0 1,0 0 0,1 0 0,0 0-1,0-1 1,0 0 0,0 0 0,1 0-1,0-1 1,0 1 0,0-1 0,1-1-1,-1 1 1,1-1 0,0-1 0,6 3-38,-3-4 23,1 0 0,0 0 0,0-1 1,-1 0-1,1-1 0,0 0 0,-1-1 0,1 0 1,-1-1-1,0 0 0,1 0 0,-1-1 1,-1-1-1,1 1 0,-1-2 0,0 1 0,0-1 1,0-1-1,-1 0 0,0 0 0,0 0 0,-1-1 1,0 0-1,0-1 0,-1 1 0,0-1 0,0 0 1,-1-1-1,0 0 0,-1 1 0,0-1 1,-1-1-1,0 1 0,-1 0 0,0-1 0,0 0 1,-1-4-24,3-2-101,-2-1 1,-1 0 0,0 0-1,-1 0 1,0 0-1,-2 0 1,0 0 0,-2 0-1,-2-11 101,4 23-34,-1 0-1,1 0 1,-1 0 0,0 1-1,0-1 1,-1 1-1,1 0 1,-1 0-1,0 0 1,-1 0-1,1 1 1,-1-1-1,0 1 1,0 0-1,0 1 1,-1-1-1,1 1 1,-1 0-1,0 1 1,0-1-1,0 1 1,0 0 0,0 1-1,-1-1 1,1 1-1,0 0 1,-1 1-1,-1 0 35,0 0-59,0 0 0,-1 1-1,1 0 1,0 1 0,0 0-1,0 0 1,0 0 0,0 1-1,1 0 1,-1 1 0,1 0-1,0 0 1,0 1 0,0-1-1,0 2 1,1-1 0,0 1-1,0-1 1,0 2 0,1-1-1,0 1 1,0 0 0,1 0-1,0 0 1,0 0 0,1 1-1,-3 6 60,-32 140-6632,37-112 2340</inkml:trace>
  <inkml:trace contextRef="#ctx0" brushRef="#br0" timeOffset="652.407">497 222 14211,'0'0'3761,"0"0"-2601,0 0-472,0 0 512,0 0 201,0 0-937,0 0 328,133 0-352,-63-5 168,1-6-200,-4-2-128,-8 2-272,-9 2-16,-11 7-1016,-11 0-3713,-14 2-2944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1:1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5 6553,'0'0'1674,"0"0"2062,0 0-794,0 0-1387,0 0-562,0 0-94,-14-4 3271,-120 65-4274,103-41-15,-142 113-607,173-132 697,1 0-1,-1 0 1,0 1 0,1-1 0,-1 0 0,1 0 0,0 0 0,-1 0 0,1 0 0,0 0 0,0 0 0,-1 0 0,1 0 0,0 0 0,0 0 0,0-1 0,0 1 0,0 0-1,0-1 1,0 1 0,0 0 0,1-1 0,-1 0 0,0 1 0,0-1 0,0 0 0,1 1 0,-1-1 0,0 0 0,0 0 0,1 0 0,-1 0 0,0 0 0,0 0 0,1-1-1,-1 1 1,0 0 0,0 0 0,0-1 0,0 1 0,1-1 0,-1 1 0,0-1 0,0 0 0,1 0 29,7 1-50,27 0 126,0 2 1,0 2-1,-1 1 1,1 2-1,-1 1 1,9 5-77,-35-10-25,1 0-1,-2 1 1,1 0 0,0 0-1,-1 1 1,0 0-1,0 1 1,0 0 0,-1 0-1,1 0 1,-2 1 0,1 0-1,-1 1 1,0-1 0,0 1-1,-1 0 1,0 1 0,-1-1-1,0 1 1,0 0 0,-1 0-1,0 0 1,0 0 0,-1 1-1,0-1 1,-1 2 25,0-6-10,-1 0 0,1 1 0,-1-1-1,0 0 1,0 0 0,-1 0 0,0 0 0,0 0 0,0 0 0,0 0-1,-1 0 1,0 0 0,0 0 0,0-1 0,0 1 0,-1-1 0,0 1-1,0-1 1,0 0 0,-1 0 0,1 0 0,-1-1 0,0 1 0,0-1 0,0 0-1,0 0 1,0 0 0,-1-1 0,0 1 0,1-1 0,-1 0 0,0-1-1,0 1 1,0-1 0,-1 0 10,-22 8 23,-1-1 1,0-1-1,0-2 0,0 0 0,0-3 1,-1 0-1,-5-2-23,-18-40 98,63 16-4252,5 17 398</inkml:trace>
  <inkml:trace contextRef="#ctx0" brushRef="#br0" timeOffset="733.534">738 543 8210,'0'0'2943,"0"0"1525,0 0-2609,0 0-1110,0 0-13,0 0 295,10-17 54,30-53-524,-20-35-149,-21 83-387,0-57-670,-33 83-906,26 11 1537,-1-1 1,2 2 0,0-1-1,1 1 1,1 0-1,0 0 1,1 1-1,1-1 1,0 1 0,1 0-1,1-1 1,1 1-1,1 11 14,-2-24 14,1 1 0,-1 0 0,1-1-1,0 1 1,0-1 0,0 1 0,1 0 0,0-1 0,0 1-1,0-1 1,0 1 0,1-1 0,0 0 0,0 1-1,0-1 1,0 0 0,1 0 0,-1-1 0,1 1-1,0 0 1,0-1 0,0 0 0,1 1 0,-1-1 0,1-1-1,0 1 1,0 0 0,0-1 0,0 0 0,0 0-1,0 0 1,1-1 0,-1 1 0,0-1 0,1 0 0,0 0-1,-1 0 1,1-1 0,3 0-14,0 2-13,1 0 1,-1-1-1,1 0 0,-1 0 0,1-1 1,0-1-1,-1 1 0,1-1 0,0-1 1,-1 1-1,1-1 0,-1-1 1,0 0-1,0 0 0,0 0 0,0-1 1,-1-1-1,1 1 0,-1-1 0,0 0 1,0-1-1,-1 1 0,0-1 0,0-1 1,0 1-1,0-1 0,-1 0 1,-1 0-1,1-1 0,-1 1 0,0-1 1,-1 0-1,3-7 13,0-79-418,-5 93 418,0 0 0,-1 1 0,1-1 0,0 1 0,0-1 0,0 0 0,0 1 0,-1 0-1,1-1 1,0 1 0,0-1 0,0 1 0,0 0 0,0 0 0,0 0 0,0-1-1,0 1 1,0 0 0,0 0 0,0 0 0,0 1 0,0-1 0,0 0 0,0 0-1,0 0 1,0 1 0,0-1 0,0 0 0,-1 1 0,1-1 0,0 1 0,0-1-1,0 1 1,0 0 0,-1-1 0,1 1 0,0 0 0,-1-1 0,1 1 0,0 0 0,-1 0-1,1 0 1,-1-1 0,1 2 0,197 215 85,-196-249-4938,-12-15 2956,2-79 667,11 123 1264,0 0 0,1 1-1,-1-1 1,1 1 0,-1 0 0,1 0 0,0 1-1,0-1 1,0 1 0,0 0 0,0 0-1,0 0 1,0 0 0,0 1 0,1-1-1,-1 1 1,0 0 0,0 1 0,0-1-1,0 1 1,1 0 0,0 0-34,8 0 148,-2 1 40,1 1 0,-1 0 0,0 1 0,0 0 0,0 1 0,0 0 0,-1 1-1,0 0 1,0 1 0,0 0 0,-1 0 0,0 1 0,-1 0 0,0 1 0,0 0 0,-1 0 0,0 1 0,0 0 0,-1 0 0,0 0 0,-1 1 0,0 0-1,-1 0 1,0 0 0,-1 1-188,17 20-1183,-12-32-1489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2:40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6793,'0'0'1366,"0"0"1093,0 0-293,0 0-340,0 0-458,0 0-420,13 8 417,-9-6 2425,-4-1-3780,0 7-4191,0-5-998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2:41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7178,'0'0'686,"0"0"-22,0 0 1218,0 0 145,0 0-340,0 0-378,-6 2-296,-27 10 950,42-10 2494,34 4-3838,348-17 607,-380 10-226,-6 1-3451,-17-1-5580,-3 1 628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2:42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7458,'0'0'690,"0"0"-274,0 0 206,0 0 1309,0 0-367,0 0-41,3 4 6,4 1-1168,0-1-1,0 0 1,1-1 0,0 0 0,-1 0 0,1 0 0,0-1 0,1 0 0,-1 0 0,0-1-1,0-1 1,1 1 0,-1-1 0,0 0 0,1-1 0,-1 0 0,7-2-361,24 2 690,304-22 1579,-342 23-2265,-1 0-28,0 0 60,-42 0 85,36-24-7617,17 6 1911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2:45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749 1191 8730,'0'0'601,"0"0"71,0 0 1429,0 0 150,0 0-517,0 0-494,0 6 4778,4 19-6001,84-3 278,-80-22-244,-7-1-32,0 0-1,0 0 0,0 0 0,0 0 0,-1 0 0,1-1 0,0 1 0,-1 0 1,1-1-1,-1 1 0,1 0 0,-1-1 0,0 1 0,0 0 0,0-1 1,1 1-1,-1-1 0,0 1 0,-1-1 0,1 1 0,0 0 0,0-1 1,-1 1-1,1 0 0,0-1 0,-1 1 0,0 0 0,1-1 0,-1 1 0,0 0 1,1 0-1,-1 0 0,0-1 0,0 1 0,-1 0-18,-5-4 26,-1 0 0,1 0 0,-1 1 1,0 0-1,0 0 0,-1 1 0,1 0 0,-1 1 0,1 0 0,-1 0 0,0 1 0,0 0 0,1 0 0,-1 1 1,0 1-1,-5 0-26,14-1-24,-1 0 0,0 0 1,0 0-1,0 0 0,0 0 0,0 0 1,1 1-1,-1-1 0,0 0 1,0 1-1,0-1 0,1 0 1,-1 1-1,0-1 0,1 1 1,-1-1-1,0 1 0,1-1 1,-1 1-1,0 0 0,1-1 0,-1 1 1,1 0-1,-1 0 0,1-1 1,0 1-1,-1 0 0,1 0 1,0 0-1,0-1 0,-1 1 1,1 0-1,0 0 0,0 0 1,0 0-1,0-1 0,0 1 0,0 0 1,0 0-1,0 0 0,0 0 1,1 0-1,-1-1 0,0 1 1,0 0-1,1 0 0,-1 0 1,0-1-1,1 1 0,-1 0 1,1-1-1,-1 1 0,1 0 0,0 0 24,27 42-4747,4-18-1786</inkml:trace>
  <inkml:trace contextRef="#ctx0" brushRef="#br0" timeOffset="-855.151">10 731 4689,'0'0'3278,"0"0"2983,0 0-3745,0 0-1715,0 0-351,0 0 294,-7 5 1449,4 274-2091,34-279-365,178-11 490,0 0-2989,-208 17-2251,-1-3 312</inkml:trace>
  <inkml:trace contextRef="#ctx0" brushRef="#br0" timeOffset="-486.694">346 671 3209,'0'0'3510,"0"0"1160,0 0-2076,0 0-1355,0 0-642,0 0 362,-1 24 823,-7 170 1596,25 187-15,-12-356-4167,8-14-3843,-1-8-208</inkml:trace>
  <inkml:trace contextRef="#ctx0" brushRef="#br0" timeOffset="1434.545">1629 1369 5449,'0'0'8573,"0"0"-5433,0 0-2241,0 0-355,0 0 122,0 0 171,14-9-353,-5 2-434,95-30 118,-96 36-133,1 0 1,-1 1 0,0 0-1,0 0 1,0 1-1,1 0 1,-1 1-1,0 0 1,0 0 0,-1 1-1,1 0 1,0 0-1,-1 1 1,0 0-1,0 0 1,0 0 0,0 1-1,-1 0 1,1 1-1,-1-1 1,-1 1-1,1 0 1,-1 1 0,0-1-1,-1 1 1,1 0-1,-1 0 1,-1 1 0,1-1-1,-1 1 1,-1 0-1,1 0 1,-1 0-1,0 2-35,-1 2 25,0-1 0,0 1 0,-1 0-1,-1 0 1,0-1 0,0 1-1,-1-1 1,-1 1 0,0-1 0,0 0-1,-1 0 1,-1 0 0,0 0-1,0-1 1,-1 0 0,0 0 0,-1 0-1,0-1 1,-1 0 0,1 0-1,-2-1 1,1 0 0,-1-1 0,-1 0-1,1 0 1,-1-1 0,0 0-1,-1 0 1,1-1 0,-1-1 0,0 0-1,-10 2-24,-65 1 152,84-44-45,9 29-87,1 0-1,1 0 1,0 1-1,0 1 1,0 0 0,0 0-1,1 1 1,0 0-1,1 0 1,-1 1 0,1 1-1,-1-1 1,1 2 0,0 0-1,0 0 1,0 1-1,5 0-19,250 24 1654,-52-8-1009,-212-15-722,0-1-1,0 0 0,0 0 0,-1-1 1,1 1-1,0 0 0,-1 0 0,1-1 1,-1 1-1,1-1 0,-1 0 0,0 1 0,0-1 1,0 0-1,1 0 0,-2 0 0,1 0 1,0 0-1,0 0 0,-1 0 0,1 0 0,-1 0 1,0 0-1,1 0 0,-1 0 0,0 0 1,0 0-1,0 0 0,-1-1 78,3-6-1037,3-23-4032</inkml:trace>
  <inkml:trace contextRef="#ctx0" brushRef="#br0" timeOffset="548.166">1476 562 7618,'0'0'3942,"0"0"-1538,0 0-758,0 0-720,0 0-110,0 0 160,1-1 2093,13-15-2507,-7 3-311,0 0 0,0-1 0,-2 0 0,0 0 0,0 0 0,-1 0 0,-1-1 0,-1 0 0,0 1 0,-1-1 0,0-15-251,7 39 157,96 294 1928,-51 33-1260,-50-340-7435,-3-11-972</inkml:trace>
  <inkml:trace contextRef="#ctx0" brushRef="#br0" timeOffset="813.04">1414 1078 9034,'0'0'5977,"0"0"-4552,0 0-145,0 0 128,0 0 793,151 4-689,-99-4-592,-1 0-560,4 0-152,-1 0-80,-2 0-136,-5 0 16,-2 0-16,-3-4-224,0-3-800,-10 0-3033,-10 1-3032</inkml:trace>
  <inkml:trace contextRef="#ctx0" brushRef="#br0" timeOffset="2667.942">2603 544 5449,'0'0'1571,"0"0"-951,0 0-101,0 0 1148,0 0 659,0 0-595,0 1 1563,-1 19-2973,-13 140 2532,7-106-2097,3 1 1,1 0-1,3 0 1,3-1-1,2 1-756,-4-46 18,0-1 0,1 0 0,0 1 0,0-1 0,1 0 0,0 0 0,1 0 0,-1-1 0,2 1 0,-1-1 0,1 0 0,0 0 0,0-1 0,1 1 0,0-1-1,0 0 1,0-1 0,1 0 0,0 0 0,0 0 0,0-1 0,1 0 0,0 0 0,-1 0 0,1-1 0,0-1 0,1 1 0,-1-1 0,0-1 0,1 0 0,-1 0 0,1 0 0,-1-1 0,1 0 0,-1-1 0,0 0 0,1 0-1,-1-1 1,0 0 0,1-1 0,-1 1 0,0-2 0,7-3-18,-1-2 9,0 0-1,0-1 1,-1-1 0,0-1-1,-1 0 1,0 0-1,-1-1 1,0 0 0,-1-1-1,0-1 1,-2 1-1,0-1 1,0-1-1,-1 1 1,-1-1 0,-1-1-1,0 1 1,-1-1-1,-1 0 1,0 0 0,-2 0-1,0 0 1,0 0-1,-2 0 1,0 0-1,-2-4-8,3 7 18,-1 0-1,-1 0 0,-1 0 0,0 1 0,0-1 0,-1 1 1,-1 0-1,0 0 0,-1 0 0,-1 1 0,0 0 0,0 0 0,-1 0 1,-1 1-1,0 1 0,0-1 0,-1 1 0,0 1 0,-1 0 1,0 0-1,0 1 0,-1 1 0,0 0 0,-1 0 0,1 1 0,-1 1 1,0 0-1,-1 1 0,1 0 0,-1 1 0,-13-1-17,22 3-9,1 0 0,-1 0 0,1 1 0,-1-1 0,1 1 0,-1 0 0,0 1 0,1-1 0,-1 1 0,1 0 0,-1 0 0,1 0-1,-1 0 1,1 1 0,0 0 0,0 0 0,0 0 0,0 0 0,0 1 0,0 0 0,1-1 0,-1 1 0,1 1 0,0-1 0,0 0 0,0 1 0,0 0 0,0-1 0,1 1 0,0 0-1,0 0 1,0 1 0,0-1 0,1 0 0,-1 1 0,1-1 0,0 1 0,0 1 9,-1 162-1546,29-62-4851,-12-70 771</inkml:trace>
  <inkml:trace contextRef="#ctx0" brushRef="#br0" timeOffset="3064.713">2477 891 10938,'0'0'2621,"0"0"-1259,0 0-170,0 0 64,0 0-88,0 0-456,31-4-63,210-24 1154,-115 12-1060,-1-6 0,-2-5 0,2-6-743,-147 35 116,-13 4-465,14 9-3018,17-10-1096</inkml:trace>
  <inkml:trace contextRef="#ctx0" brushRef="#br0" timeOffset="6265.175">1105 4 5513,'0'0'1164,"0"0"-521,0 0 1331,0 0-182,-2-4 4453,-5 7-5831,-59 107 744,46-76-825,-29 41 129,2 2-1,5 2 0,2 2 1,4 1-1,4 2 1,4 1-1,3 2 1,-12 83-462,35-142 147,2 1 0,0 0 0,2-1 1,1 1-1,1-1 0,2 0 0,0 0 1,2 0-1,1-1 0,2 0 0,0-1 0,2 0 1,0-1-1,2-1 0,1 0 0,1-1 1,1 0-1,0-2 0,2 0 0,1-1 1,0-1-1,8 4-147,17 13 76,1-1 1,1-3-1,2-2 1,1-3-1,1-1 1,45 14-77,-123-21 895,15-16-808,11-3-149,0-1 1,1 1-1,-1-1 1,0 1 0,0-1-1,0 0 1,0 1-1,0-1 1,-1 1 0,1-1-1,0 1 1,0-1 0,0 1-1,0-1 1,-1 1-1,1-1 1,0 1 0,0-1-1,-1 1 1,1-1-1,0 1 1,-1 0 0,1-1-1,0 1 1,-1-1-1,1 1 1,-1 0 0,1-1-1,-1 1 1,1 0 0,-1 0-1,1-1 1,-1 1-1,1 0 1,-1 0 0,1 0-1,-1 0 1,1 0-1,-1-1 1,1 1 0,-1 0 61,24-25-5599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2:5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9 6081,'0'0'8597,"0"0"-5358,0 0-1939,0 0-791,0 0-340,0 0 203,-6 12 514,-4 12-553,0 2 0,2-1 0,0 1 0,2 0 1,1 1-1,1-1 0,2 1 0,0 13-333,3-36 37,1 0 0,0 0-1,0 0 1,0 0 0,1 0-1,-1-1 1,1 1 0,0-1-1,0 1 1,0-1 0,1 0-1,-1 0 1,1-1 0,-1 1-1,1-1 1,0 0 0,0 0-1,0 0 1,0 0 0,1-1-1,-1 1 1,0-1 0,1 0-1,-1-1 1,0 1 0,1-1-1,-1 0 1,1 0-1,-1 0 1,1 0 0,-1-1-1,1 0 1,-1 0 0,0 0-1,0 0 1,4-2-37,19 2 109,187-24 285,-137 29-877,-44 1-2905,-32-5 3298,2 0-2671,-2-4-3887,-1-7-2862</inkml:trace>
  <inkml:trace contextRef="#ctx0" brushRef="#br0" timeOffset="246.375">324 0 10722,'0'0'3762,"0"0"-2077,0 0-468,2 25 788,8 409 4991,-24-227-6117,14-206-990,3-9-282,41-77-7102,-17 31-1906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2:53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62 347 6569,'0'0'2690,"0"0"2717,0 0-2825,0 0-1478,0 0-513,0 0 513,8-21 223,65-154 548,-13 25-1156,-50 171-837,89 597 4011,-65-493-3762,-43-154-9086,-6 7 1030</inkml:trace>
  <inkml:trace contextRef="#ctx0" brushRef="#br0" timeOffset="248.944">0 749 7522,'0'0'5873,"0"0"-4193,0 0-424,0 0-55,0 0 103,144 11 752,-82-15-607,2-12-505,0 1-512,-2-3-48,-5 7-360,-8 2-8,-9 7-32,-6 2-920,-9 0-2801,-13 11-2536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2:52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5801,'0'0'1426,"0"0"1520,0 0 521,0 0-1046,0 0-742,0 0-156,0 5-91,0 77 1195,-3 3-2055,4 0-1,4 0 1,3 0 0,4-1-1,8 16-571,-16-82-224,1-1 0,1-1 1,1 1-1,0-1 0,1 0 0,1-1 0,0 0 0,2 0 0,2 3 224,-10-16-1797,-2-2-5466,-1 0-4177</inkml:trace>
  <inkml:trace contextRef="#ctx0" brushRef="#br0" timeOffset="233.14">0 549 6633,'0'0'7682,"0"0"-5722,0 0-999,0 0-241,0 0-128,0 0 352,175 58-144,-113-58-64,5-11-471,2-9-265,23-11-192,-16 4-2473,-12 0-6049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2:56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5961,'0'0'450,"0"0"-118,0 0 364,0 0 1863,0 0 111,0 0-433,-15 7 4380,15-4-6578,0-1 0,0 0 0,0 0 0,0 0 0,0 1 0,1-1 1,-1 0-1,1 0 0,-1 0 0,1 0 0,0 0 0,0 0 0,-1 0 0,2 0 0,-1 0 0,0 0 0,0 0 0,1 0 1,-1-1-1,1 1 0,-1-1 0,1 1 0,-1-1 0,1 1 0,0-1 0,0 0 0,0 0 0,0 0 0,0 0 0,0 0 1,0 0-1,0-1 0,0 1 0,0-1 0,1 0 0,-1 1 0,0-1 0,0 0 0,2 0-39,-4-39 1187,0 38-1176,-1 0 1,0-1-1,0 1 0,0 0 0,0 0 0,0 0 0,-1 1 1,1-1-1,0 0 0,0 0 0,-1 1 0,1-1 0,0 0 1,-1 1-1,1 0 0,0-1 0,-1 1 0,1 0 0,-1-1 1,1 1-1,-1 0 0,1 0 0,-1 0 0,1 0 1,0 1-1,-1-1 0,1 0 0,-1 1 0,1-1 0,0 0 1,-1 1-1,1 0 0,0-1 0,-1 1 0,1 0 0,0 0 1,0 0-1,0 0 0,0 0 0,0 0 0,0 0 0,0 0 1,0 0-1,0 0 0,0 1-11,-29 105-31,74-108 205,-43 0-170,0-1 1,1 0 0,-1 0 0,0 0 0,-1 0-1,1 0 1,0 0 0,-1 0 0,1 0-1,-1-1 1,1 1 0,-1 0 0,0 0 0,0 0-1,0 0 1,0-1 0,0 1 0,-1 0-1,1 0 1,-1 0 0,1 0 0,-1 0 0,0 0-1,0 0 1,0 0 0,0 0 0,0 0-1,0 0 1,-1 0 0,1 1 0,-1-1 0,1 0-1,-1 1 1,1-1 0,-1 1 0,0 0-1,0 0 1,0-1 0,0 1 0,0 0 0,0 1-1,0-1 1,0 0-5,-56-8-861,68 24-6338,10-10-639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02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61 14771,'0'0'2391,"0"0"-837,0 0-966,0 0-370,0 0-110,0 0 377,-2 20 666,-2 40-381,2 0 0,3 0 0,3 0 0,3 0 0,7 28-770,-14-82 40,1 1 1,0-1-1,0 1 0,1-1 1,-1 0-1,2 0 0,-1 1 1,1-1-1,-1-1 0,2 1 1,-1 0-1,1-1 0,-1 1 1,1-1-1,1 0 0,-1-1 1,1 1-1,0-1 0,0 0 1,0 0-1,1 0 0,-1-1 1,1 1-1,0-2 0,0 1 1,0-1-1,0 1 0,0-2 1,1 1-1,-1-1 0,1 0 1,-1 0-1,1 0 0,-1-1 1,1 0-1,-1-1 0,3 0-40,4-2 8,0-1 0,0 0 0,0-1 0,-1-1 0,0 0 0,0-1-1,0 0 1,-1-1 0,0 0 0,0 0 0,-1-1 0,0-1 0,-1 0-1,0 0 1,-1-1 0,0 0 0,0 0 0,-1-1 0,-1 0 0,0 0-1,0-1 1,-1 0 0,-1 0 0,0 0 0,-1 0 0,-1 0 0,0-1-1,0-1-7,1 4-12,-1-1-1,0 1 1,-1-1 0,0 1-1,-1-1 1,0 0-1,-1 1 1,0-1-1,-1 1 1,0-1-1,-1 1 1,0 0-1,-1 0 1,0 0-1,-1 0 1,0 1 0,-1-1-1,0 2 1,0-1-1,-1 0 1,-1 1-1,1 1 1,-1-1-1,-1 1 1,0 0-1,0 1 1,0 0 0,-1 1-1,0 0 1,0 0-1,0 1 1,-1 0-1,0 1 1,0 0-1,-10-1 13,8 5-24,-1 0-1,1 1 1,0 1-1,-1 0 0,1 1 1,0 1-1,1 0 1,-1 0-1,1 1 0,-1 1 1,1 0-1,1 1 1,0 0-1,0 1 0,0 0 1,1 0-1,0 2 1,0-1-1,1 1 0,1 0 1,-1 1-1,2 0 1,-1 0-1,2 1 0,-4 7 26,-14 69-1400,31-29-2360,12-28-1146</inkml:trace>
  <inkml:trace contextRef="#ctx0" brushRef="#br0" timeOffset="245.715">67 233 14859,'0'0'2481,"0"0"-1617,0 0-144,0 0 2377,131 40-1465,-65-34-456,9-3-664,-1-3-152,-3 0-295,-9 0 95,-8 0-160,-11 0-168,-9 0-569,-14 0-3127,-10-7-2066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0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6465,'0'0'701,"0"0"-371,0 0 921,0 0 3721,0 0-2229,0 0-1625,4 17 1000,64 101 2651,-67-118-4748,0 0 1,0-1 0,0 1-1,-1 0 1,1-1 0,0 1-1,0-1 1,0 1 0,0-1-1,0 1 1,-1-1 0,1 1-1,0-1 1,0 0 0,-1 0 0,1 1-1,0-1 1,-1 0 0,1 0-1,-1 0 1,1 0 0,-1 1-1,0-1 1,1 0 0,-1 0-1,0 0 1,1 0 0,-1 0-1,0 0 1,0 0 0,0 0 0,0 0-1,0 0 1,0 0 0,0 0-1,0 0 1,-1 0 0,1 0-1,0 0 1,-1 0 0,1 0-1,0 0 1,-1 0 0,1 1-1,-1-1 1,1 0 0,-1 0 0,0 0-1,0 0-21,1-4 32,0 3-32,0-1 0,0 0-1,0 1 1,0-1-1,0 0 1,-1 1-1,0-1 1,1 1-1,-1-1 1,0 1-1,0-1 1,0 1-1,0-1 1,-1 1-1,1 0 1,-1 0-1,1 0 1,-1 0-1,0 0 1,0 0 0,0 0-1,0 0 1,0 1-1,0-1 1,0 1-1,-1-1 1,1 1-1,0 0 1,-1 0-1,1 0 1,-1 0-1,0 1 1,1-1-1,-1 1 1,1-1-1,-1 1 1,0 0 0,1 0-1,-1 0 1,0 1-1,1-1 1,-1 0-1,0 1 1,1 0-1,-1 0 1,1-1-1,-1 2 1,1-1-1,0 0 1,-1 0-1,1 1 1,0-1-1,0 1 1,0 0-1,0-1 1,0 1 0,0 0-1,1 0 1,-1 0-1,1 1 1,-1-1-1,1 0 1,0 1-1,0-1 1,-1 1 0,-3 9 4,1 0 0,-1 0 1,2 0-1,0 0 0,0 0 1,2 1-1,-1 0 0,1-1 1,1 1-1,0 0 0,1-1 1,0 1-1,1-1 0,1 1 1,0-1-1,0 0 0,1 0 1,1 0-1,0 0 0,1-1 1,0 0-1,0 0 0,1-1 1,1 1-1,0-1 0,0-1 1,1 0-1,0 0 0,1-1 1,0 0-1,0 0 0,1-1-4,-7-3-58,1 0 0,-1-1 0,1 1 0,-1-1 0,1 0 0,0-1 0,0 1-1,0-1 1,1 0 0,-1 0 0,0-1 0,1 1 0,-1-1 0,1 0 0,0-1-1,-1 0 1,1 1 0,-1-2 0,1 1 0,0-1 0,-1 0 0,1 0 0,-1 0-1,1-1 1,-1 0 0,0 0 0,0 0 0,0 0 0,2-2 58,80-128-176,-58 145 201,-27-10-16,3 5-3,1 3 18,0 0 0,0-1 1,1 1-1,0-1 0,1-1 0,0 1 1,1-1-1,0-1 0,0 1 0,1-2 1,0 1-1,0-1 0,1-1 1,0 0-1,0 0 0,0-1 0,1-1 1,-1 0-1,1 0 0,7 0-24,-15-3 9,-1 0 1,1 0-1,0 0 0,0 0 0,0-1 0,0 0 0,-1 0 1,1 0-1,0 0 0,0-1 0,0 1 0,0-1 0,-1 0 0,1 0 1,0 0-1,-1-1 0,1 1 0,-1-1 0,1 0 0,-1 0 1,0 0-1,0 0 0,0-1 0,0 1 0,0-1 0,0 0 1,-1 0-1,1 0 0,-1 0 0,0 0 0,0 0 0,0-1 1,0 1-1,-1-1 0,1 1 0,-1-1 0,0 0 0,0 0 1,0-2-10,1-4 3,-1 1 0,0-1 0,-1 1 1,0-1-1,0 0 0,-1 1 1,0-1-1,-1 1 0,0-1 0,0 1 1,-1 0-1,-1 0 0,1 0 0,-1 0 1,-1 1-1,0-1 0,0 1 1,0 0-1,-1 1 0,0-1 0,-1 1 1,1 0-1,-2 1 0,1 0 1,-1 0-1,1 0 0,-2 1 0,1 0 1,0 1-1,-1 0 0,0 0 0,0 1 1,0 0-1,0 0 0,-5 0-3,-113 22-254,125-18 124,-1 0 1,1 1-1,0 0 0,0-1 0,0 1 0,0 0 0,0 0 0,1 0 0,-1 1 1,0-1-1,1 0 0,0 0 0,-1 1 0,1-1 0,0 1 0,0-1 0,1 1 1,-1 0-1,0-1 0,1 1 0,0 0 0,-1-1 0,1 1 0,0 0 0,1-1 1,-1 1-1,0 0 0,1-1 0,-1 1 0,1 0 130,12 22-4641,12-6-3491</inkml:trace>
  <inkml:trace contextRef="#ctx0" brushRef="#br0" timeOffset="432.444">1089 85 14619,'0'0'1993,"0"0"-715,0 0-672,0 0 2,0 0 220,-22-2-157,-71 1-316,88 1-340,0 0-1,1 1 1,-1 0 0,0 0 0,1 1 0,-1-1 0,1 1-1,0 0 1,-1 0 0,1 0 0,0 1 0,0 0 0,0-1-1,1 1 1,-1 1 0,1-1 0,-1 0 0,1 1 0,0 0-1,0 0-14,-6 7 52,7-10-55,1 0 0,0 0 0,-1 0 0,1 0 0,0 0 1,0 0-1,0 0 0,0 0 0,0 1 0,0-1 0,0 0 0,0 1 0,0-1 0,0 1 0,1-1 1,-1 1-1,1-1 0,-1 1 0,1-1 0,0 1 0,-1 0 0,1-1 0,0 1 0,0 0 1,0-1-1,0 1 0,1-1 0,-1 1 0,0 0 0,1-1 0,-1 1 0,1-1 0,-1 1 1,1-1-1,0 1 0,-1-1 0,1 1 0,0-1 0,0 0 0,0 1 0,0-1 0,0 0 1,1 0-1,-1 0 0,0 0 0,1 0 0,-1 0 0,0 0 0,1 0 0,-1-1 0,1 1 0,-1-1 1,2 1 2,98 23 156,-78-21-79,-13-3-53,-1 1 0,0 0-1,0 0 1,0 1 0,-1 0 0,1 0 0,0 1 0,-1 1-1,1-1 1,-1 1 0,0 0 0,-1 1 0,1 0 0,-1 0-1,0 1 1,0 0 0,0 0 0,-1 1 0,0 0 0,0 0-1,-1 0 1,0 1 0,0-1 0,0 1 0,-1 0 0,-1 1-1,1-1 1,-1 1 0,-1-1 0,0 1 0,2 8-24,-4-10 57,0-1 0,0 0 1,0 1-1,0-1 0,-1 0 1,0 0-1,-1 1 0,1-1 1,-1 0-1,0 0 1,-1 0-1,1-1 0,-1 1 1,0 0-1,-1-1 0,1 0 1,-1 0-1,0 0 0,-1 0 1,1-1-1,-1 0 0,0 1 1,0-2-1,0 1 0,0-1 1,-1 1-1,1-1 0,-1-1 1,0 1-1,0-1 0,0 0-57,-117 8-286,121-11 148,0-1 0,0 1-1,0-1 1,0 0 0,0 0 0,0 1 0,0-1 0,1 0 0,-1-1 0,1 1 0,-1 0 0,1 0-1,0-1 1,0 1 0,0 0 0,0-1 0,0 1 0,1-1 0,-1 1 0,1-1 0,0 0 0,-1 1 0,1-1-1,0 1 1,1-1 0,-1 0 138,0 2-185,-1-25-3804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2:5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18 162 3593,'0'0'2512,"0"0"-1427,0 0 263,0 0 2646,0 0-1556,0 0-1077,-4-29 3098,8 24-4367,0 0 0,0 0-1,1 0 1,0 1 0,0-1 0,0 1 0,0 0 0,1 1 0,-1 0-1,1-1 1,0 2 0,0-1 0,0 1 0,0 0 0,1 0 0,-1 1-1,5-1-91,-6 1 9,0 1-1,0-1 1,0 1-1,0 0 0,0 1 1,0-1-1,0 1 0,0 0 1,0 1-1,-1-1 0,1 1 1,0 0-1,-1 0 1,1 0-1,-1 1 0,0-1 1,1 1-1,-1 0 0,-1 0 1,1 1-1,0-1 1,-1 1-1,0 0 0,0 0 1,0 0-1,0 0 0,0 0 1,-1 1-1,0-1 1,0 1-1,0-1 0,-1 1 1,1 0-1,-1 0 0,0 0 1,-1 0-1,1 0 0,-1 0 1,0 0-1,0 4-8,2 9 20,0 0-1,-2 0 0,0 0 1,0 0-1,-2 0 1,0-1-1,-1 1 1,-1 0-1,-1-1 0,0 0 1,-1 0-1,-1 0 1,-1-1-1,0 0 1,-1-1-1,-6 9-19,11-20 11,0-1 0,0 0 0,0-1 0,0 1 0,0-1 0,0 0 0,0 0 0,-1 0-1,1 0 1,-1-1 0,0 1 0,1-1 0,-1-1 0,0 1 0,0-1 0,0 1 0,1-2 0,-1 1 0,0 0 0,0-1 0,1 0 0,-1 0 0,0 0 0,1-1 0,-1 1 0,1-1 0,-1 0-1,1 0 1,0-1 0,0 1 0,0-1 0,0 0 0,0 0 0,1-1 0,-1 1 0,1-1 0,0 1 0,0-1 0,0 0 0,1 0 0,0 0 0,-1-1 0,1-1-11,47 6-294,92 50 324,51 8 216,-162-56-139,132-14 960,-157 11-1064,0 0 0,0 0-1,-1 0 1,1 0 0,-1 0 0,1 0 0,-1-1 0,0 1-1,1 0 1,-1 0 0,0 0 0,0 0 0,1-1-1,-1 1 1,0 0 0,0 0 0,-1-1 0,1 1 0,0 0-1,0 0 1,0 0 0,-1 0 0,1-1 0,-1 1 0,1 0-1,-1 0 1,1 0 0,-1 0 0,0 0 0,1 0-1,-1 0 1,0 0 0,0 0 0,0 1 0,0-1 0,0 0-1,0 0 1,0 1 0,0-1 0,0 0 0,0 1 0,0-1-1,0 1 1,0 0 0,0-1 0,-1 1-3,-13-18-5415,15 14 767</inkml:trace>
  <inkml:trace contextRef="#ctx0" brushRef="#br0" timeOffset="1300.574">1036 42 4625,'0'0'5232,"0"0"-1414,0 0-2366,0 0-938,-26 11-169,-81 36 487,-8 41 654,114-87-1479,0-1 1,0 1-1,0-1 1,1 1-1,-1-1 1,0 1-1,0 0 0,1-1 1,-1 1-1,0 0 1,1-1-1,-1 1 1,1 0-1,-1 0 1,1 0-1,-1 0 0,1-1 1,0 1-1,-1 0 1,1 0-1,0 0 1,0 0-1,-1 0 1,1 0-1,0 0 0,0 0 1,0 0-1,0 0 1,1 0-1,-1 0 1,0 0-1,0 0 0,0 0 1,1-1-1,-1 1 1,0 0-1,1 0 1,-1 0-1,1 0 1,-1-1-1,1 1 0,0 0 1,-1 0-1,1-1 1,0 1-1,-1 0 1,1-1-1,0 1 1,0-1-1,-1 1 0,1-1 1,0 1-1,0-1 1,0 0-1,0 1 1,0-1-1,0 0 1,0 0-1,0 1-7,66 9 388,-59-9-364,3 0-15,172 31 121,-177-30-127,0 1-1,-1-1 0,1 1 0,0 0 1,-1 0-1,1 1 0,-1-1 1,0 1-1,0 0 0,-1 1 0,1-1 1,-1 1-1,0 0 0,0 0 1,0 0-1,-1 1 0,0-1 1,0 1-1,0 0 0,-1 0 0,0 0 1,0 0-1,-1 0 0,1 0 1,-1 1-1,0-1 0,-1 3-2,0-5 6,0 0 1,0 1-1,0-1 0,-1 0 0,0 0 0,0 0 1,0 0-1,0-1 0,0 1 0,-1 0 0,0 0 0,0-1 1,0 1-1,0-1 0,0 0 0,-1 1 0,0-1 1,1 0-1,-1 0 0,0-1 0,0 1 0,-1-1 1,1 1-1,-1-1 0,1 0 0,-1 0 0,1-1 1,-1 1-1,0-1 0,0 0 0,0 0 0,0 0 1,0 0-1,-2 0-6,-198 19 421,217-54-1525,27 15-869,-10 8-2583,5-1-7271</inkml:trace>
  <inkml:trace contextRef="#ctx0" brushRef="#br0" timeOffset="2087.774">1409 491 7906,'0'0'2836,"0"0"-1502,0 0-747,0 0 237,0 0 659,0 0-199,15-14-441,45-44-350,-56 54-408,-1 0-1,0 0 0,0 0 1,-1-1-1,1 1 0,-1-1 1,0 1-1,0-1 0,0 0 1,-1 0-1,1 0 0,-1 0 0,-1 0 1,1 0-1,-1 0 0,0 0 1,0 0-1,0 0 0,0 0 1,-1-2-85,0-13 315,-1 16-286,1 1 0,-1-1 0,0 1 0,0-1 0,0 1 0,0 0 0,0 0 0,-1 0-1,1 0 1,-1 0 0,0 1 0,0-1 0,0 1 0,0 0 0,0-1 0,0 2 0,-1-1 0,1 0 0,-1 1 0,1-1 0,-1 1-1,0 0 1,0 0 0,1 1 0,-1-1 0,0 1 0,0 0 0,0 0 0,0 0 0,1 0 0,-1 1 0,0-1 0,0 1 0,0 0-1,0 1-28,-1 1 0,1 0-1,0 0 0,0 1 0,0 0 0,1 0 0,-1 0 0,1 0 1,0 1-1,0-1 0,0 1 0,1 0 0,-1-1 0,1 1 0,1 0 0,-1 1 1,1-1-1,-1 0 0,1 0 0,1 1 0,-1-1 0,1 0 0,0 1 1,0-1-1,1 0 0,0 1 0,-1-1 0,2 0 0,-1 1 0,1-1 1,0 0-1,2 4 1,1-1 14,1 0 1,1-1-1,-1 0 0,1 0 1,0-1-1,1 0 1,0 0-1,0-1 0,0 0 1,0 0-1,1-1 1,0 0-1,0 0 0,0-1 1,0 0-1,0-1 1,1 0-1,-1-1 0,1 1 1,0-2-1,-1 0 1,1 0-1,0 0 0,-1-1 1,2-1-15,-9 1-6,0 0 0,1 0 0,-1 0 1,0-1-1,0 1 0,-1-1 0,1 1 0,0-1 1,0 1-1,-1-1 0,1 0 0,-1 0 0,0 0 0,1 0 1,-1 0-1,0 0 0,0-1 0,0 1 0,0 0 1,-1 0-1,1-1 0,-1 1 0,1 0 0,-1-1 1,0 1-1,0-1 0,0 1 0,0 0 0,0-1 1,-1 1-1,1 0 0,-1-1 0,1 1 0,-1-1 6,7-45-161,-1 42 160,1 0-1,0 0 1,0 0 0,0 0-1,0 1 1,1 0 0,0 1-1,0 0 1,0 0 0,1 0-1,-1 1 1,1 0 0,0 0-1,0 1 1,0 0 0,0 0-1,0 1 1,0 0 0,1 0-1,-1 1 1,0 0 0,0 1-1,1 0 1,-1 0 0,0 1-1,0 0 1,0 0 0,0 1-1,-1 0 1,1 0 0,-1 1-1,1 0 1,-1 0 0,0 1-1,-1 0 1,2 1 1,0 2 36,0 0 0,-1 0 0,0 0 0,0 1 0,-1 0 1,0 0-1,-1 1 0,0 0 0,0 0 0,-1 0 0,-1 0 0,0 1 0,0 0 0,-1-1 0,0 1 0,-1 0 1,0 1-37,-1-40 11,-1 20-41,0 1 1,1 0-1,-1 0 0,2 0 1,-1 0-1,1-1 1,0 1-1,0 0 0,1 0 1,0 1-1,1-1 0,-1 0 1,1 0-1,0 1 0,1 0 1,-1 0-1,2 0 0,-1 0 1,0 0-1,5-3 30,-7 6 3,1 0 1,0 1-1,-1-1 0,1 1 1,0 0-1,0 0 0,0 0 1,0 0-1,1 0 0,-1 1 1,0-1-1,1 1 0,-1 0 1,1 0-1,-1 0 0,1 1 1,0-1-1,-1 1 0,1 0 1,0 0-1,-1 0 0,1 0 1,0 1-1,-1 0 0,1-1 1,-1 1-1,1 1 0,-1-1 1,1 0-1,-1 1 0,0 0 1,0-1-1,0 1 0,0 1 1,0-1-1,0 0 0,0 1 1,-1-1-1,1 1 0,-1 0 1,0 0-1,0 0 0,0 0 1,1 2-4,35 66 371,46 54 134,-81-123-522,0 0 0,0-1 0,0 1 0,0 0 0,1-1 0,-1 0 0,1 1 0,-1-1 1,1-1-1,-1 1 0,1 0 0,-1-1 0,1 0 0,-1 0 0,1 0 0,0 0 0,-1-1 0,1 1 0,-1-1 0,1 0 0,-1 0 0,4-1 17,38-30-2986,-24 6-1382</inkml:trace>
  <inkml:trace contextRef="#ctx0" brushRef="#br0" timeOffset="2521.819">2541 120 6481,'0'0'9382,"0"0"-5655,0 0-2723,0 0-563,0 0 294,0 0 239,1 22 410,1 10-1218,1 0 1,2 0-1,2-1 1,0 0 0,2 0-1,2 0 1,0-1-1,4 3-166,-12-25 11,0-1 1,1 1-1,-1-1 0,1 0 0,1 0 1,-1-1-1,1 1 0,1-1 1,-1 0-1,1 0 0,0-1 0,0 0 1,1 0-1,-1 0 0,1-1 0,0 0 1,0 0-1,1-1 0,-1 0 1,1 0-1,0 0 0,-1-1 0,1-1 1,0 1-1,0-1 0,0-1 0,1 1 1,-1-1-1,0-1 0,0 1 1,3-2-12,-3-4-10,0-1 0,0-1 0,-1 1 0,0-1 0,-1 0 0,1-1 0,-2 0 0,1 0 0,-1 0 0,0 0 0,-1-1 0,0 0 0,-1 0 0,0 0 0,-1 0 0,0 0 0,0-1 0,-1 1 1,0-1-1,-1 1 0,0-1 0,-1 1 0,0-1 0,-2-7 10,3 5-14,0 0 0,0 0 0,-2 0 0,1 1 0,-2-1 0,1 1 1,-2-1-1,0 1 0,0 0 0,-1 0 0,-1 1 0,0-1 0,0 1 0,-1 0 0,0 1 0,-1 0 1,-1 0-1,1 1 0,-1 0 0,-1 0 0,0 1 0,0 0 0,-1 1 0,1 0 0,-1 1 0,-1 0 1,0 0-1,1 1 0,-1 1 0,-1 0 0,-9-1 14,17 5-109,-1-1-1,1 1 1,-1 1-1,1-1 1,-1 1 0,1 0-1,-1 0 1,1 1 0,0-1-1,0 1 1,0 1-1,0-1 1,0 1 0,0-1-1,0 1 1,1 1-1,-1-1 1,1 1 0,0-1-1,0 1 1,1 0-1,-1 1 1,1-1 0,0 1-1,0-1 1,0 1 0,0 0-1,1 0 1,0 0-1,0 1 1,1-1 0,-1 0-1,1 1 1,0-1-1,0 1 1,1-1 0,0 1-1,0-1 1,0 1-1,1 2 110,-1 43-4338,0-9-3182</inkml:trace>
  <inkml:trace contextRef="#ctx0" brushRef="#br0" timeOffset="2771.044">2548 278 13555,'0'0'2576,"0"0"-1543,0 0-593,0 0 1200,0 0 16,151 15-487,-97-10-329,3-1-376,-3-4-24,-4 2-440,-6-2 376,-9 0-368,-11 0-16,-9 0-144,-7 0-840,-8 0-3025,0 0-2488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03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6889,'0'0'478,"0"0"-278,0 0 372,0 0 1649,0 0-652,0 0-619,-1 6 3156,4 20-2980,215 169 4151,-194-167-5171,-2 2-1,0 1 1,-2 0 0,-1 1 0,-2 2 0,-1-1 0,-2 2 0,-1 0 0,-2 1 0,-1 0 0,2 24-106,4 43 63,-4 1-1,-5 0 1,-5 59-63,-1-148 62,0-1-1,-2 1 0,1-1 0,-2 0 1,0 1-1,0-1 0,-2 0 1,0 0-1,0 0 0,-1-1 1,-1 0-1,0 1 0,-1-2 0,0 1 1,-1-1-1,-1 0 0,1-1 1,-2 0-1,0 0 0,0-1 0,-1-1 1,0 0-1,-1 0 0,1-1 1,-10 5-62,14-10 45,14-5-4559,6-5-1136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10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7378,'0'0'50,"0"0"781,0 0 2666,0 0-1046,0 0-1095,0 14-215,3-10 1721,53 0-2250,0-1 0,0-3 0,0-3 0,0-2 0,0-3-612,125-8 1099,-146 16-1324,-34 0-625,-46 24-6327,-39-11-788,27-12 5621,46-1 2382,-19 0-927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10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7498,'0'0'960,"0"0"1562,0 0-377,0 0-399,0 0-503,0 0-247,5 3-146,168 9 3695,-117-13-4265,186-26-500,-224 16-4138,-13 2-262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12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5457,'0'0'2145,"0"0"3137,0 0-3027,0 0-1396,-13 29-80,-84 262 2375,63-134-1820,6 2 0,8 0 0,6 2-1,7 0 1,8 22-1334,0-158 121,0-1 0,2 0 0,0 1 0,2-2 0,0 1 1,2 0-1,1-1 0,0 0 0,2-1 0,1 0 0,0-1 0,2 0 0,0 0 0,1-2 0,1 0 0,1 0 0,1-1 0,1-1 0,0-1 0,3 1-121,2-1 3,0-2-1,0-1 1,1 0 0,1-2-1,0-1 1,0-1 0,1-1-1,0-1 1,1-1 0,0-1-1,-1-2 1,27 0-3,-51-4-125,0 0 1,0 1 0,0-1-1,0-1 1,0 1-1,-1 0 1,1 0-1,0-1 1,0 1 0,-1-1-1,1 1 1,-1-1-1,0 0 1,1 0-1,-1 1 1,0-1 0,0 0-1,0 0 1,0 0-1,-1 0 1,1 0-1,0-1 1,-1 1 0,1 0-1,-1 0 1,0 0-1,0 0 1,0-1-1,0 1 1,0 0-1,0 0 1,-1 0 0,1 0-1,-1-1 1,0 1-1,1 0 1,-2-1 124,2-12-2235,0-12-3303</inkml:trace>
  <inkml:trace contextRef="#ctx0" brushRef="#br0" timeOffset="600.537">912 358 4929,'0'0'2319,"0"0"-1451,0 0 91,0 0 1971,0 0-953,0-13-776,22-117 1141,3 34 805,-18 196-1938,3-1-1,5 0 1,4-1 0,5-1-1,4 1-1208,-15-76-828,-17-39-7189,-9-2-91</inkml:trace>
  <inkml:trace contextRef="#ctx0" brushRef="#br0" timeOffset="840.112">811 629 7418,'0'0'1408,"0"0"1368,0 0-959,0 0 183,0 0-583,0 0-577,0 0 232,141 47-24,-102-47 24,8 0-167,-2 0-593,4 0 112,-4-9-312,-1 0-128,-2 0 16,0 2-144,-12 5-2401,-11 2-3128</inkml:trace>
  <inkml:trace contextRef="#ctx0" brushRef="#br0" timeOffset="1455.476">865 1003 7762,'0'0'2156,"0"0"2092,0 0-2215,0 0-1082,0 0-316,0 0 140,16-7 162,11-5-694,-11 3-117,-1 1 1,2 1-1,-1 1 0,1 0 1,0 1-1,0 1 1,0 0-1,1 1 0,-1 1 1,1 1-1,0 1 1,2 0-127,-14 4 11,-1 0 1,0 1 0,-1-1 0,1 1-1,-1 0 1,1 0 0,-1 1 0,-1-1-1,1 1 1,-1 0 0,0 0 0,-1 0 0,1 0-1,-1 0 1,0 0 0,-1 1 0,1-1-1,-1 1 1,-1 0 0,1-1 0,-1 1 0,0-1-1,-1 4-11,2-3 24,2 16 10,0 0-1,-2 0 0,0 0 0,-2-1 0,0 1 1,-2 0-1,0 0 0,-2-1 0,0 1 1,-2-1-1,0-1 0,-1 1 0,-7 10-33,14-30-1,-1 1 0,0-1 0,0 0 0,0 0 0,0 0 0,-1 0-1,1 0 1,-1 0 0,1 0 0,-1-1 0,1 1 0,-1-1 0,0 0 0,0 0-1,0 0 1,1 0 0,-1 0 0,0-1 0,0 1 0,0-1 0,0 0 0,0 0-1,0 0 1,0 0 0,0-1 0,0 1 0,0-1 0,0 0 0,0 1 0,0-1-1,0-1 1,0 1 0,1 0 0,-1-1 0,0 1 0,1-1 0,0 0 0,-1 0-1,1 0 1,0 0 0,0 0 0,0 0 0,0-1 0,0 1 0,0-1 0,1 1-1,-1-1 1,1 0 0,0 1 0,0-1 0,0 0 0,0 0 0,0 0 0,1 0-1,0 0 1,-1 0 0,1 0 0,0-2 1,-2 2-30,1 0 0,-1 0 0,1 0 0,0 0 0,0 0 0,0 0 0,0 0 0,1-1 0,-1 1 0,1 0 0,0-1 0,0 1-1,0 0 1,0 0 0,1-1 0,-1 1 0,1 0 0,0 0 0,0 0 0,0-1 0,0 1 0,0 0 0,1 1 0,0-1 0,-1 0 0,1 0 0,0 1 0,0-1 0,0 1 0,1-1 0,-1 1 0,1 0 0,-1 0 0,1 0 0,0 0 0,0 0-1,-1 1 1,2-1 30,4 2 39,1 0-1,-1 1 0,1 0 0,-1 0 0,1 1 0,-1 0 0,0 1 1,0 0-1,0 0 0,0 0 0,0 1 0,-1 0 0,1 1 0,-1 0 1,4 3-39,78 37 1092,-79-43-998,-1 0 0,0 0-1,0-1 1,1-1 0,-1 1 0,0-2 0,1 1 0,-1-1 0,0 0-1,0-1 1,1 0 0,-1-1 0,-1 0 0,1 0 0,0-1 0,5-3-94,72-62-3361,-63 42-2810</inkml:trace>
  <inkml:trace contextRef="#ctx0" brushRef="#br0" timeOffset="1937.177">1728 294 9338,'0'0'6183,"0"0"-4135,0 0-1433,0 22 313,24 405 4729,-24-427-5654,-1 8 20,1 0 0,0 0 1,0 0-1,0 0 0,1 0 0,0 0 0,1 0 0,0 0 1,0 0-1,0 0 0,1-1 0,0 1 0,1-1 0,0 0 0,0 0 1,0 0-1,1-1 0,0 0 0,0 1 0,1-2 0,0 1 1,0-1-1,0 0 0,1 0 0,-1 0 0,1-1 0,0 0 0,0 0 1,1-1-1,7 2-23,-7-5 7,1-1-1,-1 0 1,1-1 0,-1 0 0,1 0 0,-1-1-1,0 0 1,0 0 0,0-1 0,-1 0-1,1-1 1,-1 1 0,0-1 0,0-1 0,-1 1-1,1-1 1,-1-1 0,-1 1 0,1-1 0,-1 0-1,0 0 1,-1 0 0,0-1 0,2-2-7,5-11-13,-1 0 1,-1-1-1,0-1 1,-2 1-1,-1-1 1,0 0-1,-2-1 0,0-11 13,-1 9-37,-2 0-1,-1 0 0,0 0 1,-3 0-1,0 0 0,-1 0 0,-6-17 38,8 35-6,0 0-1,-1 0 1,0 0-1,-1 1 1,0-1-1,0 1 1,0 0-1,-1 0 1,0 0-1,-1 1 1,1-1-1,-1 1 1,0 1-1,-1-1 1,1 1-1,-1 0 1,0 1-1,0-1 1,-1 1-1,1 1 1,-1-1-1,0 1 1,0 1-1,0 0 1,-6-1 6,8 2-18,1 0 0,-1 1 0,1 0 0,-1 0 1,1 0-1,0 1 0,-1 0 0,1 0 0,-1 1 0,1-1 1,0 1-1,0 0 0,0 0 0,0 1 0,0-1 0,0 1 1,1 0-1,-1 1 0,1-1 0,0 1 0,0 0 0,0 0 1,1 0-1,-1 0 0,1 1 0,0-1 0,0 1 1,1 0-1,-1 0 0,1 0 0,0 0 0,0 0 0,1 1 1,0-1-1,0 0 0,0 1 0,0-1 0,1 6 18,-3 5-570,1 0 1,0 0-1,1 1 0,1-1 1,1 0-1,0 0 0,1 1 0,1-1 1,0 0-1,4 8 570,12 22-5269</inkml:trace>
  <inkml:trace contextRef="#ctx0" brushRef="#br0" timeOffset="2251.453">1668 625 5521,'0'0'2847,"0"0"1568,0 0-2555,0 0-1120,0 0-60,0 0 614,17 0 173,292 11 2937,-41-51-3792,-255 38-5040,-12 2-605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1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65 6209,'0'0'587,"0"0"-25,0 0 1403,0 0 176,0 0-640,0 0-300,0-3-48,-24 117 2532,-21 121-2567,46-233-1084,1 1 1,0 0 0,-1-1-1,1 1 1,0-1 0,0 1-1,0-1 1,0 0 0,1 0-1,-1 0 1,1 0 0,-1 0-1,1 0 1,-1-1 0,1 1-1,0-1 1,0 0 0,0 0-1,0 0 1,0 0 0,0-1-1,0 1 1,0-1 0,0 1-1,0-1 1,1 0 0,-1-1-1,0 1 1,0 0 0,0-1-1,0 0 1,0 1 0,0-1-1,3-2-34,14 2 203,346-54 752,-307 53-935,-33 2-2911,-21-30-4075,-5 11 354</inkml:trace>
  <inkml:trace contextRef="#ctx0" brushRef="#br0" timeOffset="314.264">408 1 5569,'0'0'1946,"0"0"2183,0 0-2030,2 20-511,82 459 6287,-52-230-6842,-29-275-8064,-3 6 881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1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74 14299,'0'0'3457,"0"0"-1774,0 0-794,0 0-144,0 0 465,0 0-508,0-12-353,0-34-231,2 31-30,-2 14-91,0 1-60,0 0 79,0 0-29,0 0 42,0 0 29,0 0 67,0 0-32,0 0 134,0 0 179,0 0-78,0 0 202,0 0-264,0 0 51,0 0-63,0 0-32,0 0-111,0 6 21,-55 159-105,34-121-23,-36 87-70,97-128-68,162-65 200,-33 79-2034,-155-15 1381,3-14-7459,-17 1 3857</inkml:trace>
  <inkml:trace contextRef="#ctx0" brushRef="#br0" timeOffset="263.518">393 14 12643,'0'0'3664,"0"0"-1824,0 0-736,0 0 459,-4 20 753,-29 268 2176,30-17-4047,17-288-1752,5-14-1144,5-9-2750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16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111 316 9522,'0'0'802,"0"0"2412,0 0-1327,0 0-800,0 0-622,0 0 20,12-18 129,84-146 553,-68 32 2141,-28 131-2797,0 3-121,-22 361 2225,21-317-2445,-1-28-138,1-1 0,1 1 0,0-1 1,1 1-1,1-1 0,0 1 0,2-1 0,0 0 1,1 0-1,0 0 0,2-1 0,6 14-32,10-21-1256,-12-21-2809,-7-4-1658</inkml:trace>
  <inkml:trace contextRef="#ctx0" brushRef="#br0" timeOffset="224.09">0 632 9514,'0'0'6241,"0"0"-4728,0 0-601,0 0 224,0 0 881,0 0-609,143-4-440,-91-8-440,3-1-352,-3 4-176,-1 0 168,-4 5-336,-5 2 72,-2 2-792,4 0-2129,-9 4-967,-8 5-4322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15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4761,'0'0'2099,"0"0"1506,0 0-766,0 0-588,0 0-852,0 0-587,1 13-86,-1 160 3548,-3-92-3671,4 0-1,3 0 0,4 0 0,3-1 0,9 21-602,-20-124-6937,0 0 1140</inkml:trace>
  <inkml:trace contextRef="#ctx0" brushRef="#br0" timeOffset="262.439">0 387 7258,'0'0'3208,"0"0"-983,0 0-1265,0 0 8,0 0 248,0 0 129,0 0-177,171 49-384,-112-49 136,3 0-712,-3-11 280,5 2-159,-7 0-185,-5 0-144,-5 0 0,10-2-753,-15 2-1295,-5-2-3625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19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3673,'0'0'2012,"0"0"-884,0 0 541,0 0 1078,0 0-713,0 0-679,-4 1-430,3 0-844,-1 0 1,1-1-1,-1 1 0,1 0 0,0 0 0,0 0 0,-1 0 0,1 0 0,0 0 0,0 0 0,0 0 1,0 1-1,0-1 0,0 0 0,1 1 0,-1-1 0,0 1 0,1-1 0,-1 0 0,1 1 0,-1-1 0,1 1 1,0 0-1,-1-1 0,1 1 0,0-1 0,0 1 0,0-1 0,0 1 0,1-1 0,-1 1 0,0 0 1,1-1-1,-1 1 0,1-1 0,-1 0 0,1 2-81,11 21 276,0-1 0,1-1 1,1 0-1,1 0 0,1-1 0,1-1 0,1-1 1,0-1-1,2 0 0,0-1 0,1-1 0,0-1 1,2-1-1,-1-1 0,2-1 0,-1-1 0,2-1 1,12 3-277,-1-2 86,0-1 1,0-2-1,1-2 1,0-1-1,0-2 1,0-2-1,0-1 1,0-2-1,0-1 1,0-2-1,0-1 1,-1-2-1,0-2 1,0-1-1,-1-2 1,18-11-87,0 5 14,-11 1-4,1 1 0,0 3 0,1 2 0,1 1 0,0 3 0,1 1 0,2 3-10,-9 1-7,1 2 0,-1 2 1,0 1-1,1 3 0,-2 1 0,1 1 0,-1 3 0,25 9 7,-55-18 4,1 1-1,-1 1 0,0-1 0,0 1 0,-1 1 1,1-1-1,0 1 0,-1 1 0,0-1 1,0 1-1,-1 1 0,1-1 0,-1 1 1,0 0-1,-1 0 0,1 1 0,-1 0 1,0 0-1,-1 0 0,0 0 0,0 1 0,-1 0 1,1-1-1,-2 1 0,1 1 0,0 5-3,-16 81-25,30-142 120,-3 26-112,-5 4 11,1 1-1,0 1 1,1 0-1,1 0 1,0 1-1,1 0 1,1 1-1,0 1 0,1 0 1,0 1-1,1 1 1,0 0-1,7-3 7,-13 12-4,0 0 0,0 0 0,1 1 0,-1 0 0,0 1 0,1 0 0,-1 0 0,0 1 0,0 1 0,0 0 0,0 0 0,-1 1 0,1 0 0,-1 1 0,5 3 4,70 23 6,100-20 215,-177-11-209,-1-1-1,0-1 1,0 1-1,1-1 1,-1 0-1,0 0 1,0-1-1,-1 0 1,1 0 0,-1 0-1,1-1 1,-1 1-1,0-1 1,0-1-1,0 1 1,-1-1-1,0 0 1,0 0-1,0 0 1,0 0 0,-1-1-1,0 1 1,0-1-1,0 0 1,-1 0-1,0 0 1,0 0-1,0-3-11,20-181-651,-23 189-1287,-3 1-2460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4:14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3 150 4729,'0'0'3239,"0"0"3232,0 0-3400,0 0-1222,0 0-73,0 0 6,-2-4-533,4-3-1208,0 0-1,1 0 0,0 0 1,0 0-1,1 0 0,0 0 1,0 1-1,1 0 0,-1 0 1,1 0-1,1 1 0,-1-1 1,1 1-1,0 0 0,0 1 0,0-1 1,1 1-1,-1 1 0,1-1 1,0 1-1,0 0 0,4 0-40,-7 0-3,0 0-1,0 1 0,0-1 0,1 1 1,-1 0-1,1 1 0,0-1 0,0 1 1,-1 0-1,1 0 0,0 0 0,0 1 1,0-1-1,0 1 0,0 1 0,0-1 1,0 1-1,0-1 0,-1 2 0,1-1 1,0 0-1,-1 1 0,1 0 0,0 0 1,-1 0-1,0 1 0,0-1 0,0 1 1,0 0-1,0 0 0,0 0 0,-1 1 1,1 0-1,-1-1 0,0 1 0,0 0 1,0 0-1,-1 1 0,0-1 1,0 1-1,0-1 0,1 2 4,5 23 9,-1 0 1,-2 0-1,0 0 0,-2 0 1,-2 1-1,0 0 0,-2-1 0,-1 1-9,2-21 1,0-1-4,-1 0 1,0 0 0,0 0 0,0 0-1,-1-1 1,0 1 0,-1-1-1,0 1 1,0-1 0,-1 0-1,1 0 1,-1 0 0,-1-1 0,1 1-1,-1-1 1,-1 0 0,1-1-1,-1 1 1,0-1 0,0 0 0,0 0-1,-1-1 1,1 0 0,-1 0-1,0 0 1,-1-1 0,1 0 0,0-1-1,-1 0 1,0 0 0,1 0-1,-1-1 1,0 0 0,0-1-1,0 1 1,0-1 0,0-1 0,0 0-1,-4-1 3,6 0-34,0 0-1,1-1 0,-1 0 0,0 0 0,1-1 1,0 1-1,0-1 0,0 0 0,0 0 0,1-1 1,-1 0-1,1 1 0,0-1 0,1-1 0,-1 1 1,1-1-1,0 1 0,1-1 0,-1 0 0,1 0 1,0 0-1,0 0 0,1 0 0,0 0 0,0-1 1,0 1-1,1 0 0,0-1 0,0 1 0,1 0 1,0-1-1,1-2 35,1 5-9,0 0 1,1 0-1,0 0 1,0 0 0,0 1-1,0 0 1,0 0-1,1 0 1,0 0 0,-1 1-1,1 0 1,0 0-1,0 0 1,0 0 0,0 1-1,0 0 1,1 0-1,-1 0 1,0 1-1,1-1 1,-1 2 0,0-1-1,1 0 1,-1 1-1,0 0 1,0 0 0,0 1-1,1-1 1,1 2 8,333 130 1036,-316-132-973,0 0 0,0-2 0,0 0 0,-1-2 0,1-1 0,-1 0 0,0-2 0,0-1 0,0-1 0,-1 0 0,0-2 0,-1-1 0,0 0 0,0-1 0,-1-2 0,-1 0 0,-1-1 0,0-1 0,0 0 0,3-7-63,25-61-632,-66 49-5481,-29 0-6607,26 19 10702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3:41.55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1187 6953,'0'0'56,"0"0"-56,0 0-24,171-42 16,-92 13-792,-15 3-1200,-7 3 1704</inkml:trace>
  <inkml:trace contextRef="#ctx0" brushRef="#br0" timeOffset="384.753">660 896 5905,'0'0'744,"0"0"185,0 0 1975,0 0-1035,0 0-70,0 0-23,7-7-428,19-23 165,-19 23 75,-7 7-201,0 0-540,-48 116 530,38-97-1320,-103 215 1139,-57 176-1196,154-385-1043,-10-29-5186,13-12 809</inkml:trace>
  <inkml:trace contextRef="#ctx0" brushRef="#br0" timeOffset="768.22">257 1056 6569,'0'0'1005,"0"0"2001,0 0-1146,0 0-438,0 0-454,0 0-224,12-7 175,-4 2-709,-7 3-148,1 0 1,0 1 0,0-1 0,0 0 0,0 1 0,0 0 0,0-1-1,0 1 1,0 0 0,1 0 0,-1 0 0,0 1 0,1-1 0,-1 0-1,0 1 1,1 0 0,-1-1 0,1 1 0,-1 0 0,1 0 0,-1 1 0,1-1-1,-1 0 1,1 1 0,-1-1 0,0 1 0,1 0 0,-1 0 0,0 0-1,0 0 1,0 0 0,1 1 0,-1-1 0,0 0 0,0 2-63,154 190 4719,-136-159-4609,1-2 1,2-1-1,1-1 1,1-1 0,2-1-1,0-1 1,2-2 0,1 0-1,1-3 1,1 0 0,1-2-1,1-1 1,0-2 0,9 2-111,3-17-5233,7-38-9771,-33 10 11238</inkml:trace>
  <inkml:trace contextRef="#ctx0" brushRef="#br1" timeOffset="20349.653">2447 1261 6001,'0'0'1846,"0"0"2995,0 0-1751,0 0-1602,0 0-836,0 0-194,-10 11 926,10 0-821,-1-10-513,1 0 0,0 0-1,-1 0 1,1-1 0,0 1 0,0 0 0,0 0 0,-1 0 0,1 0 0,0 0 0,0-1 0,0 1 0,1 0-1,-1 0 1,0 0 0,0 0 0,0-1 0,1 1 0,-1 0 0,0 0 0,1 0 0,-1-1 0,1 1-1,-1 0 1,1 0 0,-1-1 0,1 1 0,-1-1 0,1 1 0,0 0 0,-1-1 0,1 1 0,0-1 0,-1 1-1,1-1 1,0 0 0,0 1 0,0-1 0,-1 0 0,1 0 0,0 1 0,0-1 0,0 0 0,0 0-1,-1 0 1,1 0 0,0 0 0,1 0-50,0-51 703,-3 49-696,0-1 1,0 1-1,0 0 1,0 0-1,-1-1 1,1 1-1,-1 0 1,1 0-1,-1 0 1,0 1-1,0-1 1,0 0-1,0 1 0,0-1 1,0 1-1,0-1 1,-1 1-1,1 0 1,0 0-1,-1 0 1,1 1-1,-1-1 1,1 0-1,-1 1 0,1 0 1,-1-1-1,0 1 1,1 0-1,-1 0 1,1 1-1,-1-1 1,1 0-1,-1 1 1,1 0-1,-1 0 1,1-1-1,-1 1 0,1 0 1,0 1-1,-1-1 1,1 0-1,0 1 1,0-1-1,0 1 1,0 0-1,0 0 1,1 0-1,-1 0 0,1 0 1,-1 0-1,1 0 1,-1 0-1,1 0 1,-1 3-8,25 29-2497,29-33-5798,-41-2 5461,22-2-5620</inkml:trace>
  <inkml:trace contextRef="#ctx0" brushRef="#br1" timeOffset="21068.901">2872 965 6465,'0'0'346,"0"0"-273,0 0 658,0 0 2267,-1-6-1335,-5-25 240,5 37 2902,1 23-3571,28 103 2150,29 65-2744,-50-172-495,64 134 3,-70-158-110,13-9 669,-3-15-825,-1 0 1,-1 0-1,-1-1 0,-2 0 1,0-1-1,-1 1 0,-2-1 1,1-25 117,-22 14-9774,9 24 3577,-1-3 2806</inkml:trace>
  <inkml:trace contextRef="#ctx0" brushRef="#br0" timeOffset="25820.664">2864 952 5857,'0'0'747,"0"0"-379,0 0-245,0 0 208,0 0 1152,0 0 209,-3-3-478,-15-4 5533,17 22-2696,2 4-5227,9 30 1779,2-1 0,1 0 1,3 0-1,2-1 0,2-1 1,2-1-1,10 12-603,-25-42 29,2-1-1,0 0 1,0 0-1,1 0 1,1-2 0,0 1-1,1-1 1,0-1-1,1 0 1,1-1-1,-1 0 1,4 1-29,-14-56-80,10-707-552,-23 409 217,10 288 415,0 54 19,0 1-23,0 0 73,0 0-78,0 0 5,0 0 1,0 0 6,0 0-9,0 0-8,0 0-5,0 0 50,0 0-91,0 0 60,0 0 1,0 0 2,0 0-6,0 0 10,0 0-11,0 0-31,0 0 110,5-4-191,2 2 118,63-15 18,1 4 1,0 2 0,1 3 0,12 3-21,-11 6-6,-3 1 6,0-3 1,0-4-1,0-2 1,47-12-1,204-23-43,-14 23 43,233-79 62,-128 82-92,-234-7-6,1 8 0,59 6 36,179-9 40,-415 23 75,1 1 0,-1-1 0,-1 0-1,1 0 1,-1 1 0,0-1 0,0 1-1,0-1 1,-1 1 0,0-1 0,0 1-1,-1-1 1,1 1 0,-1-1 0,0 1 0,-1-1-1,1 1 1,-2 1-115,-24 212 568,27-218-430,0-1-76,0 0-3,0 0-28,0 0 17,0 0-92,0 0-435,-3-1-4738,1-2-2673</inkml:trace>
  <inkml:trace contextRef="#ctx0" brushRef="#br0" timeOffset="26252.432">3433 1214 3185,'0'0'2896,"0"0"-2072,0 0-824,0 0-152,0 0-1200,0 0-2913</inkml:trace>
  <inkml:trace contextRef="#ctx0" brushRef="#br0" timeOffset="26717.889">3522 1019 4721,'0'0'1610,"0"0"-861,0 0-603,0 0-178,0 0 18,0 0-34,1-14 122,0-6 164,1-11-364,-1-6 5293,-1 36-3684,0 1-149,0 0-95,0 0-402,0 0 48,0 0-188,0 31 1007,0 3-699,1 5-693,-1 1 1,-2-1-1,-2 0 1,-1 0-1,-2 0 1,-8 23-313,19-60-3,1 0-1,-1 0 1,0-1 0,1 1 0,-1-1 0,1 0-1,0 0 1,-1-1 0,1 1 0,0-1 0,0 0-1,-1-1 1,1 1 0,0-1 0,-1 0 0,1 0 0,0 0-1,3-2 4,305-3-1318,-288 7 500,19-4-6180,-38-9 2256</inkml:trace>
  <inkml:trace contextRef="#ctx0" brushRef="#br0" timeOffset="27017.482">3818 938 13507,'0'0'2304,"0"0"-965,0 19-418,0 39 216,10 258 4696,32-108-5114,-13-151-2607,-28-69-3479,-1-4-655</inkml:trace>
  <inkml:trace contextRef="#ctx0" brushRef="#br0" timeOffset="27638.065">4552 916 5825,'0'0'962,"0"0"590,0 0 2610,0 0-1608,0 0-1155,0 0-516,-8 15 456,46 153 3009,35 37-5073,-71-203-35,-1-1-960,-1-1-4215,0 0-2548</inkml:trace>
  <inkml:trace contextRef="#ctx0" brushRef="#br0" timeOffset="27887.268">4411 1150 7618,'0'0'1896,"0"0"3681,0 0-4321,0 0-831,0 0 47,0 0 288,0 0-96,159-3-416,-113-3-200,4-3-48,-3 0-376,12-4-464,-14 2-1761,-8-1-3888</inkml:trace>
  <inkml:trace contextRef="#ctx0" brushRef="#br0" timeOffset="28156.795">5434 752 12427,'0'0'2008,"0"0"-1360,0 0-520,0 0-128,0 0 992,0 0-39,-56 118-9,46-72-648,0 3 96,0-2-216,-2-5-8,2-6-160,0-3-8,-3-6 0,4-5-200,-9 0-488,3-6-1409,3-5-1967</inkml:trace>
  <inkml:trace contextRef="#ctx0" brushRef="#br0" timeOffset="28464.678">5145 816 6449,'0'0'5044,"0"0"-2873,0 0-1051,0 0 454,19 20-3,153 144 2619,80-14-3451,-238-142-2004,-9-5-6142,-5-3 2383</inkml:trace>
  <inkml:trace contextRef="#ctx0" brushRef="#br0" timeOffset="28953.555">5625 547 5417,'0'0'1326,"0"0"-62,0 0 1614,0 0-1347,0 0-681,0 0-24,14-4-77,203-38 2505,-214 127-451,-47 0-1315,-10 48-336,56-129-1145,1 0 0,1-1-1,-1 1 1,0-1 0,1 0-1,0 0 1,-1 0 0,1 0-1,0-1 1,1 0-1,-1 1 1,0-2 0,1 1-1,-1 0 1,1-1 0,-1 0-1,1 0 1,0 0 0,-1-1-1,1 1 1,0-1 0,0 0-1,-1-1 1,1 1 0,0-1-1,-1 0 1,1 0-1,0-1-6,8 2 25,122-26 366,-134 25-599,-7-1-6396,-5 2 830</inkml:trace>
  <inkml:trace contextRef="#ctx0" brushRef="#br0" timeOffset="31582.658">250 1830 6569,'0'0'502,"0"0"-301,0 0-98,0 0-67,-6 0 28,-14 0 212,-30 0 9303,49 0-9589,1 0 110,0 0 82,0 0 85,0 0-19,0 0 43,0 0-55,23 0 73,207 53 1366,94-45-335,-182-11-1133,122-17 181,141-4 23,-253 17 940,-79 5-1203,-1-2 0,1-4-1,-2-3 1,9-4-148,40-13 312,2 6 0,0 5 0,1 6 0,105 4-312,-119 8 11,42 0 60,1-6 1,83-16-72,398-75 1091,-430 72-1030,1 9 0,188 12-61,-283 3 6,353 11 55,34-11 339,-343-11-411,-152 11 27,-1 0 20,0 0-37,0 0-36,0 0 62,0 0-210,0 0-202,0 0-587,-4 0-633,-40 0-4970,13 2 940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4:1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27 6225,'0'0'498,"0"0"-300,0 0-116,-12-4 322,-49-12 1401,6 10 3147,54 6-4182,1 0-111,0 0 39,0 0 9,0 0-217,0 0 27,0 0-251,28 55 446,-18-40-636,63 100 540,-6 3 0,45 108-616,-42-51 511,-7 4 0,-9 2-1,-7 2 1,6 81-511,-41-197 245,-3 0-1,-3 1 0,-2 1 1,-4-1-1,-3 0 1,-2 0-1,-4 0 1,-2-1-1,-4 0 0,-2-1 1,-3-1-1,-3-1 1,-3 0-1,-11 14-244,-16-15 181,25-65-7319,18-10-2123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5:29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47 15539,'0'0'3493,"0"0"-2459,0 0-890,0 0 46,-1 20 462,-30 363 1324,30-381-1980,0-1 1,0 1 0,0-1 0,0 1 0,1 0 0,-1 0 0,1-1 0,-1 1 0,1 0-1,0 0 1,-1 0 0,1-1 0,0 1 0,0 0 0,0 0 0,1 0 0,-1 0-1,0-1 1,1 1 0,-1 0 0,1 0 0,0-1 0,-1 1 0,1 0 0,0-1-1,0 1 1,0-1 0,0 1 0,0-1 0,0 1 0,1-1 0,-1 0 0,0 0-1,1 1 1,-1-1 0,1 0 0,-1 0 0,1-1 0,0 1 0,-1 0 0,1 0 0,0-1-1,-1 1 1,1-1 0,0 1 0,0-1 0,0 0 0,0 0 0,-1 0 0,2 0 3,261 4 484,-263-4-513,131-22-209,-86-2-4288,-36 13 1492,-4 0-1301</inkml:trace>
  <inkml:trace contextRef="#ctx0" brushRef="#br0" timeOffset="347.003">378 1 7402,'0'0'1303,"0"0"2507,0 0-1557,0 0-918,0 0-288,0 0-321,-4 16 426,1 148 2648,25-23-2246,-6 0 1,-6 2-1,-6 29-1554,6-59 220,3-122-1417,1-48-3236,-7 29-1293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5:28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6705,'0'0'1299,"0"0"1139,0 0-935,0 0-453,0 0 223,0 0 182,0 7-293,0 21-319,0-21-135,0-7 153,0 0 204,0 0-93,0 0-43,9-1 278,150-72 111,-109 51-1171,-11 3-93,0 1-1,1 3 1,1 1-1,0 1 0,1 3 1,0 2-1,14-1-53,-55 9-102,0 0 0,0 0 0,0 1 0,1-1 0,-1 0 0,0 0 0,0 1 0,0-1 0,0 1 0,0-1 0,0 1 0,0-1 0,0 1 0,0 0 0,0-1-1,0 1 1,0 0 0,0 0 0,-1 0 0,1-1 0,0 1 0,-1 0 0,1 0 0,0 0 0,-1 0 0,1 0 0,-1 1 0,0-1 0,1 0 0,-1 0 0,0 0 0,1 0-1,-1 0 1,0 1 0,0-1 0,0 0 0,0 0 0,0 0 0,-1 0 0,1 0 0,0 1 0,0-1 0,-1 0 0,1 0 0,-1 0 0,1 0 0,-1 0 0,1 0 0,-1 0-1,0 1 103,1-1-142,-8 27-5167</inkml:trace>
  <inkml:trace contextRef="#ctx0" brushRef="#br0" timeOffset="299.795">164 320 8162,'0'0'717,"0"0"1861,0 0-249,0 0-957,0 0-616,0 0 175,-3 11-22,1-4-724,1-5-131,0-1 1,0 0-1,1 1 0,-1-1 1,0 1-1,1-1 0,-1 1 1,1 0-1,0-1 1,-1 1-1,1-1 0,0 1 1,0 0-1,0-1 0,0 1 1,0 0-1,0-1 1,1 1-1,-1-1 0,1 1 1,-1 0-1,1-1 0,-1 1 1,1-1-1,0 0 1,0 1-1,-1-1 0,1 1 1,0-1-1,0 0 0,1 0 1,-1 0-1,0 1 1,0-1-1,1 0 0,-1 0 1,0-1-1,1 1 0,-1 0 1,1 0-1,-1-1 1,1 1-1,-1-1 0,1 1 1,0-1-55,42 4 508,0-2 1,0-2 0,-1-2-1,1-2 1,0-2 0,-1-1 0,0-3-1,18-7-508,-5 4-7,43-7-4234,-63 14-1363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5:30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450 218 7178,'0'0'454,"0"0"-256,0 0 619,0 0 2186,0 0-1353,-12 21-538,-49 73-106,5 2 0,4 3-1,4 1 1,5 3 0,5 2-1,4 1 1,4 2 0,5 0-1,6 2 1,3 1 0,6 0-1,4 16-1005,7-95 147,2 0 0,1 0 0,1 0 0,2 0 0,1-1 0,2 0 0,0-1 0,2 0 0,2 0 0,1-1 0,0-1 1,3-1-1,0 0 0,1-1 0,2-1 0,0-1 0,2-1 0,1-1 0,0-1 0,2-1 0,6 2-147,3 2-121,1-2 0,1-1 0,0-3 0,1 0 0,2-3 0,-1-1 0,21 3 121,-57-29-5253,-8-62-6223,0 34 92</inkml:trace>
  <inkml:trace contextRef="#ctx0" brushRef="#br0" timeOffset="653.76">1011 583 368,'0'0'5695,"0"0"-3600,0 0 407,0 0-205,0 0-610,0 0-397,3-2-340,31-160 1490,-5 45-2244,-18 143 972,64 652 6242,-47-509-6757,-51-254-14661,-1 45 5698</inkml:trace>
  <inkml:trace contextRef="#ctx0" brushRef="#br0" timeOffset="869.975">915 1001 8514,'0'0'344,"0"0"3505,0 0-1561,0 0-671,0 0-177,138 15 136,-93-17-208,-1-11-31,-2 0-521,-2 1-400,-6 1-352,1 7-64,-6 2-168,8 2-2281,-7 0-1623,-5 0-2714</inkml:trace>
  <inkml:trace contextRef="#ctx0" brushRef="#br0" timeOffset="1479.239">1021 1339 8266,'0'0'1807,"0"0"2610,0 0-2251,0 0-1102,0 0 152,0 0-165,12-5-362,40-18-119,132-38 722,-179 63-1282,-1 1 1,1-1-1,-1 1 0,0 0 1,0 0-1,0 1 0,0-1 0,-1 1 1,0 0-1,1 0 0,-1 0 1,-1 0-1,1 0 0,0 1 1,-1-1-1,0 1 0,0 0 0,-1 0 1,1 0-1,-1 0 0,0 0 1,0 0-1,-1 0 0,1 0 0,-1 0 1,0 0-1,-1 0 0,1 0 1,-1 0-1,0 0 0,0 0 0,-1 0 1,-1 4-11,2 16 106,1-10-43,-1 0 0,0 0 0,-2 0 0,1-1 0,-2 1 0,0-1 0,-1 0 0,0 0 0,-1 0 0,-1-1 0,0 0 0,0 0 0,-2-1 0,1 0-1,-2 0 1,0-1 0,-2 2-63,12-12-2,-1 0 0,0 0-1,1 0 1,-1 0 0,0 0-1,0 0 1,0 0 0,0 0-1,0 0 1,0 0 0,0-1-1,0 1 1,0 0 0,0-1-1,-1 1 1,1-1 0,0 1-1,0-1 1,-1 0-1,1 1 1,0-1 0,0 0-1,-1 0 1,1 0 0,0 0-1,-1 0 1,1 0 0,0 0-1,0-1 1,-1 1 0,1 0-1,0-1 1,0 1 0,-1-1-1,1 1 1,0-1 0,0 1-1,0-1 1,0 0-1,0 0 1,0 0 0,0 0-1,0 1 1,0-1 0,0 0-1,0-1 1,1 1 0,-1 0-1,0 0 1,1 0 0,-1 0-1,1 0 1,-1-1 0,1 1-1,0 0 1,-1 0 0,1-1-1,0 1 1,0 0-1,0-1 1,0 1 0,0 0-1,0-1 1,0 1 0,1 0-1,-1 0 1,1-2 2,2-2 1,0 0 0,0 1 0,1-1 0,0 1 0,-1 0 0,2-1 0,-1 2 0,0-1 0,1 0 0,0 1 0,0 0 0,0 0 0,0 1 0,0-1 0,1 1 0,-1 0 0,1 1 0,-1-1 0,1 1 0,0 0 0,-1 0 0,1 1 0,0 0 0,0 0 0,-1 0 0,1 1 0,0 0 0,0 0 0,-1 0 0,1 1 0,-1-1 0,3 2-1,28-1 4,197-2 9,-202-36-4504,-29 29 2136,6-14-7992</inkml:trace>
  <inkml:trace contextRef="#ctx0" brushRef="#br0" timeOffset="10037.844">2071 656 5873,'0'0'1173,"0"0"-729,0 0-258,0 0-198,8-2-65,39-16 2088,-39 0 7932,-26 9-6223,-31 5-3494,47 4-131,-7 1-107,0 0-1,0 1 1,0 0-1,0 1 1,0-1-1,1 2 1,-1-1-1,1 1 1,0 0 0,0 1-1,0 0 1,1 0-1,-1 1 1,1 0-1,1 0 1,-1 1-1,1 0 1,0 0-1,1 0 1,-1 1-1,2-1 1,-2 4 12,6-9 2,1 0 1,0-1 0,0 1-1,1 0 1,-1-1 0,0 1-1,0-1 1,1 1 0,-1-1 0,1 1-1,-1-1 1,1 0 0,0 0-1,-1 0 1,1 0 0,0 0-1,0 0 1,0 0 0,0-1-1,-1 1 1,1-1 0,0 1 0,0-1-1,0 0 1,0 0 0,0 0-1,0 0 1,0 0 0,0 0-1,0 0 1,0-1 0,0 1-1,0-1 1,0 1 0,0-1 0,0 0-1,0 0 1,1-1-3,11 2 56,237 0-84,-249 1 19,1-1-1,-1 1 0,1-1 1,-1 1-1,0 0 0,0 0 1,1 0-1,-1 0 0,0 0 1,0 0-1,0 1 0,0-1 1,0 1-1,0-1 0,-1 1 1,1 0-1,0 0 0,-1 0 1,0 0-1,1 0 0,-1 0 1,0 0-1,0 0 0,0 0 1,0 1-1,0-1 0,-1 0 1,1 1-1,-1-1 0,1 0 1,-1 1-1,0-1 0,0 1 1,0-1-1,0 1 0,-1-1 1,1 0-1,-1 1 0,1-1 1,-1 0-1,0 1 0,0-1 1,0 0-1,0 0 0,0 1 1,0-1-1,-1 0 0,1 0 1,-1-1-1,1 1 0,-1 0 1,0 0-1,0-1 0,0 1 1,0-1-1,0 0 0,0 1 1,0-1-1,0 0 0,-3 1 10,-201 159 474,203-159-426,-1 0 1,0 0-1,-1 0 1,1 0 0,0-1-1,0 0 1,-1 0 0,1 0-1,-1 0 1,1-1-1,-1 0 1,1 1 0,-1-2-1,1 1 1,-1-1-1,1 1 1,0-1 0,-1 0-1,1-1 1,0 1 0,-1-1-1,1 0 1,0 0-1,0 0 1,1 0 0,-1-1-1,0 0 1,1 1-1,-1-1 1,1-1 0,-2-1-49,16 2-2952,65 3-2147,-33-4-255</inkml:trace>
  <inkml:trace contextRef="#ctx0" brushRef="#br0" timeOffset="10819.588">2437 923 6833,'0'0'1627,"0"0"2248,0 0-1924,0 0-912,0 0-17,0 0 47,13-11-196,44-38-395,-55 48-453,0-1 0,0 1 0,1-1-1,-1 1 1,0-1 0,0 0 0,0 1 0,-1-1 0,1 0 0,0 0 0,-1-1 0,1 1 0,-1 0 0,0 0 0,1-1 0,-1 1 0,-1-1 0,1 1 0,0-1 0,0 1 0,-1-1 0,1 1 0,-1-1 0,0 0 0,0 1-1,0-1 1,0 1 0,-1-1 0,1 0 0,-1 1 0,1-1 0,-1 1 0,0-1 0,0 1 0,0-1 0,0 1 0,0 0 0,-1-1 0,1 1 0,-1 0 0,1 0 0,-1 0 0,0 0 0,0 0 0,0 1 0,0-1 0,0 0-1,0 1 1,-1 0 0,1-1 0,0 1 0,-1 0 0,1 0 0,-1 0 0,1 1 0,-1-1 0,1 1 0,-1-1 0,-2 1-25,2-1-5,-1 0-1,0 1 1,0-1 0,0 1-1,0 0 1,0 0 0,0 0 0,0 1-1,0-1 1,0 1 0,0 0-1,0 0 1,0 1 0,1-1-1,-1 1 1,0 0 0,1-1 0,-1 2-1,1-1 1,0 0 0,0 1-1,0-1 1,0 1 0,0 0-1,1 0 1,-1 0 0,1 0 0,0 1-1,0-1 1,0 1 0,0-1-1,0 1 1,1 0 0,0 0-1,-1-1 1,2 1 0,-1 0-1,0 0 1,1 0 0,0 0 0,0 2 5,-1 1 10,0 0 0,1 0 0,0-1 0,0 1 0,1 0 1,0 0-1,0 0 0,1-1 0,0 1 0,0 0 0,1-1 1,-1 0-1,1 1 0,0-1 0,1 0 0,0-1 0,0 1 1,0-1-1,1 0 0,-1 0 0,1 0 0,0 0 1,1-1-1,-1 0 0,1 0 0,0 0 0,0-1 0,0 0 1,0 0-1,1 0 0,-1-1 0,1 0-10,-3 1-13,-1-1 0,1 0 0,0 0 0,0 0 1,-1 0-1,1 0 0,0-1 0,1 0 0,-1 0 0,0 0 0,0 0 0,0-1 0,1 1 0,-1-1 0,0 0 1,0-1-1,1 1 0,-1-1 0,0 0 0,0 0 0,0 0 0,0 0 0,0-1 0,0 1 0,0-1 1,0 0-1,-1 0 0,1-1 0,-1 1 0,1-1 0,-1 0 0,0 0 0,0 0 0,0 0 0,0 0 1,-1-1-1,1 1 0,-1-1 0,0 0 0,0 1 0,-1-1 0,1 0 0,0-1 13,-2-94-217,4 96 207,-1 1 0,1-1 0,-1 1 0,1 0 0,0 0 0,0 0 0,0 1 0,0 0 0,0-1 0,0 1 0,0 0 0,1 1 0,-1-1 0,0 1 0,0 0 0,1 0 0,-1 0 0,0 1 0,0-1 0,0 1 0,1 0 0,-1 0 0,0 1 0,0-1 0,0 1 0,0 0 0,3 2 10,127 116-125,-132-119 113,-2-1-147,-7-17-1364,4 14 1451,1 0 0,0-1 0,0 0 0,0 1 0,0-1 0,0 0 0,1 0 0,0 0 0,0 0 0,0 0 0,0 0 0,1 0 0,-1 0 0,1-1 0,0 1 0,0 0 0,1 0 0,-1 0 0,1 0 0,0 0-1,0 0 1,1 0 0,-1 0 0,1 0 0,-1 0 0,1 0 0,1 1 0,-1-1 0,0 1 0,1 0 0,0-1 0,-1 1 0,1 0 0,0 1 0,1-1 0,-1 0 0,0 1 0,1 0 0,0 0 0,-1 0 0,1 0 0,0 1-1,0-1 1,0 1 0,1 0 72,2 1 267,0 1-1,0 0 0,0 0 0,0 0 1,-1 1-1,1 0 0,-1 1 0,1-1 0,-1 1 1,0 1-1,0-1 0,0 1 0,0 0 1,-1 0-1,1 1 0,-1-1 0,0 1 0,3 4-266,5 4 87,-12-13-204,-1 0 0,1 0 0,-1 0 0,1 0 0,-1 1 0,1-1 0,-1 0 0,1 0 0,-1 0 0,1 0 0,-1 0 0,1 0 0,0 0 0,-1 0 0,1 0 0,-1-1 0,1 1 0,-1 0 0,1 0 0,-1 0 0,1-1 0,-1 1 0,1 0 0,-1 0 0,1-1 0,-1 1 0,0 0 0,1-1 0,-1 1 1,1-1-1,-1 1 0,0 0 0,0-1 0,1 1 0,-1-1 0,0 1 0,0-1 0,1 1 0,-1-1 0,0 1 0,0-1 0,0 1 0,0-1 0,0 0 0,0 1 0,0-1 0,0 1 0,0-1 0,0 1 0,0-1 0,0 1 0,0-1 0,0 1 0,0-1 0,-1 1 0,1-1 0,0 1 0,0-1 0,-1 1 0,1-1 0,0 1 0,-1-1 117,1 0-107,0-20-4534</inkml:trace>
  <inkml:trace contextRef="#ctx0" brushRef="#br0" timeOffset="11119.034">2496 336 7962,'0'0'7889,"0"0"-6824,0 0-305,0 0-232,0 0 752,0 0-352,0 0 25,97 0-393,-55 0-48,2 0-56,-7 0-208,0 0-136,-7-4 40,-8 4-304,-2-2-312,-5-3-1529,-5 1-767,-5-1-3457</inkml:trace>
  <inkml:trace contextRef="#ctx0" brushRef="#br0" timeOffset="11433.885">2978 21 7402,'0'0'5693,"0"0"-2008,0 0-2364,0 0-666,0 0-50,0 0 713,1 10 5,42 257 2007,-40-218-7027,-3-36-1086,0 3-8260</inkml:trace>
  <inkml:trace contextRef="#ctx0" brushRef="#br0" timeOffset="12067.194">3579 338 4201,'0'0'2286,"0"0"-1491,0 0-554,0 0 468,0 0 2021,0 0-1301,1-6-609,0 1-816,1-13 1238,-16 49 198,-26 68-135,5 1 1,4 2 0,5 1-1,4 1 1,5 0-1,4 2 1,5 0 0,5 86-1306,6-165 120,1-1 1,2 0-1,0 0 1,2-1 0,1 0-1,1 0 1,1-1-1,1 0 1,1-1-1,1-1 1,1 0 0,0 0-1,2-2 1,1 0-1,1-1 1,0-1 0,1 0-1,1-2 1,0-1-1,2 0 1,0-1-1,0-2 1,1 0 0,18 5-121,66 4-1295,-107-21 1091,0-1-1,0 0 1,1 1 0,-1-1 0,0 0 0,0 0 0,0 0 0,0 0 0,0 0 0,0 0 0,0 0-1,0 0 1,0 0 0,-1 0 0,1 0 0,0-1 0,-1 1 0,1 0 0,-1 0 0,1-1 0,-1 1-1,1-1 1,-1 1 0,0 0 0,0-1 0,0 1 0,0 0 0,0-1 0,0 1 0,0-1 0,0 1-1,-1 0 1,1-1 0,0 1 0,-1 0 0,0-1 204,1-8-1204,-1-30-5233,-6 0-1562</inkml:trace>
  <inkml:trace contextRef="#ctx0" brushRef="#br0" timeOffset="12470.761">4226 294 6569,'0'0'1711,"0"0"2912,0 0-1991,0 0-1066,-10 27 18,-71 166 1677,-83 127-3216,148-296-5488,13-19-55</inkml:trace>
  <inkml:trace contextRef="#ctx0" brushRef="#br0" timeOffset="12733.884">3910 454 7498,'0'0'6337,"0"0"-4593,0 0-183,0 0 95,0 0 424,99 145-647,-72-112-689,0-4-352,3-3-336,-3-3 64,-3-1-120,-1-4-56,-4-3-696,-4-1-1705,-5-3-639,-10 0-2682,0-2-1695,-5 0 4392</inkml:trace>
  <inkml:trace contextRef="#ctx0" brushRef="#br0" timeOffset="13086.534">3801 1114 7042,'0'0'4250,"0"0"-1466,0 0-1471,0 0-375,0 0 152,0 0 138,-6 1-134,-19 2-31,127 2 1705,240-33-1627,-300 18-1254,23-4 182,-22 11-3430,-43 3-543,0 2-1431</inkml:trace>
  <inkml:trace contextRef="#ctx0" brushRef="#br0" timeOffset="13704.714">3981 1352 6993,'0'0'6642,"0"0"-3843,0 0-1649,0 0-410,0 0 191,0 0-255,18-10-237,-8 5-404,4-3 31,0-1 0,1 2 1,0 0-1,1 1 0,-1 1 1,1 0-1,0 1 0,1 1 1,14-1-67,-28 4 11,0-1 1,1 2 0,-1-1-1,0 0 1,0 1 0,0-1-1,0 1 1,0 0 0,0 0-1,0 0 1,0 0 0,0 0-1,-1 1 1,1 0-1,0-1 1,-1 1 0,1 0-1,-1 0 1,0 0 0,1 1-1,-1-1 1,0 0 0,-1 1-1,1-1 1,0 1 0,-1 0-1,1 0 1,-1-1-1,0 1 1,0 0 0,0 0-1,0 0 1,-1 0 0,1 1-1,-1-1 1,0 0 0,1 0-1,-1 0 1,-1 0 0,1 0-1,-1 2-11,2 7-16,0-1-1,-1 1 0,-1 0 0,0 0 1,-1-1-1,0 1 0,-1 0 1,0-1-1,0 0 0,-1 0 1,-1 0-1,0 0 0,-1-1 1,0 0-1,0 0 0,-1 0 0,0-1 1,-1 0-1,0 0 0,0-1 1,-1 0-1,0-1 0,0 0 1,-1 0-1,-6 3 17,-40 0-475,56-10 555,7-21 348,4 14-388,1 0 1,0 0-1,0 2 0,1-1 1,0 2-1,0 0 0,0 0 0,0 1 1,0 1-1,1 0 0,-1 1 1,1 0-1,-1 1 0,9 1-40,34-4 3,-33 1-215,52-10 686,-40-19-3678,-29 18-1129</inkml:trace>
  <inkml:trace contextRef="#ctx0" brushRef="#br0" timeOffset="14785.042">4602 1 6905,'0'0'666,"0"0"-427,0 0 203,0 0 1352,0 0-262,0 0-813,-2 10-195,3 80 2618,183 180 1713,-153-215-4503,-3 1 0,-2 1 0,-2 1 0,-4 1 0,-1 1 0,-4 1 0,-2 1 0,-3-1 0,-2 2 1,-2 55-353,-3-50 546,-4 0 0,-3 0 0,-3 0 0,-14 64-546,-33 92 376,63-219-6756,10-35-359,-18 27 5426,17-28-9634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5:48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5537,'0'0'1224,"0"0"-850,0 0 245,0 0 1959,0 0-98,0 0-564,0 0-417,0 0-128,0 0-180,0 0-110,0 0-309,0 0-215,0 0-181,0 0-88,0 0-102,0 18 662,-7 585 3560,11-591-5139,11-14-5044,3-50-3822,-11 22 4012</inkml:trace>
  <inkml:trace contextRef="#ctx0" brushRef="#br0" timeOffset="331.015">1 432 6281,'0'0'1641,"0"0"2134,0 0-1544,26-3-997,189-43 2048,-208 44-3109,4-4-46,1 2 1,-1-1-1,1 1 1,0 1-1,0 0 1,0 1-1,0 0 1,0 1-1,1 0 1,-1 1-1,0 1 1,1 0-1,-1 0 1,0 1-1,0 1 1,0 0-1,8 3-127,-16-4-347,42 15-1018,-31-16-2146,-4-6-3441,-6-9-537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5:57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6809,'0'0'1061,"0"0"970,0 0-163,0 0-729,0 0-460,0 0-12,-10 8 2171,81 105 381,2-25-1695,-39-51-1329,-2 1-1,-1 1 0,-2 2 1,-2 1-1,-2 1 1,-2 1-1,-2 1 0,15 46-194,-23-33 68,-4 1-1,-1 0 1,-4 0 0,-2 1-1,-2-1 1,-7 42-68,-2-32 136,-3-1 1,-4-1-1,-2 0 1,-3-2-1,-3 0 1,-2-1-1,-4-2 1,-9 11-137,34-62-439,-16 23 1007,2-28-6325,16-8-396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5:54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0 482 6601,'0'0'1925,"0"0"3091,0 0-2776,0 20-780,35 234 3677,-31-240-4926,5 36 48,3-1 0,2 0 0,1-1 0,3 0 0,2-2 0,3 0 1,1-1-1,29 40-259,-50-80-25,0-1 1,0 0 0,0 0 0,1-1 0,0 1-1,0-1 1,0 0 0,0 1 0,0-2 0,0 1-1,1 0 1,-1-1 0,1 0 0,0 0 0,0-1-1,0 1 1,0-1 0,0 0 0,0 0 0,0-1-1,2 1 25,-3-5-19,0 1 0,-1-1 0,0 0 0,0 0 0,0-1 0,0 1 0,-1-1 0,0 1 0,0-1 0,0 0 0,0 0 0,-1 1 0,1-1 0,-2 0 0,1-1 0,0 1 0,-1 0 0,0 0 0,0 0-1,0 0 1,-1-1 19,-1-91-91,-4 0-1,-4 0 0,-4 0 1,-5 2-1,-4 0 1,-4 1-1,-21-46 92,5-78 544,43 218-504,0 0-21,0 0-47,0 0-10,67 31 93,116-21 606,-108-14-531,64 5-117,234-2 35,92-23-48,412-28-26,-560 45-98,-1-15 1,26-17 123,-141-12 92,-195 94 1634,16 133-1232,-12-188-3816,-8-9-2588</inkml:trace>
  <inkml:trace contextRef="#ctx0" brushRef="#br0" timeOffset="721.192">942 638 6385,'0'0'785,"0"0"-376,0 0-265,0 0 437,0 0 1210,-5-10-708,-20-44-6,12 25 1874,5 29 4079,10 83-4997,58 228 618,-57-309-2662,-1 1-1,1-1 0,0 0 0,0 0 0,0 0 1,0-1-1,1 1 0,-1-1 0,0 1 0,1-1 1,-1 0-1,1 0 0,-1-1 0,1 1 0,-1-1 1,1 0-1,-1 0 0,1 0 0,0 0 0,-1-1 1,1 1-1,-1-1 0,1 0 0,-1 0 0,0 0 1,1 0-1,-1-1 0,0 1 0,0-1 0,0 0 1,0 0-1,0 0 0,0-1 0,2-1 12,28-9-76,47 6-156,-2 0-3198,-70-60-9532,-16-30 4753,-1 68 7271</inkml:trace>
  <inkml:trace contextRef="#ctx0" brushRef="#br0" timeOffset="967.634">1228 622 1880,'0'0'3824,"0"0"-2436,0 0-185,0 0 2534,0 0-1163,0 0-863,-13-4-603,6 1-914,6 2-139,0-1 0,0 2 1,-1-1-1,1 0 0,0 0 1,0 0-1,0 0 1,-1 1-1,1-1 0,0 1 1,-1-1-1,1 1 0,0-1 1,-1 1-1,1 0 0,-1-1 1,1 1-1,-1 0 0,1 0 1,0 0-1,-1 0 0,1 1 1,-1-1-1,1 0 1,-1 1-1,1-1 0,0 0 1,-1 1-1,1 0 0,0-1 1,0 1-1,-1 0 0,1 0 1,0-1-1,0 1 0,0 0 1,0 0-1,0 0 0,0 1 1,0-1-1,0 0 0,0 0 1,1 0-1,-1 1 1,0-1-1,1 0 0,-1 1 1,1-1-1,0 0 0,-1 1 1,1-1-1,0 1 0,0 0-55,3 163 4844,-1-144-4647,0 1 0,2-1 0,1 1 0,0-1 0,1 0 0,2-1 0,0 0 0,1 0 0,1-1 0,6 8-197,23 8-1092,-4-34-7425,-22-7 138</inkml:trace>
  <inkml:trace contextRef="#ctx0" brushRef="#br0" timeOffset="1215.845">1740 635 3545,'0'0'11462,"0"0"-7017,0 0-2707,0 0-350,1 22 8,3 404 3049,10-306-4681,-13-120 60,0 0-1,0 0 1,0 0-1,0 0 1,0 0-1,0 0 1,0 0-1,0-1 1,0 1-1,0 0 1,0-1-1,0 1 1,0 0-1,0-1 0,-1 1 1,1-1-1,0 1 1,0-1-1,0 0 1,-1 1-1,1-1 1,0 0-1,-1 0 1,1 0-1,0 1 1,-1-1-1,1 0 1,-1 0-1,0 0 1,1 0-1,-1 0 1,0 0-1,1 0 0,-1 0 1,0 0-1,0 0 1,0 0-1,0 0 1,0 0-1,0 0 1,0 0-1,0 0 1,0 0-1,-1 0 1,1 0-1,0 0 1,-1 1-1,1-1 1,0 0-1,-1 0 1,1 0-1,-1 0 177,2-123-12568,-1 63 7668</inkml:trace>
  <inkml:trace contextRef="#ctx0" brushRef="#br0" timeOffset="1388.777">1604 862 6937,'0'0'72,"0"0"7450,0 0-5633,0 0-697,0 0 384,0 0 537,0 0-569,84 67-1048,-57-67 80,3 0-296,7 0-112,2-5-168,8-8-176,30-14-1512,-13 3-2913,-5-1-4569</inkml:trace>
  <inkml:trace contextRef="#ctx0" brushRef="#br0" timeOffset="1665.749">2602 624 1136,'0'0'14427,"0"0"-11482,0 0-1881,0 0-576,0 0-16,-76 127 1049,36-63-713,-2 5-352,-2-2-352,4-7 8,3-9-104,10-9-8,5-13 0,4-11-96,6-7-64,4-11-1816,4-6-753,1-14-3880</inkml:trace>
  <inkml:trace contextRef="#ctx0" brushRef="#br0" timeOffset="1919.437">2283 627 7682,'0'0'2300,"0"0"2257,0 0-1900,12 19-1229,219 328 5348,-226-340-6796,3 6-58,0 0-1,1-1 1,1 0 0,0 0 0,1-1 0,0 0 0,0-1 0,1 0 0,1-1 0,-1-1 0,1 0 0,4 2 78,-15-10-401,1 1 1,-1-1-1,0 1 1,0-1-1,0 0 1,0 0-1,0 0 1,1 0 0,-1 0-1,0-1 1,0 1-1,0-1 1,0 1-1,0-1 1,0 0-1,0 1 1,0-1-1,0 0 1,0-1 0,0 1-1,0 0 1,-1 0-1,1-1 1,0 1-1,-1-1 1,1 1-1,-1-1 1,0 0 0,1 0-1,-1 0 1,0 1-1,0-1 1,0-1 400,14-25-10812</inkml:trace>
  <inkml:trace contextRef="#ctx0" brushRef="#br0" timeOffset="2355.013">2778 453 4761,'0'0'9153,"0"0"-6150,0 0-2135,0 0-624,0 0-140,22-8 78,74-23 182,-93 29-290,0 0 1,0 1 0,1-1-1,-1 1 1,1 0-1,-1-1 1,1 2 0,-1-1-1,1 0 1,-1 1 0,1 0-1,0-1 1,-1 1 0,1 1-1,-1-1 1,1 1 0,0-1-1,-1 1 1,1 0-1,-1 0 1,1 0 0,-1 1-1,0-1 1,0 1 0,1 0-1,-1 0 1,0 0 0,-1 0-1,1 1 1,0-1-1,-1 1 1,1 0 0,-1-1-1,0 1 1,0 0 0,0 0-1,0 1 1,0-1 0,-1 0-1,0 1 1,1-1-1,-1 1 1,0-1 0,-1 1-1,1-1 1,-1 1 0,1-1-1,-1 1 1,0 0 0,0-1-1,-1 1 1,1 0-1,-1-1 1,0 1 0,0-1-1,0 1 1,0-1 0,-1 0-1,1 1 1,-1-1-75,-84 273 1736,90-272-1675,-1 1 0,0-1 0,1 0 0,0-1-1,0 1 1,0-1 0,0 1 0,1-1 0,-1-1-1,1 1 1,0 0 0,0-1 0,0 0 0,0 0-1,0-1 1,0 0 0,0 1 0,1-2 0,-1 1 0,0 0-1,1-1 1,-1 0 0,0-1 0,1 1 0,-1-1-1,0 0 1,1 0 0,-1-1 0,1 0-61,16 2 89,23-7 820,-23 2-2207,0 3-6748,-22 2 1073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5:5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0 7330,'0'0'312,"0"0"4825,0 0-3201,-62 140-448,30-82-327,-5 6 39,0 1 232,2-1-528,1-4-191,4-4-521,5-7-96,3-7-80,5-9-32,-3-4-304,5-6-1737,0-12-2904</inkml:trace>
  <inkml:trace contextRef="#ctx0" brushRef="#br0" timeOffset="298.87">8 145 360,'0'0'7643,"0"0"-947,0 0-3854,9 22-994,66 156 2156,-55-130-3049,-8-12-630,2-1 1,1-1-1,2 0 1,1-1 0,2-1-1,1-1 1,1 0-1,23 23-325,5-27-2298,-17-39-8017,-21-5 417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5:5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0 266 8098,'0'0'2515,"0"0"-859,0 0-451,0 0 427,3 6-18,12 19-55,27-60 936,-25 14-2140,-1-2 1,-2 0-1,0 0 1,-1-1-1,-2-1 1,0 0-1,-2-1 1,-1 0-1,4-20-355,6 104 683,66 405 1584,-82-459-3434,1 6 3112,0-3-3909,-3-3-4675,0-2-6740,-8-2 9588</inkml:trace>
  <inkml:trace contextRef="#ctx0" brushRef="#br0" timeOffset="252.144">8 648 16492,'0'0'2920,"0"0"-2112,0 0 121,0 0 415,0 0-336,0 0-384,163 0-136,-104 0-96,8-9-256,4 0-136,-2 0 0,-2 0-8,-10-2-112,0 2-408,-18 3-2016,-19-1-4346</inkml:trace>
  <inkml:trace contextRef="#ctx0" brushRef="#br0" timeOffset="997.879">356 881 6849,'0'0'731,"0"0"-39,0 0 1021,0 0 305,0 0-79,0 0-118,0-4-416,-3-13 121,1 28 555,0 39-315,1-31-1581,2 0-1,0 0 1,2 0 0,0 0 0,0-1-1,2 1 1,1-1 0,0 0 0,1-1-1,1 1 1,0-1 0,2-1 0,9 15-185,150 189 318,-167-218-320,0 0-1,0 0 0,0 0 0,0 1 0,-1-1 0,1 1 1,-1-1-1,0 1 0,1 0 0,-1-1 0,0 1 1,-1 0-1,1 0 0,0 0 0,-1 0 0,0 0 0,1 0 1,-1 0-1,0 0 0,-1 0 0,1 0 0,0 0 1,-1-1-1,0 1 0,0 0 0,0 0 0,0 0 0,0-1 1,0 1-1,-1 0 0,1-1 0,-1 1 0,0-1 1,1 0-1,-1 1 0,0-1 0,-1 0 0,1 0 0,0 0 1,-1-1-1,1 1 0,-1-1 0,1 1 0,-1-1 1,0 0-1,1 0 0,-1 0 0,0 0 0,0 0 0,0-1 1,0 1-1,0-1 0,0 0 3,-11 4-31,0-1-1,-1-1 1,1 0 0,-1-1-1,1-1 1,-1 0 0,1-1-1,0 0 1,-1-1 0,1-1-1,0 0 1,-7-3 31,19 4-4,-1 1-1,1-1 1,0 0 0,-1 0 0,1 0-1,0 0 1,0 0 0,0 0 0,0 0-1,1-1 1,-1 1 0,1-1-1,-1 1 1,1-1 0,0 1 0,0-1-1,0 0 1,0 0 0,0 0 0,1 1-1,0-1 1,-1 0 0,1 0-1,0 0 1,0 0 0,0 0 0,1 0-1,-1 0 1,1 1 0,-1-1 0,1 0-1,0 0 1,0 1 0,0-1 0,1 0-1,-1 1 1,2-3 4,64-88-106,-67 93 106,83-87-96,-57 64 23,-1-1 0,-2-2 0,-1 0 0,0-1 0,-2-1 0,-2-1 0,0-1 0,9-23 73,-24 49 27,-1-1 0,1-1 0,-1 1 0,0 0 0,-1 0 1,1-1-1,-1 1 0,0-1 0,0 1 0,-1-1 0,0 0 0,0 1 0,0-1 1,0 0-1,-1 1 0,0-1 0,0 1 0,-1-1 0,0 1 0,0 0 0,0 0 1,0-1-1,-1 2 0,0-1 0,0 0 0,0 0 0,0 1 0,-1 0 0,0-1 1,0 1-1,0 1 0,0-1 0,-1 1 0,1-1 0,-1 1 0,0 1 0,0-1 1,-4-1-28,2 1 18,0 0 0,0 1 0,-1 0 0,1 0 0,-1 1 0,1 0 0,-1 0 0,1 1 0,-1 0 0,0 0 0,1 1 0,-1 0 1,1 0-1,-1 0 0,1 1 0,0 1 0,0-1 0,0 1 0,0 0 0,-5 4-18,-34 72-2878,36-41-1872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03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6953,'0'0'3909,"0"0"-916,0 0-903,0 0-877,0 0-316,22 7 2985,306-38-1056,-271 31-3210,-56 1 29,-1 1 0,1 0 1,-1-1-1,1 1 1,-1 0-1,0 0 1,0-1-1,0 1 0,0 0 1,0-1-1,0 1 1,0 0-1,0 0 0,-1-1 1,1 1-1,-1 0 1,1-1-1,-1 1 1,0-1-1,0 1 0,1-1 1,-1 1-1,0-1 1,0 1-1,-1-1 1,1 0-1,0 0 0,0 1 1,-1-1-1,1 0 1,0 0-1,-1 0 355,-16 11-8007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0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5753,'0'0'1805,"0"0"1631,0 0-1227,0 0-155,0 0-366,0 0-280,24 2-29,180 11 1731,-192-13-3115,142-6-135,-103-3-3315,-4-5-3690,-17 1-3976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0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32 120 5761,'0'0'1786,"0"0"1892,0 0-1802,0 0-891,0 0 331,0 0-108,-5-5-222,-18-15-110,19 3 3605,31 0-4539,-22 15 419,9-6-300,2 0 0,-1 0 1,1 2-1,0 0 0,1 0 1,-1 2-1,1 0 0,0 1 1,0 0-1,0 2 0,0 0 1,1 1-1,1 1-61,-13 2 24,-1 1 1,1 0-1,-1 0 0,0 1 0,0 0 1,-1 0-1,1 0 0,-1 0 0,0 0 1,0 1-1,-1 0 0,0 0 1,0 0-1,0 0 0,-1 0 0,0 1 1,0-1-1,-1 1 0,1-1 0,-1 1 1,-1 0-1,1 0 0,-1-1 0,-1 1 1,1 0-1,-1 2-24,0 37 133,-2-1-1,-2 0 1,-2 0-1,-2 0 1,-2-1 0,-1 0-1,-3-1 1,-1 0 0,-20 34-133,35-76-3,-1 1-1,1-1 1,0 0 0,-1 0 0,1 0 0,-1 0 0,0 0 0,1 0 0,-1 0 0,0 0 0,1-1 0,-1 1 0,0-1 0,0 1 0,0-1 0,0 0 0,0 0 0,1 0 0,-1 0 0,0 0 0,0 0 0,0 0 0,0 0 0,0-1 0,1 1 0,-1-1 0,0 0 0,0 1 0,1-1 0,-1 0 0,0 0 0,1 0 0,-1 0 0,1 0 0,-1 0 0,1-1 0,0 1 0,-1 0 0,1-1 0,0 1 0,0-1 0,0 1 0,0-1 0,0 0 0,0 1 0,1-1 0,-1 0 0,0 0 0,1 1 0,0-1 0,-1 0 0,1 0-1,0 0 1,0 0 0,0 0 0,0 0 3,-2-1-15,-4-9-60,0-1 0,1 0-1,1-1 1,-1 1-1,2-1 1,0 0-1,1 0 1,0 0-1,1 0 1,1-7 75,43 18-248,166 72 166,-175-60 131,0-2 1,0-1-1,1-1 0,-1-2 0,1-2 0,0-1 1,0-2-1,18-3-49,-15-15-1142,-28-17-6716,-8 28 5261,2-13-7200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0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60 2457,'0'0'1438,"0"0"191,0 0-281,0 0-901,4-2 214,105-53 8749,-124 56-4361,-24-3-4637,7 0-450,23 3 36,1 1 1,-1 0-1,0 0 0,1 1 1,-1 0-1,1 0 0,0 1 1,0 0-1,0 0 0,0 1 1,1 0-1,0 0 0,0 1 1,0 0-1,1 0 0,0 1 1,0-1-1,1 1 0,-1 1 1,1-1-1,1 1 0,0 0 1,0 0-1,0 0 0,1 0 1,0 1-1,1 0 1,0-1-1,0 5 2,66 5 290,-55-18-200,320 5 359,-322-5-465,0 1-1,0 0 0,0 0 0,0 1 0,-1 0 0,1 0 0,0 1 0,-1 0 1,0 0-1,1 0 0,-1 1 0,-1 0 0,1 0 0,0 0 0,-1 1 1,0-1-1,0 2 0,-1-1 0,1 0 0,-1 1 0,0 0 0,-1 0 0,1 0 1,-1 0-1,0 1 0,-1-1 0,1 1 0,-1-1 0,-1 1 0,1 0 1,-1 0-1,0 0 0,-1 0 0,0 0 17,-6 2 4,0 0 1,-1-1-1,0 0 0,0 0 0,-1-1 1,0 1-1,-1-2 0,1 1 1,-1-1-1,-1-1 0,1 0 1,-1 0-1,0-1 0,-3 1-4,-9 6 4,2 1 7,0-1 1,-1-1-1,-1-1 1,0-2-1,0 1 0,0-2 1,-1-1-1,0-1 0,0-1 1,0-1-1,-22-1-11,43-1-1,-1 0 0,1 0-1,0-1 1,-1 1 0,1-1-1,0 1 1,-1-1 0,1 0-1,0 1 1,0-1 0,-1-1-1,1 1 1,0 0 0,0 0-1,0-1 1,0 1 0,1-1-1,-1 1 1,0-1 0,1 0-1,-1 0 1,1 0 0,-1 0-1,1 0 1,0 0 0,0 0-1,0 0 1,0-1 0,0 1-1,1 0 1,-1-1 0,1 1-1,-1 0 1,1-1 0,0 1-1,0-1 1,0 1 0,0 0-1,1-1 1,-1 1 0,0 0-1,1-1 1,0 0 1,60-14-3003,-14 12-41,-2 0-2139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0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151 178 7218,'0'0'6480,"0"0"-3959,0 0-1564,0 0-680,0 0 120,0 0 289,-2-14 162,2 7-809,0-1-1,-1 1 1,1 0 0,-2 0-1,1 0 1,-1 0 0,0 0-1,0 0 1,-1 1-1,0-1 1,0 1 0,-1 0-1,1 0 1,-1 0 0,-1 0-1,1 0 1,-1 1-1,0 0 1,0 0 0,-1 0-1,1 1 1,-1 0 0,0 0-1,0 0 1,-1 1 0,1 0-1,-1 0 1,1 0-1,-3 0-38,5 7 0,1-1 0,0 1-1,1 0 1,-1 0 0,1 0-1,0 0 1,0 1 0,0-1-1,0 1 1,1-1 0,0 1-1,0-1 1,0 1 0,0 0-1,1-1 1,0 1 0,0 0-1,0 0 1,0-1 0,1 1-1,0 0 1,0-1 0,0 1-1,1 3 1,2 1 51,0 0-1,1 0 0,-1 0 1,2-1-1,-1 1 0,1-1 1,0 0-1,1-1 0,0 0 0,0 0 1,1 0-1,-1-1 0,1 0 1,1 0-1,-1-1 0,1 0 1,0-1-1,0 0 0,0 0 0,1-1 1,0 0-1,-1-1 0,1 0 1,0 0-1,0-1 0,0-1 1,0 0-1,0 0 0,0 0 0,0-1 1,0-1-1,8-2-50,-13 2-4,0 0 0,1-1-1,-1 1 1,-1-1 0,1 0 0,0 0-1,-1-1 1,1 0 0,-1 0 0,0 0-1,0 0 1,-1 0 0,1-1 0,-1 1-1,0-1 1,0 0 0,-1 0-1,1 0 1,-1 0 0,0-1 0,-1 1-1,1-1 1,-1 1 0,0-1 0,-1 1-1,1-1 1,-1 0 0,0 1 0,0-1-1,-1 0 1,0 1 0,0-1 0,0 1-1,-2-5 5,3-9 28,36 21 172,60 55 178,31 10 68,-123-133-1046,-5 64 600,1 0-1,-1-1 1,1 1 0,0 0-1,0 0 1,0-1 0,0 1 0,0 0-1,0-1 1,0 1 0,1 0-1,-1 0 1,1-1 0,0 1 0,0 0-1,-1 0 1,1 0 0,1 0-1,-1 0 1,0 0 0,0 0 0,1 1-1,-1-1 1,1 0 0,0 1-1,-1-1 1,1 1 0,0-1 0,0 1-1,0 0 1,0 0 0,0 0 0,0 0-1,0 0 1,0 0 0,0 1-1,1-1 1,-1 1 0,0-1 0,0 1-1,1 0 1,-1 0 0,0 0-1,1 0 1,-1 0 0,0 1 0,0-1-1,1 1 1,-1-1 0,0 1-1,0 0 1,2 0 0,6 0 38,-1 0-1,1 1 1,0 0 0,-1 1-1,1 0 1,-1 0 0,0 1-1,0 0 1,0 0-1,0 1 1,-1 0 0,0 1-1,0 0 1,0 0 0,2 4-38,22 14-14,-32-24-94,1 0-1,0 0 1,-1 0 0,1 0 0,0 0-1,-1 0 1,1 0 0,0 0 0,-1 0-1,1 0 1,0 0 0,-1 0 0,1 0-1,0-1 1,-1 1 0,1 0 0,0-1-1,-1 1 1,1 0 0,-1-1 0,1 1-1,-1 0 1,1-1 0,-1 1 0,1-1-1,-1 1 1,1-1 0,-1 1 0,0-1-1,1 1 1,-1-1 0,0 0 0,1 1-1,-1-1 1,0 0 0,0 1-1,0-1 1,0 0 0,1 1 0,-1-1-1,0 0 1,0 1 0,0-1 0,0 0-1,0 1 1,-1-1 0,1 1 0,0-1-1,0 0 1,0 1 0,-1-1 0,1 0-1,0 1 1,0-1 0,-1 1 0,1-1-1,-1 1 1,1-1 0,-1 0 108,1-3-584,0-28-6781,0-1 1625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07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7586,'0'0'6934,"0"0"-4232,0 0-1635,0 0-500,0 0 340,0 0 909,21 3-226,241 16 585,-47-32-1613,-192 13-3397,5-1-7283,-14-3-2259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07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7258,'0'0'7101,"0"0"-4282,0 0-1709,0 0-35,0 0 572,0 0-170,2 111 2103,16 48-2265,-16-154-744,0-3-2435,-1 0-7312,-1-1-263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0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155 138 1016,'0'0'5780,"0"0"-1615,0 0-1390,0 0-633,0 0-851,0 0-420,-1 7 125,-40 120 1727,15-56-2155,4 2 0,3 0 0,3 1 0,4 1 0,3 0 0,3 0 0,3 1 0,6 56-568,3-109 75,1-2 0,0 1 1,2-1-1,0 0 0,1 0 0,2-1 1,0-1-1,1 0 0,0-1 0,2 0 1,0-1-1,1 0 0,1-2 1,0 0-1,1-1 0,0 0 0,2-2 1,-1 0-1,1-1 0,1-1 0,2 0-75,122 20-2003,-142-32 1493,1-1-1,-1 1 1,0-1 0,0 0-1,0 0 1,-1 0-1,1 0 1,-1 0 0,0 0-1,0-1 1,0 1-1,0-1 1,0 0 0,-1 0-1,0 1 1,0-1-1,0 0 1,0 0 0,0 0-1,-1 0 1,0 0-1,0 0 1,0 0 0,0-1 510,1-1-1386,2-41-7210</inkml:trace>
  <inkml:trace contextRef="#ctx0" brushRef="#br0" timeOffset="420.829">795 43 6889,'0'0'1605,"0"0"2866,0 0-2043,0 0-1147,0 0 190,0 26 95,-7 87-67,-53 47 993,41-127-2393,-8 22 101,4-8-814,6-18-2639,10-20-4,-1-3-1561</inkml:trace>
  <inkml:trace contextRef="#ctx0" brushRef="#br0" timeOffset="674.014">600 249 7178,'0'0'1872,"0"0"2925,0 0-2174,0 0-1565,0 0-503,0 0 85,4 7 504,158 190 3780,-93-142-6805,4-15-3653,-57-34-1224</inkml:trace>
  <inkml:trace contextRef="#ctx0" brushRef="#br0" timeOffset="952.943">450 703 7090,'0'0'1104,"0"0"6593,0 0-5984,0 0-561,0 0-360,0 0 112,0 0 601,121 11-537,-67-11-304,-2 0-664,0 0 208,-5 0-208,-8 0 0,-2 0-104,5 0-784,-10 2-2161,-7 3-2400</inkml:trace>
  <inkml:trace contextRef="#ctx0" brushRef="#br0" timeOffset="1501.784">669 892 7434,'0'0'1669,"0"0"2864,0 0-1911,0 0-1539,0 0-546,0 0-18,16-6 236,119-28 844,-132 37-1586,0 0 0,0 1 0,-1-1 0,1 1 0,-1-1 0,0 1 0,0 0 0,0 0 0,0 0 0,0 0 0,-1 0 0,0 0 0,0 0 0,0 1 0,-1-1 0,1 0 0,-1 1 0,0-1 0,0 0 0,0 1 0,-1-1 0,0 0 0,0 4-13,0 3 60,2 20 5,-2 0 1,-1-1-1,-1 1 0,-2 0 1,-1-1-1,-1 0 0,-2 0 1,-1-1-66,10-31 9,0 1-1,0-1 1,0 1 0,-1-1 0,1 0 0,-1 1 0,1-1 0,-1 1 0,0-1-1,0 1 1,1 0 0,-1-1 0,0 1 0,0 0 0,0 0 0,0-1 0,-1 1 0,1 0-1,0 0 1,0 0 0,-1 0 0,1 0 0,0 1 0,-1-1 0,1 0 0,-1 1 0,1-1-1,-1 1 1,1-1 0,-1 1 0,0 0 0,1 0 0,-1-1 0,1 1 0,-1 0-1,0 1 1,1-1 0,-1 0 0,0 0 0,1 1 0,-1-1 0,1 1 0,-1-1 0,1 1-1,-1 0 1,1-1 0,0 1 0,-1 0 0,1 0 0,0 0 0,-1 0 0,1 0 0,0 0-1,0 1 1,0-1 0,0 0 0,0 0 0,0 1 0,1-1 0,-1 1 0,0-1-1,1 1 1,-1-1 0,1 1 0,-1 0-9,1-4-16,-1 1 0,1-1-1,0 0 1,0 0 0,0 0 0,0 0-1,0 0 1,0 0 0,1 0 0,-1 0-1,1 0 1,-1 0 0,1 0 0,0 0 0,0 1-1,0-1 1,0 0 0,0 0 0,0 1-1,0-1 1,0 1 0,1-1 0,-1 1-1,1 0 1,-1-1 0,1 1 0,-1 0-1,1 0 1,0 0 0,0 0 0,-1 0-1,1 1 1,0-1 0,0 0 0,0 1 0,0-1-1,0 1 1,0 0 0,0 0 0,0 0-1,0 0 1,0 0 0,0 0 0,0 0-1,-1 1 1,1-1 0,0 1 0,0-1-1,0 1 1,0 0 0,0 0 0,-1-1-1,1 1 1,0 1 0,-1-1 0,1 0 0,1 1 16,182 55 1764,-165-57-1836,100-6 1236,-51-32-6336,-53 20-1794</inkml:trace>
  <inkml:trace contextRef="#ctx0" brushRef="#br0" timeOffset="2122.615">1297 1 6913,'0'0'663,"0"0"-391,0 0 458,0 0 2174,0 0-1394,0 0-642,3 12 771,135 193 3951,-103-149-5245,-3 1 0,-2 2 1,-3 2-1,-3 0 1,-2 1-1,-3 2 0,-3 0 1,-2 0-1,-4 2 1,-2-1-1,-3 1 0,-4 44-345,-3-87 60,-2-1 0,-1 1-1,-1-1 1,0 1 0,-2-2-1,-1 1 1,0-1 0,-1 0-1,-2-1 1,0-1 0,-12 15-60,23-32 10,-2 2-1826,6-6-4203,10-10-3956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11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3329,'0'0'6976,"0"0"-2254,0 0-2831,0 0-1240,1 22 368,50 387 5910,17-141-6154,-60-254-916,-3-34-9538,-5-4 2065</inkml:trace>
  <inkml:trace contextRef="#ctx0" brushRef="#br0" timeOffset="285.165">0 449 6809,'0'0'2365,"0"0"376,0 0-1268,0 0-659,0 0-15,0 0 682,18 3-79,399 12 2288,-276-17-4572,-138 5-3309,-3 3 237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16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51 10938,'0'0'3532,"0"0"-2023,0 0-832,0 0 332,0 0 493,0 0 298,10-2 267,26-14-1561,-27 11-487,0 0-1,0 1 1,1 0 0,-1 1-1,1 0 1,0 0 0,0 1-1,0 1 1,0-1-1,0 2 1,0-1 0,6 2-19,-11 2-5,0 0-1,0 0 1,-1 1 0,1 0 0,-1 0 0,0 0-1,0 0 1,0 1 0,0 0 0,-1-1 0,0 1 0,0 1-1,0-1 1,0 0 0,-1 1 0,0-1 0,0 1-1,-1 0 1,0-1 0,0 1 0,0 0 0,0 0-1,-1 0 1,0 0 0,0 0 0,-1 0 0,0 0 5,3 17 7,-1 0 1,-1 1-1,-1-1 1,-1 0-1,-1 0 1,-1 0-1,-1 0 1,-1-1-1,-1 0 1,-1 0-1,-1-1 1,0 0-1,-2 0 1,-1-1-1,0 0 1,-3 1-8,13-18-1,1-1 1,0 0-1,-1 0 1,0 1 0,1-1-1,-1 0 1,0 0-1,0-1 1,0 1-1,0 0 1,0 0-1,-1-1 1,1 0 0,0 1-1,-1-1 1,1 0-1,-1 0 1,1 0-1,-1-1 1,0 1 0,1 0-1,-1-1 1,0 0-1,1 0 1,-1 0-1,0 0 1,0 0-1,1 0 1,-1-1 0,0 1-1,1-1 1,-1 0-1,1 0 1,-1 0-1,1 0 1,-1 0-1,1 0 1,0-1 0,-1 1-1,1-1 1,0 0-1,0 1 1,0-1-1,0 0 1,0 0 0,1-1-1,-1 0 1,-4-4-5,0-1 0,1 0 0,1-1 0,0 1 0,0-1 0,0 0 0,1 0 0,0 0 0,1 0 0,0 0 0,0-1 0,1 1 0,1-2 5,67-4-79,-54 15 72,206 25-25,-206-24 55,1 0 0,0-1 0,-1 0 0,1-1 1,-1-1-1,1 0 0,-1-1 0,0 0 0,0-1 0,0 0 1,-1-1-1,1-1 0,-1 0 0,0 0 0,-1-1 0,8-6-23,0-16-790,-13 7-3643,-3 6-1859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15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120 205 5521,'0'0'1492,"0"0"-223,0 0 2097,0 0-1046,0 0-645,0 0-520,20 2 4807,-6-13-5865,0-1 1,-1 0-1,-1-1 1,0-1 0,-1 0-1,0 0 1,-1-1 0,-1-1-1,5-10-97,-3-30 50,-11 56-42,0 0 0,-1 0 1,1 0-1,-1 0 0,1 0 0,0 0 1,-1 0-1,1 0 0,-1-1 1,1 1-1,0 0 0,-1 0 0,1-1 1,0 1-1,-1 0 0,1 0 1,0-1-1,-1 1 0,1-1-8,-18 72 432,3 0 1,3 1-1,3 1 0,4 0 1,2 0-1,5 19-432,-2-92-1,-1 3-22,0 1 0,1-1 1,0 0-1,0 1 0,0-1 1,0 0-1,1 1 0,-1-1 1,1 0-1,0 0 0,-1 0 1,2 1-1,-1-1 0,0 0 1,1 0-1,-1 0 0,1-1 1,0 1-1,0 0 0,0-1 1,0 1-1,1 0 23,-2-3-934,-39-7-9752,12-1 696</inkml:trace>
  <inkml:trace contextRef="#ctx0" brushRef="#br0" timeOffset="249.783">1 663 7562,'0'0'7241,"0"0"-4728,0 0-841,153-9-392,-91 2 233,-3 1-553,1-1-160,-6 3-528,-5 1-160,-2 3-112,-5 0-8,0 0-880,-10 3-2105,-12 5-3056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19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1 5249,'0'0'2255,"0"0"1553,0 0-1981,0 0-470,0 0-372,0 0-153,0 1 1878,-7 20-2107,-82 126 2934,60-104-3233,2 1 0,2 1 1,2 1-1,-17 49-304,17-53-1623,-13-12-4777,16-22 925</inkml:trace>
  <inkml:trace contextRef="#ctx0" brushRef="#br0" timeOffset="360.411">1 25 6689,'0'0'1099,"0"0"-2,0 0 2113,0 0-1171,0 0-360,0 0-194,11 24-95,79 146 1569,-73-144-2345,-8-6-443,2-1 1,0-1-1,1 0 0,1 0 0,1-1 0,0-1 1,1 0-1,1-1 0,0-1 0,1 0 0,1-1 1,0-1-1,1-1 0,0-1 0,18 8-171,-34-18-217,-3 7-9453,0-7 3842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2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1 358 5449,'0'0'2158,"0"0"2000,0 0-1737,0 0-973,0 0-740,0 0-101,3 28 821,37 196 2024,-30-178-3187,2 0 0,2-1 0,2 0 0,2-2 0,2 0 0,2-1 0,1-1 0,2-1 1,30 36-266,-51-72-20,0 0 0,0 0 0,0 0 0,0 0 0,0-1 0,1 0 1,-1 0-1,1 0 0,0 0 0,0-1 0,0 0 0,0 0 0,0 0 1,1-1-1,-1 0 0,1 0 0,-1 0 0,5 0 20,-7-3-17,0-1-1,0 1 0,-1-1 1,1 1-1,-1-1 1,0 0-1,0 0 0,0 0 1,0 0-1,0 0 1,0-1-1,-1 1 1,0-1-1,0 1 0,0-1 1,0 1-1,0-1 1,-1 1-1,1-1 1,-1 0-1,0 1 0,-1-4 18,16-529-1999,-8 258 1729,-57 137 608,49 141-76,29-20 2782,49 5-3483,-68 14 644,289-7-228,-67 51-49,288-23 89,371-15-43,-283-85-44,-333 43 102,-237 89-88,0 34 214,-32 101 1577,-4-186-1740,-1-1 0,0 1 1,0 0-1,1-1 0,-1 1 1,0-1-1,1 1 0,-1-1 1,1 1-1,-1-1 1,0 1-1,1-1 0,-1 0 1,1 1-1,0-1 0,-1 1 1,1-1-1,-1 0 0,1 0 1,-1 1-1,1-1 0,0 0 1,-1 0-1,1 0 0,-1 0 1,1 0-1,0 0 1,-1 0-1,1 0 0,0 0 1,-1 0-1,1 0 0,-1 0 1,1 0-1,0 0 0,-1 0 1,1-1-1,-1 1 0,1 0 1,0-1-1,-1 1 0,1 0 1,-1-1-1,1 1 1,-1 0-1,1-1 0,-1 1 1,0-1-1,1 1 0,-1-1 1,1 1-1,-1-1 0,0 1 1,1-1-1,-1 0 0,0 1 1,0-1-1,0 1 0,1-1 1,-1 0-1,0 1 1,0-1-1,0 0 0,0 0 5,19-43-2920,-8 10-2141,0-9-5724</inkml:trace>
  <inkml:trace contextRef="#ctx0" brushRef="#br0" timeOffset="1065.904">750 587 3977,'0'0'2295,"0"0"-933,0 0 1217,0 0-423,0 0-174,0 0-546,0-6 1712,-8 301 1562,58-290-4651,113-9 805,-66 2-2898,-32 1-4737,-91-19-4638,9-13 8707,15 27 2826,-12-24-612</inkml:trace>
  <inkml:trace contextRef="#ctx0" brushRef="#br0" timeOffset="1334.961">992 592 7098,'0'0'958,"0"0"1502,0 0-473,0 0 142,0 0-112,0 23-289,5 180 3135,-3-188-4781,-1 0 1,2 0 0,0-1-1,1 1 1,0-1 0,1 0-1,1 0 1,0 0 0,1-1-1,0 0 1,1 0 0,0-1 0,1 0-1,1-1 1,0 1 0,0-2-1,1 0 1,5 4-83,-10-4-7398,-6-7 2855</inkml:trace>
  <inkml:trace contextRef="#ctx0" brushRef="#br0" timeOffset="1633.899">1758 580 6545,'0'0'2534,"0"0"3434,0 0-3271,0 19-1329,0 404 5780,22-347-8499,-22-84-4042,0 4 3581,0-15-4554</inkml:trace>
  <inkml:trace contextRef="#ctx0" brushRef="#br0" timeOffset="1834.711">1560 934 5457,'0'0'8618,"0"0"-7282,0 0-79,0 0-305,0 0 432,0 0-288,153 24-296,-113-28-351,2-9-329,0-3-120,0 0-753,15-4-695,-10 5-1705,-8 2-3032</inkml:trace>
  <inkml:trace contextRef="#ctx0" brushRef="#br0" timeOffset="2127.059">2595 558 6753,'0'0'6698,"0"0"-3862,0 0-1575,0 0-100,-9 23 956,-71 152 1077,-79 81-1669,122-229-2455,6-26-4968,14-3-184</inkml:trace>
  <inkml:trace contextRef="#ctx0" brushRef="#br0" timeOffset="2395.168">2222 776 3625,'0'0'10874,"0"0"-8753,0 0-729,0 0-456,0 0 832,0 0-527,0 0-273,146 131-320,-119-109-208,1-2-432,-4 0 112,1-4-120,0-5-72,-6 0-192,-1-2-2128,-1-9-297,-7 0-2312,-3 0-4465</inkml:trace>
  <inkml:trace contextRef="#ctx0" brushRef="#br0" timeOffset="2866.996">2724 456 7090,'0'0'6773,"0"0"-4434,0 0-1577,0 0-525,0 0-120,12-7 89,109-30 350,-118 36-493,0 0-1,-1 0 1,1 1 0,0-1 0,0 1 0,0 0-1,0 0 1,0 0 0,0 0 0,0 0 0,-1 1-1,1-1 1,0 1 0,0 0 0,0 0 0,-1 0-1,1 0 1,0 0 0,-1 1 0,1-1 0,-1 1-1,0-1 1,1 1 0,-1 0 0,0 0 0,0 0-1,0 0 1,0 1 0,0-1 0,-1 0 0,1 1-1,-1 0 1,0-1 0,0 1 0,1 0 0,-2-1-1,1 1 1,0 0 0,0 0 0,-1 0 0,0 0-1,0-1 1,1 1 0,-2 2-63,1 3 223,-2 1 0,1 0-1,-1-1 1,0 1 0,-1-1-1,0 0 1,0 0 0,-1 0 0,0 0-1,0 0 1,-1-1 0,0 0-1,0 0 1,-1 0 0,-1 1-223,-47 86 573,54-89-582,0 0 1,0 0-1,0 0 0,1 0 0,0 0 0,0 0 1,0-1-1,0 1 0,1 0 0,0 0 0,0-1 1,0 0-1,0 1 0,1-1 0,0 0 0,0 0 0,0 0 1,0 0-1,1-1 0,-1 1 0,1-1 0,0 0 1,0 0-1,0 0 0,0-1 0,1 0 0,-1 1 0,1-1 1,-1-1-1,1 1 0,0-1 0,0 0 0,0 0 1,0 0-1,0 0 0,-1-1 0,1 0 0,0 0 1,0-1-1,0 1 0,4-2 9,24 2-3773,-19-2-879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6:3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5841,'0'0'754,"0"0"342,0 0 2414,0 0-1199,0 0-525,0 0-684,5 5 3892,5 774 555,-12-613-4961,-1-21-183,6 0 0,6 0 0,16 67-405,-10 25 1821,-13 11-1037,20-295-986,47-93-4269,3 62-6441,-35 43 651</inkml:trace>
  <inkml:trace contextRef="#ctx0" brushRef="#br0" timeOffset="630.066">611 2503 6209,'0'0'1599,"0"0"2838,0 0-1279,0 0-1319,0 0-765,0 0 74,-15 4 2874,30 2-3905,1-1 0,0 0-1,0-1 1,1-1 0,-1-1 0,1-1-1,-1 0 1,1-1 0,-1 0-1,5-2-116,18 2 102,63-25-2191,-64-32-9385,-34 34 6483</inkml:trace>
  <inkml:trace contextRef="#ctx0" brushRef="#br0" timeOffset="1079.907">1256 2231 7962,'0'0'1804,"0"0"3565,0 0-2355,0 0-1768,0 0-437,0 0-150,8-2 69,181-27 110,-187 30-843,0-1 0,-1 0 1,1 1-1,0 0 0,-1-1 1,1 1-1,0 0 0,-1 0 0,1 0 1,-1 0-1,1 0 0,-1 0 0,1 0 1,-1 0-1,0 1 0,0-1 1,1 0-1,-1 1 0,0-1 0,0 1 1,-1-1-1,1 1 0,0 0 1,0-1-1,-1 1 0,1 0 0,-1 0 1,0-1-1,1 1 0,-1 0 1,0 0-1,0 0 0,0 0 0,0-1 1,0 1-1,-1 0 0,1 0 1,-1-1-1,1 1 0,-1 0 0,0 1 5,-24 76-176,-16-16 96,31-52 139,1 1 0,0 0 0,1 1 0,1 0 0,0 0 0,0 1 0,1 0 0,1 0 0,1 0 0,0 1 0,0-1 1,0 12-60,6-23 33,0-1 1,-1 0 0,1 0 0,0 0-1,1 0 1,-1 0 0,0-1 0,0 1 0,1-1-1,-1 1 1,1-1 0,-1 0 0,1 0-1,0 0 1,-1 0 0,1 0 0,0-1 0,0 1-1,-1-1 1,1 0 0,0 0 0,0 0-1,0 0 1,0 0 0,-1-1 0,1 1 0,2-1-34,1 1 62,13-1-1,0 1 0,0-2-1,0-1 1,-1 0 0,1-1-1,-1-1 1,1-1 0,-2-1 0,1 0-1,-1-1 1,0-1 0,11-8-61,7-24-1919,-22-11-5982,-10 19-5</inkml:trace>
  <inkml:trace contextRef="#ctx0" brushRef="#br0" timeOffset="1979.105">577 22 7178,'0'0'412,"0"0"160,0 0 1367,0 0 5,0 0-619,0 0-69,0 15 2163,216-48-993,-212 32-2425,-1 0 1,1 0-1,0 1 0,-1-1 0,1 1 1,-1 0-1,1 0 0,0 0 1,-1 1-1,1-1 0,0 1 0,-1 0 1,1 0-1,-1 0 0,1 0 0,-1 1 1,0-1-1,1 1 0,-1 0 1,0 0-1,0 0 0,0 0 0,-1 1 1,1-1-1,0 1 0,-1 0 0,0-1 1,1 1-1,-1 0 0,0 0 1,-1 1-1,1-1 0,-1 0 0,1 1 1,-1-1-1,0 1 0,0-1 0,0 1 1,-1-1-1,1 1 0,-1 0 1,0-1-1,0 1 0,0 1-1,-1 5 73,-1 1 0,0-1 0,-1 0 0,0 1 0,0-1 0,-1 0 0,-1-1 0,1 1 0,-2-1 0,1 0 0,-1 0 0,0-1 0,-1 1 0,0-1 0,-2 1-73,-45 68 261,53-76-251,0 0 0,0 1 0,0-1 0,1 0 0,-1 1 0,1-1 0,-1 1 0,1-1 0,-1 1 0,1-1 0,0 1 0,0-1 0,0 1 0,0-1 0,0 1 0,0-1 0,0 1 0,1-1 0,-1 1 0,0-1 0,1 1 0,-1-1 0,1 1 0,-1-1 0,1 0 0,0 1-1,0-1 1,0 0 0,0 1 0,0-1 0,0 0 0,0 0 0,0 0 0,0 0 0,0 0 0,1 0 0,-1 0 0,0-1 0,0 1 0,1 0 0,-1-1 0,1 1 0,-1-1 0,1 1 0,-1-1 0,1 0 0,-1 0 0,1 0 0,-1 1 0,1-1 0,1-1-10,95 3 876,-79-3-720,200-47 793,-244 48-2022,-17 8-5467,38-3 646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7:3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25 8282,'0'0'2406,"0"0"2001,0 0-2184,0 0-1278,-4-4-12,-19-17 1910,17 49-1593,-111 634 826,113-597-2244,4-64 88,0-1-145,0 0-252,0-22-1026,46-384-2668,-42 375 4155,47-191 11,-49 221 66,-1 0 0,1 0 0,-1 1 0,1-1 1,-1 0-1,1 1 0,0-1 0,-1 1 0,1 0 0,0 0 0,-1-1 0,1 1 0,0 0 0,-1 0 1,1 1-1,0-1 0,0 0 0,-1 0 0,1 1 0,-1-1 0,1 1 0,0 0 0,-1-1 0,1 1 1,-1 0-1,1 0 0,-1 0 0,0 0 0,1 0 0,-1 0 0,0 0 0,0 1 0,0-1 0,0 0 1,0 1-1,0-1 0,0 0 0,0 1 0,0 0 0,-1-1 0,1 1 0,-1-1 0,1 1 0,-1 0 1,0-1-1,1 1 0,-1 0 0,0-1 0,0 1 0,0 1-61,1 0 215,120 297 4151,-105-246-4085,3 0 1,1-2-1,3 0 1,2-1-1,3-2 1,26 38-282,-45-80-3662,-14-21 22,-21-29-2681,-35-29-2525,34 42 4198</inkml:trace>
  <inkml:trace contextRef="#ctx0" brushRef="#br0" timeOffset="244.901">20 641 7938,'0'0'544,"0"0"3177,0 0-2089,0 0-272,0 0 33,0 0-377,168 9 48,-113-25 112,-1-4-288,-5 2 185,-7 5-833,-7 4 48,-10 4-288,-6 5-224,-6 0-1841,2 0-527,-6 0-2553,-1 0-4089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7:41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5961,'0'0'740,"0"0"471,0 0 2738,0 0-999,0 0-1239,4 6 5623,1-5-7776,313 12 1057,-238-10-738,-123 8-11034,41-11 9703,-2 0-4041,4 0 3264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7:41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6265,'0'0'779,"0"0"-525,0 0-193,0 0 515,0 0 1555,0 0-368,5 8-773,-4-5-796,1 0-1,-1 0 1,1 0 0,0 0 0,0 0 0,1 0 0,-1-1-1,1 1 1,-1-1 0,1 1 0,0-1 0,-1 0 0,1 0-1,0-1 1,1 1 0,-1-1 0,0 1 0,0-1 0,1 0 0,-1 0-1,0 0 1,1-1 0,0 1-194,263 7 4604,-214-16-4320,-53-5-2173,2-10-5350,7 7-534,3 1 2917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01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29 7162,'0'0'194,"0"0"-140,0 0 327,0 0 1262,-15-13 3858,-122-2 190,128 15-5580,1 1 1,-1 1-1,1-1 1,-1 1-1,1 1 1,-1-1-1,1 1 1,0 1-1,0 0 1,1 0-1,-1 0 1,1 1-1,0 0 1,0 1-1,1-1 0,-1 1 1,1 1-1,0-1 1,1 1-1,0 0 1,0 0-1,-2 4-111,-5 22 247,1 1-1,1 1 0,2 0 1,2 0-1,1 0 1,1 1-1,2 0 0,2-1 1,1 1-1,4 16-246,-4-17 54,54 232 434,-27-166-382,33 206 397,-43-196-173,4 0 1,6-2 0,14 30-331,-14-69 222,-3 1 1,-3 0 0,-4 2-1,-3 0 1,-3 1 0,-3 1 0,-2 20-223,-7-80 19,1-4 6,0 1 1,-1 0 0,0-1 0,-1 1 0,0-1 0,-1 1-1,0-1 1,-1 0 0,-1 1 0,1-2 0,-2 1-1,1 0 1,-1-1 0,-1 0 0,0 0 0,-1 1-26,-11 12 12,-1-2-1,-1 0 1,-1-1 0,-1-1 0,0 0 0,-1-2 0,-1-1 0,-1-1-1,0-1 1,-26 10-12,-131 5 76,80-12-296,140-51-5832,-14 6 66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0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4425,'0'0'2969,"0"0"1554,0 0-2232,0 0-1398,0 0-328,-2 9 358,0 11-323,1 0 0,0 0-1,2 0 1,0 0 0,1-1 0,1 1 0,1-1-1,1 1 1,0-1 0,5 8-600,-7-19 83,0 1 1,1-1-1,0 0 0,1 0 0,0 0 1,0 0-1,0-1 0,1 0 0,0 0 1,1-1-1,0 0 0,0 0 0,0 0 1,0-1-1,1 0 0,0 0 0,0-1 1,0 0-1,1 0 0,-1-1 0,1 0 1,0-1-1,0 0 0,6 1-83,-6-2 23,-1 1-1,0-1 0,1 0 0,-1-1 1,0 0-1,1 0 0,-1-1 1,1 0-1,-1 0 0,0-1 1,0 0-1,0-1 0,0 1 1,0-2-1,0 1 0,-1-1 0,0 0 1,1-1-1,-2 1 0,1-2 1,0 1-1,-1-1 0,0 0 1,0 0-1,-1 0 0,0-1 0,0 0 1,0 0-1,-1 0 0,0-1 1,-1 1-1,1-1 0,-2 0 1,1 0-1,-1 0 0,0 0 1,0 0-1,-1-1 0,0 1 0,-1-4-22,0 6-7,0-1-1,0 0 1,0 0-1,-1 0 0,0 0 1,-1 1-1,1-1 0,-1 0 1,-1 1-1,1 0 0,-1-1 1,0 1-1,0 0 1,-1 0-1,0 1 0,0-1 1,0 1-1,-1 0 0,0 0 1,0 0-1,0 1 0,0-1 1,-1 1-1,0 1 1,1-1-1,-1 1 0,-1 0 1,1 0-1,-1 1 8,-11-5 3,-1 2 1,1 0-1,-1 1 0,0 1 1,-1 0-1,1 2 0,0 0 1,0 1-1,-1 1 0,1 1 1,0 1-1,-10 3-3,24-5-18,0 0 1,0 0-1,1 1 1,-1-1-1,1 1 1,-1 0-1,1 1 0,0-1 1,0 1-1,0 0 1,0 0-1,1 0 0,-1 0 1,1 1-1,-1-1 1,1 1-1,0 0 0,1 0 1,-1 0-1,1 0 1,0 0-1,0 1 1,0-1-1,0 1 0,1-1 1,0 1-1,0 0 1,0 0-1,0-1 0,1 1 1,0 0-1,0 0 1,0 0-1,0 0 0,1-1 1,0 1-1,0 0 18,49 30-2587,-9-19-2025,9-7-5352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07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74 6905,'0'0'519,"0"0"-313,0 0 50,0 0 700,0 0 1208,0 0-842,-11 9 395,12-9 2637,41-27-3909,-33 20-368,0 1-1,0 0 0,0 1 1,1-1-1,0 2 0,0-1 1,0 2-1,0-1 0,1 1 1,0 1-1,-1 0 0,11-1-76,-19 5 10,1 0 1,-1 1-1,0-1 0,0 0 0,0 1 1,0-1-1,0 1 0,-1 0 0,1 0 1,-1-1-1,0 1 0,0 0 0,0 0 0,0 0 1,0 0-1,-1 0 0,1 1 0,-1-1 1,0 0-1,0 0 0,0 0 0,0 0 1,0 0-1,-1 0 0,0 1 0,1-1 0,-1 0 1,-1 0-11,2 8 57,-3 4-11,-1 0 1,0 0-1,0 0 0,-2-1 0,0 0 0,0 0 1,-2 0-1,0-1 0,0 0 0,-1-1 0,-6 7-46,15-17 8,0-2 35,0 0 20,0 0 25,0 0 57,27-17 99,-22 16-215,0 1 0,1 0 0,-1 0-1,1 1 1,-1 0 0,0 0 0,1 0-1,-1 0 1,0 1 0,0 0 0,0 0 0,0 0-1,0 1 1,-1-1 0,1 1 0,-1 0-1,0 1 1,0-1 0,0 1 0,0 0 0,0 0-1,-1 0 1,1 0 0,-1 1 0,-1-1-1,1 1 1,0 0 0,-1-1 0,0 1 0,0 1-1,-1-1 1,1 0 0,-1 0 0,0 0 0,-1 1-1,1-1 1,-1 1 0,0-1 0,0 0-1,-1 1 1,1-1 0,-1 0 0,-1 1-29,-2 0 63,0 1 0,-1-1 0,0-1-1,0 1 1,0-1 0,-1 1 0,0-1 0,0-1 0,0 1 0,-1-1 0,1-1 0,-1 1 0,0-1-1,0 0 1,0 0 0,-1-1 0,1 0 0,-7 1-63,-52 18-1147,63 23-3889,2-18-672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09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15 139 6265,'0'0'642,"0"0"-479,0 0-41,0 0-40,0 0 543,0 0 1502,-5 0-799,-4 11 4064,32-6-2091,-4-4-3935,193-3 2953,-1-9-1,81-20-2318,-40 5 174,389 9-18,-188 13-193,-391 0 57,-61 4-23,-1-2-227,0 0-1,0 0 1,0 0 0,0 0 0,-1-1 0,1 1-1,-1 0 1,1 0 0,-1 0 0,0 1 0,0-1-1,0 0 1,0 0 0,0 0 0,0 1 0,0-1-1,-1 0 1,1 1 0,0-1 0,-1 1 0,1 0-1,-1-1 1,0 1 0,0 0 0,1 0 0,-1 0-1,0 0 1,0 0 0,0 0 0,0 1-1,0-1 1,0 1 0,0-1 0,-1 1 230,-21-9-8755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1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1 215 11466,'0'0'2504,"0"0"-577,0 0-282,0 0 635,0 0-359,0 0-1043,0-10-653,12-186-78,-11 195-145,0 1 0,0-1-1,0 0 1,0 0 0,0 1 0,0-1 0,0 1 0,0-1-1,0 1 1,0-1 0,0 1 0,0-1 0,0 1 0,1 0-1,-1 0 1,0 0 0,0 0 0,0 0 0,0 0 0,1 0-1,-1 0 1,0 0 0,0 0 0,0 0 0,1 1 0,-1-1-1,0 1 1,0-1 0,0 1 0,0-1 0,0 1 0,0 0-1,0-1 1,0 1 0,0 0 0,0 0 0,-1 0 0,1-1-1,0 1 1,0 0 0,-1 0 0,1 0 0,0 0 0,-1 1-1,1-1 1,-1 0 0,0 0 0,1 0 0,-1 0 0,0 0-1,0 1 1,0-1 0,1 0 0,-1 0 0,0 0 0,-1 1-2,110 401 4967,-100-383-5322,-5-36-3901,-2 0 160,5-8-4250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13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39 470 5009,'0'0'3237,"0"0"353,0 0-1464,-7 24-599,-17 78-66,22-96-1326,0-1-1,1 0 1,0 1-1,0-1 1,1 1-1,0-1 1,-1 1-1,2-1 0,-1 1 1,1-1-1,0 1 1,0-1-1,0 1 1,1-1-1,0 0 1,0 0-1,0 0 1,0 0-1,1 0 1,0 0-1,0 0 1,0-1-1,1 0 0,0 0 1,0 0-1,0 0 1,0 0-1,0-1 1,1 0-1,-1 0 1,1 0-1,3 1-134,5 1 174,0 0 1,1-2-1,0 1 0,0-2 1,0 0-1,0 0 0,0-2 0,0 1 1,0-2-1,0 0 0,4-1-174,-12 0 1,0 0-1,0 0 1,0 0-1,0-1 1,-1 0-1,1 0 1,-1 0-1,0-1 0,0 0 1,0 0-1,0 0 1,-1-1-1,0 1 1,1-1-1,-2 0 1,1 0-1,-1-1 1,1 1-1,-1-1 1,-1 0-1,1 1 0,-1-1 1,0 0-1,-1 0 1,1-1-1,-1 1 1,0 0-1,-1 0 1,1-1-1,-1 1 1,-1 0-1,1-1 1,-1 1-1,0 0 0,-1 0 1,1-1-1,-1 1 1,0 1-1,-1-1 1,1 0-1,-1 0 1,0 1-1,-1-1 1,1 1-1,-1 0 1,0 0-1,-1 1 1,1-1-1,-4-2 0,4 3-14,0 1-1,0 0 1,0 1 0,-1-1-1,1 0 1,0 1 0,-1 0-1,0 0 1,1 1 0,-1-1-1,0 1 1,0 0-1,0 0 1,0 1 0,0-1-1,0 1 1,0 0 0,0 1-1,0-1 1,0 1 0,0 0-1,0 0 1,1 0 0,-1 1-1,0 0 1,1 0 0,-1 0-1,1 0 1,-1 1 0,1 0-1,0 0 1,0 0 0,1 0-1,-1 0 1,0 1 0,1 0-1,0 0 1,0 0-1,0 0 1,1 0 0,-1 1 14,-4 7-20,1 0 0,1 1 1,-1 0-1,2 0 0,0 0 1,1 1-1,0-1 0,1 1 1,0 0-1,1 0 0,1 0 1,1 4 19,-1-15-97,1-1 0,-1 1 0,1-1 0,0 1 0,0-1 0,0 1-1,0-1 1,1 1 0,-1-1 0,0 0 0,1 0 0,0 0 0,0 0 0,-1 0 0,1 0 0,0 0 0,1-1 0,-1 1 0,0-1 0,0 1 0,1-1 0,-1 0 0,1 0 0,-1 0 0,1 0 0,-1 0 0,1-1 0,-1 1 0,1-1-1,0 0 1,-1 1 0,1-1 0,0 0 0,-1-1 0,1 1 0,0-1 97,67-4-5686,-20-10-2262</inkml:trace>
  <inkml:trace contextRef="#ctx0" brushRef="#br0" timeOffset="303.041">150 1 8690,'0'0'5872,"0"0"-3814,0 0-1245,0 0-237,0 0 126,0 0 478,10 27 751,179 480 2366,-102-240-3686,-44-220-1673,-1-48-6625,-23-13 1036</inkml:trace>
  <inkml:trace contextRef="#ctx0" brushRef="#br0" timeOffset="594.499">941 292 10202,'0'0'1793,"0"0"2944,0 0-3441,-33 129-536,6-74 960,-5 5-95,0 0-353,2-4-1040,6-9 40,1-7-256,11-11-8,2-9 56,5-7-88,3-6 24,2-7-696,0 0-1801,0-11-1567,0-10-3378</inkml:trace>
  <inkml:trace contextRef="#ctx0" brushRef="#br0" timeOffset="854.245">607 370 10938,'0'0'2594,"0"0"-72,0 0-535,18 25 292,106 155 1685,-84-110-3098,-28-45-543,0 0 0,2-1 0,1 0 0,1-2 0,1 0 0,1 0 0,0-2 0,2 0 0,16 12-323,16-18-2436,-5-33-4592,-27-3-4291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1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14371,'0'0'1955,"0"0"-753,0 24 374,2 291 4600,0-294-6057,1 0 1,1 0-1,1 0 0,1-1 0,1 1 1,0-2-1,2 1 0,0-1 1,5 8-120,-33-52-12042,0 3 1803</inkml:trace>
  <inkml:trace contextRef="#ctx0" brushRef="#br0" timeOffset="237.857">1 383 11867,'0'0'2352,"0"0"-992,0 0-295,0 0 319,0 0 48,0 0-560,151-31-384,-117 20-416,8-2-72,22-5-512,-12 2-2112,-2 3-4426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1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265 159 5857,'0'0'1142,"0"0"-302,0 0 899,0 0 237,-6 24-365,-53 158 1513,-99 144 307,124-255-3519,29-70-2663,3-5-1783</inkml:trace>
  <inkml:trace contextRef="#ctx0" brushRef="#br0" timeOffset="314.386">13 306 6737,'0'0'4367,"0"0"-1539,21 14-1046,129 95 576,-108-73-1616,-2 2 0,-2 2 0,-2 2 0,-1 1 0,-3 2-1,6 12-741,-18-88-5918,-17 4-1365</inkml:trace>
  <inkml:trace contextRef="#ctx0" brushRef="#br0" timeOffset="817.577">361 12 8674,'0'0'2528,"0"0"-1441,0 0-589,0 0 51,0 0 211,25-2 1,81-7 39,-101 9-724,0 0 0,0 0 0,1 1 0,-1 0 0,0 0 1,0 0-1,0 0 0,0 1 0,-1 0 0,1 0 0,0 0 0,-1 0 0,1 1 1,-1 0-1,0 0 0,0 0 0,0 1 0,0-1 0,0 1 0,-1 0 1,0 0-1,0 0 0,0 0 0,0 1 0,-1-1 0,1 1 0,-1-1 1,0 1-1,-1 0 0,1 0 0,-1 0 0,0 0 0,0 0 0,0 0 1,-1 0-1,0 1 0,0-1 0,0 0 0,-1 0 0,0 0 0,1 0 1,-2 0-1,1 0 0,-1 0 0,0 0 0,0 0 0,0-1 0,0 1 1,-1-1-1,0 1 0,0-1 0,0 0 0,0 0 0,-4 2-76,5-5 19,1 0 1,-1 0-1,0 0 0,1 0 0,-1 0 0,1 0 1,-1 0-1,1 1 0,0-1 0,-1 1 0,1-1 1,0 1-1,0-1 0,0 1 0,0 0 0,0-1 0,0 1 1,1 0-1,-1 0 0,1 0 0,-1-1 0,1 1 1,0 0-1,-1 0 0,1 0 0,0 0 0,0 0 1,0 0-1,1 0 0,-1 0 0,0 0 0,1-1 1,-1 1-1,1 0 0,0 0 0,-1 0 0,1-1 0,0 1 1,0 0-1,0-1 0,0 1 0,1-1 0,-1 1 1,0-1-1,1 0 0,-1 1 0,1-1 0,-1 0 1,1 0-1,-1 0 0,1 0 0,0 0 0,0 0 1,-1-1-1,1 1 0,0-1 0,0 1 0,0-1 0,0 1 1,0-1-1,0 0 0,-1 0 0,1 0 0,1 0-19,129-2 913,-47-5-5313,-60 5-1330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0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1 634 6081,'0'0'1009,"0"0"-793,0 0-136,0 0-80,0 0 0,0 0-312,0 0-625,84-49-3560</inkml:trace>
  <inkml:trace contextRef="#ctx0" brushRef="#br0" timeOffset="418.928">710 2 6385,'0'0'1329,"0"0"2113,0 0-1393,0 0-564,0 0-202,0 0-287,-12-1 675,-46 108-63,-222 388 789,270-461-1638,7-20-2473,-2 0-6721,5-14 3222</inkml:trace>
  <inkml:trace contextRef="#ctx0" brushRef="#br0" timeOffset="757.633">310 202 5945,'0'0'914,"0"0"262,0 0 2293,0 0-1553,0 0-1101,0 0-268,2 4 26,119 168 3393,59 114-988,-179-286-3242,4 5 459,-3-5-4409,-2 0-511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24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1 260 5281,'0'0'5684,"0"0"-1095,0 0-2498,0 0-496,0 0 334,0 0-266,3-6-963,75-242 117,-69 243 704,0 32-480,7 57 212,-13-68-978,37 306 1370,-40-322-1705,0 1 1,-1-1 0,1 1-1,0 0 1,0-1 0,0 1-1,-1-1 1,1 1 0,0 0-1,0-1 1,0 1-1,0 0 1,0-1 0,0 1-1,0-1 1,1 1 0,-1 0-1,0-1 1,0 1 0,0 0-1,1-1 1,-1 1 0,0-1-1,1 1 1,-1-1 0,0 1-1,1-1 1,-1 1-1,1-1 1,-1 1 0,1-1-1,-1 0 1,1 1 0,-1-1-1,1 1 1,-1-1 0,1 0-1,-1 0 1,1 1 0,0-1-1,-1 0 1,1 0-1,-1 0 1,1 0 0,0 0-1,-1 0 1,1 0 0,0 0-1,-1 0 1,1 0 0,-1 0-1,1 0 1,0 0 0,-1 0-1,1-1 1,-1 1-1,1 0 1,0 0 0,-1-1-1,1 1 1,-1 0 0,1-1-1,-1 1 60,6-23-4200,2-22-7499,-2 8 7687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23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0 14659,'0'0'3905,"0"0"-3329,0 0-280,0 120 1441,0-55 495,0 2-1176,0-1-400,0-4-376,0-6-120,0-11-152,0-12 56,0-9-64,0-8-104,2-7-224,-2-9-744,0-2-536,0-21-2345,0-3-2416</inkml:trace>
  <inkml:trace contextRef="#ctx0" brushRef="#br0" timeOffset="249.519">0 254 8578,'0'0'336,"0"0"5985,0 0-4480,0 0-1185,0 0 808,0 0 497,0 0-409,121 44-736,-61-44-456,1 0-240,4-11-120,11-13-64,-16 1-3577,-14 3-4480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22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330 304 5049,'0'0'1328,"0"0"9,0 0 2271,0 0-1410,0 0-735,0 0 210,-6 24-113,-39 149 1610,26-116-3006,-4-2 0,-1 0 0,-3-1 0,-2-2 0,-13 15-164,31-56-2482,-13-20-11594,17-7 11645</inkml:trace>
  <inkml:trace contextRef="#ctx0" brushRef="#br0" timeOffset="316.896">1 473 4913,'0'0'9222,"0"0"-5867,0 0-2136,0 0-508,0 0 56,0 0 285,11 9 174,53 38-152,40 32 366,3-6 0,100 52-1440,-179-114-1245,-27-11 823,0 0 0,1 0 0,-1 0 1,0 1-1,0-1 0,0 0 0,0 0 0,0-1 1,1 1-1,-1 0 0,0 0 0,0 0 1,0-1-1,0 1 0,0-1 0,0 1 1,0-1-1,0 1 0,0-1 0,0 1 1,0-1-1,0 0 0,0 0 0,-1 1 1,1-1-1,0 0 0,0 0 0,-1 0 0,1 0 1,-1 0-1,1 0 0,-1 0 0,1 0 1,-1 0-1,1 0 0,-1 0 0,0 0 1,0-1-1,0 1 0,0 0 0,1 0 1,-1 0-1,-1 0 0,1 0 0,0 0 1,0-1-1,0 1 0,-1 0 422,1-23-4769</inkml:trace>
  <inkml:trace contextRef="#ctx0" brushRef="#br0" timeOffset="849.075">542 47 784,'0'0'8833,"0"0"-4046,0 0-3057,0 0-934,0 0-102,0 0 134,9-4-39,14-5-485,1 1-1,0 1 0,0 1 0,1 1 0,-1 2 0,1 0 0,0 2 0,1 0-303,-23 5 96,0-1 1,-1 1-1,1-1 1,-1 1-1,0 0 1,0 0-1,0 0 1,-1 0-1,0 0 1,1 0-1,-1 1 1,-1-1-1,1 0 1,-1 1-1,1-1 1,-1 0-1,0 1 1,-1-1-1,1 0 1,-1 1-1,0-1 1,0 0-1,-1 4-96,1-5 77,-25 79 622,0 42-387,30-120-309,0 0 0,0 0 0,1-1-1,-1 0 1,1 1 0,0-2 0,0 1-1,0 0 1,0-1 0,0 0 0,0 0-1,1-1 1,-1 0 0,1 1 0,-1-2-1,1 1 1,-1-1 0,1 0 0,-1 0-1,1 0 1,0-1 0,0 0-3,3 2-3,17-2-835,4 0 3157,-12 4-3984,-4 1-4258,-2 4-5994,-12-8 4910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21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1 529 2617,'0'0'4080,"0"0"-1654,0 0 214,0 0-775,0 0-335,0 0-187,1 6-216,2 19 142,11-21 3364,8-27-4139,-2-11-461,-1-1 0,-2 0 0,-1-1 1,-2-1-1,-2-1 0,-1 0 0,-2 0 1,-1-1-1,-3 0 0,0 0 0,-3 0 1,-2-36-34,-3 56-44,-1 47-63,2 24 227,-2-17 4,2-1-1,2 1 1,1-1-1,2 0 1,1 1-1,1-1 1,2-1 0,2 1-1,5 11-123,-9-35 10,0-1 0,0 0-1,1 0 1,0-1 0,0 0 0,1 0-1,0 0 1,1-1 0,0 0 0,0 0-1,0-1 1,1 0 0,0 0 0,0-1-1,0-1 1,1 1 0,0-2 0,-1 1-1,1-1 1,1-1 0,-1 1 0,0-2-1,1 1 1,-1-2 0,0 1 0,1-2-1,-1 1 1,1-1 0,6-2-10,-12 1-35,0 1 0,0-1 0,0 0 0,-1-1 0,1 1-1,-1-1 1,1 0 0,-1 0 0,0-1 0,0 1 0,-1-1 0,1 0 0,-1 0 0,1 0 0,-1 0 0,0 0 0,-1-1 0,1 0 0,-1 1-1,0-1 1,0 0 0,-1 0 0,1 0 0,-1 0 0,0 0 0,0-1 0,-1 1 0,0-5 35,-13-151-681,-48-9 809,65 222 675,-1-34-767,0-1 1,1 1-1,1-1 1,0 0-1,2 0 1,0-1 0,0 0-1,2 0 1,0 0-1,1-1 1,0-1-1,1 0 1,1 0-1,0-1 1,1 0 0,0-1-1,1-1 1,0 0-1,1-1 1,0-1-1,1 0 1,0-1-1,0 0 1,1-2-1,-1 0 1,2 0 0,9 0-37,-26-6 32,57-3-1569,-20-32-6502,-26 7 899,-2 4 2983</inkml:trace>
  <inkml:trace contextRef="#ctx0" brushRef="#br0" timeOffset="389.351">1125 153 6529,'0'0'563,"0"0"448,0 0 2661,0 0-1376,0 0-777,0 0-28,-1 11 1347,70-8 1430,74-9-841,-71 2-4207,-1 3-5184,-69 1 1550,-2 0-985,0 0 879</inkml:trace>
  <inkml:trace contextRef="#ctx0" brushRef="#br0" timeOffset="614.218">1303 385 4641,'0'0'5512,"0"0"-1310,0 0-2308,0 0-847,0 0 121,0 0 572,11 2 90,158-4 521,-96-6-2256,-15 3-3730,-4-7-9376,-38 5 9858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28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38 4489,'0'0'1902,"0"0"-789,0 0 1068,0 0 21,0 0-1018,0 0-285,-17 7 5621,65 4-4073,-11-9-1985,0-1 0,0-2 0,0-2 0,0-1 0,-1-2-1,0-1 1,0-2 0,7-3-462,16-5-788,-57 17-748,-6 4-1934,-45 32-9948,17-16 5998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28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 3849,'0'0'3586,"0"0"2042,0 0-2778,0 0-1713,0 0 38,0 0 75,4 2 5,130 11 1979,-92-15-2821,20 2-115,52 0-2794,-111-20-11909,-3 7 11320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31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8 5049,'0'0'11911,"0"0"-6606,0 0-3885,0 0-939,0 0-134,0 0 163,0 20 499,0 3-735,-2-4-150,1 0-1,1 0 1,1 0 0,1 0-1,0 0 1,2 0 0,0-1-1,1 1 1,0-1 0,2 0 0,0 0-1,1-1 1,6 8-124,-6-17 30,1 0 1,-1 0-1,2-1 1,-1-1-1,1 0 0,0 0 1,0-1-1,1 0 1,0 0-1,-1-1 1,1-1-1,1 0 0,-1-1 1,0 0-1,1 0 1,-1-1-1,1-1 1,0 0-1,-1 0 0,1-1 1,7-2-31,-12 1-32,0 1 1,1-1 0,-1 0 0,0-1-1,0 1 1,-1-1 0,1-1-1,0 0 1,-1 1 0,0-2-1,0 1 1,0-1 0,-1 0-1,0 0 1,1 0 0,-2-1-1,1 0 1,-1 0 0,0 0 0,0-1-1,0 1 1,-1-1 0,0 0-1,-1 0 1,1 0 0,-1 0-1,-1 0 1,1-1 0,-1 1-1,-1 0 1,1-1 0,-1 1-1,0-1 1,-1 1 0,0 0 0,0-1-1,-1 1 1,0 0 0,0 0-1,0 0 1,-1 0 0,0 0-1,0 0 1,-1 1 0,0 0-1,0 0 1,-1 0 0,0-1 31,-1-2-43,-1 0 1,1 1 0,-1 0-1,-1 1 1,1-1 0,-1 1-1,-1 1 1,1-1 0,-1 1-1,0 1 1,0 0 0,-1 0-1,0 1 1,1 0 0,-2 1-1,1 0 1,0 0 0,0 1-1,-1 1 1,1 0 0,-1 0 0,0 1-1,1 0 1,-1 1 0,1 0-1,-1 0 1,1 1 0,-1 1-1,1 0 1,0 0 0,-4 3 42,-64 35-6343,20-29-4537,30-12 6006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30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0 3081,'0'0'9482,"0"0"-4596,0 0-3199,0 0-1251,0 0-6,0 0 1170,5 27 162,43 223 633,23-59-2478,-66-186-1692,-1-4-5301,-3-1 1125</inkml:trace>
  <inkml:trace contextRef="#ctx0" brushRef="#br0" timeOffset="232.099">1 322 6329,'0'0'1137,"0"0"5112,0 0-4529,0 0-647,0 0-401,0 0-104,136-26 200,-92 15-344,3 2 80,-2-2-184,-1-1-320,8-1-48,-10 2-1256,-12 0-2553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29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1 154 7058,'0'0'56,"0"0"933,0 0 3272,0 0-1587,0 0-1591,0 0-611,9-7 231,-3 2-624,0 0 1,0 1 0,0 0-1,1 0 1,-1 0 0,1 1-1,0 0 1,0 0 0,0 1-1,1-1 1,-1 2 0,0-1-1,1 1 1,-1 0 0,1 1-1,0 0 1,-1 0 0,1 0-1,-1 1 1,1 0 0,-1 1-1,0 0 1,1 0-1,-1 0 1,0 1 0,6 3-80,-5 8 202,-2 0-1,0 0 1,0 1 0,-1 0 0,-1 0 0,-1 0 0,0 0-1,-1 0 1,0 1 0,-1-1 0,-1 1 0,0-1-1,-2 1 1,0-1 0,-1 5-202,2-10 11,0 1 0,0-1 0,-1 0 0,-1 0 0,0-1 0,0 1 0,-1 0 0,0-1 0,0 0 0,-1 0 0,0 0 0,-1-1 0,0 0 0,-1 0 0,1 0 0,-1-1 0,-1 1 0,1-2 0,-7 5-11,12-11-54,-1 1 0,0-1 1,0 0-1,0 0 0,1 0 0,-1 0 0,0 0 0,0-1 0,1 1 0,-1-1 0,0 0 0,1 0 0,-1 0 0,0 0 0,1 0 0,0-1 0,-1 1 0,1-1 0,0 1 0,-1-1 0,1 0 0,0 0 0,0 0 0,1 0 0,-1 0 0,0 0 0,1-1 0,-1 1 0,1 0 0,0-1 0,0 1 0,0-1 0,0 0 0,0 1 0,0-1 0,1 0 0,-1 0 0,1 1 0,0-1 0,0 0 0,0 0 0,0 1 0,0-1 0,1 0 0,-1 0 0,1 1 0,0-1 0,0 0 0,0 1 0,0-1 0,1 0 54,1 0-13,0 1 0,0 1 0,1-1 0,-1 0 0,1 1 0,-1 0 0,1-1 0,-1 1 0,1 1 0,0-1 0,0 1 0,-1-1 0,1 1 0,0 0 0,0 0 0,0 1 0,-1-1 0,1 1 0,0 0 0,-1 0 0,1 0 0,0 0 0,-1 1 0,1-1 0,-1 1 0,0 0 0,0 0 0,0 0 0,1 1 13,20 10 453,0-1-1,0-1 1,2-1-1,-1-1 0,1-2 1,0 0-1,0-2 0,5 0-452,50-9-1980,-4-25-4506,-47 10-4371</inkml:trace>
  <inkml:trace contextRef="#ctx0" brushRef="#br0" timeOffset="253.679">890 0 104,'0'0'15499,"0"0"-11578,0 0-3273,0 0-192,0 0 1225,-59 134-489,32-77-648,-3 1-176,3-2-72,2-7-224,3-7 56,5-6-128,2-10 0,5-6-48,2-9-136,1-4-792,0-3-2705,2-4-1168</inkml:trace>
  <inkml:trace contextRef="#ctx0" brushRef="#br0" timeOffset="547.901">532 147 8330,'0'0'1834,"0"0"1193,0 0-1363,0 0-421,0 0 31,0 0 63,25 16 158,83 51-260,-93-56-936,0 0 0,-1 1 1,0 0-1,-1 1 0,-1 1 0,0 0 0,0 0 0,-2 1 0,0 1 0,-1 0 1,4 8-300,56 80 533,2-72-1611,-20-42-5667,-25-4-2493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27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120 283 6481,'0'0'1490,"0"0"2286,0 0-1469,0 0-1080,-14 20 8,7-10-1045,-5 7 287,1 0-1,0 1 1,1 0 0,1 1 0,1 0-1,0 0 1,2 1 0,0-1-1,0 4-476,4-17 82,0-1 0,0 1-1,1 0 1,-1 0 0,1-1-1,1 1 1,-1 0 0,1 0-1,0 0 1,0 0 0,0 0-1,1 0 1,0 0-1,1-1 1,-1 1 0,1 0-1,0-1 1,0 1 0,1-1-1,-1 0 1,1 1 0,0-1-1,1-1 1,-1 1-1,1 0 1,0-1 0,0 0-1,1 0 1,-1 0 0,1 0-1,0-1 1,0 0 0,0 0-1,0 0 1,0 0-1,1-1 1,5 2-82,-2-2-14,1 0 0,0 0-1,-1 0 1,1-1 0,0-1-1,0 0 1,0 0 0,-1-1 0,1 0-1,0-1 1,-1 0 0,1 0 0,-1-1-1,1-1 1,-1 1 0,0-1-1,-1-1 1,1 0 0,-1 0 0,0 0-1,0-1 1,0-1 0,-1 1 0,0-1-1,0 0 1,-1-1 0,0 1-1,0-1 1,-1-1 0,0 1 0,0-1-1,-1 0 1,0 0 0,-1 0 0,0 0-1,0-1 1,0-5 14,-2 12-58,-1-1-1,0 0 1,1 1-1,-1-1 1,-1 0 0,1 0-1,0 1 1,-1-1-1,0 0 1,0 1-1,0-1 1,0 1 0,-1-1-1,1 1 1,-1-1-1,0 1 1,0 0 0,0 0-1,0 0 1,-1 0-1,1 0 1,-1 1 0,1-1-1,-1 1 1,0-1-1,0 1 1,0 0-1,-1 0 1,1 0 0,0 1-1,-1-1 1,1 1-1,-1 0 1,0 0 0,0 0 58,-8-3 14,0 1 0,0 0 0,0 0 0,0 2 0,-1-1 0,1 2 0,0-1 0,-1 2 0,1 0 0,0 0 0,0 1 0,-1 1 0,1 0 0,1 0 0,-1 1 0,0 1 0,1 0 0,0 0 0,0 1 0,1 1 0,-7 5-14,15-11-16,-1 1 0,1 0 0,0 0 0,1 0-1,-1 0 1,0 0 0,0 0 0,1 0 0,0 1 0,-1-1 0,1 1-1,0-1 1,0 1 0,0-1 0,0 1 0,1 0 0,-1-1-1,1 1 1,-1 0 0,1-1 0,0 1 0,0 0 0,0 0-1,1-1 1,-1 1 0,1 0 0,-1-1 0,1 1 0,0 0-1,0-1 1,0 1 0,0-1 0,1 1 0,-1-1 0,1 0-1,-1 0 1,1 1 0,0-1 0,0 0 0,0-1 0,0 1-1,0 0 1,0 0 0,0-1 0,1 1 0,-1-1 0,1 0-1,-1 0 1,1 0 0,1 1 16,100-3-5885,-11-44-4444,-56 12 8949</inkml:trace>
  <inkml:trace contextRef="#ctx0" brushRef="#br0" timeOffset="240.267">194 0 7802,'0'0'7804,"0"0"-5014,0 0-2165,0 0 206,0 0 1028,9 26-148,157 432 486,-164-455-2245,33 74-1045,0-35-5465,-23-34 1785</inkml:trace>
  <inkml:trace contextRef="#ctx0" brushRef="#br0" timeOffset="531.145">920 78 7009,'0'0'1337,"0"0"5224,0 0-4856,-54 143-241,17-79-216,0 5 713,0 0-841,5-9-616,5-9-392,4-9 40,6-11-152,5-6-80,4-12-104,3-13-1793,3 0-535,-1 0-2633</inkml:trace>
  <inkml:trace contextRef="#ctx0" brushRef="#br0" timeOffset="778.118">624 218 7714,'0'0'6841,"0"0"-4544,0 0-737,0 0 472,0 0-279,146 140-537,-109-111-336,0-2-368,-3 2-216,4-5-208,-6 1-80,-5-3-8,0-2 0,-5-2-312,5 0-1344,-9-7-2097,-3-5-1632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25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18 574 2721,'0'0'4114,"-2"20"139,-1 5-3676,0-15-367,0-1 1,1 1-1,0 0 1,1 0-1,0 0 0,0-1 1,1 1-1,0 0 1,1 0-1,0 0 0,1 0 1,0 0-1,0-1 1,1 1-1,0-1 0,1 1 1,0-1-1,0 0 1,1-1-1,0 1 0,1-1 1,0 0-1,0 0 1,1-1-1,0 1 1,0-2-1,0 1 0,1-1 1,0 0-1,4 2-210,-1-5 86,-1 1 0,1-2-1,0 1 1,0-1 0,0-1-1,0 0 1,0-1 0,0 0-1,0 0 1,0-1 0,0-1-1,-1 0 1,1 0 0,0-1 0,-1-1-1,1 1 1,-1-2 0,0 1-1,-1-2 1,1 1 0,-1-1-1,0-1 1,0 1 0,-1-1-1,0-1 1,0 0 0,0 0 0,-1 0-1,-1-1 1,1 0 0,-2-1-1,1 1 1,-1-1 0,0 0-1,-1 0 1,-1-1 0,1 1-1,-2-1 1,1 0-86,-2 3 69,-1-1 1,0 1-1,0 0 0,0 0 0,-1 0 1,0-1-1,-1 1 0,0 0 0,0 0 1,-1 1-1,0-1 0,0 0 0,-1 1 1,0 0-1,0 0 0,-1 0 0,0 0 1,0 1-1,0 0 0,-1 0 0,0 0 1,0 1-1,-1 0 0,1 0 0,-1 0 1,0 1-1,0 0 0,-1 0 0,1 1 0,-1 0 1,0 0-1,0 1 0,0 0 0,0 1 1,0-1-1,0 1 0,0 1 0,-3 0-69,1 3 4,-1 0 0,1 1-1,0 0 1,0 1-1,0 0 1,1 1 0,0 0-1,0 0 1,0 1-1,1 0 1,0 1 0,0-1-1,1 2 1,0-1-1,0 1 1,1 0 0,0 0-1,1 1 1,0 0-1,0 0 1,1 0 0,0 0-1,1 1 1,1-1-1,-1 1 1,1 0 0,1 0-1,0 0 1,1 0-1,0 0 1,1 0 0,0 0-1,1 4-3,-1-10-47,1 0 0,-1-1 1,1 1-1,0-1 0,0 0 0,1 0 0,-1 0 0,1 0 0,0 0 1,0 0-1,0-1 0,0 1 0,1-1 0,0 0 0,-1 0 0,1-1 0,0 1 1,0-1-1,1 1 0,-1-1 0,0 0 0,1-1 0,-1 1 0,1-1 1,0 0-1,-1 0 0,1-1 0,0 1 0,-1-1 0,3 0 47,97-16-4034,36-96-7341,-86 53 7954</inkml:trace>
  <inkml:trace contextRef="#ctx0" brushRef="#br0" timeOffset="309.426">265 1 6553,'0'0'4307,"0"0"-671,0 0-2031,0 0-756,0 0-265,0 0-1,4 14 333,206 481 5118,-66-181-6072,-145-347-13686,-8 1 2419</inkml:trace>
  <inkml:trace contextRef="#ctx0" brushRef="#br0" timeOffset="633.227">658 434 616,'0'0'6578,"0"0"-30,9 19-3370,93 215 1949,-100-227-5084,1 0 0,0 0 0,0 0 0,0 0 0,1-1-1,0 0 1,0 1 0,1-2 0,0 1 0,0 0 0,0-1-1,1 0 1,-1 0 0,1-1 0,0 1 0,1-1 0,-1-1-1,1 1 1,0-1 0,-1 0 0,1-1 0,1 0 0,-1 0-1,0 0 1,0-1 0,1 0 0,-1 0 0,1-1 0,-1 0-1,1 0 1,-1-1 0,1 0 0,1 0-43,-2-5 6,0 0 0,-1-1-1,0 1 1,0-1 0,0-1 0,-1 1 0,0-1 0,0 0-1,0 0 1,-2 0 0,1 0 0,-1-1 0,0 0-1,0 1 1,-1-1 0,0 0 0,-1 0 0,0 0 0,-1-1-1,0 1 1,0 0 0,-1-7-6,2 3 1,1 0-1,-2 0 1,0 0-1,-1 0 1,0 0 0,0 0-1,-2 0 1,0 1-1,0-1 1,-1 1 0,0-1-1,-1 1 1,-1 1-1,0-1 1,0 1 0,-1 0-1,-1 0 1,0 1-1,0 0 1,-2-1-1,10 11-269,14 31-5918,-4-13 28</inkml:trace>
  <inkml:trace contextRef="#ctx0" brushRef="#br0" timeOffset="1035.386">89 1090 936,'0'0'6862,"0"0"-1645,0 0-2779,0 0-1431,0 0-82,0 0 102,2 17 875,82-10 1096,122-15-2039,0-10 1,34-15-960,-204 28 12,254-13-6204,-226 3-6504,-57 10 10566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34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1464,'0'0'4473,"0"0"-2315,0 0-178,0 0-986,0 0-423,0 0 234,-4 5 7221,5 2-7947,6 2 169,0 0 0,1-1 0,0 0 0,1 0 0,0-1 0,0 0 0,0-1 0,1 1 0,0-2-1,0 0 1,0 0 0,1 0 0,0-2 0,0 1 0,0-1 0,0-1 0,1 0-248,51 10 151,0-3-1,0-2 1,1-4 0,0-2-1,20-4-150,21 2 63,340 1-151,-436-1-1366,25-1-8517,-34 0 2528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34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91 3289,'0'0'7083,"0"0"-4011,0 0-1874,0 0-485,0 0 301,0 0-154,10-2-381,197-21 870,-202 26-1258,0 0 0,0 1-1,-1 0 1,1 0-1,-1 0 1,0 0 0,0 1-1,0 0 1,-1-1-1,0 2 1,0-1 0,0 0-1,0 0 1,-1 1-1,0-1 1,0 1-1,-1 0 1,1 0 0,-1 0-1,-1 0 1,1-1-1,-1 1 1,0 0 0,0 0-1,0 0 1,-1 0-1,0 0 1,0 0 0,-2 1-91,3 11 334,1-8-332,-2 0-1,1 1 0,-1-1 0,-1 0 0,0 0 0,0 0 0,-1 0 0,0 0 1,-1 0-1,0-1 0,0 0 0,-1 1 0,0-2 0,-1 1 0,0-1 0,0 1 1,-1-2-1,0 1 0,-1-1 0,1 0 0,-1-1 0,0 1 0,-1-2 1,0 1-1,0-1 0,0 0 0,0-1 0,-1 0 0,0-1 0,1 0 0,-1-1 1,-1 1-1,-1-1-1,9-2-67,1 1 0,-1 0 1,0-1-1,1 1 1,-1-1-1,0 0 0,0 0 1,0 0-1,1 0 0,-1 0 1,0-1-1,0 1 1,1-1-1,-1 0 0,0 1 1,1-1-1,-1-1 0,0 1 1,1 0-1,0-1 1,-1 1-1,1-1 0,0 0 1,0 1-1,0-1 0,0 0 1,0 0-1,0-1 0,0 1 1,1 0-1,-1-1 1,1 1-1,0-1 0,0 1 1,0-1-1,0 1 0,0-1 1,0 0-1,1 0 1,-1 1-1,1-1 0,0 0 1,0 0-1,0 0 0,0 1 1,0-1-1,1 0 1,-1 0-1,1 1 0,0-1 1,0-1 66,4-1 9,1 0 0,-1 0 0,1 0 0,0 1 0,0 0 0,0 0 0,0 1 0,1 0 0,-1 0 0,1 0 0,0 1 0,0 0 0,0 0 0,0 1 0,0 0 0,1 0 0,-1 1 0,0 0 0,0 0 0,1 0 0,-1 1 0,6 1-9,-2-1 115,246 72 1173,-184-83-3958,-43-5-2277</inkml:trace>
  <inkml:trace contextRef="#ctx0" brushRef="#br0" timeOffset="256.184">912 0 8282,'0'0'8490,"0"0"-6650,0 0-1120,0 0 1505,-79 153-729,52-106-536,-2 0-760,-1-5 64,5-4-96,1-5-96,6-8-64,3-5-16,6-7-48,1-4-712,-2-9-2193,5 0-2056,-2 0-7553</inkml:trace>
  <inkml:trace contextRef="#ctx0" brushRef="#br0" timeOffset="502.072">638 120 8650,'0'0'1704,"0"0"4321,0 0-4520,0 0 47,0 0 617,74 140-137,-44-109-896,2-4-408,3-5-439,-3-2-153,0-4-56,-2-3-160,-6-4-113,6 0-671,-8-2-1544,-7-5-3513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32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59 418 5145,'0'0'1336,"0"0"211,0 0 3184,0 0-1825,0 0-1473,0 0-264,-4-4 162,-20 0 286,12 47-773,10-33-748,-1-2-50,0-1-1,1 1 0,0-1 0,0 1 1,1 0-1,-1-1 0,2 1 0,-1 0 0,1 0 1,1 0-1,-1 0 0,1-1 0,0 1 1,1 0-1,0-1 0,0 1 0,1-1 1,0 1-1,0-1 0,1 0 0,0 0 0,0-1 1,0 1-1,1-1 0,0 0 0,0 0 1,1 0-1,0-1 0,0 0 0,0 0 1,0-1-1,1 1 0,0-1 0,0-1 0,3 2-45,-3-2-5,-1 0-1,0-1 0,1 1 0,-1-2 0,1 1 0,0-1 0,0 0 1,0 0-1,-1-1 0,1 1 0,0-2 0,0 1 0,0-1 0,0 0 0,-1 0 1,1-1-1,0 0 0,-1 0 0,1-1 0,-1 0 0,0 0 0,0 0 1,0-1-1,0 0 0,-1 0 0,1 0 0,-1-1 0,0 1 0,-1-1 1,1-1-1,-1 1 0,0-1 0,0 1 0,0-1 0,-1 0 0,0 0 1,0-1-1,-1 0 6,1-8-141,-1 0 1,0-1 0,-2 1 0,0 0-1,0 0 1,-2 0 0,0-1 0,0 1-1,-1 1 1,-1-1 0,-2-2 140,4 11-17,0 1 0,0-1-1,-1 1 1,1 0 0,-1 0 0,-1 0 0,1 0 0,-1 1-1,0-1 1,0 1 0,0 0 0,0 0 0,-1 1 0,0-1-1,0 1 1,0 0 0,0 0 0,0 0 0,0 1 0,-1 0-1,1 0 1,-1 0 0,0 1 0,1 0 0,-1 0 0,0 0-1,0 1 1,0 0 0,1 0 0,-3 1 17,-2 1 2,0 1-1,0 0 1,1 1 0,0 0 0,-1 0-1,1 1 1,1 0 0,-1 1 0,1 0 0,0 0-1,0 1 1,1 0 0,0 1 0,0-1-1,1 1 1,0 0 0,0 1 0,1-1-1,0 1 1,0 1 0,1-1 0,0 0-1,1 1 1,0 0 0,1 0-2,2-8-73,0 0 1,0 0-1,1 0 0,-1 0 1,1 0-1,0 0 0,-1-1 1,1 1-1,0 0 0,0 0 1,0-1-1,0 1 1,1-1-1,-1 1 0,0-1 1,0 0-1,1 1 0,-1-1 1,1 0-1,0 0 0,-1 0 1,1 0-1,0 0 0,-1 0 1,1 0-1,0-1 1,0 1-1,0-1 0,0 1 1,0-1-1,0 0 0,-1 0 1,1 0-1,0 0 0,0 0 1,0 0-1,0 0 0,0-1 1,0 1-1,0-1 1,0 1 72,5 0-539,36 1-4243</inkml:trace>
  <inkml:trace contextRef="#ctx0" brushRef="#br0" timeOffset="300.736">170 0 6241,'0'0'6512,"0"0"-3296,0 0-1892,0 0-661,0 0 340,0 0 450,-5 19 62,-13 132 254,28-97-1473,2-2 1,2 0 0,3 0-1,2-2 1,2 0 0,2-1-1,24 36-296,-7-35-1547,-38-55-4002,-1-11 3973,-1 15 747,0-21-3976</inkml:trace>
  <inkml:trace contextRef="#ctx0" brushRef="#br0" timeOffset="797.018">538 322 7514,'0'0'149,"0"0"1213,0 0 3265,0 0-1910,0 0-1558,0 0 84,2 16 933,3 23-1045,-4-18-765,0-1 1,2 1-1,0-1 1,1 0-1,1 0 1,1 0-1,1-1 1,1 0-1,0 0 1,11 15-367,-16-31 19,0 0-1,1 0 1,0-1 0,-1 1 0,1-1 0,0 0 0,0 0-1,0-1 1,1 1 0,-1-1 0,0 0 0,1 0-1,-1 0 1,0-1 0,1 1 0,-1-1 0,1 0 0,-1 0-1,1-1 1,-1 1 0,0-1 0,1 0 0,-1 0 0,0-1-1,0 1 1,1-1 0,-1 0 0,0 0 0,-1 0-1,1-1 1,0 1 0,-1-1 0,1 0 0,-1 0 0,0 0-1,0 0 1,0-1 0,0 1 0,-1-1 0,0 0-1,1 0 1,-1 0 0,-1 0 0,1 0 0,0-2-19,4-17-85,-1 0 0,0 0 0,-2-1 0,-1 1 0,-1-1 0,-1 1 0,-1-1 0,-2-7 85,-16 6-1938,-11 35-6028,20 2 770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36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6721,'0'0'1371,"0"0"1395,0 0-74,0 0-997,0 0-552,0 0-26,3 20 1582,209-19 985,-94-4-4764,-123 4-2469,-12 4-1027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36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 7282,'0'0'5406,"0"0"-2592,0 0-1332,0 0-54,0 0 507,0 0-228,21 2-613,165 11 66,2-32-915,-114-8-9461,-61 20 1969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37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101 492 6425,'0'0'1814,"0"0"2144,0 0-1416,0 0-841,-5 23-315,-19 149 2489,24-169-3807,1 0 1,0 0 0,0 0 0,0 0 0,0 0-1,0 0 1,1-1 0,-1 1 0,1 0-1,0-1 1,0 1 0,0-1 0,0 0 0,0 0-1,0 0 1,0 0 0,1 0 0,-1 0 0,1 0-1,0-1 1,-1 1 0,1-1 0,0 0-1,0 0 1,0 0 0,0 0 0,0-1 0,0 1-1,0-1 1,0 1 0,0-1 0,0 0-1,0 0 1,1-1-69,110-8 561,-107 7-600,-1 0-1,1 0 1,0-1 0,-1 0 0,1-1-1,-1 1 1,0-1 0,0 0-1,-1-1 1,1 1 0,-1-1 0,0 0-1,0 0 1,-1-1 0,1 0-1,-1 0 1,0 0 0,-1 0 0,0 0-1,0-1 1,0 1 0,-1-1-1,1 0 1,-2 0 0,1 0 0,-1 0-1,0 0 1,0 0 0,-1 0-1,0 0 1,0 0 0,-1-1 0,-1-5 39,-3 6-89,-1 0 0,0 1 0,0 0 0,0 0 1,0 0-1,-1 1 0,0 0 0,0 0 0,-1 0 1,1 1-1,-1 0 0,0 1 0,0 0 1,0 0-1,-1 1 0,1 0 0,-1 0 0,1 1 1,-1 0-1,1 1 0,-1-1 0,0 2 0,1-1 1,-9 3 88,10-4 24,0 1 0,-1 0 1,1 0-1,0 0 0,-1 1 1,1 1-1,0-1 0,0 1 1,0 0-1,0 1 0,0 0 1,1 0-1,-1 0 1,1 1-1,0 0 0,0 0 1,0 0-1,0 1 0,1 0 1,0 0-1,0 1 0,0-1 1,1 1-1,-1 0 0,1 0 1,1 0-1,-1 1 1,1 0-1,0-1 0,1 1 1,0 0-1,0 0 0,0 0 1,0 4-25,2-8-25,-1 0 0,0 0 1,1 0-1,-1 0 0,1 0 1,0 0-1,0 0 0,0-1 1,1 1-1,-1 0 0,1 0 0,-1 0 1,1 0-1,0 0 0,0 0 1,0-1-1,1 1 0,-1 0 1,1-1-1,-1 1 0,1-1 1,0 0-1,0 1 0,0-1 1,0 0-1,0 0 0,1 0 0,-1 0 1,1-1-1,-1 1 0,1-1 1,-1 1-1,1-1 0,0 0 1,0 0-1,0 0 0,-1-1 1,1 1-1,0-1 0,0 1 1,0-1-1,0 0 0,0 0 0,0 0 1,2-1 24,44 4-2513,-1-3-2557</inkml:trace>
  <inkml:trace contextRef="#ctx0" brushRef="#br0" timeOffset="300.237">180 1 9354,'0'0'6749,"0"0"-3807,0 0-1884,0 0 98,0 0 259,0 0 118,10 30-83,64 189 328,-49-147-1201,-10-27-467,1 0 0,2-1-1,2-1 1,1 0-1,3-2 1,8 9-110,14-11-1917,-6-32-5228,-25-7 604</inkml:trace>
  <inkml:trace contextRef="#ctx0" brushRef="#br0" timeOffset="578.561">998 161 6617,'0'0'6871,"0"0"-2945,0 0-2355,0 0 123,-2 24 162,1 1-1381,-36 122 1458,-157 152-780,162-282-4449,7-20-2566,10-8 558</inkml:trace>
  <inkml:trace contextRef="#ctx0" brushRef="#br0" timeOffset="827.169">667 223 6481,'0'0'1734,"0"0"4582,0 0-3402,0 0-1847,0 0 152,0 0 1201,13 21-738,94 127 295,-87-127-1805,1-1 0,1 0 0,1-2 0,1-1 0,0-1 0,1-1 0,1-1 0,0-1 0,1-1 0,5 0-172,-30-12-245,12 3-1019,-7-6-2647,-5-6-1435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41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6857,'0'0'6665,"0"0"-3980,0 0-1815,0 0-12,0 0 443,0 0 289,26 1-417,205 6 522,-207-7-3250,32-2 4819,-16 1-6455,-20 0-3569,0 1-5023,-24 0 9626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4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8658,'0'0'776,"0"0"4513,0 0-3921,0 0-407,0 0 519,0 0 872,0 0-695,69 11-745,-49-11-552,2 0-352,3 0-8,15-2-824,-6-5-1785,-4 0-1752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41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6785,'0'0'1205,"0"0"3433,0 0-2630,0 0-1193,-5 25 311,-44 167 770,-47 179 1282,91-283-3490,22-119-1928,-9-2 1622,-2-1-1,-1 0 1,-1 0 0,-3 0 0,0 0 0,-3-10 618,5-91-1328,-2 120 1340,0-13 215,1 0-1,2 0 1,1 1 0,1 0-1,1-1 1,1 2 0,4-6-227,-10 31 100,0-1 0,0 1 0,0-1-1,0 1 1,0 0 0,0 0 0,1-1 0,-1 2 0,0-1 0,1 0 0,-1 0 0,1 1 0,-1 0 0,1-1 0,-1 1 0,1 0 0,-1 0 0,1 0 0,-1 0 0,1 1-1,-1-1 1,1 1 0,-1 0 0,1-1 0,-1 1 0,0 0 0,1 0 0,-1 1 0,0-1 0,0 0 0,0 1 0,0-1 0,0 1 0,0 0 0,0 0 0,-1 0 0,1 0-1,0 0 1,-1 0 0,0 0 0,1 0 0,-1 0 0,0 1 0,0-1 0,-1 0 0,1 1 0,0-1 0,-1 1 0,1-1 0,-1 1 0,0 1-100,2-1 180,173 323 4921,-42-66-4206,-103-226-2802,-34-47-4072,-9-9 2130,-16-20-7599,1 6 7825</inkml:trace>
  <inkml:trace contextRef="#ctx0" brushRef="#br0" timeOffset="262.039">132 457 7514,'0'0'8097,"0"0"-6624,0 0-1081,0 0 296,0 0 456,0 0-80,0 0 233,79 33-785,-42-33-192,7 0-320,23-11-1168,-15-2-1457,-5 1-4320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4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6225,'0'0'423,"0"0"-216,0 0 357,0 0 1712,0 0-463,0 0-886,0 0-171,0 0 332,0 0-13,0 0-242,-11 2 4248,-6 6-4010,-1 9-897,1 0 0,0 2 0,1 0 0,1 0 0,1 2 0,1-1 0,1 2 0,0 0 0,2 0 0,1 1 0,0 0 0,2 1 0,1 0 0,-3 21-174,8-19 160,2-1 0,1 0 1,1 0-1,1 0 0,1 0 1,2-1-1,0 0 0,1 0 1,10 18-161,19 45 441,-3 1 1,-5 2 0,17 84-442,-25-77 30,-4 2-1,-5 0 0,-1 64-29,-14-157 8,-1 0-1,0-1 0,0 1 1,0-1-1,-1 0 1,0 0-1,0-1 1,0 1-1,0-1 0,-1 0 1,1 0-1,-1-1 1,0 0-1,0 0 0,-1 0 1,1-1-1,-1 0 1,1 0-1,-3 0-7,1 1 5,-184 55 83,137-61-722,38-40-7994,17 16 1435,0 0 536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4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7538,'0'0'1332,"0"0"642,0 0-893,0 0-821,20 20 3558,155 19 136,95-29-2364,-217-10-1119,295-14 34,-285 13-307,-1-4-1,0-2 1,0-2-1,46-15-197,5 2 164,2 5 0,0 5 0,21 4-164,90-9 193,17 2 1671,-235-16-3782,-8 13-3222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51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1 410 6041,'0'0'688,"0"0"149,0 0 2143,0 0-1326,0 0-709,2 15 138,8 46 87,6-42 5473,-4-36-4827,-12 17-1827,20-58 183,-2 0 0,-3-1 1,-3-1-1,-2 0 0,-3 0 0,-3-1 0,-2-11-172,-2 109 104,16 195 950,-14-221-1008,0 0 0,1-1 0,0 1 0,1-1 0,0 0 0,1 0 0,0 0 0,0-1 0,1 0 0,0 0 0,1 0 0,0-1 0,0 0 0,1 0 0,0 0 0,1-1 0,-1-1 0,1 0 0,8 5-46,-10-8 8,1 0 0,-1-1 0,1 0-1,0 0 1,0-1 0,0 1 0,0-2 0,-1 1-1,1-1 1,0-1 0,0 1 0,0-1 0,0 0-1,0-1 1,0 0 0,-1 0 0,1-1 0,-1 0-1,0 0 1,0-1 0,0 0 0,0 0-1,0-1 1,-1 0 0,0 0 0,0 0 0,0-1-1,-1 1 1,0-1 0,0-1 0,0 1 0,-1-1-1,0 0 1,0 0 0,-1 0 0,0 0 0,0-1-1,0 1 1,-1-1 0,-1 0 0,1 0 0,-1 0-1,0 1 1,-1-1 0,0 0 0,0-3-8,1-1-23,-1-1-1,1 1 1,-2 0 0,0 0 0,0-1-1,-1 1 1,-1 0 0,0 1-1,0-1 1,-2 0 0,1 1 0,-1 0-1,-1 0 1,0 0 0,0 1 0,-1 0-1,-1 0 1,-2-2 23,37 69 281,120 113-17,-142-164-295,1-1 0,1-1 0,-1 1 0,1-1 0,-1 0 0,1-1 0,0 0 1,1 0-1,-1 0 0,0-1 0,1 0 0,0 0 0,-1-1 0,1 0 0,0 0 0,0-1 1,-1 0-1,1 0 0,0-1 0,0 0 0,-1-1 0,1 1 0,-1-1 0,1-1 0,-1 1 1,0-2-1,4-1 31,-3 1-189,-1 0-1,0 0 1,0-1 0,-1 0 0,0 0 0,0-1-1,0 0 1,0 0 0,-1 0 0,0-1 0,0 1-1,-1-1 1,0-1 0,0 1 0,0 0 0,-1-1-1,1-3 190,6-37-4218,-6-5-3479,-3 3-3209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00.832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499 3441 7946,'0'0'5073,"0"0"-2773,0 0-1450,0 0-46,0 0 152,0 0 99,6-2-419,8-5-534,0 0-49,0 0 1,1 0 0,0 2 0,0 0 0,1 0 0,-1 2-1,1 0 1,0 0 0,0 2 0,0 0 0,15 1-54,-24 4 4,0 1 1,0-1 0,-1 1 0,0 1-1,0-1 1,0 1 0,-1 0 0,1 0-1,-1 1 1,-1 0 0,1-1 0,-1 2-1,-1-1 1,1 0 0,-1 1-1,0-1 1,-1 1 0,0 0 0,0 0-1,-1 0 1,0 0 0,0 0 0,-1 0-1,0 1 1,0-1 0,-1 0 0,0 0-1,-1 0 1,-1 5-5,2-2-25,0 0 0,-1-1 0,0 1 0,-1-1 0,0 1 0,-1-1 0,0 0 0,-1 0 0,0-1 0,0 1 0,-1-1 0,0 0 1,-1 0-1,0-1 0,0 0 0,-1 0 0,0-1 0,0 0 0,-1 0 0,1-1 0,-2 0 0,1-1 0,-1 0 0,1 0 0,-1-1 0,-1 0 0,1-1 0,0 0 0,-1-1 0,0 0 0,1 0 0,-6-1 25,13-2-23,1-1 0,-1 1-1,1-1 1,-1 0 0,1 1-1,0-1 1,0 0 0,0-1 0,0 1-1,0 0 1,0 0 0,1-1 0,-1 1-1,1-1 1,0 1 0,-1-1-1,1 0 1,0 0 0,1 1 0,-1-1-1,0 0 1,1 0 0,0 0-1,0 0 1,0 0 0,0 0 0,0 0-1,0 1 1,1-1 0,-1 0-1,1 0 1,0 0 0,0 1 0,0-1-1,0 0 1,0 1 0,1-1-1,-1 1 1,1-1 0,0 1 0,-1 0-1,1-1 1,0 1 0,0 0-1,1 0 1,-1 1 0,0-1 0,1 0-1,-1 1 1,3-2 23,282 47 961,-276-44-1031,127-11 681,-60-37-5190,-55 21-1634,-7 2 3232</inkml:trace>
  <inkml:trace contextRef="#ctx0" brushRef="#br0" timeOffset="279.65">1465 3168 4585,'0'0'7347,"0"0"-3317,0 0-2715,0 0-335,-8 26 603,-59 155 1291,-97 107-1874,129-253-3719,4-25-6670,15-10-913</inkml:trace>
  <inkml:trace contextRef="#ctx0" brushRef="#br0" timeOffset="530.796">1099 3313 8322,'0'0'1677,"0"0"1672,0 0-1456,0 0-546,0 0 124,26 14 201,198 127 1949,-3 21-3132,-183-149-1636,-11-12-2608,-23-1 2756,12 0-3922</inkml:trace>
  <inkml:trace contextRef="#ctx0" brushRef="#br0" timeOffset="-3852.271">301 0 7154,'0'0'3886,"0"0"-1822,0 0-916,0 0-298,-5 18 1129,19 440 3982,29 90-5961,14 23 355,-57-392-19,0-179-269,2 0-54,1-10-7905,-3-23 1493,0 25 3374,0-16 729</inkml:trace>
  <inkml:trace contextRef="#ctx0" brushRef="#br0" timeOffset="-3380.828">249 1561 3305,'0'0'8508,"0"0"-4272,0 0-3052,0 0-860,0 0-112,0 0 243,-2 16 117,0 0-292,0 1 0,1-1-1,0 0 1,2 0 0,0 1 0,1-1 0,0 0 0,1 0-1,1 0 1,1-1 0,3 8-280,5 8 502,-10-19-436,2 0 1,-1 0-1,2 0 0,-1-1 0,2 0 1,-1 0-1,2 0 0,-1-1 0,1 0 1,1-1-1,0 1 0,0-2 0,1 1 1,1 0-67,-7-9 6,-1 0 0,0 0 0,0 0 0,0 0 0,0-1 0,0 1 0,0-1 0,0 0 0,0 0 0,0 0 0,0 0 0,0-1 0,0 1 0,-1-1 0,1 0 1,0 1-1,-1-1 0,0 0 0,1 0 0,-1-1 0,0 1 0,0 0 0,0-1 0,0 0 0,-1 1 0,1-1 0,-1 0 0,1 0 0,-1 0 0,0 1 0,0-2-6,9-13 10,18-24-28,-17 24-60,-1 0-1,2 1 0,0 0 0,1 1 0,1 0 1,0 1-1,1 1 0,9-7 79,-19 18-219,0-1 0,1 1-1,-1 0 1,0 1 0,1 0 0,-1 0 0,1 0 0,-1 0-1,1 1 1,0 0 0,-1 0 0,1 0 0,-1 1 0,1 0 0,0 0-1,-1 0 1,0 1 0,3 0 219,-5 1-1632,-9-1-9088,2-2 10015,-8 0-4066</inkml:trace>
  <inkml:trace contextRef="#ctx0" brushRef="#br0" timeOffset="-1981.164">98 2541 6025,'0'0'539,"0"0"-326,0 0-149,0 0 467,0 0 1772,-5-5-688,4 5-1805,0-2 380,0 1 0,0-1-1,0 1 1,0-1-1,-1 1 1,1 0-1,0-1 1,-1 1 0,1 0-1,-1 0 1,1 0-1,-1 0 1,1 0 0,-1 1-1,0-1 1,1 0-1,-1 1 1,0-1-1,0 1 1,0 0 0,1-1-1,-1 1 1,0 0-1,0 0 1,0 0 0,0 0-1,1 1 1,-1-1-1,0 0 1,0 1-1,1-1 1,-1 1 0,0 0-1,1-1 1,-2 2-190,-3 11 130,0 1 0,1 1 1,1-1-1,0 1 0,1-1 1,1 1-1,0 0 0,1 0 1,1 0-1,0 0 0,1 8-130,0-18 38,-1-1 0,1 1 0,0 0 0,0-1 0,0 1 0,1-1 0,0 1 0,0-1 0,0 0 0,0 0 0,0 0 0,1 0-1,0 0 1,0 0 0,0-1 0,0 0 0,1 1 0,-1-1 0,1 0 0,0-1 0,-1 1 0,2-1 0,-1 1 0,0-1-1,0 0 1,1-1 0,-1 1 0,1-1 0,-1 0 0,3 0-38,146 11 987,-139-13-1024,1-1 0,-1 0 1,1-1-1,-1 0 0,0-1 0,0-1 0,-1 0 1,1-1-1,-1-1 0,0 0 0,-1 0 0,1-1 1,-2-1-1,1 0 0,-1-1 0,-1 0 0,4-5 37,-12 13-7,0-1 0,0 0-1,0 0 1,-1 0 0,1 0-1,-1 0 1,0 0 0,0 0-1,0 0 1,0-1 0,-1 1-1,1 0 1,-1-1 0,0 1-1,0 0 1,0-1-1,0 1 1,-1 0 0,1-1-1,-1 1 1,0 0 0,0 0-1,0 0 1,-1 0 0,1-1-1,-1 2 1,1-1 0,-1 0-1,0 0 1,0 0 0,0 1-1,0-1 1,-1 1 0,1 0-1,-1 0 1,0 0-1,1 0 1,-3-1 7,-118-53 1078,-29 48 197,148 8-1274,0 0 0,0 1 0,0 0 0,0 0 0,0 0 0,0 1 1,0-1-1,0 1 0,0 0 0,1 0 0,-1 0 0,1 0 0,-1 1 0,1-1 0,0 1 1,0 0-1,0 0 0,1 0 0,-1 0 0,1 1 0,-1-1 0,1 1 0,0-1 0,0 1 1,1 0-1,-1 0 0,1 0 0,0 0 0,0 0 0,0 0 0,1 0 0,-1 0 0,1 0 1,0 1-2,0-2-87,1 0 1,-1 0-1,1 0 1,0-1-1,0 1 0,0 0 1,0 0-1,0-1 1,0 1-1,1-1 1,0 1-1,-1-1 1,1 0-1,0 0 1,0 0-1,0 0 1,0 0-1,0 0 1,1 0-1,-1 0 1,1-1-1,-1 0 1,1 1-1,-1-1 1,1 0-1,0 0 1,0 0-1,-1-1 1,1 1-1,0-1 1,0 1-1,0-1 1,1 0 86,100-7-12427,-73-7 8498</inkml:trace>
  <inkml:trace contextRef="#ctx0" brushRef="#br0" timeOffset="-1600.872">264 2014 5369,'0'0'2149,"0"0"1891,0 0-2023,0 0-902,0 0-200,0 0-6,-2 12-15,2 34 287,3 1 0,1-1 0,2-1 0,2 1 0,3-1 0,14 41-1181,-18-61 213,101 257 923,-102-267-1141,-11-5-14162,-2-18 7021,4-4 7079,0-10-4391</inkml:trace>
  <inkml:trace contextRef="#ctx0" brushRef="#br0" timeOffset="-1185.451">585 2281 6513,'0'0'2202,"0"0"2250,0 0-2381,0 0-984,0 20 269,0-2-1175,-1-1 195,0 0 1,1 0 0,1 0 0,1 0-1,1 0 1,0-1 0,1 1-1,0-1 1,2 0 0,0 0-1,0 0 1,4 4-377,-3-11 67,1 1-1,-1-1 1,2 0 0,-1-1-1,1 0 1,1 0 0,0-1-1,0 0 1,0-1 0,0 0-1,1-1 1,0 0 0,4 1-67,-10-4 5,0 0 1,0-1 0,0 0 0,0 0 0,0 0-1,0 0 1,1-1 0,-1 0 0,0 0 0,0-1 0,1 1-1,-1-1 1,0 0 0,0 0 0,0-1 0,0 1 0,0-1-1,0-1 1,-1 1 0,1 0 0,-1-1 0,1 0-1,-1 0 1,0-1 0,0 1 0,0-1 0,-1 1 0,1-1-1,-1-1 1,0 1 0,0 0-6,2-3 8,0 0 0,-1 0 0,0 0 0,0-1 0,-1 1 0,0-1 0,0 0 0,-1 0 0,0 0 0,-1 0 0,1 0 0,-1 0-1,-1-1 1,0 1 0,0 0 0,0-1 0,-1 1 0,-1 0 0,1 0 0,-1 0 0,-1 0 0,1 0 0,-1 0 0,-1 1 0,1-1 0,-1 1 0,-1 0 0,1 0 0,-1 0 0,0 1 0,-1 0 0,1 0 0,-7-5-8,46 11-10467,-16 8 2379</inkml:trace>
  <inkml:trace contextRef="#ctx0" brushRef="#br0" timeOffset="-714.106">32 2950 5945,'0'0'848,"0"0"285,0 0 2223,0 0-1641,0 0-609,0 0 29,5 2 28,211 5 3930,-98-13-3995,0-5 1,-1-6-1,17-8-1098,-18 3-502,1 5 0,0 5-1,19 4 503,-108 20-5010,-36 5-6637,-8-15 10047</inkml:trace>
  <inkml:trace contextRef="#ctx0" brushRef="#br1" timeOffset="3513.145">1057 3915 6001,'0'0'692,"0"0"306,0 0 1913,0 0-1713,0 0-879,0 0 9,18-18 54,106-112 313,459-505 2779,-525 563-3344,-58 71 330,-29 19 155,18-8-3620,9-9-1313,2-2 662,0-7 2409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8:53.96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491 71 5537,'0'0'5872,"0"0"-1723,0 0-2215,0 0-657,0 0-330,-10 22 168,-69 155 1123,-56 178-875,107-388-12571,28 33 10868,-12-36-5286,-1 2 3537</inkml:trace>
  <inkml:trace contextRef="#ctx0" brushRef="#br0" timeOffset="234.073">259 173 8210,'0'0'704,"0"0"4369,0 0-3001,0 0-319,0 0 47,131 147 49,-99-105-457,-2 0-448,-1-6-520,1-7-72,-3-7-336,-2-4-24,-3-5 16,-2-6-16,2-3-56,5-4-648,-4 0-3025,-6-11-904</inkml:trace>
  <inkml:trace contextRef="#ctx0" brushRef="#br1" timeOffset="9248.798">41 649 7194,'0'0'2893,"0"0"-1287,0 0-423,0 0 23,-7 11 9,-23 36-283,27-35 2002,15-17-2716,-10 4 79,262-186 2503,-55 28-2449,253-170-807,-407 301-1776,-18 18-3687,-34 10 503,-3 2-2550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0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5033,'0'0'2465,"0"0"2633,0 0-2136,0 0-1516,0 0-347,0 0 310,4 11 820,104-10-438,36-22-850,-34 3-1874,-35 14-4604,-93 6-2733,10 0 5895,-12 0-230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07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6489,'0'0'430,"0"0"599,0 0 2319,0 0-1707,0 0-619,0 0 370,14 6-174,130 23 1101,149-31 1310,-292 2-3645,-1 0 45,0 0-249,0 0-625,0 0-849,0 0-756,0 0-2327,0 0-2331,0 0 4857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13395,'0'0'1244,"0"0"-794,0 0-124,0 0 865,0 0 35,0 0-245,8-21 820,1 8-1584,0 0 0,0-1 0,-2 0 0,0-1 0,0 0 0,-1 0 0,-1 0 0,-1 0 0,0-1 0,-1 0 0,0-1-217,16 66 1314,-8 6-908,-9-39-301,0-1 1,0 0-1,1 0 0,1 0 1,1 0-1,0-1 0,1 0 1,0 0-1,1 0 1,1-1-1,0 0 0,1 0 1,0-1-1,1 0 1,8 7-106,-15-16-17,0-1 0,0 0 0,0 0 0,0-1 0,1 1 1,-1 0-1,0-1 0,1 0 0,-1 0 0,1 0 0,0 0 1,-1-1-1,1 0 0,-1 1 0,1-1 0,0 0 0,-1-1 1,1 1-1,0-1 0,-1 1 0,1-1 0,-1 0 0,1 0 1,-1-1-1,1 1 0,-1-1 0,0 0 0,0 0 0,0 0 1,0 0-1,0 0 0,0-1 0,0 1 0,-1-1 0,0 0 0,1 1 1,-1-1-1,0 0 0,0-1 0,0 1 0,-1 0 0,1-1 1,-1 1-1,0 0 0,0-1 0,0 0 0,0 1 0,0-4 17,1-8-242,1 1-1,-2-1 1,0 0-1,0 0 0,-1 0 1,-1 0-1,-1 1 1,0-1-1,-1 0 0,0 1 1,-2 0-1,1 0 0,-4-5 243,7 44 1361,6-8-1194,0 0 0,0 0 1,2 0-1,0 0 0,1-1 0,0-1 1,2 1-1,0-1 0,0-1 1,1 0-1,1 0 0,0-1 0,1-1 1,1 0-1,0-1 0,4 2-167,-7-7-32,-1-1 0,2-1 0,-1 0 0,0 0 0,1-1 0,0-1 0,0 0-1,0 0 1,0-1 0,0-1 0,0 0 0,0 0 0,0-1 0,6-2 32,45-36-2860,-34-3-2969,-10 4-4728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50 521 8010,'0'0'2415,"0"0"1284,0 0-1912,0 0-862,-6 19 548,-28 175 3304,33-187-4733,0 0 0,1 0-1,0 0 1,0 0 0,0 0-1,1 0 1,0 0 0,0-1-1,0 1 1,1 0 0,0 0-1,1-1 1,-1 1 0,1-1-1,1 0 1,-1 0 0,1 0-1,0 0 1,0-1 0,1 1-1,0-1 1,-1 0 0,2-1-1,-1 1 1,1-1 0,-1 0-1,1 0 1,0-1 0,0 0-1,1 0 1,-1 0 0,1-1-1,0 0 1,-1 0 0,5 0-44,-6-1-5,0-1 1,0 0 0,0 0-1,0-1 1,-1 1 0,1-1 0,0 0-1,0 0 1,0-1 0,-1 1-1,1-1 1,-1 0 0,1 0-1,-1-1 1,0 0 0,0 1 0,0-1-1,0 0 1,0-1 0,-1 1-1,0-1 1,1 0 0,-1 1-1,0-1 1,-1-1 0,1 1 0,-1 0-1,0-1 1,0 1 0,0-1-1,-1 1 1,1-1 0,-1 0 0,0 0-1,-1 0 1,1-4 4,4-11-166,-2-1-1,0 1 1,-1-1-1,-1 1 1,-1-1 0,-1 0-1,-1 1 1,-3-17 166,2 33-9,0-1 0,0 1 0,0 0 0,0 1 0,-1-1 0,0 0 0,0 1 1,0 0-1,0 0 0,0 0 0,0 1 0,-1-1 0,1 1 0,-1 0 0,0 0 0,0 1 0,0-1 0,0 1 0,0 0 0,0 0 1,0 1-1,0 0 0,0-1 0,0 2 0,0-1 0,0 1 0,0-1 0,0 1 0,0 1 0,0-1 0,0 1 0,0 0 0,1 0 0,-1 0 1,1 1-1,0-1 0,-1 1 0,1 0 0,-1 2 9,-3 1-39,0 0 1,1 0-1,0 1 1,0 0-1,1 0 1,0 1-1,0 0 0,1 0 1,0 0-1,0 1 1,1 0-1,0 0 1,1 0-1,-1 0 1,2 0-1,0 1 1,0-1-1,0 1 0,1 0 1,1 0-1,0 4 39,-1-12-105,2 0-1,-1 0 1,0 0 0,0 0-1,0-1 1,1 1-1,-1 0 1,1 0-1,0 0 1,0 0-1,-1-1 1,1 1 0,0 0-1,0-1 1,0 1-1,1-1 1,-1 1-1,0-1 1,1 1-1,-1-1 1,1 0 0,-1 0-1,1 0 1,-1 0-1,1 0 1,0 0-1,0 0 1,-1 0-1,1-1 1,0 1-1,2 0 106,94-15-9604,-59-15 5115,-7-4 3417</inkml:trace>
  <inkml:trace contextRef="#ctx0" brushRef="#br0" timeOffset="301.084">156 0 7162,'0'0'1459,"0"0"3259,0 0-2046,0 0-1399,0 0-377,0 0-148,-3 18 615,0 153 2463,146 433 163,-91-475-3945,-23-75-5616,-27-52 483,-2-1-1302</inkml:trace>
  <inkml:trace contextRef="#ctx0" brushRef="#br0" timeOffset="703.792">559 563 4745,'0'0'8104,"0"0"-4420,0 0-2360,0 0-773,0 0 879,0 0 629,2 23-668,10 77-565,-11-90-788,1-1 0,-1 1-1,2 0 1,0-1 0,0 1-1,0-1 1,1 0 0,1 0-1,-1-1 1,2 1 0,-1-1-1,1 0 1,0 0 0,1-1-1,-1 0 1,1 0-1,1 0 1,0-1 0,0 0-1,0-1 1,0 1 0,1-2-1,0 1 1,0-1 0,0-1-1,0 1 1,1-2 0,-1 1-1,1-1 1,0-1-1,0 0 1,0 0 0,-1-1-1,1 0 1,5-1-38,-13-1-21,1 0 0,0 0 0,-1-1 0,0 1 0,1-1-1,-1 1 1,0-1 0,0 0 0,-1 1 0,1-1 0,0 0 0,-1 0 0,0 0 0,0-1 0,0 1-1,0 0 1,0 0 0,-1-1 0,1 1 0,-1 0 0,0-1 0,0 1 0,0 0 0,0-1 0,-1 1-1,0 0 22,2-3-22,1-13 4,0 0 0,-1 0 0,-1 0 0,-1 1-1,-1-1 1,-1 0 0,0 0 0,-1 1 0,-1 0-1,-1 0 1,0 0 0,-1 1 0,-1 0 0,-7-11 18,14 27-77,1 1 0,0-1 0,-1 1 1,1 0-1,0-1 0,-1 1 0,1 0 1,0-1-1,-1 1 0,1 0 0,0 0 0,-1-1 1,1 1-1,-1 0 0,1 0 0,-1 0 1,1-1-1,-1 1 0,1 0 0,-1 0 1,1 0-1,-1 0 0,1 0 0,-1 0 1,1 0-1,0 0 0,-1 0 0,1 0 1,-1 0-1,1 0 0,-1 0 0,1 1 0,-1-1 1,1 0-1,-1 0 0,1 1 0,0-1 1,-1 0-1,1 0 0,-1 1 0,1-1 1,0 0-1,-1 1 0,1-1 0,0 0 1,-1 1-1,1-1 0,0 1 0,0-1 1,-1 1-1,1-1 0,0 0 0,0 1 0,0-1 1,0 1-1,0-1 0,0 1 0,0-1 1,0 1-1,0-1 0,0 1 0,0-1 1,0 1-1,0-1 0,0 1 0,0-1 1,0 1-1,0-1 77,-3 16-5688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0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6481,'0'0'7003,"0"0"-3926,0 0-1816,0 0-656,0 0 225,0 0 700,0 15 715,10 340 1438,0-292-3746,-1-5-5104,-9-42-2387</inkml:trace>
  <inkml:trace contextRef="#ctx0" brushRef="#br0" timeOffset="294.309">1 630 20212,'0'0'3849,"0"0"-3209,0 0-544,0 0 88,0 0 304,0 0-224,0 0 257,163 0-417,-82 0-24,6-7-72,-1-2-16,-9 3-16,-10-1-80,-13 5-1353,-9 2-2672,-13 0-2096,-10 0-3329,-12 0 7210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0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47 457 7282,'0'0'1363,"0"0"1488,0 0-904,0 0-758,0 0-294,0 0 119,-1 5 119,-1 17 3595,19-39-3358,24-42-1221,-34 47-133,-1 1 1,-1-1-1,1 0 0,-2 0 1,0 0-1,0-1 0,-1 1 1,-1-1-1,0 0 0,-1 0 1,0 0-1,-1 0 0,-1-8-16,-8 25 8,9 271 1231,-1-262-1181,1 1 0,1 0 0,0 0 0,1 0 1,1-1-1,0 1 0,1-1 0,0 0 0,1 0 0,0 0 0,1-1 0,0 0 0,1 0 0,1 0 1,0-1-1,5 6-58,-11-13-8019,-9-2 3329,-27-4-1784,7-3 3372</inkml:trace>
  <inkml:trace contextRef="#ctx0" brushRef="#br0" timeOffset="249.376">0 810 5337,'0'0'10082,"0"0"-7937,0 0-1233,0 0 808,0 0 593,144-22-1129,-95 8-320,-2 3-304,7 2-256,-4 3-296,-1 3-8,-2 3-72,-5 0-536,0 0-544,-2 0-2729,-11 0-472,-9 0-3368,-7 0 5120</inkml:trace>
  <inkml:trace contextRef="#ctx0" brushRef="#br0" timeOffset="829.99">275 1014 5329,'0'0'3118,"0"0"1885,0 0-2596,0 0-1543,0 0 144,0 0 484,-6 3-41,-13 7-529,29-7-38,49-7 148,-31 1-1241,-20 1 199,0 0 0,1 0 0,-1 1 0,1 0 0,0 1 0,-1 0 0,1 0 0,-1 1 0,1 0 0,-1 0 0,1 1 0,-1 0 0,0 1 0,1 0 0,-1 0 0,-1 0 0,1 1 0,0 0 0,-1 1 0,0 0 0,0 0 0,0 0 0,-1 1 0,0 0 0,0 1 0,0-1 1,-1 1-1,0 0 0,0 0 0,-1 0 0,4 9 10,-7-3-1,0 0 1,0 0 0,-2 0 0,1 0 0,-2 0 0,0-1 0,0 1-1,-1 0 1,-1-1 0,0 1 0,-1-1 0,0 0 0,-1-1-1,0 1 1,-1-1 0,0 0 0,0-1 0,-2 1 0,1-2 0,-1 1-1,0-1 1,-1-1 0,0 1 0,-1-2 0,0 1 0,0-2-1,0 1 1,-1-2 0,0 1 0,0-2 0,0 1 0,-1-2 0,1 0-1,-1 0 1,-10 0 0,24-3-30,-1-1-1,0 0 0,1 0 0,-1 1 1,0-1-1,0 0 0,0 1 1,0-1-1,0 0 0,1 0 0,-1 1 1,0-1-1,-1 0 0,1 0 1,0 1-1,0-1 0,0 0 0,0 0 1,-1 1-1,1-1 0,0 0 1,0 1-1,-1-1 0,1 0 0,-1 1 1,1-1-1,-1 1 0,1-1 1,-1 0-1,1 1 0,-1-1 0,1 1 1,-1-1-1,1 1 0,-1 0 1,0-1-1,1 1 0,-1 0 0,0-1 1,0 1-1,1 0 0,-1 0 1,0 0-1,1 0 0,-1-1 0,0 1 1,0 0-1,1 0 0,-1 0 1,0 1-1,0-1 0,1 0 0,-1 0 1,0 0-1,0 0 0,1 1 1,-1-1-1,0 0 0,1 1 0,-1-1 1,0 1 30,44-44-155,-26 33 333,-1 2-1,1 0 1,0 0 0,1 2 0,0 0-1,0 2 1,0-1 0,0 2 0,1 1-1,-1 0 1,1 1 0,0 1 0,13 2-178,68-6 332,-64 1-638,81-14 888,-49-15-7454,-52 15 357</inkml:trace>
  <inkml:trace contextRef="#ctx0" brushRef="#br0" timeOffset="1784.645">1696 36 5721,'0'0'867,"0"0"-567,0 0 490,0 0 2053,0 0-1375,0 0-650,-3-4 210,2 2-864,1 0 0,-1 1 0,0-1 0,0 0 0,0 0 0,0 1 0,0-1 0,0 1 0,0-1 0,-1 1 0,1 0 0,0-1 0,-1 1-1,0 0 1,1 0 0,-1 0 0,1 0 0,-1 0 0,0 0 0,0 1 0,0-1 0,1 0 0,-1 1 0,0-1 0,0 1 0,0 0 0,0 0 0,0 0 0,0 0 0,0 0 0,0 0 0,1 0 0,-1 1 0,0-1 0,0 1 0,0-1 0,0 1 0,1 0 0,-2 0-164,-112 154 3088,105-137-2906,-2 3 21,1 1 0,1 0-1,1 1 1,1 0 0,1 0 0,1 1 0,2 0 0,0 0 0,1 0 0,1 1 0,1-1 0,2 0 0,0 1 0,2-1-1,0 0 1,2 0 0,0 0 0,2-1 0,9 21-203,57 122 381,-47-116-346,-2 2 0,-3 1 0,-1 0 1,-3 1-1,-3 1 0,-2 1 1,-2 0-1,-1 13-35,-29 160 158,18-222-150,0 1 0,-1-1 0,0 1 0,0-1 0,-1 0 0,0-1 1,0 1-1,0 0 0,-1-1 0,0 0 0,0 0 0,-1-1 0,0 1 1,0-1-1,0-1 0,0 1 0,-1-1 0,0 0 0,0 0 0,0-1 0,0 0 1,-1 0-1,1-1 0,-1 0 0,1 0 0,-1-1 0,0 0 0,0 0-8,-5 1-47,-1 0 1,0-1-1,0-1 0,0 0 0,1-1 0,-1-1 0,0 0 0,1 0 0,-1-2 0,1 0 0,0 0 0,0-1 0,0-1 1,1 0-1,0 0 0,0-2 0,1 1 0,0-1 0,0-1 0,0 0 0,1-1 0,-4-6 47,12 13-200,0-1-1,0 0 1,1 0-1,-1 0 1,1 0-1,0 0 0,0 0 1,1 0-1,-1 0 1,1 0-1,0 0 1,0-1-1,0 1 1,1 0-1,0 0 1,-1 0-1,1 0 1,1 0-1,-1 0 0,2-3 201,46-69-8684,-8 35-1311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6513,'0'0'1302,"0"0"3343,0 0-1739,0 0-915,22 5-369,177 19 2825,-112-24-3928,47 0 6,-45 0-8945,-84 0 1596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4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1328,'0'0'9906,"0"0"-7089,0 0-1089,0 0-535,0 0-249,0 0 416,131 27-288,-86-27 217,2 0-705,-1-4-320,-1-3-256,-3 3-8,-2-1-440,2 1-1641,14-10-1984,-4-1-5561,-7-1 4169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9634,'0'0'2723,"0"0"1621,0 0-1933,0 0-1071,0 0-407,0 0 268,0 10 37,0 65-531,2 0 0,4-1 0,3 0 0,4 0-707,-8-52-369,9 41-1736,-7-20-3865,-3-11-3604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5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2497,'0'0'11194,"0"0"-7993,0 0-1729,0 0-128,0 0-384,143-9 281,-98 5-681,2 2-368,0 0-184,4 2-8,-1 0-288,-3 0-1569,-5 0-279,-8 0-2313,-9 0-944,-8 0 2472,-12 0 1417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6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99 107 5553,'0'0'2689,"0"0"3035,0 0-2552,0 0-1475,0 0-92,0 0-363,4-8-527,1 1-691,1-1 0,-1 1 0,1 0 0,0 1 0,1-1 0,-1 1 0,1 1 0,1-1 0,-1 1 0,1 0 1,0 1-1,0 0 0,0 0 0,1 0 0,-1 1 0,1 1 0,0-1 0,-1 2 0,1-1 0,0 1 0,1 0 0,8 1-24,-12 4-3,-1 0 0,1 0 0,-1 1 0,1 0 0,-1 0-1,0 0 1,-1 1 0,0 0 0,0-1 0,0 1 0,0 1 0,-1-1-1,0 1 1,0-1 0,-1 1 0,0 0 0,0 0 0,-1 0 0,1 0-1,-2 0 1,1 0 0,-1 0 0,0 6 3,1-5 3,5 257 160,-13-244-312,-1 0 0,-2-1 0,0 0 0,-1-1 0,-1 0-1,0 0 1,-2-1 0,0-1 0,-1-1 0,0 0 0,-2 0 0,0-2 0,0 0 0,-1-1 0,-1-1 0,0-1 0,-1 0 0,0-2 0,-15 5 149,-25 6 578,67-73 167,3 36-679,1 1 1,1 0-1,0 1 0,1 0 0,1 1 0,0 0 0,1 2 0,0-1 0,1 2 1,0 0-1,1 1 0,17-8-66,-25 15 26,0 0 0,0 1 0,0 0 1,1 0-1,-1 1 0,0 1 0,0-1 0,1 2 1,-1-1-1,0 1 0,1 0 0,-1 1 0,0 0 1,0 1-1,0 0 0,-1 0 0,1 1 0,-1 0 1,4 2-27,101 27 214,-5-39-401,-47-27-2787,-34 6-2448,-6 0-6531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8914,'0'0'7882,"0"0"-4622,0 0-2062,0 0-795,0 0 57,1 31 1112,23 589 4313,3-282-4823,-15-357-5542,-6-27-1673,-4 31 1823,5-32-10407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16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35 885 8874,'0'0'1631,"0"0"2351,0 0-1916,0 0-1401,0 0-342,0 0 455,15-3 2288,45-110-2174,-43 67-1037,-2 0 1,-2-1-1,-2-1 0,-2 0 1,-2 0-1,-3 0 0,-1-1 1,-3 0-1,-4-42 145,-47-131 1508,51 222-1507,0-1 33,0 0 0,0 0 0,0 0 0,0 0 0,0 0 0,0 0-1,-1 0 1,1 0 0,0 0 0,0 0 0,-1 0 0,1 0 0,-1 0 0,1 0 0,-1 0 0,1 0 0,-1 0 0,0 1 0,1-1 0,-1 0 0,0 0 0,0 1 0,1-1 0,-1 0 0,0 1 0,0-1 0,0 1 0,0-1 0,0 1 0,0-1 0,0 1 0,0 0 0,0 0 0,0-1 0,0 1 0,0 0 0,0 0 0,0 0 0,0 0 0,0 0 0,0 0 0,0 0 0,0 1 0,0-1 0,0 0 0,0 1 0,0-1 0,0 0 0,0 1 0,0-1-34,-15 31 262,2 0 1,2 0 0,1 1 0,1 1 0,2 0 0,1 0 0,1 0 0,2 4-263,-5 271 2429,11-285-2357,1-1-1,1-1 0,1 1 1,1-1-1,1 0 0,1 0 0,1 0 1,0-1-1,2-1 0,0 0 0,1 0 1,1-1-1,1-1 0,0 0 1,2-1-1,0 0 0,0-2 0,14 10-71,11-8-1672,-59-59-7189,-2-25-1803,18 19 7163,2 24 1242</inkml:trace>
  <inkml:trace contextRef="#ctx0" brushRef="#br0" timeOffset="436.301">401 634 7050,'0'0'1234,"0"0"2497,0 0-944,0 0-840,0 0-413,0 0 410,10 24-61,58 191 1355,-32-110-2744,-31-153-669,-5 33-16,1-1 1,1 0-1,0 0 0,1 1 1,1-1-1,0 1 0,1 0 1,1 0-1,0 1 1,1-1-1,1 1 0,0 1 1,1 0-1,0 0 1,8-8 190,-13 20 66,1 0 0,0-1 1,0 1-1,0 1 1,0-1-1,0 1 0,0 0 1,0 0-1,0 0 1,-1 1-1,1 0 1,0 0-1,0 0 0,0 0 1,-1 1-1,1 0 1,0 0-1,-1 0 1,0 0-1,1 1 0,-1 0 1,0 0-1,-1 0 1,1 0-1,0 0 1,-1 1-1,0 0 0,0 0 1,0 0-1,0 0 1,0 0-1,-1 0 0,0 1 1,0-1-1,0 1 1,-1 0-1,1 1-66,24 28 180,77 47 131,-94-58-1811,-8-7-4059,-2-9 1993,1-2-3723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20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1 407 6993,'0'0'209,"0"0"609,0 0 2634,0 0-974,0 0-887,0 0-340,7-22 80,37-167 1801,-41-6-1215,-5 225-1778,1 1 1,2-1-1,1 1 1,1-1 0,2 1-1,1-1 1,1-1 0,1 1-1,2-1 1,1-1-1,1 0 1,2 0 0,9 13-140,-20-36 8,1 0 0,-1-1 0,1 1 0,1-1 0,-1 0 1,0 0-1,1 0 0,0-1 0,0 1 0,0-1 0,0-1 1,0 1-1,1-1 0,0 1 0,-1-1 0,1-1 0,0 1 1,0-1-1,-1 0 0,1-1 0,0 1 0,0-1 0,0 0 1,0-1-1,2 0-8,-4-2-19,0 0 1,0 0-1,0 0 0,0-1 1,-1 1-1,0-1 0,1 0 1,-1 0-1,-1 0 1,1-1-1,0 1 0,-1-1 1,0 1-1,0-1 1,-1 0-1,1 0 0,-1 0 1,0 0-1,0 0 1,-1 0-1,0 0 0,1 0 1,-2 0-1,1 0 1,0 0-1,-1 0 0,0 0 1,0 0-1,-1 0 19,2-13-183,0-180-592,-1 211 853,1 0-1,1 0 1,0 0 0,0-1-1,1 1 1,1 0-1,0-1 1,1 1 0,1-1-1,0 0 1,0 0 0,1-1-1,0 0 1,1 0-1,1 0 1,-1-1 0,2 0-1,-1 0 1,2-1 0,-1 0-1,1-1 1,0 0-1,1-1 1,0 0 0,0 0-1,0-1 1,1-1 0,0 0-1,11 3-77,-14-7 6,0 0 1,0-1-1,1-1 0,-1 1 0,0-2 1,0 1-1,-1-1 0,1 0 0,0-1 0,0 0 1,-1-1-1,0 0 0,0 0 0,0 0 1,0-1-1,-1 0 0,1-1 0,5-6-6,-10 8-227,1 0 0,-1 0-1,0 0 1,-1-1 0,1 0-1,-1 1 1,0-1 0,0 0-1,0 0 1,-1 0 0,0 0-1,0-1 1,0 1 0,-1 0-1,1 0 1,-1-1 0,0 1-1,-1 0 1,1-1 0,-1 1-1,0 0 1,-2-4 227,-33-56-9343,16 40 4424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22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7090,'0'0'125,"0"0"-45,0 0 457,0 0 1636,0 0-760,0 0-826,0 10-189,0 39 600,17 509 8007,-9-472-8426,4 0-1,4-1 1,4 0-1,3-2 1,19 42-579,-9-44 374,-33-80-249,0-1-9,0 0 57,0 0-105,-11-23-1190,20-29-5172,5 23 227,1 2-2860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26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7890,'0'0'116,"0"0"388,0 0 1588,0 0-633,0 0-432,0 0 52,3 4 152,6 3-828,0-1 1,1-1-1,0 0 1,0 0-1,0-1 0,1 0 1,-1-1-1,1 0 1,0 0-1,0-2 0,0 1 1,0-1-1,0-1 1,0 0-1,0 0 0,0-1 1,0-1-1,0 0 1,4-1-404,1 2 225,86-14-975,-102 24-4115,0-2 523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26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7178,'0'0'409,"0"0"240,0 0 1583,0 0-384,0 0-402,0 0-113,12 6-11,105 22 2485,-38-27-2008,3-1-1468,-1-2-3448,-61 0-1181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2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1161 7346,'0'0'1377,"0"0"2789,0 0-1528,0 0-1348,0 0-521,0 0-52,6-2 192,53-29 392,-55 26-1243,1 1 0,0 0 1,0 0-1,0 0 0,1 1 1,-1 0-1,1 0 0,0 0 0,0 1 1,0-1-1,0 2 0,0-1 0,0 1 1,1-1-1,-1 2 0,0-1 0,1 1 1,-1 0-1,1 0 0,-1 1 0,0 0 1,1 0-1,-1 0 0,0 1 0,0 0 1,0 0-1,0 1 0,0-1 1,-1 1-1,2 1-58,6 13 55,0 0 1,-1 1 0,-1 0-1,-1 1 1,0 0-1,-1 1 1,-1 0 0,-1 0-1,-1 0 1,-1 1 0,-1 0-1,0 1 1,-2-1-1,-1 0 1,0 1 0,-1-1-1,-3 12-55,3-27 8,-1-1-1,0 1 0,0 0 1,0-1-1,-1 1 1,0-1-1,0 1 0,0-1 1,-1 0-1,0 0 1,0 0-1,0 0 0,0-1 1,-1 1-1,0-1 0,0 0 1,0 0-1,0 0 1,-1-1-1,1 1 0,-1-1 1,0 0-1,0 0 1,0-1-1,-1 1 0,1-1 1,0-1-1,-1 1 0,1-1 1,-1 0-1,0 0 1,1 0-1,-1-1 0,0 0 1,0 0-1,1 0 1,-1-1-1,0 0 0,1 0 1,-1 0-1,-3-2-7,8 2 2,-1 0 0,1-1 0,-1 1 0,1 0 0,0-1 0,-1 1 0,1 0 0,0-1 0,0 0 1,0 1-1,0-1 0,0 0 0,1 1 0,-1-1 0,1 0 0,-1 0 0,1 0 0,-1 1 0,1-1 0,0 0 0,0 0 0,0 0 0,0 0 0,0 0 0,0 0 0,0 0 0,1 1 0,-1-1 0,1 0 0,0 0 1,-1 0-1,1 1 0,0-1 0,0 0 0,0 1 0,0-1 0,0 1 0,0-1 0,1 1 0,-1 0 0,1-1-2,13-3 32,-1 1 0,1 0 0,0 1 0,0 1 0,0 1-1,1 0 1,-1 1 0,0 0 0,0 1 0,1 1 0,0 1-32,27 0 42,-20 0 45,0-1 0,1-2 0,-1 0 0,1-1-1,-1-1 1,1-2 0,-1 0 0,0-2-1,-1 0 1,1-1 0,-1-2 0,-1 0 0,1-1-1,8-7-86,-12-58-4369,-19 54 258,1-19-8241</inkml:trace>
  <inkml:trace contextRef="#ctx0" brushRef="#br0" timeOffset="2244.599">1125 845 6369,'0'0'1351,"0"0"2231,0 0-1368,0 0-593,0 0-473,0 0-185,14 10 144,46 31 353,-58-40-1401,-1 0 0,1 0 0,-1-1 0,1 1 1,0 0-1,-1-1 0,1 0 0,0 1 0,-1-1 0,1 0 0,0 1 1,-1-1-1,1 0 0,0 0 0,-1-1 0,1 1 0,0 0 0,-1 0 1,1-1-1,0 1 0,-1-1 0,1 0 0,-1 1 0,1-1 0,-1 0 1,1 0-1,-1 0 0,1 0 0,-1 0 0,0 0 0,0 0 0,1-1 1,-1 1-1,0 0 0,0-1 0,0 1 0,0-1-59,5-5 186,15-25-114,-2 0 1,0-2 0,-3 0-1,0-1 1,-3 0 0,-1-1-1,-1-1 1,-2 0-1,-2 0 1,-1-1 0,-2 1-1,-1-1 1,-3 0 0,-1 0-1,-4-27-72,6 54 5,0 0 0,-1 1 0,0-1 0,-1 0 0,0 1 0,-1-1 0,0 1 0,-1-1 0,0 1 0,0 0 0,-1 0-1,0 0 1,-1 1 0,0-1 0,-1 1 0,0 0 0,0 1 0,-1-1 0,0 1 0,0 1 0,-1-1 0,0 1 0,0 1 0,-1-1 0,0 1-1,0 1 1,-1 0 0,1 0 0,-1 1 0,0 0 0,0 1 0,0 0 0,-5-1-5,13 6-5,-1-1 0,1 1 1,-1 0-1,1 0 0,0 0 0,0 0 0,0 0 0,0 0 1,0 1-1,0-1 0,1 1 0,-1-1 0,1 1 1,0 0-1,0-1 0,0 1 0,0 0 0,0 0 1,0 0-1,1 0 0,0 0 0,-1 0 0,1 0 0,0 0 1,0-1-1,1 1 0,-1 0 0,1 0 0,-1 0 1,1 0-1,1 2 5,-2 9-7,6 44 376,2-1 0,2 0 0,3-1 0,3 0 0,1-1 0,4-1 0,10 19-369,-19-44 95,-9-21-23,9 30 77,2-1 0,2-1 0,1 0 0,2-2 0,1 0 0,2-1 0,1-1 0,2-1 1,8 7-150,-13-25-1607,-65-75-4661,19-49-7321,26 79 7676</inkml:trace>
  <inkml:trace contextRef="#ctx0" brushRef="#br0" timeOffset="2693.822">1736 718 4729,'0'0'9046,"0"0"-5421,0 0-1749,0 0-277,0 0-117,9 20-441,92 144 261,-98-167-1333,-1 0 1,0 0-1,0 0 1,0 0-1,-1 0 1,1 0-1,-1-1 1,0 1-1,0 0 1,0-1-1,0 1 1,-1-1-1,1 1 0,-1-1 1,0 1-1,0-1 1,0 0-1,0 1 1,-1-1-1,0 1 1,1-1-1,-1 1 1,0 0-1,-1-1 1,0-1 30,2-1-25,-2 2-15,0 0 1,1-1-1,0 1 0,0-1 1,0 1-1,0-1 0,1 1 1,0-1-1,0 0 0,0 1 1,1-1-1,-1 1 0,1-1 1,0 1-1,0-1 1,1 1-1,-1-1 0,1 1 1,0 0-1,0 0 0,1 0 1,-1 0-1,1 0 0,-1 1 1,1-1-1,1 1 0,-1 0 1,0 0-1,1 0 1,-1 0-1,1 0 0,0 1 1,0 0-1,0-1 0,0 2 1,1-1-1,-1 0 0,0 1 1,1 0-1,1-1 40,7 2 73,-1 0 0,1 0 0,0 1 0,-1 0 0,1 1 0,0 1-1,-1 0 1,0 1 0,0 0 0,0 1 0,0 0 0,-1 0 0,0 2 0,0-1 0,0 1 0,-1 1-1,0 0 1,-1 1 0,0-1 0,0 2 0,0-1 0,-2 1 0,1 1 0,2 5-73,-5-8-551,22 26 725,-16-28-3812,1-6-4198,-5-4 620</inkml:trace>
  <inkml:trace contextRef="#ctx0" brushRef="#br0" timeOffset="-873.693">288 423 7282,'0'0'626,"0"0"1416,0 0 717,0 0-470,0 0-937,-4-20-549,-20-169 1954,62 429 2457,13 131-3151,-42-355-4143,-20-41-3771,-55-29-6681,33 32 6544</inkml:trace>
  <inkml:trace contextRef="#ctx0" brushRef="#br0" timeOffset="-618.568">1 832 8338,'0'0'1112,"0"0"2490,0 0-941,0 0-1228,0 0-102,25 1 396,163-7 1306,-68-20-2118,158-17-2857,-265 47-6168,-12 3 1444</inkml:trace>
  <inkml:trace contextRef="#ctx0" brushRef="#br0" timeOffset="697.876">107 194 6489,'0'0'625,"0"0"-399,0 0 300,0 0 1599,0 0-426,0 0-866,6-1-349,23-3 916,-29 38 2368,-49 133-362,4-44-3304,76-116-6686,-3-7 1495</inkml:trace>
  <inkml:trace contextRef="#ctx0" brushRef="#br0" timeOffset="3745.4">73 311 4961,'0'0'1804,"0"0"-1290,0 0-427,0 0-49,0 0 12,-1 20 295,-3 80 1678,33-106 3925,50-128-3571,-19-101-2267,-60 236-94,0-1 1,0 1-1,1-1 0,-1 0 0,0 1 1,0-1-1,1 0 0,-1 1 0,0-1 1,1 0-1,-1 0 0,0 1 0,1-1 1,-1 0-1,1 0 0,-1 1 0,0-1 1,1 0-1,-1 0 0,1 0 0,-1 0 1,0 0-1,1 0 0,-1 0 0,1 0 1,-1 0-1,1 0 0,-1 0 0,0 0 1,1 0-1,-1 0 0,1 0 0,-1 0 1,1 0-1,-1-1 0,0 1 0,1 0 1,-1 0-1,0 0 0,1-1 0,-1 1 1,0 0-1,1-1 0,-1 1 0,0 0 1,1-1-1,-1 1 0,0 0 0,0-1 1,1 1-1,-1 0 0,0-1 0,0 1 1,0-1-1,0 1 0,0 0 0,1-1 1,-1 1-1,0-1 0,0 1-16,10 40 1767,-9-36-1483,1 5 46,65 198 2191,-8-54-3013,-16-140-6281,-22-18 1058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33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7554,'0'0'917,"0"0"497,0 0 605,0 0-341,0 0-649,0 0-611,3 9 651,20 396 7420,-16-135-6258,-5-238-2059,-1 1-81,2 0 0,0 0-1,3-1 1,1 1-1,1-1 1,1 0 0,6 8-91,-13-41-162,0 1 1,0-1 0,-1 0 0,1 1 0,0-1 0,0 0 0,0 0 0,0 0-1,-1 0 1,1-1 0,0 1 0,-1 0 0,1-1 0,-1 1 0,0-1 0,1 1 0,-1-1-1,0 0 1,0 0 0,0 1 0,0-1 0,-1 0 0,1 0 0,0 0 0,-1 0-1,1 0 1,-1 0 0,0 0 0,1 0 0,-1 0 0,0 0 0,0 0 0,0-1 161,3-6-1624,12-26-4844,-2 3-2419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38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0 7514,'0'0'1435,"0"0"3859,0 0-2773,0 0-1581,0 0 177,7 21 696,57 240 2404,-27-76-3713,-44-191-10838,-10-15 1373,0-1 5438</inkml:trace>
  <inkml:trace contextRef="#ctx0" brushRef="#br0" timeOffset="243.382">1 312 5473,'0'0'1320,"0"0"4202,0 0-3898,0 0 216,0 0-599,0 0-273,0 0-8,138-16-32,-108 7-208,2-2-304,0 0-159,-2 0-161,-1 2-112,-4 2 16,-5 3-777,2-3-1191,-7 3-3265,-5-1-4833</inkml:trace>
  <inkml:trace contextRef="#ctx0" brushRef="#br0" timeOffset="718.923">609 287 5025,'0'0'5383,"0"0"-1260,0 0-1898,0 0-952,0 0-157,0 0-171,0 0-53,6-11-360,56-162-20,-61 173-484,1-1 0,-1 0 0,0 1 0,0-1 0,0 1 0,1-1 0,-1 1 0,0-1 1,0 1-1,1 0 0,-1 0 0,0 0 0,1 0 0,-1 0 0,0 0 0,1 0 0,-1 0 0,0 0 0,0 1 0,1-1 0,-1 0 0,0 1 0,0-1 0,1 1 0,-1 0 0,0-1 1,0 1-1,0 0 0,0-1 0,0 1 0,0 0 0,0 0 0,0 0 0,0 0 0,0 0 0,-1 0 0,1 0 0,0 1 0,-1-1 0,1 0 0,-1 0 0,1 0 0,-1 1 0,0-1 1,1 0-1,-1 1 0,0-1 0,0 0 0,0 0 0,0 1 0,0-1 0,0 0 0,0 1-28,96 335 3371,-87-324-3606,-6-30-12312,-3-2-683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37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215 280 6129,'0'0'727,"0"0"-31,-7 22 1283,-97 276 1726,28-110-3830,75-189-10517,1-3 9449,0-10 341</inkml:trace>
  <inkml:trace contextRef="#ctx0" brushRef="#br0" timeOffset="450.892">5 287 7514,'0'0'2743,"0"0"-760,0 0-191,0 0-691,-5 15 388,8 4-990,1 0 1,1 0-1,1 0 0,0-1 0,2 0 0,0 0 1,1-1-1,0 0 0,2 0 0,0-1 0,0 0 1,4 2-500,-5-5 316,198 232 1067,-213-274-15721,-5 3 7981</inkml:trace>
  <inkml:trace contextRef="#ctx0" brushRef="#br0" timeOffset="977.438">334 22 6913,'0'0'439,"0"0"208,0 0 1421,0 0-702,0 0-602,0 0-445,25-2-11,142-18 623,-164 24-782,1 0 1,-1 1-1,0-1 1,0 1-1,0 0 1,-1-1-1,0 1 1,0 0-1,0 0 1,0 1-1,-1-1 1,0 0-1,0 0 0,0 1 1,-1-1-1,1 1 1,-1-1-1,-1 0 1,1 1-1,-1-1 1,0 0-1,0 1 1,-1-1-1,1 0 1,-1 0-1,-2 4-149,-65 150 1831,111-151-1900,137-51 709,-164 81-3114,-12-22-1900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42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62 6129,'0'0'644,"0"0"322,0 0 2067,0 0-1285,0 0-637,0 0-188,1-8 89,1-45 2952,-47 644 1694,44-523-5493,21 197 1104,-9-261-1396,-3-44-3435,-4 16-1815,4-3-5290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47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5457,'0'0'1400,"0"0"-1055,0 0-267,0 0-28,0-5-32,0-4 8102,1 27-4685,8 94-1978,75 316 2634,-28 221-2520,-37-466-1584,-8 1 0,-10 115 13,-2-158 123,11-92-115,-10-48 12,0-1 60,0 0 17,0 33 1058,0-7-945,0-25-142,0-1 94,0-19 803,0-52-1667,0 42-8908,0 19-4529</inkml:trace>
  <inkml:trace contextRef="#ctx0" brushRef="#br0" timeOffset="2450.98">527 2295 5905,'0'0'1653,"-3"21"1685,-10 174 800,14-191-4075,0-1 1,0 1-1,1 0 0,-1-1 1,1 0-1,-1 1 0,1-1 1,0 0-1,0 0 0,1 0 1,-1 0-1,1 0 0,-1-1 1,1 1-1,0-1 1,0 0-1,0 0 0,0 0 1,0 0-1,1 0 0,-1 0 1,0-1-1,1 0 0,0 0 1,-1 0-1,1 0 0,-1 0 1,1-1-1,0 1 0,0-1 1,-1 0-1,2-1-63,120-23 611,-115 19-566,1-1 1,-1 0-1,-1-1 1,1 0 0,-1 0-1,0-1 1,-1 0-1,0 0 1,0-1-1,-1 0 1,0-1-1,0 0 1,-1 0 0,-1 0-1,1-1 1,-2 1-1,1-1 1,-2 0-1,1-1 1,-2 1-1,1-1 1,-2 1 0,1-1-1,-2 0 1,1 0-46,-5 6 211,1 0 1,-1 0 0,0 1 0,0-1 0,-1 1-1,0 0 1,0 0 0,0 1 0,0 0-1,-1 0 1,1 0 0,-1 0 0,0 1 0,0 0-1,-1 0 1,1 1 0,-1-1 0,1 1-1,-1 1 1,0 0 0,1-1 0,-1 2 0,0-1-1,0 1 1,0 0 0,1 1 0,-1-1-1,0 2 1,0-1 0,-2 1-212,-3-1 35,0-1 0,-1 2-1,1 0 1,0 1 0,0 0 0,1 0-1,-1 1 1,1 1 0,-1 0 0,1 1-1,1 0 1,-1 0 0,1 1 0,0 0 0,1 1-1,0 0 1,0 1 0,0 0 0,1 0-1,1 1 1,0 0 0,0 0 0,1 1-1,0 0 1,1 0 0,0 0 0,0 1 0,1 0-35,5-7-100,0-1 1,0 0-1,0 0 1,0 1-1,1-1 1,-1 0-1,1 0 1,0 0-1,0-1 1,1 1-1,-1 0 1,1-1-1,0 0 1,0 1-1,0-1 1,0 0-1,0-1 1,1 1-1,-1 0 1,1-1-1,0 0 1,0 0-1,0 0 1,0 0-1,0-1 1,0 0-1,0 1 1,1-1-1,-1-1 1,0 1-1,1-1 1,-1 0-1,4 0 100,53 5-5042</inkml:trace>
  <inkml:trace contextRef="#ctx0" brushRef="#br0" timeOffset="3429.674">418 79 5313,'0'0'2245,"0"0"1114,0 0-1867,0 0-733,0 0-151,0 0 522,4 0 102,159-77 311,-161 77-1509,0-1 1,-1 1-1,1 0 0,0-1 0,0 1 1,0 0-1,0 0 0,0 0 1,0 0-1,0 1 0,0-1 0,0 1 1,0-1-1,0 1 0,0-1 1,0 1-1,0 0 0,-1 0 0,1 0 1,0 0-1,-1 0 0,1 1 0,-1-1 1,1 0-1,-1 1 0,1-1 1,-1 1-1,0-1 0,0 1 0,0 0 1,0-1-1,0 1 0,0 0 0,0 0 1,-1 0-1,1 0 0,-1-1 1,1 1-1,-1 0 0,0 0 0,1 1-34,3 95 1037,-5-74-852,1-8-103,-1-1 0,0 1-1,-1 0 1,-1 0-1,-1-1 1,0 1-1,-1-1 1,-1 0 0,0-1-1,-1 1 1,0-1-82,12-18 1,1 1 1,0-1-1,0 1 0,0 0 1,1 0-1,-1 0 1,1 1-1,-1 0 0,1 1 1,0 0-1,0-1 1,0 2-1,0-1 0,0 1 1,-1 0-1,1 1 1,0 0-1,0 0 0,0 0 1,0 1-1,5 2-1,2 7-14,0 1 0,-1 0 0,0 1-1,-1 0 1,0 1 0,-1 1 0,-1-1-1,0 2 1,-1 0 0,-1 0 0,0 0-1,-1 1 1,-1 0 0,-1 0 0,2 11 14,0 96 1333,-10-119-1227,-1 0-1,0-1 1,0 0-1,0 0 0,0 0 1,-1 0-1,0-1 0,0 1 1,0-1-1,0 0 1,0-1-1,0 1 0,-1-1 1,1 0-1,-1-1 0,0 1 1,1-1-1,-3 0-105,-8 4 55,-125 42-1546,139-46-3201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52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3437 5857,'0'0'1509,"0"0"2217,0 0-1594,0 0-974,0 0-374,0 0 276,4 2 228,34-7 4516,0-64-5231,-28 48-231,202-543 240,-139 255-534,-59 232-39,2 1 1,4 1 0,3 1-1,7-8-9,330-656-42,-290 600 43,6 3 0,6 3 0,5 4 0,6 4 0,84-84-1,-139 174 22,2 2 0,0 2 0,3 2 0,0 2 0,1 1 0,2 3 1,0 1-1,2 2 0,0 3 0,1 2 0,0 2 0,1 2 0,0 2 0,0 2 0,1 3 0,0 1 0,0 3 0,24 5-22,99 52 18,-141-43-17,-83-46-2117,-27-42-5587,67 59-300</inkml:trace>
  <inkml:trace contextRef="#ctx0" brushRef="#br0" timeOffset="667.043">2420 16 7098,'0'0'1246,"0"0"2749,0 0-817,0 0-1254,0 0-956,0 0-260,9 12 917,70 140 1570,-7 62-2287,-72-212-898,-37-9-497,31-4 438,1 1-1,-1-2 1,2 1 0,-1-1-1,2 1 1,-1-1 0,2 0 0,-1 0-1,2 0 1,0-1 0,0 1-1,1 0 1,1-1 0,0 1 0,0-2 49,0-19-17,-1-131 86,0 163-68,0 1-7,0 0-14,70 41 60,-15-3 3,-40-31-46,0 2 1,0 0-1,-1 1 0,0 0 0,-1 1 0,0 0 1,-1 1-1,0 1 0,-1 0 0,0 0 0,-1 1 1,0 1-1,-2-1 0,1 2 0,-2-1 0,5 14 3,-76 0 685,-114 12-220,168-25-3580,20-15-2435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55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5537,'0'0'3084,"0"0"1130,0 0-1927,0 0-852,0 0-304,0 0 261,23 4 372,76 10-291,100-34-694,-210 44-6986,-21-6 214,9-12-2188,7-3 5466</inkml:trace>
  <inkml:trace contextRef="#ctx0" brushRef="#br0" timeOffset="270.448">114 225 4889,'0'0'2867,"0"0"2152,0 0-2161,0 0-1439,0 0-488,0 0 406,10 4 137,148 15 957,11-44-3906,-139 8-4795,-20-1-2914,-9 9 4008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19:5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35 5457,'0'0'2175,"0"0"2653,0 0-2217,0 0-1368,0 0-680,-9 20-20,-78 241 4127,16 137-2268,68-284-2445,2-160-5400,12-146 2779,87-284 4158,-39 363 71,-41 137-992,130 573 6771,-67-400-7049,-81-198-399,0 1 0,0-1 0,-1 1 0,1 0 0,-1-1 0,1 1 0,0-1 1,-1 1-1,1 0 0,-1 0 0,1-1 0,-1 1 0,1 0 0,-1 0 1,1-1-1,-1 1 0,1 0 0,-1 0 0,1 0 0,-1 0 0,1 0 0,-1 0 1,1 0-1,-1 0 0,1 0 0,-1 0 0,1 0 0,-1 0 0,1 0 0,-1 0 1,1 0-1,-1 1 0,1-1 0,-1 0 0,1 0 0,-1 1 0,1-1 1,-1 0-1,1 1 0,0-1 0,-1 0 0,1 1 0,-1-1 0,1 0 0,0 1 1,0-1-1,-1 1 0,1-1 0,0 1 0,0-1 0,-1 1 0,1-1 0,0 1 1,0-1-1,0 1 0,0-1 0,0 1 0,0-1 0,0 1 0,0-1 1,0 1 103,-78-54-12359,40 22 8474</inkml:trace>
  <inkml:trace contextRef="#ctx0" brushRef="#br0" timeOffset="250.499">11 586 5961,'0'0'1161,"0"0"4968,0 0-4225,0 0-423,0 0-777,0 0-112,0 0 272,91-9-224,-51 1-304,-1 1-208,1 2-128,2 5-192,19 0-552,-9 0-1953,-5 0-5336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0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6585,'0'0'1715,"0"0"2784,0 0-1771,0 0-1693,0 0-484,0 0 121,21-12 180,68-35-58,-84 45-755,-1-1 0,0 1 1,1-1-1,0 1 0,-1 1 0,1-1 1,0 1-1,0 0 0,0 0 0,0 0 1,0 1-1,0-1 0,0 1 0,0 0 1,0 1-1,0-1 0,0 1 0,0 0 1,0 0-1,-1 1 0,1 0 0,0-1 1,-1 2-1,1-1 0,-1 0 0,1 1 1,-1 0-1,0 0 0,0 0 1,-1 0-1,1 1 0,-1 0 0,1-1 1,-1 1-1,2 4-39,51 152 1953,-47 33-742,-12-189-1225,1 0 0,-1 1 0,0-1 0,0 0 0,0-1 0,-1 1 0,1-1 0,-1 1 1,0-1-1,0 0 0,0 0 0,-1-1 0,1 1 0,-1-1 0,1 0 0,-1 0 0,1-1 0,-1 1 0,0-1 0,0 0 0,0 0 0,0-1 0,0 1 0,0-1 0,0 0 0,0-1 0,0 1 0,0-1 0,0 0 0,0 0 0,0 0 1,1-1-1,-1 0 0,0 0 0,1 0 0,-1 0 0,1-1 0,0 0 0,0 0 0,0 0 0,0 0 0,1-1 0,-3-1 14,-17-34 101,51 38 27,197 32 563,-198-29-560,0-1 0,0-1-1,1-2 1,-1-1 0,0 0-1,-1-2 1,1-1 0,-1-2-1,10-4-130,-14-12-4692,-17-9-5769,-4 13 1557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0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7418,'0'0'857,"0"0"2589,0 0-839,0 0-937,0 0-472,0 0-490,2-6 179,13-9 419,-2 55 410,-3 17-599,-3 1-1,-2-1 1,-3 1 0,-5 44-1117,2-12 691,-26 586 2410,35-642-3405,29-80-5624,-18 17-2269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0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1010 8154,'0'0'4406,"0"0"-2236,11-21-918,65-148 630,-54 103-1347,-2-1 0,-3-1 0,-3 0 0,-4-1 0,-2 0 0,-3 0 0,-4-33-535,-3 85 109,0 1 1,-1 0-1,-1 0 0,-1 0 1,0 0-1,-1 0 1,0 1-1,-2 0 1,1 1-1,-2 0 1,0 0-1,-1 1 0,0 0 1,-1 0-1,-6-4-109,18 17 9,-1 0 0,1 1-1,-1-1 1,1 1 0,-1 0-1,1-1 1,-1 1-1,1-1 1,-1 1 0,0 0-1,1-1 1,-1 1 0,0 0-1,0 0 1,1-1 0,-1 1-1,0 0 1,0 0 0,0-1-1,0 1 1,0 0-1,0 0 1,0-1 0,0 1-1,0 0 1,0 0 0,-1-1-1,1 1 1,0 0 0,0-1-1,-1 1 1,1 0-1,0-1 1,-1 1 0,1 0-1,-1-1 1,1 1 0,-1-1-1,1 1 1,-1-1 0,1 1-1,-1-1 1,0 1 0,1-1-1,-1 1 1,0-1-1,1 0 1,-1 0 0,0 1-1,1-1 1,-1 0 0,0 0-1,0 0 1,1 1 0,-1-1-1,0 0 1,0 0 0,1 0-1,-1 0 1,0-1-1,0 1 1,1 0 0,-1 0-1,0 0 1,1-1 0,-1 1-1,0 0 1,1 0 0,-1-1-1,0 1-8,1 6 6,-6 119 520,6-1 0,5 1 0,5-1 1,6 0-1,5-1 0,7 1-526,60 79 340,-87-202-548,-1-1-260,0 0-775,-1-8-4959,-3-47-5097,4 26 8642</inkml:trace>
  <inkml:trace contextRef="#ctx0" brushRef="#br0" timeOffset="432.461">361 872 5521,'0'0'8229,"0"0"-4911,0 0-1586,0 0 119,2 23-481,23 171 1060,-5-161-2412,-3-53-861,-14-12 591,15-82-474,-18 111 718,1 0 1,0 0-1,0 1 0,1-1 0,-1 0 0,0 1 0,1-1 0,0 1 0,0 0 1,-1-1-1,1 1 0,0 0 0,1 0 0,-1 0 0,0 1 0,1-1 1,-1 0-1,1 1 0,-1 0 0,1-1 0,-1 1 0,1 0 0,0 0 0,0 1 1,0-1-1,0 0 0,-1 1 0,1 0 0,0 0 0,0 0 0,0 0 0,0 0 1,0 0-1,2 1 8,1 3 103,0 0-1,-1 0 1,0 1 0,0-1 0,0 1-1,0 0 1,-1 1 0,1-1 0,-1 1-1,-1 0 1,1 0 0,-1 0 0,0 0-1,0 1 1,-1-1 0,0 1 0,1 5-103,6 10 277,94 136-1600,-101-156-275,3 3-1279,-3-4-1683,0 0-3380,0-1 6042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04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77 206 7578,'0'0'1192,"0"0"2087,0 0-1149,0 0-1027,0 0-411,0 4 47,0-3-609,0 1 0,0-1 0,0 1 0,0 0 0,0-1 0,1 1 0,-1-1 1,1 1-1,-1-1 0,1 1 0,-1-1 0,1 1 0,0-1 0,0 0 0,0 1 0,0-1 0,0 0 0,0 0 0,0 1 1,0-1-1,0 0 0,1 0 0,-1 0 0,0 0 0,1-1 0,-1 1 0,1 0 0,-1-1 0,1 1 0,-1-1 0,1 1 1,-1-1-1,1 0 0,-1 1 0,1-1 0,0 0 0,-1 0 0,1 0 0,0 0 0,-1 0 0,1-1 0,-1 1 0,1-1 1,-1 1-1,1-1 0,-1 1 0,1-1 0,-1 0 0,1 1 0,-1-2-130,7-2 39,-1-2 0,0 1 0,-1-1 0,1 0-1,-1-1 1,0 1 0,-1-1 0,0 0 0,0-1 0,0 1 0,-1-1 0,0 0 0,-1 0 0,0 0-1,0-1 1,0 1 0,-1-1 0,0 0-39,6-97 245,-25 474 2019,17-171-1315,3-183-473,-14-17-8488,8 1 7492,-16-15-6644,-1-1-1646</inkml:trace>
  <inkml:trace contextRef="#ctx0" brushRef="#br0" timeOffset="284.173">1 633 4353,'0'0'6985,"0"0"-3589,0 0-1716,0 0-61,21 4 72,142 20 1241,64-26-1097,-62 0-6226,-163 3-890,-3 5 1372,-6 3-3656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09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16155,'0'0'3636,"0"0"-2221,0 0-994,0 0 345,0 0 39,0 0-242,5-19-367,22-60-181,49-11-285,-73 98-115,-45 461 5270,50-473-6960,1-17-778,1-5-2721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1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5265,'0'0'2994,"0"0"2413,0 0-3047,0 0-1545,0 0 528,0 29 675,2 419 4178,-1 194-2365,2-621-4147,-2-41-4816,-1-2-1741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0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7 370 5873,'0'0'1199,"0"0"5,0 0 2132,0 0-1176,0 0-986,0 0-210,76-24 1811,-73 23-2749,0 0 0,0 1 0,0-1-1,0 1 1,0 0 0,0-1 0,0 1 0,-1 1-1,1-1 1,0 0 0,0 1 0,0-1-1,0 1 1,0 0 0,0 0 0,-1 0-1,1 0 1,0 1 0,-1-1 0,1 1 0,-1 0-1,0-1 1,1 1 0,-1 0 0,0 0-1,0 1 1,0-1 0,0 0 0,-1 1 0,1-1-1,-1 1 1,1-1 0,-1 1 0,0 0-1,0 0 1,0-1 0,0 1 0,0 0-1,-1 0 1,0 0 0,1 0 0,-1 0 0,0 0-1,0 0 1,-1 0 0,1 1-26,1 3 57,0 1 0,0-1 0,-1 1 0,0-1 0,0 1 0,-1-1 0,0 1 0,0-1 0,-1 1 0,0-1 0,0 0 0,-1 0 0,0 0 0,0 0 0,-1 0-1,1-1 1,-1 1 0,-1-1 0,1 0 0,-1-1 0,0 1 0,-1-1 0,1 0 0,-1 0 0,-5 3-57,10-8 7,0 0 0,1 0-1,-1 0 1,0 0 0,0-1 0,0 1-1,1 0 1,-1 0 0,0-1-1,1 1 1,-1-1 0,0 1 0,1-1-1,-1 1 1,0-1 0,1 1 0,-1-1-1,1 1 1,-1-1 0,1 0-1,-1 1 1,1-1 0,0 0 0,-1 1-1,1-1 1,0 0 0,-1 0 0,1 0-1,0 1 1,0-1 0,0 0-1,0 0 1,0 1 0,0-1 0,0 0-1,0 0 1,0 0 0,0 1-1,0-1 1,0 0 0,1 0 0,-1 0-1,0 1 1,0-1 0,1 0 0,-1 1-1,1-1 1,-1 0 0,1 1-1,-1-1 1,1 0 0,-1 1 0,1-1-1,-1 1 1,1-1 0,0 1 0,-1-1-1,1 1 1,0 0 0,-1-1-1,1 1 1,0 0 0,0-1 0,-1 1-1,1 0 1,0 0 0,0 0-1,0 0 1,-1 0 0,2 0-7,2-2-2,0 0 1,1 1-1,-1-1 1,0 1-1,1 1 1,-1-1-1,1 0 1,-1 1-1,1 0 1,-1 0-1,1 0 1,-1 1-1,1 0 1,-1-1-1,0 1 1,1 1-1,-1-1 1,0 1-1,0 0 1,0 0-1,0 0 1,0 0-1,0 1 0,-1-1 1,1 1-1,-1 0 1,1 0-1,-1 0 1,0 1-1,0-1 1,-1 1-1,1 0 1,-1 0-1,0 0 1,0 0-1,0 0 1,1 3 1,35 166 1104,-38-169-1072,1 0 0,-1-1 0,0 1 0,-1 0 0,1 0 0,0 0 0,-1 0 0,0 0 0,0-1-1,0 1 1,-1 0 0,1-1 0,-1 1 0,0-1 0,0 1 0,0-1 0,0 0 0,-1 0 0,1 0 0,-1 0 0,0-1 0,0 1 0,0 0-1,0-1 1,0 0 0,0 0 0,-1 0 0,1 0 0,-1-1 0,1 1 0,-1-1 0,0 0 0,-3 1-32,-8 3-3,0-1 0,0 0 0,-1-1 1,1-1-1,-1 0 0,0-1 0,0-1 0,1 0 1,-1-2-1,-3 0 3,17 2-49,1-1 0,-1 1 0,0-1 0,0 1 0,1-1 0,-1 0 0,1 0 0,-1 0 0,0 0 0,1 0 0,0 0 0,-1 0 0,1 0 0,0-1 1,0 1-1,-1-1 0,1 1 0,0-1 0,0 1 0,1-1 0,-1 1 0,0-1 0,0 0 0,1 1 0,-1-1 0,1 0 0,0 0 0,-1 1 0,1-1 0,0 0 0,0 0 0,0 0 0,0 0 0,0 1 1,1-1-1,-1 0 0,0 0 0,1 1 0,0-1 0,-1 0 0,1 1 0,0-1 0,0 0 49,37-70-4181,-7 38-58</inkml:trace>
  <inkml:trace contextRef="#ctx0" brushRef="#br0" timeOffset="541.773">283 23 6001,'0'0'1598,"0"0"930,0 0-504,0 0-568,0 0-579,0 0-186,63-15 3003,-60 14-3608,0 0 0,0-1 0,0 2 0,1-1 0,-1 0 0,0 1 0,1-1-1,-1 1 1,0 0 0,1 0 0,-1 0 0,0 1 0,1-1 0,-1 1 0,0 0-1,1 0 1,-1 0 0,0 0 0,0 0 0,0 1 0,0-1 0,0 1 0,0 0-1,-1 0 1,1 0 0,0 0 0,-1 1 0,0-1 0,1 1 0,-1-1 0,0 1-1,0 0 1,-1 0 0,1 0 0,-1 0 0,1 0 0,-1 0 0,0 0 0,0 0-1,0 1 1,-1-1 0,1 0 0,0 4-86,0 5 94,-1 1 0,0-1 0,-1 1 0,0-1 0,-1 0 0,0 1-1,-1-1 1,0 0 0,-1 0 0,-1-1 0,0 1 0,0-1 0,-1 0 0,0 0 0,-1-1 0,0 0-1,-5 5-93,-18 25 147,30-39-160,118 18-3593,-66-8-2210,-30-8-604</inkml:trace>
  <inkml:trace contextRef="#ctx0" brushRef="#br0" timeOffset="834.273">886 350 5873,'0'0'9682,"0"0"-7177,0 0 7,0 142-623,0-82-897,0-2-120,0-5-120,0-6-440,0-9-128,8-9-32,-3-9-152,0-9 0,-3-5-136,-2-3-664,0-3-944,0-9-2521,-10-11-2168</inkml:trace>
  <inkml:trace contextRef="#ctx0" brushRef="#br0" timeOffset="1038.458">666 603 4489,'0'0'4521,"0"0"320,0 0-2721,0 0-767,0 0-409,0 0 464,0 0 289,104 49-505,-72-49-512,0-2-672,6-9 40,6-3-48,-9 3-2072,-8 2-3282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1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7298,'0'0'349,"0"0"399,0 0 2094,0 0-1400,0 0-751,0 0-47,-1 6 284,1-5-868,0 1 1,0 0-1,0-1 1,0 1-1,0-1 1,1 1-1,-1-1 1,0 1-1,1-1 0,-1 1 1,1-1-1,-1 1 1,1-1-1,0 0 1,0 1-1,0-1 1,-1 0-1,1 1 1,0-1-1,1 0 0,-1 0 1,0 0-1,0 0 1,0 0-1,1 0 1,-1-1-1,0 1 1,1 0-1,-1 0 1,1-1-1,-1 1 0,1-1 1,-1 0-1,1 1 1,-1-1-1,1 0 1,-1 0-1,1 0 1,-1 0-1,1 0 1,-1 0-1,1 0 1,0-1-1,-1 1 0,1-1-60,479 33 5287,-442-10-5402,-39-22-1,0 0 34,0 0-125,0 0-577,1-3-899,60-91-14234,-31 60 13136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13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6081,'0'0'1874,"0"0"3629,0 0-2180,0 0-1665,0 0-181,0 0-136,13-11-381,45-32-549,-52 40-407,-1 0 1,1 0-1,0 1 1,0 0-1,0 0 1,0 1-1,0 0 1,0 0-1,0 0 1,0 1-1,0 0 1,1 0-1,-1 0 1,0 1-1,0 0 1,0 0-1,0 0 1,0 1-1,0 0 1,0 0-1,0 1 1,-1 0-1,1 0 1,1 1-5,-1 6 6,0 0 0,-1 0 0,0 1 0,0-1 1,-1 1-1,-1 0 0,0 0 0,-1 0 1,0 1-1,0-1 0,-1 1 0,-1-1 0,0 1 1,0-1-1,-1 1 0,-1 3-6,1-1 2,0-5-94,1-1 0,-2 0 0,1 1 0,-1-1 0,-1 0 0,1 0-1,-2-1 1,1 1 0,-1 0 0,0-1 0,0 0 0,-1 0 0,0 0 0,0-1 0,-1 0 0,1 1 0,-1-2 0,-1 1 0,1-1 0,-1 0 0,0 0 0,0-1-1,0 0 1,-1 0 0,0-1 0,1 0 0,-1 0 0,0-1 0,-1 0 0,1-1 0,0 1 0,-7-1 92,13 0-9,0-1 1,0 0 0,1 0-1,-1 1 1,0-1-1,0 0 1,0-1 0,0 1-1,0 0 1,0 0-1,1-1 1,-1 1-1,0-1 1,0 0 0,0 1-1,1-1 1,-1 0-1,0 0 1,1 0 0,-1 0-1,1 0 1,-1-1-1,1 1 1,0 0-1,0-1 1,-1 1 0,1-1-1,0 1 1,0-1-1,0 1 1,0-1-1,1 0 1,-1 0 0,0 1-1,1-1 1,-1 0-1,1 0 1,0 0 0,-1 0-1,1 0 1,0 1-1,0-1 1,0 0-1,1 0 1,-1 0 0,0 0-1,1 0 1,-1 1-1,1-1 1,-1 0 0,1 0 7,5-4 49,1 1-1,-1-1 0,1 2 0,0-1 0,0 1 0,0 0 1,1 0-1,0 1 0,-1 0 0,1 0 0,0 1 0,0 0 0,1 1 1,-1 0-1,0 0 0,0 0 0,2 1-47,358 8 483,-301-18-4729,-35-9-1372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12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68 222 6689,'0'0'593,"0"0"344,0 0 2222,0 0-1235,0 0-668,0 0-439,5 0 204,5-4-843,-1 0 1,0 0 0,-1-1 0,1-1 0,-1 1 0,0-1 0,0-1 0,-1 1 0,0-1 0,0-1-1,-1 1 1,0-1 0,0 0 0,0-1 0,-1 1 0,-1-1 0,1 0 0,-1 0 0,-1-1 0,0 1-1,0-1 1,-1 1 0,0-1 0,-1 0 0,0 0 0,0 0 0,-1-5-179,-27 195 4313,22 157-2662,14-304-1368,-4-16-1150,-2 0-3620,-5-17-4822,-4 0 5842,5 0 1732,-12 0-2576</inkml:trace>
  <inkml:trace contextRef="#ctx0" brushRef="#br0" timeOffset="249.283">1 631 7258,'0'0'7687,"0"0"-4469,0 0-1595,0 0-352,0 0 177,0 0-312,19 0-513,133-1 39,-15 0-1394,-56 1-3002,-68 20-10402,-17-11 12045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16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5945,'0'0'1949,"0"0"2549,0 0-1753,0 0-1273,0 0-635,0 0 434,1 21 1016,12 372 3967,-22 123-3939,8-480-1388,1-33-3731,0-12-4926,0 5 5442,1-19-7464,1-3 6819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19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 5449,'0'0'1933,"0"0"2197,0 0-1035,0 0-826,0 0-1053,0 0-299,12-11 389,8-7-1117,-1 0 0,-1-1-1,0-1 1,-2 0 0,0-1 0,-1-1 0,-2-1 0,0 0-1,-1 0 1,-2-1 0,0-1 0,-2 0-189,-13 155 3869,-22 203-2344,39-307-1834,2-36-4728,2-29-1109,-1 0-2330,0-3 2886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20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6081,'0'0'2785,"0"0"2255,0 0-2759,0 0-1328,0 0 350,2 19 886,11 340 4059,-61-48-3764,-3 70-1415,51-358-1057,0-22-173,0-4-257,7-43-3245,8 10-2720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1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7 642 5873,'0'0'1837,"0"0"2966,0 0-2401,0 0-1414,0 0 109,0 0 346,-1 25 118,-5 143 581,6-162-2106,1 0 0,-1 1 1,1-1-1,0 0 0,0 0 0,1 0 0,0 0 0,0 0 1,0 0-1,1 0 0,0 0 0,0-1 0,0 0 0,1 1 1,-1-1-1,1 0 0,1-1 0,-1 1 0,1-1 0,-1 0 1,1 0-1,1 0 0,-1-1 0,0 0 0,1 0 0,0 0 1,-1 0-1,1-1 0,0 0 0,0-1 0,1 1 0,-1-1 1,0 0-1,2 0-36,1-1-3,0 1 0,0-1 0,0 0 0,0-1 0,0 0 0,0 0 0,0-1 0,0-1 0,0 1 0,-1-1 0,0-1 0,1 1 0,-1-1 0,0-1 0,-1 1 1,1-2-1,-1 1 0,0-1 0,0 0 0,-1 0 0,0-1 0,0 0 0,0 0 0,1-3 3,2-4-66,-2-1 0,0 0-1,0 0 1,-2 0 0,0-1 0,0 0 0,-2 0-1,0 0 1,0 0 0,-2 0 0,0-1 0,-1 1-1,0 0 1,-4-16 66,3 25 33,0 1 0,-1-1 1,1 1-1,-2 0 0,1 0 0,-1 0 0,0 0 1,0 0-1,0 0 0,-1 1 0,0 0 0,0 0 0,0 0 1,-1 0-1,0 0 0,0 1 0,0 0 0,0 0 1,-1 0-1,1 1 0,-1 0 0,0 0 0,0 0 0,0 1 1,0 0-1,-1 0 0,1 0 0,-1 1 0,1 0 1,-1 0-1,1 1 0,-1 0 0,1 0 0,-1 0 0,1 1 1,-1 0-1,1 1 0,-1-1 0,1 1 0,0 0 1,-1 1-1,1-1 0,1 1 0,-1 0 0,0 1 0,1-1 1,-1 1-1,1 0 0,0 1 0,-2 2-33,1-1-101,0 0 0,1 1 0,0 0 0,0 0 0,1 0 0,-1 1 0,1 0 1,1 0-1,0 0 0,0 0 0,0 0 0,1 0 0,1 1 0,-1-1 0,1 1 0,1 0 0,-1 2 101,40 83-8855,-3-63-3195</inkml:trace>
  <inkml:trace contextRef="#ctx0" brushRef="#br0" timeOffset="726.813">1021 342 7090,'0'0'222,"0"0"704,0 0 2573,0 0-1334,0 0-1042,0 0-201,2 11 815,14 433 6393,-7-380-9113,-9-63-843,0-1-2316,0 0-1294</inkml:trace>
  <inkml:trace contextRef="#ctx0" brushRef="#br0" timeOffset="1110.448">904 629 6161,'0'0'780,"0"0"223,0 0 2111,0 0-984,0 0-647,0 0-380,3 3 17,3 1-896,0-1 0,0 0 0,1 0 0,-1 0 0,1-1 0,0 0 0,-1-1 0,1 1-1,0-1 1,0-1 0,0 1 0,0-1 0,0 0 0,0-1 0,0 0 0,0 0 0,1-1-224,26 1 347,213-14 1477,-221 14-2675,-20 4-7267,-6 1 2193</inkml:trace>
  <inkml:trace contextRef="#ctx0" brushRef="#br0" timeOffset="2026.74">511 26 5905,'0'0'1063,"0"0"-428,0 0 987,-9-1 354,-7 0-1249,-5-1 275,11 2 6766,61-8-7340,-48 6-400,1 0 1,0 1 0,0-1-1,0 0 1,0 1 0,0 0-1,0 0 1,0 0 0,0 1-1,0 0 1,1-1 0,-1 1-1,0 0 1,0 1 0,0-1 0,1 1-1,-1 0 1,0 0 0,0 0-1,0 1 1,0-1 0,0 1-1,-1 0 1,1 0 0,-1 1-1,1-1 1,-1 1 0,0-1-1,1 1 1,-1 0 0,-1 0-1,1 0 1,0 1 0,-1-1-1,0 1 1,2 2-29,-3-1 54,0 0-1,0 0 1,-1 1-1,0-1 1,0 0-1,0 0 0,-1 0 1,1 0-1,-1 0 1,-1 0-1,1 0 1,-1 0-1,1 0 1,-1-1-1,-1 1 1,1-1-1,-1 1 1,1-1-1,-1 0 1,-1 0-1,1 0 1,0 0-1,-1-1 1,-3 3-54,-30 44 128,36-49-131,0 1 0,0-1-1,0 0 1,0 1 0,1-1 0,-1 0-1,0 1 1,1-1 0,-1 1-1,1-1 1,0 1 0,-1-1-1,1 1 1,0 0 0,0-1-1,0 1 1,0-1 0,0 1-1,1-1 1,-1 1 0,0-1 0,1 1-1,-1-1 1,1 1 0,-1-1-1,1 1 1,0-1 0,0 0-1,-1 1 1,1-1 0,0 0-1,0 0 1,0 1 0,0-1-1,1 0 1,-1 0 0,0 0 0,0 0-1,1-1 1,-1 1 0,0 0-1,1 0 1,-1-1 0,1 1-1,-1-1 1,1 0 0,-1 1-1,1-1 1,0 0 0,0 0 3,91 7 229,-79-8-174,63-12-1395,-27-4-3009,-17 6-1842,-8 3-2705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1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0 671 7674,'0'0'4267,"0"0"-1822,0 0-704,0 0-420,11 12 3294,9-34-4343,-1-1 0,0-1-1,-2 0 1,-1-2 0,-1 0-1,-1 0 1,-2-1 0,0-1-1,-2 0 1,2-12-272,-2 9-2,-2-1 0,-2 0 0,0 0 0,-3-1-1,0 0 1,-2 0 0,-2-8 2,1 36-2,0-1-1,0 0 1,-1 1-1,1-1 1,-1 1 0,0-1-1,-1 1 1,1 0-1,-1-1 1,0 1-1,-1 0 1,1 0-1,-1 0 1,0 1-1,0-1 1,0 0 0,-1 1-1,0 0 1,0 0-1,0 0 1,0 1-1,0-1 1,-1 1-1,0 0 1,-1-1 2,-34 80-11,25-13 440,2 0-1,3 1 0,3 0 1,2 0-1,4 0 0,4 32-428,-3-79 45,0-1 0,2 1-1,0 0 1,1-1 0,1 0-1,0 1 1,1-2 0,1 1-1,0 0 1,1-1 0,1 0-1,0-1 1,1 0 0,10 11-45,-7-6-1027,2 0-4096,26-17-7109,-2-31 6893,-23 9 3259</inkml:trace>
  <inkml:trace contextRef="#ctx0" brushRef="#br0" timeOffset="464.084">344 693 6345,'0'0'424,"0"0"-189,0 0 784,0 0 3290,0 0-1035,0 0-1359,5-2-803,15-10-123,-4 54 2585,7 97-2485,-18-246-2841,-5 101 1648,1 0 0,0 0 0,0 1 0,0-1 0,1 0 0,-1 0 0,2 0 0,-1 1 0,0-1 0,1 1 0,0 0 0,1 0 0,-1 0 0,1 0-1,0 0 1,0 1 0,0 0 0,0 0 0,1 0 0,0 0 0,0 1 0,0-1 0,0 1 0,1 1 0,-1-1 0,1 1 0,-1 0 0,1 0 0,0 0 0,0 1 0,0 0 0,0 0 0,0 1 0,0 0 0,0 0 0,0 0 0,0 0 0,5 2 104,-2 2 204,-1 1 0,1 0 0,-1 0 0,0 0 0,-1 1 0,1 0 0,-1 1 0,0 0 0,-1 0 0,0 0 0,0 1 0,0 0 0,-1 0 0,0 0 0,-1 1 0,0 0 0,0 0 0,-1 0 0,0 0 0,0 1-204,12 24 422,39 41-2015,-28-64-3256,6-15-4092,-15-6 6035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23.13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398 182 9290,'0'0'6292,"0"0"-4153,-6 29-1443,-29 185 1073,34-190-1210,-3-9-453,2-1-1,-1 1 1,2 0 0,0 0-1,1 0 1,0 0-1,1 0 1,1 0-1,1-1 1,0 1-1,0-1 1,2 1 0,0-1-1,0 0 1,1-1-1,1 1 1,0-1-1,1 0 1,1-1-1,0 0 1,0-1 0,6 6-106,-11-15-51,-1 0 0,0 0 0,1 0 0,0-1 0,-1 0 0,1 1 0,0-1 0,-1-1 0,1 1 0,0 0 0,0-1 0,0 0 0,0 0 0,0 0 0,-1 0 0,1-1 0,0 0 0,0 1 0,0-1 0,-1-1 0,1 1 0,0 0 0,-1-1 0,1 0 0,-1 0 0,0 0 0,0 0 0,0 0 0,0-1 0,0 0 0,0 1 0,0-1 0,-1 0 0,1 0 0,-1 0 0,0-1 0,0 1 0,0 0 0,0-3 51,43-148-1860,-43 141 1872,-1 0-1,-1-1 1,0 1 0,-1 0 0,0 0 0,-1 0 0,0 0-1,-1 1 1,-1-1 0,0 1 0,-1 0 0,0-1 0,-1 2-1,0-1 1,0 1 0,-2 0 0,1 0 0,-1 1 0,-1 0-1,0 1 1,0 0 0,-1 0 0,0 1 0,-11-7-12,13 10 160,0 1 1,0 0-1,0 1 1,0 0 0,-1 0-1,1 1 1,-1 0-1,0 0 1,0 1-1,0 0 1,0 1-1,1 0 1,-1 0-1,0 1 1,0 0 0,0 1-1,0-1 1,1 2-1,-1-1 1,1 1-1,0 1 1,0-1-1,0 2 1,0-1-1,0 1 1,1 0 0,0 0-1,0 1 1,-2 2-161,-5 5 15,0 1 0,1 0 0,0 1 1,2 1-1,-1 0 0,2 0 1,0 1-1,1 0 0,1 1 0,1 0 1,0 0-1,1 1 0,1 2-15,2-14 6,0 0 0,0 1 0,1-1 0,0 1 0,0 0 0,1 0 0,0 0-1,0 0 1,1 0 0,0 0 0,0 0 0,1 0 0,0-1 0,1 1 0,0 0 0,0 0 0,0-1-1,1 1 1,0-1 0,1 0 0,-1 0 0,1 0 0,1 0 0,0-1 0,-1 1 0,2-1 0,-1 0-1,1-1 1,0 0 0,0 1 0,0-2 0,1 1 0,3 1-6,4-4-78,1 0 0,-1-1 1,1-1-1,0 0 0,-1-1 0,1 0 0,-1-1 1,1-1-1,-1 0 0,0-1 0,0-1 1,-1 0-1,1-1 0,-1 0 0,0-1 1,-1-1-1,1 0 0,-1 0 0,-1-1 0,0-1 1,0 0-1,-1 0 0,0-1 0,-1-1 1,0 1-1,-1-1 0,0-1 0,-1 0 0,-1 0 1,0 0-1,0-1 0,-1 1 0,-1-1 1,-1-1-1,0 1 0,0 0 0,-2-1 0,0 0 1,0 1-1,-1-1 0,-1 1 0,-1-1 1,0 1-1,-3-11 78,1 13 25,0 1 0,0 0 0,-2 1 0,1-1 0,-1 1 0,-1 0 0,0 0 0,0 1 0,-1 0 0,0 0 0,0 1-1,-1 0 1,0 1 0,-1 0 0,0 0 0,0 1 0,0 0 0,-1 0 0,0 2 0,-5-3-25,-8-2 441,0 1-1,-1 1 0,0 1 1,0 1-1,0 1 0,-1 2 0,1 0 1,-1 2-1,0 1-440,20-1 63,0 0-1,0 1 1,0 0-1,0 0 1,0 1-1,1-1 1,-1 1-1,0 1 1,1-1-1,-1 1 1,1 0-1,0 0 1,0 0-1,0 1 1,1 0-1,-1 0 1,1 0-1,0 1 1,0-1-1,0 1 1,1 0-1,-1 0 1,1 0-1,0 0 1,1 1-1,-1-1 1,1 1-1,0 0 1,1 0-1,-1-1 1,1 1-1,0 0 1,1 0-1,-1 0 1,1 0-1,1 0 1,-1 2-63,2 8-25,0 0 1,1-1 0,0 0 0,2 1 0,-1-1-1,2-1 1,0 1 0,1-1 0,0 0-1,1 0 1,1-1 0,0 0 0,1-1 0,0 0-1,1 0 1,0-1 0,1-1 0,0 0-1,0 0 1,1-1 0,1-1 0,-1 0 0,2-1-1,-1-1 1,0 0 0,1 0 0,0-2-1,1 0 1,-1-1 0,1 0 0,-1-1 0,1-1-1,0 0 1,-1-1 0,1-1 0,0-1-1,14-3 25,-23 5-106,1-1 0,0-1-1,-1 0 1,0 0 0,1 0-1,-1-1 1,0 0 0,0 0-1,0-1 1,-1 0 0,1 0-1,-1 0 1,0-1 0,0 0-1,-1 0 1,1-1 0,-1 0-1,0 0 1,-1 0 0,1 0-1,-1-1 1,0 1 0,-1-1-1,0 0 1,0 0 0,0-1-1,-1 1 1,0 0 0,0-7 106,1-1-72,-2-1 0,0 1 0,0 0 0,-2 0 0,0-1 0,0 1 0,-2 0 1,0 0-1,0 0 0,-2 1 0,0-1 0,0 1 0,-1 0 0,-7-11 72,3 7 178,0 1-1,-1 0 1,0 1-1,-2 0 0,1 1 1,-2 1-1,0 0 1,-1 0-1,0 2 1,-1 0-1,-1 0 0,1 2 1,-2 0-1,0 1 1,0 1-1,0 0 1,-1 2-1,0 0 0,0 1 1,-1 1-1,1 0 1,-1 2-1,-10 0-177,26 2-9,-1 0 0,1 0 0,-1 1 0,1-1 0,0 1 0,-1 0 0,1 0 0,0 1 1,0-1-1,0 1 0,0 0 0,0 0 0,0 1 0,0-1 0,1 1 0,-1-1 0,1 1 0,0 0 0,-1 1 0,1-1 0,1 0 0,-1 1 0,1 0 0,-1 0 0,1-1 0,0 1 0,0 0 0,1 1 0,-1-1 0,1 0 1,0 0-1,0 1 0,0-1 0,1 1 0,-1-1 0,1 1 0,0-1 0,1 0 0,-1 1 0,1-1 0,0 1 0,1 2 9,6 69-2262,25-13-3367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24.52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228 35 1296,'0'0'6100,"0"0"-717,0 0-2857,0 0-1077,0 0-494,-23 20 141,-70 67 603,87-81-1542,1 1-1,-1 0 0,2 0 0,-1 0 1,1 1-1,0 0 0,0 0 1,1 0-1,0 0 0,1 0 0,0 1 1,0-1-1,1 1 0,0-1 0,0 1 1,1 0-1,0-1 0,0 1 0,2 6-156,-1 13 143,0-24-131,1-1 0,0 1 0,0-1 0,0 0 0,0 1 0,0-1 0,1 0 0,-1-1 0,1 1 0,0 0 0,0-1 0,0 0 0,0 1 0,0-1 0,1 0 0,-1-1 0,0 1 0,1 0 0,0-1 0,-1 0 0,1 0 0,0 0 0,-1 0 0,1-1 1,0 0-1,0 1 0,0-1 0,0-1 0,-1 1 0,1 0 0,0-1 0,0 0 0,-1 0 0,1 0 0,0 0 0,-1-1 0,1 1 0,-1-1 0,0 0 0,1 0 0,-1 0 0,0-1 0,0 1 0,0-1 0,1-2-12,3-7 27,0-1 0,-1 0 0,-1 0 0,-1 0 0,1-1 0,-2 0 0,0 0 0,-1 0 0,0 0 0,-1 0-1,-1 0 1,0 0 0,-1-1 0,0 1 0,-3-8-27,4 18 34,0 0-1,0 0 1,0 0-1,0 1 1,-1-1-1,0 0 1,0 0-1,0 1 1,0-1-1,0 0 0,-1 1 1,0 0-1,1-1 1,-1 1-1,0 0 1,-1 0-1,1 0 1,-1 0-1,1 0 1,-1 0-1,0 1 1,0-1-1,0 1 1,0 0-1,-1 0 1,1 0-1,0 1 1,-1-1-1,1 1 0,-1-1 1,0 1-1,1 1 1,-1-1-1,0 0 1,0 1-1,0 0 1,1-1-1,-1 2 1,0-1-1,0 0 1,0 1-1,1 0 1,-1-1-1,0 2 1,1-1-1,-1 0 1,1 1-1,-1-1 0,1 1 1,-1 1-34,-9 11-7,2 1 1,-1 1-1,2 0 0,0 1 1,1 0-1,0 1 0,2-1 1,0 1-1,1 1 0,1-1 1,0 1-1,2 0 0,0 0 1,1 1-1,1-1 0,1 9 7,1-23-1,1 0 0,-1 0 0,1 0 0,0-1 0,0 1 0,0-1 0,1 0 0,-1 1 0,1-1 0,0 0 0,1 0 0,-1-1 0,1 1 0,-1-1 0,1 0 0,0 1 0,0-2 0,0 1 0,1 0 0,-1-1 0,1 0 0,-1 0 0,1 0 0,0-1 0,0 0 0,0 1 0,0-2-1,0 1 1,0-1 0,0 1 0,0-1 0,0-1 0,0 1 0,0-1 0,0 0 0,0 0 0,-1 0 0,1 0 0,0-1 0,0 0 0,-1 0 0,1-1 0,-1 1 0,0-1 0,0 0 0,0 0 0,0 0 0,2-2 1,2-4 37,0 0 0,-1-1 0,1 1 0,-2-2 0,0 1 0,0-1 0,0 1 0,-2-2 0,1 1 0,-1 0 0,-1-1 0,0 0 0,-1 0 0,0 0 0,-1 0 0,0 0 0,-1 0 0,0 0 0,-1 0 0,-1 0 0,1 0 0,-2 0 1,0 0-1,0 1 0,-1-1 0,-1 1 0,0 0 0,0 0 0,-1 1 0,0-1 0,-1 1 0,0 0 0,-1 1 0,0 0 0,0 0 0,-1 1 0,0 0 0,-9-6-37,16 15-8,0-1 0,1 1 1,-1 0-1,0-1 0,1 1 0,-1 0 1,0 0-1,1 0 0,0 1 0,-1-1 1,1 0-1,0 0 0,-1 1 0,1-1 1,0 1-1,0-1 0,0 1 0,0-1 1,1 1-1,-1 0 0,0-1 0,1 1 1,-1 0-1,1 0 0,-1-1 0,1 1 1,0 0-1,0 0 0,0 0 0,0 0 1,0-1-1,0 1 0,0 0 0,1 0 1,-1 0-1,1-1 0,-1 1 0,1 0 1,0 0-1,-1-1 0,2 1 8,-2 8-118,21 131-3808,7-81-1970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28.395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206 74 7138,'0'0'1269,"0"0"2192,-23 15-958,-72 52-681,87-60-1576,0 1 0,0 0 0,1 0-1,1 1 1,0 0 0,0 0 0,0 0 0,1 1 0,1 0 0,-1 0 0,2 0 0,-1 0 0,1 1 0,1-1 0,0 1-1,1 0 1,0 0 0,0 0 0,1-1 0,1 1 0,0 1-246,-1-9 58,-2 3-7,2 1 1,-1-1-1,1 1 0,0 0 0,0-1 0,1 1 0,0-1 1,0 1-1,1-1 0,-1 1 0,1-1 0,1 0 0,-1 0 0,1 0 1,0 0-1,1 0 0,-1-1 0,1 1 0,0-1 0,0 0 1,1 0-1,0-1 0,0 1 0,0-1 0,0 0 0,0 0 1,1-1-1,0 0 0,0 0 0,0 0 0,0 0 0,0-1 0,0 0 1,1-1-1,-1 1 0,4-1-51,6 2 2,1-1 0,0 0 0,0-1 0,-1-1 0,1-1-1,0 0 1,0-2 0,-1 1 0,1-2 0,-1 0 0,0-1 0,0-1 0,-1-1 0,1 0 0,-1 0 0,-1-2 0,0 0-1,0 0 1,0-2 0,-1 1 0,-1-2 0,0 0 0,8-10-2,-17 17-28,0 0 1,0-1 0,-1 1-1,1-1 1,-1 0-1,0 1 1,-1-1-1,1 0 1,-1 0-1,0 0 1,-1 0-1,0-1 1,0 1-1,0 0 1,0 0-1,-1 0 1,0 0-1,-1 0 1,1 0-1,-1 0 1,0 1-1,0-1 1,-1 0-1,0 1 1,0 0-1,0 0 1,-1 0-1,1 0 1,-1 0-1,0 1 1,-1-1-1,1 1 1,-5-3 27,-3-4 99,0 1-1,-1 0 1,0 1 0,-1 1 0,0 0 0,0 0 0,0 2-1,-1 0 1,0 0 0,0 2 0,-1-1 0,-8 1-99,21 3 35,0 0 0,0 0 0,0 1 1,-1-1-1,1 1 0,0 0 0,0 0 0,0 0 1,-1 0-1,1 1 0,0 0 0,0-1 0,0 1 1,0 0-1,0 0 0,0 1 0,0-1 1,0 0-1,0 1 0,1 0 0,-1 0 0,0 0 1,1 0-1,0 0 0,-1 0 0,1 1 0,0-1 1,0 1-1,1-1 0,-1 1 0,0 0 1,1 0-1,0 0 0,-1 0 0,1 0 0,0 0 1,1 0-1,-1 0 0,0 0 0,1 0 0,0 1 1,0 0-36,-4 8 17,1 0 1,0 0-1,2 1 1,-1-1-1,1 1 1,1-1-1,0 1 1,1 0-1,0-1 1,1 1-1,0-1 1,1 0-1,1 0 1,0 0-1,0 0 1,1 0-1,1-1 1,0 0 0,0 0-1,1-1 1,1 1-1,-1-2 1,2 1-1,-1-1 1,1 0-1,1-1 1,0 0-1,0 0 1,0-1-1,1-1 1,0 0-1,0 0 1,1-1-1,-1 0 1,1-1-1,0 0 1,1-1-18,-2-1-18,-1 0 0,1-1 0,0 0 0,0 0 0,0-1 1,0-1-1,0 0 0,-1 0 0,1-1 0,0-1 0,-1 0 0,1 0 1,-1-1-1,0 0 0,0 0 0,0-2 0,-1 1 0,0-1 0,0 0 0,0-1 1,-1 0-1,0 0 0,0-1 0,-1 0 0,0 0 0,0-1 0,-1 0 0,0 0 1,-1-1-1,3-5 18,-2 5 8,-1-1 0,1-1 0,-2 1-1,0-1 1,0 0 0,-1 1 0,-1-2 0,1 1 0,-2 0 0,0 0 0,-1-1 0,0 1 0,0 0 0,-2-1 0,1 1 0,-2 0 0,1 0-1,-2 0 1,0 0 0,0 1 0,-1-1 0,0 1 0,-1 0 0,0 1 0,-1-1 0,0 1 0,-1 0 0,0 1 0,0 0 0,-1 0 0,0 1-1,-1 0 1,0 1 0,0 0 0,0 0 0,-1 1 0,-3-1-8,1 1 74,-1 1 0,1 0 1,-1 1-1,0 0 0,0 1 0,0 0 0,0 2 0,-1-1 0,1 2 1,0 0-1,-1 0 0,-4 2-74,13-1 13,0 0 0,0 0 0,1 1 0,-1-1 0,0 1 0,1 0 0,-1 1 0,1 0 0,-1-1 0,1 2 0,0-1-1,1 1 1,-1-1 0,0 1 0,1 0 0,0 1 0,0-1 0,0 1 0,1 0 0,-1 0 0,1 0 0,1 0 0,-1 1 0,1-1 0,-1 1 0,1-1 0,1 1 0,-1 0 0,1 0 0,0 1-13,-1 0-47,1 0-1,0 0 0,0 1 1,0-1-1,1 0 1,0 1-1,1-1 1,-1 0-1,1 1 1,1-1-1,-1 0 1,1 0-1,0 0 1,1 0-1,0 0 1,0-1-1,1 1 1,-1-1-1,3 3 48,108 52-4994,-58-48-1281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30.06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344 51 6313,'0'0'4496,"0"0"-726,0 0-1560,0 0-724,0 0 279,0 0 168,-8-8-550,-22-25-475,29 32-882,0 0 0,0 0 0,0 0-1,0 0 1,0 1 0,0-1 0,0 0 0,0 1 0,0-1 0,0 1 0,0 0 0,-1-1-1,1 1 1,0 0 0,0-1 0,0 1 0,-1 0 0,1 0 0,0 0 0,0 0 0,-1 0-1,1 0 1,0 1 0,0-1 0,0 0 0,-1 1 0,1-1 0,0 1 0,0-1 0,0 1-1,0-1 1,0 1 0,0 0 0,0-1 0,0 1 0,0 0 0,0 0 0,0 0 0,1 0-1,-1 0 1,0 0 0,0 0 0,1 0 0,-1 0 0,1 0 0,-1 0 0,1 0 0,-1 1-1,1-1 1,0 1-26,-3 3 110,-12 16-98,1 1-1,1 0 1,1 1 0,1 0-1,1 1 1,1 0-1,2 1 1,0 0-1,1 0 1,2 0 0,1 1-1,0 0 1,2 22-12,2-44-8,0 0 1,0 0 0,0-1-1,1 1 1,0 0 0,-1-1-1,1 1 1,1-1-1,-1 1 1,0-1 0,1 0-1,0 0 1,-1 0-1,1 0 1,0-1 0,1 1-1,-1-1 1,0 0 0,1 0-1,-1 0 1,1 0-1,0-1 1,-1 1 0,1-1-1,0 0 1,0 0-1,0 0 1,0-1 0,0 1-1,2-1 8,3 2-56,0-1 0,0 0 0,0-1 0,0 0 0,0 0 0,0-1 0,1 0 0,-1 0 0,0-1 0,-1 0 0,1-1 0,0 0 0,3-2 56,-2-3-11,-1-1 1,0 0-1,-1-1 0,1 0 0,-2 0 0,0-1 0,0 0 1,-1 0-1,0-1 0,-1 1 0,0-1 0,-1-1 0,0 1 1,-1 0-1,0-1 0,-1 0 0,-1 1 0,0-1 0,0 0 0,-1 0 1,-1 0-1,-1 0 0,-1-8 11,2 15 19,1 0 1,-2 0-1,1-1 0,-1 1 1,0 0-1,0 0 0,0 0 1,-1 1-1,0-1 0,0 1 1,-1-1-1,1 1 0,-1 0 1,-1 0-1,1 1 0,0-1 1,-1 1-1,0 0 0,0 0 1,0 0-1,-1 1 0,1 0 1,-1 0-1,0 0 0,0 1 1,0 0-1,0 0 0,0 0 1,0 1-1,0 0 0,-5 0-19,-1-1 49,-1 0-1,0 2 0,1-1 1,-1 1-1,1 1 0,-1 0 1,0 1-1,1 1 0,0 0 1,0 0-1,0 1 0,0 1 1,0 0-1,1 0 0,-9 6-48,11-4 24,0-1 0,0 2 0,0-1-1,1 1 1,0 0 0,1 1 0,-1 0 0,2 0-1,-1 1 1,2 0 0,-1 0 0,1 0 0,1 0-1,-1 1 1,2 0 0,0 0 0,0 0-1,1 0 1,0 1 0,1-1 0,0 0 0,1 1-1,1-1 1,-1 1 0,2 2-24,3-4-27,0-1 0,1 1 0,0-1 1,0-1-1,1 0 0,0 0 0,1 0 0,0 0 0,0-1 0,0-1 1,1 1-1,0-2 0,0 1 0,1-1 0,-1 0 0,1-1 1,0 0-1,1-1 0,-1 0 0,0-1 0,1 0 0,0 0 0,-1-1 1,1 0-1,0-1 0,0 0 0,-1-1 0,1-1 0,0 1 0,2-2 27,-1 0-58,1-1-1,-1 1 0,0-2 0,0 0 0,-1-1 1,0 0-1,0 0 0,0-1 0,-1-1 0,0 1 0,0-2 1,-1 1-1,0-2 0,0 1 0,-1-1 0,-1 0 0,1-1 1,-2 0-1,0 0 0,0 0 0,-1-1 0,0 1 0,-1-2 1,0 1-1,-1 0 0,0-1 0,-1 1 0,-1-1 1,0 0-1,0 1 0,-1-1 0,-1 0 0,0 1 0,-1-1 1,-1 0-1,-1-4 59,3 12 61,0 0 0,-1 1 0,1-1 0,-1 0 0,-1 1 1,1 0-1,0-1 0,-1 1 0,0 0 0,0 0 0,0 0 1,-1 1-1,1-1 0,-1 1 0,0 0 0,0 0 0,0 0 1,0 0-1,0 1 0,-1 0 0,1 0 0,-1 0 0,0 0 0,1 1 1,-1-1-1,0 1 0,0 1 0,0-1 0,0 1 0,0-1 1,0 1-1,0 1 0,0-1 0,1 1 0,-1 0 0,0 0 1,0 0-1,0 1 0,1-1 0,-1 1 0,1 0 0,-1 1 0,1-1 1,0 1-1,0 0 0,0 0 0,0 0 0,0 1 0,-1 1-61,-10 7 70,1 1 1,0 0-1,1 1 0,1 0 0,0 1 0,1 0 0,1 0 0,0 2 0,1-1 1,1 1-1,0 0 0,1 1 0,1 0 0,1 0 0,1 0 0,0 1 0,1 0 1,1-1-1,1 1-70,3-16-40,-1 0 1,1-1 0,0 1 0,0-1-1,0 1 1,0-1 0,0 0 0,0 0-1,1 0 1,-1 0 0,1 0-1,-1 0 1,1-1 0,0 1 0,-1-1-1,1 0 1,0 0 0,0 0 0,0 0-1,0-1 1,0 1 0,0-1 0,1 1-1,-1-1 1,0 0 0,0 0 0,0-1-1,0 1 1,0-1 0,0 1-1,0-1 1,1-1 39,8 2-410,111-33-4495,-117 29 4256,0 0 0,0-1 0,0 0-1,-1 1 1,0-2 0,0 1-1,0-1 1,-1 1 0,1-1 0,-2 0-1,1-1 1,0 1 0,-1-1 0,-1 0-1,1 1 1,0-4 649,8-38-5800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3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6673,'0'0'1169,"0"0"3712,0 0-2393,0 0-527,0 0-657,126 20 72,-84-20 169,3 0-801,-1 0 88,-2-9-592,-5 0 72,-7 2-208,-8 1-88,-7 3-16,-10 3-768,-5 0-2009,0 0-2520,-12 14-2993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37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10306,'0'0'2651,"0"0"-611,0 0-645,0 0 74,0 0 138,0 0-321,27-1-379,190-23 1089,-39 0-2439,-167 23-2361,-1-5-1699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36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181 120 800,'-11'35'10876,"-28"99"-7271,6 1 1,-11 113-3606,40 11 1260,-35-621-773,39 355-479,-5-23 6,2-1-1,1 1 1,1 0 0,2-1-1,1 1 1,1-1 0,2 1-1,1 0 1,1 1-1,2 0 1,1 0 0,1 1-1,1 0 1,2 0 0,0 2-1,2 0 1,8-9-14,-22 33 23,1-1 1,-1 0-1,1 1 1,0 0-1,-1-1 1,1 1-1,1 0 1,-1 1-1,0-1 0,0 0 1,1 1-1,-1 0 1,0 0-1,1 0 1,0 0-1,-1 0 1,1 1-1,-1 0 1,1-1-1,0 2 1,-1-1-1,1 0 1,-1 1-1,1-1 0,0 1 1,-1 0-1,1 0 1,-1 0-1,0 1 1,1-1-1,-1 1 1,0 0-1,0 0 1,0 0-1,0 0 1,0 0-1,-1 1 1,1-1-1,-1 1 0,1 0 1,-1 0-1,2 3-23,11 24 424,-1 1 0,-2 1 0,-1 1-1,-1-1 1,-2 2 0,-1-1 0,-2 1 0,0 8-424,0-5 293,18 141 712,44 207 342,-27-320-2643,-38-93-3776,-3-24-1528,-5-6-4406</inkml:trace>
  <inkml:trace contextRef="#ctx0" brushRef="#br0" timeOffset="227.292">30 707 3673,'0'0'10354,"0"0"-8282,0 0-887,126-13-177,-69-7 144,5-3 681,-3 3-1033,0 5-680,8 6-120,-18 7-2569,-14 2-3904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40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11 7009,'0'0'393,"0"0"468,0 0 2441,0 0-997,0 0-978,0 0-389,25-3 1018,-22 2-1921,0 0 1,0 0 0,1 0-1,-1 0 1,0 0 0,0 0 0,0 1-1,1 0 1,-1 0 0,0 0 0,1 0-1,-1 0 1,0 0 0,0 1 0,0 0-1,1-1 1,-1 1 0,0 1 0,0-1-1,0 0 1,0 1 0,0-1 0,-1 1-1,1 0 1,0 0 0,-1 0 0,1 0-1,-1 0 1,0 1 0,0-1 0,0 1-1,0 0 1,0-1 0,0 1-1,-1 0 1,1 0 0,-1 0 0,0 0-1,0 0 1,1 4-36,0 3 88,0 1 0,-1-1-1,0 1 1,0 0 0,-1-1 0,0 1-1,-1 0 1,0 0 0,-1-1-1,0 1 1,-1-1 0,0 0 0,-1 1-1,0-2 1,0 1 0,-1 0 0,-1-1-1,1 0 1,-1 0 0,-1 0-1,0-1 1,0 0 0,-5 4-88,-137 101-666,147-116 614,0 1-1,1 0 0,-1-1 0,1 0 1,0 1-1,0-1 0,0 0 0,0 0 0,0 1 1,0-1-1,1 0 0,-1 0 0,1 0 1,0 0-1,0 0 0,0 0 0,0 0 0,1 0 1,-1 1-1,1-1 0,0 0 0,0 0 1,0 0-1,0 1 0,0-1 0,2-2 53,-1 1 59,0 0 0,1 1-1,-1-1 1,1 1 0,0-1-1,0 1 1,1 0 0,-1 0 0,0 1-1,1-1 1,0 1 0,0 0-1,-1-1 1,1 2 0,0-1 0,1 0-1,-1 1 1,0 0 0,0 0-1,1 0 1,-1 0 0,0 1 0,1 0-1,-1 0 1,1 0 0,-1 0-1,0 1 1,1 0 0,-1 0 0,0 0-1,0 0 1,1 0 0,-1 1-1,0 0 1,0 0 0,-1 0-1,1 0 1,0 1 0,-1 0 0,1-1-1,-1 1 1,0 0 0,1 1-59,9 4 27,1-2 0,0 0 0,1 0 1,-1-1-1,1-1 0,0-1 0,0 0 1,0-1-1,1 0 0,-1-1 0,0-1 0,8-1-27,0-21-5115,-21 11 730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3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82 242 8514,'0'0'2763,"0"0"-485,0 0-487,0 0-473,16-19-588,109-161 695,-114 150-1377,-5 17 842,-6 40-344,-27 284 4235,37-155-3747,0-164-8061,-10-7 1907</inkml:trace>
  <inkml:trace contextRef="#ctx0" brushRef="#br0" timeOffset="270.733">1 573 8226,'0'0'104,"0"0"5713,0 0-3184,0 0-1345,173 11 336,-116-11-207,2-4 183,0-8-656,-9 4-264,-8-1-544,-10 4-136,-10 3-104,-7 2-688,-5 0-576,-10 11-1457,0 5-1304,0-1-4753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0:44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1316 7282,'0'0'1500,"0"0"1867,0 0-800,0 0-662,0 0-710,0 0-227,10 14 1969,72-79-1242,-65 47-1693,0-1 1,-1-1 0,-1 0-1,-1 0 1,-1-2 0,-1 0-1,-1 0 1,-1-1 0,0 0-1,-2-1 1,-1 0 0,-1 0-1,-1 0 1,-1-1 0,-1 0-1,-1 0 1,-2-1-3,0 3 33,-1-1-1,-1 1 0,-1 0 1,-1 0-1,-2 1 1,0-1-1,-1 1 1,-1 0-1,-1 1 1,-1 0-1,-10-16-32,-41-44 745,60 99-835,61 647 2907,-19-396-2013,-41-269-892,0 0 0,0-1 0,1 1 0,-1-1-1,0 1 1,0-1 0,1 1 0,-1 0 0,0-1 0,1 1 0,-1 0 0,0-1-1,1 1 1,-1 0 0,1 0 0,-1-1 0,1 1 0,-1 0 0,0 0 0,1 0 0,-1-1-1,1 1 1,-1 0 0,1 0 0,-1 0 0,1 0 0,-1 0 0,1 0 0,-1 0 0,1 0-1,-1 0 1,1 0 0,-1 0 0,1 1 0,-1-1 0,0 0 0,1 0 0,-1 0-1,1 0 1,-1 1 0,1-1 0,-1 0 0,0 1 0,1-1 0,-1 0 0,0 1 0,1-1-1,-1 0 1,0 1 0,1-1 0,-1 0 0,0 1 0,0-1 0,0 1 0,1-1-1,-1 1 1,0-1 0,0 1 0,0-1 88,15-56-9388,-12 39 6303,5-10-3296</inkml:trace>
  <inkml:trace contextRef="#ctx0" brushRef="#br0" timeOffset="501.52">522 1256 8410,'0'0'3521,"0"0"1542,0 0-2211,0 0-1527,0 0-201,0 20 78,7 160 577,8-123-1906,-15-56 6,0-1-100,0 0 55,0 0-219,-1-8-366,-3 0 645,1 0 1,-1 0-1,2-1 1,-1 1-1,1-1 1,1 1-1,0-1 1,0 0-1,0 0 1,1 1-1,0-1 0,1 0 1,0 1-1,0-1 1,1 0-1,0 1 1,1-1-1,0 1 1,0 0-1,1 0 1,0 0-1,0 1 0,1-1 1,0 1-1,0 0 1,0 0-1,1 1 1,6-6 105,-5 5-33,1 1 1,0 0-1,0 1 1,0 0-1,1 0 0,0 1 1,-1 0-1,2 0 1,-1 1-1,0 0 1,1 1-1,-1 0 1,1 0-1,0 1 0,0 0 1,-1 1-1,9 0 33,-12 4 173,0 1-1,-1-1 0,1 1 0,-1 0 0,0 0 1,0 0-1,-1 1 0,1 0 0,-1 0 1,0 0-1,-1 0 0,0 0 0,0 1 1,0 0-1,0 0 0,-1-1 0,-1 1 1,1 1-1,-1-1 0,0 0 0,-1 0 0,1 0 1,-1 1-1,-1-1 0,0 1-172,3 4 99,-2-4-51,0 1 0,1-1 0,0 0 0,1 0 0,-1 0 0,2 0 0,-1 0 0,1 0 0,0 0 0,1-1-1,0 1 1,0-1 0,1 0 0,-1-1 0,1 1 0,3 1-48,18 6-4449,8-9-4793,-26-5 2918</inkml:trace>
  <inkml:trace contextRef="#ctx0" brushRef="#br0" timeOffset="2529.155">2630 545 5945,'0'0'1967,"0"0"1646,0 0-1491,0 0-774,0 0-292,0 0 125,-1-10 14,1 6-1104,-3-27 927,2 48 254,-12 853 7793,13-869-9062,0-1-31,0 0-152,0 0-376,0-6-821,0-22-2628,0-5-4399,0 0-4714</inkml:trace>
  <inkml:trace contextRef="#ctx0" brushRef="#br0" timeOffset="1174.504">1320 816 7362,'0'0'1499,"0"0"1264,0 0-1308,0 0-424,0 0-410,0 0 225,2-18 611,7-33-682,-5 25 4362,-8 189-1205,-17 82-2460,11 20-1227,24-255-4223,-1-13-3318,0-8-4784</inkml:trace>
  <inkml:trace contextRef="#ctx0" brushRef="#br0" timeOffset="1653.191">1513 1194 6753,'0'0'8437,"0"0"-4843,0 0-2163,0 0-710,0 0 402,0 0 147,8-6-509,11-10-729,1 0-1,-2-2 0,0 0 0,-1-1 0,-1-1 0,-1 0 0,-1-1 0,-1-1 1,0 0-1,-2 0 0,-1-2 0,2-7-31,-17 119 1858,-2-31-1791,-10 90 1786,13-97-4813,3 1-3775,2-52 491,3-5-4147</inkml:trace>
  <inkml:trace contextRef="#ctx0" brushRef="#br0" timeOffset="2043.579">2034 987 10114,'0'0'1420,"0"0"3195,0 0-1744,0 0-1279,0 19-3,1 192 1885,0-206-3466,0 0 1,0 0-1,0-1 0,1 1 1,-1-1-1,1 0 0,0 1 1,0-1-1,1 0 0,-1 0 1,1 0-1,0 0 1,0-1-1,0 1 0,1-1 1,-1 0-1,1 0 0,0 0 1,0 0-1,0 0 0,0-1 1,0 0-1,0 0 1,1 0-1,-1-1 0,1 1 1,-1-1-1,1 0 0,0 0 1,0-1-1,-1 1 0,1-1 1,0 0-1,0 0 1,-1-1-1,1 1 0,0-1 1,-1 0-1,1-1 0,-1 1 1,1-1-1,-1 0 0,1 0 1,-1 0-1,0 0 1,0-1-1,0 0 0,1-1-8,1-3-30,-1-1 0,0 0-1,0 0 1,-1 0 0,0-1-1,0 0 1,-1 0 0,0 0-1,-1 0 1,0 0 0,0 0-1,-1-1 1,0 1 0,-1 0 0,0-1-1,0 1 1,-1-1 0,0 1-1,-1 0 1,0 0 0,0 0-1,-1 0 1,-1 0 0,1 0-1,-1 0 1,-2-2 30,-2 3-10,-1 0 0,1 1 0,-1 0-1,0 1 1,-1-1 0,1 2 0,-1-1 0,-1 2 0,1-1-1,-1 1 1,1 1 0,-1 0 0,0 0 0,0 1 0,-1 1-1,1 0 1,0 0 0,0 1 0,-1 1 0,1-1 0,-4 3 10,11-3-17,-1 0 1,1 1 0,0 0-1,0 0 1,0 0-1,0 1 1,0-1 0,0 1-1,0 0 1,1 0-1,-1 1 1,1-1 0,-1 1-1,1-1 1,0 1-1,0 0 1,0 0 0,0 1-1,0-1 1,1 0-1,0 1 1,0 0 0,0-1-1,-1 2 17,-12 65-5885,14-42-276</inkml:trace>
  <inkml:trace contextRef="#ctx0" brushRef="#br0" timeOffset="16150.561">9181 67 4369,'0'0'9622,"0"0"-5953,0 0-2476,0 0-563,-6 22 179,1-7-592,-1 1 63,1-1-1,1 1 0,0 0 1,2 0-1,-1 0 1,2 1-1,0-1 1,1 1-1,1-1 1,1 10-280,2-19 21,0 0 0,1 0 0,0 0 0,0 0 0,1-1 0,-1 1 0,1-2 0,0 1 0,1 0 0,0-1 0,0-1 0,0 1 0,0-1 0,0 0 0,1 0 0,0-1 1,0 0-1,0-1 0,0 0 0,0 0 0,1-1 0,-1 1 0,0-2 0,1 1 0,-1-1 0,1-1 0,-1 0 0,8-1-21,-11 2 2,1-1 0,-1 1 1,0-1-1,0 0 0,1-1 0,-1 1 0,0-1 1,0 0-1,0 0 0,-1-1 0,1 1 0,0-1 0,-1 0 1,0-1-1,0 1 0,0-1 0,0 1 0,0-1 0,-1 0 1,1-1-1,-1 1 0,0-1 0,-1 1 0,1-1 0,-1 0 1,0 0-1,0 0 0,0 0 0,-1 0 0,1 0 1,-1-1-1,-1 1 0,1 0 0,-1-1 0,0 1 0,0-3-2,1-6 21,-1 0 0,-1-1 0,0 1 0,0 0 0,-2 0 0,0 0 0,0 1 0,-1-1 0,-1 1 0,0-1 0,-1 2 0,0-1 0,-7-8-21,10 16 50,-1 0 0,0 0 0,0 1-1,-1 0 1,1 0 0,-1 0 0,0 0 0,0 1 0,0-1 0,0 1 0,-1 0-1,0 1 1,1 0 0,-1 0 0,0 0 0,0 0 0,0 1 0,0 0 0,0 0 0,0 1-1,0 0 1,0 0 0,-1 0 0,1 1 0,0 0 0,0 0 0,0 0 0,0 1 0,0 0-1,1 0 1,-1 0 0,0 1 0,1 0 0,0 0 0,0 0 0,0 1 0,-5 3-50,-159 175-3787,132-128-1184</inkml:trace>
  <inkml:trace contextRef="#ctx0" brushRef="#br0" timeOffset="3086.742">3569 1134 6953,'0'0'4564,"0"0"-2083,0 0-1505,0 0-648,0 0-76,0 0 628,8 5 96,16 3-528,1 0-1,0-1 0,0-2 0,0-1 1,1 0-1,-1-2 0,1-1 0,0-1 1,22-3-448,8 2-1448,-52 1-2545</inkml:trace>
  <inkml:trace contextRef="#ctx0" brushRef="#br0" timeOffset="4972.032">4943 1405 6105,'0'0'5525,"0"0"-566,0 0-2495,0 0-937,0 0-448,26-13 304,84-45-436,-102 53-889,0 0-1,1 1 0,0-1 1,0 2-1,0-1 1,0 1-1,0 1 1,1 0-1,-1 0 1,1 1-1,0 0 0,0 0 1,4 1-58,-11 4-8,1-1 0,-1 1 1,0 0-1,0-1 0,0 1 0,-1 1 0,1-1 1,-1 0-1,0 1 0,0-1 0,0 1 0,-1-1 0,0 1 1,1 0-1,-2 0 0,1-1 0,-1 1 0,1 0 1,-1 0-1,-1 0 0,1 0 0,-1 0 0,0-1 1,0 1-1,0 0 0,0 0 0,-2 2 8,-5 12-15,-1-1-1,0 1 1,-2-2 0,0 1-1,-1-1 1,0-1 0,-2 0-1,0-1 1,0-1-1,-1 0 1,-1-1 0,-1 0-1,-15 8 16,-12 8 40,64-20-80,14-5 323,0-1-1,0-2 1,0-1 0,0-2-1,0-1 1,0-2-1,-1-1 1,0-1-1,14-6-282,-3-42-6316,-38 42 3341,4-9-3528</inkml:trace>
  <inkml:trace contextRef="#ctx0" brushRef="#br0" timeOffset="4181.75">4725 807 7210,'0'0'1647,"0"0"2313,0 0-1240,0 0-1345,0 0-758,0 0-220,18-21 158,114-157 712,-96 61 3045,-36 115-4147,0 5-27,31 464 4121,6-341-4303,-29-110-3034,-6-6-2866,-1-5-1057</inkml:trace>
  <inkml:trace contextRef="#ctx0" brushRef="#br0" timeOffset="4446.401">4851 1139 7562,'0'0'4681,"0"0"-2089,0 0-975,0 0-665,0 0 64,0 0 288,0 0 401,27 4-785,10-4-488,15 0-376,13-9 128,9-4-176,5-3-8,0 1 0,-5 1 0,-7 5-680,-18 5-3465,-24 4-2785</inkml:trace>
  <inkml:trace contextRef="#ctx0" brushRef="#br0" timeOffset="6886.027">7253 321 6121,'0'0'2201,"0"0"2233,0 0-1713,0 0-1428,0 0-154,0 20 1011,-1 203 3007,3 310-1380,7-437-3590,17-105-9191,7-41-7941,-18 26 14290</inkml:trace>
  <inkml:trace contextRef="#ctx0" brushRef="#br0" timeOffset="5781.313">6299 994 6425,'0'0'879,"0"0"-489,5-23-273,-2 13 39,36-206-207,-31 116 2913,-8 73-2084,-1 0 0,-2 0-1,0-1 1,-2 2-1,-1-1 1,-1 0 0,-1 1-1,-1 1 1,-2-1 0,0 2-1,-7-10-777,-31-50 1710,44 92-1587,0 529 4532,6-490-4363,1 0 0,2 0-1,3 0 1,1 0 0,3-1-1,1-1 1,17 38-292,-22-134-16786,-7 21 8703</inkml:trace>
  <inkml:trace contextRef="#ctx0" brushRef="#br0" timeOffset="6039.219">6299 994 7034</inkml:trace>
  <inkml:trace contextRef="#ctx0" brushRef="#br0" timeOffset="6278.97">6299 994 7034,'147'-57'6818,"-148"57"-6757,1 1-1,0 0 0,-1 0 1,1-1-1,0 1 1,0 0-1,0 0 0,-1-1 1,1 1-1,0 0 1,0 0-1,0-1 0,0 1 1,1 0-1,-1 0 1,0-1-1,0 1 0,0 0 1,1 0-1,-1-1 1,0 1-1,1 0 0,-1 0 1,0-1-1,1 1 1,-1-1-1,1 1 0,-1 0 1,1-1-1,-1 1 1,1-1-1,0 1 0,-1-1 1,1 0-1,0 1 1,-1-1-1,1 1 0,0-1 1,0 0-1,-1 0 1,1 1-1,0-1 0,0 0 1,-1 0-1,1 0 0,0 0 1,0 0-1,-1 0 1,1 0-1,0 0 0,0 0 1,0 0-1,-1-1 1,1 1-1,0 0 0,-1 0 1,1-1-1,0 1 1,0-1-1,-1 1 0,1 0 1,-1-1-1,1 1 1,0-1-1,-1 1 0,1-1 1,-1 0-1,1 0-60,-2 6 446,2 208 4823,-1-214-5281,0 1-1,0-1 0,0 0 0,0 0 0,0 1 0,0-1 0,0 0 0,1 0 0,-1 1 1,0-1-1,1 0 0,-1 1 0,0-1 0,1 1 0,-1-1 0,1 0 0,-1 1 0,1-1 1,-1 1-1,1-1 0,-1 1 0,1-1 0,0 1 0,-1 0 0,1-1 0,0 1 1,-1 0-1,1-1 0,0 1 0,-1 0 0,1 0 0,0 0 0,0 0 0,-1-1 0,1 1 1,0 0-1,0 0 0,-1 0 0,1 1 0,0-1 0,-1 0 0,1 0 0,0 0 0,0 0 1,-1 1-1,1-1 0,0 0 0,-1 1 0,1-1 0,0 1 0,-1-1 0,1 0 1,-1 1-1,1-1 0,-1 1 0,1 0 0,-1-1 0,1 1 0,-1 0 13,12-56-246,-9 37 146,0 1 0,1-1 0,1 1 1,1 0-1,0 0 0,1 1 0,1 0 1,0 0-1,9-12 100,-14 25 11,0 0 0,1 0 0,-1 0 0,1 0-1,-1 1 1,1 0 0,0 0 0,-1 0 0,1 0 0,0 0 0,1 1 0,-1 0-1,0-1 1,0 2 0,0-1 0,1 0 0,-1 1 0,0 0 0,1 0 0,-1 0-1,0 1 1,1-1 0,-1 1 0,0 0 0,0 0 0,0 1 0,1-1 0,-1 1 0,-1 0-1,1 0 1,0 0 0,0 0 0,-1 1 0,1 0 0,-1-1 0,0 1 0,0 0-1,0 1 1,0-1 0,-1 1 0,1-1 0,-1 1 0,0 0 0,1 2-11,84 239 3270,-60-226-3822,-5-21-2929,-7-5-1778</inkml:trace>
  <inkml:trace contextRef="#ctx0" brushRef="#br0" timeOffset="7466.252">7579 883 6241,'0'0'1411,"0"0"-190,0 0 1787,0 0-1053,0 0-644,0 0-643,6-11 91,42-67 234,-31 54-378,-1-1 0,-1-1 0,-1-1 0,-1 0 0,-2-1 1,0 0-1,3-19-615,-8 221 4511,-6 166-2390,32-350-10958,-17-6 2932</inkml:trace>
  <inkml:trace contextRef="#ctx0" brushRef="#br0" timeOffset="8132.146">8313 154 6769,'0'0'626,"0"0"290,0 0 2259,0 0-1070,0 0-547,0 0-500,0-12 2918,0 258 2223,-2 1-3534,-1 259-919,13-515-4190,4-17-1194,1-5-5136,-2 3-4762</inkml:trace>
  <inkml:trace contextRef="#ctx0" brushRef="#br0" timeOffset="15145.315">5867 1725 6689,'0'0'874,"0"0"-647,0 0-61,0 0 835,0 0 922,6 0-851,18-7-601,0 0 0,0-2-1,-1-1 1,0-1 0,-1-1 0,0 0 0,-1-2 0,14-12-471,-7 8 194,139-80 854,4 9 0,4 6-1,11 6-1047,20-12 249,150-65-29,47-19 1182,81-64-1402,-280 110 2115,-80 91 163,-109 26-4282,-12-25-5550,-4 25 4668,1-6-6173</inkml:trace>
  <inkml:trace contextRef="#ctx0" brushRef="#br0" timeOffset="15766.903">8570 276 5905,'0'0'8362,"0"0"-5093,0 0-2064,0 0-589,0 0 978,0 0 367,0 26-629,11 204-11,35-55-983,-46-175-315,-9-202-83,-14-6 8,11 223-1047,12-11 1085,0 0 0,0-1 1,0 1-1,1 0 0,-1 0 1,1-1-1,0 1 0,0 0 1,1-1-1,-1 1 0,1-1 1,-1 0-1,1 1 0,0-1 1,0 0-1,1 0 0,-1 0 1,1 0-1,-1-1 0,1 1 1,0-1-1,0 1 0,0-1 1,1 0-1,-1 0 1,0-1-1,1 1 0,-1-1 1,3 2 13,18 8-80,-19-10 58,0 1-1,0-1 1,-1 1-1,1 0 1,-1 0-1,1 1 0,-1-1 1,0 1-1,0 0 1,0 0-1,0 0 1,0 1-1,-1-1 1,0 1-1,1 0 1,-1 0-1,-1 0 1,1 0-1,-1 1 1,1-1-1,-1 1 0,0-1 1,-1 1-1,2 4 23,-7-3 97,0 0 0,-1 0 0,0-1-1,1 0 1,-2 0 0,1 0 0,0-1-1,-1 1 1,0-1 0,0-1 0,0 1 0,-1-1-1,1 0 1,-1 0 0,0-1 0,0 0-1,1 0 1,-8 0-97,14-2 3,-61 23-557,60-19-5428,1-3 182</inkml:trace>
  <inkml:trace contextRef="#ctx0" brushRef="#br0" timeOffset="17668.237">4060 2112 4321,'0'0'2527,"0"0"-1517,0 0-769,0 0-113,0 0 428,0 0 1638,8 1-750,114-9 2414,1082-414-893,-124 71-2259,-377 146 1579,-518 125-1424,-134 67-3946,-30 11-417,-2-3-3733</inkml:trace>
  <inkml:trace contextRef="#ctx0" brushRef="#br0" timeOffset="21384.794">1261 2523 6729,'0'0'679,"0"0"16,0 0 1463,0 0-448,0 0-722,-4 20 341,-75 323 4959,4-18-4419,59-256-1780,-1-79-2024,4-173-969,15 152 2721,0-3 176,2 0 0,2 0 0,1 1 0,1 0 0,2 0 0,1 1 0,2 0 0,1 1 0,2 0 0,0 2 0,2 0 0,2 0 0,4-3 7,-22 29 40,-1 1 0,1 0-1,0 0 1,0 0 0,0 0 0,0 0 0,0 0-1,1 1 1,-1-1 0,0 1 0,1-1-1,0 1 1,-1 0 0,1 0 0,-1 0 0,1 0-1,0 1 1,0-1 0,-1 1 0,1 0-1,0-1 1,0 1 0,0 0 0,-1 1 0,1-1-1,0 0 1,0 1 0,0 0 0,-1 0 0,1-1-1,-1 1 1,1 1 0,0-1 0,-1 0-1,0 1 1,1-1 0,-1 1 0,0 0 0,0 0-1,0 0 1,0 0 0,0 0 0,0 0-1,-1 0 1,1 1 0,-1-1 0,1 1 0,-1-1-1,0 1-39,62 133 2772,-62-133-2737,88 432 2927,-87-427-2998,-1-1 0,1 0 1,0 0-1,1 0 0,-1 0 1,1-1-1,1 1 0,-1-1 0,1 1 1,0-1-1,1-1 0,-1 1 1,1 0-1,0-1 0,1 0 1,-1 0-1,2 0 36,1-7-6076,-7-28 2047,-1 28 2567,-6-34-7198,-9 0 4627</inkml:trace>
  <inkml:trace contextRef="#ctx0" brushRef="#br0" timeOffset="21632.372">1154 3099 5977,'0'0'1721,"0"0"4256,0 0-4209,0 0-1072,0 0-375,0 0 399,0 0 272,57 16 192,-10-16-576,10-9 288,5-5-615,-8 1-281,3 4-105,-15 7-1551,-15 2-3593</inkml:trace>
  <inkml:trace contextRef="#ctx0" brushRef="#br0" timeOffset="21982.471">2000 3015 13691,'0'0'3619,"0"0"-2138,0 0-917,0 0-3,0 0 409,0 0 18,14-1-280,290-36 202,-256 27-2543,-46 9-552,-2 1-867,0 0-1423</inkml:trace>
  <inkml:trace contextRef="#ctx0" brushRef="#br0" timeOffset="22260.457">2004 3224 8834,'0'0'128,"0"0"4729,0 0-2529,0 0-1255,0 0 143,0 0-152,127-7 505,-98-2-553,-2 2-416,1 3-456,-4 0-88,1 1-56,-5 1 16,2 2-88,-2 0-456,9 0-1033,-6 0-863,-1-2-2937</inkml:trace>
  <inkml:trace contextRef="#ctx0" brushRef="#br0" timeOffset="22840.211">2815 2715 9458,'0'0'2534,"0"0"-788,0 0-617,0 0-163,0 0 121,0 0-83,12-22-404,55-110 196,-52 42 2251,-15 89-2444,0 1-17,0 5-249,-42 422 4145,40-388-4377,1-29-103,-1 0 1,2-1-1,-1 1 0,2 0 0,-1 0 0,1 0 0,1 0 0,-1 0 0,2-1 0,-1 1 0,1-1 0,5 9-2,-4-14-1549,-1-15-8333,-3-6-263</inkml:trace>
  <inkml:trace contextRef="#ctx0" brushRef="#br0" timeOffset="23086.274">2721 3112 7162,'0'0'1456,"0"0"3081,0 0-2857,0 0-39,0 0-713,139-4 728,-95-5-16,5 0-407,3-4-649,-5 2-360,-5 0-224,-7 0-88,-10 2-1440,-8 2-1097,-12 5-2848</inkml:trace>
  <inkml:trace contextRef="#ctx0" brushRef="#br0" timeOffset="23661.203">2780 3304 12107,'0'0'3631,"0"0"-2240,0 0-812,0 0 442,0 0 685,0 0-372,21 4 431,160-35-955,-179 31-811,0 0 1,-1 0-1,1 0 0,0 0 1,-1 0-1,1 0 1,-1 0-1,1 1 0,0-1 1,-1 1-1,1-1 1,-1 1-1,1 0 0,-1-1 1,1 1-1,-1 0 1,1 0-1,-1 0 0,0 0 1,0 0-1,0 0 1,1 1-1,-1-1 0,0 0 1,0 1-1,0-1 1,-1 1-1,1-1 0,0 1 1,-1-1-1,1 1 1,-1-1-1,1 1 0,-1-1 1,1 1-1,-1 0 1,0-1-1,0 1 0,0 0 1,0-1-1,0 1 1,-1 0-1,1-1 0,0 1 1,-1 0-1,1-1 1,-1 2-1,1 4 9,-2 1 2,1 0 0,-1-1 0,-1 1 1,1-1-1,-1 0 0,-1 0 0,1 0 1,-1 0-1,0-1 0,-1 1 0,1-1 1,-1 0-1,0 0 0,-1-1 1,0 1-1,-1 0-10,-38 46 46,45-50-46,0 0-1,0-1 0,0 1 0,0 0 1,1-1-1,-1 1 0,1-1 1,-1 1-1,1 0 0,-1-1 1,1 1-1,0-1 0,-1 1 1,1-1-1,0 0 0,0 1 0,0-1 1,0 0-1,0 0 0,1 0 1,-1 0-1,0 1 0,1-2 1,-1 1-1,0 0 0,1 0 0,-1 0 1,1-1-1,-1 1 0,1-1 1,0 1-1,-1-1 0,1 1 1,-1-1-1,1 0 0,0 0 1,-1 0-1,1 0 0,0 0 0,-1 0 1,1-1-1,0 1 0,-1 0 1,1-1-1,-1 1 0,1-1 1,-1 0-1,1 1 0,-1-1 0,2-1 2,4 2 12,194-20 491,-190 20-76,-2-1-1676,-4 0-6628,-5 1 4831</inkml:trace>
  <inkml:trace contextRef="#ctx0" brushRef="#br0" timeOffset="24362.67">3386 3112 6569,'0'0'811,"0"0"-455,0 0-261,0 0 600,0 0 1883,0 0-283,17-13-887,54-44-510,-14-31 669,-49 66-1511,3-16-140,-1 0 0,-2-1 0,-2 0 0,-2-1 0,-1 1 0,-2-1 0,-1 1 0,-3-2 84,3-30-406,0 68 394,0-5 6,1 0 0,-1-1-1,0 1 1,-1 0 0,0 0 0,0-1 0,-1 1 0,0 0 0,0 0 0,-1 0 0,0 1-1,0-1 1,-1 1 0,0-1 0,-1 0 6,4 7 30,0 0 1,1 1-1,-1-1 1,0 0-1,0 1 0,0-1 1,0 1-1,1-1 0,-1 1 1,0 0-1,0-1 0,0 1 1,0 0-1,0 0 0,0-1 1,0 1-1,0 0 0,0 0 1,0 0-1,0 0 0,-1 0 1,1 1-1,0-1 1,0 0-1,0 0 0,1 1 1,-1-1-1,0 0 0,0 1 1,0-1-1,0 1 0,0 0 1,0-1-1,0 1 0,1-1 1,-1 1-1,0 0 0,1 0 1,-1 0-1,0-1 0,1 1 1,-1 0-1,1 0 1,-1 0-1,1 0 0,0 0 1,-1 0-1,1 0 0,0 0 1,0 0-1,-1 0 0,1 0 1,0 0-1,0 0 0,0 0 1,0 0-1,0 0 0,1 0-30,-15 60 1420,3 0-1,3 0 0,3 1 0,2 0 0,3 0 0,5 30-1419,-5-84 95,2 24 98,1-1 0,2 1-1,0-1 1,3 0 0,0-1 0,2 0-1,1 0 1,2-1 0,1 0-1,1-1 1,1-1 0,7 8-193,-13-42-6983,16-26 1642,-15 18 949,11-12-6057</inkml:trace>
  <inkml:trace contextRef="#ctx0" brushRef="#br0" timeOffset="24798.55">3850 3041 11666,'0'0'4248,"0"0"-2552,0 0-842,0 0 143,0 0 943,0 0-353,4 18-610,34 157-54,-27-159-1214,-7-53-1104,-2 11 865,2 11 419,0 0 0,1 1 0,0-1 0,1 1 1,1 0-1,1 0 0,0 1 0,0 0 0,1 0 1,1 1-1,0 0 0,1 1 0,10-9 111,-20 19 38,1-1-1,-1 1 0,1 0 1,-1-1-1,1 1 0,0 0 1,0 0-1,-1 0 1,1 1-1,0-1 0,0 0 1,0 1-1,0-1 1,0 1-1,0 0 0,0-1 1,0 1-1,0 0 0,0 0 1,0 0-1,0 0 1,0 1-1,0-1 0,-1 1 1,1-1-1,0 1 0,0-1 1,0 1-1,0 0 1,-1 0-1,1 0 0,0 0 1,-1 0-1,1 1 0,0-1 1,-1 0-1,0 1 1,1-1-1,-1 1 0,0-1 1,0 1-1,0 0 1,0-1-1,0 1 0,0 0 1,0 0-1,-1 0 0,1 1-37,24 101 2272,-24-99-2213,22 138 1460,-22-142-1544,-1 0 1,1 0-1,0 0 0,0 0 0,0 0 1,-1 0-1,1 0 0,0 0 0,0-1 1,1 1-1,-1 0 0,0-1 1,0 1-1,0-1 0,0 1 0,0-1 1,1 1-1,-1-1 0,0 0 0,0 0 1,1 0-1,-1 0 0,0 0 0,0 0 1,1 0-1,-1 0 0,0 0 0,0 0 1,0-1-1,1 1 0,-1 0 1,0-1-1,0 1 0,0-1 0,0 0 1,0 1-1,0-1 0,0 0 0,0 0 1,0 1-1,0-1 0,0-1 25,53-69-5597,-31 31 913</inkml:trace>
  <inkml:trace contextRef="#ctx0" brushRef="#br0" timeOffset="25729.113">4997 2937 7154,'0'0'5674,"0"0"-2607,0 0-1758,0 0-587,0 0-47,0 0 466,12-13 994,6-6-2124,0-1 1,-1-1-1,0 0 1,-2-1-1,-1-1 0,-1 0 1,-1-1-1,-1-1 1,-1 0-1,3-11-11,-24 173 4169,-4 130-2288,37-230-2125,-9-73-2650,9-36-3814,-10 42 1012</inkml:trace>
  <inkml:trace contextRef="#ctx0" brushRef="#br0" timeOffset="26115.673">5434 2810 13675,'0'0'3791,"0"0"-1726,0 0-94,0 0-531,3 21-248,9 64-317,-10-79-807,0-1 0,1 1 0,0-1 0,0 0 0,0 1 0,0-1 0,1-1 0,0 1 0,0 0 1,0-1-1,1 0 0,0 0 0,-1 0 0,1-1 0,0 1 0,1-1 0,-1 0 0,1-1 0,-1 1 0,1-1 0,0 0 0,0-1 0,0 0 0,0 1 0,0-2 0,0 1 0,0-1 0,0 0 0,0 0 0,0 0 0,0-1 0,0 0 0,6-2-68,5 3 54,-13 0-69,1 0-1,0 0 0,0-1 0,-1 1 0,1-1 0,0 0 0,-1 0 1,1 0-1,-1-1 0,0 0 0,1 0 0,-1 0 0,0 0 0,0-1 1,0 0-1,0 1 0,-1-1 0,1-1 0,-1 1 0,1 0 0,-1-1 1,-1 0-1,1 0 0,0 0 0,-1 0 0,0 0 0,0 0 0,0 0 0,0-1 1,-1 1-1,1-1 0,-1 0 0,-1 1 0,1-1 0,0 0 0,-1 1 1,0-1-1,-1-3 16,3 1-52,-2 0 1,1 0 0,-1 0 0,0 0-1,0 0 1,-1 1 0,0-1 0,0 0-1,-1 0 1,0 1 0,0-1 0,0 1-1,-1-1 1,0 1 0,0 0-1,-1 0 1,1 0 0,-1 1 0,-1-1-1,1 1 1,-1 0 0,0 0 0,0 0-1,0 1 1,-1 0 0,1 0 0,-1 0-1,0 1 1,0 0 0,-1 0-1,1 0 1,-1 1 0,1 0 0,-7-1 51,5 2-13,0-1 0,0 1 1,-1 1-1,1 0 0,0 0 1,-1 1-1,1 0 0,0 0 0,0 0 1,0 1-1,0 1 0,0 0 1,0 0-1,1 0 0,-1 1 1,1 0-1,0 0 0,0 1 1,0 0-1,1 0 0,0 0 1,0 1-1,0 0 0,0 0 0,1 1 1,0 0-1,1 0 0,0 0 1,0 0-1,0 0 0,1 1 1,0 0-1,0 0 0,1 0 1,0 0-1,0 0 0,0 5 13,3 57-4109,13-49-1016</inkml:trace>
  <inkml:trace contextRef="#ctx0" brushRef="#br0" timeOffset="30284.706">6611 2083 6841,'0'0'1670,"0"0"2114,0 0-1140,0 0-1107,0 0-493,0 0 121,-7-16 334,-21-52 368,27 65-1751,-1 1-1,0 0 1,1 0-1,-1-1 1,0 1-1,0 1 1,-1-1-1,1 0 1,0 0-1,-1 1 1,1-1-1,0 1 1,-1 0-1,0 0 1,1 0-1,-1 0 1,0 0-1,1 0 1,-1 1-1,0-1 1,0 1-1,0 0 1,0 0-1,1 0 1,-1 0-1,0 1 1,0-1-1,0 1 1,1-1-1,-1 1 1,-2 1-116,-4 0 151,-167 75 867,69-21-589,101-54-398,-1-1 1,1 0-1,-1-1 1,0 0-1,1 0 0,-1 0 1,0-1-1,1 0 1,-1 0-1,1 0 1,-1-1-1,1 0 1,0-1-1,0 1 0,0-1 1,0 0-1,0-1 1,0 1-1,1-1 1,0 0-1,0 0 0,0-1 1,0 0-1,1 0 1,-1-1-32,-73-47 442,59 47-356,-2 0 0,1 2 0,0 0 1,-1 1-1,1 2 0,-1 0 0,0 1 0,0 0 0,1 2 0,-1 1 1,1 0-1,-9 4-86,-189 100 22,77-93 94,-491 108-137,335-73 5,260-52 17,0-2 0,0-2 0,0-2 0,1 0 0,1-3 0,0-1 0,0-2 0,1-1 0,-8-6-1,-113-47 16,153 68-26,-1 1 0,0-1 1,0 0-1,0 1 0,0 0 0,1-1 0,-1 1 0,0 0 0,0 0 0,0 1 0,0-1 0,0 1 0,1-1 0,-1 1 0,0 0 0,0 0 1,1 0-1,-1 0 0,1 1 0,-1-1 0,1 1 0,-1 0 0,1-1 0,0 1 0,0 0 0,0 0 0,0 0 0,-1 2 10,-17 13-43,11-14 36,0-1 0,0 1 0,-1-1 1,1-1-1,0 0 0,-1 0 0,1-1 0,0 0 1,-1-1-1,1 0 0,0 0 0,0-1 0,-1 0 1,1 0-1,0-1 0,1-1 0,-1 1 0,-1-2 7,-56-15 20,-1 3-1,0 2 0,-1 4 1,-1 3-1,1 3 0,-69 3-19,126 1-38,-1 1-1,1 0 0,-1 1 0,1 0 0,-1 1 1,1 0-1,0 0 0,0 2 0,0-1 1,0 1-1,0 1 0,1 0 0,0 0 1,0 1-1,0 0 0,-1 3 39,-49-8 89,-94-31-83,-252 7-40,406 23 46,0 0-101,0 0-20,0 0 50,0 0 40,-26-6 273,-9-6-317,-2 2 0,1 1 0,-1 2 0,-1 2 0,1 1 0,-1 2 0,0 2 0,1 1 0,-28 5 63,-12-2-671,40-12 554,1 1-1,-1 2 1,0 1 0,0 2-1,-1 1 1,1 2 0,-12 3 117,-75 25-14,-28-15 305,42 75-399,-18-79 251,112-3-154,1 1 0,-1 0 1,1 1-1,1 1 0,0 0 1,0 1-1,1 1 0,0 0 1,1 0-1,0 1 0,1 1 1,1 0-1,0 1 0,1 0 1,0 0-1,2 1 0,0 0 1,0 0-1,0 7 11,-136 299 27,140-239 500,74 168-149,-60-187-371,-3 0 0,-2 0 0,-4 1-1,-5 63-6,2-16-49,-53 94-122,53-203 103,0-1 0,0 0 0,0 1 0,0-1 0,1 1 0,-1-1 0,1 1 0,0 0 1,-1-1-1,1 1 0,0-1 0,1 1 0,-1 0 0,0-1 0,1 1 0,-1-1 0,1 1 0,0-1 0,0 1 0,0-1 0,0 1 1,0-1-1,1 0 0,-1 0 0,1 0 0,-1 0 0,1 0 0,0 0 0,0 0 0,0 0 0,0-1 0,0 1 0,0-1 0,0 1 1,0-1-1,1 0 0,-1 0 0,1 0 0,-1 0 0,1 0 0,-1-1 0,1 1 0,-1-1 0,1 1 68,33 4-6148,3-4-4399</inkml:trace>
  <inkml:trace contextRef="#ctx0" brushRef="#br0" timeOffset="31866.626">6438 1912 6785,'0'0'1023,"0"0"-553,0 0 54,0 0 1528,0 0-394,0 0-482,3 0-330,166 1 2188,-164 2-2942,-1 1 0,1 0 0,-1 0 0,0 0 0,0 0 1,0 1-1,-1 0 0,0-1 0,0 1 0,0 1 0,0-1 0,-1 0 0,0 1 1,0-1-1,0 1 0,-1 0 0,0-1 0,0 1 0,0 0 0,-1 0 0,1 0 1,-2 0-1,1 0 0,-1-1 0,1 1 0,-2 0 0,1 1-92,1 2 144,0 27 204,1-23-242,0 0-1,-1 1 1,0-1-1,-1 0 0,-1 0 1,0 1-1,0-1 1,-2-1-1,0 1 1,0 0-1,-1-1 1,0 0-1,-3 4-105,-54 71 1041,48-72-969,1 1-1,1 0 0,0 1 0,1 1 0,1-1 0,1 2 1,1-1-1,0 1 0,1 0 0,1 1 0,1 0 0,1 0 1,0 0-1,1 8-71,6-19-2,1 0 0,0 0 0,1-1 0,-1 0 0,2 1-1,-1-1 1,1-1 0,0 1 0,1-1 0,-1 0 0,1-1 0,1 0 0,-1 0 0,9 5 2,-13-9-5,39 28 27,-35-27-14,0 0-1,-1 1 1,1 0-1,-1 0 1,0 1-1,0-1 1,0 1-1,-1 1 1,0-1-1,0 1 0,0 0 1,0 0-1,-1 0 1,0 1-1,-1-1 1,1 1-1,-1 0 1,-1 0-1,1 1 1,-1-1-1,0 3-7,-16 158 718,14-164-715,0-1 1,1 1 0,0-1 0,0 0-1,0 1 1,0-1 0,1 0-1,-1 0 1,1 0 0,0 0 0,0 0-1,0 0 1,0 0 0,0-1-1,1 1 1,-1-1 0,1 0 0,0 0-1,-1 0 1,1 0 0,0 0-1,0 0 1,0-1 0,1 1 0,-1-1-1,0 0 1,0 0 0,1 0-1,-1 0 1,1-1 0,0 1-4,115 9 173,-113-10-165,6-1-20,-11 1 38,0-1 0,0 1 0,0 0 0,-1 0 0,1-1 0,0 1 0,0 0 0,0 0 0,0 0 0,-1 0 0,1 0 0,0 0 0,0 0 0,0 0 0,0 0 0,0 1 0,-1-1-1,1 0 1,0 0 0,0 1 0,0-1 0,-1 1 0,1-1 0,0 1 0,0-1 0,-1 1 0,1-1 0,0 1 0,-1-1 0,1 1 0,-1 0 0,1-1 0,-1 1 0,1 0 0,-1 0 0,0-1 0,1 1 0,-1 0 0,0 0 0,1 0 0,-1-1 0,0 1 0,0 0 0,0 0 0,0 0 0,0 0 0,0 0 0,0 0-26,-38 177 1955,29 75-1307,9-181-3265,18-103-5863,-6 11 402</inkml:trace>
  <inkml:trace contextRef="#ctx0" brushRef="#br0" timeOffset="39710.149">4678 2537 7826,'0'0'720,"0"0"2391,0 0-1213,0 0-894,-1 1 7547,-9 20-8311,-4 10 58,-6 8-110,2 1 0,1 1 0,2 0 0,2 1 1,2 0-1,2 1 0,2 1 0,1-1 0,2 1 0,3 25-188,4-53 70,2 0-1,0 0 0,1-1 0,1 1 1,0-2-1,1 1 0,0-1 0,1 0 1,1-1-1,0 0 0,1 0 0,0-1 1,1-1-1,1 0 0,-1 0 1,2-1-1,-1-1 0,1-1 0,1 1 1,0-2-1,0 0 0,0-1 0,1-1 1,-1 0-1,1-1 0,1-1 0,-1 0 1,11 0-70,-24-3 24,-2 0-15,-1 0 42,0 0-43,0 0 45,79-30-5576,-39 7-1437</inkml:trace>
  <inkml:trace contextRef="#ctx0" brushRef="#br0" timeOffset="40695.173">5998 2448 6105,'0'0'962,"0"0"-586,0 0-311,0 0 455,0 0 1561,0 0-754,-4-2-626,-12-7 4729,33 17-1844,2 5-4252,-1 4 884,0 1-1,-1 0 1,-1 1 0,0 1 0,-2 1-1,0 0 1,-1 1 0,-1 0 0,-2 1-1,0 0 1,-1 1 0,-1 0 0,-2 0-1,0 0 1,-2 1 0,0 0-1,-2 0 1,-1 1 0,-1 10-218,4 27 235,-2 1 0,-4 0 0,-2-1 0,-3 0 0,-2 0 0,-16 49-235,12-122-603,16-4-2342,3 6-2441,5-1-8633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3:31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2509 1647 11282,'0'0'2405,"0"0"-1197,0 0-652,0 0-17,23-23 349,76-80-209,15-79-225,-99 149-445,-1 9-8,-2-1 0,-1-1-1,-1 0 1,-2 0 0,0-1 0,-2 0 0,0 0 0,-2-1 0,-2 0 0,0 1-1,-1-1 1,-2 0 0,-1 0 0,-2 1 0,0-1 0,-2 1 0,0 0 0,-2 0-1,-1 1 1,-2 0 0,0 1 0,-2 0 0,0 1-1,3 8 23,0 1 0,-1 0 0,-1 1 0,0 0 0,-1 1 0,-1 0 0,0 1 0,0 1 0,-1 0 0,-1 1 0,0 1 0,0 0 1,0 1-1,-13-4-23,25 12 47,0 1 1,0 0 0,0 0 0,0 0 0,0 0-1,0 1 1,1-1 0,-1 1 0,0 0-1,1 0 1,0 0 0,-1 1 0,1-1 0,0 1-1,0-1 1,1 1 0,-1 0 0,0 0 0,1 1-1,0-1 1,0 0 0,0 1 0,0 0 0,0-1-1,1 1 1,0 0 0,-1 0 0,1 0-1,1-1 1,-1 1 0,1 0 0,-1 0 0,1 0-1,0 0 1,1 0 0,-1 0 0,1 0 0,-1 0-1,1 0 1,0 0 0,1 0 0,-1 0 0,2 1-48,-3 17 372,4 40 110,4 0 0,2 0 0,2-1 1,4-1-1,2 0 0,2-1 0,4-1 1,1-1-1,3-1 0,35 50-482,-33-58 66,2-2 0,2-1 0,1-2-1,3-1 1,1-2 0,5 1-66,-48-41-5667,-19-3 792,16-7 484</inkml:trace>
  <inkml:trace contextRef="#ctx0" brushRef="#br0" timeOffset="519.118">3233 1296 8706,'0'0'5394,"0"0"-3175,0 0-1576,0 0-229,0 0 217,2 21 287,28 166 716,2-142-1517,-32-44-135,0-1 87,0-39-211,-3 32 87,1-1-1,1 1 1,-1 0 0,1-1-1,1 1 1,-1-1-1,1 1 1,1-1 0,-1 1-1,1-1 1,1 1 0,-1 0-1,1-1 1,0 1 0,1 0-1,0 0 1,0 0-1,0 1 1,1-1 0,0 1-1,0 0 1,1 0 0,0 0-1,0 1 1,0-1 0,0 1-1,1 0 1,0 1-1,0-1 1,1 1 0,-1 1-1,1-1 1,-1 1 0,8-3 55,-1 7 95,0 0 1,0 1 0,0 0-1,0 1 1,0 0 0,0 1 0,-1 0-1,0 1 1,0 1 0,0-1-1,-1 2 1,0 0 0,0 0 0,-1 1-1,1 1 1,-2 0 0,1 0-1,-1 0 1,-1 1 0,0 1-1,5 7-94,24 21 98,-11 1-486,-17-9-4011,-7-21-1115</inkml:trace>
  <inkml:trace contextRef="#ctx0" brushRef="#br0" timeOffset="-967.595">1390 1389 10882,'0'0'4491,"0"0"-2323,0 0-1444,0 0-468,0 0-106,0 0 72,12-1-15,376-53 420,-309 43-798,-76 20-3067,-3 4-701</inkml:trace>
  <inkml:trace contextRef="#ctx0" brushRef="#br0" timeOffset="-698.574">1543 1534 10266,'0'0'2057,"0"0"-1137,0 0 216,0 0 200,0 0 49,0 0-481,0 0-240,123-2-248,-88-3-32,5-1-176,4-1-48,1 3-136,-1-1 152,-2 5-304,-5 0 128,5 0-624,-10 0-1936,-7 0-5130</inkml:trace>
  <inkml:trace contextRef="#ctx0" brushRef="#br0" timeOffset="-1583.356">562 1183 8794,'0'0'1035,"0"0"1979,0 0-160,0 0-813,0-13 831,0 19 1666,-5 57-4471,-3 1 1,-2-1-1,-4 0 0,-2-1 0,-16 38-67,-29 121-93,41-124-1013,20-96 827,2-28-1314,41-229-4147,-36 189 5250,28-192-629,9 92 3444,-43 162-2301,-1 0 1,1-1-1,0 1 1,1 0-1,-1 0 1,1 0-1,0 0 0,0 0 1,0 1-1,1-1 1,0 1-1,0-1 1,0 1-1,0 0 0,1 0 1,0 0-1,0 1 1,0-1-1,0 1 1,0 0-1,0 0 0,1 0 1,0 1-1,-1 0 1,1 0-1,0 0 1,0 0-1,0 1 0,1-1 1,-1 1-1,0 1 1,0-1-1,1 1 1,-1 0-1,0 0 0,0 1 1,1-1-1,-1 1 1,0 0-1,0 0 1,1 1-25,9 13 170,-2 0-1,0 1 1,-1 0 0,-1 1 0,0 1 0,-1-1 0,-1 2 0,-1-1 0,0 1 0,-1 0 0,-2 1 0,0 0 0,-1-1-1,0 2 1,-2-1 0,-1 0 0,0 4-170,13 130 902,-12-103-767,3 0-1,2 0 1,1-1 0,3-1-1,14 39-134,2-56-289,-24-70-6658,-3 10 843</inkml:trace>
  <inkml:trace contextRef="#ctx0" brushRef="#br0" timeOffset="-1314.638">465 1561 10138,'0'0'2721,"0"0"-1033,0 0-928,0 0-344,0 0 953,0 0-825,0 0 200,55-3-224,-16-10-16,6-5-360,4 1 88,1-3 0,2 2-224,-5 7-16,0 4-112,14 5-664,-9 2-1953,-5 0-11890</inkml:trace>
  <inkml:trace contextRef="#ctx0" brushRef="#br0" timeOffset="2048.611">4491 1103 9274,'0'0'1863,"0"0"-847,0 0-442,0 0-232,0 0 389,0 0 85,17-17-278,113-142-270,-82-4 1982,-55 713 3000,41-556-7502,-15-10-958,-3-2-2584</inkml:trace>
  <inkml:trace contextRef="#ctx0" brushRef="#br0" timeOffset="2494.721">5035 867 13259,'0'0'2348,"0"0"-1067,0 0-613,0 27 341,25 205 1811,-23-226-2797,-1 0 0,1 0 0,1 0 0,-1 0 1,1 0-1,0 0 0,0-1 0,1 0 0,0 1 1,0-1-1,0-1 0,0 1 0,1-1 0,0 1 1,-1-1-1,2 0 0,-1-1 0,0 0 0,1 1 1,0-2-1,-1 1 0,1-1 0,0 0 0,1 0 1,-1 0-1,0-1 0,0 0 0,1 0 0,-1-1 1,0 0-1,1 0 0,-1 0 0,1-1 1,-1 0-1,1 0-23,1-4-3,0-1 0,0 0 1,0 0-1,0-1 0,-1 1 1,0-2-1,-1 1 0,0-1 1,0 0-1,-1 0 0,1-1 1,-2 1-1,1-1 0,-1-1 1,-1 1-1,0 0 0,0-1 1,-1 1-1,0-1 0,0 0 1,-1-9 2,3-4-5,-2-1-1,0 1 1,-2 0 0,0-1 0,-2 1-1,0-1 1,-2 1 0,-3-8 5,6 24-2,-1 0 0,0 0-1,-1 0 1,0 0 0,0 1-1,0-1 1,-1 1 0,0 0 0,0 0-1,-1 0 1,1 0 0,-1 1 0,0 0-1,-1 0 1,0 0 0,1 1-1,-1 0 1,-1 0 0,1 0 0,0 1-1,-1 0 1,0 0 0,0 1-1,0 0 1,0 0 0,0 0 0,0 1-1,-4 0 3,2 0-8,1 2-1,-1-1 0,1 1 0,-1 0 1,1 1-1,-1 0 0,1 0 0,0 1 0,0 0 1,0 0-1,0 1 0,1 0 0,0 0 1,-1 1-1,1 0 0,1 0 0,-1 1 1,1 0-1,0 0 0,0 0 0,1 1 0,0 0 1,0 0-1,0 0 0,1 1 0,0-1 1,1 1-1,0 0 0,0 0 0,0 0 1,1 1-1,1-1 0,-2 7 9,3-11-125,0-1 1,0 0-1,0 1 1,1-1-1,-1 1 1,1-1-1,0 0 1,0 1-1,0-1 1,0 0-1,0 0 1,1 0-1,-1 0 1,1 0-1,0 0 1,0 0-1,0-1 1,0 1-1,1-1 1,-1 1-1,1-1 1,-1 0-1,1 0 0,0 0 1,0 0-1,0 0 1,0-1-1,0 1 1,0-1-1,0 0 1,1 0-1,-1 0 1,0-1-1,1 1 1,1-1 124,42 7-4577</inkml:trace>
  <inkml:trace contextRef="#ctx0" brushRef="#br0" timeOffset="3215.809">5838 280 10266,'0'0'1937,"0"0"-737,0 0-621,0 0-267,0 0 388,8-19-223,60-166 754,-60 110 606,-8 74-1529,0 8 29,0 25-246,-2 31 685,3-1 0,3 0 0,3 1-1,2-2 1,3 1-776,-1-51-2367,-11-25-1672</inkml:trace>
  <inkml:trace contextRef="#ctx0" brushRef="#br0" timeOffset="3499.57">5838 280 10842</inkml:trace>
  <inkml:trace contextRef="#ctx0" brushRef="#br0" timeOffset="3500.57">5838 280 10842,'-52'156'1921,"67"-156"-689,7 0-672,5 0 488,3 0-199,7 0-305,0-9-440,7 0-56,3 0-48,3 0 8,-3 3-64,7-3-48,-14 2-977,-11 0-3144</inkml:trace>
  <inkml:trace contextRef="#ctx0" brushRef="#br0" timeOffset="4115.174">5944 565 11602,'0'0'3593,"0"0"-2288,0 0-789,0 0-152,0 0 114,0 0-23,0 0-151,19-12-181,65-37-88,-77 44-21,1 1 1,0 0 0,0 1 0,1-1-1,-1 2 1,1-1 0,0 1 0,-1 0 0,1 1-1,0 0 1,0 1 0,0-1 0,0 2-1,0-1 1,1 1-15,-3 59 120,-13-42-100,0-1 0,-1 0 1,-1-1-1,0 0 0,-1 0 0,-1 0 0,-1-2 0,0 1 0,-1-1 1,0-1-1,-3 2-20,-8 12 13,-25 14 146,48-68 157,-1 23-315,0 1 0,1-1 0,-1 0-1,1 0 1,0 0 0,0 0 0,0 0 0,1 0 0,0 0 0,-1 1 0,1-1 0,0 0 0,1 0 0,-1 1 0,1-1 0,0 1 0,-1-1 0,2 1 0,-1 0 0,0 0 0,1 0 0,-1 0 0,1 0 0,0 0 0,0 1 0,0-1 0,0 1 0,0 0 0,1 0 0,-1 0 0,1 0 0,-1 1 0,1-1 0,1 1-1,4 1 6,0 1 0,0 1 0,-1 0 0,1 0 0,0 1 0,-1 0 0,1 0 0,-1 1 0,0 0 0,0 0 0,-1 1 0,1 0 0,-1 0 0,0 1 0,0 0 0,0 1-6,26 19 99,-29-23-52,0 0 0,0 0 0,0 0 0,0-1 0,1 1 0,-1-1 1,1 0-1,0 0 0,0-1 0,0 1 0,0-1 0,0 0 0,0-1 1,0 1-1,0-1 0,0 0 0,0 0 0,0-1 0,0 1 0,0-1 0,0 0 1,0-1-1,0 1 0,0-1 0,-1 0 0,1 0 0,-1 0 0,1-1 1,-1 1-1,0-1 0,0 0 0,1-1-47,21-17-771,-1 0 0,0-2 0,-2-1 0,-1 0 0,-1-2 0,17-27 771,-14 10-5958</inkml:trace>
  <inkml:trace contextRef="#ctx0" brushRef="#br0" timeOffset="6488.156">2003 3861 11947,'0'0'2872,"0"0"-1640,0 0-743,0 0-89,0 0 248,0 0-336,0 0 416,140-24-384,-80 11-48,-3-3-232,-1 0 96,-4 3-160,-12 4-48,-3 9 48,-12 0-1376,-16 0-3257</inkml:trace>
  <inkml:trace contextRef="#ctx0" brushRef="#br0" timeOffset="6736.186">2153 4039 11322,'0'0'2833,"0"0"-1457,0 0-528,0 0 177,126-18 23,-94 12-528,-2 1-312,-5 3-208,0 2-264,14 0-560,-7 0-2297,3 0-2880</inkml:trace>
  <inkml:trace contextRef="#ctx0" brushRef="#br0" timeOffset="5896.799">987 3292 10282,'0'0'2042,"0"0"-372,0 0-986,0 0-488,0 0 183,-16 34 542,-90 240 1266,-23 247 1359,123-421-3488,19-104-442,-5-10 64,0 1 1,0-2 0,-2 1-1,1-1 1,-2 0 0,0 0-1,-1-1 1,0 1 0,-2-1-1,1-1 320,-3 14-32,53-510-2448,12 296 2359,-65 216 148,0-1-1,0 1 1,0-1-1,1 1 1,-1 0 0,1-1-1,-1 1 1,1 0 0,-1-1-1,1 1 1,0 0-1,0 0 1,-1 0 0,1 0-1,0-1 1,0 1-1,0 1 1,0-1 0,1 0-1,-1 0 1,0 0 0,0 0-1,0 1 1,1-1-1,-1 1 1,0-1 0,1 1-1,-1-1 1,0 1 0,1 0-1,-1-1 1,1 1-1,-1 0 1,0 0 0,1 0-1,-1 0 1,1 1-1,-1-1 1,0 0 0,1 0-1,-1 1 1,0-1 0,1 1-1,-1-1 1,0 1-1,1 0 1,-1-1 0,0 1-1,0 0 1,0 0-1,0 0 1,0 0 0,0 0-1,1 1-26,42 76 1696,78 265 2955,-92-242-3929,4-2-1,5-1 1,4-2-1,45 74-721,-107-222-9352,-3 15 1106</inkml:trace>
  <inkml:trace contextRef="#ctx0" brushRef="#br0" timeOffset="6149.852">846 4008 11963,'0'0'3088,"0"0"-2232,0 0-544,0 0 273,0 0 223,0 0-192,0 0-80,148-4-264,-96-8-168,0 1-8,2 2-88,30-4-16,-14 0-976,-4-1-2849</inkml:trace>
  <inkml:trace contextRef="#ctx0" brushRef="#br0" timeOffset="9213.243">4699 3408 6409,'0'0'3640,"0"0"-2235,4 21 29,99 327 5274,23-128-5195,-121-214-1508,-1-1 0,0 1 1,1-1-1,0 0 1,0 0-1,1 0 0,-1-1 1,1 0-1,0 0 1,0 0-1,1-1 0,-1 0 1,1 0-1,-1-1 1,1 1-1,0-2 0,0 1 1,0-1-1,6 1-5,-10-5-64,0 0 1,-1 0-1,0 0 0,1-1 0,-1 1 1,-1 0-1,1-1 0,0 0 0,-1 1 1,0-1-1,0 0 0,0 0 0,0 0 1,0 0-1,-1 1 0,0-1 0,0 0 1,0 0-1,0 0 0,-1 0 0,1 0 1,-2-2 63,2-3-185,-9-106-205,-5 0 0,-6 1 0,-4 1 0,-5 1 0,-5 1 0,-48-104 390,83 215 0,0 1 0,0-1 0,-1 1 0,1-1 0,0 0 0,0 1 0,0-1 0,0 0 0,0 0 0,0 0 1,0 0-1,0 0 0,0 0 0,0 0 0,0 0 0,0 0 0,0 0 0,-1-1 0,1 1 0,0 0 0,0-1 0,0 1 0,0 0 1,0-1-1,0 1 0,-1-1 0,1 0 0,0 1 0,0-1 0,-1 0 0,1 1 0,-1-1 0,1 0 0,0 1 0,-1-1 1,1 0-1,-1 0 0,0 0 0,1 0 0,-1 0 0,0 0 0,1 1 0,-1-1 0,0 0 0,0 0 0,0 0 0,0 0 0,0 0 1,0 0-1,0 0 0,0 0 0,0 0 0,0 0 0,-1 0 0,1 0 0,0 0 0,-1 1 0,1-1 0,0 0 0,-1 0 0,1 0 1,-1 0-1,1 1 0,-1-1 0,0 0 0,1 1 0,-1-1 0,0 0 0,0 0 0,324 41 88,-239-36-69,0-4 0,0-3 0,0-4 0,-1-4 0,0-3-1,38-13-18,427-178 30,-416 187 52,-128 21-14,1 0 0,-1 1-1,0-1 1,0 1-1,-1 0 1,1 0 0,-1 0-1,0 0 1,0 0 0,0 1-1,0 0 1,-1-1-1,0 1 1,0 0 0,0 0-1,0 0 1,-1 1-1,0-1 1,0 0 0,-1 0-1,1 1 1,-1-1-1,0 0 1,-1 4-68,2-3 120,26 318 3887,-22-312-3631,-15-10-6011,-9-17-399</inkml:trace>
  <inkml:trace contextRef="#ctx0" brushRef="#br0" timeOffset="9812.946">5442 3726 8906,'0'0'1727,"0"0"-759,0 0-254,0 0 187,0 0 725,0 0-242,13-6-404,-3 1-861,-1 0-1,1-1 0,-1 1 1,0-2-1,-1 0 1,0 0-1,0 0 0,0-1 1,-1 0-1,0 0 0,0-1 1,1-4-119,6-9 260,-1 0 1,-1-1 0,-1-1 0,-1 0-1,-1 0 1,-1-1 0,-1 0-1,-2 0 1,0 0 0,0-21-261,-5 45 772,0 35-204,1 423 4080,18-378-4435,6-95-1965,24-89-3973,-18 34-1262,-10 22-2359</inkml:trace>
  <inkml:trace contextRef="#ctx0" brushRef="#br0" timeOffset="10195.564">5993 3308 12259,'0'0'3403,"0"0"-1749,0 0-422,1 22 452,-1 13-1053,-3-15-369,1 0 0,2 0-1,0 1 1,1-1-1,1 0 1,0 1 0,2-1-1,0 0 1,2-1-1,0 1 1,1-1 0,1-1-1,1 1 1,0-1 0,1 0-1,1-1 1,1 0-262,-7-14 5,0 0 0,0 0 1,0-1-1,0 1 0,0-1 0,0 0 1,0 0-1,1-1 0,-1 0 1,1 0-1,0 0 0,-1 0 0,1-1 1,-1 0-1,1 0 0,0-1 0,-1 1 1,1-1-1,-1-1 0,1 1 1,-1-1-1,0 0 0,1 0 0,-1 0 1,0-1-1,0 0 0,-1 0 1,1 0-1,0 0 0,-1-1 0,0 0 1,0 0-1,0 0 0,0 0 1,-1 0-1,0-1 0,0 0 0,0 0 1,0 0-1,-1 0 0,0 0 0,0 0 1,0-1-1,-1 1 0,1-1 1,-1 1-1,0-1 0,-1-4-5,1 2-17,0 0-1,-1-1 0,0 1 1,0 0-1,-1 0 1,0 0-1,0 0 1,-1 0-1,0 0 0,-1 0 1,0 0-1,0 1 1,0-1-1,-1 1 1,0 0-1,-1 0 0,0 0 1,0 1-1,0-1 1,0 1-1,-1 1 1,0-1-1,-1 1 1,1 0-1,-1 0 0,0 1 1,0 0-1,0 0 1,-3-1 17,-9-4-16,0 1-1,0 0 1,0 1 0,-1 1 0,0 1 0,0 1 0,0 1 0,-1 0 0,1 2 0,-1 0-1,0 1 1,-9 2 16,29-1-68,-1 0 0,1 0-1,0-1 1,-1 1 0,1 0-1,0 0 1,-1 0 0,1 1-1,0-1 1,0 0-1,0 0 1,0 0 0,0 1-1,0-1 1,0 1 0,1-1-1,-1 1 1,0-1 0,1 1-1,-1-1 1,1 1 0,0-1-1,-1 1 1,1 0 0,0-1-1,0 1 1,0 0 0,0-1-1,0 1 1,0 0 0,1-1-1,-1 1 1,1-1-1,-1 1 1,1-1 0,-1 1-1,1-1 1,0 1 0,0-1-1,0 1 69,13 19-4171</inkml:trace>
  <inkml:trace contextRef="#ctx0" brushRef="#br0" timeOffset="7337.322">3241 3992 10458,'0'0'2079,"0"0"-448,9-21-870,70-146 356,-60 131-1019,-2-1-1,-1-1 1,-2 0 0,-1-1-1,-3-1 1,-1 0 0,-1 0-1,-3-1 1,-1 0 0,-2 1-1,-2-1 1,-2 0 0,-1 0-1,-2 0 1,-2 1 0,-2 0-1,-3-6-97,-9-1 211,-1 0 0,-3 2 0,-1 0 0,-3 2 0,-27-32-211,54 78 42,1 0 0,-1-1 0,0 1 0,1 0 0,-1 0 0,1 0 0,0 0 0,0 0 0,0 0 0,0 0 0,1 0 0,-1 0 0,1 0 0,0 1 0,0-1 0,0 0 0,0 0 0,0 0 1,1 0-1,-1 1 0,1-1 0,0 0 0,0 0 0,0 0-42,80 520 2866,-74-472-2698,-3 5 67,3-1 0,2 1 0,2-1 0,3-1 0,2 0 0,2-1 1,3-1-1,2-1 0,2-1 0,16 22-235,-2-29-264,-38-42-330,-1-9-4842,0-4 1504,0-6-4460</inkml:trace>
  <inkml:trace contextRef="#ctx0" brushRef="#br0" timeOffset="7825.741">3700 3777 13299,'0'0'3533,"0"0"-2154,0 0-778,0 0-78,0 0 336,4 17 210,3 19-660,-5-12-283,2-1 0,2 1 0,0-1 0,1 0 0,1 0 0,1-1 0,1 0 0,6 9-126,-16-31-2,0-1 1,0 1 0,1 0 0,-1 0-1,0-1 1,0 1 0,1 0 0,-1 0 0,0-1-1,1 1 1,-1 0 0,0 0 0,0 0 0,1 0-1,-1 0 1,0-1 0,1 1 0,-1 0 0,1 0-1,-1 0 1,0 0 0,1 0 0,-1 0 0,0 0-1,1 0 1,-1 0 0,0 0 0,1 0 0,-1 0-1,0 0 1,1 0 0,-1 1 0,0-1-1,1 0 1,-1 0 0,0 0 0,1 0 0,-1 1-1,0-1 1,0 0 0,1 0 0,-1 1 0,0-1-1,0 0 1,1 0 0,-1 1 1,-11-50-227,4 23-45,4 14 161,1 1 1,1 0-1,-1-1 1,2 1 0,0-1-1,0 1 1,1-1-1,0 1 1,1-1-1,0 1 1,1 0 0,0 0-1,1 0 1,0 0-1,1 1 1,0 0 0,1 0-1,0 0 1,0 0-1,1 1 1,0 0-1,1 0 1,0 1 0,0 0-1,5-3 111,-9 9 38,0 0-1,0 0 1,0 0-1,0 1 1,0-1-1,0 1 1,0 0-1,0 1 1,1-1-1,-1 1 1,0-1-1,0 1 1,1 0-1,-1 1 1,0-1-1,1 1 1,-1 0-1,0 0 1,0 0-1,0 1 1,0-1-1,0 1 1,0 0-1,0 0 1,-1 0-1,1 1 1,-1-1-1,1 1 1,-1 0 0,0 0-1,0 0 1,0 0-1,-1 1 1,1-1-1,-1 1 1,0 0-1,0-1 1,0 1-1,0 1-37,37 81 1461,-34-70-1364,1 1 0,1-1 0,1-1 0,0 1 0,1-1 0,1-1 0,0 0 0,1 0 0,0-1 0,7 6-97,0-10-432,-9-7-2606,-9-2 2988,6 0-5637</inkml:trace>
  <inkml:trace contextRef="#ctx0" brushRef="#br0" timeOffset="13558.326">7024 2305 10306,'0'0'2610,"0"0"-527,0 0-852,0 0-303,0 0 207,0 0 178,-12-12 112,-229-217 2392,219 218-3788,0 1-1,-1 1 1,0 1-1,0 1 1,0 1-1,-1 1 1,0 1 0,0 2-1,0 0 1,0 1-1,0 1 1,-1 2-1,1 0 1,0 2 0,1 0-1,-1 2 1,1 1-1,0 0 1,0 2-1,1 0 1,0 2 0,1 0-1,0 2 1,1 0-1,0 1 1,-6 7-29,-249 238-48,263-251 43,0-1 0,0 0 0,0-1-1,-1 0 1,0-1 0,0-1 0,-1 0 0,1-1 0,-1 0 0,-12 1 5,-18 4 28,-173 41 76,-209 18-104,120-63 118,270-8-138,0-2 0,0-2 0,1-1 0,0-1 0,1-2 0,0-2 0,-7-5 20,-28-9-42,7-1 52,-2 4-1,-1 2 1,-1 3 0,0 3-1,-2 3 1,1 3 0,-2 3-1,1 3 1,-36 3-10,78 6-7,0 1 1,1 2-1,-1 1 1,1 1-1,1 1 1,0 1-1,0 1 1,1 1 0,1 1-1,0 1 1,1 1-1,0 1 1,1 0-1,-13 17 7,19-18-10,-34 7-779,-191-72 797,116 14-28,60 22 19,0 2-1,-1 3 1,-1 3-1,1 3 1,0 3-1,-64 9 2,69 2-5,1 4-1,0 1 1,1 4 0,1 1-1,2 4 1,0 1 0,2 3-1,1 2 1,-29 25 5,71-51 3,4-3-10,1-1 1,-1 1-1,1 0 0,0 0 0,-1 0 1,2 1-1,-1-1 0,0 1 1,1 0-1,-1 0 0,1 0 1,0 1-1,1-1 0,-1 1 1,1-1-1,0 1 0,0 0 1,0 0-1,1 0 0,-1 3 7,-24-8-40,-197-64 174,94 41-126,-1 5 0,-1 6 0,0 6 0,-107 10-8,200-4-2,1 2 1,-1 2 0,1 1 0,0 2 0,1 1 0,-1 2 0,2 2 0,-1 1 0,2 1-1,0 2 1,1 2 0,0 1 1,21-5 0,1 0 0,0 1 0,1 0 0,1 0 0,0 1 0,1 0 0,0 1 0,2 0 0,0 0 0,1 0 0,1 1 0,0 0 0,1 0 0,1 0 0,1 0 0,1 0 0,0 0 0,1 0 0,1 0 0,4 13 0,-5-21-5,1 0 0,0 0 0,1 0 0,1 0 0,-1-1 0,1 1 0,1-1 0,0 0 0,0 0 0,1-1 0,0 0 0,0 0 0,1 0 0,0 0 0,4 2 5,14 18-14,-24-25 13,0 0 1,0 0-1,0-1 0,0 1 1,0 0-1,-1 0 1,0 0-1,1 0 0,-1 0 1,0 0-1,0 0 1,-1 0-1,1 0 0,0 0 1,-1 0-1,0 0 0,0 0 1,0 0-1,0 0 1,0-1-1,-1 1 0,1 0 1,-1-1-1,1 1 1,-1-1-1,0 0 0,0 1 1,0-1-1,-1 0 0,1 0 1,0 0-1,-3 1 1,-12 18 0,-10 17 2,2 1-1,2 1 1,2 1 0,1 1 0,2 1 0,2 1-1,2 0 1,2 1 0,1 1 0,3-1-1,2 1 1,1 18-2,8-38 4,2 0 0,1 0-1,1 0 1,0-1 0,2-1 0,2 1-1,0-1 1,1-1 0,1 0-1,1-1 1,1 0 0,1-1-1,1-1 1,19 17-4,34 51 31,6 24-24,-4 2 0,-5 4 0,46 115-7,-112-231 16,1-1 0,0 0 0,-1-1-1,1 1 1,0 0 0,0 0 0,-1-1-1,1 1 1,0-1 0,0 1 0,0-1-1,0 0 1,0 0 0,0 0 0,-1 0-1,1 0 1,0 0 0,0 0 0,0-1-1,0 1 1,0-1 0,-1 1 0,1-1-1,0 0 1,0 0 0,-1 0 0,1 0-1,0 0 1,-1 0 0,1 0 0,-1 0-1,0-1 1,1 1 0,-1-1 0,0 1-1,0-1 1,0 1 0,0-1 0,0 0-1,0 1 1,0-1 0,-1 0 0,1 0-1,0 1 1,-1-1 0,0 0 0,1 0-1,-1 0 1,0 0 0,0-1-16,14-16 51,7-5-45,1 0 0,1 1 0,1 1 0,1 2 0,1 0 0,0 2 0,2 1 0,0 1 0,1 1 0,0 2 0,1 0 0,0 3 0,1 0 0,1 2 0,-1 1 0,25-1-6,-13 3-20,-1 3 0,1 1-1,0 2 1,-1 3 0,1 0-1,-1 3 1,0 2 0,-1 1-1,39 16 21,478 256-29,-527-269 32,0-1 0,1-2 0,0 0 0,0-3 0,1 0 0,0-3 0,0 0 0,0-2 0,0-2 0,1-1 0,-1-1 0,0-2 0,0-1 0,0-2 0,-1-1 0,0-2 0,1-1-3,14-5 0,-2-3 4,0 3 1,1 1-1,1 3 0,0 1 0,0 3 0,1 1 1,1 3-1,-1 2 0,0 1 0,1 4 0,23 3-4,-24 7-5,0-4-1,1-1 0,0-2 1,1-2-1,-1-3 0,1-2 0,-1-2 1,0-2-1,0-2 0,22-8 6,74-27 37,209-43 147,-160 69-3,0 9 0,103 13-181,536 59 417,-819-66-347,0 0 0,-1-1 0,1 0 0,0-1 0,-1-1 0,0 0 0,0 0-1,0-2 1,0 1 0,-1-2 0,0 0 0,0 0 0,-1-1 0,0 0 0,0-1 0,-1-1 0,0 1-1,-1-2 1,0 1 0,0-1 0,-1 0 0,2-6-70,25-43 19,-3-2 0,-2-1 0,-3-1 0,-4-1 1,-1-2-1,7-48-19,-27 112-3,1 1 1,-1 0-1,1-1 1,0 1-1,0 0 1,0 0-1,0 1 1,0-1-1,0 1 1,0-1 0,1 1-1,-1 0 1,0 0-1,1 1 1,-1-1-1,1 1 1,-1-1-1,1 1 1,-1 0-1,1 0 1,-1 1-1,1-1 1,-1 1 0,1 0-1,-1 0 1,1 0-1,-1 0 1,0 0-1,0 1 1,0-1-1,0 1 1,0 0-1,0 0 1,0 0-1,1 2 3,4-1 33,51 22-27,2-3 0,0-3 0,1-2 0,0-3 0,1-3 0,1-3 0,26 0-6,-53-7 1,0 0 0,0-3 0,0-1 0,-1-1 1,1-2-1,-1-2 0,0-1 0,-1-2 0,0-2 1,21-10-2,-45-61 717,-65-156-649,48 183-107,-2 0 0,-3 0 0,-3 0-1,-2 2 1,-2 0 0,-3 1 0,-2 1 0,-27-45 39,3 34-46,-2 3-1,-3 2 1,-3 2 0,-2 2 0,-59-42 46,31 23-153,77 70 148,1 0-1,0 0 1,0-1 0,0 0 0,0 0 0,1-1 0,0 0 0,0 0-1,0-1 1,1 1 0,0-1 0,1 0 0,-1 0 0,1-1-1,1 0 1,-1 1 0,1-1 0,1 0 0,-1 0 0,1-1 0,1 1-1,0 0 1,0-1 0,0 1 0,1-1 0,0 1 0,1-1 0,0 1-1,0 0 1,1-1 0,0 1 0,1 0 0,-1 0 0,2 0-1,-1 0 1,4-5 5,220-200-58,-218 195 45,-1-1 0,-1 0 0,-1-1-1,0 1 1,-1-1 0,-2-1 0,0 1 0,-1 0 0,0-1 0,-2 1 0,-1-1 0,0 1 0,-3-7 13,2-41-20,-13 51-3069,0 7-3656,1-10-8799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3:57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1 588 7009,'0'0'1223,"0"0"2960,0 0-1193,0 0-1363,0 0-514,0 0 34,2 13 3109,67-107-2340,-57 77-2010,-1-1 0,-1 0 0,0 0-1,-2-1 1,0 0 0,-1 0 0,-1-1 0,-1 0 0,-1 0 0,0 0 0,-2-1 0,0-5 94,0-8-53,-16-119-251,-6 201 155,5 332 229,14-370-76,1-1-1,0 1 1,1 0 0,0-1-1,0 1 1,1-1 0,1 1-1,-1-1 1,2 0 0,-1 0-1,1 0 1,0 0 0,1-1-1,0 0 1,1 0 0,-1 0-1,1 0 1,1-1-1,0 0 1,0-1 0,0 1-1,0-1 1,1 0 0,0-1-1,1 0 1,-1-1 0,1 1-1,0-1 1,0-1 0,0 0-1,0 0 1,1-1 0,-1 0-1,1-1 1,-1 0 0,1 0-1,0-1 1,2 0-4,-2-5 15,0 1 1,-1-1-1,0 0 1,0-1-1,-1 0 1,1-1-1,-1 0 1,-1 0 0,1-1-1,-1 1 1,-1-2-1,1 1 1,-1-1-1,-1 0 1,0 0-1,0 0 1,-1-1-1,0 0 1,0 0-1,-1 0 1,0 0-1,-1 0 1,-1-1-1,1 1 1,-2-1 0,1 1-1,-1-1 1,-1-4-16,3-34 5,-2 1 0,-2-1 1,-1 1-1,-4-1 0,-1 1 1,-2 1-1,-15-42-5,5 32 48,17 94-13,88 328 1517,-72-311-1458,2-1-1,3 0 1,2-1 0,20 36-94,-38-84-5,0 1 0,0-1 1,1 0-1,-1 0 0,1-1 1,0 1-1,0 0 1,1-1-1,-1 0 0,1 0 1,0 0-1,0 0 0,0-1 1,0 1-1,0-1 0,0 0 1,1 0-1,-1 0 0,1-1 1,-1 0-1,1 0 0,-1 0 1,1 0-1,0-1 1,0 1-1,-1-1 0,1-1 1,0 1-1,2-1 5,-2-2-86,0 1-1,0-1 1,0-1 0,-1 1-1,1-1 1,-1 0 0,0 0-1,0 0 1,0 0 0,0-1-1,-1 0 1,0 1 0,0-1-1,0-1 1,0 1 0,-1 0 0,0-1-1,0 1 1,-1-1 0,1 0 86,15-30-948,11-14-1902,5-3-3405,-3 8-1696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3:58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6897,'0'0'1437,"0"0"2476,0 0-1509,0 0-1186,0 0 123,0 0-138,18 6 122,166 20 1805,-69-29-2708,-127 21-6423,-6-9 138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08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40 7162,'0'0'124,"0"0"-32,0 0 476,0 0 1834,0 0-879,0 0-819,-7 1-255,-2 0-230,-10-1-6,2 5 2863,18-4-2971,-1-1 1,0 0-1,1 1 1,-1-1 0,0 0-1,0 1 1,1-1-1,-1 1 1,0-1 0,0 0-1,0 1 1,0-1-1,0 1 1,0-1 0,0 1-1,0-1 1,0 0-1,0 1 1,0-1-1,0 1 1,0-1 0,0 1-1,0-1 1,0 1-1,0-1 1,0 0 0,0 1-1,-1-1 1,1 1-1,0-1 1,0 1-106,22 0 353,287 2 2075,-293-34-8252,-6 13-60,2 2-889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08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50 2633,'0'0'9246,"0"0"-5346,0 0-2314,0 0-506,0 0 211,0 0 382,-4 0-244,247-7 1352,-199 0-6317,-5-13-7030,-20 5-607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13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16035,'0'0'2745,"0"0"-1673,0 0-328,0 0 857,0 0-249,0 0-384,126 51-656,-101-46-96,-1-1-88,-1 1-200,-6-3 72,0-2-240,-2 0-808,5 0-1857,-3-7-1680,-7-6-5881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13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6009,'0'0'9010,"0"0"-7281,0 0-953,0 0-128,0 0 1584,0 0-327,0 0-553,87 9-1040,-57-9-56,-1 0-256,1 0 0,5 0-24,16-9-648,-6 0-2337,-8-4-3144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13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8426,'0'0'7537,"0"0"-5576,0 0-1129,0 0-712,0 0 104,0 0 1392,0 0 65,49 18-297,-14-18-1192,2 0-56,5 0-128,-2 0-8,-3-9-24,2-4-800,-7 1-2193,-9 1-3336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14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0 365 5721,'0'0'8491,"0"0"-5758,0 0-1973,0 0-241,0 0 356,0 0 557,9-9-414,10-10-909,-2-1 1,0 0 0,-1-1 0,-1-1 0,0-1 0,-2 0 0,-1-1-1,7-21-109,-5-92 90,-14 136 14,0 18 179,54 365 5115,-51-357-5247,35 105 190,-37-130-594,0 0 0,1 0 0,-1 0 0,0-1 0,0 1 0,0-1 0,0 1 0,0-1 0,0 1 0,0-1 0,0 0 0,0 1 0,0-1 0,0 0 0,0 0 0,0 0 0,-1 1 0,1-1 0,0 0 0,-1 0 0,1 0 0,0 0-1,-1-1 1,1 1 0,-1 0 0,0 0 0,1 0 0,-1 0 0,0 0 0,0 0 0,0-1 0,0 1 0,0 0 0,0 0 0,0 0 0,0-1 0,0 1 0,0 0 0,-1 0 0,1-1 253,0 1-674,3-29-11452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12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129 334 5905,'0'0'1769,"0"0"2661,0 0-1683,0 0-1122,0 0-743,-19 22-36,-56 76 275,71-93-967,1 1-1,-1 0 1,1 0-1,1 0 1,-1 0-1,1 0 1,0 0-1,0 0 0,1 1 1,0-1-1,0 1 1,0-1-1,1 1 1,0 0-1,1-1 1,-1 1-1,1 1-153,1 19 420,-2-22-384,1-1-1,-1 1 1,1 0 0,0-1-1,0 1 1,1-1 0,-1 0-1,1 1 1,0-1 0,0 0-1,0 0 1,1 0-1,-1 0 1,1-1 0,0 1-1,0-1 1,0 1 0,1-1-1,-1 0 1,1 0 0,0-1-1,0 1 1,0-1-1,0 0 1,0 0 0,0 0-1,1 0 1,-1-1 0,1 0-1,-1 0 1,1 0 0,-1 0-1,1-1 1,-1 0 0,1 0-1,3 0-35,1 0-11,0 1-1,0-2 0,0 1 1,0-1-1,-1-1 1,1 0-1,0 0 0,0 0 1,-1-1-1,0-1 1,1 1-1,-1-1 1,0-1-1,-1 1 0,1-1 1,-1-1-1,0 0 1,0 0-1,0 0 12,-5 2-76,1 0 0,-1 0 0,1 0 0,-1 0 0,0-1 1,-1 1-1,1 0 0,-1-1 0,0 1 0,0-1 0,0 0 0,-1 1 0,0-1 0,1 0 0,-2 1 0,1-1 1,0 0-1,-1 1 0,0-1 0,0 1 0,-1-1 0,1 1 0,-1-1 0,0 1 0,0 0 0,0 0 0,-1 0 1,1 0-1,-1 0 0,0 0 0,0 1 0,0 0 0,-1-1 76,-126-94-516,127 95 496,0 1-1,0-1 1,0 1-1,0 0 1,0 0 0,0 0-1,-1 0 1,1 1-1,-1-1 1,1 1-1,-1 0 1,0 0-1,1 0 1,-1 1-1,0-1 1,0 1-1,1 0 1,-1 0-1,0 0 1,0 1-1,0-1 1,1 1 0,-1 0-1,0 0 1,1 0-1,-1 0 1,1 1-1,-1-1 1,1 1-1,0 0 1,-1 0-1,1 0 1,0 1-1,0-1 1,1 1-1,-1 0 1,0-1 0,1 1-1,0 0 1,0 1-1,0-1 1,0 0-1,-1 3 21,2-2-106,0 0-1,0-1 1,1 1 0,-1 0-1,1 0 1,0 0-1,0 0 1,1-1-1,-1 1 1,1 0 0,0 0-1,0 0 1,0-1-1,0 1 1,1 0 0,-1-1-1,1 1 1,0-1-1,0 0 1,0 0-1,0 0 1,1 0 0,0 0-1,-1 0 1,1 0-1,0-1 1,0 1 0,0-1-1,0 0 1,1 0-1,-1 0 1,1-1-1,-1 1 1,1-1 0,0 0-1,-1 0 1,1 0-1,0 0 1,0-1 106,45 9-3114,-4-7-2433</inkml:trace>
  <inkml:trace contextRef="#ctx0" brushRef="#br0" timeOffset="299.947">124 7 7586,'0'0'1617,"0"0"3834,0 0-2872,0 0-1760,0 0-452,0 0 331,1 24 1266,0-9-1636,39 158 2001,-30-154-2147,11 29-34,3-1-1,2-1 1,2-1-1,1-2 0,3 0 1,1-3-1,15 13-147,-15-32-1508,-12-22-6621,-17-8 1512</inkml:trace>
  <inkml:trace contextRef="#ctx0" brushRef="#br0" timeOffset="593.699">966 0 4889,'0'0'7918,"0"0"-4914,-7 26-1657,-50 178 1490,45-163-1960,-50 204 3019,45-82-7318,15-234-5465,-6 26-147</inkml:trace>
  <inkml:trace contextRef="#ctx0" brushRef="#br0" timeOffset="835.041">598 118 5857,'0'0'3280,"0"0"981,0 0-2161,0 0-597,23 17 128,145 111 2546,-82-48-2259,-60-53-1803,3 0 0,0-2 0,1-1 0,1-1 0,1-2 0,6 1-115,29-8-2023,-7-38-7487,-36-2-1645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10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145 394 3305,'0'0'2436,"0"0"-991,0 0 938,0 0 392,0 0-539,0 0-993,-15 1-676,-48 11 87,59-10-511,0 1 0,0-1 1,1 1-1,0 0 0,-1 0 1,1 0-1,0 1 0,0-1 0,1 1 1,-1-1-1,1 1 0,0 0 1,0 0-1,0 0 0,0 0 1,1 1-1,-1-1 0,1 0 1,0 1-1,0-1 0,1 0 1,0 2-144,-2 0 369,-1 1-294,1 0 1,0 0 0,0 1-1,1-1 1,0 0-1,0 1 1,0-1 0,1 0-1,0 1 1,1-1-1,0 0 1,0 1 0,0-1-1,1 0 1,0 0-1,0 0 1,1 0 0,0 0-1,0 0 1,1-1-1,-1 0 1,2 1 0,-1-1-1,1-1 1,-1 1-1,2-1 1,-1 0 0,0 0-1,1 0 1,0-1-1,0 0 1,1 0 0,-1 0-1,1-1 1,-1 0-1,1 0 1,0-1 0,0 0-1,1 0 1,-1 0-1,0-1 1,2 0-76,-3 0-18,-1 1-1,1-1 1,1 0-1,-1 0 1,0 0-1,0-1 1,0 0-1,0 0 1,0-1-1,0 0 1,1 0-1,-1 0 1,-1-1 0,1 0-1,0 0 1,0 0-1,-1-1 1,1 0-1,-1 0 1,0 0-1,0-1 1,0 1-1,0-1 1,-1-1-1,1 1 1,-1 0-1,0-1 1,0 0 0,-1 0-1,0 0 1,0-1-1,0 1 1,0-1-1,-1 1 1,0-1-1,0 0 1,0 0-1,-1 0 1,1-4 18,-2 3-41,0-1 1,-1 1-1,1 0 0,-1 0 1,0 0-1,-1 0 0,0 0 1,0 0-1,-1 0 0,1 1 0,-1-1 1,-1 1-1,1 0 0,-1-1 1,0 2-1,-1-1 0,0 0 1,1 1-1,-2 0 0,1 0 1,0 1-1,-1-1 0,0 1 1,-2-1 40,-2-2-43,-1 0-1,1 0 1,-1 2 0,0-1 0,0 1-1,-1 1 1,1 0 0,-1 0 0,0 1 0,0 1-1,0 0 1,0 1 0,-1 0 0,1 1 0,-3 0 43,13 0-57,1 1 0,-1-1 1,1 1-1,-1 0 1,1-1-1,-1 1 0,1 0 1,0 0-1,-1 0 1,1 0-1,0 0 1,0 0-1,0 0 0,-1 0 1,1 1-1,0-1 1,1 0-1,-1 1 0,0-1 1,0 1-1,0-1 1,1 1-1,-1-1 1,1 1-1,-1-1 0,1 1 1,0-1-1,0 1 1,0 0-1,0-1 0,0 1 1,0 0-1,0-1 1,0 1-1,0-1 1,1 1-1,-1 0 0,1-1 1,-1 1-1,1-1 1,0 1-1,-1-1 0,1 0 1,0 1-1,0-1 1,0 0-1,0 1 1,0-1-1,0 0 0,1 0 1,-1 0-1,0 0 1,1 0-1,-1 0 0,0 0 1,1-1 56,105 15-6284,-74-16 2391,12 1-4158</inkml:trace>
  <inkml:trace contextRef="#ctx0" brushRef="#br0" timeOffset="337.697">276 40 5353,'0'0'2079,"0"0"2009,0 0-1802,0 0-671,0 0-132,0 0-402,-15-8-273,-44-24-378,59 32-423,-1 0 0,0 0 1,1 0-1,-1 0 0,1 0 0,-1 0 0,1 1 1,-1-1-1,0 0 0,1 0 0,-1 0 1,1 1-1,-1-1 0,1 0 0,-1 0 1,1 1-1,0-1 0,-1 1 0,1-1 1,-1 0-1,1 1 0,0-1 0,-1 1 1,1-1-1,0 1 0,-1-1 0,1 1 1,0-1-1,0 1 0,-1-1 0,1 1 1,0-1-1,0 1 0,0 0 0,0-1 1,0 1-1,0-1 0,0 1 0,0-1 1,0 1-1,0 0 0,0-1 0,0 1 1,0-1-1,1 1 0,-1-1 0,0 1 0,0-1 1,1 1-1,-1-1 0,0 1 0,0-1 1,1 1-1,-1-1 0,1 1 0,-1-1 1,0 0-1,1 1 0,-1-1 0,1 0 1,-1 1-1,1-1 0,-1 0 0,1 0 1,-1 1-8,1 1 76,49 138 2177,-7 3 1,20 126-2254,-58-242-14,41 99-312,-28-146-11560,-18-2 2244</inkml:trace>
  <inkml:trace contextRef="#ctx0" brushRef="#br0" timeOffset="710.952">504 402 6161,'0'0'6318,"0"0"-3684,0 0-1095,5 23-453,52 171 1454,-54-188-2509,-1 0-1,1 0 1,0 0 0,1 0 0,-1 0 0,1-1 0,0 1-1,1-1 1,-1 0 0,1-1 0,0 1 0,0-1 0,1 0 0,-1 0-1,1 0 1,0-1 0,0 0 0,0 0 0,0-1 0,0 1 0,1-1-1,-1-1 1,1 1 0,0-1 0,-1 0 0,1-1 0,0 0-1,-1 0 1,1 0 0,4-1-31,-4-4-80,0 0 0,-1 0 1,1-1-1,-1 0 0,0 0 0,-1-1 0,1 1 0,-1-1 0,-1 0 1,1-1-1,-1 1 0,0-1 0,-1 1 0,0-1 0,0 0 0,-1-1 0,0 1 1,0-3 79,12-135-615,-14 143 494,0-1-1,0 1 1,-1 0 0,1 0 0,-1 0 0,1 0 0,-1 0 0,0 0 0,0 0-1,-1 0 1,1 1 0,0-1 0,-1 0 0,0 1 0,0-1 0,0 1-1,0-1 1,0 1 0,0 0 0,0 0 0,-1 0 0,1 0 0,-1 0-1,1 1 1,-2-1 121,-117-18-14456,100 20 13110</inkml:trace>
  <inkml:trace contextRef="#ctx0" brushRef="#br0" timeOffset="1187.307">93 874 6009,'0'0'1651,"0"0"2309,0 0-1677,0 0-1017,0 0-580,0 0 319,10 4-172,29 8-331,1-2 1,1-2-1,-1-2 0,1-2 1,0-1-1,0-2 0,0-2 1,0-1-1,1-3-502,257-44 1802,-236 33-1942,1 4 0,0 2 1,1 3-1,60 1 140,-73 21-5221,-40-9 1788,-1-3-2680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08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1 7746,'0'0'665,"0"0"817,0 0 693,0 0-517,-12 24-391,-85 164 1569,-147 219 1258,244-429-9608,0-2-821</inkml:trace>
  <inkml:trace contextRef="#ctx0" brushRef="#br0" timeOffset="301.8">0 134 6553,'0'0'5056,"0"0"-2193,0 0-1500,0 0-536,0 0-37,0 0 347,19 16 85,199 210 2072,-69 22-2218,-146-244-1221,0-1 0,0 1 1,0-1-1,0 0 0,0 0 0,1 0 0,-1 0 0,1 0 0,0-1 0,0 1 1,0-1-1,0 0 0,0-1 0,1 1 0,-1-1 0,1 0 0,-1 0 0,1 0 1,-1 0-1,1-1 0,-1 0 0,1 0 0,-1 0 0,1 0 0,0-1 0,-1 0 1,1 0-1,-1 0 0,0 0 0,2-2 145,27-14-5536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16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131 574 1688,'0'0'3911,"0"0"-2746,0 0-978,0 0-87,0 0 369,0 0 1302,-7-16 1781,-32 22 1786,-11 58-4695,45-56-527,1 1 0,-1 0 0,1-1 0,1 1 0,0 1 0,0-1 0,1 0 0,0 1 0,0-1 0,1 1 0,0-1 0,1 1 0,0 0 0,1-1 0,0 1 0,0 0 0,1-1 0,1 1 1,-1-1-1,1 0 0,1 0 0,0 0 0,0 0 0,0-1 0,1 0 0,1 0 0,-1 0 0,1 0 0,1-1 0,-1 0 0,1 0 0,1-1 0,-1 0 0,1 0 0,0-1 0,3 2-116,6-1 68,0-2 0,0 0 0,0 0 0,1-2 0,-1 0 0,1-1 0,-1-1-1,1-1 1,0 0 0,11-3-68,-22 3-36,-1 0-1,0 0 1,0 0 0,0-1-1,0 0 1,0 0-1,0 0 1,-1-1-1,1 0 1,-1 0-1,1 0 1,-1-1-1,0 0 1,0 0-1,-1 0 1,1 0 0,-1-1-1,0 0 1,0 0-1,-1 0 1,0 0-1,1-1 1,-2 1-1,1-1 1,-1 0-1,1 0 1,-2 0 0,1 0-1,-1 0 1,0 0-1,0-1 37,-1-3 2,0 0-1,-1 0 1,0 0 0,-1 0-1,0 0 1,0 0 0,-1 0-1,-1 1 1,1-1 0,-2 1-1,1 0 1,-1 0 0,-1 0-1,1 1 1,-1 0 0,-1 0-1,0 1 1,0-1 0,0 1-1,-1 1 1,0 0 0,0 0-1,-1 0 1,1 1 0,-9-3-3,13 4 23,-1 0-1,0 0 0,0 0 0,-1 1 0,1 0 0,-1 0 0,1 0 0,-1 1 0,0 0 0,0 0 0,0 0 0,0 1 0,0 0 0,0 0 0,0 1 0,-1 0 0,1 0 0,0 0 0,0 0 0,-1 1 0,1 0 0,0 1 0,0-1 0,0 1 0,0 0 0,1 1 0,-1 0 0,0-1 0,1 2 0,0-1 0,0 1 0,0-1 0,0 1 0,0 1 0,1-1 0,0 1 0,0-1 1,0 1-1,1 1 0,-1-1 0,1 0 0,0 1 0,0 1-21,1-3-160,1 1 1,0 0 0,0-1-1,0 1 1,0 0-1,1 0 1,-1-1 0,1 1-1,1 0 1,-1 0 0,1 0-1,0-1 1,0 1 0,0 0-1,0-1 1,1 1-1,0-1 1,0 1 0,0-1-1,0 0 1,1 0 0,0 0-1,0 0 1,3 3 159,107 15-7566,-58-21 750</inkml:trace>
  <inkml:trace contextRef="#ctx0" brushRef="#br0" timeOffset="820.637">351 0 6001,'0'0'862,"0"0"-15,0 0 1337,0 0-513,0 0-583,0 0 357,0 29 857,11 193 1756,15-85-1401,5-1 0,49 130-2657,-80-266-105,0 0 0,1 0 1,-1-1-1,0 1 0,0 0 0,0 0 0,0 0 0,1-1 0,-1 1 0,0 0 0,0 0 1,1 0-1,-1 0 0,0-1 0,0 1 0,1 0 0,-1 0 0,0 0 0,0 0 1,1 0-1,-1 0 0,0 0 0,0 0 0,1 0 0,-1 0 0,0 0 0,1 0 1,-1 0-1,0 0 0,0 0 0,1 0 0,-1 0 0,0 0 0,0 0 0,1 0 1,-1 0-1,0 1 0,0-1 0,1 0 0,-1 0 105,2-57-7543,1 0-758,7 30 5097</inkml:trace>
  <inkml:trace contextRef="#ctx0" brushRef="#br0" timeOffset="1465.358">710 500 3513,'0'0'2268,"0"0"-1412,0 0-582,0 0-189,-3-4 414,3 5-345,-1-1-1,1 1 1,0-1 0,0 1-1,-1-1 1,1 1 0,-1-1-1,1 1 1,0-1 0,-1 1-1,1-1 1,-1 1 0,1-1-1,-1 0 1,1 1 0,-1-1-1,1 0 1,-1 1 0,1-1-1,-1 0 1,1 0 0,-1 1-1,0-1 1,1 0-1,-1 0 1,0 0 0,1 0-1,-1 0 1,1 0 0,-1 0-1,0 0 1,1 0 0,-1 0-1,1 0 1,-1 0 0,0-1-1,1 1 1,-1 0 0,1 0-1,-1-1 1,1 1 0,-1 0-1,0-1 1,1 1 0,0 0-1,-1-1 1,1 1 0,-1-1-1,1 1 1,-1-1 0,1 1-1,0-1 1,-1 1 0,1-1-154,24 195 5236,-21-184-5147,0 0 1,1 0 0,0-1-1,0 0 1,1 0 0,0 0-1,0 0 1,1-1-1,0 0 1,1 0 0,0-1-1,0 0 1,1 0 0,0 0-1,0-1 1,0 0 0,1-1-1,4 2-89,-9-4 5,1-1-1,0 1 0,-1-1 1,1 0-1,0-1 1,0 0-1,0 1 1,1-1-1,-1-1 0,0 1 1,0-1-1,0 0 1,1 0-1,-1-1 1,0 1-1,0-1 0,0 0 1,0-1-1,0 1 1,0-1-1,0 0 1,0 0-1,0-1 0,-1 1 1,1-1-1,-1 0 1,0 0-1,0-1 1,0 1-1,0-1 0,-1 0 1,1 0-1,-1 0 1,0 0-1,0 0 0,-1-1 1,1 0-1,-1 1 1,0-1-1,0 0 1,-1 0-1,1 0 0,-1 0 1,0-5-5,1 0-7,-1 0 0,0-1 0,-1 1 0,0 0 0,-1-1 1,0 1-1,-1 0 0,0 0 0,0-1 0,-1 2 0,0-1 0,-1 0 0,0 1 0,-1-1 1,0 1-1,0 0 0,-1 1 0,0-1 0,-1 1 0,0 0 0,0 1 0,0 0 0,-1 0 1,-3-2 6,-27-29-106,50 35-3816,45-7-6152,-27 5 3849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19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1 145 6161,'0'0'1470,"0"0"1696,0 0-1262,0 0-642,0 0-186,27 0-197,167-9 665,262 7 627,-51 6-2245,-346-12 25,0-2 1,0-3-1,-1-3 1,53-21 48,29-15-5506,-137 50 2592,-6 2-1231,-11 0 1146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20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5473,'0'0'1585,"0"0"6512,0 0-6376,0 0-785,0 0-496,0 0 552,0 0 841,59 16-737,-32-14-512,0 0-440,3 1-152,2-1 8,3-2-312,4 0-1112,21 0-737,-6-13-2920,-10-3-3169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20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0 188 6857,'0'0'1653,"0"0"3497,0 0-2568,0 0-1644,0 0-440,0 0-25,19-14 175,57-45-187,-72 56-401,1-1-1,-1 0 1,0 0 0,0 0-1,0-1 1,-1 1 0,0-1-1,1 0 1,-2 0 0,1 0-1,0 0 1,-1 0 0,0-1-1,-1 1 1,1-1-1,-1 1 1,0-1 0,0 0-1,-1 1 1,1-1 0,-1 0-1,-1 0-59,12 20 314,40 168 4257,-44-146-4364,1 0 0,2-1 0,2 0 0,1-1 0,1 0 0,9 12-207,-5-33-1792,10-55-10475,-18 10 4116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20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6305,'0'0'7617,"0"0"-4774,0 0-1940,0 0-280,0 0 253,0 0 503,7 14 969,95-10-586,93-33-2499,-168 23-1085,-24 6-3381,-3 0-2737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21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94 5657,'0'0'9986,"0"0"-8105,0 0-993,0 0 240,0 0 705,0 0-305,0 0-752,131-22-376,-104 18-400,0-1 0,3 3-8,-1 0-984,21-7-1809,-3-7-1880,-8 1-1944,-2-3-1641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22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1 760,'0'0'13223,"0"0"-8938,0 0-3348,0 0-372,-12 22 677,-85 143 1607,-102 175-1558,179-316-4963,-1-23-8189,10-6 5819</inkml:trace>
  <inkml:trace contextRef="#ctx0" brushRef="#br0" timeOffset="259.969">1 108 6969,'0'0'4826,"0"0"-15,0 0-2602,0 0-454,14 21-255,21 35-324,3-2 1,2-2-1,3-2 0,14 11-1176,-47-50-124,1-1 0,0 0 0,1-1 0,0 0-1,0-1 1,1-1 0,0 1 0,0-2 0,1 0 0,0-1 0,0 0 0,0-1-1,11 1 125,9-15-6706,-10-16-3519,-8 0 2451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21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11 536 4081,'0'0'10006,"0"0"-6168,0 0-2447,0 0-593,0 0 730,0 0-154,-3 21-272,-4 65-263,8-82-797,0 0-1,0 0 0,1 0 1,-1 1-1,1-1 1,0-1-1,0 1 0,1 0 1,-1-1-1,1 1 0,-1-1 1,1 1-1,0-1 1,1 0-1,-1 0 0,0-1 1,1 1-1,0-1 1,-1 0-1,1 0 0,0 0 1,0 0-1,0-1 0,1 1 1,-1-1-1,3 1-41,-2-1 6,7 4-20,0-1 0,1 0 0,0-1 0,0 0 0,0-1 0,0-1 0,0 0 1,0-1-1,0 0 0,0-1 0,1 0 0,-1-1 0,0-1 0,-1 0 0,1 0 0,0-2 0,-1 1 0,0-2 1,0 0-1,-1 0 0,1-1 0,-1 0 0,8-8 14,-15 9-140,1 0-1,-1 0 1,-1-1 0,1 0 0,-1 1 0,0-1 0,-1 0-1,0-1 1,0 1 0,0 0 0,-1-1 0,0 1 0,-1 0-1,1-1 1,-1 1 0,-1-1 0,0 1 0,0-1-1,0 1 1,-1 0 0,0-1 0,0 1 0,-1 0 0,0 0-1,0 1 1,-1-1 0,1 1 0,-1-1 0,-1 1 0,1 0-1,-1 1 1,0-1 0,-1 1 0,1 0 0,-1 0-1,-6-3 141,3 4 30,-1 0 0,1 1-1,-1 0 1,1 1 0,-1 0-1,0 0 1,0 1 0,0 1-1,0-1 1,1 2 0,-1-1-1,0 1 1,0 1 0,0 0 0,1 0-1,-1 1 1,1 0 0,-1 1-1,1 0 1,0 0 0,1 1-1,-1 0 1,1 1 0,0 0-1,0 0 1,1 1 0,0-1-1,-5 7-29,10-12-52,1 0-1,-1 0 1,1 1-1,0-1 1,-1 0-1,1 1 1,0-1 0,0 1-1,0-1 1,0 1-1,0 0 1,0-1-1,1 1 1,-1 0-1,0 0 1,1 0-1,0-1 1,-1 1-1,1 0 1,0 0-1,0 0 1,0 0 0,0 0-1,0-1 1,0 1-1,1 0 1,-1 0-1,0 0 1,1 0-1,0-1 1,-1 1-1,1 0 1,0-1-1,0 1 1,0 0 0,0-1-1,0 1 1,0-1-1,1 0 1,-1 1-1,0-1 1,1 0-1,-1 0 1,1 0-1,-1 0 1,1 0-1,0 0 1,-1 0-1,1 0 1,1 0 52,97-12-6500,-53-8 393</inkml:trace>
  <inkml:trace contextRef="#ctx0" brushRef="#br0" timeOffset="282.792">204 1 9722,'0'0'3327,"0"0"709,0 0-2126,0 0-967,0 0-627,0 0 113,5 20 1150,59 150 1003,188 294-272,-233-443-4144,-11-17-1980,2-3-4044,-5-1 235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25.15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628 56 5697,'0'0'2111,"0"0"2245,0 0-1738,0 0-950,0 0-436,0 0 415,-11-7-360,3 1-945,0 0 0,-1 1 0,0 0-1,0 0 1,0 1 0,-1 0 0,0 1-1,1 0 1,-1 1 0,0 0 0,0 0-1,-10 0-341,12 3 20,0-1 1,0 1-1,1 1 0,-1 0 0,0 0 0,1 0 1,-1 1-1,1 0 0,0 0 0,0 1 0,0 0 0,1 0 1,-1 1-1,1 0 0,0 0 0,0 0 0,0 1 1,1-1-1,0 2 0,0-1 0,1 0 0,0 1 0,0 0 1,0 0-1,1 0 0,0 0 0,0 1 0,1-1 0,-2 7-19,-27 232 506,36-169-192,3-1 0,3-1 0,4 0 1,12 34-316,13 64 187,21 70 76,-39-171-91,-3 1-1,-4 0 1,-2 2 0,-4-1-1,-2 22-171,-5-79 49,0 0-1,-1 0 1,-1 0-1,0 0 0,-2 0 1,0 0-1,0 0 0,-2 0 1,0-1-1,-1 1 1,-1-1-1,0 0 0,-1-1 1,-1 0-1,0 0 1,-1 0-1,0-1 0,-2-1 1,1 1-1,-2-2 0,0 1 1,0-2-1,-1 0 1,0 0-1,-9 4-48,-11-4-73,0-2 0,-1-1 0,0-2 0,0-1 0,-1-1 0,1-2 0,-1-2 0,-18-2 73,16 1-658,41-4-338,41-50-7151,-20 24-375</inkml:trace>
  <inkml:trace contextRef="#ctx0" brushRef="#br0" timeOffset="1898.462">922 1201 7522,'0'0'2696,"0"0"-137,0 0-760,0 0-241,0 0-498,11-3 231,77-46 2194,-80 40-3344,-1 0-1,1-1 1,-2 0-1,0-1 1,0 1 0,-1-1-1,0-1 1,0 1 0,-2-1-1,1 1 1,-2-1-1,1 0 1,-2 0 0,1 0-1,-2 0 1,0-7-141,1 17 13,-1 0 1,0 0-1,1-1 1,-1 1-1,0 0 1,0 0 0,-1 0-1,1 0 1,0 0-1,-1-1 1,1 1-1,-1 0 1,0 0-1,0 0 1,0 0-1,0 0 1,0 1-1,0-1 1,0 0-1,0 0 1,-1 1 0,1-1-1,-1 1 1,1-1-1,-1 1 1,0-1-1,0 1 1,1 0-1,-1 0 1,0 0-1,0 0 1,0 0-1,0 1 1,0-1-1,0 0 1,0 1-1,0 0 1,-1-1 0,1 1-1,0 0 1,0 0-1,0 0 1,0 0-1,0 1 1,-1-1-1,1 1 1,0-1-1,-1 1-13,-8 2-8,-1 1-1,1 0 1,0 1-1,0 0 0,0 0 1,0 1-1,1 1 1,0 0-1,1 0 1,0 1-1,0 0 0,0 0 1,1 1-1,0 0 1,1 1-1,0 0 0,0 0 1,1 0-1,1 1 1,0 0-1,0 0 1,1 1-1,0-1 0,1 1 1,0-1-1,1 1 1,1 0-1,0 0 1,0 0-1,1 5 9,0-8 55,0 0 0,0-1 1,0 1-1,1-1 0,1 1 0,-1-1 1,2 0-1,-1 1 0,1-1 0,0 0 1,0 0-1,1-1 0,0 1 1,1-1-1,0 0 0,0 0 0,0 0 1,1-1-1,0 0 0,0 0 0,0 0 1,1-1-1,0 0 0,0 0 0,1 0 1,-1-1-1,1-1 0,0 1 0,0-1 1,6 1-56,14 5 159,0-2 1,1-2-1,0 0 1,0-2 0,1-1-1,-1-1 1,0-2-1,1-1 1,13-3-160,101-37 471,-143 42-439,-1 0-8,0 0-27,2-13-1169,11-15-1232,4-5-3654,0 0-3568</inkml:trace>
  <inkml:trace contextRef="#ctx0" brushRef="#br1" timeOffset="5081.977">1347 856 4425,'0'0'2914,"0"0"1750,0 0-2361,0 0-1226,0 0-486,0 0 204,-1-14 60,9-114 588,9 55-618,-16 46 2153,-3 69-2959,0-36-20,0 1 1,1 0-1,0-1 1,0 1-1,0 0 1,1 0-1,0-1 1,0 1-1,0 0 1,1 0-1,0 0 1,1-1-1,-1 1 1,1-1-1,1 1 1,-1-1-1,1 0 1,0 1-1,1-1 1,-1-1-1,1 1 1,0-1-1,1 1 1,-1-1-1,1 0 1,0-1-1,0 1 1,1-1-1,-1 0 1,1 0-1,0-1 1,0 0-1,0 0 1,1 0 0,144-3 402,-147-4-387,-1 0-1,0 0 1,-1-1-1,1 1 1,-1-1-1,0 0 1,0 0-1,0 0 1,-1 0-1,0 0 1,0 0-1,0 0 0,-1 0 1,1 0-1,-1-1 1,0 1-1,-1 0 1,1 0-1,-1 0 1,0 0-1,-2-5-14,2-6 8,-28-79-37,71 135-260,-4 0 305,-32-30-2,1-1 0,0-1 0,0 1 1,1-1-1,0-1 0,1 1 0,0-2 0,0 1 0,0-1 0,1 0 0,0-1 0,0 0 0,0-1 0,1 0 0,-1 0 0,1-1 0,0 0 0,9 0-14,28-70-1945,-41 50-592,21-41-8660,-17 35 5099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33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2094 0 6153,'0'0'886,"0"0"167,0 0 2145,0 0-1280,0 0-664,0 0-478,0 0-281,0 21 880,45 230 853,-10-104-1591,21 167-263,-55-300-354,0 0 0,0 1 0,-2-1 0,1 0 0,-2 0 1,0 0-1,-1 0 0,0 0 0,-1 0 0,0-1 0,-1 1 0,-1-1 0,0 0 0,-1-1 0,0 1 0,-3 2-20,-2-1 3,0-1-1,-1 0 1,0 0-1,-1-2 0,0 0 1,-1 0-1,0-1 1,-1-1-1,0-1 1,-1 0-1,1-1 0,-1 0 1,-1-2-1,1 0 1,-1-1-1,-3 0-2,-294 5-55,180-13-27,108 8-28,0 1 1,1 1 0,0 2 0,0 0 0,1 2-1,0 1 1,0 1 0,1 1 0,1 1-1,1 1 1,0 0 0,0 2 0,-15 17 109,-41 25 47,-169 103-36,161-111 299,3 3 0,2 4 0,2 4 0,4 2 0,-54 61-310,116-109 134,0 2 0,1-1 1,0 2-1,2-1 1,0 2-1,1-1 0,1 1 1,1 1-1,1-1 0,0 1 1,2 0-1,0 0 0,2 1 1,0-1-1,2 1 1,0-1-1,1 1 0,1-1 1,1 0-1,4 13-134,3 135 184,-10-169-200,0 0 32,0 0-29,-12-55-714,5-17-3216,6 36-1288,-4 1-4743,-2 16 7113</inkml:trace>
  <inkml:trace contextRef="#ctx0" brushRef="#br0" timeOffset="381.172">13 2250 6121,'0'0'4976,"0"0"-2266,0 0-1480,0 0-304,-2 19-207,-8 64 97,11-71-616,0 0-1,1 0 0,0-1 0,1 1 0,0-1 0,1 0 0,0 0 1,1 0-1,0-1 0,0 1 0,2-1 0,-1 0 0,1-1 1,0 1-1,1-2 0,0 1 0,1-1 0,0 0 0,0-1 0,0 0 1,3 2-200,-6-5 40,0 0 0,0 0 0,0 0 0,0 0 0,0-1 0,1 0 0,0 0 0,0-1 0,-1 0 1,1 0-1,0-1 0,1 0 0,-1 0 0,0 0 0,0-1 0,7-1-40,36-58-732,-39 37-35,64-49-2065,-30 37-3250,-33 14-2517,-11 13 5289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36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9 179 7698,'0'0'1637,"0"0"2902,0 0-1825,0 0-1251,0 0-181,0 0 315,-8 3-190,9-2-1353,-1-1-1,1 0 1,0 1 0,0-1 0,-1 0 0,1 1 0,0-1-1,0 1 1,-1-1 0,1 1 0,-1 0 0,1-1-1,-1 1 1,1-1 0,-1 1 0,1 0 0,-1 0 0,1-1-1,-1 1 1,0 0 0,1 0 0,-1-1 0,0 1-1,0 0 1,1 0 0,-1 0 0,0 0 0,0-1 0,0 1-1,0 0 1,0 0 0,0 0 0,-1-1 0,1 1-1,0 0 1,0 0 0,-1 0 0,1-1 0,0 1 0,-1 0-1,1 0 1,0-1 0,-1 1 0,1 0 0,-1 0-54,27 4 105,1-1 1,0-1-1,0-2 1,0 0 0,0-2-1,0-1 1,0-1 0,11-3-106,40-22-3470,-7-18-4972,-49 25-729</inkml:trace>
  <inkml:trace contextRef="#ctx0" brushRef="#br0" timeOffset="426.949">703 159 5937,'0'0'1809,"0"0"3416,0 0-2349,0 0-1487,0 0-1,0 0 458,6-10-429,1 1-1282,0-1 0,-1 0-1,0 0 1,-1 0 0,0-1 0,-1 0-1,0 0 1,-1 0 0,0 0-1,-1-1 1,0 1 0,0-7-135,0 17 25,-1 1 1,1-1 0,0 1 0,0-1 0,-1 1-1,1 0 1,0 0 0,0 0 0,0 0 0,0 0-1,-1 0 1,1 0 0,0 1 0,0-1-1,-1 1 1,1-1 0,0 1 0,0 0 0,-1-1-1,1 1 1,-1 0 0,1 0 0,-1 0-1,1 1 1,-1-1 0,0 0 0,1 0 0,-1 1-1,0-1 1,0 1 0,0-1 0,0 1 0,0-1-1,0 1 1,-1 0 0,1-1 0,0 1-1,-1 0 1,1 0-26,25 39 663,-1 2-1,-2 0 0,-2 2 1,-2 0-1,-2 2 0,7 36-662,-7-98-3612,-11-13-1870,1-5-3113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34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73 321 5417,'0'0'1254,"0"0"-863,0 0 689,0 0 2994,0 0-1188,0 0-1416,-9 11-661,0-3-613,-34 71 1394,41-73-1466,0 0 1,0 0 0,0-1-1,1 1 1,0 0-1,0 0 1,1 0-1,0 0 1,0 0 0,0 0-1,1 0 1,-1 0-1,2 0 1,-1 0-1,0 0 1,1 0 0,0 0-1,1-1 1,-1 1-1,1-1 1,0 0 0,1 0-1,-1 0 1,1 0-1,0 0 1,0-1-1,0 0 1,1 0 0,-1 0-1,1 0 1,0-1-1,0 0 1,1 0-1,-1 0 1,0 0 0,1-1-1,0 0 1,-1 0-1,1-1 1,0 1 0,1-1-125,1 0-38,0-1 1,0 0-1,1 0 1,-1 0 0,0-1-1,0-1 1,0 1-1,0-1 1,0 0 0,0-1-1,-1 0 1,1 0 0,-1-1-1,0 0 1,0 0-1,0-1 1,0 0 0,-1 0-1,0 0 1,0-1-1,0 0 1,-1 0 0,0 0-1,0-1 1,-1 0-1,1 0 1,-1 0 0,-1 0-1,1-1 1,-1-2 37,-3 1-35,-2 1 1,1-1 0,-1 0-1,0 1 1,-1 0-1,0-1 1,0 1-1,-1 0 1,0 0-1,0 1 1,-1-1-1,0 1 1,0 0-1,-1 0 1,0 1-1,0-1 1,-1 1-1,1 1 1,-1-1-1,-1 1 1,1 1-1,-1-1 1,1 1-1,-1 0 1,0 1-1,-1 0 1,1 0-1,-1 1 1,1 0-1,-1 0 1,0 1-1,1 0 1,-1 1 0,0 0-1,-8 1 35,14 1-80,1 0 0,-1 1 0,1-1 0,0 0 1,0 1-1,0 0 0,0-1 0,1 1 0,-1 0 0,1 0 0,-1 0 0,1 0 0,0 0 0,0 0 1,0 0-1,1 0 0,-1 1 0,1-1 0,0 0 0,0 0 0,0 1 0,0-1 0,1 0 1,-1 0-1,1 0 0,0 1 0,-1-1 0,2 0 0,-1 0 0,0 0 0,1 0 0,-1-1 0,2 3 80,1-3-381,0 0-1,0 0 1,0-1-1,0 0 1,0 1-1,1-1 0,-1-1 1,0 1-1,1-1 1,-1 1-1,0-1 0,1 0 1,-1-1-1,0 1 1,1-1-1,-1 0 0,0 0 1,1 0-1,-1-1 1,0 1-1,0-1 0,0 0 1,0 0-1,-1-1 1,1 1-1,-1-1 0,1 0 1,-1 1-1,0-2 1,1 1 381,12-20-4341</inkml:trace>
  <inkml:trace contextRef="#ctx0" brushRef="#br0" timeOffset="288.534">137 1 7378,'0'0'301,"0"0"1235,0 0 2361,0 0-1372,0 0-1404,0 0-657,-4 4 0,3 1-241,1 1 0,0-1 0,0 1 0,0 0-1,1-1 1,0 1 0,0-1 0,0 1-1,1-1 1,-1 0 0,1 1 0,1-1-1,-1 0 1,1 0 0,0-1 0,0 1 0,0 0-1,1-1 1,-1 0 0,1 0 0,0 0-1,0 0 1,1 0 0,-1-1-223,21 29 493,188 329 365,-211-359-1076,0 0-1922,-1-1-6755,-1-1 2854</inkml:trace>
  <inkml:trace contextRef="#ctx0" brushRef="#br0" timeOffset="657.075">530 221 4761,'0'0'8827,"0"0"-5378,0 0-2195,0 0-72,6 19 380,61 148 1320,-64-160-2862,0-1 1,1 1-1,0-1 0,0 0 0,0 0 1,1-1-1,0 1 0,0-1 0,1 0 1,-1 0-1,1-1 0,0 1 1,0-1-1,1-1 0,-1 1 0,1-1 1,-1 0-1,1-1 0,0 1 0,0-2 1,1 1-1,-1-1 0,0 0 0,1 0 1,-1-1-1,0 1 0,1-2 0,-1 1 1,0-1-1,1-1 0,3 0-20,-4-4-61,-1-1 0,0 1-1,-1-1 1,1 0 0,-1-1 0,-1 1-1,1-1 1,-1 0 0,-1 0 0,1-1-1,-1 1 1,-1-1 0,0 1-1,0-1 1,0 0 0,-1 0 0,-1 0-1,1 1 1,-1-1 0,-1 0 0,0 0-1,0 0 1,-1-1 61,2-9-82,-20-126-83,20 142-900,0 8-12080,0-2 10626,0-1 3703,0 11-4615</inkml:trace>
  <inkml:trace contextRef="#ctx0" brushRef="#br0" timeOffset="1045.696">145 759 4257,'0'0'3317,"0"0"2583,0 0-2981,0 0-1682,0 0-287,0 0 674,21-7 17,147-35-298,9 29-942,360-49-838,-494 52-761,21-4-1823,-22 11-9477,-42 3 9248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44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5977,'0'0'1023,"0"0"-119,0 0 1537,0 0-802,0 0-731,0 0 360,3 2 251,13 2-968,1 0 0,-1-1 0,1-1 0,0-1 0,0 0 0,-1-1 0,1-1-1,0-1 1,0 0 0,-1-1 0,1-1 0,-1 0 0,5-3-551,116-20 665,-152 55-8289,-4-14 1416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4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7466,'0'0'1393,"0"0"3591,0 0-2750,0 0-1102,0 0 284,0 0 554,9 0-320,18 1-1181,157 4 871,-61-12-4251,-91 1-1184,-4-3-2455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4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6857,'0'0'813,"0"0"1899,0 0 953,0 0-2139,0 0-782,0 0 195,-11 2-261,-34 7-109,77 0 1518,268-9-830,-433 9-1254,-162-9 931,727-13 199,-342 6-1108,-133 27 690,16-2-2477,7-14-4227,19-4-1435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4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369 161 6281,'0'0'703,"0"0"155,0 0 1542,0 0-754,0 0-619,-6-20-462,-23-62 158,29 79-575,-1 0-1,1 0 1,-1 1-1,0-1 1,0 0 0,0 1-1,0-1 1,0 1-1,-1-1 1,1 1-1,-1-1 1,1 1 0,-1 0-1,0 0 1,0 0-1,0 0 1,0 0 0,0 0-1,-1 1 1,1-1-1,0 1 1,-1 0-1,1-1 1,-1 1 0,1 0-1,-1 0 1,0 1-1,0-1 1,1 0 0,-1 1-1,0 0 1,0 0-1,1 0 1,-1 0-1,0 0 1,0 0 0,0 1-1,1-1 1,-1 1-1,0 0 1,1 0 0,-1 0-1,-2 1-147,-43 49 944,36-15-660,1 1 0,2 1 0,2-1 0,1 1 0,2 0 0,2 1 0,1-1 0,2 0 0,2 1 0,3 14-284,7 39 453,4 0 0,3-1 0,5-2 0,4 0 0,3-2 0,4-1 1,16 21-454,-28-56 56,-2 2 1,-3 0 0,-1 0-1,-4 2 1,-1 0 0,-3 1-1,-2 0 1,-3 0 0,-3 0-1,-2 37-56,-3-79 6,0-1 0,0 0-1,-1 0 1,-1 0 0,0 0-1,-1-1 1,0 0 0,-1 0-1,-1-1 1,1 1 0,-2-1-1,1-1 1,-2 0 0,1 0-1,-1-1 1,-1 0 0,0-1-1,0 0 1,0-1 0,-1 0 0,0-1-1,-1 0 1,1-1 0,-1 0-1,0-1 1,0 0 0,-1-1-1,1-1 1,-1 0 0,1-1-1,-1 0 1,0-1 0,1-1-1,-1 0 1,0-1 0,1 0-1,0-1 1,-1-1 0,0-1-6,8 3-186,0 0 0,0-1 0,1 0 0,-1 0 0,1-1 0,0 0 0,0 1 0,0-2 0,1 1 0,-1 0 0,1-1 0,0 0 0,0 0 0,1 0 0,-1-1 0,1 1 0,1-1 0,-1 0 0,1 0 0,0 1 0,0-2 0,0 1 0,1 0 0,0 0 0,0 0 0,1-1 0,0 1 0,0 0 0,0-3 186,24-115-11658,4 61 849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4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1488 5113,'0'0'2657,"0"0"1998,0 0-2393,0 0-1027,0 0-123,0 0-169,26-19-13,84-63-207,-98 73-549,0-1 1,-1 0-1,0-1 1,0 0 0,-1-1-1,-1 0 1,0 0-1,0-1 1,-1 0 0,-1-1-1,0 1 1,-1-2-1,2-6-174,-6 17 1,0 1-1,0-1 1,0 1-1,-1-1 1,1 0-1,-1 1 1,0-1-1,0 0 1,0 0-1,0 0 1,-1 0-1,1 0 0,-1 0 1,0 0-1,0 0 1,-1-1-1,1 1 1,-1 0-1,0 1 1,0-1-1,0 0 1,-1 0-1,1 0 1,-1 1-1,0-1 1,0 1-1,0-1 1,-1 1-1,1 0 0,-1 0 1,0 0-1,0 0 1,0 0-1,-1 0 0,-6 1 15,1 1 0,-1 0 1,0 1-1,0 0 0,1 0 0,-1 1 0,0 1 0,1 0 0,-1 0 0,1 1 0,-1 0 0,1 0 0,0 1 0,0 0 0,1 1 0,-1 0 0,1 0 0,0 1 0,0 0 0,1 0 1,0 1-1,0 0 0,0 0 0,-1 4-15,-4 3 218,2 0 0,0 0-1,0 1 1,1 1 0,1-1 0,1 1 0,0 1 0,1-1 0,1 1 0,0 0 0,1 0-1,1 1 1,0 4-218,2-14 90,0 0 0,1 0 0,0 0-1,0 0 1,0 0 0,1 0 0,0-1-1,1 1 1,0 0 0,0-1 0,0 1-1,1-1 1,0 0 0,1 1 0,0-2-1,0 1 1,0 0 0,1-1 0,0 0-1,0 0 1,0 0 0,1 0 0,0-1-1,0 0 1,1-1 0,-1 1 0,8 3-90,6 1-2,1-1 0,1 0 0,-1-1 0,1-2 0,1 0 0,-1-1 0,0-2 0,1 0 0,0-1 1,-1-1-1,1-2 0,0 0 0,-1-1 0,0-1 0,0-1 0,0-2 0,0 0 0,-1-1 0,0 0 0,-1-2 1,5-3 1,8-22-3783,-26-10-7942,-7 24 5213</inkml:trace>
  <inkml:trace contextRef="#ctx0" brushRef="#br0" timeOffset="684.371">622 868 6601,'0'0'530,"0"0"558,0 0 2139,0 0-1626,0 0-805,0 0 204,-1-22-157,-20-156 1442,11 134-217,10 43-1676,0 22 91,1 3-205,1-1 0,1 1 0,1-1 1,1 0-1,1 0 0,1 0 0,1-1 1,1 0-1,1-1 0,0 0 0,2 0 0,1-1 1,1 1-279,-12-18 3,0 0 0,0 0 0,0 0 0,0 0 0,1 0 0,-1-1 0,1 1 0,-1-1 0,1 1 0,0-1 1,0 0-1,0 0 0,0-1 0,1 1 0,-1 0 0,0-1 0,1 0 0,-1 0 0,1 0 0,0 0 1,-1-1-1,1 1 0,-1-1 0,1 0 0,0 0 0,-1 0 0,1-1 0,0 1 0,-1-1 0,1 0 0,-1 0 1,1 0-1,-1 0 0,0-1 0,1 1 0,-1-1 0,0 0 0,0 0 0,0 0 0,0 0 0,0-1 0,-1 1 1,1-1-1,1-2-3,3-10 7,-2 0 1,0-1-1,0 1 1,-1-1-1,-1 0 1,-1-1 0,0 1-1,-1 0 1,-1 0-1,-1-1 1,0 1 0,-1 0-1,-1 0 1,0 0-1,-1 0 1,-1 0-1,0 1 1,-1 0 0,-1 0-1,0 0 1,-1 1-1,-2-2-7,14 85 402,-1-53-414,1 0 1,0-1 0,1 1-1,1-1 1,0 0 0,1 0-1,1-1 1,1 0-1,0 0 1,0-1 0,1 0-1,1 0 1,0-2 0,1 1-1,0-1 1,1-1 0,0 0-1,0-1 1,1 0 0,0-1-1,1-1 1,0 0-1,0-1 1,0-1 0,1 0-1,0-1 1,1-1 11,25 1-2729,-14-3-2149,-4 0-3737</inkml:trace>
  <inkml:trace contextRef="#ctx0" brushRef="#br0" timeOffset="1215.15">1529 1012 6385,'0'0'1890,"0"0"2950,0 0-2033,0 0-1601,0 0 165,0 0 573,-5-5-196,-21-18-443,24 23-1253,-1 0 1,1 0 0,0 1-1,0-1 1,-1 0-1,1 1 1,0-1 0,0 1-1,0 0 1,0-1-1,0 1 1,0 0 0,0 1-1,0-1 1,0 0 0,0 0-1,0 1 1,1-1-1,-1 1 1,0 0 0,1-1-1,0 1 1,-1 0-1,1 0 1,0 0 0,0 0-1,0 0 1,0 0-1,0 0 1,0 0 0,1 0-1,-1 3-52,-1-1 60,-4 8 57,0 1 1,1 0-1,0 0 1,1 1-1,1-1 1,0 1-1,1 0 1,1 0-1,0-1 1,1 1-1,0 0 1,1 0-1,1 4-117,-2-12 28,1 1-1,1-1 1,-1 0-1,1 0 0,0 0 1,0 0-1,1 0 1,0-1-1,0 1 1,0-1-1,0 0 1,1 0-1,0 0 1,0 0-1,1 0 1,-1-1-1,1 0 1,0 0-1,0 0 1,0-1-1,0 1 1,1-1-1,0-1 1,-1 1-1,1-1 1,0 0-1,0 0 1,0 0-1,6 0-27,-3 0-78,0-1 0,0 0-1,0 0 1,1-1 0,-1 0-1,0 0 1,0-1 0,1-1-1,-1 1 1,0-1 0,0-1 0,-1 0-1,1 0 1,0-1 0,-1 0-1,0 0 1,0-1 0,0 0-1,-1 0 1,1-1 0,-1 0 0,0 0-1,-1-1 1,0 0 0,0 0-1,0 0 1,-1-1 0,0 0-1,-1 0 1,1 0 0,-2-1 0,1 1-1,-1-1 1,0 0 0,0-3 78,0-4-294,1 0 1,-2-1 0,0 0-1,-1 1 1,0-1 0,-2 0-1,0 1 1,-1-1 0,0 1 0,-2-2 293,3 12-88,-1 0 1,0 0 0,0 1-1,0-1 1,-1 1 0,0-1-1,0 1 1,0 0 0,-1 0-1,0 0 1,1 0 0,-2 1-1,1 0 1,-1 0 0,1 0-1,-1 0 1,0 1-1,0 0 1,-1 0 0,1 0-1,-1 0 1,1 1 0,-1 0-1,0 0 1,0 1 0,0-1-1,0 1 1,-3 0 87,1 2 66,0-1-1,1 1 0,-1 0 1,0 1-1,1 0 1,-1 0-1,1 1 0,0 0 1,0 0-1,0 1 1,0-1-1,0 2 1,1-1-1,0 1 0,0 0 1,0 0-1,0 0 1,1 1-1,0 0 0,0 0 1,1 0-1,0 1 1,0 0-1,0-1 1,1 1-1,0 1 0,0-1 1,0 0-1,1 1 1,1-1-1,-1 1 0,1 0 1,0 0-1,1-1 1,0 1-1,0 0 1,1 0-1,0-1 0,0 2-65,-1-7-55,0 1 0,0-1-1,0 1 1,0-1-1,0 1 1,1-1 0,-1 0-1,1 1 1,-1-1-1,1 0 1,0 1 0,0-1-1,0 0 1,0 0-1,1 0 1,-1 0 0,0 0-1,1 0 1,0 0-1,-1 0 1,1 0 0,0-1-1,0 1 1,0-1-1,0 0 1,0 1 0,0-1-1,0 0 1,1 0-1,-1 0 1,0 0 0,0-1-1,1 1 1,-1-1-1,1 1 1,-1-1 0,1 0-1,-1 0 1,1 0 55,94-29-8407,-53-4 2148</inkml:trace>
  <inkml:trace contextRef="#ctx0" brushRef="#br0" timeOffset="1548.706">1502 1 8754,'0'0'8279,"0"0"-4857,0 0-1519,0 0-659,0 0-405,-1 15 135,3 14-654,2 1 0,1 0 1,1-1-1,1 0 1,2-1-1,0 0 0,2 0 1,9 15-321,16 47 400,31 108 224,-30-78-423,6-3-1,5-1 1,21 30-201,-65-139-1094,25 37 1218,-17-33-5818,1-7-7387,-13-4 5999</inkml:trace>
  <inkml:trace contextRef="#ctx0" brushRef="#br0" timeOffset="2229.009">2108 1186 5977,'0'0'1847,"0"0"2176,0 0-1522,0 0-1160,0 0-176,0 0 68,4-21-533,33-154 167,-34 38 1652,-3 136-2026,0 5-323,0 26 61,11 123 578,-10-149-795,0 1 0,1 0 0,-1-1 0,1 1-1,0-1 1,0 1 0,1-1 0,-1 0 0,1 0-1,0 0 1,0 0 0,0-1 0,1 1 0,-1-1 0,1 0-1,0 0 1,0 0 0,0 0 0,0-1 0,0 0 0,1 1-1,-1-2 1,1 1 0,-1 0 0,1-1 0,0 0 0,-1 0-1,1 0 1,2-1-14,-1 1 0,1-1-1,-1 0 1,1 0 0,-1 0-1,0-1 1,0 0-1,1-1 1,-1 1 0,0-1-1,0 0 1,0-1-1,0 1 1,-1-1 0,1 0-1,-1-1 1,0 1 0,0-1-1,0 0 1,0-1-1,0 1 1,-1-1 0,0 0-1,0 0 1,0 0-1,-1 0 1,0-1 0,0 1-1,0-1 1,0 0-1,-1 0 1,0 0 0,-1 0-1,1 0 1,0-5 0,1-3-203,0 0 0,-1 0 1,-1-1-1,0 1 0,0-1 1,-2 1-1,0-1 0,0 1 0,-2 0 1,1-1-1,-5-10 203,1 116 1971,64 92 376,-54-176-2308,-1-1 0,1 1 0,1-1 0,-1 0 0,1 0 0,0 0 0,0 0 0,1-1 0,-1 0 0,1 0 0,1-1 0,-1 0-1,1 0 1,-1 0 0,1-1 0,0 0 0,0 0 0,0-1 0,1 1 0,-1-2 0,1 1 0,-1-1 0,7 0-39,-9-1-126,-1 0-1,1 0 0,-1 0 0,1-1 0,-1 1 1,1-1-1,-1 0 0,1-1 0,-1 1 0,0-1 0,0 0 1,0 0-1,0 0 0,0 0 0,0-1 0,0 0 0,-1 0 1,0 0-1,1 0 0,-1 0 0,0-1 0,0 1 0,-1-1 1,1 0-1,-1 0 0,0 0 0,0 0 0,0 0 1,0 0-1,0-3 127,52-145-15976,-44 105 11957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43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2 5473,'0'0'2019,"0"0"1742,0 0-1919,0 0-1034,0 0-329,0 0 370,-16 4 4074,-193 777-433,182-589-4361,55-477-290,-23 229-60,2 0-1,3 1 1,2 0-1,3 0 1,2 1 0,17-36 221,89-177-98,-117 262 225,-6 19-87,1 22 233,1 0 0,2 0-1,1 0 1,2-1 0,1 0 0,2 0 0,2-1-1,1 0 1,8 14-273,-20-46 62,-1-2-14,0 0 56,0 0-31,0 0 100,-2-12-110,-49-85 32,50 96-82,0 0-20,1 1-31,0 0 42,0 0-47,0 0 72,13 36 18,-24-94-1997,-34-59-6083,47 113 12878,17 4-4176,-7 1 29,-12-1-644,0 0-12,0 0 104,0 0 241,0 0-247,0 0 39,0 0-55,0 0 50,0 0 5,0 0 56,0 0-98,0 0-34,0 0 32,0 0 1,0 0 36,0 0-96,0 0-55,0 0-6,0 0 14,0 0-16,0 0-19,0 0-34,0 0 73,0 0-25,0 0-5,0 0-2,0 0 18,0 0-34,0 0-17,0 0 120,0 0-89,0 0 22,0 0-17,0 0 32,0 0 125,0 0 47,0 0 57,0 0-56,0 0-148,0 0 41,0 0 56,0 0-126,0 0-29,0 0 5,0 0 27,0 0-49,0 0 78,0 0-92,0 0 38,0 0-26,0 0 30,0 0-34,0 0 47,0 0-32,0 0-13,0 0 96,0 0-45,0 0 6,0 0 9,0 0-23,0 0 42,0 0-97,0 0 12,0 0 4,0 0-15,0 0-4,0 0-33,0 0 128,0 0-49,0 0-8,0 0-10,0 0 10,0 0 11,0 0 59,0 0-124,0 0 34,0 0 12,0 0 6,0 0-10,0 0-6,0 0-19,0 0-36,0 0 144,0 0-103,0 0 55,0 0-38,0 0 38,0 0-6,0 0-10,0 0 24,0 0-85,0 0 37,0 0 9,0 0 6,0 0-4,0 0 9,0 0-22,0 0-3,0 0 98,0 0-110,0 0 22,0 0 2,0 0 17,0 0 5,0 0-9,0 0 15,0 0-55,0 0 55,0 0-51,0 0 40,0 0-31,0 0 31,0 0-21,0 0 3,0 0 110,0 0-149,0 0 29,0 0 13,0 0 9,0 0 2,0 0 0,0 0-10,0 0-10,0 0 78,0 0-52,0 0-11,0 0 1,0 0 25,0 0 2,0 0 69,0 0-112,0 0 9,0 0-2,0 0 14,0 0 1,0 0 8,0 0 18,0 0-60,0 0 71,0 0-58,0 0 30,0 0-34,0 0 47,0 0-76,0 0 20,0 0 92,0 0-144,32 70-37,171 330 184,-154-293-74,-48-106 10,-1-1 43,0 0-3,0 0-55,-28-28-1279,-9-76-10442,25 64 5244,2 7 239</inkml:trace>
  <inkml:trace contextRef="#ctx0" brushRef="#br0" timeOffset="368.287">155 511 7810,'0'0'752,"0"0"2633,0 0-824,0 0-1120,0 0-264,0 0-66,-15 2 656,106-16 1503,54 6-4149,-6-10-12187,-96 5 5129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5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6369,'0'0'5236,"0"0"-1950,0 0-1355,0 0-654,0 0-11,0 0 216,-5 0-131,154 1 715,-80-7-2048,144-5-1943,-212 14-4052,-1 1 391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5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6305,'0'0'1575,"0"0"2050,0 0-1810,0 0-416,0 0 29,27 1-179,180-2 1854,-41-3-2191,-148 11-1547,1 1-6658,-16-8 1116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5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43 102 6161,'0'0'758,"0"0"321,0 0 2731,0 0-1354,0 0-1146,0 0-438,-7 3-70,-21 5-122,21-5 1,7-3-2,15 0 749,592-49 600,-606 49-2002,-1 0-36,19-49-13963,-9 31 8419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5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6249,'0'0'1651,"0"0"2087,0 0-1302,0 0-1036,0 0-416,0 0-121,1 16 2055,140-12 320,205-38-3157,-353 47-10208,-9-8 1809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5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6913,'0'0'409,"0"0"400,0 0 2289,0 0-1392,0 0-653,0 0 97,1 7 10,0-4-1010,0-1 0,0 1 0,1 0 0,-1-1 0,0 1-1,1-1 1,0 1 0,0-1 0,-1 0 0,1 0 0,1 0 0,-1 0 0,0 0-1,0 0 1,1 0 0,-1-1 0,1 1 0,-1-1 0,1 0 0,0 0 0,0 0-1,-1 0 1,1 0 0,0 0 0,0-1 0,0 0 0,0 1 0,0-1 0,0 0-1,0 0 1,0-1 0,0 1 0,-1-1 0,2 1-150,106 10 1732,1 7-3292,-84-14-1174,34-13-12288,-47-1 12692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1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36 6161,'0'0'1278,"0"0"1337,0 0-614,0 0-1149,-8 0-159,-7 0-1647,-10 0 4550,47 0 1951,470-1-3091,-317 3-2448,-157 3-297,-13-7-4083,2-18-1410,4 1-674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1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152 585 6697,'0'0'5116,"0"0"-2767,0 0-1188,0 0-258,0 0 93,26-19 181,82-66-73,-92 74-942,0-1 0,-1 0 1,-1-1-1,0 0 0,-1-1 1,0-1-1,-1 0 0,-1-1 1,0 0-1,-2-1 0,1 0 1,-2 0-1,0-1 0,1-7-162,-6 18-2,-1-1-1,0 1 1,0-1-1,0 1 0,-1-1 1,0 0-1,-1 0 1,1 1-1,-1-1 0,-1 0 1,0 0-1,0 1 1,0-1-1,-1 1 0,0-1 1,-1 1-1,0-1 1,0 1-1,0 0 0,-1 0 1,0 1-1,0-1 1,-1 1-1,0 0 0,0 0 1,0 0-1,-1 1 1,0 0-1,0 0 0,0 0 1,0 1-1,-1 0 1,0 0-1,0 1 0,0 0 1,0 0-1,0 0 1,-1 1 2,-4-1 14,1 1 0,-1 1 0,0-1 0,0 2 0,0 0 0,1 0 0,-1 1 0,0 0 0,0 1 0,1 1 0,-1 0 1,1 0-1,0 1 0,0 1 0,0-1 0,1 2 0,-1 0 0,1 0 0,0 1 0,1 0 0,0 0 0,0 1 0,1 0 0,-1 1 1,2 0-1,-1 0 0,2 1 0,-1 0 0,1 0 0,1 1 0,-1-1 0,2 1 0,0 0 0,0 1 0,1-1 0,0 4-14,-2 6 78,2 0 1,0 0-1,1 0 0,2 1 0,0-1 0,1 0 0,1 1 0,1-1 0,1 0 0,1 0 0,0-1 0,2 0 0,0 0 0,2 0 1,0-1-1,1 0 0,1 0 0,0-1 0,2-1 0,0 0 0,1-1 0,0 0 0,2-1 0,0-1 0,0 0 0,1-2 0,1 1 0,0-2 1,0-1-1,2 0 0,-1-1 0,1-1 0,0-1 0,0-1 0,12 2-78,-9-2 68,0-1 0,1-1 0,-1-2 0,1 0 0,0-1 0,0-2 0,-1 0 0,1-1 0,0-2 0,-1 0 0,0-2 0,0 0 0,0-2 0,-1 0 0,0-1 0,-1-2 0,0 0 0,17-13-68,91-84-805,-129 108-481,-8 1-6006,0 1 4345,4 0 938,-13 4-4535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4:54.51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98 750 6225,'0'0'1690,"0"0"2512,0 0-1593,0 0-1116,0 0-656,21-14-109,70-49-159,-82 56-424,1-1 0,-1 0 1,0-1-1,-1 1 0,0-2 0,0 1 0,-1-1 0,0 0 0,-1-1 0,0 1 0,-1-1 0,0 0 1,0-1-146,-3 5 80,0 5-60,0 0-1,0 0 1,-1-1-1,1 1 1,-1-1 0,1 0-1,-1 1 1,0-1-1,0 0 1,0 0-1,-1 1 1,1-1-1,-1 0 1,1 0-1,-1 0 1,0 0-1,0 0 1,0 0-1,-1 0 1,1 0-1,-1 0 1,1 1-1,-1-1 1,0 0-1,0 0 1,0 1 0,-1-1-1,1 0 1,-1 1-1,1-1 1,-1 1-1,0 0 1,0 0-1,0-1 1,0 1-1,0 1 1,0-1-1,-1 0 1,1 0-1,-1 1 1,1-1-1,-1 1 1,0 0-1,1 0 1,-1 0-1,0 0 1,0 0 0,0 1-1,0-1 1,-2 1-20,-5-1 3,1 1 0,0 0 0,-1 1 0,1 0 1,0 0-1,-1 1 0,1 1 0,0-1 1,0 1-1,1 1 0,-1-1 0,1 2 1,-1-1-1,1 1 0,0 0 0,1 1 1,0 0-1,0 0 0,0 1 0,0-1 0,1 1 1,0 1-1,1-1 0,0 1 0,0 0 1,-2 6-4,-1-2 129,1 0 0,0 0 1,1 1-1,1 0 0,0 0 1,1 1-1,0-1 0,1 1 1,0 0-1,1 0 0,1 0 1,0 0-1,1 0 0,1 0 1,0 0-1,1 1 0,0-2 1,1 1-1,1 0 0,0-1 0,1 1 1,0-1-1,1 0 0,0-1 1,2 0-1,-1 0 0,1 0 1,1-1-1,0 0 0,0 0 1,1-1-1,0-1 0,1 0 1,0 0-1,1-1 0,0 0 1,0-1-1,1-1 0,-1 0 1,1 0-1,1-1 0,10 2-129,-2-5 19,-1-1-1,1 0 1,-1-2-1,1-1 0,-1 0 1,0-2-1,0 0 1,0-2-1,-1 0 0,1-1 1,-2-1-1,1-1 1,-1-1-1,0 0 0,-1-2 1,3-2-19,90-94-7798,-88 74 1229,-8 5-3130</inkml:trace>
  <inkml:trace contextRef="#ctx0" brushRef="#br0" timeOffset="719.974">674 264 6553,'0'0'597,"0"0"479,0 0 2207,-2-20-1308,-28-148 1910,25 149-2768,5 35-378,6 34 1161,-3-33-1700,0 0 0,1-1 1,0 1-1,2-1 1,0 0-1,0 0 1,2-1-1,0 0 1,1 0-1,0-1 1,1 0-1,0 0 0,2-1 1,-1-1-1,1 0 1,14 10-201,-22-20 7,-1 0-1,1 0 1,0 0 0,0-1-1,0 0 1,0 0 0,0 0 0,0 0-1,1-1 1,-1 1 0,0-1 0,0 0-1,0 0 1,1-1 0,-1 1-1,0-1 1,0 0 0,0 0 0,0-1-1,0 1 1,0-1 0,0 1 0,-1-1-1,1-1 1,-1 1 0,1 0-1,-1-1 1,0 0 0,1 0 0,-2 0-1,1 0 1,0 0 0,-1 0-1,1-1 1,-1 1 0,0-1 0,0 0-1,0 0 1,-1 1 0,2-5-7,2-6 22,-1 0-1,0 0 1,-1 0 0,0 0 0,-1-1-1,-1 1 1,0-1 0,-1 0 0,-1 1-1,0-1 1,-2-4-22,-70-132 121,70 172-58,8-4-30,1-1 1,0 0-1,0 0 1,2-1-1,0 0 1,1 0-1,0-1 1,1 0-1,1 0 0,0-1 1,1-1-1,0 0 1,1-1-1,1 0 1,-1-1-1,1 0 1,1-1-1,0-1 0,0 0 1,1-1-1,0-1 1,0 0-1,1-1 1,-1-1-1,7 0-33,96-12-441,-75-19-6273,-31 14 324</inkml:trace>
  <inkml:trace contextRef="#ctx0" brushRef="#br1" timeOffset="26751.467">1336 1499 5801,'0'0'1987,"0"0"2613,0 0-2234,0 0-1345,0 0-31,-16 2 671,15-1 3847,338-30-4794,-326 25-5388,1-15 699,-9 13 1440,2-7-2519</inkml:trace>
  <inkml:trace contextRef="#ctx0" brushRef="#br1" timeOffset="27134.214">2221 1059 6361,'0'0'1505,"0"0"2090,0 0-1925,0 0-545,0 0 45,-12 20 149,-134 255 2010,55-108-3632,73-176-11406,13-6 5167</inkml:trace>
  <inkml:trace contextRef="#ctx0" brushRef="#br1" timeOffset="27501.165">1902 1113 6433,'0'0'745,"0"0"-53,0 0 1024,0 0-128,0 0-478,0 0-401,-2-4-30,2 4-614,0 1 0,0-1 0,0 0-1,-1 0 1,1 1 0,0-1 0,0 0-1,-1 0 1,1 1 0,0-1 0,0 0-1,-1 0 1,1 0 0,0 1 0,-1-1-1,1 0 1,0 0 0,-1 0 0,1 0-1,0 0 1,-1 0 0,1 0 0,0 0 0,-1 0-1,1 0 1,0 0 0,-1 0 0,1 0-1,-1 0 1,1 0 0,0 0 0,-1 0-1,1 0-64,7 50 2144,6-7-1336,3-2 1,1 0-1,2-1 0,1 0 0,2-2 0,14 17-808,-26-40 40,1-1 0,1 0 0,0 0 0,1-1 0,0-1-1,1 0 1,0-1 0,1 0 0,0-2 0,12 6-40,-21-5-2491,-13 0-5502,-4-7-1195</inkml:trace>
  <inkml:trace contextRef="#ctx0" brushRef="#br1" timeOffset="29730.904">2199 1126 6425,'0'0'702,"0"0"-459,0 0 91,0 0 919,0 0 370,0 0-802,3 3-550,25 18 937,-39-17 5257,-1 6-3784,-23 30-3193,31-34 1076,-132 251-111,56-87-251,80-157-3447,22-33-2689,-5 1-10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26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74 6161,'0'0'1235,"0"0"1056,0 0-316,0 0-785,0 0-44,0 0-54,-13-12-7,-60-50 580,68 65 1683,-2 34-3129,7-34 64,-12 123 958,7 0-1,5 0 1,8 43-1241,85 721 2443,-105-418-1429,-1-195-78,13-276-924,0-1 33,0 0 121,0 0-117,-10-52-24,16-54-3545,14 80-1761,13 4-4013,-11 14-1753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27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111 217 3105,'0'0'1508,"0"0"-128,0 0-346,0 0-615,0 0-270,0 0-112,3-8 458,8-29 1630,-59 0 3826,48 38-5833,1 0 0,-1 0 0,1-1 0,-1 1 0,0 0 0,1 0 0,-1 0 0,0 0 0,0 0 0,1 0 0,-1-1 0,0 1 0,0 0 0,0 0 0,0 0 0,0 0 0,0 0 0,-1 0 0,1 0 0,0 0 0,0 0 0,-1-1 0,1 1 0,0 0 0,-1 0 0,1 0 0,-1-1 0,1 1 0,-1 0 0,0 0 0,1-1 0,-1 1 0,0 0-1,1-1 1,-1 1 0,0-1 0,0 1 0,1-1 0,-1 1 0,0-1 0,0 0 0,0 1 0,0-1 0,1 0 0,-1 0 0,0 1 0,0-1 0,0 0 0,0 0 0,0 0 0,0 0 0,0 0 0,0 0 0,0-1 0,0 1 0,1 0 0,-1 0 0,0-1 0,0 1 0,0 0 0,0-1 0,1 1 0,-1-1 0,0 1 0,0-1 0,1 0 0,-1 1-1,0-1-117,1 9-417,-2 2 467,0-1 1,1 0-1,0 0 1,0 1 0,1-1-1,1 0 1,-1 1-1,2-1 1,-1 0-1,1 0 1,0 0-1,1 0 1,0 0-1,1 0 1,0-1 0,0 0-1,1 1 1,0-2-1,0 1 1,1 0-1,0-1 1,0 0-1,0-1 1,1 1-1,0-1 1,1 0 0,-1-1-1,1 0 1,0 0-1,0-1 1,7 3-51,-9-5-7,1 0 0,-1 0 0,1 0 0,-1-1 0,1 0 1,-1 0-1,1-1 0,0 1 0,-1-2 0,1 1 0,0-1 0,-1 0 1,1 0-1,-1-1 0,1 1 0,-1-2 0,0 1 0,1-1 0,-1 0 1,-1 0-1,1 0 0,0-1 0,-1 0 0,0 0 0,0 0 0,0-1 1,0 0-1,-1 0 0,0 0 0,0 0 0,0-1 0,-1 0 0,1 0 1,-1 0-1,-1 0 0,1 0 0,-1 0 0,0-1 0,-1 1 0,1-1 1,-1 1-1,0-2 7,1-2 6,0 0 0,-1 0 0,0 0 0,0 0 0,-1 0-1,0-1 1,-1 1 0,0 0 0,-1 0 0,0 0 0,0 0 0,-1 0 0,-1 1 0,1-1 0,-2 1 0,1 0 0,-1 0 0,-1 0 0,1 1 0,-1-1 0,-1 1 0,0 1 0,0 0 0,0 0 0,-1 0 0,0 1 0,0 0 0,-1 0 0,0 1 0,0 0 0,0 0 0,0 1 0,-1 1-1,0 0 1,1 0 0,-11-1-6,12 2-9,-1 2 0,0-1 0,1 1-1,-1 1 1,1-1 0,-1 1-1,0 1 1,1 0 0,0 0 0,-1 0-1,1 1 1,0 1 0,1-1 0,-1 1-1,0 0 1,1 1 0,0 0-1,0 0 1,1 1 0,-1-1 0,1 1-1,0 1 1,-1 1 9,-1 14-1129,28 0-4988,4-17 142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28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0 331 7626,'0'0'4358,"0"0"-2362,0 0-939,0 0-261,7-19 33,38-142 624,-23 10 3596,-11 167-3964,121 515 2621,-117-507-4114,6-23-4499,-7-2-1410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31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6545,'0'0'1293,"0"0"1981,0 0-1543,0 0-375,0 0-312,0 0-58,26 7 1877,173-12 1305,123 4-3506,-302 7-662,-20-6-115,1 0 0,-1 1 0,1-1 0,-1 0 0,1 1 0,-1-1 1,0 0-1,1 1 0,-1-1 0,1 1 0,-1-1 0,0 1 0,1-1 0,-1 1 1,0-1-1,0 1 0,1-1 0,-1 1 0,0-1 0,0 1 0,0-1 0,0 1 1,0-1-1,0 1 0,0 0 0,0-1 0,0 1 0,0-1 0,0 1 0,0-1 1,0 1-1,0-1 0,0 1 0,0 0 0,-1-1 0,1 1 0,0-1 0,0 1 1,-1-1-1,1 1 0,0-1 0,-1 0 0,1 1 0,0-1 0,-1 1 0,1-1 1,-1 0-1,1 1 0,-1-1 0,1 0 0,-1 1 0,1-1 0,-1 0 0,1 0 1,-1 0-1,1 1 0,-1-1 0,1 0 0,-1 0 0,0 0 0,1 0 0,-1 0 1,1 0-1,-1 0 0,1 0 0,-1 0 0,0 0 0,1-1 0,-1 1 115,-44 5-4723,24-5 541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3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6225,'0'0'899,"0"0"-220,0 0 841,0 0 9,0 0-370,0 0 31,1 3 300,5 1-1106,0 0-1,0-1 1,0 0-1,0-1 1,1 1-1,-1-1 1,1 0-1,-1-1 1,1 1 0,0-1-1,0-1 1,-1 1-1,1-1 1,0 0-1,0-1 1,0 0-1,0 0 1,5-1-384,18 0 975,233 1 716,-235 7-1614,26-8-6993,-37-12 2366,-4-1-1673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3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6129,'0'0'981,"0"0"408,0 0 1652,0 0-1484,0 0-390,0 0-390,2 2 2797,13 9-2411,255-8 2691,34-26-3360,-274 25-2843,2-34-1648,-11 7-1570,5-6-6030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34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131 452 7362,'0'0'541,"0"0"1314,0 0 448,0 0-322,0 0-866,0 0-475,11 15 808,-6-15-1306,-1 0 1,0 0-1,1-1 1,-1 0-1,1 0 1,-1 0-1,0 0 0,0 0 1,0-1-1,0 0 1,0 0-1,0 0 1,0 0-1,0-1 0,-1 0 1,1 1-1,-1-1 1,0 0-1,0-1 1,2-1-143,7-5 398,5-2-114,0-1-1,-1-1 0,-1 0 0,0-1 0,-1-1 1,-1 0-1,0-1 0,-1 0 0,-1-1 1,-1 0-1,3-8-283,-10 19 7,-2 0 1,1-1-1,-1 1 1,0 0-1,0-1 1,-1 1 0,0 0-1,-1-1 1,1 1-1,-1 0 1,-1 0-1,1 0 1,-1-1-1,-1 1 1,1 1-1,-1-1 1,0 0 0,-1 1-1,1-1 1,-1 1-1,-1 0 1,1 0-1,-1 1 1,0 0-1,0-1 1,-1 1 0,1 1-1,-1-1 1,0 1-1,-1 0 1,1 1-1,0-1 1,-1 1-1,0 1 1,0-1-1,0 1 1,0 0 0,0 1-1,0 0 1,-1 0-1,1 0 1,0 1-1,-1 0 1,1 0-1,0 1 1,-1 0-1,-5 2-7,-1 6-8,0 2-1,1 0 0,1 0 0,-1 1 0,2 0 0,-1 1 0,2 1 0,0 0 0,1 0 1,0 1-1,1 0 0,-5 14 9,3-7-11,1 0 0,1 1 0,0 0 0,2 0 0,1 0 0,1 1 1,1 0-1,1 0 0,2 0 0,0 0 0,1-1 0,2 8 11,-1-20 14,1 1 0,0-1-1,0 1 1,1-1 0,1-1 0,0 1 0,0 0-1,1-1 1,1 0 0,-1-1 0,1 1 0,1-1-1,0-1 1,0 1 0,1-1 0,0-1 0,1 0 0,-1 0-1,1-1 1,0 0 0,1 0 0,-1-1 0,10 2-14,11 5 241,1-2 1,0-2-1,0-1 1,1-1-1,0-1 1,0-2-1,30-2-240,-33 0 6,0-1 1,0-2 0,0-1 0,0-1 0,0-1 0,-1-2 0,0-1-1,-1-1 1,0-2 0,19-9-8,-12-7-4667,-16 4-2262,-9 5-1646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36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21 112 6249,'0'0'583,"0"0"-292,0 0 310,0 0 1773,0 0-477,0 0-1048,-2 4-259,1-1-181,-5 11-325,-5-8 3713,11-6-3480,0 0 35,0 0 128,0 0-292,38 0 857,205-14 1394,-232-11-4089,31-49-11066,-28 49 4761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36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1 225 6465,'0'0'1565,"0"0"2087,0 0-1799,0 0-789,0 0-421,0 0 197,5-3-85,3-5-634,-1 0 1,0 0-1,0-1 1,-1 0-1,0 0 0,0-1 1,-1 1-1,-1-1 1,0 0-1,0 0 1,-1-1-1,0 1 0,-1-1 1,0 0-1,0 1 1,-1-1-1,-1 0 1,0 0-1,0 0 0,-1 0 1,-1-2-122,24 42 560,-15-11-141,-2 1 1,0-1-1,-1 1 0,0-1 1,-2 1-1,0 0 1,-1 0-1,-1 0 0,-1 0 1,-2 10-420,2 26 416,1 125 607,25-171-2323,-7-10-5470,-12-3-2826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45.4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69 5977,'0'0'2054,"0"0"2603,0 0-1392,0 0-1473,0 0-938,0 0-316,0 0 3191,12 2-3393,319-20 1858,113-8-1668,-841-1-241,17 27-182,379 0-119,1 0 25,0 0-177,0 3 162,0 0 1,0-1-1,1 1 1,-1 0-1,1 0 1,-1-1-1,1 1 0,0 0 1,0-1-1,0 1 1,0-1-1,0 1 1,1-1-1,-1 0 0,1 1 1,0-1-1,0 0 1,-1 0-1,1 0 1,1 0-1,-1 0 0,0-1 1,0 1-1,1-1 1,-1 1-1,0-1 1,1 0-1,0 0 0,-1 0 1,1 0-1,0 0 1,-1-1-1,1 1 1,0-1-1,0 0 0,-1 0 1,1 0-1,0 0 1,0 0-1,0-1 6,65 8 154,1-3 0,0-3-1,0-3 1,-1-3-1,56-12-153,67-3 212,-103 17-250,-286 23 431,-198-46-134,254 12 97,141 14-408,1 0-15,0 0 43,0 0-134,14 18 160,0-12 3,1 0 0,-1 0 0,1-2 0,0 0 0,1 0 0,-1-2 0,0 0 0,1 0 0,0-2 0,-1 0 0,1 0 0,4-2-5,15 1 4,284-27 251,-147 5-388,-460 36 473,196-13-614,91 0-294,21-2-3387,7-1-1077,3-3-785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5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3 6081,'0'0'1070,"0"0"-167,0 0 1340,0 0-415,0 0-438,-4-1-163,1 0-1220,-41 10 3347,11 40-2773,1 2 0,3 1 1,2 1-1,3 1 1,-15 48-582,15-43 482,3 1 0,2 0 0,3 2 0,2 0 0,3 1 0,4 0 0,1 0 0,4 1 0,2 0 0,3-1-1,3 0 1,3 0 0,2 0 0,3-1 0,19 51-482,-13-69 148,2 0 0,1-2 0,2 0 0,2-2 0,2-1-1,1-1 1,2-2 0,2-1 0,1-1 0,2-2-1,0-2 1,3-1 0,4 0-148,229 118 286,-272-146-258,-1-1 5,-3-2-92,1 0 1,0 0-1,-1-1 1,1 1-1,0 0 0,0-1 1,1 1-1,-1-1 1,0 0-1,1 1 1,0-1-1,-1 0 0,1 0 1,0 0-1,1 0 1,-1 0-1,0 0 1,1 0-1,0 0 0,-1 0 1,1 0-1,1 0 1,-1-1-1,0 1 1,1 0 58,33-94-8250,-3 50 835</inkml:trace>
  <inkml:trace contextRef="#ctx0" brushRef="#br0" timeOffset="767.711">773 1237 6161,'0'0'814,"0"0"205,0 0 2015,0 0-1077,0 0-744,0 0-152,-2 13 894,53-10-20,247-43 2990,-172 16-4188,-70 17-731,-56 7-30,0 0 124,11-10-592,36-28-7598,-21 14-651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53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85 542 6065,'0'0'7210,"0"0"-4566,0 0-1438,0 0-449,23-15 46,166-117 2295,-175 122-3020,-1 0-1,0-2 0,0 1 1,-1-1-1,-1-1 0,0 0 1,0-1-1,-2 0 0,0-1 1,0 0-1,-1 0 1,-1-1-1,-1 1 0,0-2 1,-1 1-1,-1-1 0,0 1 1,-1-1-1,0-12-77,-2 26 18,-1 0 0,1-1 1,-1 1-1,1 0 0,-1 0 0,0 0 0,0-1 1,0 1-1,-1 0 0,1 0 0,-1-1 0,0 1 1,0 0-1,0 0 0,0 0 0,0 0 0,-1 0 1,1 0-1,-1 1 0,0-1 0,0 0 0,0 1 1,0-1-1,0 1 0,0 0 0,-1 0 0,0 0 1,1 0-1,-1 0 0,0 0 0,0 1 0,1-1 1,-1 1-1,0 0 0,-1 0 0,1 0 0,-2 0-18,-8-1 6,1 1-1,0 1 0,0 0 1,-1 1-1,1 0 0,0 1 1,0 1-1,0-1 0,0 2 1,0 0-1,1 0 0,-1 1 1,1 1-1,0-1 0,1 2 1,0 0-1,0 0 0,0 0 1,1 2-1,0-1 0,0 1 1,1 0-1,0 1 0,0 1-5,-8 10 25,1 1 0,0 1 0,2 0 0,1 0-1,1 1 1,1 1 0,1 0 0,1 0 0,1 1 0,-2 24-25,5-38 7,1 0 0,0 0 0,1 1 1,1-1-1,0 1 0,1 0 1,0-1-1,1 1 0,0-1 1,1 1-1,0-1 0,1 1 1,0-1-1,1 0 0,1-1 0,0 1 1,0-1-1,1 1 0,1-2 1,0 1-1,0-1 0,1 0 1,0 0-1,1-1 0,3 3-7,12 0 40,0-1-1,1-1 0,0-1 1,0-1-1,0-2 1,1 0-1,1-2 0,-1 0 1,0-2-1,1-1 1,-1-2-1,1 0 0,3-2-39,25 3 208,135-24 390,-145 7-7080,-30 6 340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54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47 5841,'0'0'778,"0"0"-421,0 0 319,0 0 1609,0 0-530,-5 4-770,-13 14-414,25-15 6530,37-2-6523,192-1 1367,-236 0-1981,0 0 29,0 0 135,26-43-7199,-19 35 3840,12-14-7336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5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77 6121,'0'0'667,"0"0"-377,0 0 55,0 0 1213,0 0 437,0 0-1004,-26 1 2656,18 10-3253,1 1 1,0 0-1,0 0 0,1 1 0,1 0 1,0 0-1,1 1 0,0-1 0,1 1 1,0 0-1,1 0 0,1 0 0,0 0 1,1 0-1,1 0 0,1 10-394,2-14 35,0-1 0,0 1 0,1-1 0,0 0 0,1 0 0,0-1 0,0 0 0,1 0 0,0 0 0,0-1 0,1 0 0,0 0 0,0-1 0,1 0 0,0 0 1,0-1-1,0 0 0,0-1 0,1 0 0,0 0 0,0-1 0,0 0 0,0-1 0,0 0 0,1-1 0,-1 0 0,0-1 0,1 0 0,-1 0 0,4-2-35,-9 2 6,0-1 0,0 0 0,0-1 1,1 1-1,-1-1 0,-1 0 0,1 0 0,0-1 0,0 1 0,-1-1 1,0 0-1,1 0 0,-1-1 0,0 1 0,-1-1 0,1 0 0,-1 0 1,1 0-1,-1 0 0,0-1 0,-1 1 0,1-1 0,-1 0 1,0 0-1,0 0 0,0 0 0,-1 0 0,1-2-6,22-152 35,-22 152-23,-1-1-1,0 1 1,0-1 0,-1 0 0,0 1 0,0-1 0,0 1 0,-1-1 0,-1 0-1,1 1 1,-1 0 0,0-1 0,-1 1 0,0 0 0,0 0 0,0 0 0,-1 1-1,0-1 1,0 1 0,-1 0 0,0 0 0,0 0 0,0 1 0,-1 0 0,1 0 0,-1 0-1,-1 1 1,1-1 0,-1 1 0,1 1 0,-1 0 0,0 0 0,-6-2-12,4 3-4,0 1 1,0 0 0,1 0-1,-1 1 1,0 0 0,0 1-1,0 0 1,1 0 0,-1 1-1,0 0 1,1 0 0,-1 1-1,1 0 1,0 1 0,0 0-1,0 0 1,1 0 0,0 1 0,-4 3 3,6-4-212,1 1 0,-1 0 1,1 0-1,0 0 1,0 0-1,1 1 1,-1-1-1,1 1 1,0 0-1,1 0 1,-1 0-1,1 0 0,1 0 1,-1 1-1,1-1 1,0 1-1,0 1 212,0 35-5513,1-8-5277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55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245 182 5817,'0'0'912,"0"0"-566,0 0-242,0 0-57,-15-20 379,-46-62 1072,55 75-1313,1 1 0,-2-1-1,1 1 1,-1 1 0,1-1 0,-2 1-1,1 0 1,0 1 0,-1 0 0,0 0 0,0 0-1,0 1 1,0 1 0,-1-1 0,1 1 0,-1 1-185,-10-4 698,20 6-570,1-1 0,-1 1-1,0 0 1,0 0-1,0 0 1,0 0 0,0 0-1,0 0 1,0 0-1,0 0 1,-1 0-1,1 0 1,0 0 0,-1 1-1,1-1 1,-1 0-1,1 0 1,-1 1 0,1-1-1,-1 0 1,0 1-1,0-1 1,0 1 0,0-1-1,0 0 1,0 1-1,0-1 1,0 0 0,0 1-1,-1-1 1,1 0-1,-1 1 1,1-1-1,-1 0 1,1 0 0,-1 1-1,0-1 1,1 0-1,-1 0 1,0 0 0,0 0-1,0 0 1,0 0-1,0 0 1,0 0 0,0 0-1,0 0 1,0-1-1,-1 1 1,1 0-1,0-1 1,0 1 0,-1-1-1,1 1 1,0-1-1,-1 0 1,1 0 0,0 0-1,-1 1 1,1-1-1,-1 0 1,1-1 0,0 1-1,-1 0 1,1 0-1,0 0 1,-1-1-128,241 336 3914,-195-252-3720,-3 1 0,-4 3 0,-5 1-1,-2 1 1,-5 2 0,13 92-194,-25-73 259,-5 1-1,-4 1 1,-8 47-259,3-125 88,-1-1 0,-2 1 0,-2 0 0,-1-1 0,-1 0 0,-2-1 0,-1 0 0,-2 0 0,-1-1 0,-1-1-1,-1 0 1,-2-1 0,-1-1 0,-2-1 0,0-1 0,-2 0 0,-15 12-88,59-58-8898,1-3 640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58.37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430 33 5537,'0'0'6884,"0"0"-3938,-7 19-1541,-43 159 1774,39-34 678,15-140-3836,0 0 0,0 0 0,0-1 0,0 1 0,1-1 0,-1-1-1,1 1 1,0 0 0,0-1 0,0 0 0,0 0 0,0-1 0,0 1 0,1-1 0,-1 0 0,0 0 0,1-1 0,-1 0 0,1 0 0,-1 0 0,0-1 0,1 1 0,-1-1 0,0-1 0,3 0-21,1 2 12,-3 0-8,0 0 0,1-1 0,-1 0 0,0 0 0,0 0 1,0-1-1,0 0 0,0 0 0,0 0 0,0-1 0,0 0 0,-1 0 0,0 0 0,1-1 1,-1 1-1,0-2 0,-1 1 0,1 0 0,-1-1 0,0 0 0,0 0 0,0 0 0,-1 0 1,0-1-1,0 1 0,0-1 0,-1 0 0,0 0 0,0 0 0,0 0 0,-1 0 0,1 0 1,-2 0-1,1-1 0,-1 1 0,0 0 0,0-1 0,0 1 0,-1 0 0,0 0 0,-1-1 1,1 1-1,-1 0 0,0 0 0,-1 0 0,1 1 0,-1-1 0,-3-4-4,-6-1 46,0 0-1,-1 1 1,0 0-1,-1 1 1,0 1-1,0 0 0,-1 1 1,0 1-1,0 0 1,0 1-1,-1 0 1,0 1-1,0 1 1,0 1-1,0 0 0,0 1 1,-1 1-1,1 0 1,0 1-1,-1 1 1,1 1-1,0 0 1,1 1-1,-1 1 1,1 0-1,-1 1 0,1 1 1,1 0-1,0 1 1,0 0-1,0 1 1,1 1-1,0 0 1,1 1-1,1 1 1,-1-1-1,-4 9-45,6-3 75,0-1-1,2 1 1,0 1 0,1 0-1,1 0 1,0 0 0,2 1 0,0-1-1,1 1 1,1 0 0,0 0-1,2 0 1,0 1 0,1-1 0,2 5-75,-2-14 25,1 1 0,0 0 1,1 0-1,0-1 1,0 0-1,1 1 0,0-1 1,1-1-1,1 1 1,-1-1-1,1 0 1,1 0-1,0 0 0,0-1 1,0 0-1,1-1 1,0 1-1,1-2 1,0 1-1,0-1 0,0 0 1,1-1-1,0 0 1,0-1-1,0 0 1,0 0-1,2-1-25,8 0 6,0-2 0,0 0 0,-1-1 0,1-1 0,0-1 1,0-1-1,-1 0 0,1-2 0,-1 0 0,0-1 0,-1-1 0,1-1 0,-1 0 0,-1-2 0,0 0 1,0 0-1,-1-2 0,0 0 0,-1-1 0,0-1 0,-1 0 0,-1-1 0,0 0 0,-1-1 0,-1 0 1,0-1-1,-2 0 0,2-5-6,-5 11 6,-1 0 0,0 0 1,0-1-1,-1 1 1,-1-1-1,0 0 0,-1 0 1,0 0-1,-1 0 1,0-1-1,-1 1 0,-1 0 1,1-1-1,-2 1 0,0 0 1,0 0-1,-1 0 1,-1 0-1,0 1 0,-1-1 1,0 1-1,0 0 1,-1 0-1,-1 1 0,0 0 1,0 0-1,-1 0 1,0 1-1,0 1 0,-1-1 1,-1 1-1,1 0 0,-1 1 1,-1 1-1,1-1 1,-1 1-1,0 1 0,-12-4-6,16 5 24,0 1-1,-1 0 0,1 1 0,-1-1 0,0 1 0,0 1 0,0-1 1,0 2-1,0-1 0,0 1 0,0 0 0,0 0 0,0 1 0,1 0 1,-1 1-1,0 0 0,0 0 0,1 1 0,-1 0 0,1 0 0,-1 0 1,1 1-1,1 0 0,-1 1 0,0-1 0,1 1 0,0 1 0,0-1 1,1 1-1,-1 0 0,-1 4-23,-3 12 21,2 0 0,0 1 1,1 1-1,2-1 0,0 1 0,2 0 1,0 0-1,2 0 0,0 0 0,2 0 0,1 0 1,1 0-1,1 2-21,-2-17-1,0 0 0,1 0 1,1 0-1,-1 0 0,1-1 1,1 0-1,-1 1 0,1-1 0,1-1 1,0 1-1,0-1 0,0 0 0,1 0 1,0-1-1,0 0 0,0 0 0,1-1 1,0 0-1,0 0 0,1-1 0,-1 0 1,1 0-1,0-1 0,0 0 0,0-1 1,0 0-1,0 0 0,1-1 0,-1 0 1,1-1-1,-1 0 0,1 0 1,-1-1-1,0 0 0,1-1 0,-1 0 1,0 0-1,0-1 0,0 0 0,0-1 1,-1 0-1,0 0 0,1-1 0,-1 0 1,5-5 0,4-1-27,-1-1 1,0-1 0,-1-1 0,-1 0 0,0 0-1,-1-2 1,0 0 0,-1 0 0,-1-1 0,-1 0 0,0-1-1,7-19 27,-13 27-2,0 0-1,-1-1 0,0 1 0,-1-1 0,0 1 1,0-1-1,-1 0 0,-1 0 0,0 0 0,0 0 1,-1 1-1,0-1 0,-1 0 0,-1 0 0,1 1 1,-2-1-1,1 1 0,-2 0 0,1 0 0,-1 1 1,-1-1-1,1 1 0,-2 0 0,-5-7 3,3 6-30,-1 0-1,-1 0 0,1 1 0,-1 0 1,-1 1-1,0 1 0,0-1 1,0 2-1,-1 0 0,0 0 1,0 1-1,-1 1 0,1 0 1,-1 1-1,0 1 0,0 0 1,0 0-1,0 1 0,0 1 1,0 1-1,0 0 0,0 1 1,0 0-1,0 1 0,1 0 1,-1 2-1,1-1 0,0 2 1,0-1-1,1 2 0,-9 5 31,-55 71-2633,32-18-2391,6 4-5340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5:59.54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283 84 5921,'0'0'926,"0"0"-661,-24-5 715,-130-17 6206,150 22-7051,0 0 1,0 1-1,0 0 1,0 0-1,0 0 1,0 0-1,0 0 1,1 1-1,-1 0 1,0 0-1,1 0 1,-1 0-1,1 0 1,0 1-1,0-1 1,0 1-1,0 0 1,0 0-1,0 0 1,1 1-1,0-1 1,-1 0-1,1 1 1,1 0-1,-1-1 1,0 1-1,1 0 1,0 0-1,0 0 1,0 0-1,0 3-135,-11 140 3432,12-126-2949,-1-9-423,0 0 1,0 0-1,1 0 1,1 0-1,0 0 0,1 0 1,0-1-1,0 1 1,1 0-1,1-1 0,0 0 1,1 1-1,0-2 1,0 1-1,1-1 0,1 0 1,0 0-1,0 0 1,1-1-1,0 0 0,1-1 1,-1 0-1,2 0 1,-1-1-1,1 0 0,0 0 1,1-1-1,-1-1 1,1 0-1,0 0 0,0-1 1,1-1-1,0 0 1,-1 0-1,1-1 0,0-1 1,0 1-1,7-2-60,-13-1-25,0-1 0,0 1 1,0-2-1,-1 1 0,1 0 0,-1-1 0,1 0 0,-1 0 1,0-1-1,0 1 0,0-1 0,-1 0 0,1-1 0,-1 1 1,0-1-1,-1 1 0,1-1 0,-1-1 0,1 1 0,-2 0 1,1-1-1,-1 1 0,1-1 0,-1 0 0,-1 0 0,1 0 1,-1-2 24,15-169-816,-16 171 806,-1-12-28,0 0 0,-2 0 0,0 0-1,0 1 1,-2 0 0,0-1 0,-2 2 0,1-1 0,-2 1 0,0 0 0,-10-13 38,14 21 50,-1 0 1,-1 1-1,1 0 0,-1 0 1,-1 0-1,1 1 1,-1 0-1,0 0 1,-1 1-1,1-1 1,-1 2-1,0-1 1,0 1-1,-1 0 1,1 1-1,-1 0 1,0 0-1,1 1 0,-1 0 1,-1 1-1,1 0 1,0 0-1,-8 1-50,11 1 25,0 1-1,1-1 0,-1 1 0,0 0 1,1 1-1,-1-1 0,1 1 0,0 0 1,0 0-1,0 1 0,0-1 0,0 1 1,1 0-1,0 1 0,0-1 0,0 1 1,0 0-1,1 0 0,0 0 0,0 0 1,0 0-1,1 1 0,-1-1 0,1 1 1,-1 5-25,-27 153 807,28-153-791,0 1 0,1-1 0,1 0 0,0 0 0,0 1 0,1-1 0,0 0 0,1 0 0,1 0 0,-1 0 0,2 0 0,-1-1 0,2 1 0,-1-1 0,1 0 0,1 0 0,0-1 0,0 1 0,1-1 0,0-1 0,1 1 0,0-1 0,0-1 0,0 1 0,1-1 0,1-1 0,-1 0 0,1 0 0,6 2-16,-5-4-19,-1 0 0,1-1 1,0-1-1,0 1 0,1-2 0,-1 0 0,0 0 1,1-1-1,-1 0 0,0-1 0,0-1 0,1 0 1,-1 0-1,0-1 0,0 0 0,-1-1 0,1 0 1,-1-1-1,0 0 0,0-1 0,0 0 1,-1 0-1,0-1 0,0 0 0,-1-1 0,0 0 1,0 0-1,-1 0 0,0-1 0,0-1 0,-1 1 1,0-1-1,-1 0 0,0 0 0,0-1 0,-2 1 1,1-1-1,-1 0 0,0 0 0,-1 0 0,-1 0 1,1-8 18,0 10 26,0 0 1,-1-1-1,0 1 1,-1-1 0,1 1-1,-2-1 1,0 1 0,0-1-1,0 1 1,-1-1 0,-1 1-1,1 0 1,-2 0-1,1 0 1,-1 0 0,0 1-1,-1 0 1,0-1 0,-1 2-1,1-1 1,-1 1 0,-1-1-1,1 2 1,-1-1-1,-1 1 1,1 0 0,-1 0-1,0 1 1,0 0 0,-1 1-1,1 0 1,-1 0 0,0 1-1,0 0 1,0 0-1,-7 0-26,12 2-29,-1 0 0,1 1 0,0-1 0,-1 1-1,1 0 1,0 1 0,-1-1 0,1 1-1,0-1 1,0 1 0,-1 1 0,1-1-1,0 1 1,0-1 0,0 1 0,0 0-1,1 1 1,-1-1 0,1 0 0,-1 1 0,1 0-1,0 0 1,0 0 0,0 0 0,0 1-1,0-1 1,1 1 0,0 0 0,0-1-1,0 1 1,0 0 0,0 0 0,1 0-1,0 1 1,0-1 0,0 0 0,0 0 0,0 2 29,-3 40-3181,4-9-4121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6:01.995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90 0 6449,'0'0'759,"0"0"236,0 0 2171,0 0-1706,0 0-746,0 0 311,-12 28 504,-34 91-174,36 18 943,10-129-2236,1-1 0,1 1 0,0 0 0,0 0 0,0-1 0,1 1 1,0-1-1,0 0 0,1 0 0,0 0 0,0-1 0,1 1 0,0-1 1,0 0-1,0 0 0,1 0 0,0-1 0,0 0 0,0 0 0,1-1 1,-1 0-1,1 0 0,0 0 0,0-1 0,1 0 0,-1 0 0,1-1 0,-1 0 1,1 0-1,0-1 0,0 0 0,0 0 0,0-1 0,0 0 0,-1 0 1,1-1-1,0 0 0,0-1 0,0 1 0,-1-1 0,1-1 0,-1 0 1,0 0-1,1 0 0,-1-1 0,-1 0 0,1 0-62,3-4 17,0 0-1,0 0 0,-1-1 1,0 0-1,-1 0 1,0-1-1,-1 0 1,0-1-1,0 0 0,-1 0 1,0 0-1,-1 0 1,-1-1-1,0 0 1,0 0-1,-1-1 0,0 1 1,-2-1-1,1 1 1,-1-1-1,-1 1 1,-1-13-17,-2 17 32,-1 1 0,1-1 0,-1 1 0,-1 0 1,0 0-1,0 1 0,0 0 0,0-1 1,-1 2-1,0-1 0,0 1 0,-1 0 0,0 0 1,0 0-1,0 1 0,0 0 0,0 1 1,-1-1-1,0 2 0,0-1 0,0 1 0,0 0 1,0 1-1,0-1 0,0 2 0,0-1 0,-1 1 1,1 1-1,0-1 0,0 1 0,0 1 1,-1-1-1,1 1 0,1 1 0,-1 0 0,0 0 1,1 0-1,-2 2-32,-4 5 62,0 0 1,0 2 0,1-1-1,1 1 1,0 1 0,1 0-1,0 1 1,1 0-1,1 0 1,0 1 0,1 0-1,1 0 1,0 1 0,1-1-1,0 1 1,2 1-1,-1-1 1,2 1 0,1-1-1,0 1 1,1-1 0,0 1-1,2 0 1,2 15-63,-2-26 8,0 1-1,0-1 1,1 0 0,0 1 0,0-1 0,0-1-1,1 1 1,0 0 0,0-1 0,0 0 0,1 0-1,0 0 1,0 0 0,0-1 0,0 0 0,1 0-1,-1 0 1,1-1 0,0 0 0,0 0 0,0 0-1,1-1 1,-1 0 0,1 0 0,-1-1 0,1 0-1,0 0 1,4 0-8,4 1 15,-1-1 0,1-1 0,0 0 0,0-1 0,-1-1 0,1 0 0,-1-1 0,1 0 1,-1-1-1,0-1 0,-1-1 0,13-5-15,-13 5 1,-1 0 0,0-1 0,0-1 0,0 1 0,-1-2 0,0 0 0,-1 0 0,0-1 1,-1 0-1,0 0 0,0-1 0,-1-1 0,0 1 0,-1-1 0,-1 0 0,0-1 0,0 0 0,-1 0 1,-1 0-1,0 0 0,-1-1 0,0 0 0,-1 1 0,-1-1 0,0 0 0,-1 0 0,-1 0 0,0 0 1,-1-7-2,-5 10 41,-1 0 0,0 0 0,0 1 0,-1 0 0,0 1 0,0 0 0,-1 0 0,0 1 0,-1 0 0,0 1 0,0 0 0,-1 1 0,0 0 0,0 1 0,0 1 0,-1-1 0,1 2 0,-1 0 0,0 0 0,0 1 0,0 1 0,0 0 0,0 1 0,0 0 0,0 1 0,-10 2-41,17 0-16,0 0 0,1 0 0,0 0-1,0 1 1,0 0 0,0 0-1,0 0 1,1 0 0,0 1-1,0-1 1,0 1 0,0 0-1,1 1 1,0-1 0,0 1-1,0-1 1,1 1 0,0 0-1,0 0 1,0 0 0,1 0-1,0 0 1,0 0 0,0 0-1,1 0 1,0 1 0,0-1-1,1 0 1,-1 0 0,1 0 0,1 0-1,-1 0 1,1 0 0,0 0-1,1 0 1,-1 0 0,1-1-1,0 1 1,0-1 0,1 0-1,0 0 1,2 2 16,89 50-2804,-19-29-2719,13-7-4943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6:03.348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227 149 4113,'0'0'3018,"0"0"2571,0 0-2664,0 0-1746,-25-8-511,-76-23 157,97 31-740,1-1-1,-1 1 1,0 0-1,0 1 0,1-1 1,-1 1-1,0-1 1,1 1-1,-1 0 1,1 1-1,-1-1 1,1 0-1,-1 1 1,1 0-1,0 0 0,0 0 1,0 0-1,0 1 1,0-1-1,0 1 1,1-1-1,-1 1 1,1 0-1,0 0 0,0 0 1,0 0-1,0 1 1,0-1-1,1 1 1,0-1-1,-1 1 1,1-1-1,0 1 0,1-1 1,-1 1-1,1 0 1,0 0-1,-1-1 1,2 1-1,-1 0 1,0 0-1,1-1 0,0 2-84,-2 0 102,-1 7-24,0 1 0,1 0 0,0 0 1,1 0-1,1 0 0,0 0 0,0-1 0,2 1 0,-1 0 0,2-1 1,-1 1-1,2-1 0,0 0 0,0-1 0,1 1 0,0-1 0,1 0 0,1 0 1,-1-1-1,2 0 0,-1 0 0,1-1 0,1 0 0,0-1 0,0 0 1,0-1-1,1 0 0,0 0 0,1-1 0,0-1 0,-1 0 0,2 0 0,-1-1 1,1-1-79,-1 0-10,1 0 1,0-2 0,0 1 0,0-2-1,-1 1 1,1-2 0,0 0 0,0 0-1,0-2 1,0 1 0,-1-1-1,0-1 1,1-1 0,-1 1 0,-1-2-1,1 0 1,-1 0 0,0-1 0,0 0-1,-1-1 1,0 0 0,0-1 0,-1 0-1,0 0 1,-1-1 0,0 0 0,0-1-1,-1 0 1,-1 0 0,1 0 0,-2-1-1,0 0 1,0 0 0,-1 0-1,-1-1 1,2-11 9,-3 14-7,-1 0 0,-1-1 0,0 0 0,0 1 0,-1-1 0,-1 1 0,1 0-1,-2-1 1,1 1 0,-2 0 0,1 0 0,-1 0 0,-1 1 0,0-1 0,0 1 0,0 0 0,-2 1-1,1-1 1,-1 1 0,0 1 0,0-1 0,-1 1 0,0 0 0,0 1 0,-9-5 7,6 2 108,0 1 1,0 0-1,-1 1 0,0 1 1,-1 0-1,1 0 1,-1 1-1,0 1 1,-1 0-1,1 1 0,-1 0 1,1 1-1,-1 0 1,0 2-1,0-1 0,1 2 1,-6 0-109,12 4 43,-1 0 0,1 1-1,1 0 1,-1 0 0,1 0 0,0 1 0,0 0 0,1 0-1,0 0 1,0 1 0,0 0 0,1 0 0,1 0 0,-1 0-1,1 1 1,1 0 0,0-1 0,0 1 0,0 0 0,1 0-1,0 0 1,1 0 0,0 0 0,1 0 0,0 0-43,-4 5 5,1-1 1,1 0 0,0 0-1,1 1 1,1-1-1,0 1 1,0-1-1,1 0 1,1 0-1,0 0 1,1 0 0,1-1-1,0 1 1,0-1-1,1 0 1,1 0-1,0-1 1,0 0 0,2 0-1,-1-1 1,1 0-1,0 0 1,1-1-1,0-1 1,1 1 0,0-1-1,0-1 1,0 0-1,1-1 1,0 0-1,0-1 1,1 0 0,0-1-1,4 1-5,-5-5-43,0 1-1,-1-1 1,1-1 0,0 0-1,0-1 1,0 0-1,-1-1 1,0 0-1,1-1 1,-1 0 0,0-1-1,-1 0 1,1 0-1,-1-2 1,0 1 0,0-1-1,-1 0 1,0-1-1,0 0 1,-1-1 0,0 0-1,-1 0 1,0 0-1,0-1 1,-1 0-1,0-1 1,-1 1 0,0-1-1,1-3 44,-1 3 12,0 0 0,-1 0 0,0 0 0,-1-1 0,0 1 0,0-1 0,-1 0 0,-1 0 0,0 0 0,-1 0 0,0 0 0,-1 0 0,0 0 0,-1 1 0,0-1 0,-1 0 0,-1 1 0,1-1 0,-2 1 0,0 0 0,0 1 0,-1-1 0,0 1 0,0 0-1,-1 0 1,-1 1 0,0 0 0,0 0 0,-1 1 0,0 0 0,0 0 0,-1 1 0,0 1 0,0-1 0,0 1 0,-1 1 0,0 0 0,0 1 0,0 0 0,-1 1 0,-3-1-12,10 4 36,0-1 0,0 1 0,0 1 1,0-1-1,0 1 0,0 0 0,0 0 0,0 0 0,0 1 0,0 0 1,1 0-1,-1 0 0,1 0 0,-1 1 0,1-1 0,0 1 0,0 0 1,0 1-1,1-1 0,-1 1 0,1-1 0,0 1 0,0 0 0,0 1 1,0-1-1,1 0 0,-1 1 0,1-1 0,0 1 0,1 0 1,-1-1-1,0 4-36,-17 163 435,17-161-432,2 0 0,-1 0 0,1 0 0,1 0 1,0-1-1,0 1 0,1 0 0,0 0 0,1-1 0,0 1 0,0-1 0,1 0 0,0 0 0,1 0 0,0-1 0,0 0 0,1 0 0,0 0 0,1 0 0,-1-1 0,2 0 0,-1 0 0,1-1 0,-1 0 0,2-1 0,-1 1 0,1-2 0,-1 1 0,8 2-3,-8-4-28,0 1-1,1-1 1,-1-1-1,1 0 1,-1 0-1,1 0 1,0-1-1,0-1 1,0 1-1,0-1 1,0-1-1,0 0 1,-1 0-1,1-1 1,0 0-1,-1 0 1,1-1-1,-1 0 1,0-1-1,0 1 0,0-2 1,0 1-1,-1-1 1,1 0-1,-1-1 1,-1 0-1,1 0 1,-1 0-1,0-1 1,0 0-1,-1 0 1,0 0-1,0-1 1,-1 1-1,0-1 1,0-1-1,-1 1 1,0 0-1,1-5 29,-2 2-1,-1 1-1,-1-1 1,1 1-1,-2-1 1,1 1-1,-1-1 1,-1 1-1,0-1 1,-1 1-1,0 0 1,0 0-1,-1 0 1,0 0-1,-1 1 1,0 0-1,0 0 1,-1 0-1,0 1 1,-1-1-1,0 1 1,0 1-1,-1-1 1,0 2-1,0-1 1,0 1-1,-1 0 1,0 0 0,-1 1-1,1 1 1,-1-1-1,1 2 1,-1-1-1,-1 1 1,1 1-1,-9-2 2,13 2-4,0 1 1,0-1-1,0 1 0,-1 0 0,1 1 0,0-1 0,0 1 1,-1 1-1,1-1 0,0 1 0,-1 0 0,1 0 1,0 1-1,0 0 0,0 0 0,0 0 0,0 1 1,1 0-1,-1 0 0,1 0 0,0 1 0,0 0 1,0 0-1,0 0 0,1 1 0,-1-1 0,1 1 1,0 0-1,1 0 0,-1 1 0,1-1 0,0 1 1,0-1-1,0 3 4,-6 146-3845,11-89-2816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6:1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4134 2524 6249,'0'0'730,"0"0"-382,0 0 559,0 0 2192,0 0-1245,0 0-641,-3 0 117,-21 0 1004,102-2 2799,39-7-4417,15 0-605,202-15 192,-291 11-1100,15-24-7028,-52 33 6934,22-16-5697</inkml:trace>
  <inkml:trace contextRef="#ctx0" brushRef="#br0" timeOffset="1741.249">5367 2277 7482,'0'0'373,"0"0"1281,0 0-258,0 0-258,0 0-69,0 0 365,25-8-73,81-29-291,-92 30-885,1-1 0,-1 0 0,0 0 0,0-2 0,-1 1 1,0-2-1,-1 0 0,0 0 0,-1-1 0,0-1 0,-1 0-185,10-9 278,-13 15-224,0 0 1,0 0 0,0-1-1,-1 1 1,0-1-1,-1-1 1,0 1 0,0-1-1,0 0 1,-2 0 0,1 0-1,-1-1 1,0 1-1,-1-1 1,0 0 0,0 0-1,-1 0 1,-1 0-1,1 0 1,-2-3-55,-4 9-1,0-1 1,0 1-1,0 0 1,0 0-1,-1 1 1,0 0-1,0 0 1,0 0-1,0 1 0,0 0 1,-1 0-1,1 0 1,-1 1-1,1 0 1,-1 0-1,1 1 1,-1 0-1,1 0 0,-1 0 1,0 1-1,1 0 1,-1 0-1,1 1 1,-2 0 0,-8 4 69,0 1-1,0 1 1,1 0 0,0 1 0,0 0 0,1 1 0,0 1 0,1 0 0,1 1 0,-1 0 0,2 1 0,0 0-1,0 1 1,2 0 0,-1 1 0,2 0 0,0 0 0,1 1 0,0 0 0,1 1 0,1-1 0,1 1-1,0 0 1,0 13-69,-2-15 106,0 1-1,2 0 0,0 1 0,0-1 0,2 1 1,0-1-1,1 1 0,1 0 0,0-1 1,1 1-1,1 0 0,0-1 0,2 1 1,0-1-1,0 0 0,2 0 0,0-1 0,0 1 1,2-1-1,0-1 0,0 1 0,2-1 1,0-1-1,0 0 0,1 0 0,1-1 0,0-1 1,0 0-1,1 0 0,4 1-105,2-5 74,2 0 0,-1-2 0,1 0-1,-1-1 1,1-1 0,1-1 0,-1 0 0,0-2 0,0-1 0,0 0-1,0-2 1,0 0 0,0-2 0,0 0 0,-1-1 0,0-1 0,0-1-1,-1 0 1,0-2 0,-1 0 0,14-11-74,-17-16-6952,-7 14 975,-1-1-4048</inkml:trace>
  <inkml:trace contextRef="#ctx0" brushRef="#br0" timeOffset="2671.533">5958 1299 6161,'0'0'667,"0"0"-363,0 0 554,0 0 2350,0 0-1425,0 0-788,-18 2 1018,17-2 2072,331 0-35,-320-7-9950,5-15 2159,-10 15 754,7-10-2604</inkml:trace>
  <inkml:trace contextRef="#ctx0" brushRef="#br0" timeOffset="3192.577">6620 1155 6385,'0'0'1711,"0"0"1817,0 0-1681,0 0-483,0 0-198,0 0-209,19-17-21,56-53-138,-72 67-702,0-1 0,0 0 0,0 1 1,0-1-1,-1 0 0,1 0 0,-1-1 0,0 1 0,-1 0 0,1-1 1,-1 1-1,1-1 0,-1 0 0,-1 1 0,1-1 0,-1 0 1,0 0-1,0 1 0,0-1 0,0 0 0,-1 1 0,-1-4-96,0-15 968,-4-8-136,0 36 589,-1 682 3053,7-686-4383,0-1-67,0 0-22,0 0-22,0 0-94,0 0-316,6-6-3789,5-6-1997,1-4-3722</inkml:trace>
  <inkml:trace contextRef="#ctx0" brushRef="#br0" timeOffset="8040.588">7609 1784 7466,'0'0'797,"0"0"2498,0 0-921,0 0-592,3-8-335,10-15-218,-9 33 727,-13 61 65,-12 99 38,8 1-1,6 89-2058,6-246-67,1 0-1,1 1 1,0-1-1,1 0 1,0 0 0,1 0-1,1 0 1,0 0-1,1 0 1,0-1-1,1 0 1,4 6 67,0-35-12152,-10-7 4294</inkml:trace>
  <inkml:trace contextRef="#ctx0" brushRef="#br0" timeOffset="8506.418">7337 2168 5817,'0'0'1019,"0"0"112,0 0 1871,0 0-1392,0 0-1172,0 0-75,-5 31 3271,110-9-1327,-42-23-1599,1-4 0,-1-2 0,-1-3 0,0-2 0,0-4 0,36-14-708,-73 23 44,9-4-2839,-4-5-4459,-9-2-2333</inkml:trace>
  <inkml:trace contextRef="#ctx0" brushRef="#br0" timeOffset="11523.202">8750 2157 6545,'0'0'1318,"0"0"2365,0 0-1613,0 0-509,0 0-301,0 0-36,21-12-53,66-39-129,-2-3-1,-3-4 1,15-18-1042,-92 73 37,0 0-1,-1 0 1,0 0 0,1-1 0,-1 0 0,-1 0 0,1 0 0,-1 0 0,1-1-1,-1 1 1,0-1 0,-1 0 0,1 0 0,-1 0 0,0 0 0,0 0 0,0 0-1,-1 0 1,0-1 0,0 1 0,-1-1 0,1 1 0,-1-1 0,0 1 0,0-1-1,-1 1 1,0-1 0,0 1 0,0 0 0,-1-1 0,1 1 0,-1 0 0,0 0-1,-1 0 1,1 0 0,-1 0 0,0 1 0,-1-1 0,1 1 0,-4-3-37,0 2 8,-1 2 0,0-1 0,0 1 0,0 0 0,0 1 0,0 0 0,0 0 0,-1 1 0,1 0 0,-1 1 1,1-1-1,-1 2 0,1-1 0,-1 1 0,1 1 0,-1-1 0,1 1 0,0 1 0,0-1 0,0 1 0,0 1 0,1 0 0,-1 0 1,1 0-1,0 1 0,0 0 0,0 0 0,1 1 0,0 0 0,0 0 0,0 0 0,1 1 0,0 0 0,0 0 0,-1 4-8,-7 9 51,1 0 0,1 1 0,0 0 0,2 1 0,1 0 0,0 0-1,2 1 1,1 0 0,0 0 0,2 1 0,1-1 0,0 1 0,2-1 0,3 22-51,-2-35 40,0 0 1,2 0-1,-1 0 1,1 0-1,0-1 1,1 0-1,0 1 1,1-1-1,0-1 1,0 1 0,1-1-1,0 0 1,1 0-1,-1 0 1,2-1-1,-1 0 1,1-1-1,0 1 1,0-1 0,0-1-1,1 0 1,0 0-1,0-1 1,0 0-1,1 0 1,0-1-1,-1 0 1,1-1-1,0 0 1,8 0-41,11 2 145,0-1 0,0-1 0,0-1 0,0-2 0,0-1 0,0-1 1,-1-2-1,1-1 0,-1-1 0,8-3-145,5-4 245,0-2-1,-1-1 1,-1-3 0,0-1 0,23-17-245,-53-18-6192,1 30 224,2-2-4589</inkml:trace>
  <inkml:trace contextRef="#ctx0" brushRef="#br0" timeOffset="12077.689">9531 1121 6633,'0'0'595,"0"0"-124,0 0 1137,0 0 1768,0 0-889,0 0-829,-17-8 1182,0 146 498,21-132-3306,0-1 0,-1 0 0,2 0 0,-1-1 0,0 1 0,1-1 0,0 0 0,0 0 0,0-1 0,1 1 0,-1-1 0,1 0 0,0-1 0,-1 1 0,1-1 0,0 0 0,1-1 0,-1 1 0,0-1-1,0-1 1,1 1 0,-1-1 0,0 0 0,1 0 0,-1-1 0,0 0 0,0 0 0,1 0 0,-1-1 0,3-1-32,-1 1 16,-1 0 0,1-1 0,-1 0 0,1 0 1,-1 0-1,0-1 0,0 0 0,0-1 0,-1 1 0,0-1 0,0-1 0,0 1 0,0-1 0,-1 0 1,0 0-1,0-1 0,-1 0 0,1 1 0,-2-1 0,1-1 0,-1 1 0,0 0 0,0-1 0,-1 0 0,0 0 1,0 1-1,-1-1 0,0 0 0,-1 0 0,1 0 0,-2 0 0,1 0 0,-1 0 0,0 0 0,-1 0 0,0 0 1,0 0-1,0 1 0,-1-1 0,-1 1 0,1-1 0,-1 1 0,0 1 0,0-1 0,-3-2-16,3 3-5,0-1-1,-1 1 0,0 0 0,0 0 1,-1 0-1,0 1 0,1 0 1,-2 0-1,1 0 0,-1 1 0,1 0 1,-1 0-1,0 1 0,-1-1 1,1 2-1,0-1 0,-1 1 1,0 0-1,1 1 0,-1 0 0,0 0 1,0 0-1,0 1 0,1 0 1,-1 1-1,0 0 0,0 0 0,0 1 1,1 0-1,-1 0 0,1 1 1,0-1-1,-1 2 0,1-1 1,0 1-1,1 0 0,-1 1 0,1-1 1,0 1-1,0 1 0,0-1 1,1 1-1,0 0 0,0 0 0,0 0 1,1 1-1,0 0 0,0-1 1,1 2-1,0-1 6,-13 91-2693,12-29-3024,4 4-5148</inkml:trace>
  <inkml:trace contextRef="#ctx0" brushRef="#br0" timeOffset="12727.766">8607 2657 8058,'0'0'2223,"0"0"2176,0 0-2375,0 0-1472,0 0-142,0 0 471,-1-9 130,3-2-945,1-1 0,0 1 0,1 0 0,0 1 0,1-1 0,0 1 0,0-1 0,2 1 0,-1 1 0,1 0 0,0-1 0,1 2 0,0-1 1,0 1-1,1 1 0,0 0 0,0 0 0,2-1-66,21-21 101,1164-997 2441,-794 698-2087,-379 309-450,7-3 47,-1-1-1,-1-2 1,-1-1 0,-1-1 0,-2-1 0,-1-1 0,-1-1 0,15-27-52,-41 59 3009,-8 16-4811,6-11-2663,2-4-3441,1-3-3995</inkml:trace>
  <inkml:trace contextRef="#ctx0" brushRef="#br0" timeOffset="13467.737">10853 312 6369,'0'0'1414,"0"0"2432,0 0-1688,0 0-514,0 0-535,0 0-244,3 6 250,-2-5-1035,-1 0 0,1 1 0,-1-1 0,1 0 0,-1 0 0,1 1 0,0-1 0,0 0 0,0 0 0,0 0 0,0 0 0,0 0 0,0 0 0,0 0 0,0 0 0,0-1 0,0 1 0,0 0 0,1-1 0,-1 1 0,0 0 0,1-1 0,-1 0 0,0 1 0,1-1 0,-1 0 0,0 0 0,1 0 0,-1 0 0,1 0 0,-1 0 0,0 0 0,1 0 0,-1 0 0,1-1 0,-1 1 0,0-1 0,1 1 0,-1-1 0,0 1 0,0-1 0,0 0 0,1 1 0,-1-1 0,0 0 0,0 0 0,0 0 0,0 0 0,0 0 0,0 0 0,0 0 0,-1 0 0,1-1 0,0 1 0,0-1-80,32-23 195,-2-1 0,0-2 1,-2-1-1,-1-1 0,-1-2 1,-2 0-1,-1-2 1,4-10-196,-17 4 1172,-11 39-824,0 4 56,-14 518 1746,14-514-2106,0 1 0,0-1 0,0 0 0,1 0 0,0 1 0,1-1 0,-1 0 1,1 0-1,1-1 0,-1 1 0,1 0 0,1-1 0,-1 1 0,1-1 0,4 5-44,7-20-2756,-11-4-4481,-4 12 6332,1-8-12470</inkml:trace>
  <inkml:trace contextRef="#ctx0" brushRef="#br0" timeOffset="17778.54">4389 4825 6121,'0'0'1707,"0"0"2422,0 0-1544,0 0-1206,0 0-475,0 0-232,0-14-192,18-84 427,-1 56 48,-2 0-1,-2 0 1,-1-2-1,-2 1 1,-3-2-1,-1 1 1,-2-1-1,-2-32-954,3 198 378,5-1 0,5 0 0,5-1-1,11 20-377,15-37-636,-16-66-5408,-17-24-1152</inkml:trace>
  <inkml:trace contextRef="#ctx0" brushRef="#br0" timeOffset="18415.235">3665 5189 6041,'0'0'8813,"0"0"-5758,0 0-2105,0 0-734,0 0 197,0 0 682,-6 0 843,191 18-1701,-100-7-3085,-2-5-4013,-40-5-1003</inkml:trace>
  <inkml:trace contextRef="#ctx0" brushRef="#br0" timeOffset="18891.857">4381 5267 7882,'0'0'1983,"0"0"2091,0 0-2087,0 0-1343,0 0-446,0 0 226,-7 1 305,-16 4-196,32 0 159,55 4 517,45-6-323,-1-4 0,1-5 1,-1-5-1,61-15-886,-99 16 34,-69 10-111,-1 0-14,-14 2-1444,-48 22-6306,32-12-2324</inkml:trace>
  <inkml:trace contextRef="#ctx0" brushRef="#br0" timeOffset="19573.212">4542 6067 5945,'0'0'1873,"0"0"2180,0 0-1941,0 0-606,0 0-30,0 0 79,11 3 53,-7-1-1452,0-1-1,0 0 1,0 0 0,1 0-1,-1-1 1,0 1-1,0-1 1,1 0-1,-1 0 1,0-1 0,1 1-1,-1-1 1,0 0-1,0 0 1,0 0-1,0-1 1,0 1 0,0-1-1,0 0 1,0 0-1,0-1 1,-1 1-1,4-3-155,5-4 120,-1-1 0,0 0 0,0-1 0,-1 0 0,0-1 0,-1 0 0,-1 0 0,0-1-1,0 0 1,-1 0 0,-1-1 0,0 0 0,-1 0 0,0 0 0,-2-1 0,1 0 0,-2 1-1,0-1 1,-1 0 0,0-10-120,-3 23-3,1-1 1,-1 1-1,0 0 0,-1 0 0,1-1 1,0 1-1,-1 1 0,1-1 0,-1 0 1,1 1-1,-1-1 0,0 1 0,0 0 1,1-1-1,-1 2 0,0-1 0,0 0 1,0 0-1,0 1 0,0 0 0,0 0 1,0 0-1,-1 0 0,1 0 0,0 0 1,0 1-1,0-1 0,0 1 0,0 0 1,-1 1 2,1-2-14,-13 5 12,0 0-1,0 1 1,0 1-1,1 0 1,0 1-1,0 1 1,1 0-1,0 1 1,1 1-1,0 0 1,1 1 0,0 0-1,1 1 1,0 0-1,1 0 1,1 1-1,0 1 1,0 0-1,2 0 1,0 0-1,-4 15 3,6-20 11,0 0-1,1 0 1,0 0-1,1 1 1,0 0-1,0-1 1,1 1-1,1 0 1,0 0-1,0 0 1,1 1-1,1-1 1,-1 0-1,2 0 1,0 0-1,0-1 1,1 1-1,0 0 1,1-1-1,0 0 1,1 0-1,0 0 1,0 0-1,1-1 1,1 0-1,-1 0 1,1 0-1,1-1 1,0 0-1,0-1 1,0 1-1,6 2-10,9-1 143,-1-1-1,1-1 0,1-1 0,-1-1 1,1-2-1,0 0 0,0-1 0,0-1 1,0-2-1,0 0 0,0-2 0,17-3-142,153-68 1562,-123 40-1285,-69 33-3384,-2 1-3750,-6 0-1415</inkml:trace>
  <inkml:trace contextRef="#ctx0" brushRef="#br0" timeOffset="-5805.489">2595 2704 6433,'0'0'1355,"0"0"2361,0 0-1508,0 0-225,0 0-473,0 0 21,-8-4-20,-23-12-205,23 12-441,25 4 283,383-40 307,-161 17-3276,-238 23-218,-11 0-3563,-10 0 125,-2 0-4021</inkml:trace>
  <inkml:trace contextRef="#ctx0" brushRef="#br0" timeOffset="-5390.109">2726 2926 6553,'0'0'603,"0"0"324,0 0 1916,0 0-1150,0 0-776,0 0-235,1 4 358,6 1-832,-1 0 1,1-1-1,0 0 1,0-1-1,1 1 1,-1-1-1,1-1 0,-1 1 1,1-1-1,0-1 1,0 0-1,0 0 1,0 0-1,0-1 0,0 0 1,0 0-1,0-1 1,4-1-209,10 2 218,337-17 3602,-358 17-4065,1 0 0,-1 0-1,1 0 1,-1 0 0,1 0 0,-1-1 0,1 1 0,-1 0 0,1-1 0,-1 1 0,0-1 0,1 1 0,-1-1 0,0 0 0,1 0 0,-1 0 0,0 1 0,0-1 0,0 0 0,0-1 0,0 1 0,0 0 0,0 0 0,0 0 0,0 0-1,0-1 1,-1 1 0,1 0 0,-1-1 0,1 1 0,-1-1 0,1 1 0,-1-1 0,0 1 0,1-1 0,-1 1 0,0-1 0,0 1 0,0-1 245,3-19-6353</inkml:trace>
  <inkml:trace contextRef="#ctx0" brushRef="#br0" timeOffset="-6787.578">0 8339 6841,'0'0'4543,"0"0"-2309,0 0-498,0 0-261,0 0-325,14 4-397,45 11 71,-54-15-715,0 1-1,-1-1 1,1 0-1,0-1 1,0 1-1,-1-1 1,1 1-1,-1-1 1,1-1-1,-1 1 1,1-1-1,-1 0 1,0 0-1,1 0 1,-1 0-1,0-1 0,-1 1 1,1-1-1,0 0 1,-1-1-1,1 1 1,-1 0-1,0-1 1,0 0-1,1-3-108,9-7 133,22-24-77,-3-2 1,-1-1-1,-1-1 1,-3-2 0,-2-1-1,-1-1 1,-3 0-1,-2-2 1,-1-1-1,-3 0 1,-2-1-1,-3 0 1,-1-1-1,-3 0 1,0-33-57,-3-165 401,-11 1 1,-18-74-402,-44-344 125,19-363-125,52 950 1,4-1-1,3 1 1,3 0-1,4 1 0,4 1 1,2 1-1,4 0 1,3 2-1,4-1 0,55-95-28,8 3-1,27-26 29,83-143-23,-204 334 23,10-23 5,2 0 0,1 1 0,1 1-1,1 0 1,1 1 0,1 1 0,1 1 0,1 0-1,0 2 1,20-14-5,19-4-23,-57 70 125,-1-27-76,-1 1 1,-1-1-1,1 1 1,-1-1-1,-1 1 1,1-1-1,-1 0 1,-1 1-1,1-1 1,-1 0-1,0-1 1,-1 1-1,0 0 0,0-1 1,0 0-1,-1 0 1,1 0-1,-2-1 1,1 1-1,-5 3-26,3 2 21,0 0 0,1 0 0,1 1-1,0-1 1,0 1 0,2 1 0,-1-1-1,1 0 1,1 1 0,0 0 0,1 0 0,1-1-1,0 1 1,0 0 0,1 0 0,2 5-21,-2 21 67,-1-22-68,0 0-1,1-1 0,1 1 0,1-1 1,1 0-1,0 1 0,1-2 1,0 1-1,2 0 0,6 12 2,-16-80 33,-8 9-46,1-2 0,3 1-1,1-1 1,3 0 0,1 0-1,2 0 1,6-39 13,33-89-76,-19 209-59,-16-14 132,1-1-1,1 0 1,1 0-1,1 0 1,1-1-1,1 0 1,0-1-1,1 0 1,2-1-1,-1 0 1,2-1-1,1 0 1,0-1-1,1-1 1,0 0-1,1-2 1,1 0-1,0 0 1,1-2-1,0 0 0,1-1 1,8 2 3,-28-12 3,0 1-1,-1-1 1,1 0 0,-1 1 0,1-1-1,0 0 1,0 1 0,-1-1 0,1 1-1,0-1 1,0 0 0,-1 1 0,1-1-1,0 1 1,0-1 0,0 1 0,0-1-1,0 1 1,0-1 0,-1 1 0,1-1-1,0 1 1,1-1 0,-1 1 0,0-1-1,0 1 1,0-1 0,0 0 0,0 1-1,0-1 1,0 1 0,1-1 0,-1 1-1,0-1 1,0 1 0,1-1-1,-1 0 1,0 1 0,1-1-3,-11 4 6,-278 91 125,195-79-3181,126-18-1428,8-8-1604</inkml:trace>
  <inkml:trace contextRef="#ctx0" brushRef="#br0" timeOffset="-3656.766">2036 1997 6265,'0'0'1885,"0"0"1545,0 0-1925,0 0-1099,-13 19-10,-80 167 2202,73-117-1764,-39 122 392,10 2 0,-10 101-1226,71-531-1260,136-275 697,-55 285 802,-77 297 1101,15 148 51,-11-56 1041,8-1 0,36 115-2432,-25-186 1,-39-89-117,-14-10-1510,-126-135-15776,107 106 10763</inkml:trace>
  <inkml:trace contextRef="#ctx0" brushRef="#br0" timeOffset="-3394.595">1908 2613 7514,'0'0'393,"0"0"793,0 0 1365,0 0-701,0 0-889,0 0 39,-6 5 3,-17 16-5,17-16-290,6-5-123,0 0-37,65-21 1290,131-39-1435,-110 48-5500,-65 9-2038</inkml:trace>
  <inkml:trace contextRef="#ctx0" brushRef="#br0" timeOffset="16172.779">2046 4780 6633,'0'0'6702,"0"0"-3842,0 0-1817,0 0-576,-15 24-266,-199 360 2867,194-347-2836,4-11-183,1 0 1,1 2 0,1-1-1,2 2 1,0 0 0,2 0-1,2 0 1,0 1 0,-2 29-50,10-58-68,0 0 0,0-1 0,0 1 0,0 0 1,1 0-1,-1-1 0,0 1 0,0 0 0,0-1 1,0 1-1,1-1 0,-1 0 0,0 1 0,1-1 1,-1 0-1,0 0 0,0 0 0,1 0 0,-1 0 1,0 0-1,1 0 0,-1 0 0,0-1 0,1 1 1,-1 0-1,0-1 0,0 1 0,1-1 0,-1 1 1,0-1-1,0 0 0,0 0 0,0 1 0,0-1 1,0 0-1,0 0 0,0 0 0,0 0 0,0 0 1,-1 0-1,1 0 0,0 0 0,-1 0 0,1-1 1,-1 1-1,1 0 0,-1 0 0,1-1 0,-1 1 1,0-1 67,76-168-2529,-18-112 2944,-26 102 533,-26 151-695,50-130 1078,-54 158-1311,0-1 0,0 1 0,0-1 0,0 1 0,0 0-1,0 0 1,0 0 0,1 0 0,-1 0 0,0 1 0,0-1-1,1 1 1,-1-1 0,0 1 0,1 0 0,-1 0 0,1 0 0,-1 0-1,0 0 1,1 0 0,-1 1 0,0-1 0,1 1 0,-1 0 0,0 0-1,0 0 1,0 0 0,0 0 0,0 0 0,0 0 0,0 1-1,0-1 1,0 1 0,0-1 0,-1 1 0,1 0 0,-1 0 0,1 0-1,-1 0 1,0 0 0,1 0 0,-1 0 0,0 0 0,0 0-1,-1 1 1,1-1 0,0 0 0,-1 0 0,0 1 0,1-1 0,-1 3-20,40 101 1764,-4 2 1,-6 2 0,12 79-1765,27 100 940,-20-183-1042,-48-106 38,-1 0 1,1 1 0,0-1 0,0 0 0,-1-1 0,1 1 0,0 0 0,0 0 0,-1 0 0,1 0 0,0 0 0,0-1 0,-1 1 0,1 0 0,0-1 0,-1 1 0,1 0 0,0-1 0,-1 1 0,1-1 0,-1 1 0,1-1 0,-1 1 0,1-1 0,-1 0 0,1 1 0,-1-1 0,0 0 0,1 1 0,-1-1 0,0 0 0,1 1 0,-1-1 0,0 0-1,0 1 1,0-1 0,0 0 0,1 0 0,-1 1 0,0-1 0,0 0 0,-1 0 0,1 1 0,0-1 0,0 0 0,0 0 0,0 1 0,-1-1 0,1 0 0,0 0 0,-1 1 0,1-1 0,-1 0 63,2-5-594,2-36-3805,-2-6-2107</inkml:trace>
  <inkml:trace contextRef="#ctx0" brushRef="#br0" timeOffset="16421.927">1802 5243 5337,'0'0'8666,"0"0"-6810,0 0-287,0 0-1273,0 0 400,150-5 456,-73-6 80,4 2-767,6 2-209,-3 5-256,2 2-849,-19 0-2247,-20 0-9699</inkml:trace>
  <inkml:trace contextRef="#ctx0" brushRef="#br0" timeOffset="16675.526">2822 5189 6793,'0'0'7490,"0"0"-3766,0 0-1593,0 0-1086,0 0-681,0 0 71,4-4 249,7-2-600,0 1-1,1 0 1,0 1-1,0 0 1,0 1-1,0 0 1,0 1-1,1 1 1,-1-1-1,1 2 1,-1 0-1,1 0 1,4 2-84,22-3 5,106 0-1859,-143 18-7385,-13-4 1152</inkml:trace>
  <inkml:trace contextRef="#ctx0" brushRef="#br0" timeOffset="16923.811">2753 5427 6305,'0'0'4073,"0"0"104,0 0-2024,0 0-1209,0 0 576,0 0 176,146-11-135,-117 2-689,3 0-328,1 2-544,-1 1 64,-3 4-64,1-1-392,10 3-1280,-8 0-2329,-5 0-1656</inkml:trace>
  <inkml:trace contextRef="#ctx0" brushRef="#br0" timeOffset="24551.712">6571 4911 6409,'0'0'703,"0"0"-279,0 0 366,2-20 1980,8-164 3539,-10 127-562,-7 776-466,36-525-4956,-18-188-3677,-9-38-5201,-2-2-5203</inkml:trace>
  <inkml:trace contextRef="#ctx0" brushRef="#br0" timeOffset="24791.589">6287 5114 10818,'0'0'5690,"0"0"-4002,0 0-848,0 0-680,0 0 512,0 0 1297,128 11-465,-56-11-880,9 0-216,1-2-272,-5-5 8,-6 5-144,-4 2-232,24 0-1440,-17 0-2697,-9 0-1720</inkml:trace>
  <inkml:trace contextRef="#ctx0" brushRef="#br0" timeOffset="25209.633">7584 5151 6689,'0'0'7127,"0"0"-4030,0 0-1673,0 0-577,13-24 55,41-84 138,-43 82-808,-1 0 0,-1-1 0,-1 0 0,-2 0-1,-1-1 1,0 1 0,-2-4-232,18-92 1842,-2 164-876,20 569 4385,-38-596-5313,0-1 1,1 0 0,0 0-1,1 0 1,0-1-1,1 1 1,1-1-1,0 0 1,1 0-1,6 10-38,1-26-1132,-1-76-5156,-7 34-1854</inkml:trace>
  <inkml:trace contextRef="#ctx0" brushRef="#br0" timeOffset="29222.832">9126 3940 6369,'0'0'1537,"0"0"3582,0 0-2271,0 0-1440,0 0-1,0 0 447,-16-16-58,-120-108 962,115 111-2658,-1 0 0,-1 1 0,0 1-1,0 2 1,-1 0 0,-1 1 0,1 2 0,-1 0 0,0 2 0,0 0-1,-1 2 1,1 1 0,-1 1 0,1 1 0,0 1 0,-1 2 0,1 0-1,0 1 1,1 2 0,-1 1 0,2 0 0,-1 2 0,1 1 0,-2 2-100,-5 4-22,1 1 1,1 1 0,1 2-1,0 1 1,2 1 0,0 1-1,2 1 1,1 1 0,1 1-1,1 1 1,-16 30 21,2-201 823,25 124-820,-1 1 1,0 1 0,-2 0 0,0 0-1,-1 1 1,0 1 0,-1 0 0,-1 1-1,-1 0 1,0 1 0,0 1 0,-1 1-1,-1 0 1,0 1 0,0 1 0,-1 1 0,0 0-1,0 2 1,-14-3-4,-25-5 6,-1 3 0,0 3 0,0 2 0,-1 3-1,0 2 1,-10 4-6,14 2-11,1 3-1,-1 3 0,2 1 0,0 4 1,-17 7 11,-57 16-14,109-36 16,0-2 0,0 0 0,-1-1 0,1-1 0,0-1 0,-1 0-1,1-2 1,1 0 0,-1-1 0,0-1 0,1 0 0,0-2 0,1 0-1,0-1 1,0-1 0,1 0 0,-13-11-2,-41-19 3,20 13 1,-1 2 0,-1 2 0,-1 3 1,-1 2-1,0 3 0,-2 1 0,1 4 0,-1 1 0,-1 3 0,-10 2-4,-16 3-11,0 4-1,0 3 0,1 4 1,-26 8 11,-238 59-92,-23-77 37,-58-45 240,417 42-186,-1 1-1,0 1 1,1 0 0,-1 0-1,0 1 1,0 0-1,1 1 1,-1 0-1,1 1 1,-1 0-1,1 1 1,-1 0-1,1 0 1,0 1-1,1 1 1,-1 0 0,1 0-1,-1 1 1,2 0-1,-1 0 1,0 1 1,-90 147-90,67-92 70,0-72 180,-6-11-158,-1 1 0,-1 1 0,-1 3 0,0 1 0,-1 2 0,-1 2 0,0 2 0,0 1 0,-1 3 0,0 1 0,0 3 0,-37 3-2,60-2-3,-1 2-1,1 1 1,-1 0-1,1 2 1,0 0-1,1 1 0,-1 2 1,1 0-1,0 1 1,1 0-1,0 2 1,1 0-1,0 2 1,1 0-1,0 0 0,1 2 1,1 0-1,0 1 1,1 0-1,1 1 1,0 1 3,-125 51-298,105-50 275,1 2 1,0 1-1,2 2 0,1 1 0,1 1 1,1 1-1,1 2 0,1 0 0,2 2 0,1 0 1,-4 12 22,26-44-6,0 1 0,0-1 1,0 1-1,0 0 0,0-1 0,0 1 1,0-1-1,1 1 0,-2-1 1,1 1-1,0-1 0,0 1 1,0 0-1,0-1 0,0 1 1,0-1-1,0 1 0,0 0 1,-1-1-1,1 1 0,0-1 1,0 1-1,-1 0 0,1-1 1,0 1-1,0 0 0,-1-1 0,1 1 1,0 0-1,-1-1 0,1 1 1,-1 0-1,1 0 0,0 0 1,-1-1-1,1 1 0,-1 0 1,1 0-1,0 0 0,-1 0 1,1 0-1,-1 0 0,1 0 1,-1 0-1,1 0 0,0 0 1,-1 0-1,1 0 0,-1 0 6,-5-36 61,-1 28-55,-2 1 1,1 0-1,-1 0 0,0 0 1,-1 1-1,1 1 0,-1 0 0,0 0 1,-1 1-1,1 0 0,-1 0 1,0 2-1,0-1 0,0 1 1,0 1-1,0 0 0,0 0 0,0 1 1,0 1-1,-1 0 0,1 0 1,0 1-1,0 0 0,1 1 0,-1 1 1,0-1-1,1 2 0,-9 4-6,-314 163-57,223-44-59,-94 214 43,16 57 10,187-397 63,-5 8-4,1 0-1,0 0 1,0 1 0,1-1 0,0 1 0,1 0-1,1 0 1,-1 0 0,2 0 0,0 1-1,0-1 1,1 0 0,0 1 0,1-1 0,0 0-1,1 1 1,0-1 0,1 0 0,3 9 4,66 90-9,-55-88 17,-1 1 0,-1 0-1,0 2 1,-2-1-1,-1 2 1,-1-1 0,-2 2-1,0-1 1,5 28-8,-6 398-16,-20 198-12,12-641 23,1 0 0,-1 0 0,1 0 0,1 0 0,0 0 0,0-1 0,1 1 0,0-1 0,0 0 0,1 1 0,0-1-1,0-1 1,6 7 5,40-37-700,-46 19 678,20-22-9,1 0 0,1 2 0,2 1 0,0 1 0,1 2 0,1 1 0,1 1 0,1 1 0,0 2 0,1 1 0,1 2 0,0 1 0,0 2 0,1 1 1,22-2 30,-30 14-18,-1 1 1,-1 2 0,1 0 0,-1 1 0,0 2-1,-1 0 1,0 2 0,-1 1 0,0 0 0,-1 2-1,-1 0 1,0 2 0,3 4 17,33 20-34,1 0 31,-19-8 2,2-3 0,1-1 0,1-2-1,2-2 1,0-2 0,2-2 0,0-2 0,1-2 0,1-2-1,1-2 1,31 3 1,-40-14 32,1-1 0,-1-3-1,0-1 1,0-1 0,0-3-1,-1-2 1,1-1 0,14-7-32,42-17 186,-44 13-142,0 2 0,2 3 0,0 2-1,1 2 1,0 3 0,50-2-44,738 108-15,-782-94 71,0-3 0,-1-3 0,1-3-1,-1-2 1,45-13-56,9-17 274,-3-5 0,-1-4 1,26-20-275,19-7 16,-120 62-20,0 2 0,0 2 0,0 1 0,1 2 0,0 1 0,0 2 1,0 2-1,0 1 0,0 2 0,0 2 0,0 1 0,-1 2 0,17 6 4,145 17 19,-73-20 15,0-7 0,111-9-34,-171-4-4,0-2 1,-1-3-1,0-3 0,-2-3 1,0-2-1,-1-3 0,-1-3 1,-2-2-1,-1-3 1,-2-2-1,47-39 4,-76 52 0,1 1-1,1 2 1,1 0 0,1 2 0,1 1 0,0 2-1,1 1 1,0 1 0,1 2 0,0 1 0,1 1-1,-1 2 1,3 2 0,47 2 6,0 5-1,0 3 0,-1 4 1,12 5-6,313 3 81,-420-51 195,-113-127-19,125 155-250,1 1 0,-1-1 0,1 1 0,0-1 0,0 0 0,0 1-1,1-1 1,-1 1 0,1-1 0,0 1 0,1 0 0,-1-1 0,1 1 0,0 0-1,0 0 1,0 0 0,0 0 0,1 0 0,-1 0 0,1 1 0,0-1-1,0 1 1,1 0 0,-1 0 0,1 0 0,-1 0 0,1 1 0,0 0 0,0-1-1,0 1 1,0 0 0,4 0-7,9-11 10,178-117 55,-135 95-33,-2-3 1,-2-3 0,-1-2 0,-3-2 0,13-17-33,-59 52 1,-1-1 1,0 0-1,-1 0 0,0 0 0,-1-1 0,-1 1 1,1-1-1,-2 1 0,1-1 0,-2 0 0,0 0 1,0 0-1,-1 1 0,0-1 0,-1 0 1,0 1-1,-1-1 0,-1 1 0,0 0 0,0 0 1,-1 0-1,0 0 0,-1 1 0,0 0 0,-1 0 1,0 1-1,-2-2-1,-13-33 6,-46-104-28,38 77-52,-3 1 1,-3 2-1,-3 1 1,-3 2-1,-14-14 74,22 40-19,23 29 6,0-1 1,1 0-1,1 0 0,0-1 1,0 0-1,1-1 0,1 0 1,0 0-1,1-1 1,0 0-1,1 0 0,0 0 1,2 0-1,-1-1 1,2 0-1,0 0 13,2-15-21,-2 6-21,2 1 0,0-1-1,1 1 1,2-1 0,0 1-1,2 0 1,0 0 0,2 0-1,0 1 1,9-17 42,19-24-21,-23 44 8,0 0-1,-1-1 1,-2 0 0,0-1 0,-1 0-1,0 0 1,-2-1 0,-1 0 0,-1 0-1,-1 0 1,0-8 13,-37-85 183,29 77-1465,13 109-8949,1-33-1061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05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1 676 6585,'0'0'1369,"0"0"2129,0 0-1476,0 0-812,0 0-667,0 3 4258,0-17-4716,0-1 1,1 1-1,0-1 0,2 1 0,-1 0 0,2 0 1,0 0-1,1 0 0,0 1 0,1 0 0,0 0 1,1 0-1,1 1 0,0 0 0,0 0 0,1 1 1,2-1-86,4-7-1,1 0 0,1 1 0,1 1 1,0 0-1,1 1 0,1 1 1,0 1-1,1 1 0,1 1 1,0 1-1,0 1 0,1 1 0,1 0 1,-1 2-1,1 1 0,1 1 1,22-2 0,210 6-12,-244 0 14,0-1 1,-1 0 0,1-1 0,-1-1 0,1 0-1,-1 0 1,0-1 0,-1-1 0,1 0-1,-1 0 1,8-7-3,-18 10-98,-1 0-1,1 0 0,-1 0 1,0 1-1,1-1 1,-2 0-1,1 0 1,0 0-1,0 0 0,-1 1 1,1-1-1,-1 0 1,0 0-1,0 1 0,0-1 1,0 0-1,-1 1 1,1-1-1,-1 1 0,1 0 1,-1-1-1,0 1 1,0 0-1,0 0 1,0 0-1,-2-1 99,-1-4-735,-22-47-9145,24 28 8637,4 51 10780,13 49-5820,84 216-247,-66-253-3510,-31-57-202,-5-10 133,-2 0 0,0 0 0,-2 1 0,-1 0 0,-2 0 0,-1 1 0,-1 0 0,-1 1 0,-1 1 0,-1 0 0,-15-16 109,210 161 36,-93-40 343,-83-77-363,-1 0 0,-1 1 0,1 0 0,0-1 0,0 1 0,-1 0 0,0 0 0,0 0 0,0 0 0,0 0 0,0 0 0,0 0 0,-1 0 0,1 1 0,-1-1 0,0 0 0,0 0 0,0 0 0,-1 1 1,1-1-1,-1 0 0,1 0 0,-1 0 0,0 0 0,0 0 0,-1 0 0,1 0 0,-1 0 0,1-1 0,-1 1 0,0 0 0,0-1 0,0 1 0,-2 1-16,-7 6 71,0-1-1,-1 0 1,0 0 0,0-1-1,-1-1 1,0 0 0,-1-1-1,1 0 1,-1-1 0,0-1-1,0 0 1,-1-1 0,-4 1-71,16-4-315,-5 0-103,5-10-2963,23-76-8889,4 38 9071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0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389 174 7138,'0'0'4319,"0"0"-2853,0 0-721,-25-4 90,3-1-521,-153-8 2920,163 18-3038,2 1 1,-1 0 0,1 1 0,0 0 0,0 1 0,1-1 0,0 2 0,0-1 0,1 2 0,0-1 0,1 1-1,0 0 1,0 0 0,1 1 0,1 0 0,0 0 0,0 0 0,1 1 0,0-1 0,1 1 0,1 0 0,0 0 0,0 0-1,1 0 1,1 1 0,0 5-197,2-13 8,0 1 0,1-1-1,-1 0 1,1 0 0,0 0-1,0 0 1,1 0 0,0-1-1,0 0 1,0 0 0,0 0-1,0 0 1,1 0 0,0-1 0,-1 0-1,1 0 1,1 0 0,-1-1-1,0 1 1,1-1 0,-1-1-1,1 1 1,-1-1 0,1 0-1,0 0 1,0 0 0,-1-1-1,1 0 1,0 0 0,0-1-1,0 1 1,-1-1 0,1-1-1,4 0-7,21 3-9,-21-1-2,9 0-46,0 0 0,0 1 0,-1 0-1,1 2 1,0 0 0,-1 1 0,0 1 0,0 1-1,0 0 1,-1 1 0,0 1 0,0 1-1,0 1 1,-2 0 0,7 5 57,-20-13 2,0 0 1,-1-1 0,1 1-1,0 0 1,-1 0 0,1 1-1,-1-1 1,0 0 0,0 0-1,0 1 1,0-1 0,0 1-1,0-1 1,-1 1-1,1-1 1,-1 1 0,0-1-1,0 1 1,0-1 0,0 1-1,0-1 1,0 1 0,-1 0-1,1-1 1,-1 1 0,1-1-1,-1 0 1,0 1 0,0-1-1,0 0 1,-1 1-1,1-1 1,0 0 0,-1 0-1,0 0 1,1 0 0,-1 0-1,0-1 1,0 1 0,0 0-1,0-1 1,0 1 0,0-1-1,-1 0 1,0 1-3,-112 39 172,-41-36-51,174-21-106,-12 14-14,27-2 6,0-1-1,0-2 1,-1-2-1,0-1 1,-1-1 0,0-2-1,0-1 1,-2-1-1,0-1 1,0-2-1,-2-1 1,0-1 0,-2-2-1,0 0 1,-1-2-1,14-18-6,-15-75-82,-25 114 91,1 1 0,-1 0 0,1 0 0,-1-1 0,0 1 0,0 0 1,0 0-1,0 1 0,0-1 0,0 0 0,-1 1 0,1-1 0,0 1 1,-1 0-1,1 0 0,-1 0 0,0 0 0,1 0 0,-1 0 0,0 1 1,1 0-1,-1-1 0,0 1 0,0 0 0,1 0 0,-1 0 0,0 1 1,0-1-1,1 1 0,-1-1 0,0 1 0,1 0 0,-1 0 0,1 0 0,-1 0 1,1 1-1,-1-1 0,1 1 0,0-1 0,0 1 0,-1 1-9,-1 2 7,1 0-1,0 1 1,0 0-1,1-1 1,-1 1-1,1 0 1,1 1-1,-1-1 1,1 0-1,0 0 1,0 1-1,1-1 1,0 0-1,0 1 1,0-1-1,1 0 1,0 1-1,0-1 1,1 0-1,-1 0 1,1 0-1,1 0 1,-1 0-1,1 0 1,0-1-1,1 1 1,-1-1-1,1 0 1,0 0-1,0 0 1,1 0-1,-1-1 1,1 0-1,0 0 1,0 0-1,0 0 1,1-1-1,-1 0 1,6 2-7,-4-2-83,-1 0 1,1-1-1,0 1 0,0-1 1,0-1-1,0 0 0,0 0 1,0 0-1,0-1 1,0 0-1,0 0 0,0 0 1,0-1-1,0 0 1,0-1-1,0 0 0,0 0 1,0 0-1,-1-1 1,1 0-1,-1 0 0,0-1 1,0 1-1,0-1 0,0-1 1,0 1-1,-1-1 1,0 0-1,0 0 0,-1-1 1,1 1-1,-1-1 1,0 0-1,-1 0 0,1-2 83,2-7-160,-6 11 155,1 0 1,-1 0-1,0 0 1,1 0-1,0 0 0,0 0 1,0 0-1,0 0 1,1 0-1,0 1 1,0-1-1,0 0 1,0 1-1,0 0 1,0-1-1,1 1 1,0 0-1,0 0 1,0 1-1,0-1 1,0 1-1,0-1 0,0 1 1,1 0-1,0 0 1,-1 0-1,1 1 1,0-1-1,0 1 1,-1 0-1,1 0 1,0 0-1,0 1 1,0-1-1,0 1 1,1 0-1,-1 0 1,0 1-1,0-1 0,0 1 1,0 0-1,-1 0 1,1 0-1,2 1 5,133 131 1724,-116-105-1725,-7-12-85,-21-29-294,-10-28-160,16-98-836,0 135 1377,-1 0 0,1 0 0,1 0 0,-1 1 0,0-1 0,1 0 0,0 1 0,0-1 0,0 1 0,0 0 0,1 0 0,-1 0 0,1 0 0,0 0 0,-1 0 0,1 0 0,1 1 0,-1 0 0,0 0 0,1 0 0,-1 0 0,1 0 0,-1 0 0,1 1 0,0 0 0,0 0 0,-1 0 0,1 0 0,0 1 0,0-1 0,0 1 0,0 0 0,0 0-1,4 3 201,0-1 1,0 1-1,0 1 1,-1-1-1,1 1 1,-1 1-1,0-1 1,-1 1-1,1 1 1,-1-1 0,0 1-1,0 0 1,-1 0-1,1 1 1,-1 0-1,-1-1 1,1 3-202,34 35 640,-34-38-741,1 1 0,1-2 0,-1 1 0,1-1 0,0 0 1,0 0-1,1-1 0,-1 0 0,1 0 0,0-1 0,0 0 0,0 0 1,1-1-1,-1 0 0,0 0 0,6-1 101,-2-55-13702,-12 24 8607</inkml:trace>
  <inkml:trace contextRef="#ctx0" brushRef="#br0" timeOffset="359.165">1664 158 5497,'0'0'6788,"0"0"-2496,0 0-2344,0 0-862,0 0 87,0 0 185,12-7-296,40-21-480,-47 27-532,-1 1-1,0-1 0,1 1 1,-1 0-1,0 0 1,1 0-1,-1 1 0,0 0 1,0-1-1,1 1 0,-1 1 1,0-1-1,0 1 0,0-1 1,0 1-1,0 1 0,-1-1 1,1 0-1,-1 1 0,1 0 1,-1-1-1,0 1 1,0 1-1,0-1 0,0 0 1,-1 1-1,1-1 0,-1 1 1,0 0-1,0 0 0,1 3-49,4 3 144,40 57 492,-37-48-582,0 0 0,1-1 1,1 0-1,1 0 0,0-2 0,2 1 0,-1-2 1,2 0-1,0-1 0,1 0 0,1-1 1,-1-1-1,2-1 0,0-1 0,0 0 1,1-2-1,0 0 0,0-1 0,1-1 0,19 3-54,-31-7-163,-1-1 0,1 1 0,1-2 0,-1 1 0,0-1 0,0-1 0,0 0 0,0 0 0,0-1 0,-1 0-1,1 0 1,0-1 0,-1 0 0,1-1 0,-1 1 0,0-2 0,-1 1 0,1-1 0,-1 0 0,1-1 0,-2 0-1,1 0 1,-1-1 0,1 0 163,-1-2-1145,0-1 0,0 0 0,-1-1 0,-1 1 0,0-1 0,0 0-1,-1 0 1,0 0 0,-1 0 0,0-1 0,-1 1 0,0-1 0,-1 1 0,-1-1 0,0-7 1145,1 14-205,0-34-1967</inkml:trace>
  <inkml:trace contextRef="#ctx0" brushRef="#br0" timeOffset="643.925">2274 16 6129,'0'0'7766,"0"0"-4695,0 0-1824,-21-2-772,-105-11 229,122 16-521,0 0 0,-1 0 0,2 1 0,-1-1 0,0 1 0,1 0 0,0 0 0,0 1 0,0-1 1,0 1-1,1-1 0,0 1 0,0 0 0,0 0 0,0 0 0,1 0 0,0 0 0,0 0 0,0 0 0,0 0 0,1 1-183,-5 12 589,-16 58 847,7-17-1041,-2-1 0,-3 0 1,-2-1-1,-3-2 0,-3 0 0,-1-1 0,-13 13-395,-27 2-1274,11-42-7296,36-24-819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06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155 149 6665,'0'0'1407,"0"0"1842,0 0-1638,0 0-705,-3-20-137,-10-59 531,12 77-1117,0-1-1,-1 1 0,1 0 0,0 0 0,-1 0 0,1 0 0,-1 0 1,0 0-1,1 1 0,-1-1 0,0 1 0,0-1 0,0 1 1,0-1-1,-1 1 0,1 0 0,0 0 0,0 0 0,-1 0 0,1 1 1,-1-1-1,1 1 0,-1-1 0,1 1 0,0 0 0,-1 0 1,1 0-1,-1 0 0,1 0 0,-1 1 0,1-1 0,-1 1 1,1 0-1,0-1 0,-1 1 0,1 0-182,-3 0 65,1 2 7,0 0 0,-1 0 0,1 1-1,1-1 1,-1 1 0,0 0 0,1 0 0,0 0-1,0 0 1,0 0 0,1 1 0,-1 0 0,1-1-1,0 1 1,0 0 0,1 0 0,0 0 0,-1 0-1,2 0 1,-1 0 0,0 0 0,1 1 0,0-1-1,1 0 1,-1 0 0,1 0 0,0 0 0,0 3-72,-1 0 96,2 24 188,0 0 1,2 0-1,1 0 0,2-1 0,1 0 1,2 0-1,1-1 0,1 0 0,9 16-284,2-4 61,-3 1 0,-2 1 0,-1 1-1,-2 0 1,-3 1 0,-1 0 0,-3 1 0,-1 0-1,-3 1 1,-1 16-61,-26-4-1255,-1-63-5415,-7-55-7376,18 22 11991</inkml:trace>
  <inkml:trace contextRef="#ctx0" brushRef="#br0" timeOffset="254.316">9 669 7994,'0'0'1789,"0"0"1748,0 0-1602,0 0-984,0 0-252,0 0 2,-3-1 33,142-69 4063,-81 43-4680,26-13-1289,-34 7-6446,-34 20 524</inkml:trace>
  <inkml:trace contextRef="#ctx0" brushRef="#br0" timeOffset="615.802">689 282 5673,'0'0'5744,"0"0"-3854,0 0-1306,0 0-360,0 0 129,0 0 794,-19 18 199,-55 58 165,71-72-1371,1 0 0,-1 1-1,1 0 1,0-1 0,0 1 0,0 0 0,0 0 0,1 0-1,0 0 1,0 0 0,1 0 0,-1 0 0,1 1 0,0-1-1,0 0 1,1 0 0,1 5-140,-1 10 494,-1-9-366,0 0-1,1 0 0,0 0 1,1-1-1,0 1 0,1 0 1,0-1-1,0 0 0,1 0 1,1 0-1,-1 0 0,2 0 1,-1-1-1,1 0 0,1 0 1,0-1-1,0 0 0,0 0 1,1 0-1,0-1 0,1-1 1,0 1-1,0-1 0,0-1 1,1 1-1,-1-2 0,1 1 1,1-1-1,-1-1 0,0 0 1,1 0-1,0-1 0,1 0-127,83-13-410,-50-35-3786,-32 19-1037,-2 0-3816</inkml:trace>
  <inkml:trace contextRef="#ctx0" brushRef="#br0" timeOffset="900.7">1178 120 6313,'0'0'6359,"0"0"-1869,0 0-2645,0 0-1065,-7 21 88,-90 315 3252,92-311-4269,-23 69 527,-3-42-2903,6-53-9521,8-22 6242,5-1 1175</inkml:trace>
  <inkml:trace contextRef="#ctx0" brushRef="#br0" timeOffset="1152.011">894 298 5113,'0'0'2797,"0"0"2664,0 0-2669,0 0-1583,0 0-29,0 0 647,23 17-277,183 134 928,-203-149-2463,20 16-33,1-1 1,1-1-1,0-1 1,1-1 0,0-1-1,1-2 1,7 1 17,-14-8-3945,-1-6-7850,-16-6 8100</inkml:trace>
  <inkml:trace contextRef="#ctx0" brushRef="#br0" timeOffset="1553.074">1151 0 5513,'0'0'8398,"0"0"-4865,0 0-2036,0 0-879,0 0-442,0 0 128,15 6 798,160 96 1110,-150-77-2097,0 0 1,-2 1-1,0 2 1,-2 0-1,-2 1 0,0 2 1,-2-1-1,-1 2 1,-2 0-1,-1 1 0,-1 0 1,-2 1-1,-2 0 0,-1 1 1,-1 0-1,-2 0 1,-2 0-1,-1 1 0,-3 33-115,-50 31-3380,21-79-1537,-5-7-4164,11-10 2714</inkml:trace>
  <inkml:trace contextRef="#ctx0" brushRef="#br0" timeOffset="2237.815">1900 394 6689,'0'0'1499,"0"0"3180,0 0-2099,0 0-1241,0 0-44,0 0 128,11 5 370,0-1-1515,-1 0 1,1 0 0,0-1 0,0-1 0,1 0-1,-1 0 1,0-1 0,1 0 0,-1-1 0,0-1 0,1 1-1,-1-2 1,0 0 0,7-2-279,59-21 606,31-9-3448,-103 34-72,-5 0-3521,0 0 270</inkml:trace>
  <inkml:trace contextRef="#ctx0" brushRef="#br0" timeOffset="2449.158">1954 609 7986,'0'0'1112,"0"0"4377,0 0-3400,0 0-961,158 2 192,-106-10 785,3-6-529,-4 1-648,-4 0-568,-2 4-360,-8 2-440,5 3-1864,-7-1-1609,-8 1-1592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13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8018,'0'0'1479,"0"0"1057,0 0-1297,0 0-528,0 0-90,0 0-50,-16 1 583,-11 103-15,-19 80 788,10-51-657,7 3 1,5 0-1,5 10-1270,18-111 47,5-53-186,7-58-880,6-303-3675,-14 345 4589,46-275 151,-47 308-6,-1 1-1,0-1 1,1 1-1,-1-1 0,0 1 1,1 0-1,-1 0 0,0-1 1,1 1-1,-1 0 1,1 0-1,-1 1 0,1-1 1,-1 0-1,0 0 1,1 1-1,-1-1 0,0 0 1,1 1-1,-1 0 0,0-1 1,1 1-1,-1 0 1,0-1-1,0 1 0,0 0 1,0 0-1,0 0 1,0 0-1,0 0 0,0 0 1,0 1-1,0-1 0,-1 0 1,1 0-1,0 0 1,-1 1-1,1-1 0,-1 0 1,0 1-1,1-1 1,-1 1-1,0-1 0,0 0 1,0 1-1,0-1 0,0 1 1,0-1-1,0 1-39,1 1 172,125 251 4509,78 139-2450,-148-321-2163,-82-92-7290,1 2 3818,-41-44-5659,28 29 2464</inkml:trace>
  <inkml:trace contextRef="#ctx0" brushRef="#br0" timeOffset="250.84">127 590 6121,'0'0'1639,"0"0"2187,0 0-1465,0 0-809,0 0-676,0 0-271,-12 2 755,124-4 436,133-59 415,-92-4-4946,-117 47-2917,-11 2-3971</inkml:trace>
  <inkml:trace contextRef="#ctx0" brushRef="#br0" timeOffset="663.826">844 505 7746,'0'0'1100,"0"0"3421,0 0-2637,0 0-1126,0 0 85,24 5 382,13 3-580,0-2 1,1-1-1,-1-3 0,1-1 1,-1-1-1,1-2 0,5-3-645,92-17 31,-145 32-4436,-12 2-196,-5-1-2321</inkml:trace>
  <inkml:trace contextRef="#ctx0" brushRef="#br0" timeOffset="926.963">997 670 7706,'0'0'3524,"0"0"-1955,0 0-529,0 0 115,0 0-31,1 5-122,0-3-907,0 0 1,0 0-1,0-1 1,0 1-1,0 0 1,0 0-1,0-1 1,1 1-1,-1-1 1,1 1-1,-1-1 1,1 0-1,-1 1 1,1-1-1,0 0 1,0 0-1,0 0 1,-1 0-1,1-1 1,0 1-1,0 0 1,0-1-1,0 1 1,0-1-1,0 0 1,0 0-1,0 0 1,1 0-1,-1 0 1,0 0-1,0 0 1,0-1 0,0 1-1,0-1 1,1 0-96,2 1 117,336-50 3490,-239 38-4699,-49 7-6618,-36 3-738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2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114 698 6009,'0'0'2185,"0"0"3261,0 0-2633,0 0-1293,0 0-241,0 0 507,-8-8-155,6 6-1600,2 0-4,-1 1 1,1-1-1,-1 1 0,0-1 0,0 1 0,0-1 0,0 1 1,0 0-1,0 0 0,0-1 0,0 1 0,0 0 0,-1 0 1,1 0-1,0 0 0,-1 1 0,1-1 0,-1 0 1,1 0-1,-1 1 0,1-1 0,-1 1 0,0-1 0,1 1 1,-1 0-1,0 0 0,1 0 0,-1 0 0,1 0 0,-1 0 1,0 0-1,1 0 0,-1 1 0,0-1 0,1 0 1,-1 1-1,1 0 0,-1-1 0,1 1 0,-1 0 0,1 0 1,0 0-1,-1 0 0,1 0 0,0 0 0,0 0 0,-1 0 1,1 0-1,0 1 0,0-1 0,0 0 0,1 1 1,-1-1-1,0 1 0,1-1 0,-1 1 0,0-1 0,1 1 1,0 0-1,-1-1 0,1 1 0,0 1-27,-5 4 58,1 1-1,0 0 0,1 0 1,0 0-1,0 1 0,1-1 1,0 1-1,0-1 0,1 1 1,0 0-1,1-1 0,0 1 1,0 0-1,1 0 0,0-1 1,0 1-1,1 0 0,0-1 1,1 1-1,0-1 0,0 0 1,1 0-1,0 0 1,0-1-1,1 1 0,0-1 1,0 0-1,0 0 0,1-1 1,0 1-1,1-1 0,-1-1 1,1 1-1,1-1 0,-1 0 1,0-1-1,1 0 0,4 2-57,1-2-70,0-1-1,1 0 1,-1 0-1,1-1 1,0-1-1,0 0 1,-1-1 0,1-1-1,0 0 1,0-1-1,-1 0 1,3-2 70,-8 2-207,0 0-1,0-1 1,-1-1 0,1 1 0,-1-1 0,0 0 0,0-1 0,0 1 0,-1-1 0,0-1 0,0 1 0,0-1 0,0 0-1,-1-1 1,0 1 0,-1-1 0,1 0 0,-1 0 0,-1-1 0,1 1 0,-1-1 207,2-4-373,-1-1-1,-1 0 1,0 0-1,0-1 1,-1 1 0,-1-1-1,-1 1 1,1-1-1,-2 1 1,-2-12 373,3 20 10,-1 0 0,0 1 1,0-1-1,0 0 0,-1 1 0,0 0 1,1-1-1,-2 1 0,1 0 0,0 0 0,-1 0 1,0 0-1,0 0 0,0 1 0,0-1 1,-1 1-1,1 0 0,-1 0 0,0 0 1,0 1-1,0-1 0,0 1 0,0 0 1,0 0-1,-1 0 0,1 1 0,-1-1 0,0 1 1,1 0-1,-1 1 0,-3-1-10,-6 0 64,1 1 1,-1 0-1,1 1 0,-1 1 1,1 0-1,-1 1 0,1 0 0,0 1 1,0 1-1,1 0 0,-1 0 0,1 1 1,0 1-1,1 0 0,-1 1 0,1 0 1,1 1-1,0 0 0,0 0 1,1 1-1,-5 7-64,-8 46-1043,49-35-4192,65-32-5259,-49-10 7963</inkml:trace>
  <inkml:trace contextRef="#ctx0" brushRef="#br0" timeOffset="313.83">201 0 17692,'0'0'3514,"0"0"-2003,0 0-1087,0 0 265,0 0 286,16 23 139,150 251 728,-78 81-453,-29-86-1178,-13-191-2364,-45-77 1873,0 0 1,1-1 0,-1 1 0,1-1 0,-1 1-1,1-1 1,-1 0 0,0 1 0,1-1 0,-1 0 0,1 0-1,-1 0 1,1 0 0,-1 0 0,1-1 0,-1 1-1,1 0 1,-1-1 0,1 1 0,-1-1 0,0 1-1,1-1 1,-1 0 0,0 1 0,1-1 0,-1 0-1,0 0 1,0 0 0,0 0 0,0 0 0,0 0-1,0 0 1,0-1 0,0 1 0,0 0 0,-1 0-1,1-1 1,0-1 279,15-24-8764</inkml:trace>
  <inkml:trace contextRef="#ctx0" brushRef="#br0" timeOffset="651.302">1140 458 9250,'0'0'7378,"0"0"-4763,0 0-2036,0 0-121,0 0 829,0 0 64,-4 7-436,-406 542 2593,395-516-3128,13-28-3463,2-5-5310,6-18 750</inkml:trace>
  <inkml:trace contextRef="#ctx0" brushRef="#br0" timeOffset="951.113">767 501 9914,'0'0'6478,"0"0"-2931,0 0-1697,0 0-1182,0 0-289,0 0 202,16 2 38,-6 0-493,-5-2-70,0 0-1,0 1 1,1 0 0,-1 0 0,0 0 0,0 1-1,0-1 1,-1 1 0,1 1 0,0-1 0,-1 1-1,1-1 1,-1 1 0,0 1 0,0-1 0,0 1-1,0-1 1,-1 1 0,1 0 0,-1 0 0,0 0-1,0 1-55,52 113 1425,49 82 198,-98-192-1879,0-1 0,0 1 0,1-1 0,0-1 0,0 1-1,1-1 1,-1 0 0,2-1 0,-1 0 0,0 0 0,1 0 0,0-1 0,0-1 0,0 0 0,0 0 0,1 0 0,-1-1 0,1-1 0,-1 0 0,1 0 0,0-1 256,-10 0-36,17-1-6264,-2-8-4425,-3-5 4726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1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555 526 6545,'0'0'4531,"0"0"-2956,0 0-816,0 0 374,0 0 123,0 0-142,-14-18-226,-45-51-186,57 67-652,0 0 0,0 0 0,0 0 0,0 1 0,0-1 0,0 1 0,-1 0 0,1 0 0,-1 0 0,1 0 0,-1 0 0,1 0 0,-1 0 0,1 1 0,-1-1 0,0 1 0,1 0 0,-1 0 0,0 0 0,1 0 1,-1 1-1,1-1 0,-1 1 0,0-1 0,1 1 0,-1 0 0,1 0 0,-1 0 0,1 0 0,0 0 0,-1 1 0,1-1 0,0 1 0,0 0 0,0-1 0,0 1 0,0 0 0,1 0 0,-1 0 0,-1 2-50,-25 32 306,1 1-1,2 0 0,2 3 0,1 0 1,2 0-1,2 2 0,2 1 0,1 0 1,3 1-1,1 0 0,2 1 0,3 0 1,1 0-1,2 0 0,2 1 0,3-1 1,3 24-307,2 14 211,3-1 0,4 1 0,3-2 0,4 0 0,3-2 0,4 0 0,17 29-210,91 184 119,-102-232 55,-2 2 0,-3 1 0,-3 1 0,-3 2 0,-2 0 0,-4 1 0,-2 1 0,4 58-174,-17-98 100,-1-1 1,-2 1-1,0 0 0,-2-1 1,-1 1-1,-1-1 0,-1 0 1,-2-1-1,-10 26-100,9-28 70,0-1 0,-2 0-1,0 0 1,-2-2 0,-1 1 0,0-2 0,-1 1-1,-1-2 1,-1 0 0,-1-1 0,-1-1-1,-18 13-68,23-24-1,-1-2 0,1 0 0,-1 0 0,0-2 0,0 1 1,0-2-1,0 0 0,0-1 0,0-1 0,0 0 0,0 0 1,1-2-1,-1 0 0,0-1 0,1 0 0,0-1 0,0-1 1,0 0-1,1-1 0,-1 0 0,2-1 0,-1-1 0,-7-6 1,-48-52-1055,67 65 852,0 0-1,0 0 1,1 0-1,-1 0 1,1 0-1,0 0 1,-1 0-1,1-1 1,0 1-1,0 0 1,0 0-1,0 0 1,1 0-1,-1 0 1,0 0-1,1 0 1,0 0-1,-1 0 1,1 0-1,0 0 1,0 0-1,0 0 1,0 1-1,0-1 1,1 0-1,-1 1 1,0-1-1,1 1 1,0-1 202,34-23-6433,5 2-2321</inkml:trace>
  <inkml:trace contextRef="#ctx0" brushRef="#br0" timeOffset="1319.235">674 3638 5601,'0'0'1139,"0"0"251,0 0 2935,0 0-1886,0 0-1347,0 0-374,-18 4 1341,7 202 2502,13-198-4513,1 0 1,0 0 0,1 0 0,-1 0-1,1-1 1,1 1 0,0-1-1,0 0 1,0-1 0,1 1 0,0-1-1,0 0 1,0 0 0,1-1 0,0 0-1,0 0 1,0-1 0,1 0 0,-1 0-1,1 0 1,0-1 0,0 0-1,0-1 1,1 0 0,-1 0 0,1-1-1,-1 0 1,1 0 0,-1-1 0,1 0-1,-1-1 1,1 0 0,-1 0 0,1-1-1,-1 0 1,0 0 0,7-3-49,-8 1-44,1-1 0,-1 1 0,1-1 0,-1-1 0,-1 1 0,1-1 0,-1 0 0,0-1 1,0 1-1,-1-1 0,0 0 0,0-1 0,-1 1 0,0-1 0,0 0 0,-1 0 0,1 0 0,-2 0 0,1-1 1,-2 1-1,1-1 0,-1 1 0,0-1 0,0 0 0,-1 1 0,-1-1 0,1 0 0,-1 0 0,-1 1 0,0-1 1,0 1-1,0-1 0,-1 1 0,-1 0 0,1 0 0,-1 0 0,-1 1 0,1-1 0,-1 1 0,-4-4 44,2 3 85,0 0-1,0 0 0,-1 1 0,0 0 0,-1 0 0,0 1 1,0 0-1,0 1 0,-1 0 0,1 0 0,-1 1 0,0 0 1,-1 1-1,1 0 0,-1 0 0,1 1 0,-1 1 1,0 0-1,1 0 0,-1 1 0,0 1 0,0-1 0,0 2 1,1 0-1,-7 1-84,13-1-25,0 0 0,1-1 0,-1 1 0,1 0 0,0 1 0,-1-1 0,1 1 0,0-1 0,0 1 0,0 0 0,1 0 0,-1 0 0,1 1 0,0-1 0,0 1 0,0-1 0,0 1 0,0 0 0,1-1 0,0 1 0,-1 0 0,1 1 25,33 19-5413,1-22-112</inkml:trace>
  <inkml:trace contextRef="#ctx0" brushRef="#br0" timeOffset="2415.914">928 70 6385,'0'0'4419,"0"0"-1289,0 0-1131,0 0-931,0 0-660,0 0-96,10-12 220,33-35-148,-39 45-356,-1 0-1,1 1 1,-1 0-1,1-1 0,0 1 1,-1 1-1,1-1 1,0 0-1,0 1 1,0 0-1,-1 0 1,1 0-1,0 1 0,0-1 1,0 1-1,-1 0 1,1 0-1,0 0 1,-1 0-1,1 1 0,-1-1 1,0 1-1,1 0 1,-1 0-1,0 0 1,0 1-1,0-1 0,0 1 1,0-1-1,-1 1 1,1 0-1,-1 0 1,0 0-1,0 0 1,0 2-28,7 7 75,-1 0 0,0 1 0,-1 0 0,0 1 0,-1 0 0,-1 0 0,0 0 0,-1 1 0,-1-1 0,0 1 0,-1 0 0,0 0 0,-2 0 0,1 0 0,-2 0 0,0 0 0,-1 0 0,-1 1-75,3-9-37,-2-1 0,1 1 0,-1-1 0,1 0 0,-2 0 0,1 0 0,-1 0 1,0 0-1,0 0 0,0-1 0,-1 1 0,0-1 0,0 0 0,-1 0 0,1-1 0,-1 1 0,0-1 0,0 0 0,0 0 0,-1-1 0,1 1 0,-1-1 0,0-1 0,0 1 0,0-1 0,0 0 0,-1 0 0,1-1 0,0 1 0,-1-2 0,-2 1 37,7-1-6,1 0 0,0 0-1,0 0 1,0 0 0,-1 0 0,1 0 0,0 0 0,0-1 0,0 1 0,0-1 0,0 1 0,0-1 0,0 1 0,0-1 0,0 1 0,0-1 0,0 0 0,0 1 0,0-1 0,0 0 0,0 0 0,1 0 0,-1 0 0,0 0 0,1 0 0,-1 0 0,0 0 0,1 0 0,-1 0 0,1 0 0,0 0 0,-1 0 0,1-1 0,0 1-1,0 0 1,0 0 0,0 0 0,0-1 0,0 1 0,0 0 0,0 0 0,0 0 0,0 0 0,1 0 0,-1-1 0,1 0 6,66-6 103,21 21-136,-81-10 10,0 0 1,0-1-1,0 0 1,1 0-1,-1 0 1,1-1-1,0 0 1,-1-1-1,1 0 1,-1 0-1,1-1 1,0 1-1,-1-2 1,1 1-1,-1-1 0,1 0 1,-1-1-1,0 0 1,0 0-1,0 0 1,-1-1-1,1 0 1,-1 0-1,6-5 23,11-24-2604,-11 7-2321,-5 1-3630</inkml:trace>
  <inkml:trace contextRef="#ctx0" brushRef="#br0" timeOffset="2679.077">1440 41 10042,'0'0'2255,"0"0"1557,0 0-2201,0 0-776,0 0 333,4 25 322,37 192 1359,0-83-2765,-40-133-304,-1-1-1,1 0 0,0 0 0,0 0 0,-1 0 0,1 0 0,0-1 0,0 1 0,-1 0 0,1 0 0,0 0 0,0-1 0,-1 1 0,1 0 0,0-1 1,-1 1-1,1 0 0,0-1 0,-1 1 0,1-1 0,-1 1 0,1-1 0,-1 0 0,1 1 0,-1-1 0,1 1 0,-1-1 0,1 0 0,-1 1 0,0-1 0,1 0 1,-1 0-1,0 1 0,0-1 0,0 0 0,1 0 0,-1 1 0,0-1 0,0 0 0,0 0 0,0 1 0,0-1 0,-1 0 0,1 0 0,0 1 0,0-1 0,0 0 1,-1 0-1,1 1 0,0-1 0,-1 0 0,1 1 0,-1-2 221,1 2-37,1-28-8882</inkml:trace>
  <inkml:trace contextRef="#ctx0" brushRef="#br0" timeOffset="2962.646">1640 32 7674,'0'0'1167,"0"0"2897,0 0-1714,0 0-1163,0 0-284,7 22 168,45 168 3125,-34 22-2285,-11-192-2778,-2-45-8778,-5 2 2043</inkml:trace>
  <inkml:trace contextRef="#ctx0" brushRef="#br0" timeOffset="3264.698">1321 77 7946,'0'0'1268,"0"0"1517,0 0-1105,0 0-453,0 0 169,0 0 87,25 0 17,192 0 2068,-156 1-3352,90-4 1737,-56-22-9163,-90 23 1209</inkml:trace>
  <inkml:trace contextRef="#ctx0" brushRef="#br0" timeOffset="8677.557">1452 1681 6025,'0'0'1451,"0"0"1152,0 0-711,0 0-1243,0-9-493,-3-31 187,1 36-173,1 1-1,-1-1 1,0 1 0,-1 0-1,1 0 1,0 0 0,-1 0 0,0 0-1,1 0 1,-1 1 0,0-1 0,-1 1-1,1 0 1,0 0 0,0 0-1,-1 0 1,0 1 0,1-1 0,-1 1-1,0 0 1,1 0 0,-1 0-1,0 1 1,0-1 0,0 1 0,0 0-1,0 0 1,1 0 0,-1 1 0,-4 0-170,-4 2 69,0 0 0,0 1 0,0 0 0,0 1 0,0 0 0,1 1 0,0 0 0,0 1 1,0 0-1,1 1 0,0 0 0,1 1 0,-3 2-69,-5 4 44,-7 2 63,2 1 0,0 1 0,1 2 0,0 0 0,2 0-1,1 2 1,1 0 0,0 2 0,-11 23-107,28-47 32,0 0 0,-1 0 1,1 0-1,0 0 0,0 0 0,0 1 0,0-1 1,0 0-1,0 0 0,0 0 0,0 0 1,0 1-1,0-1 0,1 0 0,-1 0 0,0 0 1,1 0-1,-1 0 0,1 0 0,-1 0 0,1 0 1,0 0-1,-1 0 0,1 0 0,0 0 1,0 0-1,0 0 0,-1-1 0,1 1 0,0 0 1,0-1-1,0 1 0,0-1 0,0 1 1,1-1-1,-1 1 0,0-1 0,0 0 0,0 1 1,0-1-1,0 0 0,0 0 0,1 0 0,-1 0 1,0 0-1,0 0 0,0 0 0,0 0 1,1 0-1,-1-1 0,0 1 0,0-1 0,0 1 1,0 0-1,1-1-32,73-16 667,-20-6-489,-34 13-164,1 0 1,1 2-1,-1 0 0,1 2 1,1 0-1,-1 2 0,1 0 1,0 2-1,0 1 1,6 0-15,-21 4-3,1 0 0,-1 1 1,0-1-1,0 2 1,-1-1-1,1 1 0,-1 1 1,0 0-1,0 0 1,-1 0-1,0 1 0,0 0 1,0 0-1,-1 1 1,0 0-1,0 0 1,-1 0-1,0 1 0,-1 0 1,0 0-1,0 0 1,-1 0-1,0 0 0,-1 1 1,0 0-1,0-1 1,-1 1-1,0 0 0,-1 0 1,0 0-1,-1-1 1,0 1-1,0 0 1,-3 6 2,-2-6 15,-2 0 1,1-1 0,-1 0-1,-1 0 1,0-1 0,0 0-1,0-1 1,-1 0 0,0-1-1,0 1 1,-1-2 0,0 0-1,0 0 1,0-1 0,-1 0-1,1-1 1,-1 0 0,0-1-1,0 0 1,-2-1-16,-222 8 1328,233-8-1344,0-1 0,0 0 0,0 0 1,0 0-1,0 0 0,0-1 0,1 1 0,-1-1 0,0 1 0,0-1 0,0 0 0,0 0 0,0-1 1,1 1-1,-1-1 0,1 1 0,-1-1 0,1 0 0,-1 0 0,1 0 0,0 0 0,0 0 0,0 0 0,0 0 1,1-1-1,-1 1 0,0-1 0,1 0 16,42-39-5940,7 16-251,3 3-1877</inkml:trace>
  <inkml:trace contextRef="#ctx0" brushRef="#br0" timeOffset="9464.665">1823 2166 9450,'0'0'1676,"0"0"3068,0 0-2426,0 0-1730,0 0-257,0 0 186,7-19 353,55-132 23,-60 147-898,1 0-1,-1 0 1,0-1-1,0 1 1,0-1-1,0 0 1,-1 0 0,0 1-1,0-1 1,0 0-1,-1 0 1,0 0-1,0 0 1,0 0-1,0 0 1,-1 0-1,1 0 1,-1 0 0,-1 0-1,1 1 1,-1-1-1,0 0 1,0 1-1,0-1 1,0 1-1,-1 0 1,0 0-1,0 0 1,0 0-1,0 0 1,-1 1 0,0-1 5,1 3-1,-1 0 1,0 0 0,0 0 0,0 0 0,0 1-1,1 0 1,-1 0 0,0 0 0,0 0 0,0 0-1,0 1 1,0 0 0,0 0 0,1 0 0,-1 0-1,0 1 1,1-1 0,-1 1 0,1 0 0,-1 0-1,1 0 1,0 0 0,0 1 0,0-1 0,0 1-1,0 0 1,1 0 0,-1 0 0,1 0 0,0 1-1,0-1 1,0 0 0,0 1 0,1-1 0,-1 1-1,1 0 1,0 0 0,0-1 0,0 1 0,0 0-1,1 0 1,0 0 0,0 0 0,0 0 0,0 0-1,1 0 1,-1 1 0,0 3 16,-1 0 0,1-1-1,0 1 1,1 0 0,0 0 0,0 0-1,1-1 1,0 1 0,0-1 0,0 1-1,1-1 1,1 0 0,-1 0-1,1 0 1,0 0 0,0-1 0,1 0-1,0 0 1,0 0 0,1 0 0,0-1-1,-1 0 1,2 0 0,-1 0 0,1-1-1,-1 0 1,1 0 0,0-1 0,0 0-1,6 2-15,2 0-44,1 0 0,0-1-1,0 0 1,1-1 0,-1-1-1,1-1 1,-1 0 0,1-1-1,0-1 1,-1 0 0,1-1-1,-1-1 1,9-3 44,-19 1-114,0 0-1,0 0 1,-1 0 0,0 0-1,0-1 1,0 0 0,-1 0-1,1-1 1,-1 1 0,-1-1-1,0 0 1,0 0-1,0 0 1,-1 0 0,0 0-1,0-1 1,0 1 0,-1-1-1,-1 1 1,1-1 0,-1 1-1,0-1 1,-1 0-1,0 1 1,0-1 0,-1 1-1,1 0 1,-2-3 114,0-39 443,24 49-320,-12 3 73,0 1 0,0 0 0,0 0 0,-1 1 0,0 0 0,0 0 0,0 1 1,0 0-1,-1 1 0,0 0 0,0 0 0,-1 0 0,5 8-196,17 14 759,86 76 323,-114-152-1716,16-95-492,-15 137 1110,1 1 1,-1 0 0,1 0 0,0 0 0,0 0 0,1 0 0,-1 0 0,1 0 0,0 1 0,-1-1 0,2 1 0,-1 0 0,0 0 0,1 0-1,-1 0 1,1 1 0,0-1 0,0 1 0,0 0 0,0 0 0,0 1 0,1-1 0,-1 1 0,0 0 0,1 0 0,-1 0 0,1 1 0,-1-1-1,1 1 1,0 0 15,2 3 150,1 0 1,-1 0-1,0 1 0,-1 0 0,1 0 0,-1 1 0,1 0 0,-1 0 0,-1 0 0,1 0 0,-1 1 0,0 0 0,0 1 0,-1-1 1,0 1-1,0-1 0,0 1 0,-1 0 0,0 1 0,0-1 0,-1 1 0,0-1 0,0 1 0,0 6-150,19 37 353,-18-44-376,0-1-1,0-1 1,1 1 0,-1 0 0,2-1 0,-1 0 0,0 0 0,1 0 0,0 0 0,0-1 0,0 0 0,1 0 0,0 0-1,-1-1 1,1 0 0,1 0 23,27-2-3537,0-25-4599,-18 2-2120</inkml:trace>
  <inkml:trace contextRef="#ctx0" brushRef="#br0" timeOffset="9781.118">2947 1868 1712,'0'0'8399,"0"0"-1996,0 0-4114,0 0-1420,0 0 169,0 0 698,10 3-262,0 1-1394,0 0 1,-1 0-1,1 1 1,-1 1-1,0-1 1,0 1-1,-1 1 1,0 0-1,0 0 1,0 0-1,-1 1 1,0 0-1,-1 1 1,2 2-81,35 63 445,-39-63-431,1 0-1,0-1 1,0 1 0,1-1 0,0 0-1,0-1 1,1 0 0,1 0 0,0 0-1,0-1 1,0 0 0,1 0 0,0-1-1,1 0 1,-1-1 0,1 0 0,1-1-1,-1 0 1,1 0 0,0-1 0,0-1-1,0 0 1,1 0-14,122 0-805,-50-23-3612,-51-9-548,-21-14-3640,-11 18 4870</inkml:trace>
  <inkml:trace contextRef="#ctx0" brushRef="#br0" timeOffset="10049.903">3389 1750 5337,'0'0'8082,"0"0"-4657,0 0-1893,0 0-831,0 0 298,-23 22 792,-134 136 414,-37 60-1560,181-165-6746,15-48 336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3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6041,'0'0'770,"0"0"-477,0 0 283,0 0 1347,0 0-761,-7 5-530,-21 16-89,8-14 5691,21-8-1075,8 0-4587,444-25 1210,-433 27-5498,-47 5-4187,14-3 6446,-7 0-3656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3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6305,'0'0'751,"0"0"-49,0 0 1027,0 0 134,0 0-726,0 0-361,-6 20 4688,138-5-918,-95-17-4009,187 33-52,-206-28-6943,-8-3 616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42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7778,'0'0'1363,"0"0"1407,0 0-570,0 0-497,0 0-641,0 0-600,4 7 1015,13 3-1039,1-2 0,0 0 1,0-1-1,1-1 0,0 0 1,0-2-1,0 0 1,1-1-1,-1-1 0,4-1-438,243 4 676,-265-5-660,-1 0 80,0 0-152,0 0-422,0 0-1068,3 0-4338,-1 0 3826,3 0-5353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4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 5857,'0'0'1165,"0"0"-328,0 0 1230,0 0-38,0 0-936,0 0-206,18 1 2106,-21 19-2355,-1 0 0,-1-1 0,-1 1 0,0-1 0,-1 0 0,-1-1-1,-1 0 1,-9 13-638,1 3 496,-179 312 526,177-279-2165,18-37-8408,1-30 3153</inkml:trace>
  <inkml:trace contextRef="#ctx0" brushRef="#br0" timeOffset="316.054">0 88 6753,'0'0'1445,"0"0"2621,0 0-1551,0 0-939,21 19-119,121 127 1509,99 246 655,-190-356-5721,-7-32-5992,-21-4 694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42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330 100 10802,'0'0'7313,"0"0"-4436,0 0-2120,0 0-205,0 0 423,0 0 162,6 16-454,34 80-196,-39-96-487,-1-1 0,0 0 0,0 1 0,1-1 1,-1 0-1,0 1 0,1-1 0,-1 0 0,0 1 0,1-1 0,-1 1 1,1-1-1,-1 1 0,1-1 0,-1 1 0,1-1 0,-1 1 0,1 0 1,0-1-1,-1 1 0,1 0 0,0-1 0,-1 1 0,1 0 0,0 0 1,-1-1-1,1 1 0,0 0 0,-1 0 0,1 0 0,0 0 0,-1 0 1,1 0-1,0 0 0,0 0 0,-1 1 0,1-1 0,0 0 0,-1 0 1,1 0-1,0 1 0,-1-1 0,1 0 0,-1 1 0,1-1 0,0 1 1,-1-1-1,1 1 0,-1-1 0,1 1 0,-1-1 0,1 1 0,-1-1 1,0 1-1,1 0 0,-1-1 0,0 1 0,1 0 0,-7-64-527,2 57 502,-2 0 0,1 0 0,-1 0 0,0 0 0,0 1 0,-1 0 0,1 1 0,-1-1 0,0 1 0,0 0 0,-1 1 0,1 0 0,-1 0 0,1 0 0,-1 1 0,0 0 0,0 1 0,0 0 0,0 0 0,0 1 0,-1 0 0,1 0 0,0 1 0,-4 0 25,3 0 21,0 0 1,-1 0-1,1 1 1,0 0 0,0 0-1,0 1 1,1 0-1,-1 1 1,0 0-1,1 0 1,0 1-1,0 0 1,1 1-1,-1-1 1,1 1-1,0 1 1,1-1-1,0 1 1,0 1-1,0-1 1,1 1 0,0 0-1,0 0 1,1 0-1,0 1 1,0-1-1,1 1 1,-1 5-22,0-1 35,0 0 1,1 0-1,0 0 1,1 0-1,1 1 1,0-1-1,1 1 1,0-1-1,1 0 1,1 1-1,0-1 1,1 0-1,0 0 1,1 0-1,0 0 1,1-1-1,0 1 1,1-1-1,7 9-34,2-4 13,0 0 1,2-2 0,0 1-1,1-2 1,0 0 0,1-2 0,0 0-1,1-1 1,1 0 0,0-2 0,0-1-1,1 0 1,-1-2 0,2 0 0,-1-2-1,1 0 1,-1-2 0,1 0-1,0-1 1,0-2 0,8-1-15,-21 3-46,-1 0 0,0-1 0,0 0 0,1-1 1,-1 0-1,0 0 0,0-1 0,0 0 0,0 0 0,0-1 0,-1-1 1,1 1-1,-1-1 0,0-1 0,0 0 0,0 0 0,0 0 0,-1-1 1,0 0-1,0 0 0,-1-1 0,0 0 0,0 0 0,0-1 0,-1 1 1,0-1-1,-1 0 0,0-1 0,0 1 0,-1-1 0,1-2 46,-1-3 24,-1-1 0,0 1 0,-1-1 0,-1 1 0,0-1 0,-1 0 0,-1 1 0,0-1 0,-1 1-1,-1 0 1,0 0 0,0 0 0,-2 0 0,0 1 0,-4-8-24,9 56 464,3-19-450,1 0-1,1 0 1,0-1 0,1 1 0,1-1-1,0 0 1,1 0 0,0-1-1,1 0 1,1 0 0,1-1-1,0 0 1,0-1 0,1 0-1,0-1 1,1 0 0,1 0-1,0-1 1,0-1 0,1-1-1,0 0 1,0 0 0,1-1-1,0-1 1,0-1 0,1 0 0,4 0-14,-8-4 22,-7 1-34,0 0 0,-1-1 0,1 1 0,0-1 0,0 0-1,0 0 1,0-1 0,1 0 0,-1 0 0,0 0 0,0 0 0,0-1-1,0 0 1,0 0 0,0 0 0,0-1 0,-1 1 0,1-1 0,0 0-1,-1-1 1,1 1 0,-1-1 0,0 0 0,0 0 0,0 0 0,0-1-1,0 1 1,-1-1 0,0 0 0,1 0 0,-2 0 0,1 0-1,0-1 1,-1 1 0,0-1 0,0 1 0,0-1 0,0-1 12,-3-9 2,0 0 0,-1 1-1,-1-1 1,0 1 0,-1 0 0,-1-1 0,0 2 0,0-1 0,-2 1 0,0-1 0,0 2 0,-1-1-1,-1 1 1,0 0 0,0 1 0,-1 0 0,-1 1 0,0 0 0,0 1 0,-1 0 0,0 0 0,-1 1-1,0 1 1,0 0 0,0 1 0,-1 0 0,0 2 0,0-1 0,0 1 0,-1 1 0,1 1 0,-1 0-1,-13 0-1,26 2-86,0 1 0,-1-1-1,1 1 1,0-1 0,-1 1-1,1 0 1,0 0 0,0 0-1,-1 0 1,1 0 0,0 0-1,0 1 1,0-1 0,0 1-1,1-1 1,-1 1 0,0 0-1,1-1 1,-1 1 0,1 0-1,-1 0 1,1 0 0,0 1-1,0-1 1,0 0 0,0 0-1,0 0 1,1 2 86,16 63-6036,10-50-2586</inkml:trace>
  <inkml:trace contextRef="#ctx0" brushRef="#br0" timeOffset="467.675">1637 0 7634,'0'0'7369,"0"0"-4871,0 0-1776,0 0 184,-24 2 360,-76 12-232,91-12-977,0 0 1,1 1-1,0 1 1,-1-1-1,1 1 1,0 1-1,1 0 1,-1 0 0,1 0-1,0 1 1,0 0-1,1 0 1,-6 7-58,-2 2 16,11-14-18,1 0 1,-1 1 0,1-1-1,-1 1 1,1 0 0,0 0-1,0 0 1,-1 0 0,1 0-1,1 0 1,-1 0 0,0 1-1,1-1 1,-1 1 0,1-1-1,-1 1 1,1 0 0,0-1-1,0 1 1,1 0 0,-1 0-1,1 0 1,-1 0 0,1-1-1,0 1 1,0 0 0,0 0-1,0 0 1,0 0 0,1 0-1,0 0 1,-1 0 0,1-1-1,0 1 1,0 0 0,1 0-1,-1-1 1,0 1 0,2 1 1,221 3 224,-196-8-229,-22 0 2,0-1 0,0 1 0,1 0 0,-1 1-1,0-1 1,0 1 0,0 1 0,1-1-1,-1 1 1,0 0 0,0 0 0,0 1 0,0 0-1,0 0 1,-1 0 0,1 1 0,-1 0 0,1 0-1,-1 0 1,0 0 0,0 1 0,0 0-1,-1 0 1,1 1 0,-1-1 0,0 1 0,0 0-1,-1 0 1,1 0 0,-1 0 0,1 3 3,0 10 161,-1 0 1,0-1-1,-1 1 1,-1 1-1,-1-1 1,0 0-1,-2 0 1,0 0-1,-3 12-161,-1-19 56,-1-1 0,0 1 0,-1-1 0,0 0 0,0-1 0,-1 0 0,0 0 0,-1-1 1,0 0-1,0-1 0,-1 0 0,0-1 0,0 0 0,0 0 0,-1-1 0,0-1 0,0 0 0,0 0 0,0-2 0,-1 1 0,1-2 0,-1 1 0,1-2 0,-1 0 0,0 0 0,1-1 0,-1-1-56,16-24-3473,17-1-1940,9-2-2806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4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19 7634,'0'0'1224,"0"0"2078,0 0-1184,0 0-679,0 0-666,0 0 34,-3-3 153,-10-9 59,9 9-227,4 13-272,-12 703 3861,-14-370-1216,15 114-3165,13-407 146,2 0 0,2 0 0,3 0 1,2-1-1,1-1 0,3 0 0,7 10-146,35-118-12408,-32 28 2813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47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64 157 6385,'0'0'5221,"0"0"-797,0 0-2110,0 0-860,0 0-576,0 0-51,-5 15 316,1-5-1031,0 0 1,0 1-1,1-1 0,0 1 0,1 0 0,0-1 1,0 1-1,2 0 0,-1 0 0,1 1 1,1-1-1,0 0 0,1-1 0,0 1 0,0 0 1,1 0-1,0-1 0,1 0 0,1 1 0,-1-1 1,2 1-113,0-6 9,1 0 0,-1 0 1,1 0-1,0-1 0,0 0 1,0 0-1,0-1 0,0 0 1,1 0-1,0-1 0,0 0 1,-1 0-1,1-1 0,0 0 1,0 0-1,0-1 0,0 0 1,1-1-1,-1 1 0,0-2 1,-1 1-1,1-1 0,0 0 1,0 0-1,-1-1 0,1 0 1,-1-1-1,0 0 0,0 0 1,0 0-1,-1-1 0,1 0 1,-1 0-1,0 0 0,-1-1 1,1 0-1,-1 0 0,0-1 1,-1 1-1,0-1 0,0 0 1,0 0-1,-1-1 0,0 1 1,0-2-10,0-1-1,0-1 0,-1 0 1,-1 0-1,0 0 0,0 0 1,-1 1-1,-1-1 0,0 0 0,0 0 1,-1 0-1,0 0 0,-1 1 1,0-1-1,-1 1 0,0 0 1,-1 0-1,0 0 0,0 0 0,-1 1 1,-1 0-1,1 0 0,-1 1 1,-1 0-1,1 0 0,-1 1 1,-1 0-1,1 0 0,-1 0 0,-1 2 1,1-1-1,-1 1 0,0 0 1,0 1-1,0 0 0,-1 1 1,1 0-1,-1 1 0,0 0 0,0 0 1,-2 1 0,13 1 1,-7-2 1,1 1 0,0 0-1,0 0 1,-1 0 0,1 1-1,0 0 1,-1 0 0,1 1-1,0-1 1,0 1 0,-1 1-1,1-1 1,0 1 0,0 0-1,0 1 1,0-1 0,1 1-1,-1 0 1,1 1 0,0-1-1,0 1 1,0 0 0,-1 1-2,14 21-1730,29-23-3404,-31-3 3931,39 0-7819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48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6281,'0'0'2206,"0"0"1414,0 0-2005,0 0-1126,0 0 44,0 0 410,14-9-184,46-23-164,-57 31-572,0 0 0,0 1 1,0-1-1,0 1 0,0-1 0,0 1 0,0 0 1,0 0-1,0 1 0,0-1 0,0 1 0,0-1 0,0 1 1,0 0-1,0 0 0,-1 0 0,1 0 0,0 1 1,-1-1-1,1 1 0,-1 0 0,1 0 0,-1-1 1,0 2-1,1-1 0,-1 0 0,0 0 0,-1 1 1,1-1-1,0 1 0,-1-1 0,1 1 0,-1 0 0,0 0 1,0-1-1,0 1 0,0 0 0,-1 0 0,1 0 1,-1 0-1,1 0 0,-1 0 0,0 0 0,0 2-23,1 1 126,5 14-26,-1 1 1,-1-1 0,-1 1-1,-1 0 1,0 0-1,-2 0 1,-1 0 0,0 0-1,-2 0 1,0 0 0,-1-1-1,-1 0 1,-1 1 0,-1-2-1,-1 1 1,0-1 0,-2 0-1,0-1 1,-1 0 0,-1 0-1,-1 0-100,12-17-3,1 0 1,-1 0-1,0 1 0,0-1 0,1 0 0,-1 0 0,0 0 0,0 0 0,0 0 0,0 0 0,0 0 0,0-1 0,0 1 1,-1 0-1,1-1 0,0 1 0,0 0 0,-1-1 0,1 1 0,0-1 0,0 0 0,-1 0 0,1 1 0,-1-1 0,1 0 1,0 0-1,-1 0 0,1 0 0,0 0 0,-1-1 0,1 1 0,0 0 0,-1-1 0,1 1 0,0 0 0,0-1 0,-1 0 1,1 1-1,0-1 0,0 0 0,0 0 0,0 1 0,0-1 0,0 0 0,0 0 0,0 0 0,0 0 0,0 0 0,0-1 1,1 1-1,-1 0 0,0 0 0,1 0 0,-1-1 0,1 1 0,0 0 0,-1-1 3,-16-76-84,17 76 92,-1 1 0,0 0-1,1 0 1,0-1 0,-1 1 0,1 0 0,0-1 0,0 1 0,-1-1 0,1 1 0,0 0 0,1-1 0,-1 1 0,0 0 0,0-1 0,0 1 0,1 0 0,-1-1 0,1 1 0,-1 0 0,1-1 0,-1 1 0,1 0 0,0 0 0,0 0-1,0 0 1,-1 0 0,1 0 0,0 0 0,0 0 0,0 0 0,1 0 0,-1 0 0,0 1 0,0-1 0,0 0 0,1 1 0,-1-1 0,0 1 0,0-1 0,1 1 0,-1 0 0,1-1 0,-1 1 0,0 0 0,1 0 0,-1 0 0,0 0-1,1 0 1,-1 1 0,0-1 0,1 0 0,-1 1 0,0-1 0,1 0 0,-1 1 0,0 0 0,0-1 0,1 1-8,178 75 978,-173-75-1001,0 0 0,0 0-1,0-1 1,0 1 0,0-1 0,0-1 0,0 0 0,-1 0 0,1 0 0,0-1 0,0 1 0,0-2 0,-1 1 0,0-1 0,1 0 0,-1 0 0,4-4 23,40-65-5539,-40 40-669,-2 3-2878</inkml:trace>
  <inkml:trace contextRef="#ctx0" brushRef="#br0" timeOffset="286.326">497 83 5673,'0'0'2907,"0"0"2157,0 0-2849,0 0-940,0 20 308,32 341 3561,-12-283-6375,-13-77-5731,-2-18 2851,-2-6-1701</inkml:trace>
  <inkml:trace contextRef="#ctx0" brushRef="#br0" timeOffset="568.88">759 14 6385,'0'0'1773,"0"0"2669,0 0-2029,0 0-1263,0 0 127,0 27 48,-3 169 1777,-4 125-584,9-352-12703,-2 9 3275</inkml:trace>
  <inkml:trace contextRef="#ctx0" brushRef="#br0" timeOffset="916.364">373 1 5825,'0'0'1886,"0"0"1809,0 0-2041,0 0-938,0 0 79,0 0 308,2 4-5,2 0-988,1-1-1,1 1 1,-1-1 0,0 0 0,1 0 0,0-1 0,-1 1 0,1-1 0,0-1 0,0 1 0,0-1 0,0 0 0,1 0 0,-1-1-1,0 0 1,0 0 0,0 0 0,1-1 0,-1 0 0,0 0 0,3-1-110,20 1 584,367-17 2046,-396 43-6771,-4-16-218,-6-3-4314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5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5089,'0'0'2687,"0"0"1702,0 0-1261,0 0-1631,0 0-751,0 0-201,8 9 894,157-8 2007,-82-9-2838,7-1-728,-32 11-3850,-47 7-3027,-11-5 711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5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7906,'0'0'537,"0"0"1857,0 0-588,0 0-466,27 6 188,85 16-210,174-16 1851,-278-6-3389,16-2-5283,-16-5 574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53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6249,'0'0'1711,"0"0"2086,0 0-1534,0 0-1286,0 0-508,0 0 110,10 5 492,142 29 1234,148-46 1294,-208 11-11804,-63-1 2960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5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7402,'0'0'236,"0"0"578,0 0 2192,0 0-1148,0 0-954,0 0-445,21-11 39,64-34 311,-79 43-742,-1 1-1,1 0 1,-1 0-1,1 0 0,0 1 1,-1 0-1,1 0 1,0 0-1,-1 1 1,1 0-1,0 0 1,-1 0-1,0 1 1,1 0-1,-1 0 1,0 0-1,0 0 1,0 1-1,0 0 1,0 0-1,0 1 1,-1-1-1,0 1 1,0 0-1,0 0 1,0 0-1,0 1 0,-1-1 1,0 1-1,0 0 1,0 0-1,-1 0 1,1 0-1,-1 0 1,0 1-1,-1-1 1,0 1-1,1-1 1,-2 1-1,1-1 1,-1 1-1,1 0 1,-2-1-1,1 1 1,0 0-1,-2 3-66,-5 155 657,5-159-661,1 0-1,-1 0 1,0 0-1,0-1 0,-1 1 1,0-1-1,1 1 1,-1-1-1,-1 0 1,1 0-1,0 0 0,-1-1 1,0 1-1,0-1 1,0 0-1,0 0 1,-1 0-1,1-1 0,-1 0 1,0 0-1,1 0 1,-1 0-1,0 0 1,0-1-1,0 0 0,0 0 1,-1-1-1,1 1 1,0-1-1,-3 0 5,6 0-2,-1 0-1,1 0 1,0 0 0,0 0-1,0 0 1,0 0 0,-1-1-1,1 1 1,0-1-1,0 1 1,0-1 0,0 0-1,0 0 1,0 0 0,0 0-1,1 0 1,-1 0-1,0 0 1,0-1 0,1 1-1,-1-1 1,1 1 0,-1-1-1,1 0 1,0 1-1,0-1 1,-1 0 0,1 0-1,0 0 1,1 0 0,-1 0-1,0 0 1,1 0-1,-1 0 1,1 0 0,-1 0-1,1-1 1,0 1 0,0 0-1,0 0 1,0-2 2,51 0 392,168 83 104,-121-97-5033,-70-1-1255</inkml:trace>
  <inkml:trace contextRef="#ctx0" brushRef="#br0" timeOffset="273.985">683 89 6769,'0'0'6870,"0"0"-3568,0 0-2063,0 0-586,0 0 440,0 0 778,-7 25-324,-45 202-462,49-93-834,29-131-4848,5-57-4832,-16 24 3552</inkml:trace>
  <inkml:trace contextRef="#ctx0" brushRef="#br0" timeOffset="535.265">866 42 6105,'0'0'1751,"0"0"2091,0 0-1598,0 0-1197,0 0-385,0 0 585,0 16 224,0 394 4632,10-421-13717,-3-8 1142</inkml:trace>
  <inkml:trace contextRef="#ctx0" brushRef="#br0" timeOffset="852.019">495 38 6913,'0'0'1437,"0"0"3332,0 0-2194,0 0-1155,26-1 106,175-20 2776,-85 5-4205,-39 17-7211,-59 0 4492,19-1-5040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5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43 18020,'0'0'3421,"0"0"-2551,0 0-560,0 0 43,3 21 357,15 68-181,-18-85-504,1 1 0,0 0 0,0-1 0,0 1 0,1-1 0,-1 1 1,1-1-1,0 0 0,0 0 0,1 0 0,-1 0 0,1 0 0,0 0 0,0-1 0,0 1 0,0-1 0,1 0 0,0 0 0,-1 0 0,1 0 0,0-1 0,0 0 0,0 0 0,1 0 1,-1 0-1,0 0 0,1-1 0,2 1-25,-2-39-575,-6 29 562,0 1 0,-1-1 1,0 0-1,0 0 0,-1 1 1,0-1-1,-1 1 0,1 0 1,-1 0-1,0 0 0,-1 1 0,0-1 1,0 1-1,0 0 0,-1 1 1,0-1-1,0 1 0,0 0 0,-1 0 1,1 1-1,-1 0 0,0 0 1,-1 1-1,1 0 0,-1 0 0,1 1 1,-1-1-1,0 2 0,0-1 1,0 1-1,1 0 0,-1 1 1,0 0-1,0 0 0,0 1 0,-8 1 13,6 4 51,1 1-1,0 0 0,0 0 0,1 1 0,0 0 0,0 0 0,1 1 0,0 0 0,1 0 0,0 1 0,0 0 1,1 0-1,0 0 0,1 1 0,0 0 0,0-1 0,1 1 0,1 0 0,0 1 0,1-1 0,0 0 0,0 1 1,1-1-1,1 0 0,0 5-50,-3-5 24,1 1 1,0 0 0,1 0-1,0 0 1,1 0-1,1 0 1,-1 0 0,2 0-1,0 0 1,0-1-1,1 1 1,0-1 0,1 0-1,0 0 1,1-1-1,1 0 1,-1 0 0,1 0-1,1 0 1,0-1 0,0-1-1,1 1 1,0-2-1,0 1 1,1-1 0,0 0-1,0-1 1,1 0-1,0-1 1,0 0 0,0-1-1,0 0 1,10 2-25,-1-2 4,0-1 1,1-1-1,-1-1 1,1 0 0,-1-2-1,1 0 1,-1-1-1,0-1 1,0-1-1,0-1 1,2-1-5,-14 3-26,0 0 0,-1 0 0,1 0 0,-1-1 0,1 0 0,-1 0 0,-1-1 0,1 0 0,0 0 0,-1-1-1,0 0 1,-1 0 0,1 0 0,-1-1 0,0 1 0,-1-1 0,1 0 0,-2-1 0,1 1 0,-1-1 0,0 0 0,0 0 0,-1 0 0,0 0 0,0 0 0,-1 0 0,0 0 0,-1-3 26,0 3-36,1 6 32,0 0 1,0-1 0,0 1 0,-1-1-1,1 1 1,-1-1 0,0 1 0,0-1-1,0 1 1,0-1 0,0 1 0,0-1 0,-1 1-1,1-1 1,-1 1 0,0-1 0,0 1-1,0 0 1,0-1 0,0 1 0,0 0-1,-1 0 1,1 0 0,-1 0 0,1 0-1,-1 0 1,0 0 0,0 1 0,0-1 0,0 0-1,0 1 1,0 0 0,0-1 0,0 1-1,-1 0 1,1 0 0,0 0 0,-1 1-1,-2-2 4,2 5 8,0 1 1,0-1-1,1 0 0,-1 1 0,1 0 0,-1-1 0,1 1 0,0 0 1,1 0-1,-1 0 0,1 0 0,0 1 0,0-1 0,0 0 0,0 1 0,1-1 1,-1 0-1,1 1 0,0-1 0,1 0 0,-1 1 0,1-1 0,0 0 1,1 4-9,-2 7 48,2-6-37,0 1-1,1-1 0,0 0 1,1 0-1,0 0 0,0 0 1,0 0-1,1-1 0,1 0 1,0 0-1,0 0 0,0-1 1,1 0-1,0 0 0,0-1 1,1 1-1,-1-2 0,2 1 0,-1-1 1,0 0-1,1-1 0,0 0 1,0 0-1,0-1 0,1 0 1,-1-1-1,1 0 0,-1 0 1,1-1-1,0-1 0,0 1 1,-1-1-1,1-1 0,0 0 1,-1 0-1,1-1 0,-1-1 1,5-1-11,-7 3 25,0-2 0,-1 1 1,1-1-1,0 0 0,-1 0 1,0 0-1,0-1 1,0 0-1,0 0 0,-1-1 1,0 0-1,0 0 1,0 0-1,0 0 0,-1-1 1,0 0-1,0 0 1,0 0-1,-1 0 0,0-1 1,0 1-1,-1-1 1,1 0-1,-1 0 0,-1 0 1,0 0-1,0 0 1,0 0-1,-1 0 0,0-6-25,1 1 8,-1 0 0,0-1 0,-1 1-1,0 0 1,-1 0 0,-1 0 0,1 0-1,-2 0 1,0 1 0,0-1 0,-1 1-1,-1 0 1,0 0 0,0 1 0,-1 0-1,0 0 1,-7-6-8,8 10-16,-1 0 1,0 1-1,0 0 0,-1 1 0,1-1 0,-1 2 1,0-1-1,0 1 0,0 0 0,-1 0 1,1 1-1,-1 0 0,1 1 0,-1 0 1,0 0-1,1 1 0,-1 0 0,0 1 1,0 0-1,1 0 0,-1 0 0,-3 2 16,10-2-79,0 0 0,0 0 0,1 1 0,-1-1 0,0 0-1,0 1 1,1-1 0,-1 1 0,1-1 0,0 1 0,-1 0 0,1-1-1,0 1 1,0 0 0,0 0 0,0 0 0,0 0 0,0 0 0,1 0-1,-1 0 1,1 0 0,-1 1 0,1-1 0,0 0 0,0 0 0,0 0-1,0 0 1,0 1 0,0-1 0,1 0 0,-1 0 0,1 0 0,0 0-1,-1 0 1,1 0 0,0 0 0,0 0 0,0 0 0,0 0 0,1 0 79,39 41-6191,5-23-2211</inkml:trace>
  <inkml:trace contextRef="#ctx0" brushRef="#br0" timeOffset="481.252">1476 1 15875,'0'0'2081,"0"0"-1082,-23 2-55,-72 9 715,84-8-1491,0-1 1,0 1 0,1 1-1,-1 0 1,1 0-1,0 1 1,0 0-1,0 1 1,1 0-1,-1 1 1,2-1 0,-1 2-1,-4 4-168,13-10-3,-1-1-1,1 1 0,0 0 1,0-1-1,0 1 1,0-1-1,0 1 1,0-1-1,1 1 1,-1-1-1,0 1 1,1-1-1,-1 1 0,1-1 1,0 1-1,-1-1 1,1 1-1,0-1 1,0 0-1,0 0 1,0 1-1,0-1 1,0 0-1,0 0 0,0 0 1,1 0-1,-1 0 1,0 0-1,1 0 1,-1-1-1,0 1 1,1 0-1,-1-1 0,1 1 1,-1-1-1,1 0 1,0 1-1,-1-1 1,1 0-1,-1 0 1,1 0-1,-1 0 1,1 0-1,1-1 4,-1 2-20,80 24-252,-46-16 189,-1 2 0,1 1-1,-2 1 1,0 2 0,-1 2 0,0 0 0,-1 3 0,8 7 83,-37-25 16,-1 0 0,1-1 0,-1 1 0,0 0 1,0 0-1,0 0 0,0 0 0,0 1 0,-1-1 1,1 1-1,-1-1 0,1 1 0,-1-1 0,0 1 1,0-1-1,0 1 0,0 0 0,-1 0 0,1 0 1,-1-1-1,0 1 0,0 0 0,0 0 1,0 0-1,0 0 0,0 0 0,-1 0 0,1-1 1,-1 1-1,0 0 0,0 0 0,0-1 0,0 1 1,0-1-1,-1 1 0,1-1 0,-1 1 0,0-1 1,0 0-1,0 0 0,0 0 0,0 0 0,0 0 1,0 0-1,0 0 0,-1-1-16,-122 66 1878,91-56-1796,-1-1 0,0-1 0,0-3 0,-1-1 0,0-1 0,-19-1-82,64-7-7607,11-8-2239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59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154 216 17900,'0'0'3179,"0"0"-2101,0 0-874,0 0 16,0 0 315,0 0 158,14 11-360,77 57-44,-88-83-855,-6 9 538,0 2-1,-1-1 1,1 0-1,-1 1 1,0-1-1,0 1 1,0 0-1,-1 0 1,0 1-1,1-1 1,-1 1-1,0 0 1,-1 1-1,1-1 1,0 1 0,-1 0-1,1 0 1,-1 0-1,0 1 1,0 0-1,0 0 1,1 1-1,-1 0 1,0 0-1,0 0 1,0 0-1,0 1 1,1 0-1,-1 0 1,0 1-1,0 0 1,1 0 0,0 0-1,-1 1 1,1-1-1,0 1 1,0 0-1,0 1 1,0-1-1,1 1 1,0 0-1,-1 0 1,-2 5 28,1 0 34,1-1 1,1 2 0,-1-1-1,2 0 1,-1 1-1,1 0 1,1 0 0,0 0-1,0 0 1,1 0-1,0 0 1,1 0 0,0 0-1,0 0 1,1 1 0,1-1-1,0 0 1,0 0-1,1-1 1,0 1 0,0 0-1,1-1 1,1 0-1,-1 0 1,2 0 0,-1 0-1,1-1 1,0 0-1,1 0 1,0-1 0,0 0-1,1 0 1,0 0-1,0-1 1,0-1 0,1 1-1,0-1 1,4 1-35,1 0 6,0-1 1,1 0-1,-1-1 1,1-1-1,0 0 1,0-1-1,0-1 1,0 0 0,0-1-1,0 0 1,1-2-1,-1 0 1,-1 0-1,14-5-6,-20 5 4,-1 0 1,0-1-1,1 0 0,-1 0 0,-1-1 0,1 0 1,0 0-1,-1-1 0,0 0 0,0 0 0,0 0 1,-1 0-1,0-1 0,0 0 0,0 0 1,-1-1-1,1 1 0,-2-1 0,1 0 0,-1 0 1,0 0-1,0-1 0,-1 1 0,0-1 0,-1 1 1,1-1-1,-1 0 0,-1 0 0,1 0-4,-1-62 300,-7 85 311,5-9-604,1 0 0,0 0 0,0 0 1,0 0-1,1 0 0,0 1 0,0-1 0,1 0 0,0 0 1,0 0-1,0 0 0,0 0 0,1 0 0,0 0 0,1-1 0,-1 1 1,1-1-1,0 1 0,1-1 0,-1 0 0,1 0 0,0-1 0,0 1 1,0-1-1,1 0 0,-1 0 0,1 0 0,0 0 0,0-1 1,1 0-1,-1 0 0,1 0 0,-1-1 0,1 0 0,0 0 0,3 0-7,-3 0 9,0-1 0,1 0-1,-1 0 1,0-1 0,1 0 0,-1 0-1,0 0 1,0-1 0,1 0-1,-1 0 1,0 0 0,0-1-1,0 0 1,0 0 0,0-1-1,-1 1 1,1-1 0,-1-1-1,0 1 1,1-1 0,-2 0 0,1 0-1,0 0 1,-1-1 0,0 1-1,0-1 1,0 0 0,0-1-1,-1 1 1,0 0 0,0-1-1,-1 0 1,1 0 0,-1 0-1,0 0 1,-1 0 0,1-4-9,0 3-5,-1 0 0,0-1 0,0 1 0,-1-1 0,0 1 0,0-1 0,0 1 0,-1-1 0,0 1 0,-1-1 0,0 1 0,0 0 0,-1 0 0,1 0 0,-1 0 0,-1 0 0,0 0 0,0 1 0,0 0 0,0 0 0,-1 0 0,0 0 0,0 1 0,-1 0 0,0 0 0,0 0 1,0 1-1,0 0 0,-1 0 0,1 0 0,-1 1 0,0 0 0,0 0 0,0 1 0,0 0 0,-1 0 0,-5 0 5,8 1-9,1-1 1,-1 1 0,0 1 0,1-1-1,-1 1 1,0 0 0,0 0-1,1 0 1,-1 0 0,0 1-1,0 0 1,1 0 0,-1 0-1,0 1 1,1 0 0,0-1 0,-1 2-1,1-1 1,0 0 0,0 1-1,0 0 1,0 0 0,1 0-1,-1 0 1,1 1 0,0-1-1,0 1 1,0 0 0,0 0-1,1 0 1,-1 0 0,1 0 0,0 0-1,0 1 1,1-1 0,-1 1-1,1 0 1,0-1 0,0 3 8,2-4-110,-1-1 0,1 0 1,0 0-1,0 1 0,0-1 1,0 0-1,0 0 0,1 0 1,-1 0-1,1-1 0,-1 1 1,1 0-1,0 0 0,-1-1 1,1 1-1,0-1 0,0 0 1,0 0-1,0 1 0,0-1 0,1 0 1,-1-1-1,0 1 0,0 0 1,1-1-1,-1 1 0,0-1 1,1 0-1,1 0 110,50 8-5558,-49-7 4624,54 0-10151</inkml:trace>
  <inkml:trace contextRef="#ctx0" brushRef="#br0" timeOffset="447.477">1266 0 9946,'0'0'1508,"0"0"2785,-28 4-2154,-90 15-1200,108-17-679,1 0-1,-1 0 0,1 1 0,0 1 1,0-1-1,0 2 0,0-1 0,1 1 1,-1 0-1,1 1 0,1 0 0,-1 0 0,1 1 1,0 0-1,0 0 0,1 1 0,0-1 1,-4 8-260,9-13 12,-1 0 1,1-1-1,0 1 1,0 0-1,0 1 1,0-1-1,0 0 1,0 0-1,0 0 1,0 1-1,1-1 1,0 0-1,-1 0 1,1 1-1,0-1 1,0 0-1,0 1 1,0-1-1,0 0 1,1 1-1,-1-1 1,1 0-1,0 1 1,-1-1-1,1 0 1,0 0-1,0 0 1,1 0-1,-1 0 1,0 0-1,1 0 1,-1 0-1,1-1 1,-1 1-1,1 0 1,0-1-1,0 1 1,-1-1-1,1 0 1,0 0-1,1 1 1,-1-1-1,2 0-12,137 16-119,-124-18 47,-1 2 0,1-1 0,0 2 0,-1 0 0,1 1 0,-1 1 0,0 0 0,0 1 0,0 1 0,-1 0 0,0 1 0,3 3 72,-14-7 30,-1 0 1,0 1-1,0 0 0,0-1 0,0 1 0,0 0 1,-1 0-1,1 1 0,-1-1 0,0 0 0,-1 1 1,1 0-1,-1-1 0,0 1 0,0 0 0,0-1 1,-1 1-1,1 0 0,-1 0 0,0 0 0,-1-1 1,1 1-1,-1 0 0,0 0 0,0-1 0,-1 1 1,1 0-1,-1-1 0,0 0 0,0 1 0,0-1 1,-1 0-1,0 0 0,0 0 0,0 0 0,0-1 1,0 1-1,-1-1 0,1 0 0,-1 0 0,0 0 1,0 0-1,0-1 0,0 0 0,-4 2-30,-15 6 92,-1-1 0,0 0 0,0-2 0,-1-1 0,0-1 0,0-1-1,0-1 1,0-1 0,-1-2 0,-24-2-92,17-2-1093,15-9-5762,17 6-2295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5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0 6105,'0'0'1641,"-22"29"1917,-169 257-636,152-218-2037,4 1 0,3 2 0,2 1 0,4 2 0,4 0 0,2 1-1,4 2 1,3-1 0,4 1 0,2 1 0,5 0 0,3 28-885,8-63 287,1-1 0,1 0 0,3 0 0,2-1-1,1-1 1,2-1 0,2 0 0,1-2 0,2 0 0,2-2-1,1 0 1,1-2 0,10 6-287,-36-34-51,1-1-1,0 1 1,0-1 0,1 0-1,-1 0 1,1 0 0,0-1-1,0 1 1,0-1 0,0 0-1,1 0 1,-1 0 0,1-1-1,0 1 1,-1-1 0,1 0-1,0-1 1,1 1 0,-1-1-1,0 0 1,0 0 0,0-1-1,1 1 1,-1-1 0,0-1-1,1 1 1,-1-1-1,0 1 1,0-1 0,1-1-1,-1 1 1,0-1 0,0 0-1,-1 0 1,1-1 0,0 1-1,-1-1 1,2-1 51,52-117-12538,-55 113 11144,10-40-7064</inkml:trace>
  <inkml:trace contextRef="#ctx0" brushRef="#br0" timeOffset="503.834">535 985 7330,'0'0'1197,"0"0"3732,0 0-2204,0 0-1438,0 0-570,0 0 334,-5 0 743,123 3 2406,84 3-3950,-88-6 76,-114 0-314,0 0 16,0 0-68,-38 0-1042,31 0-450,3 0-2855,4 0-1519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0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7 6449,'0'0'3277,"0"0"435,0 0-1193,-5 26-882,-26 166 563,42-21 27,-9-166-2209,-1 1-1,1-1 0,0 1 0,1-1 1,-1 0-1,1 0 0,0 0 0,0 0 1,0-1-1,1 1 0,0-1 1,0 0-1,0 0 0,0 0 0,1 0 1,-1-1-1,1 1 0,0-1 0,0-1 1,0 1-1,1-1 0,-1 0 0,1 0 1,-1 0-1,1-1 0,-1 0 1,1 0-1,1 0-17,2-1 29,0 1 0,0-2 0,0 1 0,-1-1 1,1-1-1,0 1 0,0-1 0,-1-1 0,1 0 0,-1 0 0,0-1 0,0 0 1,0 0-1,-1-1 0,1 1 0,-1-2 0,0 1 0,-1-1 0,1 0 1,-1-1-1,0 0 0,-1 1 0,1-2 0,-1 1 0,-1-1 0,0 1 1,0-1-1,0-1 0,-1 1 0,0 0 0,-1-1 0,1 0 0,-2 1-29,5-12-35,-1 0-1,-1 0 1,0 0-1,-2-1 1,-1 1 0,0 0-1,-1-1 1,-2 1-1,0-1 1,-3-13 35,3 29-6,-1-1 1,1 0 0,-1 1-1,0 0 1,0 0 0,-1 0 0,1 0-1,-1 0 1,-1 1 0,1-1-1,0 1 1,-1 0 0,0 1-1,0-1 1,0 1 0,0 0-1,-1 0 1,1 1 0,-1-1 0,0 1-1,1 0 1,-1 1 0,0 0-1,0 0 1,0 0 0,0 0-1,0 1 1,0 0 0,0 0 0,-1 1-1,1 0 1,0 0 0,1 0-1,-1 1 1,0-1 0,0 2-1,1-1 1,-1 1 0,-4 2 5,-1 4-35,1 0 0,0 0 1,1 1-1,0 0 0,1 0 0,0 1 0,1 1 1,0-1-1,0 1 0,2 0 0,-1 0 1,1 1-1,1 0 0,1 0 0,-1 0 0,2 0 1,0 0-1,0 8 35,13 64-2746,37-18-3311,-6-40-1186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0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44 7218,'0'0'7117,"0"0"-4308,0 0-1673,0 0 39,0 0 460,0 0-246,-7-10-780,0-1-547,-14-12 46,12 64 178,12-6 32,2 1 1,1 0 0,2-1-1,2 0 1,1-1-1,1 0 1,2-1 0,7 11-319,-5-7 254,8 19 5,134 383 1333,-148-401-1424,-2 0 0,-2 1-1,-1-1 1,-3 1 0,0 0-1,-3 0 1,-1 0-1,-2-1 1,-2 1 0,-1-1-1,-4 7-167,-13 24 20,-4-1 0,-2-1 0,-3-2 0,-3-1 0,-3-1 0,-3-3 0,-5 3-20,30-33-1568,35-39-8627,2-15-2175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7:57.50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202 136 6129,'0'0'772,"0"0"302,0 0 2224,0 0-1316,0 0-947,0 0-474,-4 2 3,4-2-466,-1 0-1,1 0 1,-1 0-1,1 0 1,-1 1 0,1-1-1,-1 0 1,1 0-1,-1 1 1,1-1-1,-1 0 1,1 1-1,-1-1 1,1 0-1,0 1 1,-1-1-1,1 1 1,0-1 0,-1 0-1,1 1 1,0-1-1,0 1 1,-1-1-1,1 1 1,0-1-1,0 1 1,0-1-1,-1 1 1,1 0 0,0-1-1,0 1 1,0-1-1,0 1 1,0-1-1,0 1 1,0-1-1,1 1 1,-1-1-1,0 1 1,0 0-1,0-1 1,0 1 0,1-1-1,-1 1 1,0-1-1,0 0 1,1 1-1,-1-1 1,0 1-1,1-1 1,-1 1-1,1-1 1,-1 0-1,1 1 1,-1-1 0,0 0-1,1 1 1,-1-1-1,1 0 1,-1 0-1,1 0 1,-1 1-1,1-1 1,0 0-1,-1 0 1,1 0-1,-1 0 1,1 0 0,-1 0-1,1 0-97,23 6 43,351 11 2039,-257-18-1890,-87-1 27,-47 1 398,-31 10-813,76-7-2587,8-2-1541,6-4-1774</inkml:trace>
  <inkml:trace contextRef="#ctx0" brushRef="#br1" timeOffset="7620.677">98 0 3913,'0'0'2402,"0"0"-831,0 0 1639,0 0-1605,0 0-775,0 0 403,-10 6 345,-32 16-214,56-20 4815,58 4-5423,515 40 886,-659-47-1411,-52-19-85,-1-2 328,0 6-1,-111 0-473,234 17-2,0-1 1,0 1-1,0 1 0,0-1 0,0 0 0,0 1 0,0-1 0,0 1 1,0-1-1,1 1 0,-1 0 0,0 0 0,1-1 0,0 1 1,-1 0-1,1 1 0,0-1 0,0 0 0,0 0 0,0 0 0,1 1 1,-1-1-1,1 0 0,-1 1 0,1-1 0,0 0 0,0 1 1,0-1-1,0 1 0,0-1 0,0 0 0,1 1 0,-1-1 0,1 0 1,0 1-1,0-1 0,-1 0 0,2 0 0,-1 1 2,114 32 79,-107-34-70,99 4 80,0-3 0,0-6 0,0-4 0,-1-5-1,34-11-88,-263 37 776,13 5-650,-1-6-1,0-4 1,-29-6-126,139-2 28,1 0-104,0 0-4,35 10-142,47 6 262,2-4 1,0-3-1,0-4 0,79-5-40,-122 0 9,-41 0 37,0 0-39,-12 0 44,-458 5 267,357-4-223,113-1-158,0 0-29,18 1-53,43 8 161,0-3 0,1-3 0,-1-2 0,1-3 0,-1-3 0,1-2 0,-1-3 0,37-12-16,-192 17 389,-296 18-373,292-8-17,688-3-164,-895-13-2927,248 8-2602,19-5-5454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09.02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303 285 1824,'0'0'9421,"0"0"-4788,0 0-2867,0 0-921,0 0-258,-22 25-19,4-5-348,8-12-105,1 1-1,1 1 1,-1 0-1,1 0 1,1 0-1,0 1 1,1 0-1,0 1 1,0-1-1,1 1 1,1 0 0,0 1-1,0-1 1,2 1-1,-1-1 1,1 4-115,0-6 58,0 1 0,0 0 0,1-1 0,0 1 0,1 0 1,0 0-1,0 0 0,2-1 0,-1 1 0,1 0 1,1-1-1,0 1 0,0-1 0,1 0 0,0 0 0,1 0 1,0 0-1,1-1 0,0 0 0,0 0 0,1-1 0,0 0 1,1 0-1,-1 0 0,1-1 0,1 0 0,0-1 0,0 0 1,0 0-1,0-1 0,1 0 0,0 0 0,0-1 0,4 0-58,7-3 53,-1-2-1,1-1 0,-1 0 0,0-2 0,0 0 1,0-1-1,0-1 0,-1-1 0,1-1 1,-2 0-1,1-2 0,-2 0 0,1-1 0,-1 0 1,-1-2-1,0 0 0,-1 0 0,0-2 1,-1 0-1,-1 0 0,0-2 0,-1 1 0,-1-2 1,0 1-1,-2-2 0,6-13-52,-6 20 35,-1-1 1,-1 0-1,0 0 1,0-1-1,-2 0 0,1 0 1,-2 0-1,0-1 1,-1 0-1,0 1 0,-1-1 1,-1 0-1,0 0 0,-1 0 1,-1 0-1,0 0 1,-1 0-1,-1 0 0,0 0 1,-1 1-1,-1 0 1,0 0-1,0 0 0,-2 0 1,0 1-1,0 0 1,-1 0-1,-1 1 0,0 0 1,-1 0-1,0 1 1,-1 1-1,0 0 0,0 0 1,-1 1-1,0 0 1,-1 1-1,0 1 0,-12-6-35,11 9 77,1 1-1,-1 0 0,0 0 0,0 2 1,-1 0-1,1 0 0,0 1 1,0 1-1,-1 1 0,1 0 0,0 0 1,1 1-1,-1 1 0,0 1 0,1 0 1,0 0-1,0 2 0,1-1 1,-1 2-1,1-1 0,1 2 0,-2 1-76,-18 16 73,2 1 0,1 2 0,1 1 0,1 0 0,2 2 0,1 1 0,-1 6-73,9-19 95,1 1 1,1 1-1,0 0 0,2 0 1,1 1-1,1 0 1,0 1-1,2 0 0,1 1 1,1-1-1,1 1 1,1 0-1,1 22-95,6-37 6,0 0 1,1 0-1,0 0 0,1 0 0,0-1 1,1 0-1,0 0 0,0-1 0,1 0 1,0 0-1,0 0 0,1-1 1,0-1-1,0 1 0,0-2 0,1 1 1,0-1-1,0-1 0,0 1 0,1-2 1,0 0-1,0 0 0,-1-1 0,1 0 1,1-1-1,-1 0 0,0 0 1,0-2-1,0 1 0,9-3-6,5 1-13,1-2 1,-1 0-1,1-2 0,-1-1 1,-1-1-1,0-1 0,0-1 1,0-1-1,-2-1 0,1-1 1,-2-1-1,0-1 0,0-1 1,-1-1-1,-1 0 0,-1-2 1,-1 0-1,-1-1 0,0 0 1,-1-2-1,-1 0 0,9-21 13,-17 33-19,-1 0-1,1 0 1,-2-1 0,0 0-1,0 0 1,-1 0-1,0 0 1,-1-1-1,0 1 1,-1-1-1,0 1 1,-1-1 0,0 0-1,-1 1 1,-1-1-1,1 1 1,-2-1-1,1 1 1,-2 0-1,0 0 1,0 0-1,-1 1 1,0-1 0,0 1-1,-1 0 1,-1 1-1,0-1 1,0 1-1,-1 0 1,0 1-1,0 0 1,-1 1 0,0-1-1,-1 1 1,1 1-1,-8-3 20,4 4-4,0 0-1,0 1 1,0 1 0,-1 0-1,1 1 1,-1 1-1,0 0 1,0 0 0,1 2-1,-1 0 1,0 0-1,1 1 1,-1 1 0,1 0-1,-1 1 1,1 0-1,1 1 1,-1 1 0,1 0-1,-1 1 1,2 0-1,-1 0 1,1 2 0,0-1-1,-4 6 5,-14 13 53,2 1-1,0 1 0,2 1 1,2 1-1,1 1 1,1 1-1,2 1 1,-3 9-53,6-11 105,2 1 0,1 0 1,1 0-1,2 1 0,2 1 1,-4 34-106,10-63 9,1-1-1,0 0 1,0 1 0,1-1 0,-1 1-1,1-1 1,1 1 0,-1-1 0,1 1-1,0-1 1,0 1 0,0-1 0,1 0 0,0 0-1,0 0 1,0 0 0,1 0 0,-1 0-1,1 0 1,0-1 0,1 1 0,-1-1 0,1 0-1,0 0 1,0 0 0,0-1 0,0 1-1,1-1 1,0 0 0,-1 0 0,5 1-9,13 2 8,-1-1 0,1-1 1,0-1-1,0-1 0,1-1 0,-1 0 1,0-2-1,0-1 0,0-1 0,0 0 0,0-2 1,0 0-1,-1-2 0,0 0 0,-1-2 1,1 0-1,-2-1 0,1-1 0,-1-1 1,-1 0-1,0-2 0,7-8-8,6 1 4,-2-2 0,-1-1-1,-1-1 1,-2-2 0,0 0-1,-2-2 1,13-19-4,-29 37-1,0 0 1,0-1 0,-1 0-1,0 0 1,-1 0 0,0-1-1,-1 0 1,-1 1-1,0-2 1,-1 1 0,0 0-1,-1 0 1,0-1 0,-1 1-1,-1 0 1,0-1-1,-1 1 1,0 0 0,-1 0-1,0 0 1,-1 0 0,-5-10 0,-4 6 18,0 0 0,-1 1 0,-1 1 0,-1 0 0,0 1 1,-1 0-1,0 1 0,-1 1 0,0 1 0,-1 1 1,0 0-1,-1 2 0,0 0 0,0 1 0,-1 1 1,0 1-1,0 1 0,0 1 0,0 0 0,-1 2 1,1 0-1,-1 2 0,1 0 0,-1 2 0,-8 1-18,16-2 3,-1 1-1,1 0 0,0 1 1,0 0-1,0 1 0,0 1 1,1 0-1,0 1 1,0 1-1,1-1 0,0 2 1,0 0-1,1 0 0,0 1 1,1 1-1,0-1 1,0 2-1,1-1 0,1 1 1,0 1-1,1 0 0,0 0 1,1 0-1,0 1 1,1-1-1,1 1 0,-2 10-2,5-15-62,0 0 0,1 1-1,0-1 1,1 0-1,0 1 1,0-1 0,1 0-1,0 0 1,1 0 0,0 0-1,0 0 1,1 0 0,0-1-1,1 0 1,0 0 0,0 0-1,0 0 1,1-1-1,1 0 1,2 3 62,96 77-3908,-8-31-4498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10.30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315 196 6305,'0'0'8047,"0"0"-4983,-8 28-1283,-44 197 1417,47 24-613,5-243-2556,0 0 0,0 0 0,1-1 0,-1 1 0,1 0 0,1-1 0,-1 1 0,1-1 0,0 1 0,0-1 0,1 0 0,-1 0 0,1 0 0,0 0 0,1 0 0,-1-1 0,1 0 0,0 1 0,0-1 0,0 0 0,1-1 1,-1 1-1,1-1 0,0 0 0,0 0 0,0-1 0,0 1 0,1-1 0,-1 0 0,1 0 0,-1-1 0,1 0 0,0 0 0,-1 0 0,1-1 0,0 0 0,-1 0 0,1 0 0,0 0 0,0-1 0,-1 0 0,2-1-29,7-4 39,0-1 0,-1 0 0,0-1 0,0-1 0,-1 0 0,0-1 0,-1 0 0,0 0 0,0-1 0,-1-1 0,-1 0 0,0 0 0,0-1 0,-1 0 0,-1-1 0,0 1 0,-1-1 0,-1-1 0,0 1 0,-1-1 0,0 0 0,-1 0 0,-1 0 0,-1 0 0,1-8-39,0 6 11,0 1-1,0 0 1,-2-1 0,0 1 0,-1-1 0,0 1-1,-2 0 1,1-1 0,-2 1 0,-1 1 0,0-1-1,0 1 1,-2-1 0,0 1 0,0 1 0,-2 0 0,0 0-1,0 1 1,-1 0 0,-1 0 0,0 1 0,-1 0-1,0 1 1,-1 1 0,0 0 0,-1 1 0,1 0-1,-2 1 1,-14-7-11,18 11 27,0 0-1,-1 1 0,1 0 1,-1 0-1,0 1 0,0 1 1,1 0-1,-1 1 0,0 0 1,0 0-1,0 2 0,0-1 1,1 1-1,-1 1 0,1 0 1,-1 1-1,1 0 1,0 1-1,1 0 0,-1 1 1,1 0-1,0 0 0,0 1 1,1 0-1,0 1 0,0 0 1,1 1-1,0 0 0,-4 6-26,1-1 34,2 1-1,0 0 1,0 0 0,1 1-1,1 0 1,1 0-1,0 1 1,2 0-1,-1 0 1,2 0-1,0 0 1,2 1-1,-1 7-33,2-16 4,1 0-1,0 0 0,0-1 1,1 1-1,0 0 0,0 0 1,1-1-1,0 1 0,1-1 1,0 0-1,0 0 0,1 0 1,-1-1-1,2 1 0,-1-1 1,1 0-1,0-1 0,1 0 1,0 0-1,0 0 0,0 0 1,0-1-1,1-1 0,0 1 1,0-1-1,0 0 0,0-1 1,1 0-1,0 0 0,-1-1 1,1 0-1,8 0-3,11 4 1,0-1 1,0-2-1,0-1 0,1-1 1,-1-1-1,1-2 0,-1 0 1,0-2-1,0-2 0,0 0 1,-1-2-1,0 0 0,0-2 1,-1-2-1,0 0 1,-1-1-1,-1-2 0,21-15-1,-38 24-2,1-1-1,-1 1 1,0-2-1,0 1 1,-1-1-1,0 0 1,-1 0-1,1-1 1,-2 1-1,1-1 1,-1-1-1,0 1 1,-1 0-1,0-1 1,-1 0 0,0 1-1,-1-1 1,1 0-1,-2 0 1,0 0-1,0 0 1,0 0-1,-1 0 1,-1 0-1,0 1 1,0-1-1,-1 0 1,0 1-1,-1-1 1,0 1-1,0 0 1,-1 1-1,0-1 1,-1 1-1,-2-4 3,-7-5-7,-1 0 0,-1 1 0,0 0 0,-1 2-1,0 0 1,-1 1 0,-1 0 0,0 2 0,-1 1-1,0 0 1,-1 1 0,0 2 0,0 0 0,0 1-1,-1 1 1,0 2 0,0 0 0,0 1 0,0 1-1,-9 2 8,24-1 14,0 0-1,0 0 0,1 1 0,-1 0 1,0 0-1,0 1 0,1 0 0,-1 1 1,1-1-1,0 1 0,0 1 1,0-1-1,0 1 0,0 1 0,1-1 1,0 1-1,0 0 0,0 0 0,1 1 1,-1 0-1,1 0 0,0 0 0,1 0 1,0 1-1,0 0 0,0 0 0,1 0 1,0 0-1,0 1 0,1-1 0,0 1 1,0-1-1,1 1 0,0 5-13,0 0 7,1 1-1,0 0 0,1-1 1,1 1-1,0-1 0,1 1 1,0-1-1,1 0 1,1 0-1,0 0 0,1-1 1,0 0-1,1 0 0,0 0 1,1-1-1,0 0 1,1 0-1,0-1 0,0 0 1,1-1-1,1 0 0,-1 0 1,2-1-1,-1-1 0,1 0 1,0-1-1,0 0 1,1 0-1,0-1 0,0-1 1,0-1-1,0 1 0,1-2 1,-1 0-1,1-1 1,0 0-7,5 3 4,0-1 0,0-2 0,0 1 0,0-2 0,0-1 0,0 0 1,0-1-1,0-1 0,-1-1 0,1-1 0,-1 0 0,0-1 0,0-1 0,-1-1 1,0-1-1,0 0 0,-1-1 0,0-1 0,-1 0 0,1-2-4,-12 8-3,0 1-1,0-1 0,-1 0 0,1 0 1,-1 0-1,-1-1 0,1 1 0,-1-1 1,0 1-1,0-1 0,0 0 0,-1 0 1,0 0-1,0 0 0,-1 0 0,1 0 1,-1 0-1,-1 0 0,1 0 0,-1 0 1,0 0-1,0 0 0,-1 0 0,0 1 1,0-1-1,0 0 0,-1 1 0,1 0 1,-1-1-1,-1 1 0,1 0 1,-1 1-1,0-1 0,0 0 0,0 1 1,-1 0 3,-6-7-12,1 1 0,-1 1 0,-1 0 0,0 0 0,0 1 0,-1 1 0,0 0 0,0 1 0,0 0 1,-1 1-1,0 0 0,0 2 0,0-1 0,-8 1 12,22 3 0,-4-2-55,0 1 0,-1 0 1,1 0-1,0 1 0,0-1 1,0 1-1,0 0 0,-1 0 1,1 1-1,0-1 0,0 1 1,0 0-1,0 0 0,0 0 1,0 0-1,0 1 0,0 0 1,0-1-1,1 1 0,-1 1 1,1-1-1,-1 1 0,1-1 1,0 1-1,0 0 0,0 0 1,0 0-1,1 0 0,-1 1 1,0 1 54,-15 66-3363,13-20-2758,4 4-6107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18.026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565 192 5449,'0'0'1403,"0"0"-27,0 0 2343,0 0-1343,0 0-758,0 0-239,-14-13-315,-47-39 211,56 49-1184,1 0 1,0 1-1,-1 0 1,1 0 0,-1 0-1,0 0 1,0 1-1,0 0 1,0 0-1,0 0 1,0 1-1,0 0 1,0-1-1,0 2 1,0-1 0,0 1-1,0-1 1,0 1-1,1 1 1,-1-1-1,0 1 1,0 0-1,1 0 1,-1 0-1,-2 2-91,-8 10 36,0 0 0,2 1 0,0 1 0,0 0-1,1 0 1,2 2 0,-1-1 0,2 1 0,0 0-1,1 1 1,1 0 0,1 1 0,1-1 0,1 1-1,0 0 1,1 0 0,1 0 0,1 1 0,2 11-36,7 116 258,-7-143-253,1 0 0,0 0 1,0-1-1,0 1 0,1-1 0,-1 1 0,1-1 0,0 0 0,1 0 0,-1 0 0,0-1 0,1 1 0,0-1 1,0 0-1,0 0 0,0 0 0,1 0 0,-1-1 0,1 1 0,-1-1 0,1-1 0,0 1 0,0-1 1,0 1-1,0-1 0,0-1 0,0 1 0,0-1-5,16-2 19,1 0 1,-1-2-1,0 0 1,-1-2-1,1 0 1,-1-1-1,0-1 0,-1-1 1,0-1-1,0 0 1,-1-2-1,0 0 1,-1-1-1,0 0 0,-2-2 1,1 0-1,-2 0 1,0-2-1,-1 1 1,0-2-1,7-15-19,-12 24-13,0-1-1,-1-1 1,0 1-1,-1-1 1,0 0-1,0-1 1,-2 1 0,1-1-1,-1 0 1,-1-1-1,0 1 1,-1 0-1,0-1 1,-1 1-1,-1-1 1,0 0 0,0 1-1,-1-1 1,-1 1-1,0-1 1,-1 1-1,0 0 1,-1 0 0,0 0-1,-1 0 1,0 1-1,-7-11 14,1 12 51,0 0 1,-1 1-1,0 1 0,0 0 0,-1 1 0,0 0 1,0 1-1,-1 0 0,1 1 0,-1 0 0,0 2 1,-1-1-1,1 2 0,-1 0 0,1 1 0,-1 0 1,1 1-1,-1 0 0,0 2 0,1 0 0,-1 0 1,1 1-1,0 1 0,0 0 0,0 1 1,1 1-1,-1 0 0,-8 6-51,6 1 40,1 2 1,0-1-1,1 2 1,1 0-1,0 1 0,2 0 1,-1 1-1,2 0 1,1 0-1,0 1 1,1 1-1,1-1 1,1 1-1,1 0 0,0 1 1,2 0-1,0-1 1,1 1-1,2 0 1,0 0-1,1 0 0,3 13-40,-4-30 2,1 1-1,0-1 0,0 0 0,1 0 0,-1 0 1,1 0-1,0 0 0,0 0 0,0 0 1,1-1-1,-1 1 0,1-1 0,0 1 0,0-1 1,0 0-1,0 0 0,1-1 0,-1 1 0,1-1 1,0 1-1,0-1 0,-1 0 0,1-1 0,1 1 1,-1-1-1,0 1 0,0-1 0,0 0 1,1-1-1,0 1-1,135-7 34,-106-4-126,0-1 0,-2-2 0,1-2 1,-2 0-1,0-2 0,-1-2 0,0 0 0,-2-2 0,23-23 92,-43 39-47,0 0-1,-1-1 0,0 0 1,0 0-1,0-1 1,-1 0-1,0 0 0,0-1 1,-1 1-1,0-1 0,0 0 1,-1-1-1,0 1 1,-1-1-1,0 0 0,0 0 1,-1 0-1,0 0 0,0 0 1,-1 0-1,0-1 1,-1 1-1,0 0 0,0-1 1,-1 1-1,-1 0 0,1-1 1,-1 1-1,-1 0 1,0 0-1,-3-6 48,-11 0 49,-2 1 1,0 0-1,0 2 0,-2 0 1,1 1-1,-1 1 0,-1 1 1,0 1-1,0 1 0,-1 1 1,1 0-1,-1 2 0,-1 1 1,1 1-1,0 1 0,-7 1-49,-1-4 209,-1 2 0,1 2 0,-1 1 0,1 1-1,0 1 1,-28 8-209,48-8 56,1 0 0,0 1-1,0 0 1,0 0-1,0 1 1,1 1 0,0 0-1,0 0 1,0 0-1,1 1 1,0 1 0,0-1-1,1 1 1,0 1-1,1-1 1,-1 1 0,2 0-1,-1 1 1,1-1-1,1 1 1,-3 6-56,-1 11 89,1 0 0,2 0 0,0 0 0,2 0 0,1 1 0,1 0 0,2 11-89,-2-33 1,1 0 0,-1-1 0,1 1 0,1 0 0,-1 0 0,1 0 1,0-1-1,0 1 0,0-1 0,1 1 0,0-1 0,0 1 0,1-1 0,-1 0 0,1 0 1,0 0-1,1 0 0,-1-1 0,1 1 0,0-1 0,0 0 0,0 0 0,0 0 0,1 0 1,0-1-1,-1 0 0,1 0 0,1 0 0,-1-1 0,0 0 0,1 0 0,-1 0 0,1 0 1,-1-1-1,1 0 0,5 0-1,12-1-109,0-2 1,0-1-1,0 0 0,0-2 1,-1-1-1,1 0 1,-1-2-1,-1 0 1,1-2-1,-2 0 0,1-1 1,-2-2-1,1 0 1,-2 0-1,0-2 0,0 0 1,-1-2-1,-1 0 1,12-16 108,-23 28-45,1-1 1,-1 1 0,0-1 0,-1 0 0,0 0 0,1-1-1,-2 1 1,1-1 0,-1 0 0,0 0 0,-1 0 0,1 0-1,-1 0 1,-1-1 0,1 1 0,-1-1 0,-1 1-1,0-1 1,0 1 0,0-1 0,-1 1 0,0-1 0,0 1-1,0 0 1,-1-1 0,-1 1 0,1 0 0,-1 0 0,0 0-1,-1 1 1,0-1 0,-3-5 44,-13-4 102,0 1 0,-1 1 0,-1 0 0,0 2 1,-1 0-1,0 2 0,-1 0 0,0 2 0,0 0 0,-1 2 0,0 1 0,0 1 0,0 1 1,-1 1-1,1 1 0,-11 1-102,32 1 25,-1-1 1,0 0-1,0 1 0,1 0 1,-1 0-1,1 1 1,-1-1-1,1 1 0,-1 0 1,1 0-1,0 0 1,0 1-1,0-1 0,0 1 1,0 0-1,1 0 1,-1 1-1,1-1 0,0 1 1,0-1-1,0 1 1,0 0-1,1 0 0,0 1 1,0-1-1,0 0 1,0 1-1,1-1 0,-2 4-25,-13 140 252,15-136-251,1 0 0,0 0 0,1 0 0,1 0 1,-1 0-1,2 0 0,0-1 0,0 1 0,1-1 0,1 0 0,0 0 1,0 0-1,1-1 0,0 0 0,1 0 0,0 0 0,1-1 0,0 0 1,0-1-1,1 1 0,0-2 0,0 1 0,1-1 0,0-1 0,1 0 0,-1 0 1,1-1-1,0 0 0,0-1 0,0 0 0,1-1 0,0 0 0,-1-1 1,6 0-2,159-18-1430,-160 12 892,0-2 0,-1 0-1,0 0 1,0-2 0,0 0 0,-1 0 0,0-1-1,-1-1 1,7-7 538,-17 15-67,0 0 0,0 0 0,0-1-1,-1 1 1,1-1 0,-1 0 0,1 0-1,-1 0 1,0 0 0,0 0 0,-1-1 0,1 1-1,-1 0 1,1-1 0,-1 1 0,0-1-1,0 0 1,-1 1 0,1-1 0,-1 0 0,0 1-1,0-1 1,0 0 0,0 1 0,0-1-1,-1 0 1,0 1 0,0-1 0,0 0 0,0 1-1,-1 0 1,1-1 0,-1 1 0,-1-3 67,-102-74 2307,76 69-1833,0 2 0,-1 1 1,0 1-1,-1 2 0,0 1 1,1 1-1,-1 1 0,0 2 1,-13 3-475,41-4-1,1 1 1,0 0 0,0 0 0,0 0 0,0 0 0,0 1-1,0-1 1,0 0 0,0 1 0,0 0 0,0-1 0,0 1 0,0 0-1,1 0 1,-1 0 0,0 0 0,0 0 0,1 0 0,-1 1-1,1-1 1,-1 1 0,1-1 0,-1 1 0,1-1 0,0 1 0,0 0-1,0 0 1,0-1 0,0 1 0,0 0 0,0 0 0,1 0-1,-1 0 1,1 0 0,-1 0 0,1 0 0,0 0 0,0 0 0,0 0-1,0 0 1,0 0 0,0 0 0,1 1 0,-1-1 0,1 0 0,-1 0 0,50 87-2374,4-37-2160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19.505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128 106 5265,'0'0'5193,"0"0"-1852,-14 19-1217,6-7-1833,-71 144 2088,70-106-1254,1 0-1,3 0 1,2 1-1,2-1 1,4 34-1125,-3-77 43,1 0 0,0-1 0,1 1 0,-1-1 0,1 1 0,1-1 0,-1 0 0,1 0 1,0 0-1,0 0 0,1 0 0,0 0 0,0-1 0,0 0 0,0 0 0,1 0 0,0 0 0,0-1 0,0 0 0,1 0 0,0 0 0,-1-1 1,1 0-1,0 0 0,1 0 0,-1-1 0,0 0 0,1 0 0,-1 0 0,1-1 0,0 0 0,-1 0 0,1-1 0,0 0 0,0 0 1,-1-1-1,1 1 0,0-2 0,-1 1 0,6-2-43,5-3 27,0 0 0,0-1-1,-1-1 1,0 0 0,-1-1 0,0-1 0,0 0 0,-1-1-1,0-1 1,-1 0 0,-1 0 0,0-2 0,0 0 0,-1 0 0,-1 0-1,-1-2 1,0 1 0,-1-1 0,0 0 0,-1-1 0,-1 0 0,-1 0-1,1-8-26,-3 12 65,-1 0-1,0 0 1,-1-1-1,-1 1 0,0-1 1,-1 1-1,0 0 0,-1-1 1,-1 1-1,0 0 1,-1 0-1,0 1 0,-1-1 1,0 1-1,-1 0 1,0 0-1,-1 0 0,0 1 1,-1 0-1,0 1 1,-1-1-1,0 2 0,-1-1 1,0 1-1,0 1 0,-1 0 1,0 0-1,-1 1 1,1 1-1,-1 0 0,-1 0 1,-10-2-65,15 6 25,0 0-1,0 1 1,0 1 0,-1 0 0,1 0 0,0 0 0,-1 1 0,1 0-1,0 1 1,0 0 0,0 0 0,0 0 0,0 1 0,0 1 0,1-1-1,-1 1 1,1 0 0,0 1 0,1 0 0,-1 0 0,1 0 0,0 1-1,0 0 1,0 0 0,1 1 0,0-1 0,0 1 0,1 0 0,0 1-1,0-1 1,1 1 0,-1-1 0,2 1 0,-1 0 0,1 0 0,0 1-25,-5 12 30,0-1 0,1 1 0,2 1 0,0-1 1,1 1-1,1 0 0,1-1 0,1 1 0,2 13-30,-2-28-3,0 0-1,1 0 0,0-1 1,1 1-1,-1 0 0,1-1 0,1 1 1,-1-1-1,1 0 0,0 0 1,0 0-1,1 0 0,0 0 1,0-1-1,0 0 0,1 0 1,0 0-1,0 0 0,0 0 0,0-1 1,1 0-1,0-1 0,0 1 1,0-1-1,0 0 0,0 0 1,0-1-1,1 0 0,-1 0 0,1 0 1,0-1-1,0 0 4,4 1-25,0-1 1,1 0-1,-1 0 1,0-1-1,0-1 0,1 0 1,-1 0-1,0-1 1,0-1-1,0 0 0,0 0 1,-1-1-1,1 0 1,-1-1-1,0 0 1,0-1-1,0 0 0,-1-1 1,0 1-1,-1-2 1,1 1-1,-1-1 0,-1-1 1,1 1-1,-2-1 1,1-1-1,-1 1 0,0-1 1,-1 0-1,0 0 1,-1-1-1,0 1 0,-1-1 1,1-4 24,-1-5 3,-1 0-1,-1-1 1,-1 1 0,-1-1 0,0 1 0,-2 0-1,0-1 1,-1 1 0,-2 1 0,0-1 0,0 1-1,-2 0 1,0 0 0,-2 1 0,0 0 0,-1 1-1,0 0 1,-2 0 0,0 2 0,-5-5-3,16 17 8,0 0 0,0 1 1,-1-1-1,1 1 0,-1 0 0,0-1 0,1 1 1,-1 0-1,0 0 0,0 1 0,-1-1 1,1 1-1,0 0 0,0-1 0,-1 1 1,1 1-1,-1-1 0,1 0 0,0 1 0,-1 0 1,1 0-1,-1 0 0,1 0 0,-1 0 1,1 1-1,-1 0 0,1 0 0,-1-1 1,1 2-1,0-1 0,0 0 0,-1 1 0,1 0 1,0-1-1,0 1 0,1 0 0,-1 1 1,0-1-1,1 0 0,-1 1 0,0 1-8,-7 19 6,1 0-1,0 0 1,2 1 0,1 0-1,1 1 1,1-1-1,2 1 1,0 0-1,1 0 1,2 0 0,1 5-6,-4-23-6,1 1 0,0-1 0,1 1 0,0-1 1,0 1-1,1 0 0,-1-1 0,2 1 0,-1-1 1,1 1-1,0-1 0,1 0 0,0 0 0,0 0 1,0 0-1,1 0 0,0-1 0,0 1 0,1-1 1,0 0-1,0-1 0,0 1 0,1-1 1,-1 0-1,1 0 0,1-1 0,-1 1 0,0-2 1,2 2 5,3-4-2,-1 0 0,1-1 0,-1 0 0,1-1 0,-1 0 1,1 0-1,-1-1 0,0 0 0,0-1 0,1 0 1,-2-1-1,1 0 0,0-1 0,-1 0 0,0 0 0,0-1 1,-1 0-1,1 0 0,-1-1 0,-1-1 0,1 1 1,-1-1-1,0 0 0,-1 0 0,0-1 0,-1 0 0,1 0 1,-2-1-1,1 1 0,-1-1 0,-1 0 0,0 0 1,0 0-1,-1 0 0,0-1 0,-1 1 0,0-1 0,-1 1 1,0-1-1,0 1 0,-1-1 0,-1 1 0,0-1 1,-1-4 1,-1 7 23,-1 0 0,0 0 0,0 1 1,0 0-1,-1 0 0,1 1 1,-2-1-1,1 1 0,-1 0 1,0 1-1,0 0 0,-1 0 1,1 0-1,-1 1 0,0 0 1,0 1-1,-1-1 0,1 2 1,-1-1-1,1 1 0,-1 1 1,0-1-1,0 1 0,0 1 1,1 0-1,-1 0 0,0 1 0,0 0 1,0 0-1,0 1 0,1 0 1,-1 1-1,1 0 0,0 0 1,0 1-1,0 0 0,-7 4-23,7-2-9,0 1 0,1 0 0,-1 0 0,2 0 0,-1 1 0,1 0 0,0 0 0,0 0 0,1 1 0,1 0 0,-1 0 0,1 1 0,1-1 0,0 1 0,0-1 0,1 1 0,0 0 0,0 0 0,1 0 0,1 0 0,0 0 0,0 1 9,2-8-113,1 0 1,-1 1-1,1-1 1,0 0-1,0 0 1,0-1 0,1 1-1,-1-1 1,0 1-1,1-1 1,0 0-1,-1 0 1,1-1-1,0 1 1,0-1-1,0 0 1,0 0 0,0 0-1,0 0 1,0-1-1,0 1 1,1-1-1,-1 0 1,0-1-1,0 1 1,0-1-1,0 0 1,0 0 0,1 0 112,8 0-560,56-3-3604,-6-11-2844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3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6001,'0'0'1450,"0"0"1028,0 0-216,0 0-622,0 0-562,0 0-384,2 7 1847,275-34 3375,-102 5-7778,-167 20-2374,-6-5-6466,-2 3 7243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30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7642,'0'0'1144,"0"0"4985,0 0-4208,0 0-833,0 0 72,0 0 504,0 0-391,112-11-737,-83 4-152,3 3-272,1-1-128,1 3 32,-2 0-32,-2 2-488,0 0-1833,4 0-1447,-4 0-4282,-6 0 2665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3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8378,'0'0'1850,"0"0"1944,0 0-1586,0 0-1432,0 0-354,0 0 353,17 5 528,133 21 1337,165-54-330,-307 27-2520,28-2 642,-11 2-3331,-20-9-5977,-3 0 3215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3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6177,'0'0'8334,"0"0"-5371,0 0-2038,0 0-433,0 0-142,0 0-88,16-13-146,58-40-77,-68 50-29,1 1 1,-1 0-1,1 1 1,-1 0 0,1 0-1,0 0 1,0 1-1,-1 0 1,1 0 0,0 1-1,-1 0 1,1 0-1,0 0 1,-1 1 0,1 0-1,-1 0 1,0 1-1,1 0 1,-1 0 0,-1 0-1,1 1 1,0 0-1,-1 0 1,0 0 0,0 1-1,0-1 1,0 1-1,-1 0 1,0 1 0,0-1-1,0 1 1,-1 0-1,0 0 1,0 0 0,0 0-1,-1 1 1,0-1-1,0 2-10,4 10 43,0 0-1,-2 0 1,0 0-1,-1 1 1,-1 0-1,-1 0 1,0-1-1,-2 1 1,0 0-1,-1 0 1,-1-1-1,0 1 1,-2-1-1,0 0 1,-1 0-1,-1 0 1,0-1-1,-2 0 1,0-1-1,0 0 1,-2 0-1,0-1 1,-7 7-43,17-20-8,-1 1 0,1-1 0,-1 0 0,0 0 0,0 0 1,0 0-1,0 0 0,0 0 0,0 0 0,-1-1 0,1 1 0,-1-1 0,1 0 1,-1 0-1,1 0 0,-1 0 0,0 0 0,1 0 0,-1-1 0,0 1 0,0-1 1,1 0-1,-1 0 0,0 0 0,0 0 0,0 0 0,1-1 0,-1 1 0,0-1 1,1 0-1,-1 0 0,0 0 0,1 0 0,-1 0 0,1 0 0,-1-1 0,1 1 1,0-1-1,0 0 0,0 0 0,0 0 0,0 0 0,0 0 0,0 0 0,0 0 1,1 0-1,-1-1 0,1 1 0,0-1 0,0 1 0,0-1 0,0 0 0,0-1 8,-2 0 15,1-1 0,0 1 0,1-1 0,-1 0 0,1 0 0,0 0 0,0 0 0,0 0 1,1 0-1,0 0 0,0 0 0,0 0 0,1 0 0,-1 0 0,1 0 0,0 0 0,1 0 0,-1 0 0,1 0 0,0 1 0,0-1 0,1 1 0,-1-1 0,1 1 0,0 0 0,0 0 0,1 0 0,-1 0 0,1 1 0,-1-1 0,1 1 0,0 0 0,1 0 0,-1 0 0,0 1 0,1 0 0,-1 0 0,1 0 0,0 0 0,0 1 0,0-1 0,0 1 0,3 0-15,118 50 641,-19-1-389,-95-46-321,-1 0-1,0 0 0,1-2 0,-1 1 0,0-1 0,1-1 1,-1 0-1,0-1 0,1 0 0,-1-1 0,0 0 0,10-4 70,22-19-3048,-2-13-3277,-15 3-1230</inkml:trace>
  <inkml:trace contextRef="#ctx0" brushRef="#br0" timeOffset="248.547">816 52 7826,'0'0'1559,"0"0"3648,0 0-2193,0 0-865,0 23-137,-12 373 2355,15-371-6123,31 25-7994,-31-50 3468</inkml:trace>
  <inkml:trace contextRef="#ctx0" brushRef="#br0" timeOffset="535.003">1061 1 5089,'0'0'6147,"0"0"-1728,0 0-2492,0 0-1325,0 0 514,0 0 887,7 27-122,28 182 722,-35 114-741,14-287-3056,-11-46-977,0-82-9044,-3 39 579</inkml:trace>
  <inkml:trace contextRef="#ctx0" brushRef="#br0" timeOffset="779.217">683 148 8346,'0'0'1168,"0"0"1921,0 0-1137,0 0-536,0 0-167,0 0 143,0 0 104,161 40-199,-114-51 31,4-7-888,1 0-96,0 2-272,-2-1-8,-3 3-64,12-3-136,-10 1-2713,-12 0-4952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32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5169,'0'0'10096,"0"0"-6558,0 0-2273,0 0-82,0 0-116,13 21-224,43 65-463,-54-81-340,0-1-1,0 0 1,1 0-1,0 0 1,-1 0 0,2 0-1,-1-1 1,0 1-1,1-1 1,-1 0 0,1 0-1,0 0 1,0-1-1,0 1 1,0-1 0,1 0-1,-1 0 1,1 0-1,-1-1 1,1 1 0,0-1-1,-1 0 1,3 0-40,-4-27-209,-4 21 196,-1-1 1,0 1 0,0 0-1,-1 0 1,0 0 0,1 0-1,-2 0 1,1 1 0,0 0 0,-1-1-1,0 1 1,0 0 0,0 1-1,-1-1 1,1 1 0,-1 0-1,1 0 1,-1 0 0,0 1 0,-1-1-1,1 1 1,0 1 0,0-1-1,-1 1 1,1 0 0,-1 0 0,1 0-1,-1 1 1,0 0 0,1 0-1,-1 0 1,1 1 0,-1-1-1,1 2 1,-1-1 0,1 0 0,-1 1-1,1 0 1,0 0 0,0 1-1,0 0 1,0 0 0,1 0-1,-1 0 1,1 0 0,0 1 0,-1 0-1,2 0 1,-1 0 0,-2 4 12,-1 8 51,1 1 1,1 0 0,0 1-1,1-1 1,1 1 0,1 0-1,0 0 1,2 0 0,0 0-1,1 0 1,0 0 0,2-1 0,0 1-1,1 0 1,0-1 0,2 0-1,0 0 1,1 0 0,1-1-1,0 0 1,1-1 0,1 0-1,0 0 1,4 3-52,0-7 12,1 0 0,-1-2 0,2 1 0,-1-2 0,1 0 0,1-1 0,-1-1 0,1 0 0,0-1 0,0-1 0,1-1-1,-1 0 1,1-2 0,0 0 0,0 0 0,-1-2 0,1 0 0,0-1 0,-1-1 0,1-1 0,-1 0 0,0-1 0,0-1 0,-1 0 0,0-2 0,0 0 0,0 0 0,-1-2 0,-1 0 0,1 0 0,0-2-12,-9 5 38,0-1 1,-1 1-1,1-1 1,-1 0-1,-1 0 0,1-1 1,-1 1-1,-1-1 1,0 0-1,0 0 1,-1 0-1,0-1 1,0 1-1,-1 0 0,-1-1 1,1 1-1,-1-1 1,-1 1-1,0-1 1,0 1-1,-1 0 1,0-1-1,-1 1 0,0 0 1,0 1-1,-1-1 1,0 0-1,0 1 1,-4-5-39,7 14 20,-1-1 1,1 0 0,0 1 0,0-1 0,0 1-1,0-1 1,-1 1 0,1 0 0,0-1-1,0 1 1,0 0 0,1 0 0,-1 0 0,0 0-1,0 0 1,0 0 0,1 0 0,-1 0-1,0 0 1,1 0 0,-1 0 0,1 0 0,-1 0-1,1 1 1,0-1 0,-1 0 0,1 0-1,0 0 1,0 1 0,0-1 0,0 0-1,0 0 1,0 1 0,0-1 0,0 0 0,1 0-1,-1 1 1,0-1 0,1 0 0,-1 0-1,1 0 1,0 0 0,-1 0 0,1 1 0,0-1-1,-1 0 1,2 0-21,-2 9 107,0 0-119,0-1 1,0 0 0,1 0-1,0 0 1,1 0 0,0 0-1,0 0 1,1 0 0,0 0-1,0-1 1,1 1 0,1-1-1,-1 0 1,1-1 0,0 1-1,1-1 1,0 0 0,0 0 0,1 0-1,-1-1 1,2 0 0,-1-1-1,0 1 1,1-2 0,0 1-1,0-1 1,1 0 0,-1 0-1,1-1 1,0 0 0,-1-1-1,1 0 1,2 0 11,-4-1-11,-4 1-4,0-1 0,1 0 0,-1 0 0,0 0 0,1 0 0,-1 0 0,1 0-1,0-1 1,-1 0 0,1 0 0,-1 0 0,1 0 0,-1 0 0,1-1 0,0 0 0,-1 0 0,0 0 0,1 0-1,-1 0 1,1 0 0,-1-1 0,0 0 0,0 0 0,0 0 0,0 0 0,0 0 0,-1 0 0,1-1 0,-1 1-1,1-1 1,0-1 15,-1-6-10,-1-1 0,0 0 0,-1 0 0,0 1 0,0-1 0,-1 0 0,0 0 0,-1 1 0,-1-1 0,1 1 0,-2 0 0,1-1 0,-1 2 0,-1-1 0,0 0 0,0 1 0,-1 0 0,0 0 0,-1 0 0,0 1 0,0 0 0,-1 1 0,0-1 0,0 1 0,0 1 0,-1 0 0,0 0 0,-1 0 0,1 2 0,-1-1 0,0 1 0,0 0 0,0 1 0,-1 0 0,1 1 0,-1 0 0,0 1 0,1 0 0,-1 0 0,-5 1 10,13 1-83,1 0 1,-1 0-1,0 0 0,1 0 0,-1 0 0,0 0 0,1 1 0,0-1 0,-1 1 0,1 0 1,0 0-1,0 0 0,0 0 0,0 0 0,0 0 0,0 1 0,1-1 0,-1 0 1,1 1-1,-1-1 0,1 1 0,0 0 0,0-1 0,0 1 0,1 0 0,-1 0 1,1 0-1,-1 0 0,1-1 0,0 1 0,0 0 0,0 0 0,0 0 0,1 0 1,-1 0-1,1-1 0,0 1 0,0 0 0,0 0 0,0-1 0,0 1 0,0-1 0,1 1 1,-1-1-1,1 1 0,0-1 0,0 0 0,2 2 83,38 26-5429,10-10-3602</inkml:trace>
  <inkml:trace contextRef="#ctx0" brushRef="#br0" timeOffset="427.487">1499 122 8162,'0'0'3087,"-22"-1"1318,-6-1-3594,7-1-279,0 1 0,-1 0 0,1 2 0,-1 0 0,1 2 0,0 0 1,0 1-1,0 1 0,0 1 0,0 1 0,1 1 0,0 1 0,1 0 0,-9 6-532,26-12 8,1-1 0,0 0 0,-1 1 0,1-1 0,0 1-1,0-1 1,0 1 0,0 0 0,0-1 0,0 1 0,0 0-1,1 0 1,-1 0 0,0-1 0,1 1 0,0 0 0,-1 0-1,1 0 1,0 0 0,0 0 0,0 0 0,0 0-1,1 0 1,-1 0 0,0 0 0,1 0 0,-1-1 0,1 1-1,0 0 1,0 0 0,0 0 0,-1-1 0,2 1 0,-1 0-1,0-1 1,0 1 0,0-1 0,1 0 0,-1 1 0,1-1-1,-1 0 1,1 0 0,-1 0 0,1 0 0,0 0 0,0 0-1,-1 0 1,1 0 0,0-1 0,0 1 0,0-1 0,0 0-1,0 1 1,1-1-8,174 18 273,-164-21-291,1 2-1,-1-1 0,1 2 0,0 0 0,-1 0 1,1 1-1,-1 1 0,0 0 0,1 1 1,-1 0-1,0 1 0,0 1 0,-1 0 1,1 1-1,-1 0 0,-1 1 0,1 0 0,-1 1 1,0 0-1,-1 0 0,1 2 0,-2-1 1,0 1-1,6 7 19,-14-14 6,1 0 1,-1 0-1,1-1 1,-1 1 0,0 0-1,0 0 1,-1 0-1,1 0 1,0 1-1,-1-1 1,0 0-1,0 0 1,0 0-1,0 0 1,0 0-1,-1 1 1,1-1-1,-1 0 1,0 0 0,0 0-1,0 0 1,0 0-1,-1-1 1,1 1-1,-1 0 1,1-1-1,-1 1 1,0-1-1,0 1 1,0-1-1,-1 0 1,1 0 0,0 0-1,-1 0 1,0 0-1,1 0 1,-1-1-1,-2 2-6,-119 40 549,92-36-519,0-2-1,-1-1 1,1-1-1,-1-2 1,0-1 0,0-2-1,-3-1-29,10-23-1829,31-2-4413,9 5-2321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38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127 165 7162,'0'0'348,"0"0"300,0 0 1828,0 0-547,-8-19-232,-29-60 52,37 81-1664,0-1-1,0 0 1,1 1 0,-1-1 0,0 0 0,0 1 0,0-1 0,0 0-1,-1 1 1,1-1 0,0 0 0,0 0 0,-1 1 0,1-1 0,-1 0-1,1 0 1,-1 1 0,0-1 0,1 0 0,-1 0 0,0 0 0,0 0-1,0 0 1,0 0 0,0 0 0,0 0 0,0-1 0,0 1 0,0 0-1,0-1 1,0 1 0,-1 0 0,1-1 0,0 1 0,0-1 0,-1 0-1,1 1 1,0-1 0,0 0 0,-1 0 0,1 0 0,0 0 0,-1 0-1,1 0 1,0 0 0,-1-1 0,1 1 0,0 0 0,-1-1 0,1 1-1,0-1 1,0 1 0,0-1 0,0 1 0,-1-1 0,1 0 0,0 0-1,0 0 1,0 1 0,0-1 0,0 0 0,1 0 0,-1 0 0,0-1-1,0 1 1,1 0 0,-1 0 0,1 0 0,-1 0 0,1-1-85,-23 255 3615,23-243-3570,0 1 1,1-1-1,0 1 0,0-1 1,1 1-1,0-1 0,1 0 1,0 1-1,1-1 0,0-1 0,1 1 1,0-1-1,0 0 0,1 0 1,0 0-1,0-1 0,1 1 1,1-2-1,-1 1 0,1-1 0,0 0 1,1-1-1,-1 0 0,1 0 1,1-1-1,-1 0 0,1-1 1,0 0-1,0 0 0,7 1-45,-7-3 8,1 0 0,-1 0 0,1-1 0,0-1 0,-1 0-1,1 0 1,-1-1 0,1-1 0,-1 1 0,1-2 0,-1 1 0,0-2 0,0 1-1,0-1 1,-1-1 0,1 0 0,-1 0 0,0 0 0,0-2 0,-1 1 0,0-1 0,0 0-1,0 0 1,-1-1 0,0 0 0,-1-1 0,0 1 0,0-1 0,-1 0 0,0-1 0,0 1-1,-1-1 1,0 0 0,0-6-8,0 3-13,-1-1 1,0 1-1,-1-1 0,0 0 1,-2 0-1,1 0 0,-2 0 1,0 0-1,0 1 0,-1-1 0,-1 0 1,0 1-1,-1-1 0,-1 1 1,0 0-1,-1 0 0,0 1 1,-1 0-1,0 0 0,-1 0 0,0 1 1,-1 0-1,0 1 0,-1 0 1,0 0-1,0 1 0,-1 0 1,0 1-1,-1 0 0,0 1 0,0 0 1,-1 1-1,1 1 0,-2 0 1,1 0-1,0 1 0,-1 1 1,1 0-1,-1 1 0,0 1 0,0 0 1,0 1-1,0 0 0,-1 1 13,8 1-181,0 0-1,0 1 0,0 0 0,0 0 1,0 1-1,1-1 0,0 1 0,0 1 1,0-1-1,0 1 0,1 0 0,-1 0 1,1 1-1,1 0 0,-1 0 0,1 0 0,0 0 1,0 1-1,1-1 0,0 1 0,0 0 1,0 0-1,1 0 0,0 0 0,1 1 1,-1-1-1,1 0 0,1 1 0,-1-1 1,1 1-1,1-1 0,-1 1 0,1-1 1,1 0-1,-1 1 0,1-1 0,1 0 1,0 3 181,12 43-7139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37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1456,'0'0'11677,"0"0"-7446,0 0-2982,0 0-894,0 0-126,0 0 360,0 11 528,0-7-978,0 1-109,-1 0 0,1 0 0,0-1-1,0 1 1,1 0 0,0 0 0,-1-1 0,2 1-1,-1 0 1,0-1 0,1 1 0,0-1-1,0 1 1,0-1 0,1 0 0,-1 0 0,1 0-1,0 0 1,0-1 0,0 1 0,1-1 0,-1 1-1,1-1-29,-3-3 36,-2-4-72,0-1-1,0 1 0,0 0 1,0 0-1,-1 0 1,0 0-1,0 0 0,0 0 1,0 1-1,-1-1 1,1 0-1,-1 1 0,0 0 1,0 0-1,0 0 0,0 0 1,-1 0-1,1 1 1,-1-1-1,0 1 0,1 0 1,-1 0 36,0-1 10,1-1 0,-1 1 0,1 0 0,-1 1 0,0-1 0,0 1 0,-1 0 1,1 0-1,0 0 0,-1 0 0,1 1 0,-1-1 0,1 1 0,-1 1 0,0-1 0,1 1 0,-1-1 1,0 1-1,1 1 0,-1-1 0,0 1 0,1-1 0,-1 1 0,0 1 0,1-1 0,-1 1 0,1-1 1,0 1-1,0 0 0,0 1 0,0-1 0,0 1 0,0 0 0,0 0 0,1 0 0,-1 0 0,1 1 1,0-1-1,0 1 0,1 0 0,-1 0 0,0 2-10,-2 7 98,1 0 0,1 0 0,0 1 0,1-1 0,0 1 0,1 0 0,1 0 0,0 0 0,1-1 0,0 1 0,1 0 0,1-1 0,0 1 0,1-1 0,0 0 0,1 0 0,0 0 0,1-1 0,1 0 0,0 0 0,1 0 0,0-1 0,0 0 0,1-1 0,1 0 0,0 0 0,0-1-1,1 0 1,0-1 0,0 0 0,1-1 0,0 0 0,0-1 0,1 0 0,0-1 0,0-1 0,0 0 0,14 3-98,-10-3 55,0 0 0,0-1 0,1 0-1,-1-2 1,1 0 0,0-1-1,-1-1 1,1 0 0,-1-1 0,1-1-1,-1-1 1,0-1 0,0 0 0,-1-1-1,0-1 1,0 0 0,0-1-1,-1-1 1,0 0 0,0-1 0,-1-1-1,-1 0 1,0-1 0,0-1 0,-1 0-1,0-2-54,-8 9 20,-1-1-1,0-1 0,0 1 1,-1 0-1,0-1 1,0 1-1,-1-1 0,0 0 1,0 1-1,-1-1 0,0 0 1,0 0-1,-1 1 1,0-1-1,0 0 0,-1 1 1,0-1-1,0 1 0,-1-2-19,1 8 8,1 0-1,-1 1 1,1-1-1,-1 1 0,1 0 1,-1 0-1,1-1 1,-1 1-1,1 0 0,-1 0 1,1 0-1,-1 1 1,1-1-1,-1 0 1,1 1-1,-1-1 0,1 0 1,-1 1-1,1 0 1,-1-1-1,1 1 0,0 0 1,-1 0-1,1 0 1,0 0-1,0 0 0,0 0 1,0 0-1,0 0 1,0 0-1,0 1 0,0-1 1,0 0-1,0 1 1,1-1-1,-1 0 0,1 1 1,-1-1-1,1 1 1,-1-1-1,1 1 0,0-1 1,0 1-1,-1-1 1,1 1-1,1-1 0,-1 1 1,0 0-1,0-1 1,0 1-1,1-1 1,-1 1-1,1-1 0,-1 0 1,1 1-1,0-1-7,-5 9 10,1-1 0,0 1 0,1-1 0,0 1 0,1 0 0,0 0-1,0 0 1,1 0 0,1-1 0,-1 1 0,2 0 0,-1 0 0,1 0 0,1-1 0,0 1-1,0-1 1,1 0 0,0 0 0,0 0 0,1 0 0,0-1 0,1 0 0,0 0 0,0 0-1,1-1 1,0 0 0,0 0 0,0 0 0,1-1 0,0 0 0,1-1 0,-1 0 0,1 0-1,0-1 1,0 0 0,8 2-10,-9-4 3,0-1 1,0 0-1,0 0 0,0-1 0,0 0 0,0 0 0,0-1 1,-1 0-1,1-1 0,0 1 0,0-2 0,-1 1 0,1-1 1,-1 0-1,0 0 0,0-1 0,0 0 0,0 0 1,-1-1-1,1 0 0,-1 0 0,0 0 0,-1-1 0,0 0 1,1 0-1,-2 0 0,1-1 0,-1 1 0,0-1 0,0 0 1,-1-1-1,0 1 0,0 0 0,-1-1 0,0 0 0,0 0 1,-1 1-4,11-182-108,-14 183 103,-1 0 0,0 1 0,-1 0 0,1-1 0,-1 1 0,0 1 0,0-1 0,0 0 0,-1 1 0,0 0 0,0 0 0,0 0 0,0 1 0,0 0 0,-1 0 0,1 0 0,-1 1 0,0-1 0,0 2 0,0-1 0,0 0-1,0 1 1,0 0 0,-1 1 0,1-1 0,0 1 0,0 0 0,-1 1 0,1 0 0,0 0 0,0 0 0,-2 1 5,1-2-1,2 0-21,0 1-1,-1-1 0,1 1 1,0 0-1,0 0 0,-1 1 1,1-1-1,0 1 0,0 1 1,1-1-1,-1 0 1,0 1-1,1 0 0,0 0 1,-1 1-1,1-1 0,-3 4 23,6-5-204,0 0-1,0 0 0,0 0 1,0 0-1,0 0 0,0 0 0,1 0 1,-1 0-1,1 0 0,-1 0 1,1 0-1,0 0 0,0 1 0,0-1 1,0 0-1,0 0 0,0 0 1,1 0-1,-1 0 0,1 0 1,-1 1-1,1-1 0,0 0 0,0-1 1,0 1-1,0 0 0,0 0 1,1 0-1,-1-1 0,0 1 0,1 0 205,24 20-6621</inkml:trace>
  <inkml:trace contextRef="#ctx0" brushRef="#br0" timeOffset="434.515">1705 49 10306,'0'0'5837,"-23"-3"-3999,-155-9-1055,159 11-741,3 0 244,0 0 1,0 1 0,0 0-1,0 2 1,0 0-1,0 0 1,1 2 0,-1 0-1,1 0 1,0 2-1,0 0 1,0 0-1,-10 8-286,24-14 1,0 1 0,-1 0-1,1 0 1,0 0 0,0 0-1,-1 0 1,1 0 0,0 0-1,0 0 1,0 1 0,1-1-1,-1 0 1,0 0 0,0 1-1,1-1 1,-1 1 0,0-1-1,1 1 1,0-1 0,-1 1-1,1-1 1,0 1 0,0-1-1,0 1 1,0-1 0,0 1-1,0-1 1,0 1 0,0-1-1,1 1 1,-1-1 0,1 1-1,-1-1 1,1 1 0,-1-1-1,1 1 1,0-1 0,0 0-1,0 0 1,0 1 0,0-1-1,0 0 1,0 0 0,0 0-1,0 0 1,0 0 0,1 0-1,-1 0 1,0-1 0,1 1-1,0 0 0,76 34 101,7-13-41,-64-19-62,-1 1 0,0 0 1,0 2-1,0 0 1,-1 1-1,0 1 1,0 1-1,-1 1 0,0 0 1,-1 1-1,0 1 1,-1 1-1,0 0 1,4 7 1,-16-16 16,-1 1 0,0 0 1,0-1-1,0 1 0,-1 0 0,1 0 1,-1 1-1,0-1 0,-1 0 1,0 1-1,1-1 0,-2 1 1,1-1-1,-1 1 0,1 0 1,-2-1-1,1 1 0,0-1 1,-1 1-1,0-1 0,-1 1 1,1-1-1,-1 1 0,0-1 1,0 0-1,-1 0 0,1 0 1,-1 0-1,0-1 0,-1 1 1,1-1-1,-1 1 0,0-1 1,0-1-1,0 1 0,0 0 1,-1-1-1,0 0 0,1 0 1,-1 0-1,0-1 0,0 1 1,-1-1-1,1-1 0,-5 2-16,-133 4 853,128-37-3506,28 7-3883,8 6-2997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3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4601,'0'0'3226,"0"0"2727,0 0-3019,0 0-1730,0 0 345,0 28 679,3 179 762,-3-207-2984,1 30 178,1-1 0,1 0 0,2 0 1,0 0-1,2 0 0,2-1 0,0 0 0,11 20-184,-13-39-436,-4-20-6256,-3-8-229</inkml:trace>
  <inkml:trace contextRef="#ctx0" brushRef="#br0" timeOffset="245.832">1 292 6281,'0'0'1177,"0"0"2807,0 0-2831,0 0 375,0 0 48,138 4 129,-76-6-625,5-9 136,4 0-96,-2 0-359,1 4-617,-9 7-144,4 0-200,-21 0-2521,-9 2-3768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39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6105,'0'0'915,"0"0"97,0 0 2012,0 0-955,0 0-692,0 0-301,-5 5 2053,206 3 1890,-98-1-5390,0-5-4940,-102-2 2344,-1 0-1488,-3 0-648,-9 0 2681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4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2937,'0'0'3635,"0"0"-1320,0 0 1329,0 0-1306,0 0-989,0 0-223,9 0-109,246 5 2472,-117-2-5159,-3-2-7853,-109-1 1547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04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23 6241,'0'0'801,"0"0"-560,0 0 387,0 0 1653,0 0-578,0 0-1030,0 4-202,-3 195 4278,4-195-4724,0 1 0,1-1 0,-1 0-1,1 1 1,0-1 0,0 0 0,0 0 0,1 0 0,-1-1 0,1 1 0,0-1 0,0 1 0,0-1 0,0 0-1,1 0 1,-1 0 0,1-1 0,0 1 0,0-1 0,0 0 0,0 0 0,0 0 0,0-1 0,1 1 0,-1-1-1,1 0 1,-1 0 0,0-1 0,1 1 0,0-1 0,-1 0 0,1 0 0,-1-1 0,1 1 0,-1-1 0,0 0 0,1 0-1,-1 0 1,0-1 0,1 0 0,-1 0 0,0 0 0,0 0 0,0 0 0,-1-1 0,1 0 0,-1 0 0,1 0-1,-1 0 1,1-1-25,3-6 14,-1-1 0,0 1 0,-1-1-1,0-1 1,0 1 0,-1-1 0,-1 1-1,0-1 1,-1 0 0,0 0 0,-1 0-1,0-1 1,0 1 0,-2 0 0,0 0-1,-2-11-13,-40-42 641,40 85-352,6-4-146,-1 0 0,2 0 0,0-1 0,1 1 0,1-1 0,0 0 0,1-1-1,1 1 1,0-1 0,1-1 0,6 8-143,26 48 451,-29-46-218,0 0 0,-2 0-1,-1 1 1,-1 1 0,-1-1 0,0 1 0,-3 0-1,0 1 1,1 22-233,-8-44-62,1-1-1,0 0 1,-1 0 0,1 0-1,-1-1 1,0 1 0,0-1-1,0 1 1,0-1 0,0 0-1,0 0 1,-1 0 0,1-1-1,-1 1 1,0-1 0,1 0-1,-1 0 1,0 0 0,1 0-1,-1-1 1,0 0-1,0 1 1,-2-1 62,-5 2-622,-26 4-2758,6-3-2802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8:46.02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1122 29 5881,'0'0'1056,"0"0"438,0 0 2367,0 0-1606,0 0-792,-2-4-353,-10-20 1017,11 392 430,3 439 2929,37 23-5486,33-87 764,-71-644-1016,-23-292-21606,12 141 17818</inkml:trace>
  <inkml:trace contextRef="#ctx0" brushRef="#br0" timeOffset="1355.498">443 1843 5433,'0'0'2445,"0"0"1221,0 0-1934,0 0-1222,0 0-322,0 0-122,-5-4 58,3 2 259,-15-19-1195,14 6 3470,3 15-1622,66 3 4718,4 5-4350,78 3-1332,-10-11 59,0-7 0,131-24-131,-224 24-12,170-32 130,2 10 0,203 0-118,-248 31 36,329-17 24,306-56 38,-805 71-112,14-4-2706,-14-11-3830,-6 2-3712</inkml:trace>
  <inkml:trace contextRef="#ctx0" brushRef="#br0" timeOffset="1887.369">3547 1252 6025,'0'0'1467,"0"0"1245,0 0-460,0 0-712,0 0-507,0 0-383,-5-1 34,4 1-641,0 1 0,0-1-1,0 0 1,0 1-1,0-1 1,0 0-1,0 1 1,0-1 0,1 1-1,-1 0 1,0-1-1,0 1 1,1-1-1,-1 1 1,0 0-1,1 0 1,-1 0 0,0-1-1,1 1 1,-1 0-1,1 0 1,0 0-1,-1 0 1,1 0 0,0 0-1,-1 0 1,1 0-1,0 0 1,0 0-1,0 0 1,0 0-1,0 0 1,0 0 0,0 0-1,0 0 1,0-1-1,0 1 1,1 0-1,-1 0 1,0 0 0,1 0-1,-1 0 1,1 0-1,-1 0 1,1 0-1,-1-1 1,1 1-1,0 0 1,-1 0 0,1-1-1,0 1 1,0 0-1,-1-1 1,1 1-1,0-1 1,0 1-1,0-1 1,0 1 0,0-1-1,0 0 1,-1 1-1,1-1 1,1 0-43,56 72 1773,-26-41-1312,1-2 1,2-1-1,1-1 0,1-2 1,1-2-1,4 0-461,39 26 336,-79-48-327,1 1-1,-1 0 1,0-1-1,0 1 1,0 0-1,0 0 1,-1 0-1,1 0 1,0 1-1,-1-1 0,0 0 1,1 1-1,-1-1 1,0 1-1,0-1 1,0 1-1,-1-1 1,1 1-1,-1 0 1,1-1-1,-1 1 0,0 0 1,0 0-1,0-1 1,0 1-1,-1 0 1,1-1-1,-1 1 1,0 0-1,1-1 1,-1 1-1,0-1 0,-1 1 1,1-1-1,0 0 1,-1 1-1,1-1 1,-1 0-1,0 0 1,1 0-1,-1 0 1,-2 1-9,-90 85 417,-81 12-1128,233-106-11364,-16-12 3215</inkml:trace>
  <inkml:trace contextRef="#ctx0" brushRef="#br0" timeOffset="4130.235">2892 1443 6361,'0'0'470,"0"0"-238,0 0 357,0 0 1885,0 0-661,0 0-851,-6-2-205,-22-9 1616,35 50 1668,-2-6-3202,22 282 4198,-17-103-3514,-2-180-1201,-2-44-669,-6-24-5693,0 20-1395</inkml:trace>
  <inkml:trace contextRef="#ctx0" brushRef="#br0" timeOffset="5068.486">2022 1517 6161,'0'0'727,"0"0"-472,0 0-184,0 0-14,0 0 483,0 0 1710,-9 0-1030,-46 0 765,55 0-1243,0 0-171,0 0-56,0 0 2,-5 36 2099,3 109 2239,70 60-2266,-38-150-2584,-30-54-762,0-1-1096,0-1-2506,0-3-1953</inkml:trace>
  <inkml:trace contextRef="#ctx0" brushRef="#br0" timeOffset="5633.404">1587 1674 6065,'0'0'704,"0"0"-353,0 0-229,0 0-97,0 0-5,0 0 280,-33 6 8943,21 14-8438,1 2 0,1 0 0,1 0 0,1 0-1,1 1 1,1 1 0,1-1 0,0 8-805,5-29-45,0 0-1,0 0 1,0 0-1,0 0 1,0 0 0,1 0-1,-1 0 1,0 0 0,1 0-1,0 0 1,-1 0 0,1 0-1,0 0 1,0 0-1,0-1 1,0 1 0,1 0-1,-1-1 1,0 1 0,1-1-1,-1 0 1,1 1-1,-1-1 1,1 0 0,0 0-1,-1 0 1,1 0 0,0 0-1,0 0 1,0 0 0,0-1-1,0 1 1,0-1-1,0 1 1,0-1 0,0 0-1,0 0 1,0 1 0,0-2-1,0 1 1,0 0-1,0 0 1,0-1 0,0 1-1,0-1 1,0 1 0,-1-1-1,2 0 46,6 1-763,35-2-2751,-14-4-1971,0-6-4764</inkml:trace>
  <inkml:trace contextRef="#ctx0" brushRef="#br0" timeOffset="6497.388">2380 1588 5881,'0'0'762,"0"0"-492,0 0-186,0 0-27,0 0 479,0 0 1500,-5-3-1100,3 3-558,-37-16-115,26 8 2660,8 1 3543,0 81-3064,2-62-3251,0-1-1,2 1 1,-1 0 0,1 0 0,1 0 0,0 0 0,1 0 0,0 0 0,1-1-1,0 1 1,1 0 0,0-1 0,0 1 0,2-1 0,-1 0 0,2 0 0,-1-1 0,1 0-1,7 9-150,14-15-11287,-19-10 3708</inkml:trace>
  <inkml:trace contextRef="#ctx0" brushRef="#br0" timeOffset="7351.926">2689 2192 6361,'0'0'690,"0"0"-410,0 0 509,0 0 1924,0 0-1479,-3 5-780,1-3-94,-9 11-630,7-2 4129,41-17-3088,-34 6-733,0 0 0,0 0-1,0 0 1,1 0 0,-1 0 0,0 1 0,0 0 0,0-1-1,0 1 1,0 0 0,-1 1 0,1-1 0,0 0-1,0 1 1,-1 0 0,1-1 0,-1 1 0,1 0 0,-1 0-1,0 1 1,0-1 0,0 0 0,0 1 0,0-1-1,0 1 1,-1-1 0,0 1 0,1 0 0,-1 0 0,0 0-1,0 0 1,0 0 0,-1 0 0,1 0 0,-1 0-1,1 0 1,-1 0 0,0 0 0,0 0 0,-1 0 0,1 0-1,-1 2-37,-13 77 1150,13-79-1142,1-1-1,0 1 1,0-1-1,0 1 1,0-1-1,0 1 1,0-1-1,1 1 1,-1-1 0,1 0-1,0 1 1,0-1-1,-1 0 1,2 1-1,-1-1 1,0 0 0,0 0-1,1 0 1,-1 0-1,1 0 1,0 0-1,-1 0 1,1-1 0,0 1-1,0-1 1,0 1-1,0-1 1,0 0-1,1 1 1,-1-1 0,0 0-1,0-1 1,1 1-1,-1 0 1,1-1-1,-1 1 1,1-1 0,-1 0-1,1 0 1,-1 0-1,1 0 1,-1 0-1,0 0 1,1-1 0,-1 1-1,1-1 1,-1 0-1,0 0 1,1 1-1,-1-2 1,0 1-1,0 0 1,3-2-8,20 2 64,37-17-130,-47 3-2302,-3-5-3286,-7 9 764</inkml:trace>
  <inkml:trace contextRef="#ctx0" brushRef="#br0" timeOffset="7662.14">3104 2243 6185,'0'0'7055,"0"0"-4128,0 0-1870,0 0 151,0 0 506,0 23 163,1 169 753,23-85-1887,-23-107-982,0 0-1,0 0 1,0 0 0,0 0-1,0 0 1,1-1-1,-1 1 1,0 0 0,0-1-1,0 1 1,0 0-1,0-1 1,0 1 0,-1-1-1,1 0 1,0 1 0,0-1-1,0 0 1,0 1-1,-1-1 1,1 0 0,0 0-1,-1 0 1,1 0-1,0 0 1,-1 0 0,1 0-1,-1 0 1,0 0 0,1 0-1,-1 0 1,0 0-1,0 0 1,1 0 0,-1 0-1,0 0 1,0 0-1,0 0 1,0 0 0,-1 0-1,1 0 1,0 0 0,0-1-1,-1 1 1,1 0-1,0 0 1,-1 0 0,1 0-1,-1 1 1,0-2 239,1-34-6296,0 1-715</inkml:trace>
  <inkml:trace contextRef="#ctx0" brushRef="#br0" timeOffset="7886.538">3225 2237 8098,'0'0'1487,"0"0"2899,0 0-2018,0 0-1457,0 0-86,0 0 643,0 16 370,0 1-1424,-1 7-57,1-1 0,1 0 0,0 0 0,2 0 0,1 0 0,1 0 0,0-1 0,5 9-357,16-7-1678,6-52-5237,-24 2-2085</inkml:trace>
  <inkml:trace contextRef="#ctx0" brushRef="#br0" timeOffset="8103.76">3043 2281 8122,'0'0'448,"0"0"3457,0 0-2745,0 0 32,0 0-64,0 0 73,128-9-497,-91-4 64,-2 0-384,-3 1-88,-7 8-296,-8 4 0,-15 0-592,-2 11-2017,0 0-3064</inkml:trace>
  <inkml:trace contextRef="#ctx0" brushRef="#br1" timeOffset="16021.792">1021 783 6145,'0'0'648,"0"0"-258,0 0-302,0 0-16,-1 7 4077,-5 22-1622,-28 2-78,33-31-2125,1 0-80,0 0 174,0 0 10,0 0 46,0 0 75,0 0-91,0 0 267,0 0-331,0 0-62,0 0-83,0 0-6,0 0-148,0 0 75,0 0-51,0 0-54,0 0 85,0 0-150,0 0 12,0 0-28,0 0 41,0 0-6,0 0 30,0 0 86,0 0 6,0 0-18,0 0-81,0 0-18,0 0 36,0 0 38,0 0-10,0 0 85,0 0-50,0 0-71,0 0 52,0 0-32,0 0 93,59-5 193,-34 5-308,-18-1-55,0 0-1,1 0 0,-1 1 1,0 0-1,1 0 0,-1 1 1,0 0-1,1 1 0,-1-1 1,0 1-1,0 0 0,0 1 1,0 0-1,-1 0 0,1 1 1,-1-1-1,0 1 0,0 1 1,0-1-1,2 3 6,106 109 20,-104-101-7,-1 1-1,-1 0 0,0 1 1,-1-1-1,-1 1 1,0 1-1,-1-1 1,-1 1-1,-1 0 1,0 0-1,-2 0 0,0 0-12,1 7 43,1 0 0,1 0 0,2-1 0,0 0 0,1 0 0,1-1 0,2 1 1,3 5-44,32 120-14,-25 40 86,7-58-24,-8-35-72,33 32 83,-16-58-76,-33-61 16,0-1-1,0 0 1,1 0 0,0 0 0,1-1-1,-1 1 1,2-1 0,-1 0 0,1 0-1,0-1 1,0 0 0,1 0-1,0 0 1,5 3 1,5-1 33,0 0 0,1-2 0,-1 0-1,1-1 1,0-1 0,1 0 0,-1-2 0,1 0-1,0-1-32,38 6 56,86-7 67,-127-5-110,0 0 1,-1-1 0,0-1 0,0-1 0,-1 0 0,0 0-1,0-2 1,-1 0 0,0 0 0,-1-1 0,2-3-14,-11 9 8,1-1-1,-1 1 1,-1-1 0,1 0 0,-1 0 0,0 0 0,0-1 0,-1 1-1,1 0 1,-2-1 0,1 1 0,-1-1 0,0 1 0,0 0 0,0-1-1,-2-2-7,4-37 25,27-134 91,8-23 266,-32 127-323,-12-80 106,2-49 160,4 186-316,1 0 0,1 0 0,1 0 0,0 0 0,2 0 0,0 1 1,1-1-1,0 1 0,2 0-9,0-2-2,0 0 1,1 0-1,1 1 1,1 0-1,0 1 0,2 0 1,0 0-1,1 2 1,0-1-1,2 2 1,0 0-1,0 0 1,1 2-1,13-9 2,92-26-98,-30 45 44,-86-31-7,-5 29-491,0-27-5422,0 1-4997</inkml:trace>
  <inkml:trace contextRef="#ctx0" brushRef="#br1" timeOffset="16415.901">900 807 5497,'0'0'1488,"0"0"-1159,0 0-145,0 0-80,0 0-104,0 0-96,134-42-320,-102 29-6538</inkml:trace>
  <inkml:trace contextRef="#ctx0" brushRef="#br1" timeOffset="17062.945">1169 696 6665,'0'0'606,"0"0"-325,0 0 130,0 0 1200,0 0 215,0 0-493,-16 4-348,-136 17 3197,-65 8-3166,310-26 2585,288-70-2093,-534 135-1805,117-54 380,0-1 0,0-2 1,-1-2-1,-1-1 0,1-2 0,-1-1 1,-11-2-84,45-27 1772,48 24-1933,85-3-499,-44-11-3131,-44-1-1973</inkml:trace>
  <inkml:trace contextRef="#ctx0" brushRef="#br1" timeOffset="17781.045">1 712 6753,'0'0'695,"0"0"-269,0 0 1011,0 0 696,0 0-484,0 0-275,14 0-52,46-3-70,-56 1-1143,-1 1 1,1-1-1,-1 0 1,1-1-1,-1 1 1,1-1-1,-1 1 1,0-1-1,0 0 0,-1 0 1,1 0-1,0 0 1,-1-1-1,0 1 1,0-1-1,0 1 1,0-1-1,0 0 0,-1 0 1,1-3-110,2-3 99,19-147 3518,-10 190-3039,110 401 3259,-124-415-4901,-9-42-7266,8 2-1971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08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1 6489,'0'0'1351,"0"0"1842,0 0-1191,0 0-702,0 0-142,-13 20 405,-207 363 4614,73-142-5169,131-229-1758,10-11-1721,3-5-3331,3-9-774</inkml:trace>
  <inkml:trace contextRef="#ctx0" brushRef="#br0" timeOffset="284.491">45 216 6433,'0'0'1418,"0"0"1899,0 0-1552,0 0 260,0 0-151,21 24-455,165 174 1358,-163-179-2807,0-1 0,1-2 0,0 0 0,2-1-1,0-1 1,0-2 0,1-1 0,1-1-1,3 0 31,-2-1-2703,-10-3-4753,-15-4-356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21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69 6225,'0'0'775,"0"0"64,0 0 1389,0 0-518,-11 0-640,-3 0-583,-14-2-87,-5-6 2740,51 9 1059,23-3-2734,0 0-958,410 0 884,-399-30-7934,-23 11 597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2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1 227 5937,'0'0'1036,"0"0"243,0 0 2051,0 0-1621,0 0-1029,0 0 157,9 12 324,145 121 1670,-124-121-2690,0 0 1,0-2-1,1-2 0,1 0 0,-1-2 1,1-2-1,0-1 0,0-1 1,0-2-1,0-1 0,0-1 0,0-2 1,0-1-1,-1-2 0,0-1 1,9-4-142,102-45 14,-116 44-14,0 1 1,1 1 0,1 1 0,0 1-1,0 2 1,1 1 0,0 1 0,14 0-1,-22 5-6,1 0 0,-1 2 0,1 0 0,-1 1 1,0 1-1,0 1 0,0 1 0,-1 1 0,1 1 1,-2 0-1,1 2 0,-1 0 0,-1 1 1,0 1-1,15 13 6,-19-14-19,-6-6 19,0 1 1,0 0-1,0 0 0,-1 0 0,0 1 1,0 0-1,-1 0 0,0 0 0,0 1 1,-1 0-1,0 1 0,0-1 0,-1 1 1,0 0-1,0 0 0,-1 1 0,-45-11-1283,38 0 1224,0-1 0,0 1 0,0-1 0,0 0-1,0 0 1,1 0 0,-1 0 0,1 0 0,-1-1 0,1 0-1,0 0 1,0 0 0,0 0 0,1 0 0,-1 0 0,1-1-1,-1 1 1,1-1 0,0 0 0,0 0 0,1 1 0,-1-1-1,1 0 1,0-1 0,0 1 0,0 0 0,1 0 0,0 0-1,-1 0 1,1-1 0,1 1 0,-1 0 0,0 0-1,1 0 1,0-1 0,0 1 0,1 0 0,-1 0 0,1 0-1,-1 1 1,1-1 0,0 0 0,1 1 0,-1-1 0,1 1-1,0 0 1,-1-1 0,1 2 0,1-2 59,25-15 71,1 2 0,0 1 1,2 1-1,-1 2 0,1 1 0,1 1 0,0 2 0,1 1 1,0 2-1,0 1 0,0 2 0,0 1 0,1 2 1,-1 1-1,16 4-71,240-24 2741,-119-34-1142,-144-18-1727,-27 36-3120,-1 15-1983,1 4-2974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22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0 365 6553,'0'0'6179,"0"0"-3248,0 0-1550,0 0-442,0 0-39,0 0 124,13-20-277,213-320 474,-226 340-1191,1 1-1,-1-1 0,0 1 1,0 0-1,1-1 1,-1 1-1,0-1 0,1 1 1,-1-1-1,0 1 0,1-1 1,-1 1-1,1-1 0,-1 0 1,1 1-1,-1-1 1,1 0-1,-1 1 0,1-1 1,-1 0-1,1 1 0,0-1 1,-1 0-1,1 0 0,-1 0 1,1 0-1,0 0 1,-1 1-1,1-1 0,0 0 1,-1 0-1,1-1 0,-1 1 1,1 0-1,0 0 0,-1 0 1,1 0-1,-1 0 1,1-1-1,0 1 0,-1 0 1,1-1-1,-1 1 0,1 0 1,-1-1-1,1 1 0,-1 0 1,1-1-1,-1 1 1,0-1-1,1 1 0,-1-1 1,0 1-1,1-1 0,-1 0 1,0 1-1,1-1 0,-1 1 1,0-1-1,0 1 1,0-1-1,0 0 0,0 1 1,0-1-1,1 0 0,-2 0-29,4 61 1944,-4-42-1333,0 85 987,15 142 368,1-232-2370,0-13-3382,-8-1-839,3 1-3673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24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8066,'0'0'1381,"0"0"1116,0 0-1075,22 20-252,73 65-513,-85-78-567,0 0 1,1 0-1,0-1 1,0-1-1,0 0 0,1 0 1,-1-1-1,1 0 1,0-1-1,0-1 1,0 0-1,1-1 1,-1 0-1,0 0 1,1-2-1,10 0-90,6 0 109,2 0-25,0-1 1,0-2-1,0-1 0,0-1 0,-1-2 1,0-1-1,0-2 0,-1 0 1,15-10-85,-18 9 91,-5 0 7,1 0 0,1 2-1,0 0 1,0 2 0,0 0-1,1 2 1,0 0 0,1 2-1,-1 0 1,1 2 0,0 1-1,-1 1 1,1 1 0,5 1-98,-16 5 57,-1 0 0,1 0 0,-2 1 0,1 0-1,-1 2 1,-1-1 0,0 1 0,0 1 0,-1 0 0,0 0 0,-1 1 0,0 0 0,-1 1 0,0 0 0,-1 0 0,-1 1 0,0-1 0,-1 1 0,0 1 0,0 4-57,-3-18-9,-1 0 1,1 0-1,0 0 1,-1 0 0,1-1-1,0 1 1,0-1-1,0 1 1,0-1-1,0 1 1,0-1 0,-1 0-1,1 0 1,0 0-1,0 0 1,0 0-1,0-1 1,0 1 0,0-1-1,0 1 1,0-1-1,-1 1 1,1-1 0,0 0-1,0 0 1,-1 0-1,1 0 1,-1 0-1,1 0 1,-1-1 0,1 1-1,-1 0 1,0-1-1,1 1 1,0-2 8,313-267-326,-310 264 344,0 0 0,0 1-1,1-1 1,0 1-1,0 0 1,1 1-1,-1-1 1,1 1-1,0 1 1,0-1 0,0 1-1,1 0 1,-1 1-1,1 0 1,-1 0-1,1 1 1,0-1-1,0 2 1,0-1-1,0 1 1,-1 0 0,1 1-1,0 0 1,0 0-1,0 1 1,-1 0-1,1 0 1,-1 1-1,0-1 1,1 2-1,-1-1 1,3 3-18,127 157 2795,-133-160-2782,1-1 0,0 0 0,0 0 0,0-1 0,0 1 0,0-1 0,0 0 0,0 0 0,1-1 0,-1 1 0,0-1 1,0-1-1,1 1 0,-1-1 0,0 1 0,0-1 0,0-1 0,0 1 0,0-1 0,0 0 0,0 0 0,0-1 0,-1 1 0,1-1 0,-1 0 0,0 0 0,0 0 0,0-1 0,0 1 0,0-1 0,-1 0 0,0 0 0,1-2-13,35-57-5818,-33 36-1330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2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1 292 8082,'0'0'1815,"0"0"1879,0 0-1854,0 0-815,0 0-253,0 0 547,1 9 1337,102-99-1313,45-121-571,-147 212-718,1-1 0,0 1-1,-1 0 1,1-1-1,-1 1 1,1 0 0,-1 0-1,1 0 1,-1 0 0,1 0-1,-1 0 1,0 0-1,0 1 1,0-1 0,0 0-1,0 1 1,0-1 0,0 1-1,0-1 1,0 1-1,-1-1 1,1 1 0,0 0-1,-1-1 1,0 1 0,1 0-1,-1-1 1,0 1-1,0 0 1,0 0 0,0-1-1,0 1 1,0 0 0,-1-1-1,1 1 1,0 0-1,-1-1 1,0 2-54,5 85 1341,-3-1 1,-5 0-1,-13 78-1341,12-114 253,0 20-311,6-65-2908,6-43-4367,-4 1-3949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23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6121,'0'0'7762,"0"0"-4857,0 0-9,-5 134-231,15-72-1273,7 0-184,3-2-536,-1-6-87,1-6-577,-3-8 40,3-6-48,-5-10 136,-3-4-280,-2-9-425,-10-4-1055,0-3-3025,-7-4-1424</inkml:trace>
  <inkml:trace contextRef="#ctx0" brushRef="#br0" timeOffset="245.007">0 316 6281,'0'0'7690,"0"0"-6210,0 0-527,0 0-185,0 0 416,0 0-72,156 0-104,-102 0-504,6 0-407,1 0-97,4 0-25,21-2-367,-17-9-2360,-9-5-4882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2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 6633,'0'0'661,"0"0"-369,0 0-222,-6-8 13282,29 19-12883,-1 0 0,1-2 0,1-1 0,0 0 0,0-2 0,0-1 0,1-1 0,-1-1 0,17 0-469,204-25 906,-178 17-1233,-69 28-4378,-37 13-3306,14-26 1664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26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6601,'0'0'671,"0"0"71,0 0 1534,0 0-389,0 0-378,0 0-362,6 17 1592,78-14 1304,288-14-637,-255 8-5461,-73 4-2799,-17-1-175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29:2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77 7098,'0'0'329,"0"0"634,0 0 2906,0 0-1046,-23-6-1008,-71-21-635,88 25-929,-1 0 1,0 0-1,1 1 0,-1 0 0,0 1 0,0 0 0,0 0 1,1 0-1,-1 1 0,0 0 0,0 0 0,1 0 0,-1 1 1,1 0-1,-1 1 0,1-1 0,0 1 0,0 0 1,0 1-1,0 0 0,0 0-251,-4 6 174,-1 1 1,2 1-1,-1-1 1,2 2-1,-1-1 1,2 1-1,-1 0 1,2 1-1,0 0 1,1 0-1,0 0 0,0 6-174,0-5 116,0-1 0,2 1 0,0 0-1,1 0 1,0 1 0,1-1 0,1 0 0,0 1-1,1-1 1,1 0 0,0 0 0,1 0-1,1 0 1,0 0 0,1 0 0,1-1-1,0 0 1,1 0 0,0-1 0,1 0-1,1 0 1,0-1 0,1 0 0,0 0-1,4 2-115,4 4 40,2-1-1,0-1 1,1-1-1,0-1 0,1-1 1,1-1-1,0 0 0,0-2 1,1-1-1,1-1 0,-1-1 1,1-1-1,1-1 1,-1-1-1,1-1 0,-1-2 1,1 0-1,0-2 0,-1-1 1,1-1-1,10-3-39,-19 2-20,1-1 0,-1-1 0,1 0 0,-2-2 0,1 0 0,-1 0 0,0-2 0,-1 0 0,0 0 0,-1-2 0,0 0 0,-1 0 0,0-2 0,-1 1 0,0-1 0,-1-1 0,-1 0 0,-1-1 0,0 0 0,0 0 0,-2-1 0,0 0 0,-1 0 0,-1-1 0,-1 0 0,0 1 0,-1-2 0,-1 1 0,0-9 20,-1 15-13,0 0 0,-1-1 0,-1 1 0,0-1 1,-1 1-1,0 0 0,0-1 0,-2 1 0,1 0 0,-1 1 0,-1-1 0,0 1 0,-1 0 0,0 0 0,-1 0 0,-7-8 13,3 6 0,0 0 0,-1 0 0,0 1-1,-1 1 1,0 0 0,-1 1 0,0 0-1,-1 1 1,0 1 0,0 0-1,-1 1 1,0 0 0,0 2 0,0 0-1,-1 1 1,0 0 0,0 1 0,0 1-1,0 1 1,-11 1 0,17-1 22,-23-2-25,0 2 1,0 0-1,0 3 0,0 1 0,1 1 1,-1 2-1,1 1 0,-30 11 3,-70 40-32,130-54-152,0 1 1,0-1-1,1 1 1,-1 0-1,1 0 0,0 0 1,1 0-1,-1 0 1,1 0-1,0 1 0,0-1 1,1 0-1,-1 1 0,1-1 1,1 1-1,-1-1 1,1 0-1,-1 1 0,2-1 1,-1 0-1,0 0 1,2 1 183,50 107-9797,-17-67 1668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0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1142 6433,'0'0'5427,"0"0"-3516,0 0-1336,27-20 64,84-67 397,-102 80-923,-1 0 0,1-1-1,-1 0 1,-1 0 0,0-1 0,0 0 0,0 0 0,-1-1 0,-1 0 0,0 0 0,0 0 0,-1 0 0,0-1 0,0 0-1,-2 0 1,1 0 0,-1 0 0,-1 0 0,0 0 0,-1 0 0,0-1 0,0 1 0,-1 0 0,-1-2-113,0 9 52,-1 0 0,1 0 1,-1 0-1,0 1 0,-1-1 1,1 1-1,0 0 1,-1 0-1,0 0 0,0 0 1,0 0-1,0 1 0,0 0 1,0 0-1,-1 0 0,1 0 1,-1 1-1,1-1 0,-1 1 1,1 0-1,-1 1 0,0-1 1,0 1-1,1 0 1,-1 0-1,0 1 0,0-1 1,1 1-1,-1 0 0,0 0 1,1 1-1,-1-1 0,1 1 1,0 0-1,-1 0 0,1 0 1,0 1-1,0 0 0,0 0-52,-3 5 165,-1 1-1,2 1 0,-1-1 0,1 1 0,1 0 0,0 0 0,0 1 0,1-1 0,0 1 0,1 0 1,0 1-1,1-1 0,0 0 0,1 1 0,0-1 0,1 1 0,0-1 0,1 0 0,0 1 0,3 9-164,-2-13 18,-1-1-1,1 0 0,1 1 0,-1-1 1,1 0-1,1-1 0,-1 1 0,1-1 0,0 1 1,1-1-1,-1 0 0,1-1 0,1 1 1,-1-1-1,1 0 0,-1 0 0,1-1 0,1 1 1,-1-1-1,1-1 0,-1 1 0,1-1 1,0-1-1,0 1 0,1-1 0,-1 0 0,1 0-17,13 3 4,-1-1 0,1-1-1,-1-1 1,1-1 0,0-1-1,0 0 1,0-1-1,-1-2 1,10-2-4,-15 2-88,-1-2 0,1 1 0,-1-2 0,0 0 0,0-1 0,0 0 0,-1-1 0,-1-1 0,1 0 0,-1 0 0,-1-1 0,1-1 88,-4 2-316,0 1 1,0-1 0,-1 0-1,-1 0 1,0-1-1,0 0 1,-1 0 0,0 0-1,0-1 1,-1 0-1,-1 1 1,0-2-1,0 1 1,-1 0 0,-1 0-1,1-4 316,-2 4-201,1 9 238,0-1 0,0 0 0,-1 1 1,1-1-1,-1 0 0,0 0 0,1 1 0,-1-1 0,0 0 1,-1 0-1,1 1 0,0-1 0,-1 0 0,0 0 0,0 1 0,0-1 1,0 1-1,0-1 0,0 1 0,0-1 0,-1 1 0,1 0 1,-1-1-1,0 1 0,0 0 0,0 0 0,0 0 0,0 1 0,-1-2-37,-5 49 2644,7-37-2577,1-1 1,-1 1-1,1 0 1,1-1-1,0 1 1,0-1-1,1 1 1,0-1 0,0 0-1,1 1 1,0-1-1,0 0 1,1-1-1,0 1 1,0-1-1,1 1 1,0-1-1,0-1 1,1 1-1,0-1 1,0 0 0,0 0-1,1 0 1,0-1-1,0 0 1,0-1-1,1 0 1,4 2-68,-7-2-65,1-1 0,0 0 0,0-1 0,0 0 0,0 0 0,1 0 0,-1 0 0,1-1 0,-1 0 0,0-1 0,1 1 1,0-1-1,-1 0 0,1-1 0,-1 0 0,0 0 0,1 0 0,-1-1 0,0 0 0,1 0 0,-1 0 0,0-1 0,-1 0 0,1 0 0,0-1 0,-1 1 0,0-1 1,0 0-1,0-1 0,0 1 0,-1-1 0,1 0 0,-1 0 0,-1 0 0,1-1 0,-1 1 0,0-1 0,0 0 0,2-6 65,-3 5-23,1-1 0,-2 0 1,1 0-1,-1 0 0,0 0 0,-1 0 0,1-1 0,-2 1 0,1 0 0,-1 0 0,-1 0 0,1 0 1,-1 0-1,-1 0 0,1 1 0,-1-1 0,-1 1 0,1-1 0,-1 1 0,-1 0 0,1 1 0,-1-1 1,0 1-1,-1 0 0,1 0 0,-1 0 0,0 1 0,-1 0 0,1 0 0,-1 1 0,0 0 0,0 0 1,-1 0-1,1 1 0,-5-1 23,3 1-27,1 2 1,-1-1-1,0 1 1,0 0-1,0 1 1,0 0-1,1 1 1,-1 0-1,0 0 0,0 1 1,0 0-1,1 0 1,-1 1-1,1 0 1,0 0-1,0 1 1,0 0-1,0 1 1,1 0-1,0 0 1,0 0-1,0 1 1,1 0-1,-1 1 1,1-1-1,1 1 1,-1 0-1,1 1 1,1-1-1,-1 1 0,1 0 1,1 0-1,-1 0 1,1 1-1,1-1 1,-1 4 26,-5 40-2513,6-10-3047</inkml:trace>
  <inkml:trace contextRef="#ctx0" brushRef="#br0" timeOffset="1031.483">939 802 7162,'0'0'260,"0"0"1129,0 0 4090,0 0-2073,0 0-596,-2 26-267,7 395 3241,78 163-5517,-83-583-344,-1 0 0,1 1 1,-1-1-1,0 0 0,0 0 0,0 0 1,1 0-1,-1 0 0,0-1 1,0 1-1,0 0 0,-1 0 1,1-1-1,0 1 0,0 0 1,0-1-1,0 1 0,-1-1 1,1 1-1,0-1 0,0 0 1,-1 0-1,1 0 0,0 1 1,-1-1-1,1 0 0,0 0 1,0-1-1,-1 1 0,1 0 1,0 0-1,-1-1 0,1 1 1,0-1-1,0 1 0,0-1 0,0 1 1,-1-1-1,1 0 0,0 1 1,0-1-1,0 0 0,0 0 1,0 0-1,0 0 0,1 0 1,-1 0-1,0 0 0,0 0 1,1 0-1,-1 0 0,1-1 1,-1 1-1,1 0 0,-1 0 1,1 0-1,0-1 0,0 1 1,-1 0-1,1-2 77,-3 0-206,-66-62-2347,-97-86-170,129 119 2865,-1 2 1,-2 2-1,-1 2 1,-1 1 0,-38-15-143,70 34 338,-1 2 0,0-1 1,0 1-1,0 1 0,0 0 1,0 0-1,-1 1 0,1 1 1,-1 0-1,0 1 0,1 0 1,-1 0-1,1 1 1,-1 1-339,9 1 23,0 0 1,1 0-1,-1 0 1,1 0-1,0 1 1,0-1-1,0 1 1,1 0 0,-1-1-1,1 1 1,0 0-1,0 0 1,0 0-1,0 0 1,1 0 0,-1 0-1,1 0 1,0 0-1,1 0 1,-1 0-1,1 0 1,-1 0-1,1-1 1,0 1 0,1 0-1,-1 0 1,1 0-1,-1-1 1,1 1-1,0-1 1,1 0-1,-1 1 1,3 2-24,8 2 4,0 1-1,0-2 1,1 0-1,1 0 1,-1-1-1,1-1 1,0-1-1,0 0 1,0 0-1,1-2 1,-1 0-1,1-1 1,-1 0 0,1-1-1,0-1 1,-1-1-1,1 0 1,-1-1-1,0 0 1,13-6-4,5-4-153,-1-3 0,0 0 1,-1-2-1,-1-2 1,0 0-1,-2-2 0,0-2 1,-2 0-1,-1-1 0,-1-2 1,-1 0-1,-1-2 0,-1 0 1,-2-2-1,-1 0 1,-2-1-1,-1 0 0,-1-2 1,-2 1-1,-1-2 0,-2 1 1,-1-5 152,3-34 1197,-11 73-995,9 16-52,-6-5-120,1-1 0,0 0 0,1 0 0,0 0 0,0 0 0,1-1 0,1 0 0,-1 0 0,2-1 0,-1 0 0,1 0 0,0-1 0,0 0 0,1 0 0,0-1 0,0 0 0,1 0 0,0-1 0,0 0 0,0-1 0,0 0 1,1-1-1,-1 0 0,1-1-30,-7-4-150,-1-1 1,0 1 0,0-1-1,0 0 1,0 0-1,-1 0 1,1 0 0,-1 0-1,1-1 1,-1 1 0,0-1-1,-1 1 1,1-1 0,-1 0-1,1 0 1,-1 0 0,0 0-1,-1 0 1,1 0 0,-1 0-1,1 0 1,-1 0 0,0 0-1,-1 0 1,1 0 0,-1 0-1,0 0 1,0 0 0,0 0 149,1-7-340,0-102-1379,1 75 3530,35 156 1670,-33-111-3458,1-1 0,-1 1 0,1-1 0,1 0 0,-1 0 0,1 0 0,0-1 0,0 1 0,1-1 0,-1-1 0,1 1 0,0-1 0,0 0 0,1 0 0,-1 0 0,1-1 0,0 0 0,0-1 0,0 0 0,0 0 0,0 0 0,1-1 0,-1 0 0,2 0-23,-3-1-123,-1 0 0,1-1 0,0 0 1,-1 0-1,1 0 0,-1 0 0,0-1 0,1 0 0,-1 0 0,0-1 1,0 1-1,0-1 0,0 0 0,-1-1 0,1 1 0,-1-1 0,0 0 1,0 0-1,0 0 0,-1 0 0,1-1 0,-1 0 0,0 1 0,0-1 1,-1 0-1,0 0 0,1-1 0,-2 1 0,1 0 0,-1-1 0,1 1 1,-1-4 122,16-104-4155,-16 70 6893,12 141 2393,-12-93-5098,1 0-1,-1-1 1,1 1-1,0-1 1,0 0-1,1 0 0,-1 1 1,1-1-1,0-1 1,0 1-1,0 0 1,1-1-1,-1 0 1,1 1-1,0-2 0,0 1 1,0 0-1,0-1 1,0 1-1,1-1 1,-1-1-1,1 1 1,-1 0-1,1-1 0,0 0 1,0 0-1,-1-1 1,1 1-1,4-1-32,69-17-1850,-23-44-5168,-33 22-757</inkml:trace>
  <inkml:trace contextRef="#ctx0" brushRef="#br0" timeOffset="1353.861">1574 364 16035,'0'0'3711,"0"0"-2219,0 0-555,0 0-16,0 0-111,0 0-465,8 10-188,-2-2-165,-5-5-10,1-1 1,-1 1-1,1 0 0,0-1 1,0 1-1,0-1 0,0 1 1,0-1-1,1 0 1,-1 0-1,1 0 0,-1-1 1,1 1-1,0 0 0,0-1 1,0 0-1,0 1 1,0-1-1,0-1 0,0 1 1,0 0-1,0-1 0,2 1 18,-2 0-160,1-1 0,-1 1-1,0 0 1,1-1 0,-1 0-1,0 0 1,1 0-1,-1 0 1,1-1 0,-1 1-1,0-1 1,1 0-1,-1 0 1,0 0 0,0 0-1,0-1 1,0 1-1,0-1 1,0 0 0,0 1-1,0-2 1,-1 1-1,1 0 1,-1 0 0,1-1-1,-1 1 1,0-1 0,0 0-1,0 0 1,-1 0-1,1 0 1,0 0 0,-1 0-1,0 0 1,0 0-1,0 0 1,0-1 0,-1 1-1,1 0 1,-1-1-1,0-2 161,0 3 6,0 1-1,0-1 0,0 1 1,-1-1-1,1 1 1,-1 0-1,0-1 0,1 1 1,-1 0-1,0 0 0,-1-1 1,1 1-1,0 0 0,-1 0 1,1 0-1,-1 0 1,1 1-1,-1-1 0,0 0 1,0 1-1,0-1 0,0 1 1,0-1-1,0 1 0,0 0 1,0 0-1,-1 0 1,1 0-1,0 1 0,-1-1 1,1 0-1,0 1 0,-1 0 1,1-1-1,-1 1 0,1 0 1,-1 1-1,1-1 1,0 0-1,-1 0 0,1 1 1,-1 0-1,1-1 0,0 1 1,-1 0-1,1 0-5,-4 0 5,1 0 1,-1 0-1,1 1 0,-1-1 0,1 1 1,0 0-1,-1 1 0,1-1 0,0 1 1,1 0-1,-1 0 0,0 0 0,1 1 1,0 0-1,0 0 0,0 0 0,0 0 1,1 1-1,-1-1 0,1 1 0,0 0 1,1 0-1,-1 0 0,1 0 0,0 0 1,0 1-1,1-1 0,-1 1 0,1-1 1,0 3-6,-2 5-103,1 0 0,0 1 0,1-1 0,1 0 1,0 0-1,1 1 0,0-1 0,1 0 0,0 0 1,1 0-1,0 0 0,5 9 103,26 31-4810,3-13-5089</inkml:trace>
  <inkml:trace contextRef="#ctx0" brushRef="#br0" timeOffset="1915.797">2076 702 4905,'0'0'9709,"0"0"-6074,0 0-2102,0 0-49,0 0 18,0 0-305,10 20-418,62 137-240,-72-154-569,1 0 0,0 0 0,1 0 0,-1-1 0,0 1 0,1 0 0,0 0 1,-1-1-1,1 1 0,0-1 0,0 1 0,0-1 0,1 0 0,-1 0 0,1 0 0,-1 0 0,1-1 1,0 1-1,-1-1 0,1 1 0,0-1 0,0 0 0,0 0 0,0 0 0,0 0 0,0-1 0,0 1 1,0-1-1,1 0 0,-1 0 0,0 0 0,0 0 0,0-1 0,0 1 0,0-1 0,0 0 0,0 0 1,0 0-1,0 0 0,0 0 0,0-1 0,0 1 0,-1-1 0,1 0 0,-1 0 0,1 0 0,-1 0 1,0 0-1,0 0 0,1-1 30,91-167-5442,-31 41 5497,-61 128 25,0 0 0,0 0 0,-1 1-1,1-1 1,0 1 0,0-1 0,0 1-1,0 0 1,-1 0 0,1 0 0,0 0 0,0 0-1,0 0 1,0 0 0,0 1 0,0-1-1,-1 1 1,1-1 0,0 1 0,0 0 0,-1-1-1,1 1 1,0 0 0,-1 0 0,1 0-1,-1 1 1,1-1 0,-1 0 0,0 1 0,1-1-1,-1 0 1,0 1 0,0-1 0,0 1-1,0 0 1,0-1 0,0 1 0,-1 0-1,1 0 1,-1 0 0,1-1 0,-1 1 0,0 0-1,1 0 1,-1 0 0,0 1-80,3 4 326,20 34 564,-20-32-826,0 0 0,0-1-1,1 1 1,0-1 0,1 0 0,0 0-1,0-1 1,0 1 0,1-1 0,0 0 0,1-1-1,0 1 1,0-1 0,0-1 0,1 1 0,-1-1-1,1-1 1,0 1 0,1-1 0,-1-1-1,1 1 1,0-2 0,0 1 0,0-1 0,0 0-1,4-1-63,-10 0 1,0-1 0,1 1 0,-1-1 0,0 0 0,1 0 0,-1 0 0,1-1 0,-1 1 0,0-1 0,1 0 0,-1 0 0,0 0 0,0 0 0,0-1 0,0 1 0,0-1 0,0 0 0,0 0 0,0 0 0,-1 0 0,1 0 0,-1-1 0,0 1 0,1-1 0,-1 1 0,0-1 0,0 0 0,-1 0 0,1 0 0,-1 0 0,1 0 0,-1 0 0,0 0 0,0-1 0,-1 1 0,1 0 0,0-1 0,-1 1 0,0-1 0,0 0-1,3-5-76,-1 0-1,0-1 0,-1 0 1,0 1-1,-1-1 0,0 1 1,0-1-1,-1 0 1,0 1-1,0-1 0,-1 1 1,-1 0-1,0-1 0,0 1 1,0 0-1,-1 1 0,-1-1 1,0 1-1,0-1 0,0 2 1,-1-1-1,0 0 0,-1 1 1,1 0-1,-1 1 0,-1 0 1,1 0-1,-1 0 1,0 1-1,0 0 0,-1 0 1,0 1-1,0 0 0,0 1 1,0 0-1,0 0 0,0 1 1,-3 0 76,5 3-3,1 1-1,-1-1 1,0 1 0,1 0 0,-1 1 0,1-1 0,0 1 0,-1 1 0,2-1 0,-1 1-1,0 0 1,1 0 0,0 1 0,0 0 0,0 0 0,0 0 0,1 0 0,0 1-1,0 0 1,0-1 0,1 1 0,0 1 0,0-1 0,0 0 0,1 1 0,-1 2 3,-15 69-4354,17-51-4330</inkml:trace>
  <inkml:trace contextRef="#ctx0" brushRef="#br0" timeOffset="2665.518">3195 375 7042,'0'0'9567,"0"0"-5238,0 0-3284,0 0-517,0 0 267,0 0 136,-8 18-401,-22 55-246,30-71-283,0 0 0,0 0 0,1 0 1,-1 0-1,1 0 0,-1 0 0,1 0 1,0 0-1,0 0 0,0 0 0,0 0 1,0-1-1,0 1 0,0 0 0,1-1 1,-1 1-1,1-1 0,-1 1 0,1-1 1,-1 0-1,1 1 0,0-1 0,0 0 1,-1 0-1,1 0 0,0-1 0,0 1 1,0 0-1,0-1 0,0 1 0,0-1 1,0 0-1,0 0 0,0 1 0,1-1 1,-1-1-1,0 1 0,0 0 0,0 0 1,0-1-1,0 1 0,0-1 0,0 0 1,0 0-1,0 1 0,-1-1 0,2-1-1,0 0-170,-1-1 0,1 1-1,-1-1 1,1 0 0,-1 0 0,0 0-1,0-1 1,0 1 0,0 0-1,-1-1 1,1 1 0,-1-1-1,0 0 1,0 1 0,0-1-1,0 0 1,-1 1 0,0-1 0,0 0-1,0 0 1,0 0 0,0 1-1,-1-1 1,1 0 0,-1 0-1,0 1 1,0-1 0,-1 1-1,1-1 1,-1 1 0,0-1 0,0 1-1,0 0 1,0 0 0,0 0-1,-1 0 1,0 0 170,-2 1-4,0 1 1,1-1-1,-1 1 0,-1 1 1,1-1-1,0 1 0,0 0 1,0 0-1,0 0 0,0 1 0,0-1 1,0 1-1,0 0 0,0 1 1,0 0-1,0-1 0,1 1 1,-1 1-1,0-1 0,1 1 1,0 0-1,0 0 0,0 0 1,0 0-1,0 1 0,1-1 1,-1 1-1,1 0 0,0 0 0,0 1 1,0-1-1,1 0 0,0 1 1,-2 3 3,-48 173 2974,50-175-2915,1 1-1,0-1 1,0 1 0,1-1 0,0 1 0,0-1 0,1 1 0,0-1 0,0 1-1,0-1 1,1 0 0,0 1 0,0-1 0,0 0 0,1 0 0,0 0 0,0-1-1,1 1 1,-1-1 0,1 1 0,0-1 0,1-1 0,-1 1 0,1 0 0,0-1-1,0 0 1,1 0 0,-1-1 0,1 1 0,-1-1 0,1 0 0,0-1 0,1 0-1,0 1-58,3 1-49,0-1 0,0 0-1,0 0 1,0-1-1,0 0 1,0 0-1,1-2 1,-1 1 0,1-1-1,-1-1 1,0 0-1,1 0 1,-1-1-1,0 0 1,0-1 0,0 0-1,0 0 1,-1-1-1,1-1 1,-1 0-1,0 0 1,0 0 0,-1-1-1,0-1 1,0 1-1,0-1 1,-1-1-1,0 1 1,0-1 0,-1-1-1,0 1 1,4-8 49,-4 0-291,0 1 1,-2-1-1,0 0 1,0-1-1,-2 1 1,0-1-1,-1 1 1,0-1-1,-1 0 0,-1 1 1,-1-1-1,0 1 1,-3-7 290,-27-10 1764,21 98 77,10-57-1793,0 0 1,0 0-1,1 0 1,0 0 0,0 0-1,1 0 1,0 0-1,1-1 1,-1 1 0,2 0-1,-1 0 1,1-1-1,0 0 1,0 1 0,1-1-1,0 0 1,1-1-1,-1 1 1,1-1 0,0 0-1,1 0 1,0 0-1,0-1 1,0 0 0,0 0-1,1-1 1,0 1-1,-1-2 1,2 1 0,-1-1-1,0 0 1,6 2-49,-10-4-14,0 1-1,0-1 1,0 0 0,0 0 0,0 0 0,1 0-1,-1-1 1,0 1 0,1-1 0,-1 0 0,0 0 0,1 0-1,-1 0 1,0 0 0,1-1 0,-1 0 0,0 1 0,0-1-1,0 0 1,0-1 0,0 1 0,0-1 0,0 1 0,0-1-1,0 0 1,0 0 0,-1 0 0,1 0 0,-1-1 0,0 1-1,0-1 1,1 1 0,-2-1 0,1 0 0,0 0 0,0 1-1,-1-2 1,0 1 0,0 0 0,1-2 14,11-175-7090,-13 178 7022,0 0 0,-1 0 0,0 0 0,1 0 0,-1 0 0,0 0 0,0 0 0,0 0 0,0 0 0,0 0-1,-1 1 1,1-1 0,-1 0 0,1 1 0,-1-1 0,1 1 0,-1-1 0,0 1 0,0 0 0,1 0 0,-1 0-1,0 0 1,0 0 0,0 0 0,0 1 0,0-1 0,-1 0 0,1 1 0,0 0 68,-3-1 61,0 1 0,1 0 1,-1 1-1,0-1 0,0 1 0,1 0 1,-1 0-1,0 1 0,1-1 0,-1 1 1,1 0-1,0 0 0,-1 1 0,1-1 1,0 1-1,0 0 0,1 0 0,-1 0 1,0 1-62,-52 84 1092,52-21-3730,12-56-2447</inkml:trace>
  <inkml:trace contextRef="#ctx0" brushRef="#br0" timeOffset="4034.628">3732 417 8634,'0'0'5552,"0"0"-2802,-2 22-813,-4 179 2719,6-197-4616,-1-1 0,1 1 0,0 0 1,0 0-1,1-1 0,-1 1 0,1 0 0,-1-1 0,1 1 0,0-1 1,1 1-1,-1-1 0,1 1 0,-1-1 0,1 0 0,0 0 0,0 0 0,0 0 1,1 0-1,-1 0 0,1-1 0,0 1 0,-1-1 0,1 1 0,0-1 1,0 0-1,1 0 0,-1-1 0,0 1 0,1-1 0,-1 1 0,1-1 1,-1 0-1,1 0 0,-1-1 0,1 1 0,0-1 0,-1 0 0,1 1 0,0-2 1,-1 1-1,4-1-40,-1-2-129,0 0 0,0 0 1,0-1-1,0 0 0,-1 0 0,1-1 1,-1 0-1,0 1 0,-1-2 1,1 1-1,-1 0 0,0-1 1,0 0-1,-1 0 0,0 0 0,0 0 1,0-1-1,-1 1 0,0-1 1,0 0-1,0 1 0,-1-1 0,0 0 1,-1 0-1,1 0 0,-1 0 1,-1 0-1,1-2 129,0 3-172,38-204-911,-35 208 1141,1 0-1,0 1 1,0-1-1,-1 1 0,1 0 1,0 0-1,0 0 1,0 1-1,0 0 0,0-1 1,0 1-1,0 0 1,0 1-1,0-1 0,0 1 1,0 0-1,0 0 1,0 0-1,0 0 1,0 1-1,2 1-57,124 57 201,-185-71 800,47 6-999,-1 1 0,1 0 0,-1 1 1,0 0-1,0 0 0,0 1 0,0 0 1,0 1-1,-1 0 0,1 0 0,0 1 1,-1 0-1,1 1 0,0 0 1,-1 0-1,1 1 0,0 0 0,0 1 1,0 0-1,0 0 0,1 1 0,-1 0 1,1 0-1,0 1 0,0 0 0,1 1 1,-1 0-1,1 0 0,0 1 1,-2 2-3,4 3 28,0-1 0,0 0 0,2 1 1,-1 0-1,1 0 0,1 0 0,0 0 1,1 1-1,0-1 0,1 0 0,1 1 1,-1-1-1,3 6-28,-2-12 13,-1-1 1,2 0-1,-1 0 0,1 0 0,0 0 1,0 0-1,0 0 0,0 0 1,1-1-1,0 1 0,0-1 1,0 0-1,1 0 0,-1 0 1,1 0-1,0 0 0,0-1 1,0 0-1,1 0 0,-1 0 1,1 0-1,0-1 0,0 1 0,-1-1 1,1-1-1,1 1 0,-1-1 1,0 1-1,0-2 0,1 1 1,3 0-14,-3 0-33,1-1 1,-1 1-1,1-1 1,-1 0-1,1-1 0,-1 1 1,0-1-1,1-1 1,-1 1-1,0-1 1,1 0-1,-1-1 1,0 1-1,-1-1 0,1 0 1,0-1-1,-1 1 1,0-1-1,0 0 1,0 0-1,0-1 1,-1 0-1,1 0 1,-1 0-1,-1 0 0,1 0 1,2-5 32,12-29-1944,-2-2 0,-1 0-1,-2 0 1,-2-1 0,-2-1 0,-1 0 0,1-38 1944,-7 64-1101,7-95-1338,-7 3 4681,-2 107-2000,0 1 1,1 0 0,-1-1 0,0 1 0,0-1-1,0 1 1,0-1 0,0 1 0,0-1 0,0 1-1,0 0 1,-1-1 0,1 1 0,0-1 0,-1 1-1,0 0 1,1 0 0,-1-1 0,0 1 0,1 0-1,-1 0 1,0-1 0,0 1 0,0 0 0,0 0-1,0 0 1,0 0 0,0 1 0,0-1 0,-1 0-1,1 0 1,0 1 0,0-1 0,-1 0 0,1 1-1,-1 0 1,1-1 0,-1 1-243,-25 31 1939,-20 149 3133,40 103-2984,7-274-2118,0 0 1,0 1-1,1-1 1,0 0-1,1 0 1,0 0-1,0 0 1,1 0-1,0 0 1,0-1 0,1 1-1,1-1 1,-1 0-1,1 0 1,1-1-1,-1 1 1,1-1-1,0 0 1,1-1-1,0 0 1,0 0-1,0 0 1,1-1-1,0 0 1,0 0-1,0-1 1,0 0-1,1 0 1,0-1-1,-1 0 1,1-1-1,0 0 1,1 0-1,-1-1 1,5 0 29,-5-6-263,-1 0 1,1 0 0,-1 0-1,0-1 1,0-1-1,-1 1 1,0-1 0,0-1-1,-1 1 1,0-1 0,0 0-1,-1 0 1,0-1-1,0 0 1,-1 0 0,0 0-1,0 0 1,-1-1 0,-1 1-1,1-1 1,-2 0-1,1 0 1,-1 0 262,12-74-305,2 119 2817,-9 1-1214,-6-30-1238,0 1 0,0-1 0,0 1 1,0-1-1,1 1 0,0-1 0,1 1 0,-1-1 1,1 0-1,0 0 0,1 0 0,0 0 1,0 0-1,0 0 0,0-1 0,1 1 0,0-1 1,0 0-1,1 0 0,-1-1 0,1 1 1,0-1-1,0 0 0,1 0 0,-1-1 1,1 1-1,-1-1 0,1 0 0,0-1 0,1 0 1,-1 0-1,2 1-60,-4-4 15,1 1-1,-1-1 1,0 0 0,0 0-1,0-1 1,0 1 0,0-1 0,0 0-1,0 0 1,0 0 0,-1 0 0,1-1-1,-1 1 1,0-1 0,0 0-1,0 0 1,0 0 0,0-1 0,0 1-1,-1-1 1,0 1 0,0-1-1,0 0 1,0 0 0,0 0 0,-1 0-1,0 0 1,0 0 0,0 0-1,0 0 1,0-2-15,12-142-408,-13 144 380,0-17-23,1 14 22,0 0 1,-1 0-1,0 0 0,0 0 1,-1 0-1,1 0 0,-2 0 0,1 0 1,-1 0-1,0 1 0,0-1 1,-1 0-1,0 1 0,0 0 1,0-1-1,-1 1 0,-3-3 29,4 8 18,-1-1 0,1 1 0,-1 1 0,0-1 0,1 0 0,-1 1 0,0 0 0,1 0 0,-1 0 0,0 0-1,0 1 1,1-1 0,-1 1 0,0 0 0,1 0 0,-1 0 0,1 1 0,-1-1 0,1 1 0,0 0 0,0 0 0,0 0 0,0 0 0,0 0 0,0 1 0,0 0-1,1-1 1,-1 1 0,1 0 0,0 0 0,0 0 0,-2 4-18,1-4 18,-3 3 2,-18 16 26,2 1 0,1 1 1,0 1-1,2 1 1,1 0-1,1 1 0,-10 24-46,26-49-71,0-1-1,0 1 1,0-1 0,1 1-1,-1-1 1,0 1-1,1-1 1,0 1-1,-1 0 1,1-1-1,0 1 1,0 0 0,0-1-1,0 1 1,0 0-1,0-1 1,0 1-1,0 0 1,1-1-1,-1 1 1,1 0 0,-1-1-1,1 1 1,0-1-1,-1 1 1,1-1-1,0 1 1,0-1-1,0 0 1,0 0 0,0 1-1,1-1 1,-1 0-1,0 0 1,0 0-1,1 0 1,-1 0-1,1 0 1,-1 0 0,1-1-1,-1 1 1,1-1-1,-1 1 1,1-1-1,1 1 72,81-2-7824,-84 1 7793,85-27-8099,-32-5 5951,-14 0 3872,-6-3 4300,-14 34 4124,-3 49-6849,-13-38-2478,-3-4-690,1 1 1,0-1-1,1 1 1,-1-1-1,1 0 1,1 0-1,-1 1 0,1-2 1,0 1-1,1 0 1,-1-1-1,1 1 1,0-1-1,0 0 1,1 0-1,-1-1 1,1 1-1,0-1 1,1 0-1,-1 0 1,1-1-1,-1 1 0,1-1 1,0-1-1,0 1 1,1-1-1,-1 0 1,0 0-1,1-1 1,5 1-101,0-1 48,1-1 1,-1 0 0,0-1 0,1 0-1,-1-1 1,0 0 0,1-1 0,-1-1-1,-1 0 1,1 0 0,-1-1 0,1 0-1,-1-1 1,4-3-49,-9 4-303,0 0 0,0-1 0,0 1 1,0-1-1,-1 0 0,0 0 0,-1-1 0,1 0 0,-1 0 0,0 0 0,-1 0 0,0 0 1,0-1-1,2-7 303,3-26-6495,-7 2-3895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04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558 601 7802,'0'0'1340,"0"0"1937,0 0-1048,0 0-527,0 0-855,0 0-37,-4-6 320,2 3-992,0-1 0,0 1 0,0 0 0,-1 0 0,1 1-1,-1-1 1,0 0 0,1 1 0,-1 0 0,0-1 0,-1 1 0,1 1-1,0-1 1,0 0 0,-1 1 0,1-1 0,-1 1 0,0 0-1,1 0 1,-1 1 0,0-1 0,1 1 0,-1 0 0,0-1 0,-1 2-139,-18 2 3,1 2-1,0 0 0,1 2 0,0 0 0,0 1 0,0 1 0,1 2 0,0-1 1,1 2-1,0 1 0,1 1-1,-21 10-51,-135 93-139,173-117 185,1 1 0,-1-1-1,1 0 1,-1 0 0,1 0-1,-1 0 1,1 1-1,-1-1 1,1 0 0,-1 0-1,1 1 1,-1-1-1,1 1 1,-1-1 0,1 0-1,-1 1 1,1-1 0,0 1-1,-1-1 1,1 1-1,0-1 1,0 1 0,-1-1-1,1 1 1,0-1 0,0 1-1,0-1 1,-1 1-1,1-1 1,0 1 0,0 0-1,0-1 1,0 1 0,0-1-1,0 1 1,0-1-1,0 1 1,1 0 0,-1-1-1,0 1 1,0-1-1,0 1 1,0-1 0,1 1-1,-1-1 1,0 1 0,1-1-1,-1 1 1,0-1-1,1 1 1,-1-1 0,1 0-1,-1 1 1,0-1 0,1 0-1,-1 1 1,1-1-1,-1 0 1,1 0 0,0 1-1,-1-1 1,1 0-1,-1 0 1,1 0 0,-1 0-1,1 1 1,0-1 5,47 0-56,-34-1 60,164-20 129,-147 15-137,1 1 1,0 1-1,0 1 0,0 2 0,0 1 1,0 2-1,2 1 4,-25-1-6,1-1 0,-1 2-1,0-1 1,0 1 0,-1 0 0,1 1 0,-1 0 0,1 0-1,-1 1 1,-1 0 0,1 1 0,-1-1 0,0 1-1,0 1 1,0-1 0,-1 1 0,0 0 0,0 1 0,-1 0-1,0 0 1,-1 0 0,1 0 0,-2 0 0,1 1-1,-1 0 1,0 0 0,-1 0 0,0 0 0,0 0 0,-1 0-1,-1 1 1,1-1 0,-2 4 6,-5-5 29,-1-1-1,0 0 1,0 0 0,-1 0-1,0-1 1,0 0-1,-1-1 1,1 0 0,-1 0-1,0-1 1,-1 0 0,1-1-1,-1 0 1,1 0 0,-1-1-1,0 0 1,0-1-1,0 0 1,-4-1-29,-284 7 639,279-14-2928,65 2-502,13 0-662,1-1-1625</inkml:trace>
  <inkml:trace contextRef="#ctx0" brushRef="#br0" timeOffset="352.091">1010 823 6529,'0'0'1899,"0"0"3373,0 0-2270,0 0-1775,0 0-279,-9 22 699,-30 75-29,36-91-1567,0-1 0,0 1-1,1-1 1,0 1 0,0 0 0,0 0 0,0 0-1,1 0 1,0 0 0,0 0 0,1 0 0,0 0-1,0 1 1,0-1 0,1 0 0,0 0-1,0 0 1,0 0 0,1 0 0,0 0 0,0 0-1,1-1 1,-1 1 0,1-1 0,1 1 0,-1-1-1,1 0 1,-1 0 0,1-1 0,1 1 0,-1-1-1,1 0 1,0 0 0,0 0 0,0-1-1,0 1 1,0-1 0,1-1 0,0 1 0,-1-1-1,1 0 1,0 0 0,0 0 0,0-1 0,0 0-1,0 0 1,1-1 0,5 0-51,-5 0-27,0 0-1,0-1 1,0 0 0,0-1-1,0 1 1,0-1 0,-1 0-1,1-1 1,-1 0 0,1 0-1,-1 0 1,0-1 0,0 0-1,-1 0 1,1 0-1,-1-1 1,0 0 0,0 0-1,0 0 1,0 0 0,-1-1-1,0 0 1,-1 0 0,1 0-1,-1 0 1,0-1 0,-1 1-1,1-1 1,-1 0 0,0 0-1,-1 1 1,0-1 0,0 0-1,-1 0 1,1-1 0,-2-5 27,2 4-14,-1 1 1,0-1 0,0 0 0,-1 0 0,0 1-1,0-1 1,-1 0 0,0 1 0,-1-1-1,0 1 1,0 0 0,-1 0 0,0 0 0,0 0-1,-1 1 1,0 0 0,0-1 0,-1 2-1,1-1 1,-2 1 0,1 0 0,-1 0 0,0 1-1,0 0 1,0 0 0,-1 0 0,0 1-1,0 0 1,0 1 0,0 0 0,0 0 0,-1 1-1,1 0 1,-1 0 0,-2 1 13,5 0-13,1 0 0,-1 0 0,0 1 0,1 0 0,-1 0 0,1 0 0,-1 1 0,1 0 0,-1 0 0,1 0-1,-1 1 1,1 0 0,0 0 0,0 0 0,0 0 0,0 1 0,0 0 0,1 0 0,-1 0 0,1 1 0,-1 0 0,1 0 0,1 0 0,-1 0 0,0 0 0,1 1 0,0-1 0,0 1 0,1 0 0,-1 0 0,1 0 0,0 0 0,0 1-1,1-1 1,-1 0 0,1 1 0,0-1 0,1 1 0,-1 0 0,1-1 0,1 6 13,-1-6-194,0 0 0,0 0 0,0 0 1,1 0-1,0 0 0,0 0 0,1 0 0,-1 0 0,1 0 0,0 0 0,0-1 0,1 1 0,-1-1 0,1 1 0,0-1 1,0 0-1,1 0 0,-1-1 0,3 3 194,53 35-5659,-7-16-2003</inkml:trace>
  <inkml:trace contextRef="#ctx0" brushRef="#br0" timeOffset="1570.134">1537 648 6753,'0'0'6686,"-9"-25"-4042,-10-28-1710,-3 1 0,-1 1 0,-3 1 0,-21-30-934,37 67 302,3 2-31,0-1-1,-1 2 1,-1-1 0,0 1-1,0 0 1,-1 1 0,0 0-1,0 0 1,-1 1 0,-9-4-271,16 36 381,9 33-73,2-1 0,2 0 0,3-1 0,2-1-1,3 0 1,2 0 0,2-2 0,14 23-308,-30-60 8,0-1 1,1 1-1,1-1 0,0 0 1,1-1-1,1 1 1,0-2-1,0 1 0,1-1 1,1-1-1,0 0 0,1 0 1,0-1-1,0-1 0,1 0 1,0 0-1,1-2 0,0 1 1,0-2-1,0 0 0,1-1 1,0 0-1,0-1 0,3 0-8,-15-4-18,-1-1-1,1 1 0,0-1 0,-1 0 1,1 0-1,0 0 0,-1 0 1,1 0-1,-1-1 0,0 1 1,1-1-1,-1 1 0,0-1 0,0 0 1,0 0-1,0 0 0,0 0 1,-1 0-1,1 0 0,-1-1 1,1 1-1,-1 0 0,0-1 1,0 1-1,0-1 0,0 0 0,0 1 1,-1-1-1,1 0 0,-1 1 1,1-1-1,-1-2 19,4-105-219,-5 84 177,-13-74 32,12 158 24,2-43-4,1 1-1,0-1 1,1 0-1,1 1 1,0-1-1,1 0 1,1 0-1,0-1 1,1 0-1,1 0 1,0 0 0,1-1-1,0 0 1,1 0-1,5 5-9,-11-15-39,0-1 1,0 0-1,0 0 1,1 0-1,-1 0 0,1 0 1,-1-1-1,1 0 1,-1 1-1,1-1 1,0 0-1,-1-1 0,1 1 1,0-1-1,0 0 1,0 0-1,-1 0 0,1 0 1,0 0-1,0-1 1,-1 0-1,1 0 0,0 0 1,-1 0-1,1-1 1,-1 1-1,1-1 1,-1 0-1,0 0 0,0 0 1,0 0-1,0-1 1,0 1-1,0-1 0,0 0 1,-1 1-1,0-1 1,1 0-1,-1-1 0,0 1 1,-1 0-1,1-1 1,0 1-1,-1-1 0,0 1 1,0-1-1,0-2 39,14-174-3183,-16 134 4231,1 45-276,0 17-378,0-7-354,1 1 1,0-1-1,0 1 1,1-1-1,0 0 1,1 0-1,0 0 1,0 0-1,1 0 1,0-1-1,1 1 1,-1-1-1,2 0 1,-1-1-1,1 1 1,0-1-1,1 0 1,0-1-1,0 1 1,0-1-1,1-1 1,0 1-1,0-1 1,0-1-1,0 0 1,1 0 0,0 0-1,0-1 1,0 0-1,0-1 1,0 0-1,4 0-40,-9-2-40,1 0-1,0 0 1,0 0-1,-1 0 1,1-1-1,0 1 1,-1-1-1,1-1 1,-1 1-1,1-1 1,-1 1-1,0-1 1,1 0 0,-1-1-1,0 1 1,0-1-1,-1 0 1,1 0-1,0 0 1,-1 0-1,0-1 1,0 1-1,0-1 1,0 0-1,-1 0 1,1 0-1,-1 0 1,0 0 0,0-1-1,-1 1 1,1-1-1,0-1 41,21-51-543,-21 45 479,0-1-1,1 1 1,1 1-1,0-1 1,0 1-1,1-1 1,0 1-1,1 1 1,1-1-1,0 1 1,0 0-1,1 0 1,0 1-1,0 0 1,1 1-1,1 0 0,-1 0 1,1 1-1,0 0 1,1 1-1,0 0 1,0 0-1,0 1 1,1 1-1,-1 0 1,11-2 64,-18 6 54,0-1 1,0 1 0,1 0-1,-1 0 1,0 0 0,0 0-1,1 1 1,-1 0 0,0 0-1,0 0 1,0 0 0,0 1-1,0 0 1,0-1 0,0 1-1,-1 1 1,1-1 0,-1 0 0,1 1-1,-1 0 1,0 0 0,0 0-1,0 0 1,-1 0 0,1 1-1,-1-1 1,1 1 0,0 3-55,-52 1 1061,13-9-978,31 0-63,0 0 0,-1 0-1,1 0 1,-1 1 0,1-1 0,-1 1 0,1 1 0,-1-1 0,1 1-1,0 0 1,-1 0 0,1 0 0,0 1 0,0 0 0,0 0 0,0 0-1,0 1 1,0 0 0,0 0 0,1 0 0,0 0 0,0 1 0,-1-1 0,2 1-1,-1 0 1,0 0 0,1 1 0,-2 2-20,1-1 61,0 1 0,1 0-1,-1 0 1,1 0 0,1 0 0,-1 1 0,1-1 0,1 1-1,-1 0 1,1-1 0,1 1 0,-1 0 0,1 0-1,1-1 1,-1 1 0,1 0 0,1-1 0,-1 1 0,1 0-1,1-1 1,-1 0 0,1 0 0,0 1 0,1-2-1,0 1 1,0 0 0,0-1 0,1 0 0,0 0 0,0 0-1,1-1 1,0 1 0,0-1 0,0 0 0,0-1-1,1 0 1,-1 0 0,1 0 0,0-1 0,1 0 0,-1 0-1,0-1 1,2 0-61,3 0-68,0-1 0,0 0 0,0-1 0,0 0 0,-1-1 0,1-1 0,0 1 0,0-2 0,-1 0 0,1 0 0,-1-1 0,0-1 0,0 1-1,0-2 1,-1 0 0,0 0 0,0-1 0,0 0 0,-1 0 0,0-1 0,-1-1 0,1 1 0,-2-1 0,1-1 0,-1 1 0,-1-1 0,0-1 0,0 1 0,-1-1 0,0 0 0,-1 0-1,0 0 1,-1-1 0,2-8 68,-4 19 12,0-1 0,1 1-1,-1 0 1,0 0 0,1 1-1,-1-1 1,1 0 0,-1 0-1,1 1 1,-1-1-1,1 1 1,0-1 0,-1 1-1,1 0 1,0-1 0,-1 1-1,1 0 1,0 0 0,0 0-1,-1 1 1,1-1 0,0 0-1,-1 1 1,1-1-1,0 1 1,-1-1 0,1 1-1,-1 0 1,1-1 0,-1 1-1,1 0 1,-1 0 0,0 0-1,1 0 1,-1 1 0,0-1-1,0 0 1,0 0-1,0 1 1,0-1 0,0 1-1,0-1 1,0 1 0,-1-1-1,1 1 1,-1-1 0,1 1-1,-1 0 1,1-1 0,-1 1-1,0 0 1,0-1-1,0 2-11,6 4 210,19 25 106,-20-23-284,1 0 0,0-1 0,0 0-1,0 0 1,1 0 0,0-1-1,1 0 1,0 0 0,0-1-1,0 0 1,1-1 0,0 1-1,0-2 1,0 1 0,0-1-1,1-1 1,8 3-32,25-36-3002,-21-25-3451,-11 5-1726</inkml:trace>
  <inkml:trace contextRef="#ctx0" brushRef="#br0" timeOffset="1816.129">2804 365 6689,'0'0'10203,"0"0"-7171,0 0-1367,0 0-665,0 0 304,0 0-528,0 0-544,0 7-232,23 8-1856,1-1-5434</inkml:trace>
  <inkml:trace contextRef="#ctx0" brushRef="#br0" timeOffset="2089.003">3252 565 14963,'0'0'5428,"0"0"-3121,0 0-1199,0 0-339,14 20 131,49 64-173,-57-77-700,0 0 0,0 0 0,1-1 0,0 0 0,0 0 0,1-1 0,0 0 1,0 0-1,0 0 0,1-1 0,-1-1 0,1 0 0,0 0 0,0 0 0,0-1 0,0 0 1,0-1-1,0 0 0,1-1 0,-1 0 0,5 0-27,-11-3-155,1 1-1,-1-1 1,0 1-1,0-1 1,0 0 0,0 0-1,0-1 1,-1 1-1,1-1 1,-1 1 0,0-1-1,0 0 1,-1 0-1,1 1 1,-1-1 0,1-1-1,-1 1 1,0 0-1,-1 0 1,1 0 0,-1 0-1,0-1 1,0 1-1,0 0 1,-1 0 0,1 0-1,-1-1 1,0 1-1,0 0 1,0 0 0,-1 0-1,0 0 1,1 1-1,-1-1 1,-1 0 0,1 1-1,0-1 1,-3-1 155,-2-3 60,0 1 1,0 0-1,-1 0 1,0 0-1,0 1 1,-1 0-1,1 1 1,-1 0 0,-1 1-1,1-1 1,-1 2-1,1-1 1,-1 2-1,0-1 1,0 1-1,0 0 1,-8 1-61,13 0 36,0 0 1,0 1 0,0 0-1,0 0 1,0 0 0,0 1 0,0-1-1,0 1 1,0 0 0,0 1-1,0-1 1,1 1 0,-1 0-1,1 0 1,-1 0 0,1 1-1,0 0 1,0 0 0,0 0 0,0 0-1,0 0 1,1 1 0,-1 0-1,1 0 1,0 0 0,0 0-1,0 0 1,1 0 0,0 1-1,0-1 1,0 1 0,0 0 0,1-1-1,-1 1 1,1 0 0,0 0-37,1 0-169,0-1 1,0 1-1,1-1 1,-1 0-1,1 1 1,0-1-1,0 0 1,0 1-1,1-1 1,-1 0-1,1 0 1,0 0-1,0 0 1,1-1-1,-1 1 1,1 0-1,-1-1 1,1 0-1,1 0 1,-1 0-1,0 0 1,1 0-1,-1 0 1,1-1-1,0 0 1,0 0-1,-1 0 1,2 0-1,1 1 169,41 12-5374</inkml:trace>
  <inkml:trace contextRef="#ctx0" brushRef="#br0" timeOffset="2513.088">3674 514 6489,'0'0'4647,"0"0"410,0 0-2554,0 0-1420,0 0-494,0 0 637,4 11 228,86 162-103,-90-172-1744,0-1-75,0 0-234,-4-52-2264,14-63-278,56 39 1315,-64 75 2016,1-1-1,-1 0 1,1 1 0,-1 0-1,1-1 1,-1 1 0,1 0-1,0 0 1,0 1-1,0-1 1,-1 0 0,1 1-1,0 0 1,0 0 0,0 0-1,0 0 1,0 0-1,0 0 1,0 1 0,-1-1-1,1 1 1,0 0 0,0 0-1,-1 0 1,1 0-1,0 1 1,-1-1 0,1 1-1,-1-1 1,0 1 0,1 0-1,-1 0 1,1 1-87,138 239 7011,-117-237-7840,-2-39-5232,-19 6-662</inkml:trace>
  <inkml:trace contextRef="#ctx0" brushRef="#br0" timeOffset="2765.598">3392 1 16019,'0'0'6298,"0"0"-4458,0 0-1072,0 0-720,0 0 80,0 0-120,0 0 0,47 84-16,-17-31 0,2 8-8,10 19-1288,-7-14-2665,-6-10-2312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3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6489,'0'0'2002,"0"0"3831,0 0-3085,0 0-1671,0 0-170,0 0 445,3 24-89,33 181 880,-24-180-1926,-4-32-128,-47-146-532,32 101 168,3 20 487,6 65 355,29 136 264,-13-151-1810,0-17-2946,-15-1 2756,15 0-7328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3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6065,'0'0'2230,"0"0"2847,0 0-2079,0 0-1510,0 0-523,-6 21-136,-47 327 3531,43 134-3175,10-481-1282,0-11-486,-10-790-3258,11 799 3862,-1 1-1,1-1 0,0 0 0,0 1 0,0-1 0,0 1 0,0-1 1,0 1-1,0 0 0,0-1 0,0 1 0,0 0 0,0 0 0,0-1 1,0 1-1,0 0 0,0 0 0,0 0 0,0 0 0,0 1 0,0-1 1,0 0-1,1 0 0,-1 1 0,0-1 0,0 0 0,0 1 0,-1-1 0,1 1 1,0-1-1,0 1 0,0 0 0,0-1 0,0 1 0,-1 0 0,1 0 1,0-1-1,-1 1 0,1 0 0,0 0 0,-1 0 0,1 0 0,-1 0 1,0 0-1,1 0 0,-1 0 0,0 0 0,1 0 0,-1 1-20,39 50 698,-2 3 1,-3 1-1,-2 1 0,-3 2 0,15 44-698,3 1 323,-32-70-243,-7-15-74,0 0 0,1 0-1,1-1 1,1-1 0,0 0-1,2 0 1,0-1 0,5 5-6,-17-21-340,-3-6-2866,-27-34-6432,5 22 1596</inkml:trace>
  <inkml:trace contextRef="#ctx0" brushRef="#br0" timeOffset="286.084">58 696 6497,'0'0'5103,"0"0"-2225,0 0-1097,0 0-786,0 0-306,0 0 33,-2 0-238,217-88-2475,-143 43-5002,-49 27 893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3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12 6529,'0'0'602,"0"0"403,0 0 2341,0 0-964,0 0-72,0 0-659,-2-12 338,2 63-72,22 449 1352,-10-459-3388,-12-60-374,-10-264-3476,0-3 3877,19 289 1456,84 123 1430,149 239-1648,-225-356-3503,-19-56-10453,-21 18 6927,-6 2 2334</inkml:trace>
  <inkml:trace contextRef="#ctx0" brushRef="#br0" timeOffset="249.505">25 419 5921,'0'0'1088,"0"0"4330,0 0-3522,0 0-600,0 0-688,0 0 609,0 0-545,23 49-24,4-56-136,5-15 128,5-7-320,0-2-136,3-2-184,-1-1-768,-9 10-1464,-10 8-4842</inkml:trace>
  <inkml:trace contextRef="#ctx0" brushRef="#br0" timeOffset="714.906">465 219 6281,'0'0'1281,"0"0"1335,0 0-615,0 0-669,0 0-563,0 0-128,69-25 2080,34-1-2066,-92 65-461,-30 155 1250,13-118-1121,71-69-426,117-58 480,-181 50-2402,-1 1-2127,0 0-2305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3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243 154 7218,'0'0'1497,"0"0"1441,0 0-1500,0 0-282,0 0-242,0 0-86,-4-12-119,-11-37 226,15 49-906,0 1 1,0-1-1,0 0 0,0 1 1,0-1-1,0 1 0,0-1 1,0 0-1,0 1 0,0-1 1,-1 0-1,1 1 0,0-1 1,0 1-1,0-1 0,0 0 1,-1 1-1,1-1 0,0 0 1,0 0-1,-1 1 0,1-1 1,0 0-1,-1 0 0,1 1 1,0-1-1,-1 0 0,1 0 1,0 0-1,-1 1 0,1-1 1,0 0-1,-1 0 0,1 0 1,-1 0-1,1 0 0,0 0 1,-1 0-1,1 0 0,0 0 1,-1 0-1,1 0 0,-1 0 1,1 0-1,0 0 0,-1 0 0,1 0 1,-1 0-1,1-1 0,0 1 1,-1 0-1,1 0-29,-1 3 143,-188 725 1552,169-478-1212,21-202-559,12-66-1324,7-45 421,-3-1 0,-3-1 1,-2-1-1,-3 0 0,-3-16 979,2 9-529,26-461 1572,-34 531-995,0-1 22,0-1 1,0 0 0,0 0-1,0 1 1,1-1 0,0 1 0,0-1-1,0 0 1,0 1 0,1 0-1,-1-1 1,1 1 0,1 0 0,-1 0-1,0 0 1,1 0 0,0 0-1,0 1 1,0-1 0,0 1 0,1 0-1,0-1-70,45 92 2518,48 270 1099,-72-243-3032,6 0 0,4-2 0,9 7-585,20-10-929,-63-109 194,-36-74-11424,10 44 5323</inkml:trace>
  <inkml:trace contextRef="#ctx0" brushRef="#br0" timeOffset="299.273">70 761 6081,'0'0'1673,"0"0"2133,0 0-1844,0 0-934,0 0-336,0 0 169,12 15 2309,277-4-719,-240-13-2345,56-16-1935,-40-9-4272,-42 12 163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4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6041,'0'0'3284,"0"0"243,0 0-1565,0 0-879,0 0-270,-5 2 266,-3 13 1733,44-11-111,-17-3-3150,220 3 1006,-239-4-1329,0 0-944,0 0-343,0 0-514,-3 0-2632,-9 0 1208,-5 0-1507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44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6465,'0'0'1190,"0"0"1337,0 0-810,0 0-680,0 0-302,0 0 292,7 3 289,267 24 1778,-227-23-8186,-37-4 70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45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99 130 6465,'0'0'1687,"0"0"2906,0 0-1769,0 0-1515,0 0-518,-1 6-324,-89 515 4686,82-347-5045,28-386-8536,-6-86 6407,21 2 5517,-35 295-3461,0 0 0,0 0 0,0 1 0,0-1 0,-1 0 0,1 0 0,0 0 0,0 1 0,1-1 0,-1 0 0,0 0 1,0 1-1,0-1 0,0 0 0,1 0 0,-1 0 0,0 1 0,1-1 0,-1 0 0,0 1 0,1-1 0,-1 0 0,1 1 0,-1-1 1,1 1-1,0-1 0,-1 0 0,1 1 0,0 0 0,-1-1 0,1 1 0,0-1 0,-1 1 0,1 0 0,0-1 0,0 1 1,-1 0-1,1 0 0,0 0 0,0-1 0,0 1 0,-1 0 0,1 0 0,0 0 0,0 0 0,0 1 0,-1-1 0,1 0 1,0 0-1,0 0 0,-1 1 0,1-1 0,0 0 0,0 1 0,-1-1 0,1 0 0,0 1 0,-1-1 0,1 1 0,0-1 1,-1 1-1,1 0 0,-1-1 0,1 1 0,-1-1 0,1 1 0,-1 0 0,1 0-35,34 49 1755,-12 7-743,-2 0 0,-3 1 0,-2 1-1,6 53-1011,65 202 816,-45-257-2970,-39-60-2390,-3-8 2222,0 9 1082,0-13-5793</inkml:trace>
  <inkml:trace contextRef="#ctx0" brushRef="#br0" timeOffset="289.344">30 684 7866,'0'0'1813,"0"0"1537,0 0-1599,0 0-625,0 0-542,0 0 182,6-3 42,16-8-350,-4 1-395,0 1 0,0 1 0,1 1 0,0 0 0,0 2-1,1 0 1,0 1 0,-1 1 0,16-1-63,19 2-3050,-1-11-9167,-40 8 10292</inkml:trace>
  <inkml:trace contextRef="#ctx0" brushRef="#br0" timeOffset="801.185">571 597 6177,'0'0'6452,"0"0"-3104,0 0-1685,0 0-638,0 0 470,1 23 38,23 158 738,35-67-1779,-59-114-443,-4-16 103,-90-156-325,93 167 197,19 32 9,39 102 99,-22-118-3234,-26-12 619,8 1-4090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53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6345,'0'0'1386,"0"0"1577,0 0-1277,0 0-524,0 0-240,0 0-99,0 4 77,-6 108 947,-5 0 0,-4-1-1,-9 14-1846,-28 230 194,50-313-716,2-31-786,2-29 333,44-254-1201,-30 176 2139,32-346 826,-48 435-669,1-3 3266,5 43-2397,26 101-507,-12-36 173,4-2 1,5 0 0,4-2-1,4-1 1,18 28-656,-25-77-104,-30-44-199,0 0-356,-3-10-4126,-46-36-8008,17 24 7923</inkml:trace>
  <inkml:trace contextRef="#ctx0" brushRef="#br0" timeOffset="251.396">6 763 4657,'0'0'8442,"0"0"-6698,0 0-384,0 0-183,0 0-313,0 0 416,144-34-24,-98 12-623,4 2-489,4 0-72,-4 4-72,2 3-2017,-13 4-2736,-12 5-3649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5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 6385,'0'0'4005,"0"0"-529,0 0-2009,0 0-829,0 0-262,0 0 391,-3-2 778,-28 9 3359,6 74-4935,20-61 423,-18 184 398,23-198-781,1 0 1,-1 0 0,1 0 0,0-1 0,1 1-1,-1 0 1,1 0 0,0 0 0,1-1-1,-1 0 1,1 1 0,0-1 0,1 0 0,-1 0-1,1 0 1,0-1 0,0 1 0,0-1 0,1 0-1,-1 0 1,1-1 0,0 1 0,0-1-1,1 0 1,-1-1 0,1 1 0,-1-1 0,1 0-1,0 0 1,0-1 0,-1 1 0,2-1-10,3 1-15,-1 0 1,1-1-1,0 0 1,0 0 0,-1-1-1,1 0 1,0-1 0,0 0-1,-1-1 1,1 0-1,0 0 1,-1-1 0,0 0-1,0-1 1,0 0-1,0-1 1,0 1 0,-1-2-1,0 1 1,0-1-1,-1 0 1,1-1 0,-1 0-1,0 0 1,-1 0-1,0-1 1,0 0 0,-1 0-1,0-1 1,0 1-1,-1-1 1,0 0 0,-1 0-1,0-1 1,0 1-1,-1-1 1,0 1 0,0-1-1,-1-7 15,-5 8 12,0 0 0,-1 0 0,0 1 0,0-1 0,-1 1-1,0 0 1,-1 1 0,1 0 0,-1 0 0,-1 0 0,1 1-1,-1 0 1,-1 0 0,1 1 0,-1 0 0,0 0 0,0 1 0,0 0-1,0 1 1,-1 0 0,1 1 0,-1-1 0,0 2 0,0 0 0,0 0-1,0 0 1,-1 1-12,4-1-77,-1 1 0,1-1 0,-1 1 0,0 0-1,1 1 1,-1-1 0,1 2 0,-1-1 0,1 1 0,-1 0 0,1 1-1,0-1 1,0 2 0,0-1 0,-3 3 77,-5 15-4895,10 8-4491,5-25 535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06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83 454 7410,'0'0'1134,"0"0"3194,0 0-1279,0 0-1294,0 0-952,0 0-303,-10 17 281,-2-1-407,7-9-220,0-1 0,1 1 0,0-1 0,0 2 0,0-1 0,1 0 0,0 0 0,0 1 0,1 0 0,0 0 0,0-1 0,1 1 0,0 0 0,0 4-154,0-5 42,-1-1 1,1 1-1,1-1 0,-1 1 0,1-1 1,1 1-1,-1 0 0,1-1 0,0 1 1,0-1-1,1 0 0,0 1 0,0-1 1,0 0-1,1 0 0,0 0 0,0 0 1,1-1-1,-1 1 0,1-1 0,1 0 1,-1 0-1,0 0 0,1-1 0,0 0 1,0 1-1,1-2 0,-1 1 0,1-1 1,0 0-1,0 0 0,0 0 1,0-1-1,0 0 0,0 0 0,1 0 1,-1-1-1,6 0-42,-7 1-6,0-1 0,0 0 0,-1-1 0,1 1 1,0-1-1,0 0 0,0 0 0,-1 0 0,1-1 1,0 0-1,0 0 0,-1 0 0,1 0 0,-1-1 0,1 0 1,-1 0-1,1 0 0,-1 0 0,0-1 0,0 1 1,0-1-1,-1 0 0,1-1 0,-1 1 0,1 0 0,-1-1 1,0 0-1,0 0 0,-1 0 0,1 0 0,-1 0 0,0 0 1,0-1-1,0 1 0,-1-1 0,1 0 0,-1 1 1,0-1-1,-1 0 0,1 0 0,-1 0 6,1-2-46,-1-1-1,0 1 1,0-1 0,-1 0-1,0 1 1,0-1 0,0 1-1,-1-1 1,-1 1 0,1 0-1,-1 0 1,0 0 0,-1 0-1,1 0 1,-1 1 0,-1 0-1,1-1 1,-1 2 0,0-1-1,-1 0 1,1 1 0,-1 0-1,0 0 1,0 1-1,-1 0 1,1 0 0,-1 0-1,0 1 1,0 0 0,0 0-1,0 1 1,-5-1 46,8 1-8,-1 0-1,1 0 1,0 1-1,0-1 1,-1 1-1,1 0 1,0 0-1,-1 1 1,1-1 0,-1 1-1,1 0 1,-1 0-1,1 1 1,-1-1-1,1 1 1,-1 0-1,1 0 1,0 0-1,0 1 1,-1 0-1,1 0 1,0 0 0,0 0-1,1 0 1,-1 1-1,0 0 1,1-1-1,0 1 1,-1 1-1,1-1 1,0 0-1,1 1 1,-1 0 0,1-1-1,-1 1 1,1 0-1,0 0 1,1 1-1,-1-1 1,1 0-1,0 0 1,0 1-1,0-1 1,0 3 8,0-4-152,0 1 1,0-1-1,1 1 0,-1-1 1,1 1-1,0 0 0,0-1 1,0 1-1,0 0 0,1-1 1,-1 1-1,1-1 0,0 1 1,0-1-1,0 1 0,1-1 1,-1 1-1,1-1 0,0 0 1,0 0-1,0 0 0,0 0 1,0 0-1,1-1 0,0 1 1,-1 0-1,1-1 0,0 0 1,0 0-1,0 0 0,0 0 1,0 0-1,1-1 1,-1 1-1,1-1 0,2 1 152,83-1-8040,-52-8 2819</inkml:trace>
  <inkml:trace contextRef="#ctx0" brushRef="#br0" timeOffset="278.202">148 1 3689,'0'0'8823,"0"0"-5162,0 0-1866,0 0-720,0 0-797,0 0 204,-2 12 598,4 14-612,1-1 0,1 0 1,1 1-1,1-2 0,2 1 0,0-1 0,1 0 0,2 0 0,1 1-468,16 41 443,137 324-120,-145-364-2904,-3-16-3260,-7-9-621</inkml:trace>
  <inkml:trace contextRef="#ctx0" brushRef="#br0" timeOffset="794.695">879 277 6633,'0'0'8824,"0"0"-5841,0 0-2179,0 0-453,0 0 558,-8 25 653,-63 166 209,-52 67-1574,123-259-341,0 1-1,0 0 0,0-1 0,0 1 1,0-1-1,-1 1 0,1 0 0,0-1 1,0 1-1,0 0 0,-1-1 0,1 1 0,0 0 1,-1-1-1,1 1 0,0 0 0,0 0 1,-1-1-1,1 1 0,-1 0 0,1 0 1,0 0-1,-1-1 0,1 1 0,0 0 0,-1 0 1,1 0-1,-1 0 0,1 0 0,0 0 1,-1 0-1,1 0 0,-1 0 0,1 0 0,0 0 1,-1 0-1,1 0 0,-1 0 0,1 0 1,0 0-1,-1 1 0,1-1 0,-1 0 1,1 0-1,0 0 0,-1 1 0,1-1 0,0 0 1,-1 0-1,1 1 0,0-1 0,0 0 1,-1 1-1,1-1 0,0 0 0,0 1 145,-7-53-3814,6 40 2565,-11-66-3075,-3-1 3301,-22-77 8167,38 156-7027,-1 0 0,1 1 0,-1-1-1,0 0 1,1 0 0,-1 0-1,1 1 1,-1-1 0,1 0 0,-1 0-1,1 0 1,-1 0 0,1 0-1,-1 0 1,1 0 0,-1 0 0,1 0-1,-1 0 1,1-1 0,-1 1-1,1 0 1,-1 0 0,1 0 0,-1-1-1,0 1 1,1 0 0,-1 0-1,1-1 1,-1 1 0,0 0 0,1-1-1,-1 1 1,0 0 0,1-1-1,-1 1 1,0-1 0,1 1 0,-1 0-1,0-1 1,0 1 0,0-1-1,0 1 1,1-1 0,-1 1 0,0-1-1,0 1 1,0-1 0,0 1-1,0-1 1,0 1 0,0-1 0,0 1-1,0-1 1,0 1 0,-1-1-117,37 34 1871,65 103 150,-85-110-1657,0-1 0,2-1 0,1-1 0,0 0 0,2-2 0,1 0 0,0-1 1,14 8-365,17-3-2796,34-26-7321,-74-11-1056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54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1355 5577,'0'0'5169,"0"0"-104,0 0-3640,0 0-329,0 0-312,0 0 1000,0 0-519,74 26-433,-42-26-512,5 0-136,-2 0-152,-1 0 136,-1 0-248,-6-2 80,-8 2-2304,-11 0-4602</inkml:trace>
  <inkml:trace contextRef="#ctx0" brushRef="#br0" timeOffset="232.38">161 1657 4425,'0'0'10922,"0"0"-8457,0 0-425,0 0-1088,0 0-271,0 0 287,0 0-464,47 0-408,-27 2-88,0-2 40,5 0-96,2 0-1040,17 0-1137,-9-11-639,-3-5-2826</inkml:trace>
  <inkml:trace contextRef="#ctx0" brushRef="#br0" timeOffset="1102.597">903 390 4305,'0'0'3103,"0"0"2250,0 0-2784,0 0-1113,-21-1-388,-67 0-399,85 2-599,-1-1 0,1 0 0,-1 1 0,1 0 1,-1 0-1,1 0 0,-1 0 0,1 1 1,0-1-1,0 1 0,0 0 0,0-1 0,0 2 1,0-1-1,0 0 0,1 0 0,-1 1 0,1 0 1,0-1-1,0 1 0,0 0 0,0 0 1,0 0-1,0 0 0,1 1 0,-1 0-70,-5 10 238,-15 32 254,3 2-1,2 0 1,1 1 0,3 0 0,3 2 0,1-1 0,3 1 0,1 0 0,4 0-1,1 0 1,7 49-492,0-32 172,3-1-1,3 0 0,3-1 1,3-1-1,3 0 1,3-2-1,6 9-171,10 33 82,-6-22-18,-4 1 0,-3 2 0,-4 1 1,-5 1-1,-3 1 0,-3 0 0,-3 38-64,-8-109 12,-2 0 1,0 0-1,-1 0 0,0 0 0,-2 0 0,0 0 0,-1 0 0,-1-1 1,-1 1-1,0-1 0,-1-1 0,-1 1 0,0-1 0,-2-1 0,1 1 1,-2-2-1,0 1 0,-1-1 0,-6 5-12,10-12 5,0-1 0,0 0 1,0 0-1,-1-1 0,0 0 0,0 0 1,0-1-1,0-1 0,-1 1 0,0-1 1,1-1-1,-1 0 0,0 0 0,0-1 1,0-1-1,0 1 0,-1-1 0,1-1 1,0 0-1,0-1 0,0 1 0,1-2 1,-1 0-1,0 0 0,1 0 0,0-1 1,0-1-1,0 0 0,-5-3-5,8 6-228,0-1 1,1 1-1,-1-1 1,1 0-1,-1-1 0,1 1 1,0-1-1,1 0 0,-1-1 1,1 1-1,-1-1 1,1 1-1,1-1 0,-1 0 1,1-1-1,0 1 0,0-1 1,0 1-1,1-1 1,0 0-1,0 0 0,0 0 1,1 0-1,0 0 1,0 0-1,0-1 0,1 1 1,0 0-1,1 0 0,-1-1 1,1 1-1,0 0 1,0 0-1,2-3 228,22-17-6629,2 2-3376</inkml:trace>
  <inkml:trace contextRef="#ctx0" brushRef="#br0" timeOffset="3865.224">1083 39 3393,'0'0'3568,"0"0"2851,0 0-3341,0 0-1523,0 0-364,0 0 107,-7 4-109,3-1-1073,-1 0-1,2 1 0,-1 0 1,0 0-1,1 0 0,-1 0 1,1 0-1,0 1 1,1 0-1,-1-1 0,1 1 1,0 0-1,0 0 0,0 0 1,1 0-1,0 1 0,0-1 1,0 0-1,1 1 0,0-1 1,0 0-1,0 3-115,-6 191 544,38-161-2445,-1-53-5958,-12-47-4087,-16 31 10415</inkml:trace>
  <inkml:trace contextRef="#ctx0" brushRef="#br0" timeOffset="4136.567">1219 1 6385,'0'0'4108,"0"0"-263,0 0-2052,0 0-996,0 0-88,0 0 462,3 16 205,22 287 1858,-4-249-10183,-20-54 1702,-1-1-1121,0-7 3010</inkml:trace>
  <inkml:trace contextRef="#ctx0" brushRef="#br0" timeOffset="4505.238">886 101 2497,'0'0'4741,"0"0"574,0 0-3142,0 0-937,0 0-444,0 0 86,-10-1-2,1 0-746,-11-2 544,50 1 152,249-40 2436,-99 7-2741,-148 34-1174,-21 1-6457,-8 0 42</inkml:trace>
  <inkml:trace contextRef="#ctx0" brushRef="#br0" timeOffset="10299.424">1471 1479 6409,'0'0'1478,"0"0"2504,0 0-1620,0 0-888,0 0-654,0-8-71,-3-27 232,-19 18 2842,-23 30-2884,16 8-918,2 1 0,0 1 0,2 1-1,0 1 1,2 1 0,-19 28-21,42-53 3,1 1-1,-1-1 1,1 0-1,0 1 0,-1-1 1,1 0-1,0 1 1,0-1-1,-1 0 0,1 0 1,0 0-1,0 0 1,0 0-1,1 0 0,-1 0 1,0 0-1,0 0 1,0 0-1,1-1 0,-1 1 1,0 0-1,1-1 1,-1 0-1,1 1 0,-1-1 1,1 0-1,-1 1 1,1-1-1,-1 0 1,0 0-1,1 0 0,-1 0 1,1 0-1,-1-1 1,1 1-1,-1 0 0,1-1 1,-1 1-1,0-1 1,1 1-1,-1-1 0,0 0 1,1 0-1,-1 1 1,0-1-1,1-1-2,13 2 69,211-24 79,-221 26-153,-1 0-1,0 0 1,0 0-1,-1 1 1,1 0-1,0 0 0,-1 0 1,0 0-1,0 0 1,0 1-1,0-1 1,0 1-1,-1 0 0,1 0 1,-1 0-1,0 0 1,0 0-1,-1 1 1,1-1-1,-1 0 0,0 1 1,0-1-1,-1 1 1,1-1-1,-1 1 1,0-1-1,0 1 0,0 0 1,-1-1-1,0 1 1,0-1-1,0 1 1,0-1-1,-1 0 0,1 0 1,-1 1-1,0-1 1,-1 0-1,1 0 1,-3 3 5,-6 4-7,-1-1 1,0 0 0,0 0 0,-1-1 0,0-1-1,-1 0 1,0-1 0,0 0 0,0-1 0,-1-1-1,0 0 1,0-1 0,0-1 0,0 0 0,-1-1-1,1-1 1,-1 0 0,1-1 0,-1-1 0,-9-2 6,23 2-130,1 0 0,-1 0 0,0-1 0,1 1 0,-1-1 0,1 1 0,0-1 0,-1 1 0,1-1 0,0 0 0,0 0 1,0 0-1,0 1 0,0-1 0,0 0 0,1 0 0,-1 0 0,1 0 0,-1-1 0,1 1 0,0 0 0,0 0 0,0 0 0,0 0 1,0 0-1,0 0 0,1 0 0,-1 0 0,1 0 0,-1 0 0,1 0 0,0 0 0,0 0 0,0 0 0,0 0 0,0 0 1,0 1-1,1-2 130,10-7-1466,0 0 0,0 1 0,1 0 0,0 1-1,0 1 1,1 0 0,0 1 0,0 0 0,1 1 0,12-2 1466,-15 3-1204,36-11-678</inkml:trace>
  <inkml:trace contextRef="#ctx0" brushRef="#br0" timeOffset="11016.26">1790 1757 6425,'0'0'1490,"0"0"2200,0 0-1321,0 0-661,0 0-452,7-19-462,38-173 2142,-46 191-2910,-1-1 0,1 0 0,-1 1-1,1-1 1,-1 1 0,1 0-1,-1-1 1,0 1 0,0 0 0,0 0-1,1 0 1,-1 0 0,0 0-1,0 1 1,0-1 0,-1 0-1,1 1 1,0 0 0,0-1 0,0 1-1,0 0 1,0 0 0,0 0-1,-1 1 1,1-1 0,0 0 0,0 1-1,0-1 1,0 1 0,0 0-1,0 0 1,0 0 0,0 0 0,0 0-1,1 0 1,-2 1-26,-3 6-2,1 1 1,0 0-1,1 0 1,0 0-1,0 0 1,1 1-1,0-1 0,1 1 1,0 0-1,0 0 1,1-1-1,1 1 1,0 0-1,0 0 1,0 0-1,2 0 0,-1 0 1,2 5 1,0-8-33,0-1 1,1 0-1,0 0 0,0 0 1,0 0-1,0-1 0,1 0 1,0 0-1,0 0 0,0 0 1,1-1-1,-1 0 0,1 0 1,0 0-1,0-1 0,1 0 1,-1 0-1,1-1 0,-1 0 0,1 0 1,0 0-1,0-1 0,0 0 1,0 0-1,0-1 0,0 0 1,0 0-1,0 0 0,0-1 1,6-1 32,-9-1-80,-1 1 1,1-1 0,0 1 0,-1-1-1,1 0 1,-1-1 0,0 1 0,0 0-1,0-1 1,-1 0 0,1 1 0,-1-1-1,0 0 1,0 0 0,0-1 0,-1 1-1,1 0 1,-1-1 0,0 1 0,0 0-1,0-1 1,-1 1 0,0-1-1,0 1 1,0-1 0,0 0 0,-1 1-1,0 0 1,0-1 0,0 1 0,-1-2 79,2-19 35,-1 22-35,1 0 0,-1 0 1,1 0-1,-1 0 0,1 0 0,0-1 0,0 1 1,1 0-1,-1 0 0,1 0 0,-1 0 0,1 0 1,0 0-1,0 0 0,0 0 0,0 0 1,1 0-1,-1 0 0,1 1 0,0-1 0,0 1 1,0-1-1,0 1 0,0 0 0,0-1 0,1 1 1,-1 0-1,1 1 0,-1-1 0,1 0 0,0 1 1,0 0-1,0-1 0,0 1 0,0 0 1,0 0-1,0 1 0,0-1 0,0 1 0,0-1 1,0 1-1,0 0 0,1 0 0,-1 1 0,0-1 1,0 0-1,0 1 0,0 0 0,0 0 1,1 0-1,8 7 67,-1 1 1,1 0 0,-2 1-1,0 0 1,0 1 0,-1-1-1,0 2 1,-1 0 0,0 0-1,-1 0 1,0 1 0,1 4-68,11 16 12,12 20 33,-29-101-194,-3 37 135,0-1 1,0 1-1,1 0 0,1 0 1,0 0-1,0 0 1,1 0-1,1 0 0,0 0 1,0 1-1,1-1 1,0 1-1,1 0 0,0 0 1,0 0-1,1 1 1,1 0-1,0 0 1,0 0-1,0 1 0,5-3 14,-10 9-4,0 1 0,0 0 0,0-1 0,0 1 0,1 0 0,-1 0 0,0 0-1,1 0 1,-1 1 0,1-1 0,-1 1 0,1-1 0,-1 1 0,1 0 0,-1 0 0,1 0-1,-1 0 1,1 1 0,-1-1 0,1 1 0,-1-1 0,0 1 0,1 0 0,-1 0-1,0 0 1,1 0 0,-1 0 0,0 1 0,0-1 0,0 1 0,0-1 0,0 1 0,0 0-1,-1 0 1,1 0 0,-1 0 0,1 0 0,0 1 4,46 96 607,-40-76-364,1 2-34,-8-21-209,-1 1 0,1 0 0,0 0-1,1-1 1,-1 1 0,1-1 0,0 1-1,0-1 1,0 0 0,1 0 0,-1 0 0,1 0-1,0 0 1,0 0 0,1-1 0,-1 1 0,1-1-1,-1 0 1,1 0 0,0-1 0,0 1-1,1-1 1,-1 0 0,0 0 0,5 1 0,25-64-9119,-32 54 7238,6-27-5642</inkml:trace>
  <inkml:trace contextRef="#ctx0" brushRef="#br0" timeOffset="11284.028">2640 1452 6313,'0'0'5979,"0"0"-2922,0 0-1505,0 0-567,0 0 365,0 0 556,12 19-485,102 140 140,-101-145-1539,0-1 0,0-1 0,1 0-1,1 0 1,0-2 0,1 0 0,0-1 0,0 0 0,1-1 0,0-1 0,0-1 0,0 0 0,1-1 0,0-1 0,16 1-22,101-3-8091,-118-7 3102,-8-5-2335</inkml:trace>
  <inkml:trace contextRef="#ctx0" brushRef="#br0" timeOffset="11554.621">3038 1348 6969,'0'0'1681,"0"0"4059,0 0-3345,0 0-1284,-11 26-140,-63 159 1584,61-153-2293,-1 0 0,-1-1 0,-2-1 0,-1-1 0,-1 0 0,-1-1 0,-13 11-262,30-36-754,-1 2 1421,3-3-4069,1 0-3868,0-4-1122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24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1692 7794,'0'0'760,"0"0"1448,0 0 498,0 0-544,0 0-534,0 0-433,-4-7-155,-15-4-21,19 62 324,1-17-715,-1-25-486,-2-2-99,0 1-1,0 0 1,1 0 0,1 0 0,-1 0 0,1 0 0,1 0 0,0 0-1,0 0 1,0 0 0,1 0 0,0 0 0,0-1 0,1 1-1,0-1 1,1 1 0,-1-1 0,1 0 0,1 0 0,-1-1-1,1 1 1,0-1 0,1 0 0,0-1 0,0 1 0,0-1 0,0 0-1,1-1 1,0 1 0,0-1 0,0-1 0,7 3-43,-7-3-9,1-1 0,0 0 0,0-1-1,1 0 1,-1-1 0,0 1 0,0-1 0,0-1 0,1 0 0,-1 0 0,0 0 0,0-1 0,0 0 0,-1-1 0,1 0-1,0 0 1,-1-1 0,0 0 0,0 0 0,0 0 0,0-1 0,-1 0 0,1 0 0,-2-1 0,1 0 0,0 0 0,-1 0-1,0-1 1,-1 0 0,1 0 0,-1 0 0,-1 0 0,1-1 0,-1 1 0,0-1 0,-1 0 0,1-5 9,-3 6-38,0 0 1,-1-1 0,0 1 0,0 0-1,0 0 1,-1 0 0,0 0-1,-1 1 1,1-1 0,-1 0-1,-1 1 1,1 0 0,-1 0-1,0 0 1,0 0 0,-1 1 0,0-1-1,0 1 1,0 0 0,-1 1-1,1-1 1,-1 1 0,0 0-1,0 1 1,-1-1 0,1 1 0,-1 0-1,1 1 1,-1 0 0,0 0-1,0 0 1,0 1 0,0 0-1,-6 0 38,-142 3 81,151-1-85,1-1 0,-1 1 0,0 0-1,1 0 1,-1 1 0,1-1 0,0 1 0,-1-1 0,1 1 0,0 0 0,0 1 0,0-1-1,0 0 1,0 1 0,1-1 0,-1 1 0,1 0 0,0 0 0,-1 0 0,1 0 0,1 1-1,-1-1 1,0 0 0,1 1 0,0-1 0,0 1 0,0 0 0,0-1 0,0 1 0,1 0-1,-1-1 1,1 1 0,0 0 0,1 0 0,-1-1 0,0 1 0,1 0 0,0-1-1,0 3 5,1-2-120,0 1 0,0-1 0,0 0-1,1 0 1,-1 0 0,1 0-1,0 0 1,0 0 0,1-1-1,-1 0 1,1 1 0,-1-1-1,1-1 1,0 1 0,0 0 0,0-1-1,1 0 1,-1 0 0,0 0-1,1-1 1,0 1 0,-1-1-1,1 0 1,2 0 120,115 8-6648,-70-18 1527,-10-10-1038</inkml:trace>
  <inkml:trace contextRef="#ctx0" brushRef="#br0" timeOffset="286.509">266 1221 6041,'0'0'5381,"0"0"-1661,0 0-2036,0 0-966,0 0-336,0 0 119,0 13 772,38 206 3144,-13-119-3583,48 257 805,-48-315-3763,-23-40 1776,1 0 0,-1 0-1,0 0 1,1-1 0,-1 1 0,1-1-1,0 1 1,0-1 0,-1 0 0,1 0-1,0 0 1,0 0 0,0-1 0,0 1-1,0-1 1,0 0 0,0 1 0,0-1-1,0-1 1,0 1 0,0 0-1,0-1 1,0 1 0,0-1 0,0 0-1,-1 0 1,1 0 0,0-1 0,-1 1-1,1-1 1,0 1 0,-1-1 0,0 0-1,1 0 349,22-21-8256</inkml:trace>
  <inkml:trace contextRef="#ctx0" brushRef="#br0" timeOffset="556.814">904 1518 6145,'0'0'7885,"0"0"-4986,0 0-2215,0 0-113,0 0 672,-2 23 475,-29 140 321,-76 95-1831,97-244-3092,-13-14-7006,11-11 2505</inkml:trace>
  <inkml:trace contextRef="#ctx0" brushRef="#br0" timeOffset="839.18">684 1607 6345,'0'0'6396,"0"0"-3890,0 0-1035,0 0 47,0 0-203,16 23 377,104 167 961,-117-181-2665,0-1 0,1 0 0,0-1 0,0 1 1,1 0-1,0-1 0,0 0 0,0-1 0,1 1 0,0-1 1,1 0-1,-1 0 0,1-1 0,0 0 0,1 0 1,-1-1-1,1 1 0,0-2 0,0 1 0,0-1 0,1-1 1,-1 1-1,0-1 12,50-4-5967,-35-11 521</inkml:trace>
  <inkml:trace contextRef="#ctx0" brushRef="#br0" timeOffset="12154.548">1252 34 6145,'0'0'1498,"0"0"1633,0 0-889,0 0-695,0 0-328,0 0-311,-1-6 164,-6-16-45,6 16-8,1 6-197,0 0-193,0 0-62,0 0-122,0 8 358,-15 1042 3574,8-406-3569,6-537-722,3-62-4,-2 1 0,-1-1-1,-3 0 1,-2 0-1,-1 0 1,-3-1 0,-1 0-1,-13 29-81,13-50 12,-4 10 99,0-1 0,2 2 0,2 0 0,1 1 1,1 0-1,2 0 0,-1 24-111,5 429 448,48-214-103,-40-244-187,0-40 135,-1-112-1198,-4 41-6080,0 53-738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0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1728 672,'0'0'5595,"0"0"-1078,0 0-316,0 0-2094,0 0-896,0 0-735,-4 0 106,1 4-366,0 1 0,0 0 0,1 1 0,-1-1-1,1 0 1,0 1 0,1-1 0,-1 1 0,1-1-1,0 1 1,0 0 0,1 0 0,0-1 0,0 1-1,0 0 1,1 0 0,-1-1 0,1 1 0,1 0-1,1 4-215,-2-1 169,71 430 1700,-60-408-2656,-5-40-7187,-6-7 862</inkml:trace>
  <inkml:trace contextRef="#ctx0" brushRef="#br0" timeOffset="285.924">0 2033 6249,'0'0'4713,"0"0"-2280,0 0-1137,0 0-288,0 0-143,0 0 383,0 0-512,121 0-216,-76 0-80,2 0-320,0-5 152,-1-1-176,-4 1-192,-2 1 88,-8-1-720,8-4-1680,-13 0-3394,-2-2-4120</inkml:trace>
  <inkml:trace contextRef="#ctx0" brushRef="#br0" timeOffset="4797.145">2101 250 7594,'0'0'3571,"0"0"-1186,0 0-458,0 0-511,0-18 476,0 15-1862,1-1 0,-1 1-1,1 0 1,0-1 0,0 1-1,1 0 1,-1 0 0,1 0-1,-1 0 1,1 0-1,0 0 1,0 0 0,1 1-1,-1-1 1,0 1 0,1-1-1,0 1 1,-1 0 0,1 0-1,0 0 1,0 1 0,0-1-1,0 1 1,0-1 0,1 1-1,-1 0 1,0 0-1,0 0 1,1 1 0,-1-1-1,1 1 1,-1 0 0,1 0-1,-1 0 1,0 0 0,1 1-1,-1-1 1,1 1 0,-1 0-1,0 0 1,0 0 0,1 1-1,-1-1 1,0 1-1,0-1 1,0 1 0,-1 0-1,1 0 1,0 0 0,-1 1-1,1-1 1,-1 1-30,10 15-20,-1 0 1,-1 1-1,-1 0 0,0 1 0,-2 0 1,0 0-1,-1 0 0,-1 1 1,-1 0-1,-1 0 0,-1 0 0,-1 0 1,-1 1-1,0-1 0,-4 14 20,4-35 0,0 2-17,0 0-1,-1 0 1,0 0 0,1 0 0,-1 0 0,0-1-1,0 1 1,0 0 0,0 0 0,0-1-1,-1 1 1,1 0 0,0-1 0,-1 0 0,1 1-1,-1-1 1,1 0 0,-1 0 0,0 1-1,0-1 1,1-1 0,-1 1 0,0 0 0,0 0-1,0-1 1,0 1 0,0-1 0,0 1-1,0-1 1,0 0 0,0 0 0,0 0-1,0 0 1,0 0 0,0-1 0,0 1 0,0 0-1,0-1 1,0 0 0,0 1 0,0-1-1,0 0 1,0 0 0,1 0 0,-1 0 0,0 0-1,1-1 1,-1 1 0,1 0 0,-1-1-1,1 1 1,0-1 0,-1 1 0,1-1 0,0 0-1,0 0 1,0 1 0,0-1 0,1 0-1,-2-2 18,-30-74 761,53 78-541,192 57 205,-194-56-435,-15 0-113,1 0-1,-1 0 1,1-1 0,-1 1-1,1-1 1,-1 0-1,1 0 1,-1-1-1,1 1 1,-1-1-1,1 0 1,-1 0-1,0-1 1,1 1 0,-1-1-1,0 0 1,0 0-1,0 0 1,0-1-1,0 1 1,-1-1-1,1 0 1,-1 0-1,0 0 124,17-59-8807,-17 31 3481</inkml:trace>
  <inkml:trace contextRef="#ctx0" brushRef="#br0" timeOffset="5063.979">2560 88 6145,'0'0'1363,"0"0"1155,0 0-723,0 0-198,0 0 483,0 0-185,3 19-23,58 303 2148,-61-321-4167,0 0 0,0 0 0,0 0-1,0 0 1,0 0 0,0 0 0,0 0 0,0 0 0,0 0 0,1-1 0,-1 1-1,0 0 1,1 0 0,-1 0 0,0 0 0,1 0 0,-1 0 0,1-1-1,-1 1 1,1 0 0,0-1 0,-1 1 0,1 0 0,0-1 0,0 1 0,-1 0-1,1-1 1,0 1 0,0-1 0,0 0 0,-1 1 0,1-1 0,0 0-1,0 1 1,0-1 0,0 0 0,0 0 0,0 0 0,0 0 0,0 0 0,0 0-1,0 0 1,0 0 0,-1 0 0,1 0 0,1-1 147,7 1-5235</inkml:trace>
  <inkml:trace contextRef="#ctx0" brushRef="#br0" timeOffset="5346.908">2817 1 6569,'0'0'1609,"0"0"2804,0 0-1911,0 0-1418,0 0-440,0 0 387,1 17 228,15 356 2935,-13-315-4213,0-56-5481,-2-13 303,-3-3-5320</inkml:trace>
  <inkml:trace contextRef="#ctx0" brushRef="#br0" timeOffset="5752.439">2439 70 6049,'0'0'764,"0"0"-414,0 0 558,0 0 2267,0 0-1612,0 0-610,8-18 1632,345 21 4094,-95-52-5853,-280 49-2647,-20 1-2279,15 3-1702,13-1-1166</inkml:trace>
  <inkml:trace contextRef="#ctx0" brushRef="#br0" timeOffset="1283.709">2044 815 7482,'0'0'1037,"0"0"3105,0 0-2373,0 0-1141,-23-6-176,-70-19 228,80 24-487,1-1 0,-1 2-1,0 0 1,1 0 0,-1 1 0,1 0-1,-1 2 1,1-1 0,-1 1 0,1 1-1,0 0 1,0 1 0,1 0 0,0 1-1,-1 0 1,2 1 0,-1 0 0,1 0-1,0 2 1,1-1 0,0 1 0,0 0-1,1 1 1,0 0 0,1 0 0,0 1-1,0 0 1,1 0 0,1 0 0,-4 11-193,-13 26 360,2 0 0,2 2-1,3 0 1,1 0 0,3 2 0,2-1 0,3 1 0,1 0 0,3 1 0,2-1 0,5 29-360,-5-70 86,5 76 375,4-1 0,4-1 1,16 56-462,-8-35 173,112 436 889,-113-461-1005,-4 1 0,-3 1 1,-4 1-1,-3-1 1,-4 1-1,-4 15-57,2-87 4,0 0 0,0 0 0,-1 0 0,0 0 0,-1 0 0,-1 0 0,0 0 1,0 0-1,-1-1 0,-1 1 0,0-1 0,0 0 0,-1-1 0,-1 1 0,0-1 0,0 0 0,-1-1 0,0 0 1,0 0-1,-1-1 0,0 0 0,-1 0 0,0-1 0,0 0 0,0-1 0,-1 0 0,0-1 0,0 0 0,-1-1 0,1 0 1,-5 0-5,-2 1-10,0 0 0,0-2 0,-1 0 0,1-1 0,-1-1 0,0 0 0,1-2 0,-1 0 0,1-1 0,-1-1 0,1-1 0,0 0 0,0-2 0,0 0 0,1 0 0,0-2 0,0 0 0,1-1 0,-1-1 10,14 7-148,1 0-1,-1 0 1,1 0-1,-1 0 1,1-1-1,0 1 1,0-1-1,0 0 1,1 1-1,-1-1 1,1 0-1,0 0 1,0 0-1,1 0 1,-1 0 0,1 0-1,-1 0 1,1 0-1,0 0 1,1 0-1,-1 0 1,1 0-1,0 0 1,0 0-1,0 0 1,0 1-1,1-1 1,1-2 148,64-90-9864,-25 53 2537</inkml:trace>
  <inkml:trace contextRef="#ctx0" brushRef="#br0" timeOffset="3147.017">1475 3795 10722,'0'0'5625,"0"0"-2377,0 0-1741,0 0-860,0 26-45,0 207 1976,25-93-2002,-8-126-3078,13-51-8844,-20 6 3466,0 0 6143</inkml:trace>
  <inkml:trace contextRef="#ctx0" brushRef="#br0" timeOffset="3390.391">1792 3729 5113,'0'0'9586,"0"0"-7593,0 0-169,0 0-568,0 160 745,0-102-417,0-7-336,0-7-864,2-8-48,6-10-232,-1-8-104,0-9 0,1-5-168,-1-4-144,1 0-1264,-3-13-2185,-5-20-832,0-1-2392</inkml:trace>
  <inkml:trace contextRef="#ctx0" brushRef="#br0" timeOffset="3633.402">1401 3835 5945,'0'0'9194,"0"0"-7665,0 0-801,0 0 88,144 14-96,-78-19 248,3-19 313,6-7-673,-6-5 192,-7 3-736,-11 4 128,-14 4-192,-12 10-216,-12 2-2657,-6 4-2600,-7 2-1977</inkml:trace>
  <inkml:trace contextRef="#ctx0" brushRef="#br0" timeOffset="13734.068">2402 1950 6281,'0'0'810,"0"0"337,0 0 2053,0 0-1279,0 0-606,0 0-128,0 0-84,0 0 194,-5 0 4224,-23-2-5670,16 5 137,1 0 0,-1 0 0,1 2-1,0-1 1,0 1 0,0 1 0,1 0 0,0 0 0,0 1-1,0 0 1,1 1 0,0 0 0,1 1 0,-1 0 0,2 0-1,-3 4 13,9-11-18,29 5-68,61-5-358,-81-5 394,-1 1 0,1 0 1,0 1-1,0 0 0,0 0 1,0 1-1,0 0 0,0 0 1,1 1-1,-1 0 0,-1 0 1,1 1-1,0 0 1,0 1-1,0-1 0,-1 1 1,0 1-1,1 0 0,-1 0 1,-1 0-1,1 1 0,-1-1 1,1 2-1,-1-1 0,-1 1 1,1 0-1,-1 0 0,0 0 1,0 1-1,-1 0 0,0 0 1,0 0-1,0 2 50,-3-4-36,-1 0 0,0 0 0,0 0 0,-1 0 0,1 0 0,-1 0 0,0 0 0,0 0 0,-1-1 0,1 1 0,-1 0 0,0-1 0,-1 0 0,1 1 0,-1-1 0,1 0 0,-1 0 0,-1 0 0,1 0 0,0-1 0,-1 1 0,0-1 1,0 0-1,0 0 0,0-1 0,0 1 0,-1-1 0,1 0 0,-1 0 0,1 0 0,-2 0 36,-155 34-172,148-36 71,12 1 84,0-1 0,0 1 0,-1 0 0,1-1 0,0 1 0,0-1 0,0 0 0,-1 1 0,1-1 0,0 0 0,0 0 0,-1 0 0,1 0 0,0 0 0,-1 0 0,1 0 0,0 0 0,0 0 0,-1 0 0,1-1 0,0 1 0,0-1 0,0 1 0,-1-1 0,1 1 0,0-1 0,0 0 0,0 1 0,0-1 0,0 0 0,0 0 0,0 0 0,0 0 0,1 0 0,-1 0 0,0 0 0,0 0 0,1 0 0,-1 0 0,1 0 0,-1-1 0,1 1 0,-1 0 0,1 0 0,0-1 0,0 1 0,0 0 0,-1 0 0,1-1 0,0 1 0,1-1 17,64-40-11490,-35 28 6713</inkml:trace>
  <inkml:trace contextRef="#ctx0" brushRef="#br0" timeOffset="14446.403">2780 2222 6025,'0'0'2115,"0"0"2734,0 0-2593,0 0-1539,0 0-348,0 0-92,4-22-7,14-107 18,-17 127-269,-1 0-1,0 0 1,0 0 0,0 0-1,0 0 1,0 0-1,0 0 1,0 0-1,-1 0 1,1 0 0,-1 0-1,1 0 1,-1 0-1,0 0 1,0 1-1,0-1 1,0 0-1,0 1 1,0-1 0,0 0-1,-1 1 1,1-1-1,0 1 1,-1 0-1,1-1 1,-1 1 0,0 0-1,1 0 1,-1 0-1,0 0 1,0 0-1,0 1 1,0-1-1,0 1 1,1-1 0,-1 1-1,-1-1-18,-9 65 518,11-50-447,6 110 331,-5-121-384,1 0 0,0 1 0,0-1 0,0 0 0,1 0 0,-1 0 1,1 0-1,-1 0 0,1-1 0,0 1 0,0 0 0,0-1 0,1 1 0,-1-1 0,1 0 0,-1 0 0,1 0 0,0 0 1,0 0-1,0-1 0,-1 1 0,2-1 0,-1 0 0,0 0 0,0 0 0,0 0 0,1 0 0,-1-1 0,0 1 0,0-1 1,1 0-1,-1 0 0,0 0 0,3-1-18,0-2 15,-1 0 1,0-1-1,0 0 1,0 0-1,-1 0 0,0 0 1,1-1-1,-1 0 1,-1 0-1,1 0 1,-1 0-1,0 0 1,0-1-1,0 1 0,-1-1 1,0 0-1,0 0 1,0 0-1,-1 0 1,0 0-1,0 0 1,-1 0-16,6-14 5,-5 17-10,0 0-1,0-1 1,0 1 0,0 0-1,1 0 1,-1 0-1,1 0 1,0 0 0,0 1-1,0-1 1,0 0-1,1 1 1,-1 0-1,0-1 1,1 1 0,0 0-1,0 0 1,-1 1-1,1-1 1,0 0 0,1 1-1,-1 0 1,0 0-1,0 0 1,0 0-1,1 0 1,-1 1 0,0-1-1,1 1 1,-1 0-1,1 0 1,-1 0 0,0 1-1,1-1 1,-1 1-1,0-1 1,0 1 0,1 0-1,-1 1 1,0-1-1,0 0 1,0 1-1,0 0 1,0 0 0,-1 0-1,1 0 1,0 0-1,-1 0 1,0 1 0,2 1 5,119 178-97,-113-279-1692,-10 92 1789,0 0 1,0-1-1,0 1 0,1 0 1,-1 0-1,1 0 1,0 0-1,1 0 1,-1 0-1,1 1 0,0-1 1,1 0-1,-1 1 1,1-1-1,-1 1 1,1 0-1,1 0 0,-1 0 1,0 0-1,1 1 1,0-1-1,0 1 1,0 0-1,0 0 0,1 1 1,-1-1-1,1 1 1,-1 0-1,1 0 0,0 0 1,0 1-1,0-1 1,0 1-1,0 1 1,0-1-1,0 1 0,0-1 1,0 1-1,0 1 1,0-1-1,5 2 0,-5-1 29,0 1 0,0 0 0,0 0 0,-1 0 0,1 0 0,0 1 0,-1 0 0,1 0 0,-1 0-1,0 0 1,0 1 0,-1-1 0,1 1 0,-1 0 0,1 1 0,-1-1 0,0 0 0,-1 1 0,1-1 0,-1 1 0,0 0 0,0 0 0,-1 0 0,1 0 0,-1 0 0,0 1-1,0 0-28,28 58 267,-2-54-2579,-5-28-3505,-9-4-2463</inkml:trace>
  <inkml:trace contextRef="#ctx0" brushRef="#br0" timeOffset="14746.381">3598 1942 8770,'0'0'2808,"0"0"1151,0 0-2462,0 0-615,0 0 313,5 19 560,20 63-426,-19-69-1230,0-1 0,0 1-1,1-1 1,1 0-1,0-1 1,0 0 0,1-1-1,1 1 1,0-2-1,0 1 1,1-1-1,0-1 1,8 4-99,-1 0-425,0-1-1,2-1 1,-1 0-1,1-2 1,1 0-1,-1-1 1,1-1 0,0-2-1,1 0 1,-1-1-1,1 0 1,-1-2 0,1-1-1,14-2 426,-27-46-11877,-17 25 6233</inkml:trace>
  <inkml:trace contextRef="#ctx0" brushRef="#br0" timeOffset="15048.476">3934 1859 6345,'0'0'1617,"0"0"2818,0 0-1711,0 0-1245,0 0-303,0 0 207,-13 22 194,-115 170 953,-36 2-1519,165-194-1126,-1-1 0,1 1 0,0 0 0,-1-1 0,1 1 0,0 0-1,-1 0 1,1 0 0,0-1 0,0 1 0,0 0 0,-1 0 0,1 0 0,0 0-1,0 0 1,-1 0 0,1 0 0,0 1 0,0-1 0,-1 0 0,1 0 0,0 1 0,-1-1-1,1 0 1,0 1 0,-1-1 0,1 1 0,0-1 0,-1 0 0,1 1 0,-1 0 0,1-1-1,-1 1 1,1-1 0,-1 1 0,1 0 0,-1-1 0,0 1 0,1 0 0,-1-1 0,0 1-1,1 0 1,-1 0 0,0-1 0,0 1 0,0 0 0,0 0 0,0-1 0,0 1 0,0 0-1,0 0 1,0-1 0,0 1 0,0 0 0,0 0 0,-1-1 0,1 1 0,0 0-1,0-1 1,-1 1 0,1 0 0,-1-1 0,1 1 115,22-14-5927</inkml:trace>
  <inkml:trace contextRef="#ctx0" brushRef="#br0" timeOffset="26341.753">660 272 5945,'0'0'1069,"0"0"-709,0 0 377,0 0 2070,0 0-1136,-8 9 1621,3 397-18,14-268-2278,5-1 0,6-1 0,33 115-996,-20-97-25,-17 181-35,-11-78 444,38 106-255,-30 190 961,7 88 1647,16-391-1848,-38-181-348,7-110-2888,40-130-6106,-11 81 115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4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299 409 3489,'0'0'1951,"0"0"-1366,0-8-613,10-137 1459,-3 23 3218,-34 72-426,12 43 1735,-18 91-4882,-10 27-382,-5 9-216,5 2 0,5 1 0,5 2 0,3 20-478,24-46-117,6-98 26,10-30-1595,4-24 697,-2-1-1,-2 0 0,-3 0 0,-2-1 0,-3 0 0,-3-32 990,6-98-321,-3 158 322,-1-7 66,1 0 0,1 0 0,2 1 0,1-1 0,2 1-1,1 1 1,2-1 0,1 2 0,8-15-67,-19 45 32,1 0-1,-1 0 0,1 0 0,-1 0 0,1 1 1,-1-1-1,1 0 0,-1 1 0,1-1 1,0 1-1,-1-1 0,1 1 0,0 0 1,-1 0-1,1 0 0,0 0 0,-1 0 1,1 0-1,0 0 0,0 1 0,-1-1 1,1 1-1,-1-1 0,1 1 0,0-1 1,-1 1-1,1 0 0,-1 0 0,1 0 1,-1 0-1,0 0 0,1 0 0,-1 0 1,0 0-1,0 1 0,0-1 0,0 0 1,0 1-1,0-1 0,0 1 0,0-1 1,-1 1-1,1-1 0,-1 1 0,1 0 1,-1-1-1,1 1 0,-1 0 0,0-1 1,0 1-1,0 0 0,0 0 0,0-1 1,0 1-1,0 0 0,-1 0-31,33 95 1195,-5 2 0,-4 1 0,-4 1 0,-1 37-1195,45 218 1317,-53-320-891,-10-36-561,0 0 1,0 0-1,1 0 1,-1 0 0,0 0-1,0-1 1,1 1 0,-1 0-1,0 0 1,0 0-1,1 0 1,-1 0 0,0 0-1,0 0 1,1 0 0,-1 0-1,0 0 1,0 0 0,1 0-1,-1 0 1,0 0-1,1 0 1,-1 0 0,0 0-1,0 0 1,1 0 0,-1 1-1,0-1 1,0 0 134,-47-131-15831,-9 55 11227,51 69 4537,-28-32-228</inkml:trace>
  <inkml:trace contextRef="#ctx0" brushRef="#br0" timeOffset="257.873">138 634 7402,'0'0'328,"0"0"2136,0 0-303,0 0-753,0 0 64,0 0-63,134-5 55,-97-1-768,2-3-104,-1 2-472,1 1-120,3-1-592,12-4-816,-9 0-1681,-6 2-3296</inkml:trace>
  <inkml:trace contextRef="#ctx0" brushRef="#br0" timeOffset="715.224">781 563 6305,'0'0'1742,"0"0"2903,0 0-1826,0 0-1698,0 0-293,0 0-212,3 1 68,190 4 2851,-161-5-3391,18 0-2545,-49 0 145,-4 0-2976,-7 0 1636,10 0 3596,-19 0-5441</inkml:trace>
  <inkml:trace contextRef="#ctx0" brushRef="#br0" timeOffset="1067.687">872 798 536,'0'0'5269,"0"0"-3087,0 0 1215,0 0-1541,0 0-818,0 0-155,14 23 2321,109-22 732,5 0-5521,-119 6-975,-8-2-1896,-1-4-1690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5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7490,'0'0'834,"0"0"2685,0 0-1711,0 0-641,0 26 507,-4 412 3729,-71 778 947,100-827-5149,20-172-987,-75-307-22047,22 59 17775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55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5761,'0'0'6066,"0"0"-2590,0 0-1567,0 0-996,0 0 346,1 20 1142,-3-3-2230,2 0 0,-1 0 0,2 0 1,1 0-1,0-1 0,1 1 0,0-1 0,2 1 1,0-1-1,0 0 0,2-1 0,0 1 0,1-1 1,0 0-1,1-1 0,1 0 0,0-1 0,1 0 1,0 0-1,1-1 0,3 1-171,-9-11-15,1 0 0,0-1-1,0 0 1,0 0 0,0 0-1,-1-1 1,1 0 0,0 0-1,0-1 1,0 1 0,0-2 0,0 1-1,-1-1 1,1 0 0,0 0-1,-1-1 1,0 0 0,0 0 0,1-1-1,-2 1 1,1-1 0,0 0-1,-1-1 1,0 0 0,0 1-1,0-2 1,-1 1 0,0 0 0,0-1-1,0 0 1,0 0 0,-1 0-1,0 0 1,-1-1 0,1 1 0,-1-1-1,0 0 1,-1 1 0,1-1-1,-2 0 1,1 0 0,-1 0 0,0 0-1,0 0 1,-1-4 15,2 6-7,0-1 0,-1 0 0,1 0 1,-1 0-1,-1 0 0,1 1 0,-1-1 0,0 0 1,0 0-1,-1 1 0,1-1 0,-1 1 0,-1-1 0,1 1 1,-1 0-1,0 0 0,0 0 0,0 0 0,-1 0 1,1 1-1,-1 0 0,0-1 0,-1 2 0,1-1 0,-1 0 1,1 1-1,-1 0 0,0 0 0,-1 0 0,1 1 1,0-1-1,-1 1 0,1 1 0,-1-1 0,-3 0 7,-2-1-9,1 1 0,-1 1 0,1 0 0,-1 0 0,0 0 0,1 2 0,-1-1 0,0 1 0,1 1 0,-1 0 0,1 1 0,0 0 0,0 0 0,0 1 0,0 0 0,0 1 0,-2 1 9,32-11-8234,8-12-1151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5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6329,'0'0'3253,"0"0"831,0 0-1867,0 0-1342,0 0-148,0 0 648,-3 21 757,-56 255 1077,47-233-3250,-65 137-1185,40-159-4718,8-28-1605,11-6 180</inkml:trace>
  <inkml:trace contextRef="#ctx0" brushRef="#br0" timeOffset="315.523">17 98 5753,'0'0'2179,"0"0"2473,0 0-2222,0 0-1438,0 0-48,0 0 126,19 4 18,3 1-593,0 0 0,0 2 0,-1 1 1,0 0-1,0 2 0,-1 0 0,0 2 0,9 7-495,-14-5 147,0 1 1,-1 0-1,-1 1 0,-1 0 1,0 2-1,-1-1 1,-1 1-1,0 1 0,-1-1 1,-2 2-1,0-1 1,-1 1-1,1 6-147,-4-16 14,48 43-2368,2-55-6072,-20-13-696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5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43 316 4929,'0'0'1408,"0"0"-908,0 0-299,0 0 131,0 0 1433,-6 3 1603,-24 11-1129,23-11 5953,335-29-7618,-287 19-696,-41 7-4060,-8 2-4344,-6 0-1688</inkml:trace>
  <inkml:trace contextRef="#ctx0" brushRef="#br0" timeOffset="789.504">809 0 15827,'0'0'2213,"0"0"-869,0 0-221,0 0-189,0 0 42,0 0 281,-2 23-438,-2 72-132,4-87-676,0-1 0,0 1 0,1-1 0,0 1 0,1-1 0,0 1 0,0-1 0,0 0 0,1 0 0,0 0 0,1 0 0,-1 0 0,1-1 0,1 1 0,-1-1 0,1 0 0,0-1 0,0 1 0,4 2-11,-8-9-4,0 1 0,-1 0-1,1 0 1,0-1 0,0 1-1,0 0 1,-1-1 0,1 1-1,0-1 1,0 1 0,-1-1-1,1 1 1,0-1 0,-1 0 0,1 1-1,-1-1 1,1 0 0,-1 1-1,1-1 1,-1 0 0,1 0-1,-1 1 1,0-1 0,1 0-1,-1 0 1,0 0 0,0 0-1,1 0 1,-1 1 0,0-1-1,0 0 1,0 0 0,0 0-1,0 0 1,-1 0 0,1 0-1,0 0 1,0 1 0,0-1-1,-1 0 1,1 0 0,0 0-1,-1 1 1,1-1 0,-1 0-1,1 0 1,-1 1 0,1-1-1,-1 0 1,0 1 0,1-1-1,-1 1 1,0-1 4,-4-10-6,1 1 0,-1-1 0,-1 1-1,0 1 1,0-1 0,-1 1 0,0 0 0,-1 0-1,0 1 1,0 0 0,-1 1 0,1 0 0,-2 0 0,1 1-1,-1 0 1,0 0 0,0 1 0,-1 1 0,1 0 0,-1 0-1,0 1 1,0 0 0,-1 1 0,1 0 0,0 1 0,-1 0-1,-8 1 7,15 3 22,1 0 0,0 0-1,0 0 1,0 0 0,1 0-1,-1 1 1,1 0 0,-1 0-1,1 0 1,0 0 0,1 0-1,-1 0 1,1 1 0,0 0-1,0-1 1,0 1 0,1 0 0,-1 0-1,1 0 1,0 0 0,1 0-1,-1 0 1,1 0 0,0 0-1,0 0 1,1 0 0,0 0-1,-1 0 1,2 2-22,-2-1 26,1 7 0,1 0 0,0 0 1,0 0-1,1 0 0,1-1 0,0 1 0,1-1 0,0 0 0,1 0 1,0 0-1,1-1 0,1 0 0,-1 0 0,2-1 0,-1 0 1,2-1-1,-1 1 0,1-2 0,0 1 0,1-2 0,0 1 0,0-1 1,1-1-1,0 0 0,0-1 0,0 0 0,1-1 0,-1 0 0,1-1 1,0 0-1,0-1 0,0-1 0,9 0-26,-12 0 10,-5 0-76,-1 1 1,0-1-1,1 0 0,-1 0 1,1 0-1,-1-1 0,1 0 0,-1 1 1,1-2-1,-1 1 0,1 0 1,-1-1-1,1 0 0,-1 0 1,0 0-1,1-1 0,-1 1 0,0-1 1,0 0-1,0 0 0,0-1 1,0 1-1,-1-1 0,1 0 1,-1 0-1,0 0 0,1 0 0,-1-1 1,-1 1-1,1-1 0,0 0 1,-1 1-1,0-1 0,0-1 1,0 1-1,1-3 66,-3 2-96,-11-98-694,11 128 1260,4-16-455,1 0 1,1 0-1,0 0 0,0 0 1,1-1-1,0 0 1,0 0-1,1-1 1,0 0-1,0-1 0,0 1 1,1-1-1,0-1 1,0 0-1,1 0 1,0-1-1,-1 0 1,1-1-1,1 0 0,-1 0 1,0-1-1,1 0 1,-1-1-1,1-1 1,-1 1-1,1-2 0,0 1 1,0-2-16,0-69-436,-14 60 420,-1 1-1,0-1 1,-1 1 0,0 0 0,0 0 0,-1 1 0,0-1 0,-1 1-1,0 1 1,0-1 0,-1 1 0,0 0 0,-1 1 0,1 0 0,-1 0-1,-1 1 1,1 0 0,-1 1 0,-7-3 16,16 7-66,1 0 0,-1 0 0,0 1 0,0-1 0,0 0 0,0 1 0,0-1 0,0 1 0,0-1 0,0 1 0,0-1 0,0 1 0,0 0 0,0-1 0,-1 1 0,1 0 0,0 0 0,0 0 0,0 0 0,0 0 0,0 0 0,-1 0 0,1 0 0,0 1 0,0-1 0,0 0 0,0 1 0,0-1 0,0 0 0,0 1 0,0 0 0,0-1 0,0 1 0,0 0 0,0-1 0,0 1 0,0 0-1,1 0 1,-1 0 0,0-1 0,0 1 0,1 0 0,-1 0 0,1 0 0,-1 0 0,1 0 0,-1 1 0,1-1 0,0 0 0,-1 0 0,1 0 0,0 0 0,0 0 0,0 0 0,0 1 0,0-1 66,36 29-7269,-4-22 767</inkml:trace>
  <inkml:trace contextRef="#ctx0" brushRef="#br0" timeOffset="1217.619">1639 60 6041,'0'0'4255,"0"0"-1418,0 0-1235,0 0-434,-23 3-66,-76 8-64,94-10-934,0 0 0,-1 1 0,1-1 0,0 1 0,0 0 0,0 0 1,0 0-1,0 1 0,1 0 0,-1 0 0,1 0 0,0 0 0,0 1 1,0 0-1,0 0 0,0 0 0,1 0 0,0 0 0,0 1 1,0 0-1,0-1 0,1 1 0,0 0 0,0 0 0,0 0 0,1 1 1,-1-1-1,1 0 0,0 1 0,1-1 0,-1 4-104,5-5 33,-1 0 0,1 0 0,0 0 0,0-1 1,0 1-1,1-1 0,-1 0 0,1-1 0,0 1 0,0-1 0,-1 1 0,2-2 0,-1 1 0,0 0 0,0-1 0,0 0 0,1 0 0,-1-1 0,1 1 0,-1-1 1,0-1-1,1 1 0,-1-1 0,0 1 0,1-2 0,-1 1 0,3-1-33,14 1-99,-13 1 48,-5-1 18,0-1 0,0 1 0,0 0 0,0 1 1,0-1-1,0 1 0,1 0 0,-1 0 0,0 0 0,0 1 0,0-1 0,0 1 0,0 0 0,0 0 0,0 0 1,0 1-1,0-1 0,0 1 0,0 0 0,-1 0 0,1 1 0,-1-1 0,1 1 0,-1 0 0,0-1 0,0 1 1,-1 1-1,1-1 0,0 0 0,-1 1 0,0-1 0,0 1 0,0 0 0,0-1 0,-1 1 0,1 0 0,-1 0 1,0 0-1,0 0 0,0 4 33,0-4 59,-1 1 0,0 0 0,0 0 0,0 0 0,0 0 0,-1 0 0,0 0 1,0 0-1,0-1 0,0 1 0,-1 0 0,0-1 0,0 1 0,0-1 0,0 0 0,-1 1 0,0-1 0,0 0 1,0-1-1,0 1 0,-1 0 0,1-1 0,-1 0 0,0 0 0,0 0 0,0 0 0,0-1 0,-1 1 1,1-1-1,-1 0 0,1-1 0,-4 2-59,-10 4-122,-1 0 0,0-1 0,0 0 0,0-2 0,-1 0 0,1-1 0,-1-2 0,-20 1 122,43-29-10648,15 7 1227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56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51 7746,'0'0'1637,"0"0"2738,0 0-1819,0 0-1549,0 0-606,0 0 361,-3 10 405,-4 23-378,1 0-1,2 1 1,1-1 0,1 1-1,3 0 1,2 18-789,-2 26 72,11-43-1283,6-46-7451,-11-7 2322</inkml:trace>
  <inkml:trace contextRef="#ctx0" brushRef="#br0" timeOffset="284.765">378 0 5753,'0'0'4254,"0"0"-345,0 0-2190,0 0-482,0 0 479,2 26 318,11 207 1344,-1-72-2914,-4-174-11739,-8-7 855</inkml:trace>
  <inkml:trace contextRef="#ctx0" brushRef="#br0" timeOffset="637.723">0 11 624,'0'0'5865,"0"0"-503,0 0-3365,0 0-1417,0 0-42,0 0 473,14 3-111,89 8 704,-1-5-1,1-4 1,19-6-1604,-32 2 714,-85 35-4743,2-20 930,-2-1-1909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5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0 276 6225,'0'0'614,"0"0"-271,0 0-209,0 0-67,3-22-38,29-133 269,-27 83 4984,-15 45 193,-2 34 1288,7 53-7263,5-47 1178,-2 218 1737,25 184-2415,-7-173 424,5 274 1310,-29 226-1734,-22-511 69,27-214 9,0 2-7,1-30-54,10-102-2925,11 39-3446,-1 29-1213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2:58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5601,'0'0'2011,"0"0"2057,0 0-1672,0 0-779,0 0-586,0 0-195,-6 6-165,0 6-265,0 0 0,1 1 0,1 0 0,0 0 0,0 0 0,2 1 0,-1-1 0,2 1 0,0-1 0,0 1 0,1 0 0,1-1 0,1 8-406,-2 30 412,-2 367 427,3-390-1128,0-25-2974,-1-1-3319,-12-15-1339</inkml:trace>
  <inkml:trace contextRef="#ctx0" brushRef="#br0" timeOffset="251.079">1 427 6385,'0'0'1635,"0"0"2709,0 0-2084,0 0-1011,0 0-544,0 0 166,12-4 81,351-59 1631,-233 30-11658,-92 18 1399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0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 3169,'0'0'3646,"0"0"1089,0 0-1735,0 0-1153,0 0-754,0 0-603,-14 8 870,85-1-401,-19-5-708,67 2 734,-41-8-3925,-56-9-3146,-14 0 1195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0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47 4153,'0'0'8855,"0"0"-5552,0 0-1926,0 0-773,0 0-211,0 0 231,17 21 2141,17-2-2281,-36-57-576,0 35 86,0 0 1,0 0-1,0 0 0,0 0 0,0 0 0,0 0 1,-1 0-1,0 1 0,1-1 0,-1 1 0,0 0 1,0 0-1,0 0 0,-1 0 0,1 0 1,0 1-1,-1 0 0,1-1 0,-1 1 0,1 0 1,-1 1-1,0-1 0,1 1 0,-1-1 0,0 1 1,1 0-1,-1 1 0,0-1 0,1 1 0,-1-1 1,0 1-1,1 0 0,-1 0 0,1 1 1,0-1-1,-1 1 0,1-1 0,0 1 0,0 0 1,0 1-1,0-1 0,0 0 0,1 1 0,-1-1 1,1 1-1,-1 0 0,0 2 6,-2 5 36,1-1-1,0 1 1,1 1-1,0-1 0,1 0 1,0 1-1,0-1 1,1 1-1,1 0 1,0-1-1,0 1 1,1 0-1,0-1 1,1 1-1,0-1 1,1 1-1,0-1 1,0 0-1,1 0 1,1 0-1,0-1 1,0 0-1,1 1 1,0-2-1,0 1 1,1-1-1,0 0 1,2 1-36,2-1 0,1-1 1,0-1 0,0 0 0,0 0 0,1-1 0,0-1-1,0 0 1,0-1 0,0 0 0,1-1 0,-1 0-1,1-1 1,-1-1 0,1 0 0,-1-1 0,1 0-1,-1-1 1,8-2-1,-16 1-13,0 0-1,0 0 1,-1-1-1,1 1 1,-1-1 0,0 0-1,0 0 1,0-1-1,0 1 1,-1-1-1,1 0 1,-1 0-1,-1 0 1,1 0-1,-1 0 1,1-1-1,-2 1 1,1-1-1,0 1 1,-1-1 0,0 0-1,-1 1 1,1-1-1,-1 0 1,0 0-1,-1 0 1,1 1-1,-1-1 1,0 0-1,0 1 1,-2-5 13,26 83 193,-18-66-203,0 1 0,1-1 0,0 0 0,0 0 0,1-1 0,0 1 0,0-2 0,0 1 0,0-1 0,1 0 0,0 0 0,0-1 0,1 0 0,-1-1 0,1 0 0,0 0 0,0-1 0,-1 0 0,2 0 0,-1-1 0,0 0 0,0-1 0,0 0 0,0 0 0,0-1 0,1-1 0,3 0 10,-9-3-34,1 1 0,-1-1 0,0 0 0,0 0 1,0 0-1,-1-1 0,0 1 0,0-1 0,0 0 1,-1 0-1,0 0 0,0 0 0,-1 0 1,1-1-1,-1 1 0,-1 0 0,1-1 0,-1 1 1,0-1-1,-1 1 0,1 0 0,-1-1 0,0 1 1,-1 0-1,0 0 0,0 0 0,0 0 1,-1 0-1,1 0 0,-3-2 34,3 2-30,-1 1-1,0-1 1,0 1 0,0 0 0,0 0-1,-1 0 1,0 0 0,0 0 0,0 1-1,-1 0 1,1 0 0,-1 0 0,0 1-1,0-1 1,0 1 0,-1 0 0,1 1-1,-1-1 1,0 1 0,1 0-1,-1 1 1,0-1 0,0 1 0,0 0-1,0 1 1,-4-1 30,8 2-49,-1 0 0,0 1 0,1-1 0,-1 0 0,1 1 0,-1-1-1,1 1 1,0 0 0,0 0 0,0 0 0,0 0 0,0 0 0,0 0 0,1 1 0,-1-1 0,1 1-1,-1-1 1,1 1 0,0-1 0,0 1 0,0 0 0,0-1 0,0 1 0,1 0 0,0 0-1,-1 0 1,1 1 49,3 50-6744,12-37 436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02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13 8066,'0'0'1615,"0"0"1400,0 0-905,0 0-615,-25-2-447,-80-5 44,101 6-1035,1 0 0,0 0 0,-1 1-1,1-1 1,0 1 0,-1 0 0,1 0-1,-1 0 1,1 1 0,-1-1 0,1 1-1,0 0 1,-1-1 0,1 2 0,0-1-1,0 0 1,0 1 0,0-1 0,0 1-1,0 0 1,0 0 0,0 0 0,1 0-1,-1 0 1,1 1 0,0-1 0,-1 1-1,1 0 1,0 0 0,1 0 0,-1 0-1,0 0 1,1 0 0,0 0 0,0 0-1,0 0 1,0 1 0,0-1 0,0 0-1,1 1 1,0-1 0,0 1 0,0-1-1,0 1 1,0-1 0,1 0 0,0 3-57,2-1-41,1-1 1,-1 0 0,1 0-1,0-1 1,0 1 0,0-1-1,1 0 1,-1 0 0,1 0-1,0-1 1,0 1 0,0-1-1,0 0 1,0-1 0,0 1-1,1-1 1,2 0 40,8 5-83,-9-4 72,1-1-4,0 0 0,0 1 1,0 0-1,0 0 1,-1 1-1,1 0 1,-1 0-1,1 1 1,-1 0-1,0 0 1,-1 0-1,1 1 1,-1 0-1,0 1 1,0-1-1,0 1 0,-1 1 1,0-1-1,0 1 1,0-1-1,-1 1 1,0 0-1,-1 1 1,0-1-1,0 1 1,0 0-1,-1-1 1,1 6 14,-5-9 59,0 1 1,-1-1 0,0 0 0,1 0 0,-1 0-1,-1-1 1,1 1 0,0-1 0,-1 1 0,0-1-1,0-1 1,0 1 0,0 0 0,0-1-1,0 0 1,-1 0 0,1 0 0,-1 0 0,0-1-1,1 0 1,-4 1-60,-4 3 164,-124 24 450,136-29-1586,14-14-5803,51-36-3976,-31 25 7294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04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44 5857,'0'0'1000,"0"0"-543,0 0-313,0 0 634,0 0 1560,0 0-705,-4-9-482,-11-23-82,10 30 2178,2 29-2718,44 276 4324,-23-21-3239,-12 0 0,-14 21-1614,-61 442 962,68-365-928,8-359 41,2-42-1859,10-43-4366,-9 31 484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03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6849,'0'0'1206,"0"0"2012,0 0-1567,0 0-701,0 0 195,0 0 241,-5 16 238,-86 181 1992,59-139-3396,-11 16-3001,35-65-252,1-6-2304,0-2-1656</inkml:trace>
  <inkml:trace contextRef="#ctx0" brushRef="#br0" timeOffset="277.834">0 22 6553,'0'0'5215,"0"0"-2896,0 0-447,0 0-294,0 0-363,0 0 423,24 18-374,150 128 378,-116-72-1015,-11-13-2588,-11-27-6629,-26-29 1483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05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94 6209,'0'0'1758,"0"0"2860,-2 22-1842,-11 233 1935,13-250-4647,0 1 0,0-1 0,1 0 0,0 0-1,0 0 1,0 1 0,1-1 0,-1 0 0,1 0-1,1-1 1,-1 1 0,0 0 0,1-1 0,0 1 0,0-1-1,1 0 1,-1 0 0,1 0 0,0-1 0,0 1-1,0-1 1,0 0 0,1 0 0,-1 0 0,1-1 0,-1 1-1,1-1 1,0 0 0,0-1 0,0 1 0,0-1-1,1 0 1,-1 0 0,0-1 0,0 1 0,1-1 0,-1-1-1,0 1 1,0-1 0,1 1 0,2-2-64,-1-2 26,-1 0 0,1 0 0,-1-1 0,0 0 0,0 0 0,0 0 0,-1-1 0,0 0 0,0 0 0,0 0 0,-1 0 0,0-1 0,0 0 0,0 0 0,-1 0 0,0 0 0,-1 0 0,0-1 0,0 0 0,0 1 0,-1-1 0,0 0 0,0 1 0,-1-1 0,0 0 0,-1 0 0,0 0 0,0-2-26,-2 2 19,0 0-1,0 1 1,-1-1 0,0 1 0,0 0-1,0 0 1,-1 0 0,0 1-1,-1-1 1,1 1 0,-1 0 0,-1 1-1,1 0 1,-1 0 0,0 0-1,0 1 1,0 0 0,0 0-1,-1 0 1,0 1 0,1 1 0,-1-1-1,0 1 1,0 0 0,-1 1-1,1 0 1,0 0 0,0 1 0,-1 0-1,1 1 1,0 0 0,-1 0-1,1 0 1,0 1 0,-4 2-19,-16 29-2966,51 0-10048,-4-30 7611</inkml:trace>
  <inkml:trace contextRef="#ctx0" brushRef="#br0" timeOffset="1909.91">199 54 5657,'0'0'1477,"0"0"882,0 0 511,0 0-362,0 0-745,0 0-547,-8-3-19,-24-12 166,22 35 1008,-1 382 3663,38-291-5792,-26-110-250,0-1 35,-1 0 23,-34-33-1043,33 30 499,0 1 1,0 0-1,0 0 1,1-1 0,-1 1-1,1-1 1,0 1 0,0 0-1,0-1 1,0 1-1,0-1 1,0 1 0,1 0-1,-1-1 1,1 1-1,-1 0 1,1-1 0,0 1-1,0 0 1,0 0-1,0 0 1,0-1 0,1 1-1,-1 1 1,1-1-1,-1 0 1,1 0 0,0 0-1,0 1 1,0-1-1,-1 1 1,2 0 0,-1-1-1,0 1 1,0 0 0,0 0-1,0 0 1,1 1-1,-1-1 1,0 0 0,1 1-1,-1 0 1,1-1 493,17-10-2615,5-6 986</inkml:trace>
  <inkml:trace contextRef="#ctx0" brushRef="#br0" timeOffset="2331.81">454 114 4673,'0'0'5873,"0"0"-2771,0 0-1300,0 0-752,0 0 147,0 0 311,-5-12 243,1-1-1518,-9-16 960,7 75 793,-18 299 3015,21-266-5877,8-112-8736,-3-9 1776,-1 1-1993</inkml:trace>
  <inkml:trace contextRef="#ctx0" brushRef="#br0" timeOffset="2659.456">85 125 1096,'0'0'12328,"0"0"-8194,0 0-3192,0 0-523,0 0 758,0 0 692,8 0-664,433-84 565,-327 71-1807,-113 13-171,14-16-11726,-8 5 3998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0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52 3937,'0'0'1792,"0"0"-1448,0 0-344,0 0-440,0 0 440,0 0 720,0 0-696,-27-25-24,25 14-1088,2 2 408,-3 3 88</inkml:trace>
  <inkml:trace contextRef="#ctx0" brushRef="#br0" timeOffset="671.793">395 52 1320,'-82'-15'863,"12"47"52,21-15 2750,42-16-3638,0 0 0,1 1 1,-1 0-1,1 0 0,0 1 1,0-1-1,0 1 0,0 1 1,0-1-1,0 1 0,1 0 0,0 0 1,0 1-1,0 0 0,0 0 1,1 0-1,-1 0 0,1 0 1,1 1-1,-1 0 0,1 1-27,-7 21 184,-6 20-30,-1-27 3041,-17-16 4967,50-14-3637,194-7-4465,-208 16-59,1 0 1,0 1-1,0-1 1,0 0-1,0 1 1,-1-1-1,1 1 0,0 0 1,0 0-1,-1 0 1,1 1-1,-1-1 1,1 0-1,-1 1 1,0 0-1,1-1 1,-1 1-1,0 0 1,0 0-1,0 0 1,0 1-1,-1-1 1,1 0-1,-1 1 1,1-1-1,-1 1 0,0-1 1,0 1-1,0 0 1,0 0-1,0-1 1,-1 1-1,1 0 1,-1 0-1,0 0 1,0-1-1,0 1 1,0 0-1,0 0 1,0 0-1,-1 0 1,0-1-1,1 1 1,-1 0-1,0 0 0,0-1 1,-1 1-1,1 0-1,-6 10 27,-1 0 1,0 0-1,-1-1 0,0 0 0,-1-1 0,0 1 0,-1-2 0,0 0 0,0 0 0,-1-1 0,-1 0 0,-7 3-27,-8 9 10,-26 19 46,92-30 114,260-25 1276,-249 12-1537,-1 3-4601,-18 0-2115,-9 0 634</inkml:trace>
  <inkml:trace contextRef="#ctx0" brushRef="#br0" timeOffset="932.047">860 145 9658,'0'0'1660,"0"0"2773,0 0-2314,0 0-806,-12 23 299,-37 75 15,43-85-1391,1-1 0,0 1 0,1 0 0,1 0 0,0 0 0,1 1 0,0-1 0,1 1 0,1-1 0,0 1 0,2 9-236,-1 17-53,-1-39-76,1-1 0,-1 1-1,0 0 1,1-1 0,-1 1 0,1 0-1,-1-1 1,1 1 0,-1-1-1,1 1 1,-1-1 0,1 1 0,0-1-1,-1 1 1,1-1 0,0 0-1,-1 1 1,1-1 0,0 0-1,0 1 1,-1-1 0,1 0 0,0 0-1,0 0 1,-1 0 0,1 0-1,0 0 1,0 0 0,-1 0 0,1 0-1,0 0 1,0 0 0,0 0-1,-1 0 1,1-1 0,0 1 0,-1 0-1,1-1 1,0 1 0,0 0-1,-1-1 1,1 1 0,-1-1-1,1 1 1,0-1 0,-1 0 0,1 1-1,-1-1 1,1 1 0,-1-1-1,0 0 1,1 1 0,-1-1 0,0 0-1,1 0 1,-1 1 0,0-1-1,0 0 1,1 0 129,13-24-5434,-4-1-4141</inkml:trace>
  <inkml:trace contextRef="#ctx0" brushRef="#br0" timeOffset="1193.216">946 132 6185,'0'0'5008,"0"0"-2039,0 0-587,2 26-430,9 207 3172,-11-150-3315,0-31-2490,0-56-4822,0-26-613,0-3-2884</inkml:trace>
  <inkml:trace contextRef="#ctx0" brushRef="#br0" timeOffset="1435.869">675 27 6105,'0'0'5888,"0"0"-3583,0 0-1062,21 10-314,-2 0-705,134 32 1565,-108-42-993,0-3 0,0-2-1,-1-1 1,0-3 0,0-1 0,0-2-796,-24 8-789,-42 16-2633,2-2 690,0 0-2917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12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6969,'0'0'382,"0"0"567,0 0 2463,0 0-770,0 0-1022,0 0-478,8 6 3872,239-20-1349,-120 4-5392,-64 7-3112,1 1-3828,-70 3 5539,-5 3-1617</inkml:trace>
  <inkml:trace contextRef="#ctx0" brushRef="#br0" timeOffset="4951.019">62 30 6081,'0'0'710,"0"0"-485,0 0-105,0 0 440,0 0 1574,0 0-824,-14 0 1974,10 0 2139,469 4-1928,-465-4-3501,0 0-8,0 0 160,0 0 0,0 0-28,0 0-17,0 0-124,0 0 15,0 0 6,0 0-5,-21 0 116,-427-5-85,641-14-220,234 12 1061,-432 6-332,2 0-2302,1 1-4649,2 0-1745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12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23 6241,'0'0'811,"0"0"196,0 0 2107,0 0-1567,0 0-744,0 0-170,2 13 3455,205-8 372,55-27-3324,-261 22-1194,-1 0 18,41 0-3260,-3-3-324,-12-3-1529,2-3-4856</inkml:trace>
  <inkml:trace contextRef="#ctx0" brushRef="#br0" timeOffset="3273.357">57 61 2921,'0'0'2834,"0"0"-1764,0 0-828,0 0 106,0 0 960,0 0 551,-8-1-745,-40 0 138,48 1-366,15-1 2618,57 4-3398,396-14 1996,-383 33-2073,-179-62-7240,71 27 3305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1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5737,'0'0'820,"0"0"-488,0 0-218,0 0 417,0 0 1726,0 0-247,-10 10 2931,282 10 1254,-229-16-7964,-2-14-5579,-19-1 249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1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44 8690,'0'0'6065,"0"0"-2829,0 0-1983,0 0-859,0 0-86,-8 13 474,57 27 37,-48-40-765,-1 0-20,0 0-30,-2-4 14,1 0 0,-1-1 0,0 1 0,0 0-1,-1 1 1,1-1 0,-1 0 0,0 1 0,0-1-1,0 1 1,0 0 0,0 0 0,-1 0 0,0 0-1,1 1 1,-1 0 0,0-1 0,0 1 0,0 1-1,-1-1 1,1 0 0,0 1 0,-1 0 0,1 0-1,0 1 1,-1-1 0,1 1 0,-1 0 0,1 0-1,-1 0 1,0 1 0,1-1 0,0 1 0,-1 0-1,1 0 1,0 1 0,-1 0 0,1-1 0,0 1-1,0 1 1,0-1 0,1 0 0,-2 2-18,-1 5 69,0 2-1,1-1 1,0 0 0,1 1 0,0 0 0,0 0-1,1 0 1,1 1 0,0-1 0,0 1-1,1-1 1,1 1 0,0-1 0,0 1 0,2 0-1,-1-1 1,1 1 0,1-1 0,0 0 0,0 0-1,1 0 1,1 0 0,0-1 0,0 1 0,1-1-1,0-1 1,1 1 0,0-1 0,0 0-1,1-1 1,5 5-69,-1-4 16,0-1 0,0 1 0,1-2 0,0 0 0,1-1-1,0 0 1,-1-1 0,2 0 0,-1-2 0,0 1 0,1-2 0,0 0-1,-1 0 1,1-2 0,0 0 0,0 0 0,0-1 0,0-1-16,-7 1-11,-1-1 0,1 1 1,-1-2-1,0 1 0,1-1 1,-1 0-1,0 0 1,0-1-1,-1 0 0,1 0 1,-1 0-1,0-1 0,0 0 1,0 0-1,-1-1 0,0 0 1,0 1-1,0-2 1,-1 1-1,0-1 0,0 1 1,0-1-1,-1 0 0,0 0 1,-1-1-1,1 1 1,-1-1-1,-1 1 0,1-1 1,-2 1-1,1-1 0,-1 0 1,0 0-1,0 1 0,-1-1 1,0 0-1,0 1 1,-3-8 10,-37-41 309,39 79-62,4-11-241,1 0 1,0 0 0,1-1 0,0 0 0,1 0 0,0 0-1,1 0 1,0-1 0,1 0 0,0 0 0,0-1-1,1 0 1,0 0 0,1 0 0,0-1 0,0-1-1,1 0 1,0 0 0,0 0 0,0-2 0,1 1-1,0-1 1,0-1 0,1 0 0,-1 0 0,1-1-1,0-1 1,0 0 0,4 0-7,-13-2-10,-1 1-1,1-1 1,0 0-1,0 0 1,0 0 0,0 0-1,-1 0 1,1 0 0,0-1-1,0 0 1,0 1-1,-1-1 1,1 0 0,-1 0-1,1-1 1,0 1-1,-1 0 1,0-1 0,1 0-1,-1 1 1,0-1-1,0 0 1,0 0 0,0 0-1,0-1 1,0 1 0,-1 0-1,1-1 1,-1 1-1,0-1 1,1 1 0,-1-1-1,0 0 1,-1 1-1,1-1 1,0 0 0,-1 0-1,0 0 1,1 1-1,-1-1 1,0 0 0,0 0-1,-1 0 11,2-4-30,-1 0-1,0 0 1,-1-1-1,0 1 1,0 0-1,0 0 1,-1 0-1,0 1 1,0-1-1,-1 0 0,0 1 1,0-1-1,0 1 1,-1 0-1,0 0 1,0 0-1,-1 1 1,1 0-1,-1-1 1,0 1-1,-1 1 1,1-1-1,-1 1 1,0 0-1,0 1 0,0-1 1,-1 1-1,-1 0 31,-1-2-29,-2 0-1,1 1 1,-1 0-1,1 1 0,-1 1 1,0-1-1,0 2 0,0-1 1,0 2-1,0-1 1,-1 2-1,1-1 0,0 2 1,-1-1 29,-23 42-1792,67 0-6177,2-35-749</inkml:trace>
  <inkml:trace contextRef="#ctx0" brushRef="#br0" timeOffset="614.357">1216 55 5777,'0'0'3322,"0"0"1434,0 0-2809,0 0-1244,0 0 84,0 0 14,-14-9-79,-44-26-224,54 33-443,-1 1 0,1-1 0,-1 1 0,0-1 0,0 1-1,1 1 1,-1-1 0,0 1 0,0-1 0,0 1 0,0 1-1,0-1 1,1 1 0,-1 0 0,0 0 0,0 0-1,1 1 1,-1-1 0,1 1 0,-1 0 0,1 1 0,0-1-1,0 1 1,0 0 0,0 0 0,0 0 0,1 0 0,-1 1-1,1-1 1,0 1 0,0 0 0,0 0 0,1 0-1,-1 0 1,1 1 0,0-1 0,0 1 0,1-1 0,-1 1-1,1-1 1,0 1 0,0 0 0,1 0 0,-1 0 0,1 0-1,0-1 1,0 1 0,1 0 0,-1 0 0,1 0 0,0 0-1,1-1 1,-1 1 0,1-1 0,0 2-55,4 0 24,1 0 1,-1 0-1,1 0 1,0-1 0,0 0-1,1-1 1,0 1-1,-1-1 1,1-1-1,1 1 1,-1-2 0,0 1-1,1-1 1,0 0-1,-1-1 1,1 0-1,0 0 1,0-1-1,0 0 1,-1 0 0,4-2-25,-1 3 15,-2-3-20,-1 1 1,1 0 0,0 0 0,-1 1 0,1 0-1,0 0 1,-1 1 0,1 0 0,0 1 0,-1 0-1,1 1 1,-1-1 0,0 1 0,0 1 0,0 0-1,-1 0 1,1 0 0,-1 1 0,0 0 0,0 0 0,0 1-1,-1 0 1,0 0 0,0 1 0,-1 0 0,1 0-1,-1 0 1,-1 0 0,0 1 0,0 0 0,0 0-1,-1 0 1,0 0 0,-1 0 0,1 4 4,-2-8 30,-1 1-1,0-1 1,0 1 0,0-1 0,-1 0 0,1 1-1,-1-1 1,0 0 0,0 0 0,-1 0-1,1 1 1,-1-1 0,0-1 0,0 1 0,0 0-1,-1 0 1,1-1 0,-1 1 0,0-1 0,0 0-1,0 0 1,0 0 0,-1 0 0,1-1-1,-1 1 1,0-1 0,0 0 0,1 0 0,-1 0-1,-1-1 1,1 1 0,0-1 0,0 0 0,0 0-1,-1 0 1,-1-1-30,-197 21 1714,202-21-1733,1 0-49,0 0-71,0 0-363,39-16-5696,-19 7 1468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23.9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359 46 9610,'0'0'1259,"0"0"2841,0 0-1729,-25-8-967,-83-25-73,104 32-1250,0 0 0,0 0 0,-1 0 0,1 1 0,-1 0 0,1-1-1,0 2 1,-1-1 0,1 0 0,0 1 0,-1 0 0,1 0 0,0 0 0,0 1 0,0-1 0,0 1 0,0 0 0,0 0 0,0 0 0,1 1-1,-1-1 1,1 1 0,-1 0 0,1 0 0,0 0 0,0 1 0,1-1 0,-1 1 0,1-1 0,-1 1 0,1 0 0,0 0 0,1 0-1,-1 0 1,1 0 0,-1 0 0,1 1 0,1-1 0,-1 0 0,0 1 0,1-1 0,0 4-81,-3 2 67,-4 17 80,1 0 1,1 0-1,1 0 0,2 0 1,0 1-1,2-1 1,1 1-1,2-1 0,0 0 1,4 14-148,-2-32 24,-1-1-1,1 1 1,0-1 0,1-1 0,0 1 0,0-1 0,1 0-1,0 0 1,0-1 0,1 1 0,-1-2 0,1 1 0,1-1 0,-1-1-1,1 1 1,-1-1 0,1-1 0,1 0 0,-1 0 0,0 0 0,1-2-1,-1 1 1,1-1 0,-1 0 0,1-1 0,0 0 0,-1-1 0,1 0-1,-1 0 1,1-1 0,-1 0 0,1-1 0,-1 0 0,0 0-1,0-1 1,-1 0 0,1-1 0,-1 0 0,0 0 0,0-1 0,0 0-1,-1 0 1,2-3-24,-1 5-10,1 0-1,-1-1 1,0-1-1,-1 1 1,1-1-1,-1 0 0,0-1 1,-1 0-1,1 0 1,-2 0-1,1-1 1,-1 0-1,0 0 1,0 0-1,-1-1 1,0 0-1,-1 1 1,0-1-1,0-1 1,-1 1-1,0 0 0,0-1 1,-1 1-1,-1 0 1,1-1-1,-2 1 1,1-1-1,-1 1 1,-1-1-1,0 1 1,0 0-1,-1 0 1,0 0-1,0 0 1,-1 0-1,0 0 0,-1 1 1,0 0-1,0 0 1,-6-6 10,-3 2 34,-1 0 0,-1 1 0,0 0 1,-1 2-1,0 0 0,-1 0 0,1 2 0,-1 0 1,-1 1-1,1 1 0,-1 1 0,0 1 0,0 0 1,0 1-1,-1 1 0,1 1 0,-13 2-34,24-1 53,1 1 1,-1 0-1,1 0 0,0 0 0,0 1 0,0 0 1,0 1-1,1 0 0,-1 0 0,1 0 0,0 0 1,0 1-1,0 0 0,1 0 0,0 1 0,0 0 1,0 0-1,0 0 0,1 0 0,0 1 0,1-1 1,0 1-1,0 0 0,0 0 0,0 1-53,-30 189 681,31-187-673,0 0 0,1 0 0,0 0 0,1 0 0,0 0 0,1 0 0,0 0-1,0 0 1,1 0 0,0 0 0,1 0 0,0 0 0,1-1 0,0 0 0,0 0 0,1 0-1,0 0 1,1-1 0,0 1 0,0-2 0,1 1 0,0-1 0,0 0 0,0 0 0,1 0-1,0-1 1,1-1 0,-1 1 0,1-1 0,0-1 0,0 0 0,1 0 0,-1-1 0,1 0-1,1 0-7,2 0-15,-1-1 0,1 0-1,0-1 1,0 0-1,0-1 1,0 0 0,0-1-1,-1-1 1,1 0-1,0 0 1,-1-2 0,1 1-1,-1-2 1,0 1-1,-1-2 1,1 1-1,-1-2 1,0 0 0,0 0-1,-1-1 1,0 0-1,0 0 1,-1-1 0,0-1-1,-1 1 1,0-2-1,0 1 1,-1-1 0,-1 0-1,0 0 1,0-1-1,-1 0 1,0 0 0,-1 0-1,-1-1 1,0 1-1,0-1 1,-1-2 15,-4 2-26,0 1 0,-1-1-1,-1 1 1,0 0 0,0 0 0,-1 0-1,-1 1 1,0-1 0,0 1 0,-1 1 0,-1-1-1,1 1 1,-2 1 0,1-1 0,-2 1 0,1 1-1,-1 0 1,0 0 0,-1 1 0,1 0 0,-1 1-1,-1 0 1,1 1 0,-1 0 0,0 1-1,-1 0 1,1 1 0,0 0 0,-10 0 26,18 3 5,0 1 0,0 0 1,-1 0-1,1 0 0,1 0 1,-1 0-1,0 1 0,0 0 1,0 0-1,1 0 0,-1 0 1,1 0-1,0 1 0,0 0 1,0 0-1,0-1 0,0 2 1,0-1-1,1 0 0,-1 0 1,1 1-1,0 0 0,0-1 1,1 1-1,-1 0 0,1 0 1,-1 0-1,1 0 0,0 0 0,1 0 1,-1 0-1,1 0 0,0 0 1,0 0-1,0 1 0,0-1 1,1 0-1,0 0 0,0 0 1,0 0-1,0 0 0,0 0 1,2 2-6,-2 19-13,-3-17 3,2-1 1,-1 1-1,1 0 0,0 0 1,1 0-1,-1 0 1,2 0-1,-1-1 0,1 1 1,0 0-1,1-1 1,0 0-1,0 1 0,0-1 1,1 0-1,0-1 1,1 1-1,-1-1 0,1 1 1,0-2-1,1 1 1,0 0-1,-1-1 0,2 0 1,-1-1-1,1 1 1,-1-1-1,1 0 0,0-1 1,1 0-1,-1 0 1,0 0-1,1-1 0,0 0 1,4 0 9,-7-1-80,1 0 0,0 0 0,0-1 1,-1 1-1,1-1 0,0-1 0,0 1 0,-1-1 1,1 0-1,0 0 0,-1-1 0,1 0 0,-1 0 1,1 0-1,-1 0 0,0-1 0,0 0 0,0 0 1,-1 0-1,1-1 0,-1 0 0,1 0 1,-1 0-1,0 0 0,-1-1 0,1 1 0,-1-1 1,0 0-1,0 0 0,0 0 0,-1 0 0,0-1 1,0 1-1,0-1 0,-1 1 0,1-5 80,-1 5-49,-1 0-1,0 0 0,0 1 1,0-1-1,-1 0 1,0 0-1,0 0 0,0 0 1,0 1-1,-1-1 1,0 1-1,0-1 1,0 1-1,0 0 0,-1-1 1,1 1-1,-1 0 1,0 1-1,-1-1 0,1 0 1,0 1-1,-1 0 1,0 0-1,0 0 1,0 0-1,0 1 0,0-1 1,-1 1-1,1 0 1,-1 1-1,1-1 0,-1 1 1,0 0-1,0 0 1,1 0-1,-3 0 50,-184-4-7982,121 16 361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2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144 108 6129,'0'0'1675,"0"0"1933,0 0-1194,0 0-943,0 0-270,0 0 57,-2-4-26,-4 116 3566,9-74-4609,1 0 0,3 0-1,1-1 1,1 0-1,3 0 1,0-1-1,3-1 1,1 0 0,1-1-1,4 3-188,-15-38-5682,-4-28 2439,-3 25 2426,1-79-8693,0 41 3218</inkml:trace>
  <inkml:trace contextRef="#ctx0" brushRef="#br0" timeOffset="280.008">398 48 6345,'0'0'1787,"0"0"2848,0 0-1959,0 0-1519,0 0 61,-1 24 712,-1 357 3857,3-369-5767,1 1-1,0-1 1,1 0 0,1 0 0,0 0-1,0 0 1,1-1 0,1 0 0,0 0-1,0 0 1,8 9-20,-14-20-161,0-1 1,0 1-1,0-1 0,0 1 1,0-1-1,1 1 0,-1-1 1,0 1-1,0-1 0,0 1 0,0-1 1,1 1-1,-1 0 0,0-1 1,0 1-1,1-1 0,-1 1 0,0 0 1,1-1-1,-1 1 0,0-1 1,1 1-1,-1 0 0,0 0 0,1-1 1,-1 1-1,1 0 0,-1 0 1,1-1-1,-1 1 0,1 0 1,-1 0-1,0 0 0,1 0 0,-1 0 1,1 0-1,-1 0 0,1 0 1,-1 0-1,1 0 0,-1 0 0,1 0 1,-1 0-1,1 0 0,-1 0 1,1 1-1,-1-1 0,1 0 0,-1 0 1,1 0-1,-1 1 0,0-1 1,1 0-1,-1 1 0,0-1 1,1 0 160,-8-43-7446,-10 3-1045</inkml:trace>
  <inkml:trace contextRef="#ctx0" brushRef="#br0" timeOffset="781.234">15 116 7498,'0'0'4095,"0"0"-2290,0 0-635,0 0-11,-14 0 2437,54-3-2907,0-1 0,-1-3 0,1-1 0,-1-2 0,-1-1 0,1-3-689,0 1 143,0 1 0,1 2 0,0 1 0,1 3 0,-1 1 0,3 2-143,-24 4-117,3-1-228,-14 0-4084,1-1-3791,-9 1-543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39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1034 6225,'0'0'586,"0"0"-295,0 0-233,0 0-15,-1-10-124,21-107-4751,-4 68 9846,-15 47-4687,-1 0 0,1 1 0,-1-1 0,0 0 0,0 1 0,0-1 0,0 0 0,0 1 0,0-1 0,0 0 0,-1 1 0,1-1 0,-1 0 0,1 1 0,-1-1-1,1 1 1,-1-1 0,0 1 0,0-1 0,0 1 0,0-1 0,0 1 0,0 0 0,0 0 0,0-1 0,-1 1 0,1 0 0,0 0 0,-1 0 0,1 0 0,-1 1 0,1-1 0,-1 0 0,1 1-1,-1-1 1,0 1 0,1-1 0,-1 1 0,0 0 0,1-1 0,-1 1 0,0 0 0,1 0 0,-1 0-327,-23 44 1868,21-37-1797,1 0-1,0 0 0,0 0 0,1 0 0,0 1 0,0-1 0,1 1 1,0-1-1,0 1 0,1-1 0,-1 1 0,2 0 0,-1-1 0,1 1 1,0-1-1,1 1 0,0-1 0,0 1 0,1-1 0,-1 0 0,2 0 1,-1 0-1,1 0 0,0-1 0,0 0 0,1 0 0,0 0 1,0 0-1,0 0 0,1-1 0,-1 0 0,1 0 0,1-1 0,-1 0 1,1 0-1,-1 0 0,1-1 0,0 0 0,0 0 0,6 1-70,-5-1-34,-1 0 0,1 0-1,-1-1 1,1 0 0,0 0-1,0-1 1,0 0 0,0 0-1,0-1 1,0 0 0,0 0 0,0-1-1,0 0 1,0-1 0,0 0-1,-1 0 1,1 0 0,-1-1-1,1 0 1,-1-1 0,0 1-1,0-2 1,0 1 0,-1-1-1,1 0 1,-1 0 0,0 0 0,-1-1-1,1 0 1,-1 0 0,0-1-1,-1 1 1,1-1 0,-2 0-1,1 0 1,-1-1 0,3-5 34,-4 4-54,0-1 1,-1 1 0,0 0-1,-1-1 1,0 1 0,0 0 0,-1-1-1,0 1 1,0 0 0,-1-1-1,-1 1 1,0 0 0,0 1-1,0-1 1,-1 0 0,0 1-1,-1 0 1,0 0 0,0 0 0,-1 1-1,0-1 1,0 1 0,-1 1-1,0-1 1,0 1 0,0 0-1,-1 1 1,0 0 0,0 0-1,0 1 1,0 0 0,-1 0 0,0 1-1,0 0 1,0 0 0,-2 1 53,5 0-32,0 1 0,0 0 1,0 0-1,0 1 1,-1 0-1,1 0 1,0 0-1,0 1 1,-1 0-1,1 0 0,0 0 1,0 1-1,0 0 1,0 0-1,1 1 1,-1 0-1,1 0 1,-1 0-1,1 0 0,0 1 1,0 0-1,0 0 1,1 0-1,-1 1 1,1-1-1,0 1 0,1 0 1,-1 0-1,1 1 1,0-1-1,0 1 1,1-1-1,-1 3 32,-5 85-4977,8-58-650</inkml:trace>
  <inkml:trace contextRef="#ctx0" brushRef="#br0" timeOffset="662.613">530 0 7242,'0'0'266,"0"0"1145,0 0 1252,0 0-898,0 0-757,0 0-496,4 0-156,10 5-20,0-1 0,0 1 0,-1 1 0,1 1 0,-1 0 0,-1 0 0,1 2 0,-1-1 0,-1 1 0,0 1 0,0 0 0,9 12-336,21 17 346,-2 1 1,-2 3-1,-2 1 1,-2 1-1,-1 2 0,-3 2 1,-2 0-1,-2 2 1,-3 0-1,-1 2 1,-3 0-1,-2 1 1,-3 1-1,-2 1 0,-3-1 1,-2 1-1,-2 1 1,-3 25-347,-4-60 35,-1-1-1,0 1 1,-2-1 0,0 0 0,-2-1 0,0 0 0,-1 0-1,-1-1 1,-1 0 0,-4 5-35,-4 10 68,37-65-9622,2-1 523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3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5673,'0'0'1138,"0"0"63,0 0 2567,0 0-1537,0 0-1257,0 0-377,-4 0 43,-3 3-562,1 1 0,0-1 0,0 1-1,0 0 1,1 1 0,0-1 0,-1 1 0,1 0 0,1 0-1,-1 1 1,1-1 0,0 1 0,0 0 0,1 0 0,0 0-1,0 1 1,0-1 0,1 1 0,0 0 0,0-1-1,0 1 1,1 0 0,0 1-78,-2 1 171,-15 49 706,3 1 0,2 0 1,3 1-1,3 0 0,2 0 1,3 1-1,2-1 0,8 49-877,3-68 184,1 0-1,3 0 0,1-1 1,2-1-1,1 0 0,2-2 0,2 0 1,2-2-1,0 0 0,3-2 1,1-1-1,1-2 0,1 0 0,2-2 1,1-2-1,30 19-183,-54-39-4731,-38-36-3869,13 4 2159,3 1 1008</inkml:trace>
  <inkml:trace contextRef="#ctx0" brushRef="#br0" timeOffset="329.43">296 814 3289,'0'0'3870,"0"0"2402,0 0-3134,0 0-2097,0 0-236,0 0 68,4 0 210,291-51 4018,-287 51-5387,-5 6-12780,-11-1 2770</inkml:trace>
  <inkml:trace contextRef="#ctx0" brushRef="#br0" timeOffset="1128.928">882 521 11482,'0'0'5326,"0"0"-3546,0 0-1509,0 0-59,0 0 376,0 0 227,14 0-130,89 2-2081,-112-3 1337,1 1 0,0 1 0,0-1 0,0 1 1,0 1-1,0-1 0,0 1 0,1 1 0,-1-1 0,0 2 0,1-1 1,0 1-1,0 0 0,0 0 0,0 1 0,1-1 0,0 2 1,0-1-1,0 1 0,0 0 0,1 0 0,0 0 0,0 1 59,-4 7 255,1 0 1,0 1-1,1-1 0,0 1 0,2 1 1,0-1-1,0 1 0,2 0 0,0 0 0,0 0 1,2 1-1,0-1 0,1 0 0,0 1 1,1-1-1,4 15-255,-1-23 51,1 1 1,0-1-1,1 0 1,-1 0-1,2 0 1,-1-1-1,1 0 1,0 0 0,1 0-1,-1-1 1,1-1-1,1 1 1,-1-1-1,1-1 1,-1 1-1,1-1 1,1-1-1,-1 0 1,0 0-1,1-1 1,0 0-1,-1-1 1,1 0-1,0 0 1,0-1-1,0 0 1,-1-1-1,1 0 1,0-1-1,8-2-51,-9 4 9,-1 0 0,1-1 0,-1 0 0,1 0 0,-1-1 0,0 0 0,1 0 0,-1-1 0,0 0 0,-1-1 0,1 1 0,-1-1 0,1-1 0,-1 0 0,-1 0 0,1 0 0,-1-1 0,1 0 0,-2 0 0,1 0 0,-1-1 0,0 0 0,0 0 0,-1 0 0,0-1 0,0 1 0,-1-1 0,1 0 0,-2 0 0,1 0 0,-1-1 0,-1 1 0,0-1 0,1-5-9,-43-13 993,41 41-821,2-5-168,0 1 0,1-1-1,0 0 1,1 0-1,0 0 1,0 0-1,1-1 1,0 0 0,1 0-1,-1 0 1,2 0-1,-1-1 1,1 0-1,0-1 1,0 1 0,1-1-1,0-1 1,0 1-1,0-2 1,1 1-1,-1-1 1,1 0 0,0-1-1,1 0 1,-1 0-1,0-1 1,1 0-1,0-1 1,-1 0 0,1 0-1,3-1-3,-6 0 50,-4 1-115,0 1 1,0-1-1,0-1 0,0 1 0,0 0 1,0-1-1,1 0 0,-1 0 1,0 0-1,0 0 0,0 0 0,0 0 1,1-1-1,-1 0 0,0 1 0,0-1 1,0 0-1,0-1 0,0 1 1,-1 0-1,1-1 0,0 0 0,-1 0 1,1 0-1,-1 0 0,1 0 0,-1 0 1,0 0-1,0-1 0,0 1 1,0-1-1,0 0 0,-1 1 0,1-1 1,-1 0-1,0 0 0,0 0 1,0 0-1,0 0 0,0 0 0,-1 0 1,1-2 64,1-5 5,-1 1 1,0-1 0,0 0 0,-1 1 0,0-1 0,-1 0 0,0 1 0,-1-1 0,0 1 0,0-1-1,-1 1 1,0 0 0,-1 0 0,0 0 0,0 0 0,-1 1 0,0 0 0,0 0 0,-1 0 0,0 0-1,0 1 1,-1 0 0,0 1 0,-1-1 0,1 1 0,-1 1 0,0-1 0,0 1 0,-1 1 0,0 0-1,1 0 1,-2 0 0,-6-1-6,14 4-10,0 0-1,0 0 0,0 0 0,1 1 1,-1-1-1,0 0 0,0 1 1,0-1-1,0 1 0,0 0 1,-1 0-1,1 0 0,0 0 1,0 0-1,0 0 0,0 0 0,0 1 1,0-1-1,0 1 0,0-1 1,0 1-1,0 0 0,1 0 1,-1 0-1,0 0 0,0 0 0,1 0 1,-1 0-1,0 1 0,1-1 1,-1 0-1,1 1 0,0 0 1,0-1-1,-1 1 0,1 0 0,0 0 1,0-1-1,1 1 0,-1 0 1,0 0-1,0 0 0,1 0 1,0 0-1,-1 0 0,1 0 1,0 1 10,42 25-6442,-10-24-1022</inkml:trace>
  <inkml:trace contextRef="#ctx0" brushRef="#br0" timeOffset="1593.877">1888 452 1320,'0'0'10436,"0"0"-5152,0 0-3255,0 0-1031,0 0 41,-22-2-114,-68-2-359,85 5-559,0 0 0,0 0 1,0 0-1,0 1 0,0 0 1,1 0-1,-1 0 0,1 0 0,-1 1 1,1 0-1,0 0 0,0 0 1,0 0-1,0 1 0,1-1 0,0 1 1,-1 0-1,1 0 0,0 0 1,1 1-1,-1-1 0,0 4-7,-2 0 13,-26 109 70,34-114-94,0 0 0,1 0 0,-1 0 0,1-1 0,0 1 0,0-1 0,-1 0 0,1 0 0,1-1 0,-1 1 0,0-1 0,0 0 0,0 0 0,1 0 0,-1 0 0,1-1 0,-1 0 0,0 0 0,1 0 0,-1 0 0,1-1 0,-1 0 0,3-1 11,3 2-18,2-2 24,0 1-1,0 0 1,0 1-1,0 0 1,0 1 0,0 0-1,0 1 1,0 0-1,0 1 1,-1 0-1,1 1 1,-1 0 0,0 1-1,0 1 1,0-1-1,-1 2 1,0-1-1,0 1 1,-1 1-1,0 0 1,0 0 0,0 1-1,5 8-5,-13-11 118,-1-1 0,0 1 0,0-1 0,-1 1 0,1-1 0,-1 1 0,-1-1 0,1 1 0,-1-1 0,0 0 0,0 0 0,0 0 1,-1 0-1,1 0 0,-1 0 0,-1-1 0,1 1 0,-1-1 0,1 0 0,-1 0 0,0 0 0,-1-1 0,1 1 0,-1-1 0,1 0 0,-1-1 0,0 1 0,0-1 0,0 0 0,0 0 0,-1 0 0,1-1 0,0 1 0,-1-1 0,-1-1-118,3 2 2,-18 9-52,0-2-1,-1 0 1,0-1-1,0-2 1,-1 0-1,0-2 1,-18 2 50,44-35-6186,18-5-775,6-1-2197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42.808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217 139 6553,'0'0'6390,"0"0"-4163,0 0-1568,-25-1-135,-79 1-109,99 1-287,0 1 1,1-1 0,-1 1 0,1 0-1,0 0 1,0 0 0,0 1 0,0-1-1,0 1 1,0 0 0,1 0 0,-1 1-1,1-1 1,0 1 0,0-1 0,0 1-1,0 0 1,1 0 0,0 0 0,0 1 0,0-1-1,0 0 1,1 1 0,-1-1 0,1 1-1,0 0 1,0-1 0,1 1 0,0 0-1,0 0 1,0-1 0,0 1 0,1 0-1,-1-1 1,1 1-129,-1 0 108,-2 5-6,1 0-1,0 1 1,0-1 0,1 0 0,1 1-1,-1-1 1,2 0 0,-1 0 0,2 0-1,-1 0 1,1 0 0,1 0 0,-1 0-1,2-1 1,-1 0 0,1 0 0,1 0-1,0-1 1,0 1 0,1-1 0,-1-1 0,2 1-1,-1-1 1,1-1 0,0 1 0,1-1-1,-1-1 1,1 1 0,0-1 0,5 1-102,-3-2-16,1-1 0,1 0 0,-1-1 1,0 0-1,1-1 0,-1 0 0,1-1 1,-1 0-1,0-1 0,1-1 0,-1 0 1,0 0-1,0-1 0,0-1 0,0 0 1,0 0-1,-1-1 0,0-1 0,0 0 1,0-1-1,-1 0 0,0 0 0,0-1 1,-1 0-1,0-1 0,0 0 0,-1-1 1,0 1-1,-1-2 0,0 1 1,-1-1-1,0 0 0,-1 0 0,0 0 1,0-1-1,-1 0 0,-1 0 0,0 0 1,-1 0-1,0-1 0,0-6 16,-1 8 9,0 0-1,-1 0 1,-1 0-1,1 0 1,-2 0-1,0 0 1,0 0 0,-1 0-1,0 1 1,-1-1-1,0 1 1,0 0-1,-1 0 1,-1 0-1,0 1 1,0 0 0,-1 0-1,0 0 1,0 1-1,-1 0 1,0 0-1,0 1 1,-1 0-1,0 1 1,0 0-1,-1 0 1,0 1 0,0 0-1,-1 0-8,6 2 36,0 1 0,-1-1-1,1 1 1,-1 0 0,0 1 0,1-1-1,-1 1 1,0 0 0,0 1 0,1-1-1,-1 1 1,0 0 0,0 1 0,0-1-1,0 1 1,1 0 0,-1 1 0,0-1-1,1 1 1,-1 0 0,1 1 0,0-1-1,-1 1 1,1 0 0,1 1 0,-1-1-1,0 1 1,1 0 0,0 0 0,-1 0-1,2 0 1,-1 1 0,0 0 0,1-1-1,0 1 1,0 1-36,-4 8 105,1 0-1,0 0 1,1 1-1,1-1 1,0 1 0,1 0-1,0 0 1,1 0-1,1 1 1,1-1-1,0 0 1,1 8-105,0-18 4,0 0 0,0 0 0,1 0 0,-1 0 0,1 0 0,0 0 0,0 0 0,1-1 0,-1 1 0,1-1 0,0 0 0,1 1 0,-1-1 0,0-1 0,1 1 0,0-1 0,0 1 0,0-1 0,0 0 0,1 0 0,-1-1 0,1 1 0,0-1 0,0 0 0,0-1 0,0 1 0,3 0-4,143 16 44,-144-16-88,0-1 0,0 0 0,-1 0 0,1 0 0,0-1 0,0 0 0,0-1 0,0 1 0,0-1 0,-1-1 0,1 1 0,0-1 0,-1 0 0,1-1 0,-1 1 0,0-1 0,0-1 0,0 1 0,0-1 0,0 0 0,-1 0 0,0-1 0,0 0 0,0 0 0,0 0 0,-1 0 0,0-1 0,0 1 0,0-1 0,-1 0 0,0 0 0,0-1 0,0 1 0,-1-1 0,0 1 0,0-1 0,-1 0 0,0 0 0,0 1 0,-1-1 0,0-5 44,-6-2 45,-2 1 1,1 0-1,-2 1 1,0 0-1,0 0 1,-1 1 0,-1 0-1,0 0 1,0 1-1,-1 1 1,0 0-1,0 1 1,-1 0-1,-1 1 1,1 0 0,-1 1-1,0 0 1,0 2-1,-8-2-45,-194-18 786,206 56-4713,10-24 1411,0 12-5296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44.295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86 1 6281,'0'0'899,"0"0"155,0 0 2382,0 0-1150,0 0-632,0 0-687,-2 9 184,-1 12-872,1 0-1,1 0 1,1 0 0,1 0 0,0 0 0,2 0 0,0 0 0,2-1-1,0 0 1,1 0 0,9 19-279,-12-34 23,1-1-1,0 0 1,1 0 0,-1 0-1,1 0 1,-1-1 0,1 0-1,0 0 1,0 0 0,1 0-1,-1-1 1,1 0 0,-1 0 0,1 0-1,0-1 1,-1 0 0,1 0-1,0 0 1,0-1 0,0 0-1,0 0 1,0-1 0,-1 1-1,1-1 1,0-1 0,0 1-1,-1-1 1,1 0 0,-1 0-1,1 0 1,-1-1 0,0 0-1,0 0 1,0 0 0,0-1-1,-1 1 1,0-1 0,1 0-1,-1-1 1,0 1 0,-1-1-1,1 1 1,-1-1 0,0 0-1,0-1 1,-1 1 0,0 0-1,1-1 1,-2 1 0,1-1-1,-1 0 1,0 1 0,0-1-1,0 0 1,-1 0 0,0 0-1,0 0 1,0 0 0,-1 0-23,-4-3 21,0 2 0,-1-1-1,0 0 1,0 1 0,-1 1 0,0-1 0,0 1 0,0 0 0,-1 0 0,0 1 0,0 0 0,-1 0 0,1 1 0,-1 1-1,0-1 1,0 1 0,0 0 0,0 1 0,0 0 0,-1 1 0,1 0 0,-2 0-21,7 0 8,-1 0 0,0 0 0,0 0-1,0 1 1,0 0 0,0 0 0,0 0 0,0 0 0,0 1 0,0 0 0,0 0 0,0 0 0,0 0-1,0 1 1,1 0 0,-1 0 0,1 0 0,-1 1 0,1 0 0,0-1 0,0 1 0,0 1 0,0-1-1,1 1 1,-1-1 0,1 1 0,0 0-8,-6 17 70,1 0-1,1 0 0,1 1 1,1 0-1,0 0 0,2 0 1,1 1-1,1-1 0,0 1 1,3 14-70,-4-30 3,1 1 1,0-1-1,1 0 0,-1 1 1,2-1-1,-1 1 1,1-1-1,0 0 1,0 1-1,1-1 0,0 0 1,0 0-1,1 0 1,-1 0-1,2-1 1,-1 1-1,1-1 0,0 0 1,0 0-1,1 0 1,0 0-1,0-1 1,0 0-1,0 0 0,1 0 1,0 0-1,0-1 1,0 0-1,1-1 1,-1 1-1,1-1 0,0-1 1,0 1-1,0-1 1,0 0-1,0-1 1,1 1-1,-1-1 0,1-1 1,-1 0-1,0 0 1,7-1-4,-1-4 20,1 0 0,-1-2 0,1 0 0,-2 0 0,1-1 1,-1 0-1,0-1 0,-1-1 0,0 0 0,-1 0 0,0-1 1,0-1-1,-2 1 0,1-1 0,-1-1 0,-1 0 0,0 0 0,-1 0 1,0-1-1,-1 0 0,-1 0 0,0 0 0,-1 0 0,0-1 1,-1 0-1,-1 1 0,0-13-20,-4 16 10,1 1 1,-2-1-1,1 1 1,-1 0 0,-1 0-1,0 0 1,0 1-1,-1-1 1,0 1-1,-1 1 1,0-1-1,0 1 1,-1 0 0,0 1-1,0 0 1,-1 0-1,0 1 1,0 0-1,0 0 1,-1 1-1,0 0 1,0 1 0,0 0-1,0 1 1,-1 0-1,0 1 1,1 0-1,-1 0 1,0 1-1,0 0 1,0 1 0,0 1-1,0 0 1,0 0-1,-5 2-10,8 3 8,0 0-1,1 1 1,0 0-1,0 0 1,0 0-1,1 1 1,0 0-1,1 0 0,0 1 1,0 0-1,1 0 1,0 0-1,0 0 1,1 1-1,1-1 1,-1 1-1,1 0 1,1-1-1,0 1 1,0 0-1,1 0 1,1 0-1,-1 0 0,1 0 1,1 0-8,-2-6-4,-1-1 1,1 1-1,0 0 0,0-1 1,1 1-1,-1-1 1,1 1-1,-1 0 0,1-1 1,0 0-1,0 1 1,1-1-1,-1 1 0,1-1 1,0 0-1,0 0 0,0 0 1,0 0-1,0 0 1,1-1-1,-1 1 0,1-1 1,0 1-1,-1-1 0,1 0 1,0 0-1,0 0 1,1-1-1,-1 1 0,0-1 1,1 1-1,-1-1 1,0 0-1,1-1 0,0 1 1,-1 0-1,1-1 0,-1 0 1,1 0-1,0 0 1,-1 0-1,4-1 4,-1 1-21,0 0 0,-1-1 0,1 1 0,0-1 0,0 0 0,-1-1 0,1 1 0,-1-1 0,1 0 1,-1 0-1,0-1 0,0 0 0,0 0 0,0 0 0,0 0 0,-1-1 0,1 0 0,-1 0 0,0 0 0,0 0 0,-1-1 0,1 1 0,-1-1 0,0 0 0,0 0 1,-1 0-1,1-1 0,-1 1 0,0-1 0,-1 1 0,1-1 0,-1 0 0,0 1 0,0-1 0,-1 0 0,0 0 0,0 1 0,0-1 0,-1 0 0,0-2 21,-2 2-74,1 0-1,-1 1 0,0-1 0,-1 1 1,1 0-1,-1 0 0,0 0 0,-1 1 0,1-1 1,-1 1-1,1 0 0,-1 0 0,-1 0 1,1 1-1,0 0 0,-1 0 0,0 0 1,1 1-1,-1 0 0,0 0 0,0 0 0,-1 1 1,1 0-1,0 0 0,0 0 0,-1 1 1,1 0-1,0 0 0,0 1 0,-3 0 75,-11 31-5854,20-10-2001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48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88 6177,'0'0'824,"0"0"-553,0 0 184,0 0 935,0 0-37,0 0-542,-5-13-204,-23-54 489,14 60 6185,10 33-5306,10 41-1339,76 503 3346,-64-262-2853,-7-99-246,9 1 0,10 5-883,-5-71 120,-23-75 108,11-102-608,37-72-4575,-46 99 4225,16-30-7279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47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2561,'0'0'3728,"0"0"-1911,0 0 1555,0 0-1031,0 0-842,0 0-329,-3 4-124,-14 112 2065,17-86-2418,6 492 3400,-5-501-4078,1 0 0,1 0 0,2-1 0,0 1 0,0-1 0,2 0 0,1 0 0,0-1-1,11 17-14,-6-27-2148,-6-42-8602,-7 33 10739,0-24-9204</inkml:trace>
  <inkml:trace contextRef="#ctx0" brushRef="#br0" timeOffset="361.415">0 467 5601,'0'0'1911,"0"0"2066,0 0-2100,0 0-1031,0 0-326,0 0 453,3 4-44,6 3-714,1-1 0,0 0-1,1-1 1,-1 0 0,1 0 0,0-1-1,0-1 1,0 0 0,1 0-1,-1-1 1,1-1 0,0 0 0,-1 0-1,7-1-214,3 2 258,279-5 1539,-103-32-5553,-165 24-3329,-26 4 168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5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5841,'0'0'1778,"0"0"2116,0 0-1749,0 0-697,0 0-432,-14 0 2534,188 39 466,-146-30-3994,6-5-1508,5-30-7147,-26 9 3908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58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92 142 5657,'0'0'1909,"0"0"2373,0 0-1732,0 0-1030,0 0-9,0 0-389,-5-3-51,-14-10-281,30 18-22,58 28 681,-69-33-1332,0 0 130,-1-27 412,1 24-642,-1 0 0,0 0 1,0 1-1,0-1 0,0 0 1,0 0-1,-1 1 0,1-1 1,-1 1-1,1-1 0,-1 1 0,0 0 1,0-1-1,0 1 0,-1 0 1,1 0-1,0 1 0,-1-1 1,1 0-1,-1 1 0,1-1 1,-1 1-1,0 0 0,0 0 0,0 0 1,1 0-1,-1 1 0,0-1 1,0 1-1,0 0 0,0-1 1,0 1-1,0 1 0,0-1 1,0 0-1,0 1 0,0-1 1,0 1-1,0 0 0,0 0 0,1 0 1,-1 1-1,0-1 0,1 1 1,-1-1-1,1 1 0,0 0 1,-1 0-1,1 0 0,-2 2-17,-1 6 15,1 0-1,0 0 0,1 0 0,0 1 1,0-1-1,1 1 0,0 0 1,1 0-1,0 0 0,1 0 1,1 0-1,-1 0 0,2-1 0,-1 1 1,1 0-1,1 0 0,0-1 1,1 1-1,0-1 0,0 0 1,1 0-1,0-1 0,1 0 0,0 1 1,1-2-1,0 1 0,0-1 1,0 0-1,5 3-14,5-1 9,0-1 0,1 0 0,0-1 1,0-1-1,0-1 0,1 0 0,0-2 0,0 0 0,1-1 1,-1-1-1,1-1 0,-1 0 0,1-2 0,-1 0 0,6-2-9,-19 4 3,0-1-1,0 0 0,0-1 0,0 1 1,0-1-1,0 0 0,0-1 1,0 1-1,0-1 0,-1 0 0,1-1 1,-1 1-1,0-1 0,1 0 0,-1-1 1,-1 1-1,1-1 0,0 0 1,-1 0-1,0 0 0,0-1 0,0 1 1,0-1-1,-1 0 0,0 0 1,0-1-1,0 1 0,-1 0 0,0-1 1,0 0-1,0 1 0,0-1 0,-1 0 1,0-6-3,0 8 42,-1 0 1,0-1-1,-1 1 1,1 0-1,-1-1 1,1 1-1,-1 0 1,-1 0-1,1 0 1,-1 0-1,1 0 1,-1 0-1,0 0 0,0 0 1,-1 0-1,1 1 1,-1 0-1,0-1 1,0 1-1,0 0 1,0 0-1,-1 0 1,1 1-1,-1-1 1,1 1-1,-1 0 1,0 0-1,0 0-42,1 20 491,8-5-511,0 0 1,1 0-1,1 0 0,0-1 0,0 0 0,1 0 1,1-1-1,0 0 0,0 0 0,1-1 1,1 0-1,-1-1 0,2 0 0,-1-1 0,1-1 1,0 1-1,1-2 0,0 0 0,0 0 1,0-1-1,0-1 0,1 0 0,8 1 20,-12-2-48,0-1 0,-1 0 0,1 0 0,0-1 0,0-1 0,0 1 0,1-2 0,-1 1 0,0-1-1,0-1 1,-1 0 0,1 0 0,0-1 0,-1 0 0,1-1 0,-1 0 0,2-2 48,-9 1 3,-1-1 0,0 1 0,0-1 1,-1 1-1,0-1 0,0 1 0,0-1 0,-1 1 1,0-1-1,0 1 0,0-1 0,0 1 1,-1 0-1,0-1 0,0 1 0,-1 0 0,1 0 1,-1 1-1,0-1 0,0 0 0,-1 1 0,1 0 1,-1 0-1,0 0 0,0 0 0,-1 1 0,1-1 1,-1 1-1,1 0 0,-1 1 0,0-1 0,-4-1-3,1-3 11,-4-4-12,-1 1 0,1-1-1,-2 2 1,1 0 0,-1 1 0,-1 0 0,1 1-1,-1 0 1,-1 1 0,1 1 0,-1 1-1,-14-3 2,29 8-99,0 0 0,0 0 0,-1 0-1,1 0 1,0 0 0,0 0-1,1 0 1,-1 0 0,0 0 0,0 1-1,0-1 1,1 0 0,-1 0-1,1 1 1,-1-1 0,1 1-1,-1-1 1,1 0 0,0 1 0,0-1-1,0 1 1,-1-1 0,2 1-1,-1-1 1,0 1 0,0-1-1,0 0 1,1 1 0,-1-1 0,0 1-1,1-1 1,-1 0 0,1 1-1,0-1 1,0 1 99,17 30-3817,7-6-1989</inkml:trace>
  <inkml:trace contextRef="#ctx0" brushRef="#br0" timeOffset="533.767">1243 4 3689,'0'0'8555,"0"0"-5158,-22 0-2274,-69 1-647,88-2-442,0 0 1,0 0 0,0 0 0,0 1 0,0 0 0,0 0-1,0-1 1,0 2 0,0-1 0,0 0 0,0 1-1,0-1 1,0 1 0,0 0 0,0 0 0,0 0-1,0 0 1,0 1 0,1-1 0,-1 1 0,1-1-1,-1 1 1,1 0 0,0 0 0,-1 0 0,1 1-1,0-1 1,0 0 0,1 1 0,-1-1 0,0 1-1,1 0 1,0-1 0,-1 1 0,1 0 0,0 0-1,0 0 1,1 0 0,-1 0 0,1 0 0,-1 0 0,1 0-1,0 0 1,0 0 0,0 0 0,1 0 0,-1 0-1,1 0 1,0 0 0,0 0 0,0 2-35,4 4-49,1 0 1,0 0-1,0 0 1,0-1 0,1 0-1,1-1 1,-1 1-1,1-1 1,0-1-1,1 1 1,0-2-1,0 1 1,0-1 0,0 0-1,1-1 1,0 0-1,0-1 1,0 0-1,0 0 1,0-1-1,1-1 49,-6 1 0,20 6-6,-9-5 9,0 1 0,0 1 0,0 0 0,-1 1-1,0 1 1,0 0 0,0 1 0,-1 1 0,-1 0 0,1 1 0,-1 0 0,-1 1 0,0 1 0,4 5-3,-14-14 43,0 0 1,-1 0-1,1 0 1,0 1-1,-1-1 1,0 0-1,0 1 1,0-1-1,0 1 0,-1-1 1,1 1-1,-1-1 1,0 1-1,0-1 1,0 1-1,0 0 1,-1-1-1,0 1 1,1-1-1,-1 1 1,0-1-1,-1 0 1,1 1-1,-1-1 0,1 0 1,-1 0-1,0 0 1,0 0-1,0 0 1,-1 0-1,1-1 1,-1 1-1,1-1 1,-1 0-1,0 1 1,0-1-1,0-1 0,0 1 1,0 0-1,0-1 1,-1 1-1,1-1 1,-1 0-1,-2 1-43,-18 8 442,0 0 0,-1-2 0,0 0-1,0-2 1,-1 0 0,1-2 0,-1-1-1,-16-1-441,53-18-7467,3 1-1134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59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4 103 6105,'0'0'1435,"0"0"1871,0 0-1152,0 0-760,0 0-303,0 0-151,-2-4 0,1 2-907,1 1 0,0-1 0,0 0 0,0 1 0,0-1 0,0 0 0,0 1 0,0-1 0,1 1 0,-1-1 0,0 0 0,1 1 0,0-1 0,-1 1 0,1-1 0,0 1 0,0-1 0,0 1 0,-1 0 0,2-1 0,-1 1 0,0 0 0,0 0 0,0 0-1,0-1 1,1 1 0,-1 1 0,1-1 0,-1 0 0,1 0 0,-1 0 0,1 1 0,-1-1 0,1 1 0,-1-1 0,1 1 0,0 0 0,-1 0 0,1 0 0,0-1 0,-1 1 0,1 1 0,0-1-33,92-5 374,-86 12-229,0 0 0,0 0 0,-1 1 0,0 0 0,-1 0 0,0 1 0,0-1 0,-1 1 0,0 1-1,0-1 1,-1 1 0,0 0 0,-1 0 0,0 0 0,-1 0 0,0 0 0,0 1 0,-1-1-1,-1 1 1,0 4-145,-6 152 585,5-162-628,0 0 1,-1-1-1,1 1 0,-1-1 0,0 1 0,0-1 0,0 0 0,-1 1 0,1-1 0,-1 0 0,0 0 0,0-1 0,-1 1 0,1-1 0,-1 0 0,0 0 0,1 0 0,-1 0 0,-1 0 0,1-1 0,0 0 0,-1 0 0,1 0 0,-1 0 1,1-1-1,-1 0 0,0 0 0,0 0 0,1 0 0,-1-1 0,0 0 0,-2 0 43,4 1-17,0-1 1,0 1 0,1-1-1,-1 0 1,0 0 0,0 0-1,0 0 1,1 0-1,-1 0 1,0-1 0,0 0-1,1 1 1,-1-1-1,0 0 1,1 0 0,-1-1-1,1 1 1,-1 0-1,1-1 1,0 0 0,-1 1-1,1-1 1,0 0 0,0 0-1,0 0 1,1 0-1,-1-1 1,0 1 0,1 0-1,0-1 1,-1 1-1,1-1 1,0 1 0,0-1-1,0 0 1,1 0-1,-1 1 1,0-2 16,40-2-169,278 55 617,-196-61-5832,-93-5-152</inkml:trace>
  <inkml:trace contextRef="#ctx0" brushRef="#br0" timeOffset="241.255">711 80 5817,'0'0'8146,"0"0"-5433,0 0-1057,0 0 480,0 158-415,0-111-185,0 0-832,0-7-16,0-3-536,0-8-88,0-6 16,0-8-160,5-4-16,0-4-672,2-5-752,3-2-2601,2-11-8,-4-11-3040</inkml:trace>
  <inkml:trace contextRef="#ctx0" brushRef="#br0" timeOffset="515.491">899 0 6553,'0'0'6175,"0"0"-3500,0 0-1014,0 0 90,7 25 619,40 210 1525,-46-186-3280,21 117 176,-9-150-1240,-4-36-9200,-9-4 879</inkml:trace>
  <inkml:trace contextRef="#ctx0" brushRef="#br0" timeOffset="812.263">471 101 6129,'0'0'5922,"0"0"-3665,0 0-1320,0 0-488,0 0 112,0 0 273,9 0-218,518-11 4783,-448 10-14225,-74 1 1870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03.9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33 5921,'0'0'824,"0"0"-478,0 0 107,0 0 1086,0 0 776,0 0-720,-4 0-370,106 0 5388,266 0-2923,-414-24-1943,39 23-1951,-40-6 160,20 11-4257,19 4-2599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07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12 18860,'0'0'2246,"0"0"-1370,0 0-695,0 0 194,0 0 248,0 0-147,14 12-365,75 60-15,-75-65-361,-48-20-230,29 11 500,0 0 0,0 0 1,-1 0-1,1 1 1,0 0-1,-1 0 1,1 0-1,-1 1 1,1 0-1,-1 0 0,1 0 1,-1 0-1,1 1 1,0 0-1,-1 0 1,1 1-1,0 0 1,0 0-1,0 0 0,0 0 1,0 1-1,0-1 1,0 1-1,1 1 1,0-1-1,-1 1 0,1-1 1,1 1-1,-1 0 1,0 1-1,1-1 1,0 0-1,0 1 1,0 0-1,1 0 0,0 0 1,0 0-1,-1 3-5,1 0 17,0 1-1,1 0 0,0 0 1,0-1-1,1 1 0,1 0 1,-1 0-1,1 0 0,1-1 1,-1 1-1,2 0 0,-1-1 1,1 0-1,0 1 0,1-1 1,0-1-1,0 1 0,1 0 1,0-1-1,0 0 0,0 0 1,1 0-1,0-1 0,1 0 1,0 0-1,-1-1 0,2 0 1,-1 0-1,1 0 0,-1-1 1,1 0-1,0-1 0,1 1 1,-1-2-1,1 1 0,2-1-16,15 6 13,0-2-1,0-1 0,1-2 0,-1 0 0,1-2 0,-1 0 1,1-2-1,25-4-12,-49 4-90,0 0 1,1 0-1,-1 0 1,0 0-1,0-1 1,0 1-1,0-1 1,0 0-1,0 0 1,-1 0-1,1 0 1,0 0-1,-1-1 1,0 1-1,1-1 1,-1 1-1,0-1 1,-1 0-1,1 0 1,0 0-1,-1 0 1,1 0-1,-1 0 0,0-1 1,0 1-1,-1 0 1,1-1-1,-1 1 1,1 0-1,-1-1 1,0 1-1,0-1 1,0 1-1,-1-1 90,-27-115-1216,1 72 3190,25 77-311,2-17-1572,1 0 1,1 0-1,0 0 1,0-1-1,1 1 0,1-1 1,0 1-1,1-1 1,1 0-1,-1-1 1,2 0-1,0 0 0,0 0 1,1 0-1,0-1 1,0-1-1,2 1 0,-1-1 1,1-1-1,0 0 1,1 0-1,-1-1 1,2 0-1,-1-1 0,1-1 1,0 0-1,0 0 1,0-1-1,1 0 1,-1-1-1,11 1-91,-18-3 7,0 0 0,0 0 0,0 0 0,0 0 0,0-1 1,0 0-1,0 0 0,0 0 0,0-1 0,0 1 0,0-1 0,0 0 0,-1-1 0,1 1 0,0-1 1,-1 0-1,1 0 0,-1-1 0,1 1 0,-1-1 0,0 0 0,0 0 0,0 0 0,-1-1 0,1 1 1,-1-1-1,0 0 0,0 0 0,0 0 0,0 0 0,-1-1 0,0 1 0,1-1 0,0-4-7,0-2-12,-1-1-1,0 0 1,0 1-1,-1-1 0,-1 0 1,0 0-1,0 0 1,-1 0-1,-1 0 1,0 1-1,-1-1 1,0 0-1,0 1 0,-1 0 1,-1 0-1,0 0 1,-1 1-1,0-1 1,0 1-1,-1 1 0,0-1 1,-1 1-1,0 0 1,0 1-1,-1 0 1,0 0-1,-1 1 1,0 0-1,0 1 0,0 0 1,-1 0-1,1 1 1,-1 1-1,-1 0 1,1 0-1,-1 1 0,1 1 1,-2 0 12,10 1-40,0 1 1,0 0-1,-1 1 0,1-1 1,0 1-1,0-1 0,0 1 1,0 0-1,0 0 0,0 0 1,0 0-1,0 1 0,1-1 1,-1 1-1,0 0 0,1 0 1,-1 0-1,1 0 0,0 0 1,0 0-1,0 1 0,0-1 1,0 1-1,0-1 0,0 1 1,0 2 39,12 54-4525,16-37-1075,8-7-3802</inkml:trace>
  <inkml:trace contextRef="#ctx0" brushRef="#br0" timeOffset="449.679">1292 1 16163,'0'0'2636,"0"0"-1316,-25 0-596,-81 4 394,101-4-1087,0 0 0,0 0 0,0 1 0,0-1 0,0 1 0,0 0 0,1 1 0,-1-1 0,0 1 0,1 0 0,-1 0 0,1 0 0,0 1 0,-1 0 0,1-1 0,0 1 0,1 1 0,-1-1-1,0 1 1,1-1 0,0 1 0,0 0 0,0 0 0,1 0 0,-1 1 0,1-1 0,0 1 0,0-1 0,0 1 0,1 0 0,-1-1 0,1 1 0,1 0 0,-1 0 0,1 0 0,-1 0 0,1 0 0,1 0-31,2 1-107,1-1-1,-1 1 1,1-1 0,1 0-1,-1 0 1,1 0-1,0-1 1,0 1 0,0-1-1,1-1 1,-1 1-1,1-1 1,0 0 0,0 0-1,0 0 1,0-1-1,1 0 1,-1 0 0,1-1-1,-1 0 1,1 0 0,3 0 107,3 2-201,72 17-710,-59-15 848,0 0-1,-1 2 1,0 0-1,0 2 1,0 1 0,-2 1-1,23 13 64,-45-23 61,0-1 0,0 0 0,0 1 0,0-1 0,0 1 0,0 0 0,0-1 0,0 1 0,0 0 0,0 0 0,0-1 0,-1 1 0,1 0 0,0 0 0,0 0 0,-1 0 0,1 0 0,-1 0 0,1 0 0,-1 0 0,1 0 0,-1 0 0,0 1 0,1-1 0,-1 0 0,0 0 0,0 0 0,0 0 0,0 1 0,0-1 0,0 0 0,0 0 0,0 0 0,-1 0 0,1 1 0,0-1 0,-1 0 0,1 0 0,-1 0 0,1 0 0,-1 0 0,1 0 0,-1 0 0,0 0 0,0 0 0,1 0 0,-1-1 0,0 1 0,0 0 0,0 0 0,0-1 0,0 1 0,0 0 0,0-1 0,0 1 0,0-1 0,-1 1-61,-71 27 2378,65-26-2470,-194 43 1856,201-45-1872,26-8-8326,-5-6-601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06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6409,'0'0'6853,"0"0"-4230,0 0-1490,0 0-589,0 0 19,0 0 88,-14 16 241,-83 132 1307,77-101-1789,3 1-1,1 1 0,3 0 0,2 1 1,2 0-1,2 0 0,3 1 1,2 0-1,2 0 0,5 39-409,3-65 73,1 0 0,2 0 1,0-1-1,2 0 0,0-1 0,1-1 0,2 0 0,0-1 0,1-1 0,2 0 0,0-1 1,0-1-1,2-1 0,0-1 0,1-1 0,1-1 0,0-1 0,1 0 0,0-2 1,1-1-1,0-1 0,0-1 0,10 1-73,-31-8 379,9 2-1651,-12-9-7119,-5-5 3065,1-5-6970</inkml:trace>
  <inkml:trace contextRef="#ctx0" brushRef="#br0" timeOffset="384.686">651 721 5513,'0'0'7978,"0"0"-5826,0 0-1215,0 0 359,0 0 232,0 0 513,146-25-801,-102 10-192,-4 1-592,-8 3-216,-7 2-240,-11 7 224,1 2-472,-5 0-64,2 0-1064,3 0-2321,-5 0-808,0 0-2864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0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181 425 5905,'0'0'1258,"0"0"1180,0 0 1301,0 0-1393,0 0-1084,0 0-134,-7-3 53,-19-9-54,17 26 100,-11 220 3524,7 123-3050,14-356-1761,-1 0 0,1-1 0,-1 1 0,1 0-1,-1-1 1,1 1 0,-1-1 0,1 1 0,0-1 0,-1 1-1,1-1 1,0 0 0,-1 1 0,1-1 0,0 0-1,-1 1 1,1-1 0,0 0 0,0 0 0,-1 0 0,1 0-1,0 0 1,0 0 0,-1 0 0,1 0 0,0 0-1,0 0 1,0 0 0,-1 0 0,1 0 0,0-1 0,-1 1-1,1 0 1,0-1 0,0 1 0,-1 0 0,1-1-1,0 1 1,-1-1 0,1 1 0,-1-1 0,1 1 0,-1-1-1,1 1 1,-1-1 0,1 0 0,-1 1 0,0-1-1,1 0 1,-1 1 0,0-1 0,1 0 0,-1 0 0,0 1-1,0-2 61,107-197-15394,-81 138 9548</inkml:trace>
  <inkml:trace contextRef="#ctx0" brushRef="#br0" timeOffset="237.277">435 396 5905,'0'0'2069,"0"0"4432,0 0-3823,0 0-1571,0 0 911,-7 29 544,-32 193 794,41 81-1741,22-241-1319,-4-14-3394,-20-48 2466,0 2 18,-1-1-5285,-3-1 62</inkml:trace>
  <inkml:trace contextRef="#ctx0" brushRef="#br0" timeOffset="622.986">5 476 6969,'0'0'1289,"0"0"3064,0 0-2365,0 0-1242,0 0-137,0 0 438,-4 1 193,124 24 1554,287-20 126,-221-7-10990,-181 2 1179</inkml:trace>
  <inkml:trace contextRef="#ctx0" brushRef="#br0" timeOffset="1172.141">826 0 7722,'0'0'3544,"0"0"-1861,0 0-433,17 19 161,104 130 853,-87-93-1818,-3 1 0,-2 2 0,-3 1 0,-2 1 0,-4 1 0,-2 0 0,-2 2-1,-4 0 1,-2 0 0,-3 1 0,-3 0 0,-3 16-446,2-60 80,-1 0 0,0 0 0,-2 0 1,-1 1-1,0-1 0,-2 0 0,0-1 0,-2 1 0,0-1 0,-1 1 1,-1-1-1,-1-1 0,0 0 0,-2 0 0,0 0 0,-1-1 0,-1-1 1,-1 0-1,0-1 0,-1 0 0,-13 10-80,19-21-266,6-5-6284,2-6-1180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12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10 181 5265,'0'0'1358,"0"0"-407,0 0 742,0 0 242,0 0-700,0-20-507,0-85 690,0 50 6534,6 685-2333,-22 178-3477,63-186-837,-47-622-1278,0 0 68,0 0-121,0 0 42,0 0-45,0 0 21,0-7-628,22-79-5341,-12 57 714,7-18-7992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18.60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290 420 6281,'0'0'782,"0"0"251,0 0 1813,0 0-1096,0 0-304,-21-11-370,-68-33 210,-6 19 3129,93 27-4352,0 0 1,0 0-1,0 1 0,0-1 1,0 1-1,1-1 0,-1 1 0,1 0 1,-1 0-1,1-1 0,0 1 1,0 0-1,0 0 0,1 0 1,-1 0-1,1 0 0,0 0 0,0 0 1,0 0-1,0 1 0,0-1 1,0 0-1,1 0 0,0 0 1,0 1-64,-1 5 204,0-2-175,0 1 1,1 0-1,0-1 0,1 1 1,-1-1-1,1 0 0,1 1 1,-1-1-1,1 0 0,0-1 1,1 1-1,0 0 0,0-1 0,0 0 1,1 0-1,0 0 0,0 0 1,0-1-1,1 0 0,0 0 1,0-1-1,0 1 0,1-1 1,-1 0-1,1-1 0,0 0 0,0 0 1,0 0-1,0-1 0,1 0-29,18 5 31,0-2 0,1 0 0,0-2 0,0 0-1,0-2 1,0-1 0,0-2 0,1 0-31,1-2 20,1-1 1,-2-1-1,1-2 0,-1-1 1,0-1-1,0-1 0,-2-1 1,1-2-1,-2-1 1,0 0-1,0-2 0,-2-1 1,0-1-1,10-12-20,-26 24 9,0-1-1,0 1 0,-1-2 1,0 1-1,-1-1 1,0 0-1,0 0 0,0 0 1,-2-1-1,1 1 1,-1-1-1,0 0 1,-1 0-1,0 0 0,-1-1 1,0 1-1,-1 0 1,0-1-1,0 1 1,-1 0-1,-1 0 0,1 0 1,-2 0-1,1 0 1,-2 0-1,1 0 0,-1 1 1,0-1-1,-1 1 1,0 0-1,-1 1 1,-1-2-9,-4-1 33,-1 1 1,-1 1 0,0 0 0,0 1 0,0 0 0,-1 1 0,0 1-1,-1 0 1,1 1 0,-1 0 0,0 1 0,0 1 0,-1 0-1,1 1 1,-1 1 0,1 0 0,-1 1 0,1 1 0,-1 1-34,-17 1 28,1 2 0,0 1 1,0 1-1,0 2 0,1 1 0,0 2 1,1 1-1,-15 9-28,22-12 27,1 1 0,-1 1 0,2 2 0,0 0-1,1 1 1,0 0 0,1 2 0,1 1 0,1 0 0,0 1 0,2 1-1,0 0 1,1 1 0,0 2-27,13-20 3,-1 0-1,1 0 0,0 0 1,0 1-1,0-1 1,0 0-1,1 0 0,-1 1 1,1-1-1,0 0 1,0 1-1,0-1 1,0 0-1,0 1 0,1-1 1,0 0-1,0 1 1,0-1-1,0 0 0,0 0 1,0 0-1,1 0 1,0 0-1,-1 0 1,1 0-1,0-1 0,0 1 1,1-1-1,-1 1 1,0-1-1,1 0 1,0 1-4,112 27 95,-61-25-95,1-2 0,0-3 0,0-2 0,0-3 0,-1-2 0,0-2 0,0-3 0,-1-2 0,-1-3 0,0-1 0,-1-3 0,-1-2 0,-2-2 0,0-3 0,-2-1 0,19-17 1,-61 43-18,0 0 0,0 0 1,0 0-1,0-1 0,-1 0 0,0 0 0,1 0 1,-1 0-1,-1 0 0,1-1 0,-1 1 0,1-1 1,-1 0-1,-1 0 0,1 1 0,-1-1 1,0 0-1,0-1 0,0 1 0,0 0 0,-1 0 1,0 0-1,0 0 0,-1 0 0,1 0 1,-1-1-1,0 1 0,-1 0 0,1 1 0,-1-1 1,0 0-1,0 0 0,-2-2 18,-10-3-24,-1 1 0,-1 0-1,0 2 1,0-1 0,0 2 0,-1 0-1,0 1 1,0 1 0,0 1 0,-1 0-1,1 1 1,-1 1 0,1 0 0,-1 2-1,1 0 1,-5 1 24,17-2 9,-25 0 45,-1 2 1,1 1-1,0 1 0,0 2 0,0 0 0,0 3 0,1 0 0,1 2 0,0 0 0,0 3 0,1 0 1,1 1-1,0 2 0,1 1 0,1 0 0,1 2 0,0 1 0,2 1 0,1 0 0,0 2 1,-10 17-55,25-34 14,0 0 1,0 1 0,1-1 0,0 1 0,0 0 0,1 0 0,0 0 0,1 1 0,-1-1 0,2 1 0,-1-1 0,1 1 0,0 0 0,1 0 0,0-1 0,1 1 0,0 0 0,0-1-1,0 1 1,1 0 0,1-1 0,0 0 0,0 1 0,0-1 0,1-1 0,0 1 0,0 0 0,1-1 0,0 0 0,1 0 0,-1 0 0,1-1 0,1 0 0,1 1-15,16 4 11,1-1 0,1-1 0,0-1 0,0-2-1,0-1 1,1 0 0,-1-2 0,1-1 0,0-2 0,0 0 0,8-3-11,-12 3 8,8 1-4,-1-1 1,0-2 0,0-1 0,0-1 0,0-2 0,-1-1-1,0-1 1,0-2 0,-1-1 0,0 0 0,0-3-1,-2 0 1,0-2 0,-1 0 0,0-2 0,-1-1 0,-1 0-1,3-6-4,-20 17-2,0-1-1,-1 1 0,1-1 1,-2 0-1,1 0 1,-1 0-1,-1-1 0,0 0 1,0 0-1,-1 1 0,0-2 1,0 1-1,-1 0 1,-1 0-1,0 0 0,0 0 1,-1 0-1,0-1 0,-1 1 1,0 0-1,-1 1 0,0-1 1,0 0-1,-1 1 1,0 0-1,-1-1 0,0 2 1,0-1-1,-1 1 0,0-1 1,0 2-1,-1-1 0,0 1 1,-1 0-1,0 0 1,0 1-1,0 0 0,-1 0 1,-2 0 2,-12-7 18,-1 1 1,1 1 0,-2 1-1,0 1 1,0 2 0,0 0-1,-1 1 1,0 2 0,0 1-1,0 1 1,0 1 0,-4 1-19,16 1-247,0 0 0,-1 0 0,2 1 0,-1 1 0,0 1 0,0 0 0,1 0 0,0 1 0,0 1 0,0 1 0,1-1 0,0 2 0,0 0 0,1 0 0,0 1 0,-4 5 247,-35 31-7403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19.95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904 188 14171,'0'0'2498,"0"0"-730,0 0-547,0 0-88,-22-10 139,-71-30-302,92 39-956,0 0-1,-1 0 1,1 0 0,-1 0-1,1 1 1,-1-1 0,1 0-1,-1 1 1,1-1 0,-1 1 0,0 0-1,1-1 1,-1 1 0,0 0-1,1 0 1,-1 0 0,0 0-1,1 0 1,-1 1 0,0-1-1,1 0 1,-1 1 0,0-1 0,1 1-1,-1 0 1,1-1 0,-1 1-1,1 0 1,0 0 0,-1 0-1,1 0 1,0 0 0,-1 0-1,1 1 1,0-1 0,0 0-1,0 1 1,0-1 0,0 0 0,1 1-1,-1-1 1,0 2-14,-5 6 74,-7 13-17,0-1-1,1 2 0,1-1 0,1 1 0,1 1 0,1 0 0,1 0 0,1 1 0,1 0 1,1 0-1,2 0 0,0 0 0,2 14-56,3-33 20,0-1 1,0 0-1,0 0 0,0 0 1,1 0-1,0-1 0,0 1 1,0-1-1,0 0 0,1 0 1,0-1-1,0 1 0,0-1 1,0 0-1,0-1 0,0 1 1,1-1-1,0 0 0,-1 0 1,1-1-1,0 1 0,0-1 1,0-1-1,0 1 0,-1-1 1,1 0-1,0 0 0,0-1 1,0 0-1,0 0 0,0 0 1,0 0-1,-1-1 0,1 0 1,-1-1-1,3 0-20,9-4 11,1-1 0,-1-1 0,-1 0-1,0-1 1,0-1 0,-1-1 0,0 0 0,-1-1-1,-1 0 1,0-1 0,0 0 0,-2-1 0,1-1 0,-2 0-1,0 0 1,-2-1 0,4-8-11,-8 16 9,-1 0 1,1 0-1,-2 0 0,1-1 0,-1 1 0,-1-1 1,0 0-1,0 1 0,-1-1 0,0 0 0,-1 0 1,0 1-1,0-1 0,-1 0 0,0 1 1,-1 0-1,0-1 0,-1 1 0,1 0 0,-2 1 1,1-1-1,-1 1 0,-1 0 0,0 0 0,0 0 1,0 1-1,-1 0 0,0 0 0,0 1 1,-1-1-1,0 2 0,0-1 0,-4-1-9,-3-1 32,-1 1 0,0 0 0,0 1 0,-1 1 0,0 0 0,0 2 1,0 0-1,0 0 0,0 2 0,-1 0 0,1 1 0,0 1 0,-1 1 0,1 0 0,0 1 0,0 1 0,0 0 0,1 1 0,-1 1 0,1 1 0,1 0 0,-1 2 0,1-1 0,0 2 0,1 0 0,0 0 1,1 1-1,0 1 0,1 0 0,-2 4-32,-4 2 25,2 1 1,0 0-1,2 1 0,0 1 1,1 0-1,1 1 1,1 0-1,1 1 0,1 0 1,0 0-1,2 1 1,1 0-1,2 1 1,0-1-1,1 1 0,1 22-25,2-42 3,1 0 0,-1 1 0,2-1 0,-1 0-1,0 0 1,1 0 0,0 0 0,0 0-1,1-1 1,-1 1 0,1 0 0,0-1-1,0 0 1,0 0 0,1 0 0,0 0-1,-1 0 1,1-1 0,1 0 0,-1 1 0,0-2-1,1 1 1,0 0 0,-1-1 0,1 0-1,0 0 1,0 0 0,0-1 0,0 0-1,1 0 1,-1 0 0,0 0 0,0-1-1,3 0-2,11 1 9,-1 0-1,1-2 0,-1 0 0,1-1 1,-1 0-1,1-2 0,-1 0 0,0-1 0,9-5-8,-11 5-51,0-1-1,0 0 0,0-1 1,-1-1-1,0-1 0,-1 0 0,0 0 1,0-2-1,-1 0 0,0 0 1,-1-1-1,-1-1 0,0 0 0,0 0 1,-1-1-1,-1 0 0,0-1 0,-1 0 1,-1 0-1,-1-1 0,0 0 1,0 0-1,-2-1 0,0 0 0,-1 1 1,-1-1-1,0 0 0,-1-9 52,-8 12-24,-1 1 0,0 0 0,-1 0-1,0 1 1,-1 0 0,0 0 0,-1 1 0,0 1 0,-1 0-1,0 0 1,0 1 0,-1 1 0,-1 0 0,1 1-1,-1 0 1,0 1 0,-1 1 0,1 0 0,-1 1 0,0 0-1,0 1 1,-1 1 0,1 1 24,-23-8 68,0 2 0,-1 1 0,0 3 0,0 1 0,0 1 0,0 2 0,0 2 0,-24 6-68,49-4 39,0 1-1,0 0 1,1 1-1,0 1 1,0 0-1,1 1 1,0 0-1,0 1 1,1 0-1,0 1 1,1 0-1,0 0 1,1 1-1,0 1 1,1 0-1,1 0 1,0 0-1,0 1 1,1 0-1,1 0 1,1 0-1,0 1 1,1 0-1,0 0 1,1 0-1,1 0 1,0 0-1,1 0 1,1 0-1,0 0 1,1 0-1,3 13-38,-2-17 8,0-1 0,1-1-1,0 1 1,0 0-1,1-1 1,1 0 0,-1 0-1,1-1 1,1 1-1,-1-1 1,1 0 0,1-1-1,0 0 1,0 0-1,0-1 1,1 0 0,-1 0-1,2-1 1,-1 0-1,0-1 1,1 0 0,0 0-1,4 0-7,245 40 56,-222-40-206,1-1-1,0-2 1,0-2 0,0-1-1,0-2 1,-1-2 0,0-1-1,0-2 1,0-2-1,-1-1 1,-1-1 0,0-2-1,-1-2 1,-1-1 0,0-2-1,21-17 151,-50 34-86,0-1-1,0 0 0,0 1 1,-1-1-1,1 0 0,-1-1 1,0 1-1,0-1 0,-1 1 1,1-1-1,-1 0 1,0 0-1,0 0 0,-1 0 1,1 0-1,-1 0 0,-1-1 1,1 1-1,-1 0 0,1-1 1,-1 1-1,-1 0 0,1 0 1,-1-1-1,0 1 0,0 0 1,-1 0-1,1 0 1,-1 0-1,0 0 0,-1 0 1,1 0-1,-1 1 0,0-1 1,-2-1 86,-16-15 269,-2 2 0,-1 0 0,0 2 0,-1 0 1,-1 2-1,0 0 0,-1 2 0,-1 2 0,0 0 0,0 1 1,-1 2-1,0 1 0,-6 1-269,9 1 278,1 0-1,-2 2 1,1 1-1,0 1 1,0 2-1,-1 0 1,-23 5-278,44-5 6,-1 1 1,0-1-1,0 1 0,1 0 1,-1 1-1,1 0 1,0 0-1,0 0 0,0 1 1,0-1-1,0 2 0,1-1 1,0 0-1,0 1 1,0 0-1,0 0 0,1 1 1,0-1-1,0 1 0,1 0 1,-1 0-1,1 0 1,0 1-1,1-1 0,0 1 1,0-1-1,0 1 0,1 0 1,-1 0-1,2 0 1,-1 2-7,1-2-95,1 0 1,0 0 0,0 0 0,1-1 0,-1 1 0,2 0-1,-1-1 1,1 0 0,-1 1 0,2-1 0,-1 0-1,1-1 1,0 1 0,0-1 0,0 1 0,1-1 0,0 0-1,0-1 1,0 1 0,1-1 0,-1 0 0,1-1 0,0 1-1,0-1 1,0 0 0,1 0 94,-4-2-80,102 55-5953,5-22-5416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22.841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533 66 8186,'0'0'812,"0"0"1895,-25 1-1207,-82 3 31,98-2-1350,-1 0-1,1 0 1,1 0-1,-1 1 1,0 0-1,1 1 1,-1 0-1,1 0 1,0 1-1,0 0 1,1 1-1,0-1 1,0 1-1,0 1 1,0-1-1,1 1 1,0 0-1,1 1-180,-2-1 156,-9 12 178,1 1 0,1 0 0,0 1 0,2 0 0,0 1 0,2 0 0,0 1 0,1 0 1,2 1-1,0 0 0,2 0 0,0 0 0,2 0 0,1 1 0,0 0 0,2 0 0,2 10-334,-1-27 21,1-1 0,0 1 1,0 0-1,0-1 0,1 0 0,1 1 1,-1-1-1,1 0 0,0-1 0,1 1 1,-1-1-1,1 0 0,1 0 0,-1 0 1,1-1-1,0 0 0,0 0 0,0 0 1,1-1-1,0 0 0,0 0 0,0-1 1,0 1-1,0-2 0,1 1 0,5 0-20,9 3 22,0-1 1,0-1 0,0-1 0,1-1 0,0-1 0,-1-1 0,1-1 0,20-3-24,-23 0 1,-1-1 0,1 0-1,-1-2 1,0 0 0,0-1 0,0-1 0,-2-1 0,1 0 0,-1-1-1,0-1 1,-1-1 0,-1 0 0,8-10-1,-15 16-16,-1 0-1,0-1 1,0-1 0,-1 1-1,0-1 1,0 0-1,-1 0 1,-1-1 0,1 1-1,-2-1 1,1 0 0,-1 0-1,-1 0 1,0-1 0,0 1-1,-1-1 1,0 1-1,-1-1 1,0 1 0,-1-1-1,0 1 1,0-1 0,-1 1-1,-1 0 1,0-1 0,0 1-1,-1 0 17,-5-6 15,-1 0-1,0 0 0,-2 1 1,1 0-1,-2 1 1,0 0-1,0 1 0,-2 0 1,1 2-1,-1-1 1,-1 2-1,0 0 0,-1 1 1,0 1-1,0 0 1,0 1-1,-1 1 0,0 1 1,-1 0-1,1 1 1,-1 1-1,0 1 0,1 1 1,-1 0-1,-15 3-14,25 0 39,0 0-1,0 0 1,0 1 0,0 1-1,1 0 1,0 0 0,0 0-1,0 1 1,0 0-1,1 1 1,-1 0 0,1 0-1,1 0 1,-1 1 0,1 0-1,1 0 1,-1 1-1,1-1 1,0 1 0,1 0-1,0 1 1,0-1 0,1 1-1,0 1-38,-4 7 55,2 1 0,0 1 0,1-1 0,1 1 0,1-1 0,0 1 0,1 0 0,2 0-1,0-1 1,0 1 0,4 10-55,-3-18 4,1-1-1,1 0 1,-1-1-1,2 1 1,-1-1-1,1 0 1,1 0 0,0 0-1,0 0 1,0-1-1,1 0 1,1-1-1,-1 0 1,1 0-1,0 0 1,1-1-1,-1 0 1,1-1-1,0 0 1,1 0 0,-1-1-1,1 0 1,0-1-1,0 0 1,0 0-1,10 0-3,-3 0-1,0-1 0,0 0-1,0-2 1,0 0 0,0-1-1,0 0 1,0-1 0,0-1-1,-1-1 1,1 0 0,-1-2-1,0 0 1,0 0 0,-1-1-1,0-1 1,3-3 1,-8 5-49,0-1 0,-1 0 1,0-1-1,0 0 0,-1-1 0,0 1 0,-1-2 1,0 1-1,0-1 0,-1 0 0,0 0 1,-1-1-1,0 1 0,0-1 0,-1 0 0,-1-1 1,0 1-1,-1-1 0,0 1 0,0-1 1,-1 0-1,-1 0 0,0 0 0,-1 1 0,0-1 1,-1 0-1,0 1 0,0-1 0,-2 1 1,1-1-1,-2 1 0,1 1 0,-2-3 49,-3-5 49,-1 0 0,-1 0-1,0 1 1,-1 0 0,-1 1-1,0 1 1,-1 0-1,-1 1 1,0 0 0,-1 1-1,-1 1 1,0 1 0,0 0-1,-1 1 1,-1 1 0,1 1-1,-1 0 1,-1 2 0,1 0-1,-1 1 1,0 1 0,-1 1-1,1 0 1,0 2 0,-1 0-1,1 2 1,-1 0 0,1 1-1,-16 4-48,19 4 22,1 0-1,1 1 1,0 1-1,0 0 0,1 1 1,1 0-1,0 1 1,1 0-1,1 1 1,0 1-1,1 0 1,0 0-1,2 1 1,0 0-1,0 1 1,2 0-1,0 0 0,1 0 1,1 1-1,1-1 1,1 1-1,0 13-21,0-25-6,2 1 0,-1-1 0,1 0 0,0 1 0,1-1 0,-1 0 0,1 1 0,1-1 1,0 0-1,0 0 0,0 0 0,1 0 0,0 0 0,0-1 0,1 1 0,-1-1 0,1 0 0,1 0 0,-1 0 0,1 0 0,0-1 0,1 0 0,-1 0 0,1-1 0,0 1 0,0-1 0,1 0 6,11 4-76,1-1-1,0-1 1,0-1-1,1-1 1,-1 0 0,1-2-1,0 0 1,0-1 0,0-1-1,0-1 1,0 0 0,-1-2-1,1 0 1,-1-1-1,1-2 1,-1 1 0,-1-2-1,1-1 1,-1 0 0,0-1-1,-1-1 1,0-1 0,7-6 76,-16 11-4,1-2 1,-1 1 0,-1-1 0,1 0 0,-1 0-1,-1-1 1,1 0 0,-2 0 0,1-1 0,-1 0-1,-1 1 1,0-2 0,0 1 0,-1 0 0,0-1-1,-1 0 1,0 1 0,0-1 0,-1 0 0,-1 0-1,0 0 1,-1 0 0,0 0 0,0 0 0,-1 0-1,0 1 1,-1-1 0,-1 1 0,0-1 0,0 1 0,0 0-1,-2 1 1,1-1 0,-1 1 0,0 0 0,-1 1-1,0-1 1,-1 1 0,1 0 0,-1 1 0,-1 0-1,0 0 1,-2 0 3,-1 0 61,-1 0 0,-1 1 0,1 1 0,-1 0 0,0 0 0,0 2 0,-1 0 0,1 0 0,-1 2 0,1 0 0,-1 0-1,1 1 1,-1 1 0,0 0 0,1 1 0,0 1 0,-1 0 0,1 1 0,0 1 0,1 0 0,-1 1 0,1 0 0,0 1 0,0 0 0,1 1 0,0 1 0,1 0 0,0 0-1,0 1 1,1 1 0,0 0 0,1 0 0,-6 8-61,2 0 51,1 0 1,0 1-1,1 0 0,1 0 0,1 1 0,1 1 1,1-1-1,-1 8-51,6-21 12,-1 1 0,2 0 1,-1-1-1,1 1 1,0 0-1,1 0 0,0 0 1,1 0-1,0 0 0,0-1 1,0 1-1,1 0 0,1-1 1,0 1-1,0-1 1,0 0-1,1 0 0,0 0 1,1 0-1,0-1 0,0 1 1,3 2-13,10 2-33,0-1-1,1-1 1,0-1 0,0 0 0,1-1-1,0-1 1,1-1 0,-1-1 0,1-1 0,0-1-1,1-1 1,-1 0 0,0-2 0,1 0 0,-1-1-1,0-2 1,0 0 0,0-1 0,0-1-1,-1-1 1,6-3 33,-5 1-42,-1 0 0,-1-1-1,1-1 1,-2-1 0,1 0 0,-2-2-1,1 0 1,-2-1 0,7-7 42,-17 15 24,0 0 1,0 0 0,-1 0 0,0-1 0,0 0-1,0 0 1,-1-1 0,0 1 0,-1-1-1,1 0 1,-1 0 0,-1 0 0,0 0-1,0-1 1,-1 1 0,0-1 0,0 1 0,-1-1-1,0 1 1,0-1 0,-1 1 0,0-1-1,-1 1 1,1 0 0,-3-4-25,-5-2 48,0 1 0,-1 0 0,-1 1 1,0 0-1,-1 0 0,0 1 0,-1 1 0,0 0 0,-1 1 0,1 0 0,-2 1 1,1 1-1,-1 0 0,0 1 0,-1 1 0,0 0 0,1 1 0,-1 1 1,-1 0-1,1 1 0,0 1 0,-13 0-48,17-1-10,1 0 0,0 1 0,-1 0-1,1 1 1,-1 0 0,1 1 0,-1 0 0,1 1 0,0 0 0,-1 1 0,1 0 0,0 0 0,1 2-1,-1-1 1,1 1 0,0 1 0,0 0 0,0 0 0,-7 7 10,8 1-449,0 0 1,1 0-1,1 1 1,0 0-1,1 0 1,1 1-1,0 0 1,1 0-1,-1 14 449,-3 52-7270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24.426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220 352 7346,'0'0'1146,"0"0"3162,0 0-2093,-16 21-997,-48 67-213,59-78-820,0-1 0,0 0 0,2 1 0,-1 0 0,1 0 0,0 0 0,1 0 0,1 0 0,-1 1 0,2-1 0,-1 1 0,1-1 0,1 1 0,0 0-185,0 19 528,-2-24-476,0 0-1,0 0 1,0 0-1,1 0 1,0 0-1,1 1 0,-1-1 1,1 0-1,1 0 1,-1 0-1,1 0 1,0 0-1,0-1 0,0 1 1,1 0-1,0-1 1,0 0-1,1 0 1,-1 0-1,1 0 1,0 0-1,1-1 0,-1 1 1,1-1-1,-1 0 1,1-1-1,0 1 1,1-1-1,-1 0 0,1 0 1,-1-1-1,1 0 1,0 0-1,0 0 1,0 0-1,0-1 0,0 0 1,0 0-1,0-1 1,0 0-1,1 0 1,-1 0-1,0-1 1,6-1-52,-4-4 13,1 0 1,-1 0 0,0-1 0,0 0 0,-1 0 0,0-1 0,-1 0 0,1 0 0,-1 0 0,-1-1 0,0 0-1,0 0 1,-1-1 0,0 1 0,0-1 0,-1 0 0,-1 0 0,0 0 0,0 0 0,-1-1 0,0 1 0,0 0 0,-1-1-14,4-8 21,-1 0 0,0-1 0,-2 1 0,0-1 1,-1 1-1,-1-1 0,-1 1 0,0-1 0,-2 1 1,0 0-1,-1 0 0,-1 0 0,-1 1 1,0 0-1,-2 0 0,0 1 0,0 0 0,-2 0 1,0 1-1,-1 1 0,-5-4-21,14 15 17,0 2-1,-1-1 1,1 0 0,-1 1-1,1-1 1,-1 1 0,0 0-1,0 1 1,0-1 0,0 1-1,0-1 1,-1 1 0,1 0-1,0 1 1,-1-1 0,1 1-1,0 0 1,-1 0 0,1 0-1,0 0 1,-1 1 0,1 0-1,0 0 1,0 0 0,-1 1-1,1-1 1,0 1 0,0 0-1,1 0 1,-1 0 0,0 0-1,1 1 1,-1 0 0,1 0-1,0 0 1,0 0 0,0 0-1,0 0 1,0 1 0,1-1-1,0 1 1,-1 0-17,-12 27 59,0 1-1,2 0 0,2 1 1,1 0-1,1 0 1,2 1-1,1 1 0,2-1 1,1 1-1,2 29-58,0-60 6,0-1 0,1 1 0,-1 0 0,1-1 0,0 1 0,0 0 0,0-1 0,0 1 0,1 0 0,0-1 0,-1 1 1,1 0-1,1-1 0,-1 1 0,0-1 0,1 1 0,0-1 0,-1 0 0,1 0 0,1 0 0,-1 0 0,0 0 0,1 0 0,0-1 0,-1 1 0,1-1 0,0 1 0,0-1 0,0 0 0,1-1 0,-1 1 0,0 0 0,1-1 0,-1 0 0,1 1 0,-1-2 0,1 1-6,16-2 12,0-1-1,-1-1 1,1 0-1,-1-2 1,0 0 0,-1-1-1,1-1 1,-1-1-1,0 0 1,-1-2 0,0 0-1,0-1 1,-1 0-1,-1-1 1,0-1 0,-1-1-1,0 0 1,-1 0-1,0-2 1,-1 1 0,-1-2-1,-1 1 1,0-2-12,-2 9 11,0 0-1,-1-1 1,0 0 0,-1-1 0,0 1 0,0-1-1,-1 0 1,-1 0 0,0-1 0,0 0 0,-2 1-1,1-1 1,-1 0 0,-1 0 0,0 0 0,0-1-1,-2 1 1,1 0 0,-2 0 0,1 0 0,-2 0-1,1 0 1,-2 1 0,1-1 0,-2 1 0,0-1-1,0 2 1,-1-1 0,-4-6-11,-3 3 93,-1 1 0,0 1 0,-1 0 0,0 1 0,-1 0 0,0 2 1,-1 0-1,0 0 0,0 2 0,-1 0 0,0 1 0,0 1 0,-1 0 0,1 2 0,-1 0 0,0 1 0,0 1 0,-5 1-93,16 2 42,0 1-1,0 1 1,1-1 0,0 2-1,-1-1 1,2 1 0,-1 0-1,0 0 1,1 0 0,0 1-1,0 0 1,1 1 0,0-1-1,0 1 1,0 0-1,1 0 1,0 0 0,0 1-1,1 0 1,0-1 0,0 1-1,1 0 1,0 1 0,0-1-1,1 1-41,-2 0-7,-8 24 68,1 1 0,1 1 0,3 0 0,0 0 0,3 0 0,0 1 1,3 7-62,-1-31 1,2 0 1,0 0 0,0 0-1,1 0 1,1 0 0,0 0 0,0-1-1,1 1 1,1-1 0,0 0-1,0-1 1,1 1 0,0-1-1,1 0 1,0 0 0,1-1 0,0 0-1,0 0 1,1-1 0,0 0-1,1-1 1,8 6-2,-4-8-84,0-1 1,0 0-1,0-1 0,1-1 0,-1 0 0,1-1 1,-1 0-1,1-1 0,-1-1 0,1 0 0,-1-1 0,1-1 1,-1 0-1,0-1 0,0-1 0,-1 0 0,1-1 1,-1 0-1,0-1 0,-1 0 0,1-1 0,-2 0 1,1-1-1,-1-1 0,0 0 0,-1 0 0,0-1 1,-1 0-1,0-1 0,-1 0 0,6-11 84,-9 13-84,0 0-1,-1-1 1,0 1-1,0-1 1,-1 0-1,-1 0 1,0 0-1,0 0 1,-1 0-1,-1 0 1,1-1-1,-2 1 1,0 0-1,0 0 1,-1 0-1,0 0 1,-1 0-1,0 0 1,-4-8 84,-107-185 362,112 199-317,0 0-1,0 0 1,0 0-1,-1 0 1,0 0 0,0 1-1,0-1 1,0 1-1,-1 0 1,0 0-1,0 0 1,0 0-1,0 1 1,0 0-1,-1 0 1,0 0-1,1 0 1,-1 1-1,0 0 1,0 0 0,0 0-1,-1 0 1,1 1-1,0 0 1,-1 0-1,1 0 1,-1 1-1,1 0 1,0 0-1,-1 0 1,1 1-1,-1 0 1,1 0 0,0 0-1,-1 1 1,1-1-1,0 1 1,-4 3-45,-9 19 21,1 1 0,1 1 0,1 1 0,2 0 1,0 0-1,2 2 0,1-1 0,2 1 0,0 4-21,-3 0-50,3 1-1,0 0 1,3 1 0,0 0-1,3-1 1,1 32 50,2-63-145,-1 0 1,1-1 0,1 1 0,-1 0 0,0 0-1,1-1 1,-1 1 0,1-1 0,0 1 0,0-1 0,0 0-1,0 0 1,0 0 0,0 0 0,1 0 0,-1 0-1,0-1 1,1 1 0,0-1 0,-1 1 0,1-1-1,0 0 1,0 0 0,0 0 0,0-1 0,0 1-1,0-1 1,-1 0 0,1 1 0,0-1 0,0 0 0,0-1-1,0 1 1,0-1 0,0 1 0,0-1 0,0 0-1,0 0 1,0 0 0,-1 0 0,1-1 0,0 1-1,-1-1 1,1 1 0,-1-1 0,0 0 0,1 0-1,-1 0 1,0 0 0,1-2 144,42-33-5598,-7-5-3723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3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5761,'0'0'5853,"0"0"-2389,0 0-1880,0 0-990,0 0 14,0 0 373,12 5 80,139 23 1239,178-45-1254,-276 15-2192,-30 1-5110,-18 1 3905,-4 0-3658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31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5497,'0'0'5752,"0"0"-2717,0 0-1806,0 0-488,0 0 371,0 0 90,7 3 325,18 4-1129,1-2 1,0-1-1,0-1 0,0-1 1,0-1-1,1-1 0,-1-2 1,0 0-1,16-5-398,-39 6 12,175-8-740,-100 9-8510,-56 0 2321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3:34.278"/>
    </inkml:context>
    <inkml:brush xml:id="br0">
      <inkml:brushProperty name="width" value="0.05" units="cm"/>
      <inkml:brushProperty name="height" value="0.05" units="cm"/>
      <inkml:brushProperty name="color" value="#FFC11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42 2 6273,'0'0'1541,"0"0"1937,0 0-1278,0 0-861,0 0-288,0 0 128,-5 2-281,-6 4 1507,50-6 301,-13-1-3287,348-6 1164,-656 45-359,100-33 728,181-5-808,35 0-43,367-45-285,-611 77 246,29-23-61,173-8-76,84-1-9958,-34-2 378</inkml:trace>
  <inkml:trace contextRef="#ctx0" brushRef="#br1" timeOffset="59811.641">361 31 6329,'0'0'1041,"0"0"-841,0 0-200,0 0-240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3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4545,'0'0'0,"0"0"-1360</inkml:trace>
  <inkml:trace contextRef="#ctx0" brushRef="#br0" timeOffset="247.661">102 1 6433,'-84'86'1025,"67"-53"5152,45-24-2711,-23-9-3094,262-11 5031,-69-4-9627,-188 15-1012,-2 0-3163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37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36 118 7954,'0'0'905,"0"0"718,0 0 422,0 0 255,0 0-671,0 0-736,-5 2 122,0 4-698,2 0-1,-1 1 1,1 0 0,0 0-1,0 0 1,1 0 0,0 0 0,0 0-1,1 1 1,0-1 0,0 1-1,1-1 1,0 1 0,0-1-1,1 0 1,-1 1 0,2-1 0,-1 1-1,1-1 1,0 0 0,2 3-317,-3 0 58,0 1 0,1-1 0,0 0 1,1 0-1,0 0 0,1 0 0,0-1 0,0 0 1,1 1-1,0-1 0,1-1 0,0 1 0,0-1 1,1 0-1,0 0 0,0-1 0,1 0 0,0-1 1,0 1-1,1-1 0,-1-1 0,1 0 0,1 0 1,-1-1-1,1 0 0,-1 0 0,1-1 0,0 0 1,0-1-1,1 0 0,1-1-58,-3-1 0,0 0 0,0 0 0,0-1 0,0 0 0,0-1 0,0 0 0,0-1 0,-1 1 0,1-2 0,-1 1 0,0-1 0,0-1 0,0 1-1,0-1 1,-1 0 0,0-1 0,0 0 0,0 0 0,-1-1 0,0 0 0,0 0 0,0 0 0,-1 0 0,0-1 0,-1 0 0,0 0 0,0-1 0,-1 1 0,0-1 0,0 1 0,0-3 0,0 1-15,1 0 0,-1 0-1,-1-1 1,0 1 0,0-1 0,-1 0 0,-1 1 0,0-1 0,0 0 0,-1 0 0,0 1 0,-1-1 0,0 1-1,-1-1 1,0 1 0,-1 0 0,0 0 0,0 0 0,-1 1 0,0-1 0,-1 1 0,0 0 0,0 1-1,-1-1 1,0 1 0,-1 1 0,0-1 0,0 1 0,0 1 0,-1-1 0,0 2 0,0-1 0,-1 1 0,0 0-1,0 1 1,0 0 0,0 1 0,0 0 0,-1 1 0,1 0 0,-2 0 15,3 1-16,0 1 0,0 0 0,0 1 0,1 0 0,-1 0 0,0 1-1,1 0 1,-1 0 0,1 1 0,-1 0 0,1 1 0,0 0 0,1 0 0,-1 1 0,1 0 0,0 0 0,0 0 0,0 1 0,1 0 0,0 1 0,-1 0 16,-19 73-2600,25-42-2921,1-9-4562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3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61 7610,'0'0'1367,"0"0"2552,0 0-1592,0 0-930,0 0-521,0 0-88,-9-12 209,-27-36-235,26 87 709,43 338 1998,-32-366-3495,-1-5-15,0 0 0,0 0 0,1 0 0,0 0 0,0 0 0,0 0 0,1 0 0,0 0 0,0-1 0,0 1 0,1 0 0,0-1 0,0 0 0,0 0 0,1 0 0,-1 0 0,1-1 0,1 1 1,3 2 40,9-10-6273,-12-12 1306</inkml:trace>
  <inkml:trace contextRef="#ctx0" brushRef="#br0" timeOffset="249.303">4 273 7666,'0'0'1623,"0"0"3496,0 0-2710,0 0-1632,0 0-487,0 0 309,-4 1 736,30 3 1658,137-2-2451,38-10-834,-68 6-5876,-81 2-1107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40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5921,'0'0'1101,"0"0"-271,0 0 1363,0 0-656,0 0-624,0 0-536,0 0 71,0 0 424,0 0-25,0 0-123,0 16 165,-11 127 3407,-5 173 252,14-250-4120,0-45-403,1-1-1,0 2 0,2-1 1,0 0-1,1-1 0,2 1 1,0 0-1,1-1 1,0 0-1,2 0 0,1 1-24,-7-85-11974,-1 30 6214</inkml:trace>
  <inkml:trace contextRef="#ctx0" brushRef="#br0" timeOffset="335.918">1 476 6081,'0'0'836,"0"0"-133,0 0 796,0 0-100,0 0-643,0 0-257,0 3 416,5 1-664,0-1 0,0-1 0,0 1 0,0-1 0,0 1 0,1-2 0,-1 1 0,1 0 0,-1-1 0,1 0 0,0-1 0,-1 1-1,1-1 1,0 0 0,-1 0 0,1-1 0,0 0 0,-1 0 0,1 0 0,2-1-251,2 1 141,159-26 2580,46-3-3054,-207 35-8146,-3-5-189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4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6953,'0'0'378,"0"0"445,0 0 2191,0 0-1401,0 0-542,0 0-441,-1 6 61,-32 200 6651,8 118-3702,26 16-2649,45-218-915,-45-115 6,-1-7-160,0 1-1,0 0 0,0-1 0,0 1 1,1 0-1,-1 0 0,0-1 1,0 1-1,0 0 0,1-1 1,-1 1-1,0 0 0,1-1 0,-1 1 1,0-1-1,1 1 0,-1 0 1,1-1-1,-1 1 0,1-1 0,-1 1 1,1-1-1,-1 0 0,1 1 1,0-1-1,-1 1 0,1-1 1,-1 0-1,1 0 0,0 1 0,-1-1 1,1 0-1,0 0 0,0 0 1,-1 0-1,1 0 0,0 0 1,-1 0-1,1 0 0,0 0 0,0 0 1,-1 0-1,1 0 0,0 0 1,-1-1-1,1 1 0,0 0 1,-1 0-1,1-1 0,0 1 0,-1-1 1,1 1-1,-1 0 0,1-1 79,22-12-4213,2-5-1233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4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5873,'0'0'1855,"0"0"2029,0 0-1862,0 0-1130,0 0 164,0 0 170,12 4 6,140 16 1655,-5-29-1267,-53-18-6478,-66 15 212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4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8346,'0'0'9080,"0"0"-5654,0 0-2813,0 0-464,0 0-68,0 0 23,3 1 0,4 2 39,18 8-347,-39-8-678,9-3 881,0 0-1,0 0 1,0 0-1,0 1 0,0 0 1,0 0-1,0 0 0,0 0 1,0 1-1,0 0 1,0 0-1,1 0 0,-1 1 1,1-1-1,0 1 0,0 0 1,0 0-1,0 1 1,0-1-1,1 1 0,-1 0 1,1 0-1,0 0 0,0 0 1,1 1-1,-1-1 1,1 1-1,0-1 0,0 1 1,0 0-1,1 0 0,0 0 1,0 0-1,0 0 1,0 0-1,1 0 0,0 4 2,-2 1 48,1 1-1,1 0 0,-1 0 0,2 0 0,0 0 1,0 0-1,1 0 0,0-1 0,0 1 1,2-1-1,-1 1 0,1-1 0,1 0 1,0 0-1,0-1 0,1 1 0,5 6-47,0-7 33,1-1-1,0 0 0,0-1 1,0 0-1,1-1 0,0 0 1,0-1-1,1-1 0,-1 0 1,1-1-1,0 0 0,0-1 0,0-1 1,0 0-1,0-1 0,0 0 1,13-3-33,-21 4-12,0-1 0,0 0 0,0 0 0,0-1 0,0 1 0,0-1 0,0-1 0,0 1 0,0-1 0,-1 0 0,1 0 0,-1-1 0,1 0 0,-1 0 0,0 0 0,0 0 0,0-1 0,0 0 0,-1 0 0,0 0 1,0 0-1,0-1 0,0 0 0,0 0 0,-1 0 0,0 0 0,0 0 0,-1-1 0,1 0 0,-1 1 0,0-1 0,-1 0 0,0 0 0,1 0 0,-1-3 12,-8-107 65,0 160 625,8-36-672,0 0 1,1 0 0,0 0-1,0 0 1,1 0-1,0-1 1,0 1-1,1-1 1,0 0-1,0 0 1,1 0 0,0-1-1,0 1 1,1-1-1,-1 0 1,1-1-1,0 1 1,1-1-1,-1-1 1,1 1 0,0-1-1,0 0 1,1-1-1,-1 1 1,1-1-1,0-1 1,0 0 0,0 0-1,0 0 1,0-1-1,0 0 1,0-1-1,0 0 1,0 0-1,0-1 1,1 0-19,-4-2-6,-1-1 0,0 1 0,0-1 0,0-1 0,0 1 0,-1 0-1,1-1 1,-1 0 0,0 0 0,0 0 0,-1 0 0,0 0 0,0 0 0,0-1 0,0 1 0,-1-1 0,0 1 0,0-1 0,-1 0 0,1 1 0,-1-1-1,0 0 1,-1 0 0,1 1 0,-1-1 0,0 1 0,-1-1 0,1 1 0,-1-1 6,0-3-12,-1 1 1,1 0-1,-1 0 1,0 0-1,-1 0 1,0 0-1,0 1 1,-1-1-1,0 1 1,0 0-1,-1 1 0,1-1 1,-2 1-1,1 0 1,0 1-1,-1 0 1,0 0-1,-1 0 1,1 1-1,-1 0 1,0 0-1,0 1 0,0 0 1,0 0-1,0 1 1,-1 0-1,1 0 1,-1 1-1,0 0 12,7 0-45,0 1-1,0-1 0,0 0 0,0 1 1,0-1-1,0 1 0,-1-1 1,1 1-1,0 0 0,0 0 1,0 0-1,-1 0 0,1 1 1,0-1-1,0 0 0,0 1 1,0 0-1,-1-1 0,1 1 1,0 0-1,0 0 0,1 0 1,-1 1-1,0-1 0,0 0 1,0 1-1,1-1 0,-1 1 1,1-1-1,-1 1 0,1 0 1,0-1-1,-1 1 0,1 0 1,0 0-1,0 0 0,0 0 0,1 0 1,-1 0-1,0 1 0,1-1 1,0 0-1,-1 0 0,1 0 1,0 0-1,0 1 0,0-1 1,0 1 45,10 24-3214,14-6-2924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4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10 3121,'0'0'9820,"0"0"-6072,0 0-2129,-23-2-668,-74-5-226,94 7-679,1 0-1,-1 0 1,0 0 0,0 0-1,1 1 1,-1 0-1,0-1 1,1 1 0,-1 0-1,1 0 1,-1 0-1,1 1 1,-1-1 0,1 0-1,0 1 1,-1 0-1,1-1 1,0 1-1,0 0 1,0 0 0,1 0-1,-1 1 1,0-1-1,1 0 1,0 0 0,-1 1-1,1-1 1,0 1-1,0 0 1,0-1 0,1 1-1,-1-1 1,1 1-1,-1 0 1,1 0-1,0-1 1,0 1 0,0 0-1,0 0 1,1-1-1,-1 1 1,1 0 0,-1-1-1,1 1 1,0 0-1,0-1 1,0 1 0,1-1-1,-1 1 1,0-1-1,1 0 1,0 0-1,-1 0 1,1 0 0,0 0-1,0 0 1,0 0-1,1 0 1,-1-1 0,2 2-46,145 72-302,-127-67 253,0 1 0,-1 1 0,1 1 1,-2 0-1,0 2 0,0 1 1,16 14 48,-35-26 11,0 0 0,0 1 1,-1-1-1,1 0 0,-1 0 1,1 0-1,-1 0 0,0 1 1,1-1-1,-1 0 0,-1 0 0,1 1 1,0-1-1,0 0 0,-1 0 1,1 0-1,-1 1 0,0-1 1,0 0-1,1 0 0,-1 0 1,-1 0-1,1 0 0,0 0 1,0-1-1,-1 1 0,1 0 0,-1-1 1,1 1-1,-1-1 0,0 1 1,0-1-1,0 0 0,0 0 1,0 0-1,0 0 0,0 0 1,0 0-1,0 0 0,0-1 1,0 1-1,0-1 0,-1 1 0,1-1 1,0 0-1,0 0 0,-1 0 1,1 0-1,0 0-11,-13 6 49,-158 53-295,169-58-1060,3-1-3193,1 0-3152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50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6977,'0'0'253,"0"0"1008,0 0 1038,0 0-777,0 0 161,17 20-117,250 259 3067,-247-258-4431,0 0 1,-1 2-1,-1 0 1,-2 1-1,0 0 1,-1 1-1,-2 1 1,-1 1-1,0-1 1,-2 2-1,-2 0 1,0 0-1,3 27-202,-9-36 59,0 0 0,-2 0 0,0 0 0,-1 0 0,-1 0 0,-1 0 0,0 0 0,-2 0 0,0-1 0,-1 0 0,-1 0 0,-1 0 0,0-1 0,-1 0 0,-1-1 0,-2 3-59,-102 65-8317,83-73-1191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4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7610,'0'0'782,"0"0"536,0 0 572,0 0-823,-19 22 142,0 0-703,-88 140 2997,95-129-2650,2 1-1,1 1 1,2 0-1,1 0 1,1 0 0,3 1-1,1 32-852,1-56 98,1 1 0,0-1 0,2 1 0,-1-1 0,1 0 0,1 0 0,0 0 0,1-1 0,0 1 0,1-1 0,0 0 0,0 0 0,2-1 0,-1 0 0,1 0 0,0-1 0,1 0 0,0-1 0,1 1 0,0-2 0,0 1 0,0-2 0,8 4-98,112 18-1507,-100-48-6559,-22 1-1322</inkml:trace>
  <inkml:trace contextRef="#ctx0" brushRef="#br0" timeOffset="413.928">426 314 7466,'0'0'7040,"0"0"-4544,0 0-1800,0 0-510,0 0-45,0 0 187,18-13 2,58-39-257,-75 51-70,1-1 0,-1 1 0,1-1 0,-1 1-1,1 0 1,-1-1 0,1 1 0,0 0 0,0 0 0,0 0 0,0 0 0,0 0-1,0 1 1,0-1 0,0 1 0,0-1 0,0 1 0,0 0 0,0 0 0,0 0 0,0 0-1,0 0 1,0 0 0,0 0 0,0 1 0,0-1 0,0 1 0,0-1 0,0 1-1,0 0 1,0 0 0,0 0 0,0 0 0,0 0 0,-1 0 0,1 1 0,0-1 0,-1 1-1,1-1 1,-1 1 0,0-1 0,0 1 0,1 0 0,-1-1 0,0 1 0,0 0-1,0 0 1,-1 0 0,1 0 0,0 0 0,-1 2-3,2 94 565,-50 11 866,42-101-1300,0 1 0,1-1 0,0 1 0,0 0 0,1 0 0,0 0 0,1 0 0,0 1 0,0-1 0,1 1 0,0 0 0,1 5-131,3-11 3,1 0 0,0 0-1,0-1 1,0 1-1,0-1 1,1 0-1,0 0 1,-1 0-1,1 0 1,0-1 0,0 1-1,1-1 1,-1 0-1,0-1 1,1 1-1,-1-1 1,1 1-1,-1-1 1,1-1-1,0 1 1,-1-1 0,1 1-1,0-1 1,0-1-1,-1 1 1,1-1-1,4-1-2,-3 3 1,73-8-2215,-9-28-4170,-42 12-4350</inkml:trace>
  <inkml:trace contextRef="#ctx0" brushRef="#br0" timeOffset="685.315">1110 194 6041,'0'0'10210,"0"0"-8073,0 0-1169,0 0 1169,0 0-705,20 136-48,-18-89-656,1-5 225,-3-4-945,0-5 128,2-9-128,-2-8-16,3-3-64,-3-4 24,2-2-937,-2-3-1519,3-2-2353,-3-2-4145</inkml:trace>
  <inkml:trace contextRef="#ctx0" brushRef="#br0" timeOffset="947.409">1382 156 8874,'0'0'5908,"0"0"-3258,0 0-1199,0 0 237,2 20-168,20 291 2569,-19-236-5573,-5-74-3373,-3-1 2038,4 0 1357,-11 0-8831</inkml:trace>
  <inkml:trace contextRef="#ctx0" brushRef="#br0" timeOffset="1194.146">927 361 5193,'0'0'1849,"0"0"5816,0 0-5824,0 0-929,0 0-528,0 0 768,0 0-192,144-33-8,-100 24-223,-2 0-649,3 2 320,-3-2-352,-3 3-96,-2-1 32,-2-2 8,-1-2-1473,-6 0-2375,-11 0-6995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5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43 5841,'0'0'1945,"0"0"1992,0 0-1437,0 0-808,0 0-626,0 0-410,0-10-20,0-23-94,0 49 527,-29 454 6299,-1 5-5482,30-384-1619,0-91-239,0 0 75,0 0-254,0 0-321,15-5-7084,-5-5-22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53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81 7298,'0'0'9266,"0"0"-7698,0 0-1392,0 0 256,0 126 2041,10-59-745,-2 4-304,-3-4-1128,0-7 88,2-13-296,-2-14-8,0-9-64,0-8-32,0-9-32,5-5-1016,9-7-1840,-1-17-2226,-1-7-3623</inkml:trace>
  <inkml:trace contextRef="#ctx0" brushRef="#br0" timeOffset="214.997">430 1 6793,'0'0'5090,"0"0"-706,0 0-2495,0 0 591,0 146-815,0-79-145,0 2-560,-4-2 345,-1-5-929,2-11-120,1-9-256,2-13 0,0-9-8,0-6-216,0-10-1089,0-4-1695,0 0-2721,0-11-7458</inkml:trace>
  <inkml:trace contextRef="#ctx0" brushRef="#br0" timeOffset="502.482">0 87 6249,'0'0'6922,"0"0"-4714,0 0-1047,0 0-377,0 0 256,0 0 104,0 0-112,144 0-399,-100 3-561,3-1 304,3 0-304,2-2-72,-1 0 8,-1 0-16,9 0-1329,-12-4-719,-15-5-4241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53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8202,'0'0'1777,"0"0"2407,0 0-2053,0 0-1184,0 0-111,0 0-206,3 21 15,9 65-101,3-46 349,-9-59-113,-7 14-762,0 1 1,-1-1-1,0 1 1,0-1-1,0 1 1,0-1-1,0 1 1,-1 0-1,0 0 0,0 0 1,0 1-1,0-1 1,-1 1-1,0-1 1,1 1-1,-1 0 1,0 1-1,0-1 1,-1 1-1,1-1 1,0 1-1,-1 1 1,0-1-1,1 0 1,-1 1-1,0 0 1,0 0-1,1 1 1,-1 0-1,0-1 1,0 1-1,0 1 1,0-1-1,0 1 1,1 0-1,-1 0 1,0 0-1,0 1 1,1-1-1,-1 1 1,1 0-1,0 1 1,0-1-1,-2 2-18,1 4 25,1 1 0,0 0-1,0 0 1,0 0 0,1 1 0,1-1 0,0 1-1,0 0 1,1-1 0,0 1 0,0 0 0,1 0-1,1 0 1,0 0 0,0 0 0,1-1-1,0 1 1,0-1 0,1 1 0,1-1 0,-1 0-1,2 0 1,-1 0 0,1 0 0,0-1 0,1 0-1,0 0 1,0-1 0,7 6-25,4 2 35,1-2 1,0 0-1,1-1 1,0-1 0,1-1-1,0 0 1,1-2-1,0 0 1,1-2-1,-1 0 1,1-1-1,0-2 1,0 0-1,0-1 1,1-1-1,-1-1 1,0-1-1,1-1 1,0-1-36,-19 0-10,0-1-1,0 1 1,0-1 0,-1 0 0,0 0 0,1 0 0,-1 0 0,-1 0-1,1-1 1,-1 1 0,1-1 0,-1 0 0,-1 0 0,1 1 0,-1-1-1,1-1 1,-1 1 0,-1 0 0,1 0 0,-1 0 0,0 0 0,0 0-1,-1-1 1,1 1 0,-1 0 0,0 0 0,0 0 0,-1 0 0,-1-2 10,3 1-20,-21-41 26,22 80-76,2-23 86,-1 1 0,2 0-1,0 0 1,0-1-1,1 0 1,0 0-1,1 0 1,0-1 0,0 1-1,1-2 1,1 1-1,-1-1 1,1 0 0,0 0-1,1-1 1,0 0-1,0-1 1,1 0-1,0 0 1,0-1 0,0 0-1,0-1 1,1 0-1,-1-1 1,1 0 0,0-1-1,0 0 1,1 0-1,-1-1 1,0-1 0,0 0-1,9-1-15,-16-2 4,0 0-1,-1-1 1,0 1 0,0-1-1,0 0 1,0 1 0,0-1-1,-1 0 1,1-1 0,-1 1-1,0 0 1,-1-1 0,1 1-1,-1-1 1,0 0 0,0 1-1,0-1 1,-1 0 0,1 0-1,-1 1 1,0-1 0,-1 0-1,1 0 1,-1 1 0,0-1-1,0-1-3,0-11 16,2 8-36,-1 1 0,0 0-1,0-1 1,-1 1 0,0 0 0,0-1 0,-1 1 0,0 0 0,-1 0-1,1 0 1,-2 1 0,1-1 0,-1 1 0,0-1 0,0 1 0,-1 0-1,0 1 1,-1-1 0,1 1 0,-1 0 0,0 1 0,-1-1 0,1 1-1,-1 0 1,0 1 0,0 0 0,-1 0 0,1 0 0,-1 1 0,0 0 0,0 1-1,0-1 1,0 1 0,0 1 0,0 0 0,-1 0 0,1 1 0,0 0-1,-1 0 1,-3 1 20,9 1-196,-1 1 0,0 0 0,1 0 0,-1 0 0,1 0 0,0 0 0,0 0 0,0 1 0,0 0-1,1-1 1,-1 1 0,1 0 0,0 0 0,0 1 0,1-1 0,-1 0 0,1 0 0,0 1 0,0-1 0,0 1-1,1-1 1,0 1 0,0-1 0,0 1 0,0 0 0,1-1 0,-1 1 0,1-1 0,0 0 0,0 1 0,2 2 196,15 23-4625</inkml:trace>
  <inkml:trace contextRef="#ctx0" brushRef="#br0" timeOffset="435.373">1278 56 6433,'0'0'1658,"0"0"2307,0 0-1451,-24-1-1383,-77-1-351,96 1-708,0 1 1,1-1-1,-1 1 1,0 0-1,0 0 1,1 1-1,-1-1 1,0 1 0,1 0-1,-1 0 1,0 1-1,1 0 1,0-1-1,-1 1 1,1 1-1,0-1 1,0 1-1,0-1 1,0 1-1,1 0 1,-1 0-1,1 1 1,0-1-1,0 1 1,0 0-1,0 0 1,1 0-1,-1 0 1,1 0-1,0 0 1,0 1-1,1-1 1,-1 1 0,1-1-1,0 1 1,0 0-1,0 2-72,4-3 18,0 0 1,0-1-1,0 1 0,1-1 0,-1 0 1,1 0-1,0 0 0,0 0 0,0-1 1,0 1-1,0-1 0,0 0 0,1 0 1,-1-1-1,1 1 0,-1-1 0,1 0 1,0 0-1,0-1 0,-1 1 1,1-1-1,0 0 0,2-1-18,4 3 23,143 38-284,-149-38 258,0 0 0,1 1 0,-2 0 0,1 0 0,0 0 0,-1 1 0,1-1 0,-1 1 0,0 0 0,0 0 0,-1 1 0,1-1-1,-1 1 1,0 0 0,0 0 0,0 0 0,-1 0 0,0 0 0,0 1 0,0-1 0,-1 1 0,0-1 0,0 1 0,0-1 0,0 1 0,-1 3 3,-4-2 153,1 0 0,-1 0-1,0-1 1,-1 0 0,1 0 0,-1 0 0,0 0 0,-1-1 0,0 0 0,0 0 0,0 0-1,0-1 1,0 0 0,-1 0 0,0-1 0,0 0 0,0 0 0,0 0 0,-8 1-153,13-3 31,-132 31 1406,136-48-2995,18-2-1591,9-2-2253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51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7850,'0'0'1108,"0"0"2590,0 0-1184,0 0-975,0 0-572,-3 21 724,-10 411 3171,53-277-6294,-40-144-4199,-5-10-389</inkml:trace>
  <inkml:trace contextRef="#ctx0" brushRef="#br0" timeOffset="369.187">0 463 6225,'0'0'1263,"0"0"1044,0 0-446,0 0-605,0 0-534,0 0-68,6 0 500,343-33 5875,-245 32-6938,-56 2-5092,-34-4 1435,-1-10-2891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5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6081,'0'0'1527,"0"0"1833,0 0-1200,0 0-548,0 0-179,0 0-481,5 2 23,215 7 3131,4-9-3863,-203 19-4062,-23-1-5508,-6-13 816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5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8282,'0'0'920,"0"0"1898,0 0-904,0 0-341,0 0-378,27 0-495,189-3 629,27 0-2610,-185-14-3642,-31 2-699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06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23 5129,'0'0'1358,"0"0"-949,0 0-283,0 0 194,-4-20 5701,-8 19 1787,6 0-6925,0 1-8275,-1 0-1069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40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9 6369,'0'0'622,"0"0"-470,0 0-57,0 0 486,0 0 1889,-2 3-711,-12 10-211,12-7 5696,21-5-6414,353-1 494,-332-9-950,-43-1-5699,-2-2 325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4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4609,'0'0'1790,"0"0"-1101,0 0-483,0 0 412,0 0 1151,-22 1 671,16 1 1762,4 192-1181,21-160-2771,-18-34-193,-1 0 80,0 0 57,-11-225-1077,11 226 889,-1-1 1,1 0-1,0 0 0,-1 1 1,1-1-1,0 0 0,-1 0 1,1 0-1,-1 0 1,1 0-1,0 1 0,-1-1 1,1 0-1,-1 0 1,1 0-1,0 0 0,-1 0-6,8 53 336,17 106 589,-36-203 64,-8-24-3027,19 21-4501,1 45 6307,0-14-6351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48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0 5977,'0'0'864,"0"0"-570,0 0-245,0 0-33,-4 3-9,-19 29 0,23-31 73,11-1 112,5 0-417,-10 1 562,-1-1-1,1 0 1,-1 0-1,1 0 1,-1 0-1,0-1 1,1 0-1,-1 0 1,0-1-1,1 1 1,-1-1-1,0 0 1,0 0-1,0-1 0,-1 0 1,1 0-1,2-1-336,-7 3 839,0 1 49,0 0-7,-32 9 1316,20 1-2177,5-4-6,0 0-1,0 0 1,-1 0-1,1-1 0,-1 0 1,-1-1-1,1 0 0,-1 0 1,1-1-1,-1 0 0,0 0 1,0-1-1,-1 0 0,-1 0-13,-330 58 1264,169-35-1098,119-18-432,10 0 966,12-6 2928,31-1-3623,0 0-9,0 0 119,0 0-98,0 0-17,0 0-2,0 0 4,0 0-22,17-29-4203,0 7-717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4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4121,'0'0'1831,"0"0"-1152,0 0-518,0 0-93,0 0 7,0 0 8,-5 8-61,4-6 383,-15 41-737,13-19 7537,3-23-6089,4 0 1731,17 5-1673,-15-6-1037,56 0 1147,-22 0-3487,-26-16-7760,-13 7 1893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49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6265,'0'0'1125,"0"0"1028,0 0-190,0 0-849,0 0-485,0 0 212,0-7-191,5-62 1783,15 81-2226,-7 9 59,-1 1 0,-1 0 0,-1 1 0,-2 0 0,0 0 0,-1 1 0,-1 0 0,-1 0 0,-1 1 0,-1 13-266,3 1 280,6-31-1513,4-26-3762,-11 13 2261,7-9-8056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4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68 127 5521,'0'0'966,"0"0"-568,0 0-312,0 0-61,0 0 55,-5 3 8109,-5 8-5427,47 207-402,-37-218-2440,0 0 0,1-1 0,-1 1-1,1 0 1,-1 0 0,0 0 0,1-1 0,-1 1-1,1 0 1,-1 0 0,0 0 0,1 0 0,-1 0 0,1 0-1,-1 0 1,1 0 0,-1 0 0,1 0 0,-1 0 0,0 0-1,1 0 1,-1 0 0,1 0 0,-1 0 0,0 1 0,1-1-1,-1 0 1,1 0 0,-1 0 0,0 1 0,1-1-1,-1 0 1,0 1 0,1-1 0,-1 0 0,0 0 0,1 1-1,-1-1 1,0 1 0,0-1 0,0 0 0,1 1 0,-1-1-1,0 1 1,0-1 0,0 0 0,0 1 0,0-1 0,0 1-1,0-1 1,0 1 0,0-1 0,0 0 0,0 1-1,0-1 1,0 1 0,0-1 0,0 1 80,14-35-7016,-9 9 2941,0-1 805</inkml:trace>
  <inkml:trace contextRef="#ctx0" brushRef="#br0" timeOffset="247.557">68 127 5961</inkml:trace>
  <inkml:trace contextRef="#ctx0" brushRef="#br0" timeOffset="520.637">68 127 5961,'113'-98'968,"-90"78"13,-23 20 2054,0 0-1424,0 0-799,2 45 2073,60 127-186,-57-160-2552,-2-10-4704,-3-2 801</inkml:trace>
  <inkml:trace contextRef="#ctx0" brushRef="#br0" timeOffset="764.195">4 102 6305,'0'0'636,"0"0"-369,0 0-113,0 0-61,0 0 223,0 0 902,0 0 191,-4 2-553,5-2-712,-1 0-1,0 0 0,1 1 0,-1-1 1,0 0-1,0 0 0,1 1 1,-1-1-1,0 0 0,0 0 0,1 1 1,-1-1-1,0 0 0,0 1 0,0-1 1,0 0-1,1 1 0,-1-1 0,0 0 1,0 1-1,0-1 0,0 0 1,0 1-1,0-1 0,0 0 0,0 1 1,0-1-144,46-10 1054,133-91 726,-175 120-8496,-4-1-1348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3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2223 154 9330,'0'0'9986,"0"0"-7545,0 0-1809,0 0 888,-2 151-48,2-91-431,0-4-273,0-3-600,0-9 176,0-6-280,2-7-128,5-8 16,1-6 40,2-5-688,0-4-1001,7-8-1047,-2 0-2705,-3 0-3225</inkml:trace>
  <inkml:trace contextRef="#ctx0" brushRef="#br0" timeOffset="262.833">2572 54 6385,'0'0'5830,"0"0"-3072,0 0-251,0 26 4,0 173 1689,-1-163-3330,0 1-517,1 0 0,2 0 0,1-1 0,2 1 0,1-1 0,7 17-353,9-24-193,-13-39-3256,-8-73-7669,-1 37 1892</inkml:trace>
  <inkml:trace contextRef="#ctx0" brushRef="#br0" timeOffset="534.108">2050 194 6177,'0'0'7594,"0"0"-5922,0 0-679,0 0-169,0 0 312,0 0 112,0 0 144,131-56-447,-82 45-473,6 2 112,4 5-576,8-1 200,2-1-200,0-3-8,0-4-72,3-14-992,-18 0-1841,-16 1-3216</inkml:trace>
  <inkml:trace contextRef="#ctx0" brushRef="#br0" timeOffset="-736.114">214 296 8834,'0'0'8108,"0"0"-4639,0 0-2079,0 0-896,0 0-351,0 0-163,12 20 256,2-17-279,-23-8-532,-26-9-384,28 12 1011,0 1 1,0 1-1,0-1 1,1 1 0,-1 0-1,0 1 1,0-1 0,0 2-1,1-1 1,-1 1 0,0 0-1,1 0 1,0 0-1,-1 1 1,1 0 0,0 1-1,0-1 1,1 1 0,-1 0-1,1 0 1,0 1 0,0 0-1,0 0 1,1 0 0,-1 0-1,1 1 1,1 0-1,-1-1 1,1 1 0,0 1-1,0-1 1,1 0 0,0 1-1,0-1 1,0 1 0,0 6-53,0-3 58,0 1 1,1 0 0,0 0 0,0-1 0,1 1 0,1 0 0,0 0 0,1-1 0,-1 1 0,2-1 0,0 1 0,0-1 0,1 0-1,0 0 1,1 0 0,0-1 0,0 1 0,1-1 0,0 0 0,1-1 0,0 0 0,0 0 0,1 0 0,0-1 0,1 0-1,-1-1 1,1 0 0,0 0 0,1-1 0,-1 0 0,1 0 0,0-1 0,0 0 0,1-1 0,-1-1 0,1 1 0,-1-2-1,1 1 1,2-1-59,176-11-122,-183 9 79,0-1 1,1 0-1,-1 0 1,0-1-1,-1 0 1,1 0-1,0 0 0,-1-1 1,0 0-1,1 0 1,-2 0-1,1 0 0,0-1 1,-1 0-1,0 0 1,0 0-1,0 0 0,-1-1 1,0 0-1,0 1 1,0-1-1,-1 0 0,0-1 1,0 1-1,0 0 1,-1 0-1,0-4 43,-6-83-25,3 124 617,6-21-576,0 0 0,1 0 1,0-1-1,0 1 0,1-1 0,0-1 1,1 1-1,-1-1 0,2 0 0,-1-1 1,1 0-1,1 0 0,-1 0 0,1-1 1,0-1-1,0 1 0,1-2 0,-1 1 1,1-1-1,0-1 0,1 1 0,-1-2 1,0 1-1,1-2 0,0 1 0,-1-2 1,1 1-1,0-1 0,-1-1 0,1 0 1,-1 0-1,1-1 0,7-3-16,-13 4-12,0 0 1,-1-1-1,1 1 1,-1-1-1,1 0 1,-1 0-1,0-1 0,0 1 1,0-1-1,0 0 1,0 0-1,-1 0 1,0-1-1,1 1 1,-1-1-1,0 0 0,-1 0 1,1 0-1,-1 0 1,1 0-1,-1-1 1,-1 1-1,1-1 0,0 1 1,-1-1-1,0 0 1,0 1-1,-1-1 1,1 0-1,-1 0 0,0 0 1,0 1-1,-1-1 1,0 0-1,1 0 1,-1 1-1,-1-1 0,1 0 1,-1 1-1,0-1 1,0 1-1,0 0 1,0 0-1,-1 0 0,0 0 1,0-1 11,-5-5 10,0-1 1,-1 2-1,0-1 0,-1 1 1,0 0-1,-1 1 0,1 0 1,-1 1-1,-1 0 0,0 1 1,1 0-1,-2 1 0,1 0 1,-1 1-1,1 0 1,-1 1-1,0 1 0,-1 0 1,1 1-1,0 0 0,0 1 1,0 0-1,-1 1 0,1 0 1,-8 3-11,17-3-12,0 1 0,0-1 0,1 1 0,-1 0 0,1 0 0,0 0 0,-1 0 0,1 1 0,0-1 0,0 1 0,0 0 1,1-1-1,-1 1 0,1 1 0,0-1 0,-1 0 0,1 1 0,1-1 0,-1 1 0,0-1 0,1 1 0,0 0 0,0 0 0,0-1 0,0 1 1,1 0-1,0 0 0,-1 0 0,1 0 0,1 0 0,-1 0 0,0 0 0,1 0 0,0 0 0,1 3 12,113 40-6057,-42-38-813</inkml:trace>
  <inkml:trace contextRef="#ctx0" brushRef="#br0" timeOffset="-301.329">1509 189 6585,'0'0'7579,"-26"3"-4366,-172 37-176,184-34-2668,-2-1-24,0 1 0,0 1 1,1 0-1,0 1 0,0 1 0,1 0 0,0 1 0,1 1 0,0 0 1,-2 3-346,14-12 5,0-1 1,0 0-1,0 0 1,0 0 0,0 1-1,1-1 1,-1 0 0,0 1-1,1-1 1,-1 0 0,1 1-1,0-1 1,-1 1 0,1-1-1,0 1 1,0-1 0,0 1-1,0-1 1,0 1 0,0-1-1,1 0 1,-1 1 0,0-1-1,1 1 1,-1-1 0,1 1-1,0-1 1,-1 0-1,1 0 1,0 1 0,0-1-1,-1 0 1,1 0 0,0 0-1,0 0 1,1 0 0,-1 0-1,0 0 1,0 0 0,0 0-1,1 0 1,-1-1 0,0 1-1,1 0 1,-1-1 0,0 1-1,1-1 1,-1 0 0,1 0-1,-1 1 1,1-1 0,-1 0-1,1 0 1,-1 0 0,2 0-6,88 8 87,-89-8-93,315 0-162,-312 0 186,1-1 0,-1 2 0,1-1 0,-1 0 0,1 1 0,-1 0 0,1 0 0,-1 1 0,0 0 0,0 0 0,1 0 0,-1 0 0,-1 1 0,1 0 0,0 0 0,-1 0 0,1 0 0,-1 1 0,0 0 0,0 0 0,-1 0 0,1 0 0,-1 1 1,0-1-1,0 1 0,0 0 0,0 0 0,-1 0 0,0 0 0,0 0 0,-1 1 0,1-1 0,-1 0 0,0 1 0,-1-1 0,1 3-18,-4-3 67,1 0 1,-1 0-1,0 0 0,0 0 1,-1-1-1,1 1 0,-1-1 1,0 0-1,0 0 0,-1 0 1,1 0-1,-1-1 0,0 1 0,1-1 1,-2-1-1,1 1 0,0-1 1,-4 1-68,-1 3 119,-186 68 122,58-59-3367,112-31-3935,25-4-870</inkml:trace>
  <inkml:trace contextRef="#ctx0" brushRef="#br0" timeOffset="83130.318">471 1125 6081,'0'0'1435,"0"0"1871,0 0-1907,22 17-580,75 51 23,-84-61-708,0 0 0,0-1 0,0 0-1,0-1 1,1-1 0,0 0 0,0-1 0,0 0 0,0-1 0,1-1 0,-1 0 0,0-1 0,1-1 0,1 0-134,16 0 158,-19 2-123,0-1-1,0 0 0,0-1 0,0-1 0,0 0 1,0-1-1,-1 0 0,1-1 0,-1 0 0,0-1 1,0-1-1,-1 0 0,1 0 0,-1-1 0,0 0 1,-1-1-1,0-1 0,0 1 0,-1-1 0,0-1 0,-1 0 1,0 0-1,0-1 0,-1 0 0,4-9-34,-5 14 45,-1 0-1,0 1 0,1 0 1,0 0-1,0 0 0,1 1 1,-1 0-1,1 0 0,0 1 1,0 0-1,0 0 0,0 1 1,0-1-1,1 2 0,-1-1 1,1 1-1,0 0 0,-1 1 1,1-1-1,0 1 0,-1 1 1,1 0-1,-1 0 0,4 1-44,12-2 47,-1 0 17,0 0 1,1 1-1,-1 1 0,0 2 0,0 0 1,0 1-1,0 1 0,-1 1 0,0 1 0,0 1 1,-1 0-1,0 2 0,-1 0 0,0 2 1,-1 0-1,0 1 0,-1 0 0,-1 2 0,3 3-64,-47-54 42,30 29-40,0 0 1,0 0 0,0 1-1,1-1 1,0 0 0,0 1-1,0 0 1,0 0 0,1 0-1,0 0 1,0 0-1,1 1 1,-1-1 0,1 1-1,0 0 1,0 1 0,0-1-1,0 1 1,1 0 0,-1 1-1,1-1 1,0 1-1,0 0 1,0 0 0,0 1-1,0 0 1,0 0 0,0 0-1,1 1 1,-1 0 0,3 0-3,19-7 3,40-12-8,1 2 0,1 4 0,-1 3 0,2 2-1,-1 4 1,1 3 0,18 4 5,-81-1 45,-1-1 0,1 0 0,-1 0 0,1 0 0,-1-1 0,1 0 0,-1-1 0,1 1 0,-1-1 0,1-1-1,-1 0 1,0 0 0,0 0 0,1-1 0,-2 0 0,1 0 0,0-1 0,-1 0 0,1 0 0,-1 0 0,0-1 0,-1 0 0,1 0 0,-1 0 0,0-1 0,0 0 0,-1 0-1,1 0 1,-1-1 0,-1 1-45,4-45-638,-23 24-5685,-1 15 18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54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2 474 5937,'0'0'1759,"0"0"3341,0 0-2071,0 0-2072,0 0-581,0-22-21,0-74 224,-1 89-519,1 0 0,0 0 1,0 0-1,0-1 0,1 1 1,0 0-1,1 0 0,-1 0 1,1 0-1,1 0 0,-1 1 1,1-1-1,0 1 0,1 0 0,0-1 1,0 1-1,0 1 0,2-3-60,25 32 383,66 391 5436,-83-395-6796,-7-41-7124,-5 1 186</inkml:trace>
  <inkml:trace contextRef="#ctx0" brushRef="#br0" timeOffset="380.583">284 1 4761,'0'0'5092,"0"0"-1944,0 0-1703,0 0-893,0 0-401,0 0-13,7 4 213,29 16 158,-2 1 0,0 2-1,-2 2 1,0 1 0,-2 1 0,-1 1-1,-1 2 1,-1 1 0,-2 1 0,-1 1 0,-2 1-1,-1 2 1,-2-1 0,-1 5-509,0 1 296,-3 0 1,-2 2-1,-1-1 0,-2 2 1,-2-1-1,-2 1 0,-2 1 1,-2-1-1,-2 0 0,-4 25-296,3-61-41,1 0-1,-2 0 1,1-1-1,-1 1 0,-1-1 1,1 1-1,-1-1 1,0 0-1,-1 0 1,0 0-1,0 0 1,0-1-1,-1 0 0,0 0 1,0 0-1,-2 1 42,-45 16-6683,30-22-251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5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7490,'0'0'1139,"0"0"2560,0 0-1065,0 0-1027,0 0-860,0 0-289,-14 32 239,-81 252 1880,80-193-1348,5 0 0,3 1 0,5 0 0,7 69-1229,0-140 87,0 0 0,2-1 0,0 0 0,1 0 0,1-1 0,1 0 0,0-1 0,2 0 0,0 0-1,1-1 1,0-1 0,2 0 0,0-1 0,0-1 0,2 0 0,0-1 0,0-1 0,1 0 0,0-1 0,1-2 0,1 0 0,-1 0-1,1-2 1,1-1 0,-1 0 0,1-1 0,0-2 0,8 1-87,54 2-390,-70-5-9403,-36-6 3810,-3-5-2344</inkml:trace>
  <inkml:trace contextRef="#ctx0" brushRef="#br0" timeOffset="315.161">335 759 3729,'0'0'11554,"0"0"-8961,0 0-1393,0 0-680,0 0 112,0 0 737,0 0 207,163-58-976,-109 38-112,-9 5-392,-8 1-96,-8 5-24,-4 3-32,-5 1-1040,-3 1-1537,1-5-111,-6 0-2561,-5 2-1441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5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5097,'0'0'1712,"0"0"-1351,0 0-305,0 0 24,0 0 2776,0 0-1856,0 0-1000,20 18-208,-20-18-2120,2 0-3609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59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1 420 6009,'0'0'1079,"0"0"-203,0 0 1417,0 0-841,0 0-590,0 0 86,10 1 866,-7 0-1732,0 0 0,0-1 0,0 0 0,0 0 0,1 0 1,-1 0-1,0 0 0,0 0 0,0-1 0,0 0 0,0 1 1,0-1-1,0 0 0,0 0 0,0-1 0,-1 1 0,1-1 1,0 1-1,-1-1 0,1 0 0,-1 0 0,0 0 0,1 0 1,-1-1-1,0 1 0,0 0 0,0-1 0,-1 0 0,1 1 1,-1-1-1,2-2-82,12-26 301,-1-1 0,-2 0 0,-1-1 0,-1 0 0,-2-1 1,-1 0-1,-2 0 0,-1 0 0,-2-1 0,-1-12-301,16 87 790,44 269 3541,-54-251-3944,1 0-1,3-1 1,3 0 0,2-1 0,3 0 0,8 12-387,-13-47-512,-23-46-5230,-3 1-3862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4:3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222 103 7378,'0'0'6324,"0"0"-3773,0 0-1599,0 0-243,0 0 116,0 0-73,9 10 120,28 30-90,-37-40-763,0-1 1,0 1-1,0-1 1,-1 1 0,1-1-1,0 1 1,1-1-1,-1 1 1,0-1 0,0 1-1,0-1 1,0 1-1,0-1 1,0 1 0,1-1-1,-1 1 1,0-1-1,0 1 1,1 0 0,-1-1-1,0 1 1,0-1 0,1 1-1,-1 0 1,1-1-1,-1 1 1,0 0 0,1-1-1,-1 1 1,1 0-1,-1 0 1,1-1 0,-1 1-1,1 0 1,-1 0-1,0 0 1,1 0 0,-1 0-1,1 0 1,0 0-1,-1 0 1,1 0 0,-1 0-1,1 0 1,-1 0 0,1 0-1,-1 0 1,1 0-1,-1 0 1,0 0 0,1 1-1,-1-1 1,1 0-1,-1 0 1,1 1 0,-1-1-1,1 0 1,-1 1-1,0-1 1,1 0 0,-1 1-1,1-1-19,-2 0 55,3-4-36,-1-1-1,0 1 0,-1 0 0,1 0 0,-1 0 1,0-1-1,0 1 0,0 0 0,0 0 0,-1 0 0,0-1 1,0 1-1,0 0 0,0 0 0,-1 0 0,1 0 1,-1 0-1,0 1 0,0-1 0,-1 0 0,1 1 0,-1 0 1,1-1-1,-1 1 0,0 0 0,-1 1 0,1-1 0,0 0 1,-1 1-1,1 0 0,-1 0 0,0 0 0,0 0 1,0 0-1,0 1 0,0 0 0,0 0 0,-3-1-18,0 1 20,0 1 0,0-1 0,0 1 0,0 0 0,0 1-1,0 0 1,0 0 0,0 0 0,0 1 0,0 0 0,1 1 0,-1-1-1,1 1 1,-1 0 0,1 1 0,0 0 0,0 0 0,0 0 0,1 0-1,0 1 1,0 0 0,0 0 0,0 1 0,1-1 0,0 1 0,0 0-1,0 0 1,0 2-20,-3 4 68,2 1 0,0-1-1,0 1 1,1-1-1,0 1 1,2 1 0,-1-1-1,1 0 1,1 1 0,1-1-1,0 0 1,0 1 0,1-1-1,3 14-67,-1-18 30,0 0 0,0-1-1,1 1 1,0 0 0,1-1 0,-1 0-1,2 0 1,-1-1 0,1 1 0,0-1-1,1-1 1,-1 1 0,1-1-1,1 0 1,-1 0 0,1-1 0,0 0-1,0-1 1,1 1 0,-1-2 0,1 1-1,0-1 1,2 0-30,215 29 558,-218-32-554,0 0 0,0 0 1,0 0-1,0-1 0,-1 0 0,1-1 1,0 0-1,-1 0 0,1-1 1,-1 1-1,0-2 0,1 1 0,-2-1 1,1 0-1,0 0 0,-1-1 0,0 0 1,0 0-1,0-1 0,-1 1 0,1-1 1,-1 0-1,-1-1 0,1 1 1,-1-1-1,0 0 0,-1 0 0,0 0 1,0-1-1,0 1 0,-1-1 0,0 1 1,-1-1-1,1 0 0,-1-2-4,-1-78 4,0 87 11,11 43-68,-8-33 61,0 0 0,1-1 0,0 1 0,0 0 0,1-1 1,0 0-1,0 0 0,1-1 0,0 1 0,1-1 0,-1-1 0,1 1 1,0-1-1,1 0 0,0-1 0,0 1 0,0-2 0,0 1 1,1-1-1,0 0 0,0-1 0,0 0 0,0-1 0,0 0 1,5 1-9,-10-2-7,1 0 1,-1-1 0,0 1-1,1-1 1,-1 0-1,0 0 1,1 0 0,-1 0-1,1-1 1,-1 0 0,0 0-1,0 0 1,0 0 0,1-1-1,-1 0 1,0 0-1,-1 0 1,1 0 0,0 0-1,-1-1 1,1 0 0,-1 0-1,0 0 1,0 0 0,0 0-1,0 0 1,0-1-1,-1 1 1,0-1 0,1 0-1,-2 0 1,1 0 0,0 0-1,-1 0 1,1 0 0,-1-1-1,0 1 1,-1 0 0,1-3 6,1-2-22,0 0 0,-1 0 0,0-1 0,-1 1 0,0 0 0,0-1 0,-1 1 1,0 0-1,-1-1 0,0 1 0,0 0 0,-1 0 0,0 1 0,-1-1 1,0 0-1,0 1 0,-1 0 0,0 0 0,0 0 0,-1 1 0,0 0 1,0 0-1,0 0 0,-1 1 0,0 0 0,-1 0 0,0 1 0,1 0 0,-1 0 1,-1 1-1,1 0 0,-1 0 0,0 1 0,0 0 0,0 1 0,0 0 1,0 0-1,-1 1 22,4 0-33,0 0 0,0 1 0,-1-1 0,1 1 1,0 1-1,0-1 0,0 1 0,0 0 0,0 1 1,0 0-1,0-1 0,0 2 0,0-1 0,1 1 0,-1 0 1,1 0-1,0 0 0,0 1 0,0 0 0,0 0 0,1 0 1,-1 0-1,1 1 0,0 0 0,1 0 0,-1 0 1,1 0-1,0 1 0,0-1 0,1 1 0,-1 0 0,1-1 1,1 1-1,-1 0 0,1 0 0,0 0 0,0 1 1,1-1-1,-1 0 0,2 0 0,-1 4 33,2-6-355,-1 1 0,1-1 0,0 1 1,0-1-1,0 0 0,1 0 0,0 0 0,0 0 0,0 0 0,0 0 0,0-1 0,1 0 1,-1 0-1,1 0 0,0 0 0,0 0 0,0-1 0,0 1 0,2-1 355,43 18-6896</inkml:trace>
  <inkml:trace contextRef="#ctx0" brushRef="#br0" timeOffset="452.294">1470 1 4121,'0'0'3325,"0"0"1700,-25 0-2205,-144-1 92,162 1-2770,0 1 0,0-1 0,0 1 0,0 1 1,0-1-1,0 1 0,1 0 0,-1 1 0,1-1 1,-1 1-1,1 1 0,0-1 0,0 1 1,0 0-1,1 0 0,-1 1 0,1 0 0,0 0 1,1 0-1,-1 0 0,1 1 0,0 0 0,0 0 1,1 0-1,0 0 0,0 0 0,0 1 1,1-1-1,0 1 0,0 0 0,0 0 0,1 0 1,0 2-143,5-3-8,1-1 1,-1-1 0,1 1 0,0-1 0,0 0 0,1 0 0,-1 0 0,1-1-1,0 0 1,0 0 0,0 0 0,0-1 0,0 0 0,1 0 0,-1 0 0,1-1-1,-1 0 1,1 0 0,4-1 7,-4 1-6,82 11-116,-74-12 96,1 0 1,0 1-1,0 1 0,0 0 1,-1 1-1,1 1 1,-1 1-1,0 0 0,0 0 1,-1 2-1,0 0 1,0 0-1,0 2 1,-1 0-1,0 0 0,-1 1 1,3 3 25,-10-6-1,-2 0 1,1 1 0,-1-1-1,0 1 1,-1-1 0,0 1-1,0 0 1,0 0 0,-1 0-1,0 0 1,-1 0-1,0 0 1,0 0 0,-1 1-1,0 2 1,-3-5 115,-1-1 0,1 0 0,-1 1 0,0-2 0,0 1 0,0 0-1,0-1 1,-1 0 0,0 0 0,0-1 0,0 0 0,0 0 0,-1 0-1,1-1 1,-1 0 0,1 0 0,-1 0 0,0-1 0,0 0 0,0 0-1,0-1 1,0 0 0,0 0 0,-6-2-115,-26 4-41,-63 0 430,38-8-3227,56 4-1685,7-2-2746</inkml:trace>
  <inkml:trace contextRef="#ctx0" brushRef="#br0" timeOffset="81976.823">1717 548 1608,'0'0'4953,"0"0"-4408,0 0-361,0 0-64,0 0 64,0 0 2024,0 0-1384,0 0-824,0 0-200,0 0-2912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5:5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7402,'0'0'20,"0"0"776,0 0 2494,0 0-987,0 0-565,0 0-766,0 11-497,9 284 5713,42 6-4441,-49-290-1813,0 0 0,1 0 0,1-1 0,0 1 0,0-1 0,1 1 0,0-2 0,1 1 0,0 0 0,0-1 0,1 0 0,1-1-1,-1 1 1,1-1 0,1-1 0,4 4 66,-9-31-7517,-4-5-1366</inkml:trace>
  <inkml:trace contextRef="#ctx0" brushRef="#br0" timeOffset="286.528">0 445 8202,'0'0'1320,"0"0"1505,0 0-2265,0 0 160,0 0 544,133 3 64,-78-21-15,9-2-713,13-5-112,7 1-216,0 4 0,-3 2-128,-9 7-144,-13 9-128,-19 2-2336,-20 0-5178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0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6129,'0'0'736,"0"0"122,0 0 1584,0 0-834,0 0-137,0 22 408,-2 33-680,0 622 8071,4-627-8924,3-1-1,1 0 0,3 0 1,2 0-1,4 8-345,-14-101-4342,1 7-1609,-2-3-2961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02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28 3649,'0'0'2176,"0"0"-1360,0 0-558,0 0 519,0 0 2312,0 0-1397,-3-5-294,2 3-809,-12-18 113,8 20 4927,42 280-2526,-29-191-2860,-6-52-193,1-1-1,2 1 1,1-1-1,2-1 1,1 1 0,7 13-50,-2-29 858,-9-14-3895,-3-4-5897,-8-13-1099</inkml:trace>
  <inkml:trace contextRef="#ctx0" brushRef="#br0" timeOffset="299.979">0 439 5193,'0'0'7568,"0"0"-4851,0 0-1938,0 0-432,0 0 143,0 0 377,10 2 360,14 1-823,1-1 0,0-1-1,-1-2 1,1 0 0,-1-2 0,1-1-1,-1 0 1,0-2 0,-1-1 0,23-9-404,-7 4 136,105-17-482,-53 44-7185,-73-6 2904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04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87 1016,'0'0'4330,"0"0"-3023,0 0-1071,0 0 407,0 0 1672,-12 2-110,11 1 1156,94 3-1038,442-60 2204,-536 39-7073,-5-1-3723,1 3-3234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09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0 420 6529,'0'0'642,"0"0"-374,0 0 236,0 0 1498,13-21-451,40-65-699,32-132 2006,-36 123-2390,-26 137 1799,46 581 4869,-69-621-7296,0 0-1,0 1 0,0-1 0,0 0 0,0 0 0,1 0 0,-1 0 1,1 0-1,-1 0 0,1 0 0,0 0 0,0 0 0,0 0 0,0 0 1,0-1-1,0 1 0,0 0 0,0-1 0,1 1 0,-1 0 0,1-1 1,-1 0-1,1 1 0,0-1 0,-1 0 0,1 0 0,0 0 1,0 0-1,0 0 0,0 0 0,0-1 0,0 1 0,0-1 0,0 1 1,0-1-1,0 0 0,0 0 0,0 0 0,1 0 0,-1 0 0,0 0 1,0 0-1,0-1 0,0 1 0,0-1 0,0 0 0,0 1 1,0-1-1,1-1 161,14-9-4985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1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5961,'0'0'892,"0"0"-507,0 0 109,0 0 1455,0 0-181,0 0-617,-6 21 1362,2 277 4527,6-220-6436,3 0 0,4-1-1,3 1 1,17 55-604,-21-121-1861,-9-47-4145,1 26 3839,-2-28-8942</inkml:trace>
  <inkml:trace contextRef="#ctx0" brushRef="#br0" timeOffset="292.816">0 438 6857,'0'0'537,"0"0"2735,0 0-2223,173 0 79,-121-11-744,0 2 664,-5 0 192,-7 2-335,-8 1-585,-8 4-88,-9-1-232,-7 3-56,-6 0-120,-2 0-881,0 0-751,0 0-2057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1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6105,'0'0'969,"0"0"812,-14 21 244,-83 144 958,83-127-2180,2 1 0,1 0 0,2 1 0,2-1 0,1 2-1,3-1 1,1 0 0,1 1 0,3-1 0,1 1 0,3 0-803,-2-11 164,2-1-1,0 0 1,3-1 0,0 0-1,2 0 1,1-1-1,1 0 1,1-1 0,1-1-1,1 0 1,2-1-1,0-1 1,2-1 0,0 0-1,10 6-163,30 13-1408,-40-79-10274,-12 8 255</inkml:trace>
  <inkml:trace contextRef="#ctx0" brushRef="#br0" timeOffset="365.086">334 696 6081,'0'0'5959,"0"0"-3363,0 0-1409,0 0-209,0 0-13,27 1 504,208-15 1217,-121 3-2982,-118 18-2795,1-5-2069,3-2-588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17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7162,'0'0'845,"0"0"1726,0 0-533,0 0-859,0 0-246,0 4 26,64-125 1767,-11-112-1376,-53 232-1041,7 79 1493,31 360 2168,-37-428-3945,-1-1-8,0 0 0,1 1 0,0-1 0,1 0 0,0 0 0,1 0 0,0 0 0,0 0 0,1-1 0,0 1 0,0-1 0,1 0 0,0 0-17,-4-8 56,-1 0-34,0-16-1302,15-61-5802,4 50 782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1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6129,'0'0'811,"0"0"103,0 0 1446,0 0-1001,0 0-559,0 0-462,8-2 106,84 79 1983,-54-41-1998,-3 1 0,-1 2 0,-1 1 0,-3 2 0,-1 1 1,-2 1-1,-3 1 0,-1 1 0,-2 2 0,-2 0 0,-3 1 0,-1 0 0,-3 1 0,-2 1 0,-2 0 0,0 41-429,-8-86-33,0 1 0,-1-1-1,1 0 1,-2 1 0,1-1-1,-1 0 1,0 0-1,0 0 1,0 0 0,-1 0-1,0-1 1,0 1 0,0-1-1,-1 0 1,0 0-1,0 0 1,0 0 0,-1 0-1,1-1 1,-1 0-1,0 0 1,-1-1 0,1 1-1,0-1 1,-1 0 0,0 0-1,0-1 1,0 0-1,0 0 1,0 0 0,0-1-1,0 0 1,-3 0 33,5-11-8413,4-6 1025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18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57 5961,'0'0'902,"0"0"-51,0 0 1457,0 0-790,0 0-575,0 0-86,-4-11 362,-9-34 299,6 81 3085,58 213-723,40 867 736,-82-1081-5525,-28-91-6819,7 23 288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20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7698,'0'0'1321,"0"0"2252,0 0-1151,0 0-855,0 0-872,0 0-259,-12 0 961,287 0 1397,-90 0-6158,-185 5-3202,-9-3 594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2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7162,'0'0'464,"0"0"1888,0 0-383,0 0-825,126 14 400,-94-14-672,3-9 401,-1-5-273,-2 3-64,0 0-464,-2 2-224,-5 5-248,-5 2 64,-3 2-184,-2 0-144,9 0-480,-4 0-1136,0 0-2233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2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6145,'0'0'909,"0"0"-553,0 0 29,0 0 981,0 0 26,24-18-568,79-52-185,-95 64-425,1 1 1,-1 0-1,0 0 0,1 1 1,0 0-1,0 1 1,1 0-1,-1 0 0,0 1 1,1 0-1,0 1 1,-1 0-1,1 1 0,0 0 1,4 0-215,4 0 567,-13 1-446,0 0 0,0 0 0,0 1 0,1-1 0,-1 1-1,0 0 1,-1 1 0,1-1 0,0 1 0,-1 0 0,1 0-1,-1 0 1,0 1 0,0-1 0,0 1 0,-1 0 0,1 0-1,-1 1 1,0-1 0,0 1 0,-1-1 0,1 1 0,-1 0 0,0 0-1,0 0 1,-1 0 0,1 2-121,30 147 2508,-31-145-2459,3 21 80,-1 0 0,-1 1 0,-2-1 0,-1 0-1,-2 0 1,-1 0 0,-1 0 0,-4 11-129,8-37-64,-1 0 1,0 0-1,0 0 0,0 0 0,0 0 0,-1-1 1,0 1-1,1-1 0,-1 0 0,0 1 0,-1-1 1,1-1-1,0 1 0,-1 0 0,0-1 0,0 0 1,1 0-1,-1 0 0,0 0 0,-1-1 0,1 1 1,0-1-1,0 0 0,-1 0 0,1-1 0,0 1 1,-1-1-1,1 0 0,-1 0 0,1-1 0,0 1 1,-1-1-1,1 0 0,0 0 0,0 0 0,-1-1 1,1 1-1,0-1 0,0 0 0,1 0 1,-1-1-1,0 1 0,-2-3 64,0-1-125,0-1 1,0 0-1,1 0 1,0 0-1,0-1 1,1 0-1,0 0 0,0 0 1,1 0-1,0 0 1,1-1-1,0 1 1,0-1-1,0 0 1,1-5 124,57 25 1288,-7 18-85,-26-12-999,2-2 0,0-1 0,0-1 0,1-1 1,1-1-1,0-2 0,0 0 0,1-2 0,0-1 0,24 1-204,-30-5 46,1-1-1,0-1 0,0-2 1,0 0-1,0-1 0,0-2 1,-1 0-1,0-1 0,17-7-45,47-51-5129,-69 44-406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2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6385,'0'0'1230,"0"0"2876,0 0-1207,3 28-642,16 188 2131,-36 401 2438,14-431-6327,12-189-978,12-45-4214,-9 15-2826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24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5049,'0'0'1852,"0"0"37,0 0 594,0 22 224,-2 405 5874,-1-356-7785,15 130-92,-1-191-3134,-10-40-4855,-3 2-3500</inkml:trace>
  <inkml:trace contextRef="#ctx0" brushRef="#br0" timeOffset="251.602">1 490 6265,'0'0'4937,"0"0"-3888,0 0-401,128 6 296,-76-6-168,0-2 168,5-11-168,-5-1-415,-3 1-217,-2 0-72,-5 4-144,3 2-857,-11 3-1903,-9 1-9595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2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1 517 6425,'0'0'1366,"0"0"2085,0 0-1150,0 0-387,0 0-790,0 0-539,79 0 1991,-9 2-2013,1 0-3776,-8-42-6591,-45 22 5293</inkml:trace>
  <inkml:trace contextRef="#ctx0" brushRef="#br0" timeOffset="564.063">495 428 5369,'0'0'2057,"0"0"1301,0 0-1810,0 0-811,0 0-156,0 0 183,22-18 209,73-56 7,-92 70-941,1 1-1,0 0 1,0 1-1,0-1 1,0 1-1,0 0 0,1 0 1,-1 0-1,1 0 1,-1 1-1,1 0 1,0 0-1,-1 0 0,1 0 1,0 1-1,0 0 1,-1 0-1,1 0 1,0 1-1,0-1 0,-1 1 1,1 0-1,0 0 1,-1 1-1,1 0 1,-1-1-1,0 2 0,1-1 1,-1 0-1,0 1 1,0 0-1,-1 0 1,1 0-1,0 0 0,-1 0 1,0 1-1,0 0 1,0-1-1,0 1 0,-1 0 1,1 1-1,-1-1 1,0 0-1,0 1 1,-1-1-1,1 1 0,-1-1 1,0 3-39,6 22 211,-1 0-1,-1 0 1,-2 0 0,-1 0-1,-1 1 1,-2-1 0,0 0 0,-3 5-211,4-31-31,0 0 0,1-1 0,-1 1 1,-1 0-1,1 0 0,0-1 0,-1 1 1,1 0-1,-1-1 0,0 1 0,0-1 1,0 1-1,0-1 0,0 1 1,-1-1-1,1 0 0,-1 1 0,1-1 1,-1 0-1,0 0 0,0 0 0,0 0 1,0-1-1,0 1 0,-1 0 0,1-1 1,0 0-1,-1 1 0,1-1 1,-1 0-1,1 0 0,-1 0 0,0-1 1,1 1-1,-1-1 0,0 1 0,1-1 1,-1 0-1,0 0 0,0 0 0,1 0 1,-1-1-1,-1 1 31,-1 0-234,3 0 152,0 1 0,0-1 0,-1 1 1,1-1-1,0 0 0,0 0 0,-1 0 0,1 0 0,0 0 0,0-1 0,0 1 0,-1-1 0,1 1 0,0-1 0,0 0 0,0 0 0,0 0 0,0 0 0,0 0 1,0 0-1,0-1 0,1 1 0,-1-1 0,0 1 0,1-1 0,-1 1 0,1-1 0,0 0 0,-1-1 82,47 1 213,135 22 1280,12-44-521,-111 4-5008,-65 15-962</inkml:trace>
  <inkml:trace contextRef="#ctx0" brushRef="#br0" timeOffset="1030.936">1380 8 4401,'0'0'5426,"0"0"-2168,0 0-1321,0 0-616,0 0-632,0 0-47,-3-6-67,3 6-544,0 0-1,-1 1 1,1-1-1,-1 0 1,1 0-1,0 0 1,-1 1-1,1-1 1,-1 0-1,1 0 1,0 0 0,-1 0-1,1 0 1,-1 0-1,1 0 1,0 0-1,-1 0 1,1 0-1,-1 0 1,1 0-1,-1 0 1,1 0-1,0 0 1,-1 0-1,1 0 1,-1 0-1,1-1 1,0 1-1,-1 0 1,1 0-1,-1 0 1,1-1-1,0 1 1,-1 0 0,1-1-1,0 1 1,0 0-1,-1-1-30,3 72 2088,0-45-1494,19 396 3942,-21 27-2737,14-354-1752,-2-102-1059,9-50-6135,-9 24-260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3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6249,'0'0'1377,"0"0"1201,0 0-755,0 0-527,0 0-445,0 0-218,1 18 1078,82-3 574,89-19-949,-37 0-5610,-133 4 292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32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6449,'0'0'1113,"0"0"2183,0 0-1727,0 0-801,0 0-32,0 0 176,0 0 216,138 4-728,-103-4-199,-1-2-73,1-2-120,-3-1 24,0 1-32,15 2 0,-7-1-1633,-6-1-2512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33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1096,'0'0'10572,"0"0"-6974,0 0-2347,0 0-668,0 0-358,0 0-20,12-14-77,44-40-13,-52 51-102,0 0 0,1 1 1,0-1-1,-1 1 0,1 0 0,0 0 0,0 1 0,0 0 1,0-1-1,0 2 0,1-1 0,-1 1 0,0-1 0,0 1 0,0 1 1,1-1-1,3 2-13,15-1 36,-19-1 15,0 1 1,0 0-1,0 0 0,-1 0 1,1 1-1,0-1 0,-1 1 0,1 0 1,-1 1-1,1-1 0,-1 1 0,0 0 1,0 0-1,0 0 0,-1 0 1,1 1-1,-1-1 0,0 1 0,0 0 1,0 0-1,0 0 0,-1 1 0,1-1 1,-1 1-1,0-1 0,-1 1 1,1 2-52,26 137 2004,-25-117-1914,-1 0 0,-2 1 0,0-1-1,-2 0 1,-1 0 0,-2 0 0,0 0 0,-2 0 0,0-1 0,-2 0 0,-1-1 0,-1 0-1,-1 0 1,-2-1 0,-11 16-90,23-37-39,0-1 0,-1 0 0,1 1 0,0-1 0,-1 0-1,1-1 1,-1 1 0,0 0 0,1-1 0,-1 1 0,0-1 0,0 0 0,0 0 0,0 0-1,0 0 1,0 0 0,-1-1 0,1 0 0,0 1 0,0-1 0,0 0 0,0-1-1,0 1 1,-1 0 0,1-1 0,0 0 0,0 0 0,0 0 0,0 0 0,0 0-1,0-1 1,1 1 0,-1-1 0,0 0 0,1 1 0,-1-1 0,1 0 0,0-1 0,-1 1-1,1 0 1,0-1 0,0 1 0,1-1 0,-1 0 0,1 0 0,-1 1 0,1-1-1,0 0 1,0 0 0,0 0 0,0 0 0,0 0 0,1-1 0,0 1 0,-1 0-1,1 0 1,1-3 39,-3 2-30,0-1-1,1 0 0,0 0 1,0 0-1,0 0 1,1 1-1,0-1 0,0 0 1,0 0-1,0 0 0,1 0 1,0 0-1,0 0 0,0 1 1,1-1-1,-1 0 1,1 1-1,0-1 0,1 1 1,-1-1-1,1 1 0,0 0 1,0 0-1,0 1 0,0-1 1,1 0-1,-1 1 0,1 0 1,0 0-1,0 0 1,0 0-1,0 1 0,1 0 1,-1 0-1,1 0 0,-1 0 1,1 0-1,0 1 0,1 0 31,16-3 159,1 2 0,1 0-1,-1 2 1,0 0 0,0 2-1,0 0 1,0 1-1,0 2 1,-1 0 0,1 2-1,19 8-158,-24-9 33,151 12-304,-114-29-2364,-3-9-3327,-11-3-5581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33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0 6345,'0'0'1470,"0"0"1620,0 0-1011,0 0 160,3 20 154,21 300 5044,-23 63-5131,-1-379-2586,4 36 570,6-25-5446,0-23-4922,-5-8-617</inkml:trace>
  <inkml:trace contextRef="#ctx0" brushRef="#br0" timeOffset="323.865">0 465 6129,'0'0'1191,"0"0"782,0 0 727,0 0-398,22-2-400,178-20 1485,6 3-1078,-67 15-5151,-82-2-3932,-36-1-1094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3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20 108 7626,'0'0'1211,"0"0"1280,0 0-1024,0 0-299,0 0-2,0 0-45,-3-10-7,-14-45 102,20 52-1183,-1-1 0,1 1 0,0 0 0,0 0 0,0 0 0,0 1 0,0-1 0,1 1 0,-1 0-1,1 0 1,0 0 0,0 0 0,-1 0 0,1 1 0,0 0 0,0 0 0,1 0 0,-1 0 0,0 1 0,0-1 0,0 1 0,0 0 0,1 1 0,0-1-33,2-1 1,1 1 0,0-1 1,-1 1-1,1 1 0,0-1 1,-1 1-1,1 1 0,-1-1 1,1 1-1,-1 1 0,0-1 1,0 1-1,0 0 0,0 1 1,-1 0-1,1 0 0,-1 0 1,0 1-1,0 0 0,0 0 1,-1 0-1,0 1 0,0 0 1,0 0-1,-1 0 0,0 1 1,0-1-1,-1 1 0,2 3-1,2 8 15,-1 0 0,-1 1 0,-1 0 0,0 0 0,-1 1 0,-1-1 0,-1 0 0,-1 1 0,0-1 0,-2 1 0,0-1-1,-1 0 1,-1 0 0,-1 0 0,-1 0 0,0-1 0,-1 0 0,-1 0 0,-1-1 0,-1 0 0,0 0 0,-10 12-15,10-16 20,2-1-25,0 0-1,0-1 1,-1 0 0,-1 0 0,1-1-1,-2 0 1,0 0 0,0-2 0,0 1 0,-13 6 5,22-16-2,1 1 0,-1 0 0,1-1 0,-1 1 1,1-1-1,-1 1 0,1-1 0,0 0 1,-1 0-1,1 0 0,0 1 0,0-1 1,-1 0-1,1-1 0,0 1 0,0 0 0,0 0 1,0 0-1,0-1 0,1 1 0,-1 0 1,0-1-1,1 1 0,-1-1 0,0 1 0,1-1 1,0 1-1,-1-1 0,1 1 0,0-1 1,0 1-1,0-1 0,0 1 0,0-1 1,0 1-1,0-1 0,1 0 0,-1 1 0,1-1 1,-1 1-1,1 0 0,-1-1 0,1 1 1,0-1-1,-1 1 0,1 0 0,0-1 1,0 1-1,0 0 0,0 0 0,0 0 0,1 0 1,-1 0-1,0 0 0,0 0 0,1 0 1,-1 1-1,1-2 2,8-6 96,0 1 0,0 0 0,1 0 1,0 1-1,0 0 0,1 1 0,-1 0 0,1 0 0,0 2 1,0-1-1,1 2 0,-1 0 0,0 0 0,1 1 1,0 0-1,-1 1 0,1 1 0,-1 0 0,1 1 0,-1 0 1,0 1-1,1 0 0,-1 1 0,-1 0 0,1 1 0,-1 0 1,6 4-97,111 23 267,-119-31-334,1 1-1,-1-2 1,0 1-1,1-1 1,-1-1-1,0 1 1,1-2-1,-1 1 1,0-1-1,0-1 0,0 0 1,0 0-1,-1 0 1,1-1-1,-1-1 1,0 1-1,2-3 68,72-59-6903,-47 33-103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37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29 7522,'0'0'820,"0"0"2675,0 0-802,0 0-1093,0 0-574,0 0-123,-9 2 246,-12 8 489,69-10-102,-12 0-1262,382-25 1107,-389 21-1600,48-5 642,-26 7-3756,-52 12-1304,-7 0 561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3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6177,'0'0'6916,"0"0"-3795,0 0-2045,0 0-466,0 0-241,0 0 323,19 0 23,332-9 252,-189-9-1589,-58-6-5993,-65 11-758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6:3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377 523 4761,'0'0'2558,"0"0"1801,0 0-1882,0 0-1209,0 0-538,0 0 87,-3 19 349,-12 388 2036,19-404-3220,0-1 1,0 1-1,0-1 1,0 0-1,0 0 0,1 0 1,-1-1-1,0 1 1,1-1-1,-1 0 1,1-1-1,0 1 0,-1-1 1,1 1-1,0-2 1,-1 1-1,1 0 1,-1-1-1,1 0 0,-1 0 1,1 0-1,-1-1 1,1 1-1,-1-1 1,1-1 17,-2 3 1,565-82 1249,-542 66-3323,-24-6-2833,-2 6-1015</inkml:trace>
  <inkml:trace contextRef="#ctx0" brushRef="#br0" timeOffset="355.844">851 512 7466,'0'0'1068,"0"0"3337,0 0-1790,0 0-1484,0 0-223,0 20 896,-12 486 5594,-3-153-6327,15-350-1091,0 1 1,0-1-1,0 0 1,0 1-1,0-1 1,1 0-1,-1 1 0,1-1 1,0 0-1,0 0 1,0 0-1,0 0 1,1 0-1,0 0 1,-1 0-1,1 0 0,0 0 1,0-1-1,0 1 1,1-1-1,-1 1 1,0-1-1,1 0 1,0 0-1,0 0 0,-1 0 1,3 0 19,29-38-3298,-11-4-1008,1-6-1169</inkml:trace>
  <inkml:trace contextRef="#ctx0" brushRef="#br0" timeOffset="2201.336">1570 117 6041,'0'0'1671,"0"0"1515,0 0-1571,0 0-889,0 0-178,0 0 265,-17 0 290,-327 22 2613,-454 62-2757,719-80-1096,22-3 899,0 3-1,0 2 1,0 3 0,-41 12-762,93 31 149,30 168 1451,-4-146-1360,13 39 71,-4 2 0,-6 0-1,-4 2 1,-6 1 0,-5 0-311,-27 316 762,7-225-489,37-210-196,636-122-764,-427 101-41,-1 10 0,60 12 728,-191 0 70,-98 0-48,-1 0 0,0-1 0,1 1 0,-1-1 0,0 0 0,1 0 0,-1 0 0,0 0 0,0-1 0,0 0 0,0 0 0,0 0 0,0 0 1,-1-1-1,1 1 0,-1-1 0,0 0 0,1 0 0,-1 0 0,0-1 0,-1 1 0,1-1 0,-1 1 0,0-1 0,1 0 0,-2 0 0,1 0 1,0 0-1,-1 0 0,0-1 0,1-2-22,10-148 129,-13 123-100,-36-630-106,37-197 72,0 858 29,0 1-52,0 0 45,0-2-33,0 2-15,0 0 83,5 1-352,57 20-4863,-25-5 766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1:47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1019 466 6177,'0'0'1807,"0"0"2681,0 0-1606,0 0-1558,0 0-557,0 0 421,0 23 515,-20 238 2085,-68 238-1952,97-858-8544,-6 318 6607,1-39 155,4 0 1,3 1-1,4 0 0,11-31-54,-26 107 48,0 0 1,0 0-1,0 0 0,1 0 1,-1 0-1,1 0 0,0 1 0,-1-1 1,1 0-1,1 0 0,-1 1 1,0-1-1,0 0 0,1 1 0,0 0 1,-1-1-1,1 1 0,0 0 1,0 0-1,0 0 0,1 0 0,-1 0 1,0 0-1,1 1 0,-1-1 1,1 1-1,-1 0 0,1-1 0,0 1 1,0 0-1,-1 1 0,1-1 1,0 0-1,0 1 0,0 0 0,0 0 1,0 0-1,0 0 0,0 0 0,0 0 1,-1 1-1,1-1 0,0 1 1,2 0-49,7 18 380,0 1 1,-1-1 0,-2 2-1,0-1 1,-1 1 0,0 1-1,-2-1 1,-1 1 0,0 4-381,32 180 1221,37 123-365,-24-246-1014,-49-83-76,-1 0 0,1 0-1,-1 0 1,1 0 0,0 0 0,-1 0 0,1 0 0,-1 0 0,1-1 0,-1 1 0,1 0 0,-1 0 0,1-1 0,-1 1-1,1 0 1,-1-1 0,1 1 0,-1-1 0,1 1 0,-1 0 0,0-1 0,1 1 0,-1-1 0,0 1 0,1-1 0,-1 1 0,0-1-1,0 1 1,1-1 0,-1 0 0,0 1 0,0-1 0,0 1 0,0-1 0,0 1 0,0-1 0,0 0 0,0 1 0,0-1-1,0 1 1,0-1 0,0 0 0,0 1 0,-1-1 0,1 1 0,0-1 0,0 1 0,-1-1 0,1 1 0,0-1 0,0 1-1,-1-1 1,1 1 0,-1-1 0,1 1 0,0 0 0,-1-1 0,1 1 0,-1 0 0,1-1 0,-1 1 234,-19-16-5946,-4 2 2606</inkml:trace>
  <inkml:trace contextRef="#ctx0" brushRef="#br0" timeOffset="255.024">923 1022 5393,'0'0'1464,"0"0"5906,0 0-5978,0 0-664,0 0-319,0 0 239,0 0 592,91-4-576,-51-8-32,4-3-312,1-3-248,-1-2-72,-2 0-104,0 0-1072,-5 0-1192,5 0-2449,-10 4-4425,-9 8 9050</inkml:trace>
  <inkml:trace contextRef="#ctx0" brushRef="#br0" timeOffset="765.335">1536 915 6081,'0'0'1793,"0"0"2461,0 0-1460,0 0-828,0 0-734,0 0-85,2-18 1655,4 11-2783,2 0-1,-1 1 1,1 0 0,0 0 0,0 1 0,0 0-1,1 0 1,0 1 0,0 0 0,0 1 0,0 0 0,1 0-1,-1 1 1,1 0 0,0 1 0,-1 0 0,1 0-1,2 1-18,-10 0 20,1 1-1,0-1 0,-1 0 0,1 1 0,0 0 1,-1-1-1,1 1 0,-1 0 0,1 0 0,-1 1 1,1-1-1,-1 0 0,0 1 0,0-1 0,0 1 1,0 0-1,0 0 0,0 0 0,0 0 0,0 0 1,-1 0-1,1 0 0,-1 1 0,1-1 0,-1 1 1,0-1-1,0 1 0,0-1 0,-1 1 0,1-1 1,-1 1-1,1 0 0,-1 0 0,0-1 0,0 1 1,0 0-1,0-1 0,0 1 0,-1 0 0,1-1 1,-1 1-1,0 0 0,0 1-19,0 9 18,-1 1 0,0 0 0,-1-1 0,0 0-1,-1 1 1,-1-1 0,0-1 0,-1 1 0,0-1 0,-1 0 0,-7 9-18,-1 7 7,-4 49-115,77-67-233,-34-10 134,1-1 0,0-1 1,-1-1-1,0-1 1,1-2-1,-2 0 1,1-1-1,-1-2 1,14-6 206,-23 3-3199,-24 6-6712,-11 6 4757</inkml:trace>
  <inkml:trace contextRef="#ctx0" brushRef="#br0" timeOffset="-1044.435">191 660 5801,'0'0'2107,"0"0"2745,0 0-2021,0 0-1274,0 0-640,0 0-171,-3 4 334,-1 8-746,0 0 0,1 0 1,0 0-1,1 1 0,1-1 1,0 0-1,1 1 0,0-1 0,0 1 1,2-1-1,-1 1 0,2-1 0,-1 0 1,4 6-335,1 25 244,-2-5 22,-4-13-236,2 1-1,0-2 1,2 1-1,1 0 1,1-1-1,1 0 1,1-1-1,1 0 1,1 0-1,12 19-29,-14-34-2317,-4-26-11884,-6 9 13834,-12-20-5511,-6 2 4665</inkml:trace>
  <inkml:trace contextRef="#ctx0" brushRef="#br0" timeOffset="-797.419">11 1004 5921,'0'0'1088,"0"0"5610,0 0-5002,0 0-944,0 0-335,0 0 127,0 0 24,-10 0 136,32 0-488,13 0 280,7 0-480,7 0 136,6-6-152,6-8-72,1-1-392,12-12-896,-14 2-2969,-11 5-4641</inkml:trace>
  <inkml:trace contextRef="#ctx0" brushRef="#br0" timeOffset="342371.098">503 33 6241,'0'0'1327,"1"-5"-692,0-1-1288,2-15 7049,-1 31-2690,9 216-1471,10-1 0,23 83-2235,-8-64 779,7 24-818,-2-357-15477,-22 60 8602</inkml:trace>
  <inkml:trace contextRef="#ctx0" brushRef="#br0" timeOffset="343286.795">1928 44 5841,'0'0'904,"0"0"-538,0 0-241,0 0-49,0 0 500,0 0 1745,0 0-852,0 0-1000,0 0-227,0 0 66,0 23 555,0 47 371,-2-8-538,3-1-1,2 1 1,3-1-1,3 0 1,7 22-696,11 28 445,-6 0 1,-4 2-1,-5-1 1,-5 2-1,-5 21-445,-2-125 469,0-9 395,15-32-1527,7 11-1533,17-18-7350,-24 22 943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7:3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7666,'0'0'308,"0"0"1252,0 0 799,0 0-1048,2 24-468,9 178 2080,-11-130-2436,-44-80-387,36-124 64,44 9-228,-34 124 116,0 0 0,0 0 0,-1 0 1,1 0-1,0 0 0,-1 0 0,1 1 0,-1-1 0,1 1 0,-1-1 0,0 1 0,0 0 1,1-1-1,-1 1 0,0 0 0,-1 0 0,1 0 0,0 0 0,0 0 0,-1 0 0,1 0 1,-1 0-1,0 0 0,0 0 0,0 0 0,0 0 0,0 0 0,0 0 0,0 0 0,0 0 1,-1 0-53,1-1 68,16 209 4415,-13-198-4490,0-12-6489,-2-12-896,-1 1 5793,0-11-2906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7:37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 7178,'0'0'1041,"0"0"2141,0 0-1730,0 0-869,0 0-71,8 15 2532,28-11-2465,1-2 1,-1-2-1,1-1 0,0-2 1,-1-1-1,0-2 1,0-2-1,2-2-579,-28 10 48,-39 13 54,-48 13 46,-171 24 1287,257-54-9742,10-10 841,-3-2 2424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7:3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99 6121,'0'0'1647,"0"0"2540,0 0-2402,0 0-1098,-6 22 233,-91 373 5132,82-222-6419,65-381-7078,-9 70 5577,38-149 3056,-71 231 3250,15 58-3488,-12 9-606,0 1 0,-1 0 1,-1 0-1,0 1 1,-1 0-1,0 1 1,-1 0-1,0 0 0,-2 0 1,1 1-1,-2 0 1,0 0-1,0 0 1,-2 0-1,0 2-344,22 96 1168,-17-66-895,2 0 0,3-1 1,1 0-1,3-1 0,1-1 0,16 29-273,-16-54 317,-1 0-4133,-19-60-5824,-34-35 2202,13 42 5644</inkml:trace>
  <inkml:trace contextRef="#ctx0" brushRef="#br0" timeOffset="250.19">8 502 5457,'0'0'5185,"0"0"-440,0 0-4041,0 0-448,0 0-248,0 0 1081,0 0-409,99 6-272,-50-23-256,3-6 24,0-1-168,-2 2-8,-6 2-40,-7 4-944,-7 7-1681,-5 5-2648,-11 2 1144,-4 2 2361</inkml:trace>
  <inkml:trace contextRef="#ctx0" brushRef="#br0" timeOffset="822.319">653 442 7098,'0'0'1181,"0"0"3020,0 0-1270,0 0-1337,0 0-642,0 0 18,-6 0 587,-14-10-83,52-15-1045,-28 22-458,7-5 52,-1 1 0,1 1 1,0 0-1,0 0 0,0 1 0,1 1 0,0 0 0,0 0 0,0 1 1,1 1-1,-1 0 0,0 0 0,1 1 0,11 1-23,-21 4 2,-1 0-1,0 1 1,0-1-1,-1 0 1,1 1-1,-1-1 1,0 1 0,0-1-1,0 1 1,-1 0-1,0-1 1,0 1-1,0-1 1,0 1-1,-1 0 1,0-1-1,0 1 1,0-1 0,-1 2-2,-88 160 485,55-81-496,82-83 94,222-62 634,-261 49-3152,-14-39-10167,5 44 11287,-2-18-1454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7:3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84 5905,'0'0'1334,"0"0"792,0 0 1317,0 0-1481,0 0-973,0 0-615,-10-11 643,-39 162-453,22-52 337,5 2-1,4 0 0,-3 92-900,20-182-41,0 20 220,-1-40-1185,-1-40 55,3 0 0,1 1 0,3-1 0,1 0 0,3 1 0,2 0 0,2 1 0,16-41 951,88-165 2649,-116 252-2607,0 0 1,1 0-1,-1-1 0,1 1 0,0 0 0,-1 0 0,1 0 0,0 0 0,0-1 0,0 1 0,0 0 0,0 0 0,0 1 0,0-1 0,0 0 0,0 0 0,0 0 0,0 1 0,0-1 0,1 1 0,-1-1 0,0 1 0,1-1 0,-1 1 0,0 0 0,1-1 0,-1 1 0,0 0 0,1 0 0,-1 0 0,0 0 0,1 0 0,-1 1 0,0-1 0,1 0 0,-1 1 1,0-1-1,1 0 0,-1 1 0,0 0 0,0-1 0,0 1 0,1 0 0,-1-1 0,0 1 0,0 0 0,0 0 0,0 0 0,0 0 0,-1 0 0,1 0 0,0 0 0,0 1 0,-1-1 0,1 0 0,0 0 0,-1 0 0,0 1 0,1-1 0,-1 1-42,30 84 1759,-29-83-1729,34 188 2577,-28-140-2379,1 0 0,3 0 1,2-1-1,2 0 1,15 29-229,-30-78-84,21 36 71,-10-30-2552,-11-7 527,-8-3-3327,1 0 4118,-12-9-1999</inkml:trace>
  <inkml:trace contextRef="#ctx0" brushRef="#br0" timeOffset="271.106">0 553 7570,'0'0'4273,"0"0"-2276,0 0-456,0 0-365,14-2 21,158-37 983,45-9-3285,-152 39-5099,-44 5-348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7:3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21 216 6809,'0'0'250,"0"0"-87,0 0 415,0 0 1855,0 0-713,0 0-674,-16 1 891,12-2 2271,62-41-3134,-29 24-856,17-13 38,1 3-1,1 2 1,2 2 0,49-17-256,-36 36-1183,-56 31-5693,-7-15 1502</inkml:trace>
  <inkml:trace contextRef="#ctx0" brushRef="#br0" timeOffset="578.725">151 374 6593,'0'0'562,"0"0"102,0 0 1110,0 0 103,0 0-806,0 0-584,0 4-183,1-3-215,-1 0 0,1 0 0,-1 1-1,0-1 1,1 0 0,0 0 0,-1 0 0,1 0 0,0 0-1,-1 0 1,1 0 0,0 0 0,0 0 0,0 0-1,0-1 1,0 1 0,0 0 0,0 0 0,0-1 0,0 1-1,0-1 1,1 1 0,-1-1 0,0 0 0,0 1-1,1-1 1,-1 0 0,0 0 0,0 0 0,0 0 0,1 0-1,-1 0 1,0 0 0,0 0 0,1 0 0,-1 0-1,0-1 1,0 1 0,1-1 0,-1 1 0,0-1 0,0 1-1,0-1 1,0 0 0,0 0-89,148-62 941,-132 53-918,-1 0 0,1 2 0,1 0 0,0 1 0,0 0 0,0 2 0,0 0 0,1 1 0,0 1 0,8 0-23,-26 3 17,-1 0-39,0 0 136,0 0-32,0 0-166,0 0-252,0 0-735,0 0-1020,3-2-3196,2-4 2851,-3 4 845,8-13-3788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9:41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565 190 6385,'0'0'634,"0"0"162,0 0 1040,0 0-485,0 0-388,0 0-200,-4-15-32,-37-112 2850,37 122-3496,-1 0 1,0 1-1,0 0 1,0 0 0,-1 1-1,1 0 1,-1 0-1,0 0 1,0 0 0,0 1-1,0 0 1,-1 0-1,1 1 1,0 0 0,-1 0-1,1 0 1,-1 1-1,1 0 1,-1 0 0,1 0-1,-1 1 1,1 0-1,-4 1-85,3-1 59,-10 3-57,0 1 0,1 1 0,-1 0 0,1 2 0,1 0 0,0 0 0,0 1 0,0 1 0,1 1 0,1 0 0,0 1 1,-5 5-3,2-3-8,2-1 16,1 0-1,0 1 1,1 0-1,0 1 1,1 0-1,1 1 1,0 1-1,1-1 1,1 1-1,1 1 1,0-1-1,2 1 1,0 1-1,0-1 0,2 1 1,0-1-1,2 1 1,0 0-1,0 0 1,2 0-1,1 0-7,-1-5 34,2 0 0,0 0 0,0-1-1,1 1 1,1-1 0,0 0-1,1 0 1,1-1 0,-1 1-1,2-2 1,0 1 0,0-1-1,1 0 1,1-1 0,0 0 0,0 0-1,0-1 1,2 0-34,14 11 137,0-1 0,2-1 0,0-1 0,0-2 0,2-1 0,0-1 0,11 2-137,-26-9 24,1-1-1,1 0 1,-1-1-1,1-1 1,-1-1-1,1 0 1,0-1-1,0-1 1,0-1-1,0 0 1,-1-1 0,1-1-1,-1 0 1,1-2-1,-1 0 1,0 0-1,10-6-23,-9-1 38,0-1 0,0-1 0,-2 0 0,0-1 0,0-1 0,-1 0 0,-1-1 0,-1 0 0,0-1 0,-2 0 0,0-1 0,-1 0 0,0-1-1,-2 0 1,0 0 0,-2-1 0,0 0 0,-1 1 0,-1-2 0,-1 1 0,-1 0 0,-1-4-38,-6 9 14,-1 1 1,-1 1-1,0 0 0,-1 0 1,0 0-1,-1 1 1,-1 1-1,0-1 0,-1 2 1,0 0-1,0 0 0,-1 1 1,-1 1-1,0 0 0,0 0 1,-1 2-1,-14-6-14,-5-7-18,0 2 0,0 2 0,-2 1 0,0 2-1,0 1 1,-1 2 0,-1 1 0,0 2 0,0 2 0,-33 0 18,71 5-1589,3 0-3564,3 2 2322,-3-1 480,9 3-7414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9:42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367 56 6281,'0'0'762,"0"0"211,0 0 1987,0 0-1364,0 0-301,0 0-232,-8-8-160,4 5-898,-80-42 3492,71 49-3446,1 1 0,0 1 0,0 0 0,0 0 1,1 1-1,0 0 0,1 1 0,-1 1 0,1-1 0,1 1 1,0 1-1,0 0 0,1 0 0,0 1 0,1 0 0,0 0 1,1 1-1,0 0 0,1 0 0,0 0 0,1 1 0,-2 7-51,-8 20-9,1 1-1,1 0 0,3 1 1,1 1-1,3-1 0,1 1 1,2 0-1,2 16 10,1-46 23,1 1 1,0-1-1,1 0 0,0 0 0,1 0 1,0 0-1,1 0 0,1-1 0,0 0 1,0 0-1,1-1 0,1 1 0,0-2 1,1 1-1,-1-1 0,2 0 1,0-1-1,0 0 0,0-1 0,1 0 1,1 0-1,-1-1 0,3 0-23,21 12 79,0-2-1,1-1 0,0-2 1,1-1-1,1-2 1,0-2-1,21 2-78,-40-7 18,1 0-1,-1-1 1,1-1 0,0-1-1,-1-1 1,1-1-1,0 0 1,0-2 0,-1 0-1,19-6-17,-28 0 18,-1 0-1,0-1 1,0 0-1,-1 0 1,0-1 0,-1 0-1,0 0 1,-1-1-1,0 0 1,-1 0-1,-1 0 1,0-1-1,0 1 1,-1-1-1,-1 0 1,0 0-1,-1 0 1,0-1-1,-1 1 1,-1-7-18,5-27 44,-3 0 0,-1 1 0,-3-1 0,-2 0 0,-1 1 0,-3 0 0,-3-3-44,8 33 13,-1 0 0,0 1 0,-1-1 0,-1 2-1,-1-1 1,0 1 0,0 0 0,-2 0 0,0 1 0,0 1 0,-1-1 0,0 2 0,-1-1 0,-1 2-1,0 0 1,0 0 0,-1 1 0,0 1 0,-1 0 0,1 1 0,-16-5-13,16 8-4,0 0 1,-1 1-1,1 1 1,-1 0-1,0 1 0,0 1 1,1 0-1,-1 1 1,0 0-1,1 1 1,-1 1-1,1 0 1,0 1-1,0 1 0,0 0 1,0 1-1,1 0 1,0 1-1,0 1 1,1 0-1,0 0 1,1 1-1,-1 1 0,-2 4 4,5-6-286,0 1 0,0 0 0,1 1 0,0 0-1,1 0 1,0 1 0,1-1 0,0 2 0,0-1 0,1 1-1,1-1 1,-1 4 286,-10 95-7233,15-68-666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39:44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40 6241,'0'0'833,"0"0"-561,0 0-152,0 0-120,0 0 0,0 0 8,0 0 0,2-2 64,-2 2-72,0 0 64,0 4 120,0 1 48,0-1-232,0 1-288,0-1-4097,0 0 3601,0-1 624,0-1-1113</inkml:trace>
  <inkml:trace contextRef="#ctx0" brushRef="#br0" timeOffset="7030.484">216 40 5761,'2'37'936,"-17"-27"10121,-49-30-6273,49 67-4278,-22 350 709,49-306-1031,28 83 105,-37 185 268,6 305-585,-35-251 95,-5 73 48,-13-271 151,41-53-148,-5-80-52,6 165-186,44-104 70,40 6-132,-82-146 158,14 47-83,-16-74 102,-7-2 10,-5-14-18,1 0 0,3 0 0,0-1 1,3 0-1,2 0 0,0-26 13,-20-577 167,17-38 99,-44 167-210,70 243-155,29-95 47,-45-482 70,13 790-12,-12 96-194,-4 99 184,-1 32 12,7 0 1,15 68-9,22-18 67,-25-144-74,-3 0 0,-3 0 0,-3 1 0,-4 1 7,-23 233 60,4-83-38,-20 118-2,-2-61-53,13 414 54,23-334-77,4-151-1076,16-564 1206,-6 133-55,-6 153 20,-3-2-1,-2 1 0,-4 0 1,-4-15-39,-28-411-19,16 219 101,6 108 57,7 0 0,10-58-139,4-76-125,2 18 250,21-12-177,-8-166-530,-46 376 638,22 84-52,0 0-28,-1 0 113,-3 34-237,-4 552 93,38 81 145,-27-34-142,-13-96 44,10-493 23,2 2 0,-3 1 0,-1-1-1,-3 1 1,-1-1 0,-2 0 0,-7 15-15,-42 326-70,35-156 44,10-93 107,12-138-86,0 28-5279,0-65-5495,2 13 7992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0:00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1 367 9314,'0'0'1052,"0"0"2285,0 0-1259,0 0-677,0-6-295,0-28 1619,0 19-1336,0 30-791,5 215-488,-4-228-108,-1-1 1,1 1-1,-1-1 0,1 1 0,0-1 0,0 0 1,0 1-1,0-1 0,0 0 0,0 0 0,0 0 1,0 0-1,0 0 0,0 0 0,1 0 0,-1 0 1,0 0-1,1 0 0,-1-1 0,1 1 0,-1-1 1,1 1-1,-1-1 0,1 1 0,-1-1 0,1 0 0,-1 0 1,1 0-1,0 0 0,-1 0 0,1 0 0,-1 0 1,1-1-1,-1 1 0,1 0 0,-1-1 0,1 1 1,-1-1-1,1 0 0,-1 1 0,0-1 0,1 0 1,-1 0-1,1-1-2,62-40 58,116-132-96,37-33-142,-56 87-6274,-134 102 1549,-10 6-1278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0:53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419 985 7418,'0'0'3806,"0"0"-2039,0 0-818,13-23 2701,9-9-3513,-2 0-1,-2-2 0,0 0 0,-3-1 0,0 0 0,-3-1 1,-1-1-1,-1 0 0,2-24-136,-12 61 31,0 0 0,0 0 0,1 0 0,-1 0 0,0 0 0,1 0 0,-1 0 0,0 0 0,1-1 0,-1 1 0,0 0-1,1 0 1,-1 0 0,0 0 0,0 0 0,1 0 0,-1-1 0,0 1 0,1 0 0,-1 0 0,0 0 0,0-1 0,0 1 0,1 0-31,4 41 107,5 184 2305,-8-124-2106,4 0 0,5 0 0,10 34-306,-9-112-219,-7-65-2700,-5-64-5485,0 55 167</inkml:trace>
  <inkml:trace contextRef="#ctx0" brushRef="#br0" timeOffset="561.037">150 318 6409,'-10'36'1531,"-108"519"6162,107-472-6319,4-1 1,3 1-1,8 79-1374,-3-150 38,1-1-1,0 1 1,1 0-1,0-1 1,1 0-1,0 0 1,1 0-1,0 0 1,1-1 0,0 1-1,1-2 1,0 1-1,0-1 1,1 0-1,0 0 1,1-1-1,-1 0 1,2 0-1,-1-1 1,1-1-1,0 0 1,1 0-1,-1 0 1,1-2-1,10 4-37,12 3 58,1-1 0,0-2 0,0-1-1,1-2 1,-1-1 0,1-2 0,0-1 0,6-2-58,6-4-2,-1-1 1,-1-2-1,1-3 1,-1-1-1,-1-2 1,0-2-1,-1-3 1,-1 0-1,-1-3 1,-1-2 0,9-8 1,-35 21 18,1-1 1,-1 0 0,-1-2 0,0 1 0,-1-2 0,-1 1-1,0-2 1,-1 1 0,-1-1 0,0-1 0,-1 0 0,-1 0 0,0-1-1,-2 1 1,0-1 0,-1-1 0,0 1 0,-2-1 0,0 1 0,-1-1-1,-1 0 1,-2-17-19,6-19 101,-2 0-1,-2 0 1,-3 0 0,-2 0-1,-3 0 1,-2 1-1,-2 1 1,-3 0-1,-2 0 1,-2 1 0,-2 2-1,-24-40-100,23 57 78,-1 1 0,-2 1 0,-1 1 0,-2 1 0,0 2 0,-2 1-78,20 17-3,-1 0 1,1 2-1,-1-1 1,0 1-1,-1 1 1,0 0-1,0 1 1,0 0-1,-1 1 1,1 0-1,-1 1 1,0 0-1,0 1 1,0 1-1,-1 0 1,1 0-1,0 2 1,0-1-1,-13 4 3,9 4-183,-1 1 0,2 1 0,0 0 0,0 1 0,0 1 0,2 0 0,0 1 0,0 1 0,1 0 0,1 1-1,0 0 1,1 1 0,0 0 0,2 1 0,0 0 0,1 1 0,0 0 0,1 3 183,-40 91-2605,14-8-2186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0:56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377 625 7690,'0'0'3324,"0"0"-2026,0 0-232,0 0-281,-6-16 67,-17-53 98,22 66-915,0 0 0,0 0 0,0 0 0,1 0 0,-1 0-1,1 0 1,0 0 0,0 0 0,0 0 0,0 0 0,0 0 0,1 0 0,0 0 0,-1 0 0,1 0 0,0 0 0,0 0 0,1 1 0,-1-1 0,1 0 0,-1 1 0,1-1 0,0 1 0,0-1 0,0 1 0,0 0 0,0 0-1,0 0 1,1 0 0,-1 0 0,1 0 0,-1 1 0,1-1 0,0 1 0,0 0 0,0 0 0,-1 0 0,1 0 0,0 0 0,0 1 0,0-1 0,0 1 0,0 0 0,0 0 0,1 0 0,-1 0 0,0 0 0,0 1-1,0 0 1,0-1 0,0 1 0,-1 0 0,1 0 0,0 1 0,0-1 0,1 2-35,1-3 30,4 4-31,0 1 0,0 0 0,-1 0 0,1 1 0,-1 0 1,0 0-1,-1 1 0,0 0 0,0 0 0,0 1 0,-1 0 0,0 0 0,0 0 0,-1 1 1,0 0-1,-1 0 0,0 0 0,0 1 0,-1 0 0,0-1 0,-1 1 0,0 0 0,-1 0 1,0 0-1,0 0 0,-1 0 0,-1 7 1,4 0 0,-2 0 0,0 0 1,-1 0-1,0 0 0,-2 0 0,0 0 0,-1 0 1,0 0-1,-2 0 0,0-1 0,0 0 1,-2 0-1,0 0 0,-1-1 0,0 0 0,-2 0 1,1-1-1,-2 0 0,0-1 0,0 0 1,-1-1-1,-1-1 0,0 1 0,-5 2 0,-54 2 76,64-84-224,9 62 134,1 1-1,0-1 1,0 1-1,0 0 1,0-1-1,1 1 0,0 1 1,0-1-1,0 0 1,1 1-1,0-1 1,0 1-1,0 0 1,0 0-1,0 1 1,1-1-1,0 1 1,0 0-1,-1 0 1,2 1-1,-1-1 1,0 1-1,0 0 1,1 1-1,0-1 0,-1 1 1,1 0-1,3 0 15,55 86-107,-49-56 106,-12-24-31,0 0-1,1 0 0,-1-1 1,1 0-1,-1 1 0,1-1 0,1 0 1,-1-1-1,0 1 0,1-1 1,0 0-1,0 0 0,0 0 0,0-1 1,0 0-1,1 0 0,-1 0 1,1 0-1,-1-1 0,1 0 1,-1 0-1,1-1 0,0 0 0,-1 0 1,1 0-1,0 0 0,-1-1 1,1 0-1,0 0 0,-1-1 0,1 1 1,-1-1-1,0 0 0,0-1 1,0 1-1,0-1 0,0 0 1,0 0-1,-1-1 0,5-3 33,1-3-898,0-1 0,0 1 0,-1-2 0,0 1 0,-1-2 0,-1 1 0,0-1 0,0 0 0,-1 0 0,3-13 898,-3 11-1383,17-43-3716</inkml:trace>
  <inkml:trace contextRef="#ctx0" brushRef="#br0" timeOffset="517.369">451 210 8034,'0'0'1179,"0"0"1242,-22-11-1371,4 1-818,-1 0-13,0 0 0,0 1 0,-1 1 0,0 1-1,0 1 1,-1 0 0,0 2 0,-12-2-219,27 7 64,-1 0 1,1 1-1,0-1 0,0 1 1,0 0-1,0 1 0,1 0 1,-1-1-1,1 2 0,-1-1 1,1 1-1,0-1 0,0 2 1,1-1-1,-1 0 0,1 1 1,0 0-1,0 0 0,0 0 1,1 0-1,0 1 0,0-1 1,0 1-1,1 0 0,-1 0 1,2 0-1,-1 0 0,1 0 1,-1 0-1,1 3-64,-23 78 361,3 1 1,4 1-1,4 0 1,4 1-1,4 0 0,4 1 1,10 80-362,-8-150 54,1 0 0,1 0 0,0 0 0,2 0 1,0-1-1,2 0 0,0 0 0,1 0 0,1-1 0,1 0 0,1-1 1,0 0-1,1-1 0,1 0 0,1-1 0,0 0 0,1-1 1,1-1-1,0 0 0,1-1 0,1-1 0,0-1 0,0 0 1,1-1-1,0-2 0,1 1 0,0-2 0,0-1 0,0 0 0,1-2 1,0 0-1,0-2 0,0 0 0,0-1 0,0-1 0,1-1 1,-1-1-1,0-1 0,0 0 0,-1-2 0,1-1 0,-1 0 0,0-1 1,-1-1-1,1-1 0,1-3-54,10-10 7,-1-1 0,-1-2 1,-2-1-1,0-1 0,-2-2 1,-1 0-1,-1-2 0,-2 0 0,-1-1 1,-1-1-1,-2-1 0,-1-1 0,-2 0 1,-2-1-1,-1 0 0,-2-1 0,-1 0 1,-2-1-1,-1 0 0,-2-6-7,1 16 8,-2 0 0,0 0 0,-2 0 0,-1 0 0,-1 0 0,-2 0 0,0 1 0,-2-1-1,-1 1 1,-2 0 0,0 1 0,-2 0 0,-1-2-8,-5-1 23,-1 0 0,-1 2 1,-1 0-1,-2 1 0,-1 1 0,0 1 0,-2 2 1,-1 0-1,0 1 0,-2 2 0,0 1 0,-1 1 1,-1 1-1,0 2 0,-1 1 0,-1 1 0,0 2 1,0 1-1,-1 2 0,-20-2-23,47 8-6,0 1 0,0-1 0,0 1 0,0 0 0,1 1 0,-1 0 0,0 0 0,0 0 0,1 0 0,-1 1 0,0 0 0,1 0-1,0 1 1,-1-1 0,1 1 0,0 0 0,0 1 0,1-1 0,-1 1 0,1 0 0,0 0 0,0 0 0,0 1 0,0 0 0,1-1 0,0 1 0,0 0 0,0 1 0,1-1 0,-1 1 6,-18 43-980,2 1 1,2 1-1,2 1 1,3 0-1,1 9 980,-3 2-2852,-13 65-7130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3:03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2331 249 6177,'0'0'985,"0"0"-653,0-6-226,0 6-117,0-3 208,1-1 0,-1 0 0,0 1 0,0-1 1,0 1-1,-1-1 0,1 1 0,-1-1 1,0 1-1,0-1 0,0 1 0,0-1 0,-1 1 1,1 0-1,-1 0 0,0 0 0,0 0 0,0 0 1,0 0-1,-1 0 0,1 1 0,-1-1 1,0 1-1,1 0 0,-1-1 0,0 1 0,-1 0-197,-143-78 5789,120 67-5404,-1 2-1,-1 0 0,0 2 1,-1 1-1,1 2 0,-1 0 1,-8 2-385,-366-5 857,102 91-478,-393-82 0,664 3-386,1 0 0,-1 2 0,1 2 0,0 1 0,1 0 0,0 3 0,0 0 0,1 2 1,1 1-1,0 1 0,1 1 0,-19 17 7,35-26-12,2 0 0,-1 1 0,1 0 0,0 0 0,1 1-1,-1 0 1,2 0 0,-1 1 0,2 0 0,-1 0 0,1 1 0,1-1 0,0 1 0,0 0 0,1 0 0,1 0 0,0 1 0,0-1 0,1 6 12,21 132-3,-13-127 4,2 1-1,1-1 1,0-1 0,2 0 0,0 0-1,2-2 1,0 1 0,1-2 0,1 0-1,0 0 1,2-2 0,0 0 0,0-1 0,15 8-1,20 4-3,1-2 0,2-2 1,0-3-1,1-2 0,1-3 1,0-2-1,1-3 0,14-1 3,352 127 24,-336-110-38,158 23-56,274-40-623,-365-63 495,-73 17 209,-6 15 31,-62 20-97,-1-1-1,0-1 1,0 0-1,0-1 1,-1 0-1,1-1 1,-1-1-1,-1 0 1,1 0 0,-1-2-1,-1 1 1,1-2-1,2-3 56,32-95-15,-27-58 135,-19 139-155,-27-69 252,20 84-204,0-1-1,1 1 1,1-2 0,0 1-1,1 0 1,0-1 0,1 0-1,0 1 1,1-1 0,0-9-13,-1 6 41,0 0 1,-2 1-1,0-1 1,-1 1-1,-1 1 1,0-1 0,-1 1-1,-1 0 1,0 1-1,-1 0 1,-1 0-1,0 1 1,0 1 0,-2 0-1,1 0 1,-1 1-1,-1 1 1,0 0-1,-1 1 1,0 1-1,0 0 1,0 1 0,-1 0-1,-10-1-41,25 8-75,0 0-1,0 1 1,0-1-1,0 0 1,0 1-1,0-1 0,0 1 1,0 0-1,0-1 1,0 1-1,0 0 1,0 0-1,1-1 1,-1 1-1,0 0 1,1 0-1,-1 0 1,0 0-1,1 0 1,-1 0-1,1 0 1,0 0-1,-1 0 0,1 0 1,0 0-1,-1 0 1,1 0-1,0 0 1,0 0-1,0 1 1,0-1-1,0 0 1,0 0-1,0 0 1,1 0-1,-1 0 1,0 0-1,1 0 1,-1 0-1,0 0 1,1 0-1,-1 0 0,1 0 1,0 0-1,-1 0 1,1 0-1,0 0 76,12 35-5237,1-13-2617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3:53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5873,'0'0'1334,"0"0"-869,0 0 174,0 0 1636,0 0-677,0 0-590,4 3-592,-2-2-333,-1 0 0,1 0 0,0 0-1,0 0 1,0-1 0,-1 1 0,1 0-1,0-1 1,0 1 0,0-1 0,0 0-1,0 0 1,0 0 0,0 0 0,0 0-1,0 0 1,0 0 0,0 0 0,0-1-1,0 1 1,0-1 0,0 0 0,0 0-1,0 1 1,-1-1 0,1 0 0,0 0 0,-1-1-1,1 1 1,0 0 0,-1 0 0,0-1-1,1 1 1,-1-1 0,1-1-83,8-6 202,-1 0-1,0 0 1,-1-1 0,0 0 0,-1-1 0,0 0-1,0 0 1,-1 0 0,-1-1 0,0 0 0,-1 0-1,0 0 1,1-8-202,-5 20 107,0 0 63,0 0 75,0 0-129,0 3 0,-2 373 2436,2-375-2515,0-1-38,0 0 50,0 0 14,0 0-91,37-26-6380,-17 7 680</inkml:trace>
  <inkml:trace contextRef="#ctx0" brushRef="#br0" timeOffset="685.252">556 27 5697,'0'0'1845,"0"0"1382,0 0-1752,0 0-776,0 0-495,0 0 144,-5 0 252,3 1-553,0-1 0,0 1-1,1 0 1,-1 0 0,0 0 0,1 0 0,-1 0 0,1 0-1,-1 0 1,1 0 0,-1 0 0,1 1 0,0-1 0,0 1-1,0-1 1,-1 1 0,1 0 0,1-1 0,-1 1 0,0 0-1,0-1 1,1 1 0,-1 0 0,1 0 0,-1 0 0,1 0-1,0-1 1,0 1 0,0 0 0,0 0 0,0 0 0,0 0-1,0 0 1,1 0 0,-1 0 0,1-1 0,-1 1 0,1 0-1,0 0 1,0-1 0,0 1 0,0 0 0,0-1-1,0 1-46,102 163 1994,-37-79-1748,-60-77-238,-1-1-1,1 1 1,-1 0 0,-1 0 0,0 0 0,0 1 0,-1 0 0,0 0 0,0-1 0,-1 2 0,-1-1 0,0 0 0,0 0 0,-1 0-1,0 1 1,-1-1 0,-1 8-8,-2-15-18,0 0-1,0 0 0,0 0 0,-1 0 1,1-1-1,-1 0 0,1 0 0,-1 0 0,0 0 1,0-1-1,0 0 0,0 0 0,0 0 1,0-1-1,0 1 0,0-1 0,0 0 1,0-1-1,0 1 0,0-1 0,0 0 1,0-1-1,0 1 0,0-1 0,0 0 1,1 0-1,-1 0 0,1-1 0,-1 1 1,-1-3 18,3 3-2,0-2 1,0 1-1,0 0 1,1-1-1,-1 1 1,1-1-1,0 0 1,0 0 0,0 0-1,1 0 1,-1 0-1,1 0 1,0 0-1,0 0 1,0-1 0,1 1-1,-1 0 1,1-1-1,0 1 1,1 0-1,-1-1 1,1 1 0,-1 0-1,2-1 1,-1 1-1,0 0 1,1 0-1,-1 0 1,1 0 0,0 0-1,1 1 1,-1-1-1,0 0 1,1 1-1,0 0 1,0 0 0,0 0-1,0 0 1,1 0-1,-1 0 1,3 0 1,104-66 20,49-47 33,-156 113-44,0-1 0,-1 0 1,0 0-1,0 0 0,0 0 0,0 0 0,-1 0 0,1-1 0,-1 1 0,0 0 0,0-1 1,-1 1-1,1-1 0,-1 1 0,0-1 0,0 1 0,-1-1 0,1 1 0,-1 0 1,0-1-1,0 1 0,-1 0 0,1-1 0,-1 1 0,0 0 0,0 0 0,0 0 1,0 1-1,-1-1 0,0 0 0,0 1 0,0 0 0,0-1 0,0 1 0,-1 0 0,1 1 1,-1-1-1,0 1 0,0 0 0,0-1 0,0 2 0,0-1 0,0 0-9,-4-2 47,0 0 0,1 0-1,-1 1 1,0 0 0,-1 0-1,1 1 1,-1 0 0,1 0-1,-1 1 1,1 0 0,-1 1-1,0-1 1,-6 2-47,11 2-38,1-1 1,0 0-1,-1 1 1,1 0-1,0 0 0,1 0 1,-1 0-1,0 1 0,1-1 1,0 1-1,0-1 1,0 1-1,0 0 0,0 0 1,1-1-1,0 1 0,0 1 1,0-1-1,0 0 1,1 0-1,-1 0 0,1 0 1,0 0-1,0 1 0,1-1 1,-1 0-1,1 0 1,0 1 37,-1-2-103,0 38-2320,0-7-1704</inkml:trace>
  <inkml:trace contextRef="#ctx0" brushRef="#br0" timeOffset="1135.027">1248 98 8122,'0'0'1813,"0"0"1591,0 0-1833,0 0-819,-10 22 76,-32 71 115,31 41 1298,12-126-2093,1 0-143,1-1 0,0 1 0,1-1 0,-1 0 0,2 0 0,-1 0 0,1-1 0,0 0 0,0 1 0,0-2 0,1 1 0,0-1 0,0 1 0,1-2 0,0 1 0,-1-1 0,1 0 0,1 0 0,-1-1 0,0 0 0,1 0 0,0-1 0,0 0 0,-1 0 0,1-1 0,0 0 0,0-1 0,0 1 0,0-1 0,1-1 0,-1 0 0,-1 0 0,1 0 0,2-2-5,-3 0-46,-1-1 0,0 0 0,0 0 0,-1-1 0,1 1 0,-1-1 0,0 0 0,0-1 0,-1 1 0,1-1-1,-1 0 1,0 0 0,-1 0 0,0-1 0,0 1 0,0-1 0,-1 0 0,0 0 0,0 0 0,0 0 0,-1 0 0,0 0 0,-1 0 0,0-1 0,0 1-1,0 0 1,-1 0 0,0 0 0,0 0 0,-1 0 0,0 0 46,2-15-4,-1 11-7,-1-1 0,0 1-1,-1 0 1,0-1 0,0 1 0,-1 0 0,-1 1-1,0-1 1,-1 1 0,1 0 0,-2 0 0,0 1-1,0-1 1,0 2 0,-1-1 0,-1 1 0,1 0-1,-1 1 1,0 0 0,-1 0 0,0 1 0,0 0-1,0 1 1,-1 0 0,0 1 0,0 0 0,0 1-1,0 0 1,-1 0 0,1 1 0,-1 1-1,1 0 1,-1 1 0,1 0 0,-11 1 11,-24 35-3123,31 2-2047,14-36 4813,-4 19-4128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3:57.96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223 159 7378,'0'0'148,"0"0"665,0 0 1993,0 0-1363,0 0-575,0 0-84,-12-14-230,-37-40 223,48 52-718,0 0 0,0 1-1,0-1 1,-1 0-1,1 1 1,0-1 0,-1 1-1,1-1 1,-1 1-1,1 0 1,-1 0 0,0-1-1,1 1 1,-1 0 0,0 0-1,0 1 1,0-1-1,0 0 1,0 1 0,0-1-1,0 1 1,0 0-1,0-1 1,0 1 0,0 0-1,0 0 1,0 0 0,0 1-1,0-1 1,0 0-1,0 1 1,0-1 0,0 1-1,1 0 1,-1 0-1,0-1 1,0 1 0,0 0-1,1 1 1,-1-1-1,0 0 1,1 0 0,-1 1-1,1-1 1,0 1 0,-1-1-1,1 1 1,-1 1-59,-28 81 54,26-68-53,1 0 0,1 0 0,1 1 0,0-1 0,1 0 1,0 0-1,2 0 0,0 1 0,1-1 0,2 7-1,-3-18 10,0 1 0,0 0-1,0-1 1,1 0-1,0 1 1,0-1 0,1 0-1,0 0 1,-1-1-1,1 1 1,1-1 0,-1 0-1,1 0 1,0 0 0,0-1-1,0 1 1,0-1-1,0-1 1,1 1 0,-1-1-1,1 0 1,0 0 0,0 0-1,-1-1 1,1 0-1,0 0 1,0 0 0,0-1-1,1 0-9,1 1 26,1-1 1,-1 0-1,0-1 0,0 1 0,1-1 0,-1-1 0,0 0 0,0 0 0,0 0 0,-1-1 1,1 0-1,-1-1 0,1 0 0,-1 0 0,0 0 0,-1-1 0,1 0 0,-1 0 0,0-1 1,0 0-1,0 0 0,-1 0 0,0-1 0,0 0 0,-1 0 0,0 0 0,0 0 0,-1-1 1,0 1-1,0-1 0,1-6-26,-1 3 45,-1 0 1,-1 0-1,0 0 1,0 0-1,-1 0 1,-1 0-1,0 0 1,0 0-1,-1 0 1,0 1-1,-1-1 1,-1 1-1,1-1 1,-2 1-1,1 0 1,-1 0-1,-1 1 1,0-1-1,0 1 1,-1 1-1,0-1 1,0 1-1,-1 0 1,0 1 0,0 0-1,-1 0 1,0 1-1,0 0 1,-1 0-1,0 1 1,0 0-1,0 1 1,0 0-1,-1 1 1,1 0-1,-1 1 1,0 0-1,0 0 1,0 1-1,0 1 1,-2 0-46,8 0 26,0 0 0,0 1 1,0 0-1,0 0 1,0 0-1,0 0 0,0 1 1,0 0-1,0 0 1,1 0-1,-1 1 1,1-1-1,0 1 0,0 0 1,0 0-1,0 1 1,0-1-1,0 1 1,1 0-1,0 0 0,0 0 1,0 0-1,0 1 1,1-1-1,-1 1 0,1 0 1,1-1-1,-2 5-26,-20 146 279,23-148-276,-1 0 0,2-1-1,-1 1 1,1-1-1,0 0 1,0 1 0,1-1-1,-1 0 1,2 1-1,-1-1 1,1 0-1,-1-1 1,2 1 0,-1 0-1,1-1 1,-1 0-1,2 0 1,-1 0-1,0 0 1,1 0 0,0-1-1,0 0 1,0 0-1,1-1 1,-1 1-1,1-1 1,0 0 0,0-1-1,0 1 1,5 0-3,1 1 2,0-1 1,0 0 0,0-1-1,1 0 1,-1-1-1,1 0 1,-1-1 0,0 0-1,1-1 1,-1-1-1,1 0 1,-1-1 0,0 0-1,0 0 1,-1-2 0,1 1-1,-1-1 1,0-1-1,0 0 1,0-1 0,-1 0-1,8-7-2,-15 7-2,-1 1 0,0-1 0,0 0 0,-1 1 0,0-1 0,0 0-1,0 0 1,-1 0 0,0 0 0,0 0 0,-1 0 0,0 0 0,0 0 0,-1 0 0,0 0 0,0 1 0,0-1-1,-1 0 1,0 1 0,0 0 0,-1 0 0,0 0 0,0 0 0,0 1 0,-1-1 0,1 1 0,-1 0-1,-1 1 1,1-1 0,-1 1 0,1 0 0,-1 0 0,0 1 0,-1 0 0,0-1 2,-6-6 29,-1 1 1,-1 0-1,0 1 1,0 1 0,0 0-1,-1 1 1,0 1-1,-1 0 1,1 1-1,-1 1 1,1 0-1,-1 2 1,-6 0-30,20 3-81,0 1-1,1-1 1,-1 1-1,1 0 1,-1 0 0,1 0-1,0 0 1,0 1 0,0-1-1,0 1 1,1-1 0,0 1-1,-1-1 1,1 1 0,0 0-1,1 0 1,-1-1 0,1 1-1,0 0 1,0 0 0,0 0-1,0 0 1,1-1-1,-1 1 1,1 0 0,0 0-1,0-1 1,0 1 0,1-1-1,-1 1 1,1-1 0,0 1-1,1 1 82,23 53-3997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02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72 347 6553,'0'0'695,"0"0"-444,0 0 418,0 0 1713,0 0-677,-5-2-530,-26-12 2296,30 14-2852,1 0-222,0 0-129,0 0-185,32 3 354,3 1-286,-42-33 464,5 27-608,1 0 0,0 1 0,-1-1 0,1 0 0,-1 1 1,0-1-1,1 1 0,-1-1 0,0 1 0,0 0 0,0 0 0,0 0 0,0 0 0,0 0 1,0 0-1,0 1 0,0-1 0,0 1 0,-1-1 0,1 1 0,0 0 0,0 0 1,0 0-1,-1 0 0,1 0 0,0 1 0,0-1 0,0 1 0,-1-1 0,1 1 1,0 0-1,0 0 0,0 0 0,0 0 0,0 0 0,0 0 0,1 0 0,-1 1 0,0-1 1,1 1-1,-1-1 0,1 1 0,-1 0 0,1-1 0,0 1 0,-1 0 0,1 0 1,0 0-1,0 0 0,1 0 0,-1 0 0,0 0 0,1 1 0,-1-1 0,1 0 0,0 0 1,-1 0-1,1 1 0,0-1 0,0 0 0,1 0 0,-1 0 0,0 1 0,1-1 1,0 2-8,9 11-2725,2-12-2864,-2-3-5375</inkml:trace>
  <inkml:trace contextRef="#ctx0" brushRef="#br0" timeOffset="615.122">280 173 5537,'0'0'1503,"0"0"-76,0 0 1582,0 0-1581,0 0-666,0 0-293,2-6 241,-1 2-651,1 1 1,0-1-1,0 1 1,0 0 0,0 0-1,1-1 1,-1 1 0,1 1-1,0-1 1,0 0 0,0 1-1,0-1 1,0 1 0,0 0-1,1 0 1,-1 0-1,1 1 1,-1-1 0,1 1-1,0 0 1,0 0 0,-1 0-1,1 0 1,0 1 0,0-1-1,0 1 1,0 0 0,0 0-1,2 1-59,0 3 35,0 0 1,0 1-1,0 0 0,-1 0 0,0 0 1,0 1-1,0-1 0,-1 1 0,0 0 1,0 0-1,-1 1 0,1-1 0,-1 1 1,-1 0-1,1 0 0,-1 0 0,0 0 1,-1 0-1,0 0 0,0 1 0,0-1 0,-1 0 1,0 1-1,-1-1 0,1 0 0,-1 1-35,1 143 194,-2-149-211,1 0 0,-1 0 1,1 0-1,-1-1 0,0 1 1,1 0-1,-1-1 0,0 1 1,0-1-1,0 0 0,0 1 1,0-1-1,0 0 0,-1 0 1,1-1-1,0 1 0,0 0 1,-1-1-1,1 1 0,-1-1 1,1 0-1,0 0 0,-1 0 0,1 0 1,0 0-1,-1-1 0,1 1 1,-1 0-1,1-1 0,0 0 17,-11 1-134,16-16 171,218 32 131,-105-19-392,-106-18-5906,-10 14 3300,0-7-2279</inkml:trace>
  <inkml:trace contextRef="#ctx0" brushRef="#br0" timeOffset="1065.142">744 122 6569,'0'0'1558,"0"0"1871,0 0-1760,0 0-1086,0 0 328,0 0 316,5 15-27,3 11-799,-7-15-347,1-1-1,-1 1 1,2-1 0,0 1-1,0-1 1,0 0-1,2 0 1,-1-1 0,1 1-1,0-1 1,1 0-1,0 0 1,1-1 0,0 0-1,0 0 1,0-1 0,1 1-1,1-2 1,-1 1-1,1-1 1,0 0 0,0-1-1,0 0 1,1-1-1,0 0 1,0 0 0,4 0-54,-9-3 9,-1 0 1,1 0-1,-1-1 0,1 0 1,0 0-1,-1 0 1,1-1-1,-1 1 0,1-1 1,0 0-1,-1 0 1,0-1-1,1 1 0,-1-1 1,0 0-1,0 0 1,0-1-1,0 1 0,0-1 1,-1 0-1,1 0 1,-1 0-1,1 0 0,-1 0 1,0-1-1,-1 0 1,1 0-1,-1 1 0,1-1 1,-1-1-1,0 1 1,0 0-1,-1 0 0,0-1 1,1 1-1,-1-1 1,-1 1-1,1-1 0,-1-1-9,-1-8 35,-1 1-1,-1 0 1,0-1-1,-1 1 0,-1 1 1,0-1-1,0 1 1,-1-1-1,-1 2 0,0-1 1,0 1-1,-2 0 1,1 0-1,-1 1 0,0 1 1,-1-1-1,-1 1 0,1 1 1,-1 0-1,0 0 1,-1 1-1,0 1 0,0 0 1,-1 1-1,1 0 1,-1 0-1,0 2 0,-6-2-34,-31-2 659,49 43-1118,40 63-2740,-12-54-2251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0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182 447 6065,'0'0'927,"0"0"-504,0 0 77,0 0 1384,0 0-194,0 0-247,-8-4-25,-21-11-374,21 53 2454,9 258 650,8-270-4171,-2-20-8894,-7-6 2699</inkml:trace>
  <inkml:trace contextRef="#ctx0" brushRef="#br0" timeOffset="299.205">11 640 6433,'0'0'4875,"0"0"-2000,0 0-1531,0 0-769,0 0-256,0 0 340,-10-7 865,164-8 596,-74 4-2939,-1 6-4327,-66 5 77</inkml:trace>
  <inkml:trace contextRef="#ctx0" brushRef="#br0" timeOffset="982.41">612 382 5961,'0'0'1117,"0"0"227,0 0 2427,0 0-2026,0 0-913,0 0-417,8-24 354,-4 23-754,0-1 1,-1 1-1,1 0 0,0 0 1,0 0-1,0 0 0,0 1 0,0-1 1,0 1-1,0 0 0,0 1 1,0-1-1,0 1 0,0-1 0,0 1 1,0 0-1,0 1 0,0-1 1,-1 1-1,1-1 0,0 1 1,-1 0-1,0 1 0,1-1 0,-1 0 1,0 1-1,0 0 0,0 0 1,-1 0-1,1 0 0,-1 0 0,1 0 1,-1 1-1,0-1 0,-1 1 1,1 0-1,0-1 0,-1 1 0,0 0 1,0 0-1,0 0 0,0 0 1,-1 0-1,0 0 0,0 4-15,0-2 21,-1 0 0,-1 0-1,1 0 1,-1-1 0,0 1 0,0 0-1,-1-1 1,0 1 0,0-1 0,0 0-1,0 0 1,-1 0 0,0-1-1,0 1 1,0-1 0,-1 0 0,1 0-1,-1 0 1,0-1 0,0 1 0,-1-1-1,1 0 1,0-1 0,-1 0 0,0 1-1,0-2 1,1 1 0,-1-1-1,0 0 1,0 0 0,0 0 0,0-1-1,-3 0-20,9 0 26,0 0 111,35-2-93,-31 1-51,1 0-1,-1 0 0,1 1 1,-1-1-1,1 1 1,0 0-1,-1 1 1,1-1-1,-1 1 1,1 0-1,-1 0 0,1 0 1,-1 1-1,1-1 1,-1 1-1,0 0 1,0 0-1,0 1 1,0-1-1,0 1 0,-1 0 1,1 0-1,-1 0 1,0 0-1,0 1 1,0 0-1,0-1 1,-1 1-1,1 0 0,-1 0 1,0 0-1,0 0 1,0 1-1,-1-1 1,0 1-1,0-1 0,0 1 1,0-1-1,0 3 8,-1-5 20,0 1 0,1-1 0,-1 1 0,0-1 0,0 1 0,-1-1 0,1 1 0,-1-1 0,1 1-1,-1-1 1,0 1 0,0-1 0,0 1 0,0-1 0,0 0 0,0 0 0,0 0 0,-1 0 0,0 0 0,1 0 0,-1 0-1,0 0 1,0 0 0,0-1 0,0 1 0,0-1 0,0 1 0,0-1 0,0 0 0,-1 0 0,1 0 0,-1 0-1,1 0 1,0-1 0,-1 1 0,1-1 0,-1 1 0,0-1 0,1 0 0,-1 0 0,1 0 0,-1-1 0,1 1 0,-3-1-20,-95 5 405,56-4-8038,36 0 4550,2 0-3905</inkml:trace>
  <inkml:trace contextRef="#ctx0" brushRef="#br0" timeOffset="1297.71">488 927 6489,'0'0'1767,"0"0"1645,0 0-2061,0 0-727,0 0 100,23 1 448,176 2 257,-31-6-2506,-155 24-8184,-13-16 6753,0 3 90</inkml:trace>
  <inkml:trace contextRef="#ctx0" brushRef="#br0" timeOffset="1862.364">668 1143 6673,'0'0'1447,"0"0"2140,0 0-1947,0 0-965,0 0-99,0 0 67,16-15 157,51-43-337,-66 56-458,0 0 0,0 1 0,0-1 1,0 1-1,0 0 0,0-1 1,0 1-1,0 0 0,1 0 1,-1 0-1,0 0 0,1 0 1,-1 0-1,1 0 0,-1 0 1,1 0-1,0 1 0,-1-1 1,1 1-1,0-1 0,-1 1 1,1 0-1,0 0 0,-1-1 0,1 1 1,0 0-1,0 0 0,-1 1 1,1-1-1,0 0 0,-1 1 1,1-1-1,0 1 0,-1-1 1,1 1-1,0 0 0,-1 0 1,1-1-1,-1 1 0,0 0 1,1 1-1,-1-1 0,0 0 1,1 0-1,-1 0 0,0 1 0,0-1 1,0 1-1,0-1 0,0 1 1,0 0-6,9 75-77,-10-74 88,2 12-169,-1 0 1,-1 1-1,-1-1 1,0 1-1,0-1 1,-2 0-1,0 0 1,-1 0-1,0 0 1,-1 0-1,-1-1 1,0 0-1,-1 0 1,0 0-1,-1-1 1,-1 0-1,0-1 1,-9 10 157,15-20 68,-1 0 1,0 0 0,1-1 0,-1 1 0,0-1 0,0 0 0,0 0-1,0 0 1,0 0 0,0-1 0,0 0 0,0 1 0,0-1 0,0-1-1,0 1 1,0-1 0,0 1 0,0-1 0,0 0 0,0-1 0,0 1-1,1-1 1,-1 0 0,0 0 0,1 0 0,0 0 0,-1 0-1,1-1 1,0 1 0,0-1 0,0 0 0,1 0 0,-1 0 0,1 0-1,-2-3-68,51-6 359,13 10-37,-1-3 0,0-2-1,0-3 1,0-2 0,21-9-322,-38-2-472,-20 0-3513,-13 4-3720</inkml:trace>
  <inkml:trace contextRef="#ctx0" brushRef="#br0" timeOffset="2718.264">1274 638 6465,'0'0'706,"0"0"319,0 0 2364,0 0-1310,0 0-1244,0 0 53,-2 5 167,-9 41 2874,12-48-3906,-1 1-1,0 0 1,0-1 0,1 1 0,-1 0-1,0-1 1,-1 1 0,1 0 0,0-1-1,0 1 1,0 0 0,-1-1-1,1 1 1,-1 0 0,1 0 0,-1-1-1,1 1 1,-1 0 0,0 0-1,0 0 1,1 0 0,-1 0 0,0 0-1,0 0 1,0 0 0,0 0-1,0 0 1,0 1 0,-1-1 0,1 0-1,0 1 1,0-1 0,0 1 0,-1-1-1,1 1 1,0-1 0,-1 1-1,1 0 1,0 0 0,-1 0 0,1 0-1,0 0 1,-1 0 0,1 0-1,0 0 1,-1 0 0,1 1 0,0-1-1,-1 0 1,1 1 0,0-1-1,0 1 1,0 0 0,-1 0-23,0 0-7,0 0 0,0 1 0,0-1 1,1 1-1,-1 0 0,1-1 0,-1 1 0,1 0 0,-1 0 1,1 0-1,0 0 0,0 0 0,0 0 0,0 0 0,0 1 1,1-1-1,-1 0 0,1 0 0,-1 1 0,1-1 0,0 0 1,0 1-1,0-1 0,0 0 0,0 1 0,1-1 0,-1 0 1,1 1-1,-1-1 0,1 0 0,0 0 0,0 0 0,0 1 1,0-1-1,0 0 0,0 0 0,1-1 0,-1 1 0,1 0 1,-1 0-1,1-1 0,0 1 0,0-1 0,-1 1 0,1-1 1,0 0-1,0 1 0,2-1 7,-3-1 14,1 1-1,-1-1 1,1 0 0,0 0-1,0 0 1,-1 0 0,1 0-1,0 0 1,-1 0 0,1 0 0,0-1-1,-1 1 1,1-1 0,-1 1-1,1-1 1,0 0 0,-1 0-1,1 0 1,-1 1 0,0-1-1,1-1 1,-1 1 0,0 0 0,0 0-1,0 0 1,1-1 0,-1 1-1,-1 0 1,1-1 0,0 1-1,0-1 1,0 1 0,-1-1-1,1 0 1,-1 1 0,1-1 0,-1 1-1,0-1 1,1 0 0,-1 0-1,0 1 1,0-1 0,0 0-1,-1 1 1,1-1 0,0 0-1,-1 1 1,1-1 0,-1 0 0,1 1-1,-1-1 1,0 1 0,1-1-1,-1 1 1,0-1 0,-1 0-14,-32-25-2009,33 27 750,5 9-4591,7-2 261</inkml:trace>
  <inkml:trace contextRef="#ctx0" brushRef="#br0" timeOffset="3250.335">1467 493 5401,'0'0'2215,"0"0"2889,0 0-2437,0 0-1697,0 0-582,0 0-295,5-8-5,-4 5-86,1 0 0,0 0-1,1 0 1,-1 0-1,0 0 1,1 0 0,0 1-1,0-1 1,-1 1 0,2 0-1,-1 0 1,0 0 0,0 0-1,1 0 1,-1 1 0,0 0-1,1-1 1,0 1-1,-1 0 1,1 1 0,0-1-1,-1 1 1,1 0 0,0-1-1,0 2 1,2-1-2,-3-1 4,0 1 0,0-1 1,0 1-1,1-1 0,-1 1 0,0 0 1,1 0-1,-1 1 0,0-1 1,0 1-1,1 0 0,-1-1 0,0 1 1,0 1-1,0-1 0,0 0 0,0 1 1,0 0-1,-1-1 0,1 1 0,0 0 1,-1 0-1,1 1 0,-1-1 0,0 0 1,0 1-1,0 0 0,0-1 0,0 1 1,-1 0-1,1 0 0,-1 0 0,0 0 1,0 0-1,0 0 0,0 0 0,0 1 1,-1-1-1,1 0 0,-1 0 0,0 1 1,0 1-5,1 17 27,-2 0 1,0-1 0,-1 1-1,-2 0 1,0-1 0,-1 0 0,-1 0-1,-1 0 1,-1-1 0,-1 0-1,0 0 1,-2-1 0,0 0-1,-1-1 1,-1-1 0,0 0-1,-6 4-27,20-22 11,-1 1 0,0-1 0,0 0 0,0 1 0,0-1 0,0 0 0,0 1 0,0-1 0,0 0 0,0 1 0,0-1 0,0 0 0,0 0 0,0 1 0,-1-1 0,1 1 0,0-1 0,0 0 0,-1 1 0,1-1 0,0 0 0,-1 1 0,1-1 0,-1 1 0,1-1 0,-1 1 0,1-1 0,-1 1 0,1 0 0,-1-1 0,1 1 0,-1-1 0,0 1 0,1 0 0,-1 0 0,0-1 0,1 1 0,-1 0 0,0 0 0,1 0 0,-1 0 0,0 0-1,1 0 1,-1 0 0,0 0 0,1 0 0,-1 0 0,0 0 0,1 0 0,-1 0 0,0 1 0,1-1 0,-1 0 0,0 0 0,1 1 0,-1-1 0,1 0 0,-1 1 0,1-1 0,-1 1 0,0-1 0,1 1 0,0-1 0,-1 1 0,1-1 0,-1 1 0,1-1 0,0 1 0,-1 0-11,1-54 203,1 49-204,0 0 0,0 0 0,1 0 0,-1 0 0,1 1 0,0-1 1,1 0-1,-1 1 0,0 0 0,1-1 0,0 1 0,0 0 0,0 0 0,0 1 1,0-1-1,1 1 0,-1-1 0,1 1 0,0 0 0,-1 0 0,1 1 1,0-1-1,0 1 0,0 0 0,0 0 0,0 0 0,0 0 0,1 1 0,-1 0 1,0 0-1,0 0 0,0 0 0,0 0 0,1 1 0,-1 0 0,0 0 0,0 0 1,0 1-1,0-1 0,-1 1 0,1 0 0,0 0 0,-1 0 0,1 0 1,-1 1-1,1 0 1,-1 1 16,-1 0-15,-1-1 1,1 1-1,0-1 0,0 0 0,0 1 0,1-1 0,-1 0 0,1-1 0,0 1 0,0 0 1,-1-1-1,2 1 0,-1-1 0,0 0 0,0 0 0,1 0 0,-1-1 0,1 1 0,-1-1 1,1 0-1,0 0 0,0 0 0,-1 0 0,1-1 0,0 0 0,0 1 0,0-1 0,0-1 1,0 1-1,-1 0 0,1-1 0,0 0 0,3-1-1,27-18-1739,-2-7-3952,-6-2-4527</inkml:trace>
  <inkml:trace contextRef="#ctx0" brushRef="#br0" timeOffset="3595.803">1906 509 6281,'0'0'7006,"0"0"-4036,0 0-1338,-7 23-537,-23 77 136,28-96-1176,0 0 1,-1 0-1,1 0 0,1 1 1,-1-1-1,1 0 0,-1 1 1,1-1-1,1 1 0,-1-1 0,1 1 1,-1 0-1,1-1 0,1 1 1,-1 0-1,1-1 0,-1 1 1,1-1-1,1 1 0,-1-1 1,1 1-1,-1-1 0,1 0 1,1 0-1,-1 0 0,0 0 1,1 0-1,0 0 0,0-1 1,0 1-1,0-1 0,1 0 1,-1 0-1,1 0 0,0-1 0,0 1 1,0-1-1,0 0 0,0 0 1,0 0-1,1 0 0,-1-1 1,0 0-1,1 0 0,0 0 1,-1 0-1,1-1 0,-1 0 1,1 0-1,0 0 0,-1 0 1,3-1-56,0 1-29,-1 1 1,1-1 0,0-1-1,0 1 1,-1-1 0,1 0-1,0-1 1,-1 1 0,0-1-1,1 0 1,-1-1 0,0 0-1,0 0 1,0 0 0,0-1-1,-1 0 1,1 0 0,-1 0-1,0-1 1,0 1-1,-1-1 1,1 0 0,-1-1-1,0 1 1,-1-1 0,1 0-1,-1 0 1,0 0 0,-1 0-1,1 0 1,-1-1 0,0-4 28,0 2-40,-1 1 1,-1-1 0,1 0-1,-2 1 1,1-1 0,-1 0-1,0 1 1,-1-1 0,0 1-1,0-1 1,-1 1 0,0 0-1,-1 0 1,0 0 0,0 1-1,0-1 1,-1 1 0,0 0-1,-1 0 1,1 0 0,-1 1-1,-1 0 1,1 0 0,-1 1-1,0 0 1,0 0-1,-1 0 1,1 1 0,-1 0-1,0 1 1,0 0 0,0 0-1,-1 0 1,1 1 0,-1 0-1,-3 1 40,-110-6 897,119 7-906,0 1-1,1-1 1,-1 1-1,1-1 1,-1 1-1,1 0 1,-1 0-1,1 0 1,-1 1-1,1-1 0,0 0 1,0 1-1,0 0 1,0-1-1,0 1 1,0 0-1,0 0 1,1 0-1,-1 0 1,0 0-1,1 1 1,0-1-1,0 0 1,-1 1-1,2-1 0,-1 1 1,0-1-1,0 1 1,1-1-1,-1 1 1,1-1-1,0 1 1,0 0-1,0-1 1,0 1-1,0 0 1,0-1-1,1 1 1,0-1-1,-1 1 0,1-1 1,0 1-1,0-1 1,0 1 9,60 69-4928,-20-51-756</inkml:trace>
  <inkml:trace contextRef="#ctx0" brushRef="#br0" timeOffset="4263.349">2213 56 6649,'0'0'2852,"0"0"1187,0 0-2153,0 0-1159,0 0 14,0 0 75,-3-6-143,2 5-671,0 0 0,1-1 0,-1 1 0,1 0 1,-1-1-1,1 1 0,0 0 0,-1-1 0,1 1 0,0-1 1,0 1-1,0-1 0,0 1 0,0-1 0,0 1 1,1 0-1,-1-1 0,0 1 0,1-1 0,-1 1 0,1 0 1,0-1-1,-1 1 0,1 0 0,0 0 0,0 0 1,0-1-1,0 1 0,0 0 0,0 0 0,0 0 1,0 0-1,0 1 0,0-1 0,0 0 0,1 0 0,-1 1 1,0-1-1,1 1 0,-1-1 0,0 1 0,1-1 1,-1 1-1,1 0 0,-1 0 0,0 0 0,1-1 0,-1 1 1,1 1-1,-1-1 0,1 0 0,-1 0 0,0 1 1,1-1-1,-1 0 0,1 1 0,-1-1 0,0 1 1,0 0-1,1 0 0,-1 0-2,4 1 39,0 1 0,0 0 0,-1 0 0,0 1 0,1-1 0,-1 1 0,-1 0 0,1 0 0,0 0 0,-1 1-1,0-1 1,0 1 0,0 0 0,-1 0 0,0 0 0,1 0 0,-2 0 0,1 0 0,-1 1 0,0-1 0,0 1 0,0-1 0,-1 1 0,1-1 0,-1 1 0,-1-1 0,1 1 0,-1-1 0,0 0 0,0 1 0,-1-1 0,1 0 0,-3 5-39,-37 101 978,43-107-943,0 0 0,1 0 0,-1 0 0,1-1 0,0 1 0,0-1 0,1 0 0,-1 0 0,0 0 0,1 0 0,0-1 0,0 1 0,0-1-1,0 0 1,0 0 0,0-1 0,0 1 0,1-1 0,-1 0 0,1 0 0,-1 0 0,1-1 0,-1 1 0,1-1 0,-1 0 0,1 0 0,-1-1-1,1 0 1,-1 1 0,1-2 0,-1 1 0,0 0 0,1-1 0,-1 0 0,0 0 0,0 0 0,0 0 0,0-1 0,-1 1 0,1-1 0,-1 0-1,3-2-34,-1 5-4917,-3 0-1667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1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12 6281,'0'0'838,"0"0"-529,0 0-13,0 0 809,0 0 934,0 0-824,-8 14-488,9-11 2338,79-1-2182,-44 1-625,-1-2 1,1-2-1,-1-1 0,1-2 1,-1-1-1,7-4-258,-67 12 4502,-25-4-4184,11-1-242,-307-11 96,731 79-290,-473-61 452,-7-1-1710,36-7-5795,38-3-2137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20.21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1824 1235 7394,'0'0'177,"0"0"638,0 0 2345,0 0-1119,0 0-984,0 0-330,0 0 323,-3 4 5814,3-3-6847,0 0 0,0 0 0,-1 0-1,1 0 1,0 0 0,0 0 0,-1 0 0,1-1 0,-1 1 0,1 0 0,-1 0-1,1 0 1,-1-1 0,1 1 0,-1 0 0,0-1 0,1 1 0,-1 0 0,0-1 0,0 1-1,0-1 1,1 1 0,-1-1 0,0 0 0,0 1 0,0-1 0,0 0 0,0 1-1,0-1 1,0 0 0,0 0 0,1 0 0,-1 0 0,0 0 0,0 0 0,0 0-1,0 0 1,0 0 0,0-1 0,0 1 0,0 0 0,0 0 0,0-1 0,1 1-1,-1-1 1,0 1 0,0-1 0,0 1 0,1-1 0,-1 0 0,0 1 0,1-1-1,-1 0 1,0 1 0,1-1 0,-1 0 0,1 0 0,-1 0-17,0 2 0,0 1 0,0 0 0,0 0 0,0 0-1,0 0 1,0 0 0,1 0 0,-1 0 0,1 0 0,-1 0 0,1 0 0,0 0 0,0 0 0,0 0 0,0 0 0,0 0 0,0 0-1,0 0 1,1 0 0,-1 0 0,1 0 0,0 0 0,0 0 0,-1 0 0,1 0 0,0 0 0,1-1 0,-1 1 0,0 0 0,0-1-1,1 1 1,-1-1 0,1 1 0,-1-1 0,1 0 0,0 1 0,-1-1 0,1 0 0,0 0 0,0 0 0,0-1 0,0 1 0,0 0 0,0-1-1,0 1 1,0-1 0,0 0 0,0 1 0,0-1 0,0 0 0,0 0 0,0-1 0,1 1 0,0-4-5,0 0 1,0 0 0,-1 0-1,0 0 1,0 0-1,0 0 1,0-1-1,-1 1 1,1-1 0,-1 0-1,0 1 1,-1-1-1,1 0 1,-1 1-1,0-1 1,0 0 0,-1 0-1,1 1 1,-1-1-1,0 0 1,0 1-1,-1-2 5,2 7 2,0-1-1,-1 1 0,1 0 1,0 0-1,0 0 0,-1-1 0,1 1 1,-1 0-1,1 0 0,0-1 1,-1 1-1,0-1 0,1 1 0,-1 0 1,1-1-1,-1 1 0,0-1 0,1 1 1,-1-1-1,0 1 0,1-1 1,-1 0-1,0 1 0,0-1 0,0 0 1,1 0-1,-1 1 0,0-1 0,0 0 1,0 0-1,0 0 0,1 0 1,-1 0-1,0 0 0,0 0 0,0 0 1,1-1-1,-1 1 0,0 0 1,0 0-1,0-1 0,1 1 0,-1 0 1,0-1-1,0 1 0,1-1 0,-1 1 1,1-1-1,-1 1 0,0-1 1,1 0-1,-1 1 0,1-1 0,-1 0 1,1 1-1,-1-1 0,1 0 0,0 0 1,-1 1-1,1-1 0,0 0 1,0 0-1,-1 0 0,1 1 0,0-1 1,0 0-1,0 0 0,0 0 0,0 0 0,-3 37-1534,6-26-1802,5-3-3312,8-4-4457</inkml:trace>
  <inkml:trace contextRef="#ctx0" brushRef="#br0" timeOffset="465.737">2261 1004 2529,'0'0'9520,"0"0"-6127,0 0-2405,0 0-504,0 0 447,-6 18-208,5-14-690,-4 7 85,1 0 0,0 0 0,1 0-1,1 0 1,-1 1 0,2-1 0,0 1 0,0-1 0,1 1 0,0 0-1,1-1 1,0 1 0,1-1 0,0 1 0,1-1 0,1 0-1,3 9-117,-3-13 47,0 0 1,0 0-1,1-1 0,-1 0 0,2 0 0,-1 0 0,1 0 0,0-1 0,0 0 0,0 0 0,1 0 0,-1-1 0,1 0 0,0 0 0,1-1 1,-1 0-1,0 0 0,1-1 0,0 0 0,0 0 0,-1-1 0,1 0 0,0 0 0,0-1 0,0 0 0,0 0 0,5-2-47,-8-2 16,1 0-1,0 0 0,-1-1 0,0 0 0,0 0 0,0 0 0,-1 0 1,1-1-1,-1 0 0,-1 0 0,1 0 0,-1 0 0,0-1 1,-1 1-1,1-1 0,-1 0 0,0 0 0,-1 0 0,0 0 1,0 0-1,-1 0 0,1 0 0,-1 0 0,-1 0 0,0 0 1,0 0-1,0-1-15,2-2 42,-1 0 0,0 0 0,-1 0 1,0 0-1,-1 0 0,0 0 0,0 0 0,-1 1 0,0-1 1,-1 1-1,0-1 0,-1 1 0,0 1 0,0-1 1,-1 1-1,0 0 0,0 0 0,-1 0 0,0 1 1,0 0-1,0 0 0,-5-2-42,5 4-35,-1-1 0,0 1 0,0 1 0,0-1 0,-1 1 0,1 1 0,-1 0 0,0 0 0,0 1 0,0 0-1,0 0 1,0 1 0,0 0 0,-1 1 0,1 0 0,0 0 0,-1 1 0,-7 1 35,-1 54-3937,24-17-3348,5-16-3651</inkml:trace>
  <inkml:trace contextRef="#ctx0" brushRef="#br0" timeOffset="954.377">3225 886 6241,'0'0'7367,"0"0"-4250,0 0-1863,-2 19-232,-12 304 3761,33-272-4770,-3-35-2403,-15-16-301,-1 0-1801,0 0-1546</inkml:trace>
  <inkml:trace contextRef="#ctx0" brushRef="#br0" timeOffset="1203.344">3079 1160 4233,'0'0'2760,"0"0"-2151,0 0 3888,0 0-3681,0 0 184,0 0 32,0 0 264,97-20-319,-55 17-361,2 1-192,6 0-256,2 2-160,-1-2-8,11-9-16,-15 4-2969,-10-4-10586</inkml:trace>
  <inkml:trace contextRef="#ctx0" brushRef="#br0" timeOffset="-6214.292">309 728 6513,'0'0'802,"0"0"-602,0 0-153,0 0 383,0 0 1437,10-20-592,54-133 196,-62 111-558,-2 41-825,1 0 1,-1 1-1,0-1 1,0 0-1,0 1 1,0-1-1,-1 0 1,1 0-1,0 1 1,0-1-1,0 1 1,0-1-1,-1 0 0,1 1 1,0-1-1,-1 0 1,1 1-1,0-1 1,-1 1-1,1-1 1,-1 1-1,1-1 1,-1 1-1,1-1 1,-1 1-1,1 0 1,-1-1-1,1 1 1,-1 0-1,1-1 1,-1 1-1,0 0 0,1 0 1,-1-1-1,0 1 1,1 0-1,-1 0 1,0 0-1,1 0 1,-1 0-1,0 0 1,1 0-1,-1 0 1,0 0-1,1 0 1,-1 0-1,0 1 1,1-1-1,-1 0 1,0 0-1,1 1 0,-1-1 1,1 0-1,-1 1 1,1-1-1,-1 1 1,1-1-1,-1 1 1,1-1-1,-1 1 1,0 0-89,-114 166 2322,76-91-1814,3 2 1,3 1-1,4 1 1,4 2-1,3 1 1,-10 80-509,21-88 287,3 1-1,3 0 1,4 0 0,5 31-287,2-80 107,2 1 1,0-1 0,2 0-1,1-1 1,1 0-1,1-1 1,2 0-1,0-1 1,2-1 0,0 0-1,1-2 1,2 0-1,0-1 1,1-1-1,1 0 1,1-2 0,0-1-1,1-1 1,1 0-1,0-2 1,20 7-108,-14-3 57,2 0 0,0-3 1,1 0-1,0-2 0,1-2 0,0-1 0,0-2 1,1-1-1,31 1-57,-67-7 1,0 0-30,-29 0-1080,20 0 407,-27-4-3344,20-12-6407,12 5-658</inkml:trace>
  <inkml:trace contextRef="#ctx0" brushRef="#br0" timeOffset="-1635.578">331 1360 6305,'0'0'1313,"0"0"1365,0 0-163,0 0-624,0 0-638,0 0-599,5-24 1128,47-41-1681,49-90 107,-90 120-186,-4 15 116,-5 53 218,-26 400 3506,23-431-3866,0 1 0,0 0 0,1 0 1,0-1-1,-1 1 0,1 0 0,0 0 0,0 0 0,1-1 0,-1 1 0,0 0 0,1 0 0,0-1 0,0 1 0,0 0 0,0-1 0,0 1 0,0-1 0,1 1 0,-1-1 1,1 0-1,-1 1 0,1-1 0,0 0 0,0 0 0,0 0 0,0-1 0,0 1 0,1 0 0,-1-1 0,1 1 0,-1-1 0,1 0 0,-1 0 0,1 0 0,-1 0 1,1 0-1,0-1 0,0 1 0,-1-1 0,1 0 0,0 0 0,0 0 0,1 0 4,21-26-2825,0-68-10765,-23 77 11224,3-11 651</inkml:trace>
  <inkml:trace contextRef="#ctx0" brushRef="#br0" timeOffset="-1012.962">823 1089 6689,'0'0'3896,"0"0"-1508,0 0-995,0 0-348,0 0-281,0 0 126,-6-8 52,-19-22-712,19 23-110,42 62 42,165 316 975,-203-370-1164,0 1 0,1-1 0,-1 0 0,0 0 0,0 0 0,0 0-1,0 0 1,0 0 0,-1 0 0,1-1 0,0 1 0,0-1 0,0 0 0,-1 1-1,1-1 1,0 0 0,-1 0 0,1 0 0,0-1 0,0 1 0,0-1 0,-1 1 0,1-1-1,0 0 1,0 1 0,0-1 0,-1-1 27,-197-76 73,199 77-50,1 0-1,-1 0 0,1 0 0,-1 0 0,1-1 0,0 1 1,-1 0-1,1 0 0,0-1 0,0 1 0,0 0 0,0 0 1,0-1-1,0 1 0,0 0 0,0 0 0,0-1 0,1 1 0,-1 0 1,0 0-1,1 0 0,-1-1 0,1 1 0,0 0 0,-1 0 1,1 0-1,0 0 0,-1 0 0,1 0 0,0 0 0,0 0 1,0 1-1,0-1 0,0 0 0,0 0 0,0 1 0,0-1 1,0 1-1,1-1 0,-1 1 0,0-1 0,0 1 0,0 0 1,1-1-1,-1 1 0,0 0 0,0 0 0,1 0 0,-1 0 1,0 0-1,0 0 0,1 0 0,-1 1 0,0-1 0,1 1-22,8-5 78,5-2-71,-4 4-5,0 0 0,0-1 0,0-1 1,-1 0-1,1 0 0,-1-1 0,0 0 1,0-1-1,-1 0 0,0 0 0,0-1 0,0 0 1,-1-1-1,0 0 0,-1 0 0,0-1 1,0 0-1,0 0 0,-1-1 0,-1 0 0,0 0 1,0 0-1,-1 0 0,0-1 0,1-5-2,-6 8 8,-1 0 0,1 1 0,-1-1 0,-1 0 0,1 0 0,-1 1-1,-1 0 1,0-1 0,1 1 0,-2 1 0,1-1 0,-1 1 0,0-1-1,-1 1 1,1 1 0,-1-1 0,-1 1 0,1 0 0,-1 0 0,1 1-1,-1 0 1,0 0 0,-1 1 0,1-1 0,-1 2 0,1-1 0,-1 1-1,-6-1-7,12 2-23,0 1-1,-1-1 0,1 1 1,0-1-1,-1 1 0,1 0 1,0 0-1,-1 0 0,1 0 0,0 1 1,-1-1-1,1 0 0,0 1 1,0 0-1,-1-1 0,1 1 1,0 0-1,0 0 0,0 0 0,0 1 1,0-1-1,0 0 0,0 1 1,1-1-1,-1 1 0,0 0 1,1 0-1,-1-1 0,1 1 0,0 0 1,-1 0-1,1 0 0,0 0 1,0 1-1,1-1 0,-1 0 1,0 0-1,1 0 0,-1 1 0,1-1 1,0 0-1,0 1 0,0-1 1,0 0-1,0 1 0,0-1 1,0 0-1,1 1 0,0-1 0,-1 0 1,1 0-1,0 1 0,0-1 1,0 1 23,-1 0-98,1 3-273,-1 1 0,1-1 0,0 0 0,1 1 0,0-1 0,0 0 0,0 0 0,0 0 0,1 0 0,0 0-1,0-1 1,1 1 0,0-1 0,0 0 0,0 0 0,0 0 0,1 0 0,0-1 0,0 0 371,25 19-4467</inkml:trace>
  <inkml:trace contextRef="#ctx0" brushRef="#br0" timeOffset="-613.031">1209 1133 6913,'0'0'6383,"0"0"-3577,0 0-1963,0 0-306,-4 20 684,2-10-1038,-13 139 1888,15-143-2040,1-1 0,-1 0 0,1 0 0,0 0 0,0-1-1,0 1 1,0 0 0,1 0 0,0 0 0,0-1 0,0 1 0,1-1 0,0 0 0,0 0 0,0 0 0,0 0 0,0 0-1,1 0 1,-1-1 0,1 0 0,0 0 0,0 0 0,1 0 0,-1-1 0,0 1 0,1-1 0,0 0 0,-1 0 0,1-1-1,0 0 1,4 1-31,-4-1-4,-1 0-1,1 0 1,0-1-1,-1 0 1,1 0-1,0 0 1,-1-1-1,1 1 1,-1-1-1,1 0 0,0 0 1,-1-1-1,0 0 1,1 1-1,-1-1 1,0-1-1,0 1 1,0 0-1,0-1 1,-1 0-1,1 0 1,-1 0-1,0-1 1,1 1-1,-2-1 0,1 1 1,0-1-1,-1 0 1,1 0-1,-1 0 1,0-1-1,-1 1 1,1 0-1,-1-1 1,0 1-1,0-1 1,0 1-1,0-1 0,-1 0 1,0 1-1,0-1 1,0 0-1,0 1 1,-1-1-1,-1-2 5,4-8-31,-2 0 0,0 0 0,-1 0 0,0 0-1,-1 0 1,-1 1 0,0-1 0,-1 1 0,-1 0 0,0 0-1,-1 0 1,0 0 0,-1 1 0,0 0 0,-1 1-1,-1-1 1,0 2 0,-1-1 0,0 1 0,-1 1 0,-9-8 30,17 16 9,1-1-1,-1 1 0,0 0 0,0 1 0,1-1 0,-1 0 0,0 1 0,-1 0 0,1 0 0,0 0 0,0 0 0,0 0 0,-1 0 0,1 1 1,0 0-1,-1 0 0,1 0 0,0 0 0,-1 0 0,1 0 0,0 1 0,-1 0 0,1 0 0,0 0 0,0 0 0,0 0 0,-1 0 0,2 1 1,-1 0-1,0-1 0,0 1 0,0 0 0,1 1 0,-1-1 0,1 0 0,0 1 0,0-1 0,-1 1 0,2 0 0,-2 1-7,-50 128-1503,51-125 1146,1 0-1,0 0 1,0-1-1,1 1 1,0 0-1,0 0 1,0 0-1,1 0 1,0 0-1,0 0 1,1-1 0,0 1-1,0 0 1,1-1-1,0 0 1,0 0-1,0 1 1,1-2-1,0 1 1,0 0-1,4 3 358,27 18-5472</inkml:trace>
  <inkml:trace contextRef="#ctx0" brushRef="#br0" timeOffset="1788.601">3786 826 8210,'0'0'1149,"0"0"1460,0 0-921,0 0-672,0 0-271,0 0 23,3-9 152,-3 6-889,1 0 0,0 1 0,0-1-1,0 0 1,0 0 0,1 1 0,-1-1 0,1 0 0,-1 1 0,1-1 0,0 1 0,0 0-1,0 0 1,1 0 0,-1 0 0,0 0 0,1 0 0,-1 1 0,1-1 0,0 1-1,-1-1 1,1 1 0,0 0 0,0 0 0,0 0 0,0 1 0,0-1 0,0 1-1,0 0 1,0-1 0,0 1 0,0 0 0,0 1-31,177-8 252,-178 8-242,-1 0 1,1 0-1,-1 0 1,0 0-1,1 0 1,-1 0-1,0 0 1,1 0-1,-1 1 1,0-1-1,0 1 1,0-1-1,0 1 1,0-1-1,0 1 1,-1-1-1,1 1 1,-1 0-1,1-1 1,-1 1-1,1 0 1,-1 0-1,0-1 1,0 1-1,0 0 1,0 0-1,0-1 1,0 1-1,0 0 1,-1 0-1,1-1 1,0 1-1,-1 0 1,0-1-1,1 1 1,-1 0-1,0-1 1,0 1-1,0-1 1,0 1-1,0-1 1,0 0-1,0 1 1,-1-1 0,1 0-1,0 0 1,-1 0-1,0 0-10,-119 90 1860,251-85-2830,-126-5 957,-1 1 0,1 1 1,-1-1-1,0 0 1,1 1-1,-1 0 0,0 0 1,-1 0-1,1 0 1,0 0-1,-1 0 0,0 1 1,0-1-1,0 1 0,0 0 1,0-1-1,-1 1 1,0 0-1,0 0 0,0 0 1,0 0-1,0 0 1,-1 0-1,0 0 0,0 0 1,0 0-1,0 1 1,-1-1-1,1 0 0,-1 0 1,-1 2 12,-2-1 151,0 0 1,-1 0 0,0-1-1,0 1 1,0-1 0,0 0-1,-1-1 1,0 1 0,1-1-1,-1 0 1,0-1-1,-1 0 1,1 0 0,0 0-1,-1 0 1,1-1 0,-3 0-152,-2 2 6,-27 9-657,5-1-3538,10-5-5071,12-4 1397</inkml:trace>
  <inkml:trace contextRef="#ctx0" brushRef="#br0" timeOffset="2104.151">3779 1309 6545,'0'0'7806,"0"0"-4631,0 0-2226,0 0-163,0 0 112,0 0 41,2-2-518,141-5-174,34-1-295,-103 4-3555,-71 4 2506,14-1-1297,-12-1-1209,-4-1-3353,-1 1 5396</inkml:trace>
  <inkml:trace contextRef="#ctx0" brushRef="#br0" timeOffset="2667.399">3769 1500 8034,'0'0'1412,"0"0"1845,0 0-1364,0 0-1151,0 0-466,0 0 35,19-6 497,152-36-93,-89 39-647,-79 5-70,0 1 1,-1 0-1,0 0 0,0 0 1,0 0-1,0 0 0,0 1 1,-1-1-1,1 0 1,-1 1-1,0-1 0,0 1 1,0 0-1,-1-1 0,1 1 1,-1 0-1,0-1 1,0 1-1,0 0 0,0-1 1,-1 1-1,0 0 1,1-1-1,-1 1 0,-1-1 1,1 1-1,0-1 0,-1 1 1,0-1-1,0 0 1,0 0-1,0 0 0,-1 1 2,-8 12-176,-2-1-1,0 0 0,0-1 1,-1 0-1,-1-1 1,0-1-1,-1 0 0,0-1 1,-1-1-1,0-1 0,-9 4 177,28-13-8,-1 0 1,0 1-1,0-1 0,0 1 0,0-1 0,0 1 0,0 0 1,0-1-1,0 1 0,0 0 0,-1 0 0,1 0 0,0-1 1,0 1-1,-1 0 0,1 0 0,0 0 0,-1 0 0,1 0 1,-1 1-1,1-1 0,-1 0 0,0 0 0,1 0 0,-1 0 1,0 0-1,0 1 0,0-1 0,0 0 0,0 0 0,0 0 1,0 0-1,0 1 0,-1-1 0,1 0 0,0 0 0,-1 0 0,1 0 1,0 0-1,-1 0 0,0 0 0,1 0 0,-1 0 0,0 0 1,1 0-1,-1 0 0,0 0 0,0 0 0,0-1 0,0 1 1,0 0-1,0 0 0,0-1 0,0 1 0,0-1 0,0 1 1,0-1 7,22 4 165,0-2 0,0 0 1,0-2-1,0 0 1,0-1-1,0-1 0,0-1 1,0-1-1,-1-1 0,0 0 1,1-2-166,68-54-1602,-61 30-2622,-2-1-3241</inkml:trace>
  <inkml:trace contextRef="#ctx0" brushRef="#br0" timeOffset="3762.942">4468 822 6265,'0'0'1605,"0"0"1907,0 0-1933,-3 23-310,-2 7-1003,-5 31 940,3 0 0,2 1-1,3 0 1,4 30-1206,-2-88 12,1 0 0,0 0 0,0 0 0,0 0 0,0 0 1,1-1-1,0 1 0,-1-1 0,1 1 0,1-1 0,-1 0 0,0 1 1,1-1-1,0 0 0,-1-1 0,1 1 0,0 0 0,0-1 0,1 0 1,-1 0-1,1 0 0,-1 0 0,1 0 0,-1 0 0,1-1 0,0 0 1,0 0-1,0 0 0,0 0 0,0-1 0,0 0 0,0 1 0,0-1 0,-1-1 1,1 1-1,0 0 0,0-1 0,0 0 0,0 0 0,0 0 0,0-1 1,-1 1-1,1-1 0,-1 0 0,1 0 0,-1 0 0,1 0 0,-1 0 1,0-1-13,4-9-8,-1 1 0,1-1 0,-2 0 0,0-1 0,0 0-1,-2 1 1,1-1 0,-2-1 0,1 1 0,-2 0 0,0-1 0,0 1 0,-1 0 0,-1-1 0,-2-12 8,2-19-13,2 39 30,-1 1 0,0-1 0,1 0 0,-2 0 0,1 0 0,-1 0 0,0 0 0,0 1 0,0-1 0,-1 0 0,0 1 0,0-1 0,0 1 0,-1 0 0,0-1 0,0 1-1,0 0 1,-1 1 0,0-1 0,1 1 0,-2 0 0,1 0 0,0 0 0,-1 0 0,0 1 0,0-1 0,0 1 0,0 0-17,-1 6-69,1 0 0,0 0 0,0 0 0,0 1 0,0-1 1,1 1-1,-1 0 0,1 1 0,0-1 0,0 1 0,1 0 0,0-1 0,-1 2 0,2-1 0,-1 0 1,0 1-1,1-1 0,0 1 0,1 0 0,-1-1 0,1 1 0,0 0 0,0 0 0,1 1 69,-1-4-70,1-2-116,-1 0-1,1 1 0,-1-1 1,1 0-1,-1 1 0,1-1 1,0 1-1,0-1 0,0 0 1,0 1-1,0-1 0,0 1 0,0-1 1,0 1-1,0-1 0,1 1 1,-1-1-1,0 0 0,1 1 1,0-1-1,-1 0 0,1 1 1,0-1-1,-1 0 0,1 0 0,0 0 1,0 0-1,0 0 0,0 0 1,0 0-1,0 0 0,0 0 1,1 0-1,-1 0 0,0-1 1,0 1-1,2 0 187,18 0-6079</inkml:trace>
  <inkml:trace contextRef="#ctx0" brushRef="#br0" timeOffset="4320.741">4634 415 6249,'0'0'1749,"0"0"2146,0 0-1561,0 0-1103,0 0-422,0 0-134,-2-3 47,5-1-692,-1 1-1,1 0 1,0 0 0,0 1 0,1-1 0,-1 1 0,0-1-1,1 1 1,-1 0 0,1 0 0,0 1 0,0-1 0,0 1-1,0 0 1,0 0 0,0 0 0,0 0 0,0 1 0,0-1-1,0 1 1,0 0 0,0 1 0,1-1 0,-1 1 0,0-1-1,0 1 1,4 2-30,1 59 579,-101 106 567,92-166-1141,-1 0 1,1 0-1,1 0 1,-1 0-1,0 0 1,0 0-1,1 0 1,-1 0-1,1-1 1,-1 1-1,1 0 1,0 0-1,0-1 1,0 1-1,0 0 1,0-1-1,0 1 1,0-1-1,1 1 1,-1-1-1,1 1 1,-1-1-1,1 0 1,-1 0-1,1 0 1,-1 0-1,1 0 1,0 0-1,0 0 1,0-1-1,-1 1 1,1-1-1,0 1 1,0-1-1,0 0 1,0 1 0,0-1-1,0 0 1,2-1-6,93 6 246,-82-5-233,-14 1-196,0 0-1,0 0 0,-1-1 0,1 1 0,0 0 0,0 0 0,-1 1 0,1-1 0,-1 0 0,1 0 0,-1 0 0,0 0 1,1 0-1,-1 0 0,0 1 0,0-1 0,0 0 0,0 0 0,0 0 0,0 1 0,0-1 0,0 0 0,0 0 0,-1 0 1,1 1-1,0-1 0,-1 0 0,1 0 0,-1 0 0,1 0 0,-1 0 0,0 0 0,1 0 0,-1 0 0,0 0 0,0 0 1,0 0-1,1 0 0,-1-1 0,0 1 0,0 0 0,0-1 0,0 1 0,0-1 0,-1 1 0,1-1 0,0 1 0,0-1 1,0 0-1,0 1 0,-1-1 0,1 0 0,0 0 0,0 0 184,-20 16-6232</inkml:trace>
  <inkml:trace contextRef="#ctx0" brushRef="#br0" timeOffset="4966.837">4362 1224 7746,'0'0'976,"0"0"2391,0 0-1642,0 0-1272,0 0-268,0 0 434,-1-4 124,-8-3 15,11 36 711,0-36 3331,-1 3-8876,-1 2-7542,0 2 7360</inkml:trace>
  <inkml:trace contextRef="#ctx0" brushRef="#br0" timeOffset="5564.558">4923 48 6265,'0'0'3670,"0"0"-1300,0 0-733,0 0-278,0 0-469,0 0-167,-3-6-501,-6-14-168,14 32 188,17 43 490,94 257 3781,27 159-3094,-133-434-1412,-1 1 0,-3 0 0,0 0 1,-3 0-1,-1 0 0,-1 1 0,-3-1 0,-1 1 1,-2-1-1,-1 0 0,-2-1 0,-2 1 0,-1-2 1,-2 1-1,-4 5-7,-10 8-155,-1 0 0,-3-2 0,-2-1 1,-1-2-1,-3-1 0,-4 1 155,-80 71-7396,76-78-977</inkml:trace>
  <inkml:trace contextRef="#ctx0" brushRef="#br1" timeOffset="9487.008">467 2042 6617,'0'0'742,"0"0"-481,0 0-198,0 0-23,-1 7-21,-5 40 2077,6-46-1638,3 17 6445,19-15-4663,-19-3-2308,159-65 3382,1339-706-2202,-512 316-1065,110-47 154,-572 254-97,-417 177 456,-123 65-3703,6 7 776,-8 0-6190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33.5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94 237 3425,'0'0'9524,"0"0"-6578,0 0-2208,0 0-463,0 0 218,0 0 394,-9 11-159,-31 38-477,39-47-212,1-1 0,-1 1 0,1 0 1,0 0-1,-1 0 0,1-1 0,0 1 1,0 0-1,0 0 0,0 0 0,1-1 1,-1 1-1,0 0 0,1 0 0,-1 0 1,1-1-1,0 1 0,-1 0 0,1-1 0,0 1 1,0-1-1,0 1 0,0-1 0,0 1 1,1-1-1,-1 0 0,0 0 0,1 1 1,-1-1-1,1 0 0,-1 0 0,1 0 1,-1 0-1,1-1 0,0 1 0,-1 0 0,1-1 1,0 1-1,0-1 0,-1 0 0,1 1 1,0-1-1,0 0 0,0 0 0,-1 0 1,1 0-1,0-1 0,0 1 0,0 0 1,-1-1-1,1 1 0,0-1-39,-1 1 59,4 2-36,1 0 0,-1 0 0,1-1 0,0 0 0,-1 0 0,1 0 0,0-1 0,-1 0 0,1 0 0,0 0-1,-1-1 1,1 0 0,0 0 0,-1 0 0,1-1 0,-1 0 0,1 0 0,-1 0 0,0-1 0,0 1 0,0-1 0,0 0 0,-1-1 0,1 1 0,-1-1 0,0 0 0,0 0 0,0-1 0,-1 1 0,1-1 0,-1 1 0,0-1 0,0 0 0,-1 0 0,1-1-1,-1 1 1,0-3-23,-2-4 62,0 1 0,-1-1 0,0 1-1,-1-1 1,-1 1 0,0 0 0,0 0-1,-1 0 1,-1 0 0,1 1 0,-2-1-1,1 1 1,-2 1 0,1-1 0,-1 1-1,-1 0 1,1 0 0,-2 1 0,1 0-1,-1 1 1,0 0 0,0 0-1,-1 1 1,0 0 0,0 1 0,-1 0-1,-10-3-61,19 6 18,0 1-1,0 0 0,-1 0 0,1 0 1,0 0-1,-1 0 0,1 1 0,0-1 1,-1 1-1,1 0 0,-1-1 0,1 1 1,-1 0-1,1 0 0,-1 1 0,1-1 1,-1 0-1,1 1 0,0 0 0,-1-1 1,1 1-1,0 0 0,0 0 0,-1 0 1,1 1-1,0-1 0,0 1 0,0-1 1,0 1-1,0-1 0,1 1 0,-1 0 1,1 0-1,-1 0 0,1 0 0,-1 0 1,1 0-1,0 0 0,0 1 0,0-1 1,0 0-1,0 2-17,-11 108-377,12-101 314,22 85-2560,43-23-4917,-16-47-799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3:46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2868 6009,'0'0'1074,"0"0"-117,0 0 2040,0 0-1191,0 0-426,0 0-404,-5 0-205,4 0-730,1 0-1,-1 0 1,0 0-1,0 0 1,0 0 0,0 0-1,0 0 1,0 1-1,0-1 1,1 0-1,-1 0 1,0 1 0,0-1-1,0 1 1,1-1-1,-1 1 1,0-1-1,0 1 1,1-1 0,-1 1-1,0-1 1,1 1-1,-1 0 1,1-1-1,-1 1 1,1 0 0,-1 0-1,1 0 1,-1-1-1,1 1 1,0 0-1,0 0 1,-1 0 0,1 0-1,0 0 1,0-1-1,0 1 1,0 0-1,0 0 1,0 0 0,0 0-1,0 0 1,0 0-1,0 0 1,1-1 0,-1 1-1,0 0 1,1 0-1,-1 0 1,0-1-1,1 1 1,-1 0 0,1 0-1,-1-1 1,1 1-1,0 0 1,-1-1-1,1 1 1,-1 0 0,1-1-1,0 1 1,0-1-1,-1 1 1,1-1-1,0 0 1,0 1-41,8 2 91,0 1 0,0-2 1,0 1-1,1-1 0,-1-1 0,0 0 1,1 0-1,-1-1 0,1 0 0,-1 0 1,1-1-1,-1 0 0,0-1 0,1 0 0,-1-1 1,0 0-1,0 0 0,-1-1 0,1 0 1,-1 0-1,1-1 0,6-6-91,78-56 111,-3-4 0,-3-4 1,-4-3-1,-3-5 0,-4-2 0,-3-4 1,-5-3-1,27-50-111,31-31 478,-117 161-481,21-24 35,-1-2 0,-2 0 0,-1-2 1,-2-1-1,-2-1 0,-2-1 0,-2 0 0,-2-2 0,-1 0 0,-2-5-32,3-58-16,-10 58 16,1 0 0,3 0 0,2 1 0,3 1 0,1 0 0,3 0 0,-2 9 9,2 0-1,1 1 1,2 1 0,2 0 0,1 2 0,2 1-1,2 2 1,0 0 0,2 2 0,9-5-9,-13 19-9,1 1 1,1 1 0,0 2-1,1 1 1,0 1 0,24-4 8,80-30-22,-26-5 164,-103-29 1409,-49-93-1346,110 370 331,-46-147-420,-20-52-156,0 0 96,0 0-180,-31-92-653,27 75 751,0 0-1,2 0 0,0-1 1,1 1-1,1-1 0,0 1 1,2-1-1,0 1 0,1 0 1,0 0-1,4-9 27,-6 25-6,0 0 1,0 0-1,0 1 0,0-1 0,0 0 1,0 0-1,0 1 0,0-1 0,0 1 1,0-1-1,1 1 0,-1-1 0,0 1 1,0 0-1,1 0 0,-1-1 0,0 1 1,0 0-1,1 0 0,-1 0 0,0 0 1,1 1-1,-1-1 0,0 0 1,0 0-1,1 1 0,-1-1 0,0 1 1,0-1-1,0 1 0,0 0 0,0-1 1,0 1-1,0 0 0,0 0 0,0-1 1,0 1-1,0 0 0,0 0 0,0 0 1,0 0-1,-1 1 0,1-1 0,0 0 6,14 9-96,-78-34 448,62 23-294,5 127 524,6-1-1,26 123-581,-36-245 11,7 31 225,-5-44-55,-23-125-261,45-166-485,-18 151 406,90 343 349,-84-174-184,148 220-20,-160-237 17,0 0 1,0 0-1,0-1 1,-1 1-1,1 0 1,0 0-1,-1-1 1,0 1-1,1 0 1,-1-1-1,0 1 1,0-1 0,1 1-1,-1-1 1,-1 1-1,1-1 1,0 1-1,0-1 1,0 0-1,-1 0 1,1 1-1,-1-1 1,1 0-1,-1-1 1,1 1-1,-1 0 1,1 0 0,-1 0-1,0-1 1,1 1-1,-1-1 1,0 0-1,0 1 1,1-1-1,-2 0-3,-7 5 6,-195 80 110,221-123-5781,8 8-2888</inkml:trace>
  <inkml:trace contextRef="#ctx0" brushRef="#br0" timeOffset="1847.354">2421 332 7282,'0'0'290,"0"0"-156,0 0-66,0 0 450,0 0 1571,0 0-510,0-9-832,1 4-663,-12-71 3602,-1 111-2477,15 88-1047,43-100 14,-46-58 201,-1 31-234,1 1 0,-1-1 0,0 1 0,-1 0 0,1-1 0,0 1 0,-1 0 0,0 0 0,0 0-1,0 0 1,0 0 0,0 1 0,-1-1 0,1 1 0,-1-1 0,0 1 0,1 0 0,-1 0 0,0 0 0,0 0 0,0 1-1,-1-1 1,1 1 0,-1-1-143,-12 77 136,15-73-140,0 1-1,0-1 0,1 1 1,-1-1-1,1 1 1,0-1-1,-1 1 0,1 0 1,0-1-1,1 1 0,-1-1 1,0 1-1,1 0 1,-1-1-1,1 1 0,0-1 1,0 0-1,0 1 0,0-1 1,0 0-1,1 1 1,-1-1-1,1 0 0,-1 0 1,1 0-1,0 0 0,0-1 1,0 1-1,0 0 1,0-1-1,0 1 0,0-1 1,0 0-1,1 1 0,-1-1 1,0 0-1,1-1 1,-1 1-1,1 0 0,-1-1 1,1 1-1,0-1 0,-1 0 1,1 0-1,-1 0 1,1 0-1,-1 0 0,1-1 1,0 1 4,-2-2 6,0 1 1,1 0-1,-1-1 1,0 1-1,0-1 1,0 1-1,0-1 1,-1 0-1,1 1 0,0-1 1,-1 0-1,1 0 1,-1 1-1,1-1 1,-1 0-1,0 0 1,0 0-1,0 0 1,0 1-1,0-1 1,0 0-1,0 0 1,-1 0-1,1 1 1,-1-1-1,1 0 1,-1 0-1,0 1 1,1-1-1,-1 0 1,0 1-1,0-1 1,0 1-1,-1-1 1,1 1-1,0 0 1,0-1-1,-1 1 1,1 0-1,-1 0 0,1 0 1,-1 0-1,0 0 1,1 0-1,-1 1 1,0-1-1,1 0 1,-1 1-1,0-1 1,0 1-1,0 0-6,-2 2 30,0 1-1,0 0 0,1 0 0,-1 0 0,1 1 0,0-1 1,0 1-1,0 0 0,0 0 0,1 0 0,-1 0 0,1 0 0,0 0 1,0 1-1,1-1 0,-1 1 0,1-1 0,0 1 0,0 0 1,1-1-1,-1 1 0,1 0 0,0 0 0,0-1 0,1 1 1,0 0-1,-1 0 0,1-1 0,1 1-29,-2 0 19,0 32-122,2-37 82,-1 0 6,0 0-16,0 0 55,-1-2-16,1 1-1,-1-1 1,1 0 0,-1 0-1,0 0 1,0 1 0,0-1-1,0 0 1,0 0 0,0 0-1,-1 1 1,1-1 0,0 0-1,-1 0 1,0 1-1,1-1 1,-1 0 0,0 1-1,0-1 1,0 1 0,0-1-1,0 1 1,0-1 0,0 1-1,0 0 1,-1-1 0,1 1-1,0 0 1,-1 0-1,1 0 1,-1 0 0,0 0-1,1 1 1,-1-1 0,0 0-1,1 1 1,-1-1 0,0 1-1,0-1 1,1 1 0,-1 0-1,0 0 1,0 0-1,0 0 1,1 0 0,-1 0-1,0 1 1,0-1 0,0 1-1,1-1 1,-1 1 0,-1 0-8,1-1 2,0 0 0,0 1 0,-1-1 1,1 1-1,0-1 0,0 1 0,0 0 1,0 0-1,0 0 0,0 0 0,0 0 1,1 0-1,-1 1 0,0-1 1,1 0-1,-1 1 0,1-1 0,-1 1 1,1 0-1,0 0 0,-1-1 0,1 1 1,0 0-1,0 0 0,0 0 0,1 0 1,-1 0-1,0 0 0,1 1 0,-1-1 1,1 0-1,0 0 0,0 0 0,0 0 1,0 1-1,0-1-2,40 11-16,47-4-857,-32-17-5393,-27-8-3023</inkml:trace>
  <inkml:trace contextRef="#ctx0" brushRef="#br0" timeOffset="5570.4">3019 52 6329,'0'0'706,"0"0"-339,0 0 169,0 0 1624,-33 0 7525,308-20-8135,-267 20-1702,16 11-2328,-24-11 1974,0 0-3,0 0-52,0 0-807,0-9-6531,0-14 4717,0 20 1725,0-4-130</inkml:trace>
  <inkml:trace contextRef="#ctx0" brushRef="#br0" timeOffset="5964.215">3110 212 4865,'0'0'1983,"0"0"-596,0 0 1390,0 0-1648,0 0-423,0 0-238,23 0 253,171 0 1664,-119-2-4367,-61 2-1779,-8 0-2708</inkml:trace>
  <inkml:trace contextRef="#ctx0" brushRef="#br0" timeOffset="51114.776">2923 1735 6481,'0'0'3057,"0"0"661,0 0-1825,0 0-733,0 0-296,0 0 222,-7-14 2952,390-30-1836,-356 53-3653,-26 33-5843,-15-16-3498,12-23 8943</inkml:trace>
  <inkml:trace contextRef="#ctx0" brushRef="#br0" timeOffset="51432.184">3073 2048 6425,'0'0'6735,"0"0"-4110,0 0-1837,0 0-465,0 0 89,0 0 117,9 0 321,269-1-2,-192-54-7607,-63 29 1569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4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5 144 6545,'0'0'4232,"0"0"-1890,0 0-1086,0 0-766,0 0-358,0 0 32,-5 12 1792,7 3-1580,1 0 0,0 0-1,1-1 1,1 1 0,0-1 0,1 0-1,0 0 1,1-1 0,1 0 0,0 0-1,1-1 1,0 0 0,5 5-376,-9-12 20,1 0 0,-1 0 0,1 0 0,-1-1 0,1 0 0,1 0 0,-1 0 0,1-1 0,-1 0 0,1 0 0,0 0 0,0-1 0,0 0 0,0-1 0,0 0 0,1 0 0,-1 0 0,0-1 0,0 0 0,1 0 0,-1-1 0,0 0 0,1 0-20,-2-3-39,-1 0 1,0 0-1,0 0 0,-1 0 0,1-1 1,-1 0-1,0 0 0,0 0 0,-1-1 1,0 1-1,1-1 0,-2 0 0,1 1 1,-1-1-1,0-1 0,0 1 0,-1 0 1,1 0-1,-1-1 0,-1 1 0,1-1 1,-1 1-1,0 0 0,-1-1 0,0 1 1,0-1-1,0 1 0,0 0 0,-1-1 39,1-7-411,0 7 353,-1 0 0,0 0 0,0-1 0,0 1 0,-1 1 0,0-1 0,-1 0 0,1 1 0,-1-1 0,0 1 0,-1 0 0,0 1 0,0-1 0,0 1 0,0 0 0,-1 0 0,0 0 0,0 1 0,0 0 0,0 0 0,-1 1 0,0 0 0,0 0 0,0 0 0,0 1 0,0 0 0,0 0 0,0 1 0,-1 0 0,1 0 0,0 1 0,-1 0 0,1 0 0,-1 0 0,0 2 58,3-1-69,0 0 1,0 1-1,0 0 0,1 0 0,-1 0 0,1 1 0,-1-1 0,1 1 0,0 0 0,0 1 0,1-1 0,-1 0 1,1 1-1,-1 0 0,1 0 0,0 0 0,0 0 0,1 1 0,-1-1 0,1 1 0,0-1 0,0 1 0,1 0 1,0 0-1,-1 1 69,-9 79-4918,36-58-835,-1-23 3186</inkml:trace>
  <inkml:trace contextRef="#ctx0" brushRef="#br0" timeOffset="518.132">556 30 3105,'0'0'6457,"0"0"-2440,0 0-2679,0 0-1000,0 0 22,0 0 603,-3 18 49,1-8-907,-1 0-9,0-1 0,1 1 1,0-1-1,1 1 0,0 0 0,1-1 1,0 1-1,0 0 0,1 0 0,0 0 1,0-1-1,1 1 0,1-1 0,0 1 1,0-1-1,1 0 0,0 0 0,0 0 1,1-1-1,0 1 0,5 4-96,0-6 29,0 0-1,1 0 0,0-2 0,0 1 1,1-1-1,0-1 0,-1 0 1,1-1-1,1 0 0,-1-1 1,0 0-1,0-1 0,1 0 1,-1-1-1,1 0 0,10-2-28,-18 2 1,1-2-18,-1 0 0,1 0 1,0 0-1,-1 0 0,0-1 1,1 0-1,-1 0 0,0 0 1,-1-1-1,1 0 0,-1 0 1,1 0-1,-1 0 0,0-1 1,-1 1-1,1-1 0,-1 0 1,0 0-1,0-1 0,0 1 1,-1 0-1,0-1 0,0 0 1,0 1-1,-1-1 0,0 0 1,0 0-1,0 0 0,-1 0 1,0 0-1,0 0 0,-1 0 0,1 0 1,-1 0-1,0 1 0,-1-1 1,0 0-1,0 0 0,0 1 1,0-1-1,-1 1 0,0 0 1,0 0-1,0 0 0,-1 0 1,-3-3 16,-2-2 80,-1 1-1,0 0 1,-1 1 0,0 0 0,0 1 0,0 0 0,-1 1-1,0 0 1,0 1 0,-1 0 0,0 1 0,0 0 0,0 1-1,0 1 1,0 0 0,0 0 0,-1 2 0,1-1 0,0 2-1,-1 0 1,-6 2-80,16-3-33,1 1-1,-1 1 1,1-1-1,-1 0 0,1 1 1,0 0-1,-1-1 1,1 1-1,0 1 1,0-1-1,0 0 1,1 1-1,-1-1 1,0 1-1,1 0 0,0 0 1,0 0-1,0 0 1,0 0-1,0 1 1,0-1-1,1 1 1,0-1-1,0 1 1,0-1-1,0 1 34,-9 62-7086,10-47 910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42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42 6225,'0'0'1834,"0"0"2436,0 0-1614,0 0-1324,0 0-452,0 0-200,-5-18 1115,9 15-1776,0 0-1,0 1 1,0-1-1,1 1 1,-1 0-1,1 1 1,-1-1 0,1 1-1,0-1 1,-1 1-1,1 1 1,0-1-1,0 1 1,0 0-1,0 0 1,-1 0-1,1 1 1,0-1 0,0 1-1,-1 0 1,1 1-1,0-1 1,-1 1-1,1 0 1,-1 0-1,0 0 1,0 1 0,1 0-1,-2-1 1,1 1-1,0 1 1,-1-1-1,1 0 1,-1 1-1,0 0 1,0 0-1,0 0 1,-1 0 0,0 0-1,1 1 1,-1-1-1,-1 0 1,2 5-19,2 0-6,-1 0 1,-1 0 0,0 1 0,0-1 0,-1 1-1,0-1 1,0 1 0,-1 0 0,0 0-1,-1 0 1,0 0 0,-1 0 0,0-1-1,-1 5 6,-1-11-34,1 0 0,-1-1-1,0 1 1,1-1-1,-1 0 1,0 0-1,0 0 1,-1 0 0,1 0-1,0-1 1,0 1-1,-1-1 1,1 0 0,-1 0-1,1 0 1,-1-1-1,0 1 1,1-1-1,-1 0 1,0 0 0,1 0-1,-1-1 1,1 1-1,-1-1 1,0 0 0,0 0 34,29-18 122,-18 17-136,1 0 0,-1 1 0,0 0 0,0 0 0,1 0 0,-1 1 0,0 0 0,1 1 0,-1 0 0,0 0-1,1 0 1,-1 1 0,0 0 0,0 0 0,0 1 0,-1 0 0,1 0 0,-1 1 0,1 0 0,-1 0 0,0 0 0,0 1 0,-1 0 0,0 0-1,1 0 1,-2 0 0,1 1 0,-1 0 0,0 0 0,0 1 0,1 1 14,2 9 7,-1 1 0,-1 0-1,0 0 1,-1 0 0,-1 1 0,-1 0-1,-1-1 1,0 1 0,-1 0 0,-2 4-7,2 0 1,0-20 3,0 0 0,0 0 0,0-1 0,0 1 0,-1 0 0,1 0 0,-1-1 0,0 1 0,0 0 0,0-1 0,0 1 0,0-1 0,0 1 0,-1-1 0,1 1 0,-1-1 0,0 0 0,0 0 0,0 0 0,0 0 0,0 0 0,0 0 0,0-1 0,-1 1 0,1-1 0,-1 1 0,1-1 0,-1 0 0,1 0 0,-1 0-1,0 0 1,0-1 0,1 1 0,-1-1 0,0 1 0,0-1 0,1 0 0,-1 0 0,0-1 0,0 1 0,-1-1-4,-114-37 163,52-15-207,93 48-4302,99-19-7974,-94 13 9807</inkml:trace>
  <inkml:trace contextRef="#ctx0" brushRef="#br0" timeOffset="585.427">742 164 6369,'0'0'658,"0"0"445,0 0 2257,0 0-1232,0 0-764,0 0-168,-3-7-286,-11-21-45,13 27-829,-1 1-1,1-1 1,0 1-1,-1-1 1,1 1-1,0 0 1,-1-1-1,1 1 1,-1 0-1,1 0 1,0 0 0,-1 0-1,1 0 1,-1 0-1,1 1 1,0-1-1,-1 0 1,1 1-1,-1-1 1,1 1-1,0-1 1,0 1-1,-1 0 1,1-1-1,0 1 1,0 0 0,0 0-1,0 0 1,0 0-1,0 0 1,0 0-1,0 0 1,0 0-1,0 1 1,1-1-1,-1 0 1,0 0-1,1 1 1,-1-1-1,1 0 1,-1 1-36,1-2 27,-15 20 195,1 1 0,0 1 0,2 0 0,0 1 0,2 0-1,0 0 1,2 1 0,0 0 0,2 1 0,1 0 0,1 0-1,1 0 1,1 0 0,1 1 0,1 6-222,4-21 36,1 0-1,0 0 1,0-1 0,1 0 0,0 0-1,1 0 1,0-1 0,1 0 0,0 0 0,0-1-1,1 0 1,0 0 0,0-1 0,1 0-1,0-1 1,0 0 0,1 0 0,-1-1-1,1-1 1,0 0 0,0 0 0,1-1-1,-1 0 1,1-1 0,0-1 0,-1 0 0,1 0-1,0-1 1,0-1 0,0 0 0,-1 0-1,1-1 1,7-3-36,-15 3-27,0 0 1,-1-1-1,1 0 0,-1 1 0,0-1 1,0 0-1,0-1 0,0 1 0,0-1 0,-1 1 1,1-1-1,-1 0 0,0 1 0,0-1 1,-1 0-1,1-1 0,-1 1 0,0 0 1,0 0-1,0-1 0,-1 1 0,1 0 1,-1-1-1,0 1 0,-1 0 0,1-1 0,-1 1 1,1 0-1,-1-1 0,0 1 0,-1 0 1,1 0-1,-1 0 0,0 0 0,0 0 1,0 0-1,-1 1 0,1-1 0,-1 1 1,0-1-1,0 1 0,0 0 0,-1-1 27,-2 1-173,1 0 0,-1 1 0,0 0 1,0 0-1,0 0 0,0 1 0,0 0 0,0 0 0,-1 0 0,1 1 0,0 0 0,0 0 0,-1 0 0,1 1 0,0 0 1,0 0-1,0 1 0,0 0 0,0 0 0,0 0 0,0 1 0,1-1 0,-1 2 0,1-1 0,0 0 0,0 1 0,0 0 1,0 0-1,1 1 0,0-1 0,-1 1 0,2 0 0,-1 0 0,1 0 0,-1 1 0,1-1 0,1 1 0,-1-1 0,1 1 1,0 0-1,0 0 0,1 0 0,0 1 0,-1 3 173,2-4-1094,1 26-11247,7-23 10702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4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6689,'0'0'373,"0"0"743,0 0 2442,0 0-1298,0 0-1079,0 0-559,0 12 1808,-23 188 2350,0 25-3945,24-83-1030,12-120-1083,-1-12-4791,-12-11-1813,1-6 3640,-1 7 4233,0-16-3488</inkml:trace>
  <inkml:trace contextRef="#ctx0" brushRef="#br0" timeOffset="428.153">13 354 6433,'0'0'1311,"0"0"2029,0 0-1652,0 0-912,0 0-402,0 0 224,-12 6 2536,330-4-2141,-300-18-9881,-11 4 3106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5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5297,'0'0'7242,"0"0"-4574,0 0-1526,0 0-685,0 0-69,-12 1 228,6-1-504,2 0-41,0 0-1,0 0 0,0 0 1,0 1-1,1 0 1,-1 0-1,0 0 1,0 0-1,0 0 1,1 1-1,-1-1 0,1 1 1,-1 0-1,1 0 1,0 1-1,0-1 1,-1 1-1,2-1 0,-1 1 1,-2 3-71,-13 19 238,2 0 0,1 0 0,1 2 0,1 0 0,1 1 0,2 0 0,1 0 0,1 1 0,1 0 0,2 1 0,1-1 0,1 1 0,2 0 1,1 8-239,0-30-4,1 0 1,0 0 0,1 0-1,0 0 1,0 0 0,1-1-1,0 1 1,0-1 0,1 0-1,0 0 1,0 0 0,1 0-1,-1-1 1,1 0 0,1 0-1,-1 0 1,1 0 0,0-1 0,1 0-1,-1 0 1,1-1 0,0 0-1,0 0 1,0-1 0,1 1-1,-1-1 1,1-1 0,-1 0-1,1 0 1,0 0 0,0-1-1,0 0 1,0-1 0,0 0-1,0 0 1,0-1 0,7-1 3,-11 1-25,1-1 1,-1 0-1,0 0 0,0-1 1,0 1-1,0-1 0,0 0 1,-1 0-1,1 0 0,-1-1 1,0 1-1,0-1 1,0 0-1,0 0 0,-1 0 1,1 0-1,-1 0 0,0 0 1,-1-1-1,1 1 1,-1-1-1,1 1 0,-1-1 1,-1 0-1,1 1 0,-1-1 1,1 0-1,-2 1 0,1-1 1,0 0-1,-1 0 1,0 1-1,0-1 0,0 1 1,-1-1-1,0-2 25,-2 2-8,0 0 1,0 0-1,0 0 1,0 1-1,-1-1 1,1 1-1,-1 0 1,0 1-1,-1-1 1,1 1-1,-1 0 1,1 0-1,-1 1 1,0 0-1,0 0 1,0 0-1,0 1 1,0 0-1,0 0 1,0 0-1,-1 1 1,1 0-1,0 0 0,0 0 1,-1 1-1,1 0 1,0 0-1,0 1 1,0 0-1,0 0 1,0 0-1,1 1 1,-1 0-1,1 0 1,-1 0-1,-3 4 8,2-3-160,1 1 0,0 0 0,1 0 0,0 0 0,-1 1 0,1 0 0,1 0 0,-1 0 0,1 1 0,1-1 0,-1 1 0,1 0 0,0 0 0,0 0 0,1 1 0,0-1 0,1 0 0,-1 1 0,1-1 0,1 1 0,-1 0-1,2 5 161,-1-12-212,0 1-1,0 0 0,1-1 0,-1 1 1,0-1-1,1 1 0,0-1 0,-1 1 1,1-1-1,0 1 0,0-1 0,0 0 0,0 1 1,0-1-1,0 0 0,0 0 0,0 0 1,0 0-1,1 0 0,-1 0 0,0 0 0,1 0 1,-1 0-1,1 0 0,-1-1 0,1 1 1,-1-1-1,1 1 0,0-1 0,-1 0 1,1 0-1,-1 1 0,2-1 213,1 1-532,33 6-5864</inkml:trace>
  <inkml:trace contextRef="#ctx0" brushRef="#br0" timeOffset="440.028">653 225 8106,'0'0'2500,"0"0"2279,0 0-2256,0 0-1451,0 0-549,0 0 724,-16 15-52,-47 52-419,59-60-738,1-1-1,0 1 1,0 1 0,1-1 0,0 0 0,0 0 0,1 1-1,0-1 1,0 1 0,0 0 0,1-1 0,1 1-1,-1-1 1,1 1 0,0-1 0,1 1 0,1 3-38,-1-4-6,1 0 1,0-1-1,1 1 1,0 0-1,0-1 1,0 0-1,1 0 1,-1-1-1,1 1 1,1-1-1,-1 0 1,1 0-1,0-1 0,0 1 1,0-1-1,1-1 1,0 1-1,-1-1 1,1 0-1,0-1 1,0 0-1,1 0 1,-1 0-1,0-1 1,1 0-1,-1 0 1,1-1-1,-1 0 1,0-1-1,2 1 6,-6-2-42,1-1 0,0 1 0,-1-1 0,1 1 1,-1-1-1,0 0 0,0 0 0,0-1 0,-1 1 0,1 0 0,-1-1 0,1 0 0,-1 1 0,-1-1 0,1 0 0,0 0 0,-1 0 0,0 0 0,0-1 0,0 1 0,0 0 0,-1 0 0,1-1 0,-1 1 1,0 0-1,-1-1 0,1 1 0,-1 0 0,0 0 0,0 0 0,0-2 42,0-5-183,1-3 71,-1 0 1,0 0-1,-1 0 0,-1 0 0,0 1 0,-1-1 0,0 1 0,-1 0 0,-1 0 0,0 0 0,0 1 0,-2 0 1,1 0-1,-2 0 0,1 1 0,-2 1 0,1 0 0,-1 0 0,-1 0 0,0 2 0,0-1 0,0 1 0,-13-5 112,21 11 6,0 0 0,-1 0 0,1 1-1,-1 0 1,1 0 0,-1 0 0,1 0-1,-1 0 1,0 1 0,0 0 0,1-1 0,-1 1-1,0 1 1,1-1 0,-1 0 0,0 1-1,1 0 1,-1 0 0,0 0 0,1 0-1,-1 1 1,1-1 0,0 1 0,0 0-1,-1 0 1,1 0 0,0 1 0,1-1-1,-1 0 1,0 1 0,1 0 0,-1 0-1,1 0 1,0 0 0,0 0 0,0 0 0,0 1-1,1-1 1,-1 0 0,1 1 0,0 0-6,-3 7-417,1 0 1,0 0 0,1 1 0,0-1 0,1 1 0,0-1 0,1 1 0,0 0 0,1-1 0,0 1-1,1-1 1,3 11 416,12 16-4974</inkml:trace>
  <inkml:trace contextRef="#ctx0" brushRef="#br0" timeOffset="864.908">1097 177 5049,'0'0'8782,"0"0"-5155,0 0-1970,0 0-1020,0 0 318,-7 19 315,-33 128 454,39-140-1705,0 0 0,0-1-1,1 1 1,0 0 0,0 0 0,1 0-1,-1 0 1,1 0 0,1 0 0,0-1-1,0 1 1,0-1 0,0 1 0,1-1-1,0 0 1,1 0 0,-1 0 0,1 0-1,0 0 1,1-1 0,-1 0 0,1 0-1,0 0 1,0-1 0,1 1 0,-1-1-1,1 0 1,0-1 0,0 0 0,0 0-1,1 0 1,2 1-19,-4-2-18,0 1 0,1 0 0,-1-1 0,1 0 0,-1-1-1,1 1 1,0-1 0,0 0 0,0 0 0,-1-1 0,1 0 0,0 0-1,0 0 1,0-1 0,0 0 0,0 0 0,-1 0 0,1-1 0,0 1 0,-1-1-1,0-1 1,1 1 0,-1-1 0,0 0 0,0 0 0,0-1 0,-1 1 0,1-1-1,-1 0 1,0-1 0,0 1 0,0-1 0,-1 1 0,1-1 0,-1 0 0,0 0-1,-1 0 1,1-1 0,-1 1 0,0-1 0,0 0 0,0-2 18,-1-1-19,1-1 1,-1 1 0,0-1-1,-1 0 1,-1 1 0,1-1-1,-1 0 1,-1 1 0,0 0-1,0-1 1,-1 1 0,0 0-1,0 0 1,-1 0 0,0 0-1,-1 1 1,0 0 0,0 0-1,-1 0 1,0 0 0,-1 1-1,1 0 1,-1 1 0,-5-5 18,-4 0 6,0 1 0,0 1 1,0 0-1,-1 1 1,-1 1-1,1 0 1,-1 1-1,0 1 0,-1 1 1,1 1-1,-1 0 1,1 1-1,-1 1 0,0 1 1,0 1-1,-7 1-6,-22 29-1374,29 4-2306,18-34 3358,-9 25-4653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4:57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2316 171 11803,'0'0'2377,"0"0"-1186,0 0-793,0 0-57,0 0 275,0 0 563,-24-15-184,-75-51-179,78 54-538,-2 0 0,1 1 0,-1 1 0,-1 2 0,0 0 0,0 2-1,-1 0 1,1 1 0,-1 2 0,0 1 0,0 1 0,-7 1-278,-46-5 293,-362 5 843,390 4-1093,0 3 1,1 3 0,0 1-1,1 2 1,1 3-1,-14 7-43,-265 125-24,288-131 20,-144 86-40,43-33 60,-51 53 50,178-106-73,1 0 0,0 1 0,2 0 0,0 1 0,1 0 0,1 0 1,0 1-1,-2 16 7,-1 0-16,6-24 20,-2 2-1,0 0 0,2 1 1,-1-1-1,2 1 0,0 0 0,1 0 1,0 0-1,2 0 0,-1 1 1,2-1-1,0 0 0,1 0 1,0 0-1,1 0 0,4 10-3,5 7 1,-9-19 0,1 0 0,1 0 0,-1 0 0,2-1 1,0 0-1,1 0 0,0 0 0,0-1 0,1 0 0,1 0 0,0-1 0,0 0 0,1-1 0,0 0 0,1 0 0,0-1 0,0-1 0,3 2-1,82 30 42,2-3-1,1-5 0,36 4-41,-59-14 8,334 48-118,-347-65 179,0-3-1,0-2 1,0-3 0,0-3 0,28-8-69,-90 15 1,321-23-36,-273 14 32,0-2 0,-1-2 0,0-2 0,-2-3 0,1-1 0,-2-3 0,-1-1 0,-1-2 0,-1-3 0,-1-1 0,-2-1 0,20-21 3,-49 33 8,1-1 0,-2 1 0,-1-2 0,0 1 0,-1-1 0,-1 0 0,-1-1 0,-1 0 0,-1 1-1,-1-1 1,0 0 0,-2 0 0,0 0 0,-2 0 0,0 0 0,-2-3-8,2-62 13,3 67 3,-1 1-1,0-1 1,-1 0-1,-1 0 1,-1 0-1,0 1 0,-2-1 1,0 1-1,-1 0 1,-1 1-1,0-1 1,-1 1-1,-1 1 1,-1-1-1,-1 2 0,0-1 1,0 2-1,-2-1 1,-10-9-16,8 12 52,0 0-1,-1 0 1,-1 1 0,0 2 0,0-1-1,0 2 1,-1 0 0,-1 1 0,1 1 0,-1 1-1,0 0 1,0 2 0,-1 0 0,1 1-1,-1 1 1,1 1 0,-5 1-52,-133-1-127,147 10-2714,24 10-7722,0-13-1493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6:41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3 422 9482,'0'0'1434,"0"0"-741,0 0-111,0 0-53,0 0-165,0 10-219,-2 38 1800,35-51 913,4-11-2756,-1-1 0,-1-2 0,0-1 0,-2-2 0,0-1-1,-1-2 1,-2-1 0,0-1 0,-1-1 0,-2-2 0,-1-1 0,-1-1 0,-1-1 0,-2-1 0,-1-1 0,8-22-102,-19 31-1219,-9 12-5505,-1 12-3852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6:4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1 287 9338,'0'0'1431,"0"0"-720,0 0-432,0 0 42,0 0 131,0 0 336,1 6 115,-1-5-867,1 0 0,-1 0 0,0 0-1,1 0 1,-1 0 0,1 0 0,-1 0 0,1 0 0,-1-1-1,1 1 1,0 0 0,-1 0 0,1 0 0,0-1 0,0 1 0,0 0-1,0-1 1,-1 1 0,1-1 0,0 1 0,0-1 0,0 0-1,0 1 1,0-1 0,0 0 0,0 1 0,0-1 0,0 0 0,1 0-1,-1 0 1,0 0 0,0 0 0,0 0 0,0 0 0,0-1-1,0 1 1,0 0 0,0 0 0,0-1 0,0 1 0,0-1-1,0 1 1,0-1 0,0 1 0,-1-1 0,1 0 0,0 1 0,0-1-1,0 0 1,-1 0 0,1 1 0,0-1 0,-1 0 0,1 0-1,-1 0 1,1 0 0,-1 0 0,0 0 0,1 0 0,-1 0 0,0 0-1,1 0 1,-1 0 0,0 0 0,0 0 0,0 0-36,4-3 57,216-165 1814,-64 66-4186,-146 96-807,-2 3-3029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6:4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0 280 7866,'0'0'1789,"0"0"-526,0 0-176,0 0 1020,0 0-697,0 0-1050,42 7 552,-32-9-788,0 0 0,0-1 0,0 0 0,0-1 0,0 0 0,-1-1 0,0 1 0,0-2 0,0 1 0,-1-1-1,0-1 1,0 0 0,0 0 0,-1 0 0,0-1 0,-1 0 0,2-2-124,29-27 64,-9 10-328,79-65 714,-28 60-3808,-63 31-392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6:43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1 282 6809,'0'0'2484,"0"0"-1024,0 0-868,0 0-113,0 0-56,0 0 187,5 0 32,18-10-105,0 0 0,-1-2 0,0-1 0,-1 0 0,0-2 0,-1 0 0,-1-1 0,0-1 0,-2-1 0,0 0 0,0-2 0,9-15-537,-16 24-3,23-23-362,-7 16-3765,-16 11-873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46:43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0 430 9690,'0'0'1452,"0"0"-461,0 0-365,0 0-103,0 0 182,0 0 150,0 17-292,0 86-9,1-102-541,1 1 0,-1-1-1,0 0 1,1 0 0,-1 0-1,1 0 1,-1 0 0,1 0-1,-1 0 1,1-1 0,0 1-1,-1-1 1,1 1 0,0-1-1,0 1 1,-1-1-1,1 0 1,0 0 0,0 0-1,0 0 1,-1 0 0,1 0-1,0-1 1,0 1 0,-1 0-1,1-1 1,0 1 0,-1-1-1,1 0 1,0 0 0,-1 0-1,1 0 1,-1 0 0,1 0-1,-1 0 1,0 0 0,1 0-1,-1-1 1,1 0-13,248-250 461,-193 187-429,88-101-378,-92 102-1395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1:39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526 134 7178,'0'0'997,"0"0"917,0 0-447,0 0-510,0 0-195,-2-10 474,2 4-1067,0 1 0,0 0 0,-1-1 0,0 1 0,0 0 0,-1 0 0,1 0 0,-1 0 0,0 0 0,0 0 0,-1 0 0,0 1 0,0-1 0,0 1 0,0 0 1,0 0-1,-1 0 0,0 0 0,0 1 0,0-1 0,0 1 0,0 0 0,-1 0 0,1 0 0,-1 1 0,0 0 0,0 0 0,0 0 0,0 0 0,0 1 0,-4-1-169,-2 2 25,0 0-1,0 0 1,0 1 0,0 0-1,0 1 1,0 0 0,0 1-1,1 0 1,0 1 0,-1 0 0,1 1-1,1 0 1,-1 0 0,1 1-1,0 0 1,0 1 0,0 0-1,1 0 1,0 1 0,1 0 0,0 0-1,0 1 1,-2 4-25,-1 1 23,1 0 0,1 0-1,0 2 1,1-1 0,1 0 0,0 1-1,1 1 1,1-1 0,0 0 0,1 1-1,1 0 1,1 0 0,0-1 0,1 1-1,1 0 1,1 0 0,0 0 0,1-1-1,2 6-22,6 21 49,1-1-1,2 0 1,2-1-1,2-1 0,2-1 1,22 34-49,78 107 726,-87-139-660,-1 2 1,-2 1 0,-1 1 0,-3 2 0,-2 0 0,-2 2 0,-3 1 0,-1 0 0,-3 1-1,-1 1 1,-3 0 0,0 26-67,-8-59 52,-1 1 0,-1-1 0,-1 1 0,-1-1-1,-1 1 1,0-1 0,-1 0 0,-2 0 0,1 0 0,-2 0-1,-1-1 1,0 0 0,-1 0 0,-1-1 0,-1 0 0,0 0-1,-2-1 1,1-1 0,-2 0 0,0 0 0,-1-2 0,0 1 0,-1-2-1,-3 2-51,-12 0 17,0-1-1,-1-1 1,-1-2-1,0-1 1,-1-2-1,1-1 1,-1-1-1,0-2 1,-1-2-1,1 0 1,0-3-1,-4-1-16,-19 3-31,55 0-25,1-1-1,-1 1 1,0-1 0,1 1-1,-1 0 1,0-1-1,1 0 1,-1 1 0,1-1-1,-1 1 1,1-1 0,-1 0-1,1 1 1,-1-1-1,1 0 1,0 0 0,-1 1-1,1-1 1,0 0 0,0 0-1,0 1 1,-1-1-1,1 0 1,0 0 0,0 0-1,0 1 1,0-1 0,0 0-1,0 0 1,1 0-1,-1 1 1,0-1 0,0 0-1,1 0 1,-1 1-1,0-1 1,1 0 0,-1 0-1,0 1 1,1-1 0,-1 0-1,1 1 1,0-1-1,-1 1 1,1-1 0,-1 1-1,1-1 1,0 1 0,-1-1-1,1 1 1,0 0-1,-1-1 1,1 1 0,0 0-1,0-1 1,0 1 0,-1 0-1,1 0 1,0 0-1,0 0 1,0 0 0,-1 0-1,1 0 1,0 0-1,0 0 1,0 0 0,-1 0-1,1 0 1,1 1 56,33-23-5144</inkml:trace>
  <inkml:trace contextRef="#ctx0" brushRef="#br0" timeOffset="677.264">946 1041 4425,'0'0'2731,"0"0"1821,0 0-2108,0 0-1189,0 0-621,-2 5-321,2 5-129,1 1 0,1-1 0,0 1 0,0-1 0,1 0 0,0 0 0,1 0-1,0 0 1,1 0 0,0-1 0,0 0 0,1 0 0,0 0 0,0-1 0,2 1-184,7 13 96,-2 1 19,1-1-1,1 0 0,1-2 0,0 0 0,2 0 0,1-2 0,0 0 0,1-1 0,18 11-114,-37-27 10,-1-1 0,1 1-1,0 0 1,-1-1 0,1 1-1,0-1 1,-1 1 0,1-1-1,0 1 1,0-1 0,-1 1-1,1-1 1,0 0 0,0 1-1,0-1 1,0 0 0,0 0-1,0 0 1,-1 1-1,1-1 1,0 0 0,0 0-1,0-1 1,0 1 0,0 0-1,0 0 1,0 0 0,-1 0-1,1-1 1,0 1 0,0 0-1,0-1 1,0 1 0,-1-1-1,1 1 1,0-1 0,0 1-1,-1-1 1,1 0 0,-1 1-1,1-1 1,0 0 0,-1 1-1,1-1 1,-1 0 0,1 0-1,-1 0 1,0 1 0,1-1-1,-1 0 1,0 0 0,0 0-1,0 0 1,1 0 0,-1 0-1,0 1 1,0-2-10,-7-58 272,-64-101-195,60 144-290,1 1 1,1-2 0,0 1 0,2-1-1,0-1 1,0 1 0,2-1 0,1 0 0,0-1-1,-1-16 213,7 34-454,1-1 0,-1 1 0,0 0 0,1 0 0,-1 0 0,1 0 0,0 0-1,0 0 1,0 1 0,0-1 0,0 1 0,0 0 0,0 0 0,0 0 0,0 0-1,0 1 1,1-1 0,-1 1 0,0 0 0,1 0 0,-1 0 0,0 0 0,0 1 0,1-1-1,-1 1 1,0 0 0,0 0 0,0 0 0,2 1 454,23 7-1315</inkml:trace>
  <inkml:trace contextRef="#ctx0" brushRef="#br0" timeOffset="1562.805">1568 1315 6249,'0'0'1441,"0"0"1613,0 0-1454,0 0-556,0 0-394,0 0 95,10-21 162,30-66-479,-32-25 660,-8 109-1080,-1-1 0,0 1 0,-1 0 0,1 0 0,0 0 0,-1 0 0,0 0 0,0 0 0,0 0 0,0 1 0,0-1 0,0 1 0,-1-1 0,1 1 0,-1 0-1,1 0 1,-1 0 0,0 0 0,0 1 0,0-1 0,0 1 0,0 0 0,0-1 0,-1 2 0,1-1 0,0 0 0,-1 0 0,1 1 0,0 0 0,-1 0 0,1 0 0,0 0 0,-1 0 0,1 1-1,0-1 1,-1 1 0,1 0 0,0 0 0,0 0 0,0 1 0,0-1 0,0 1 0,0 0 0,0-1 0,0 1 0,1 0 0,-1 1 0,-1 0-8,-1 11 27,0-1 0,1 0 1,0 1-1,1 0 0,0 0 0,2 0 1,-1 0-1,2 0 0,0 0 0,1 0 1,0 0-1,1 0 0,0 0 0,1 0 1,1-1-1,0 1 0,1-1 1,6 13-28,-4-17 28,0 1 1,1-1 0,-1-1 0,2 1 0,-1-2 0,1 1 0,1-1 0,-1 0 0,1-1 0,0 0 0,1 0 0,-1-1 0,1-1 0,0 0-1,0 0 1,1-1 0,-1 0 0,1-1 0,-1-1 0,1 0 0,0 0 0,-1-1 0,1-1 0,0 0 0,-1 0 0,1-1 0,-1-1 0,1 0 0,-1 0-1,0-1 1,0-1 0,-1 1 0,1-2 0,-1 0 0,0 0 0,0-1 0,-1 0 0,0 0 0,0-1 0,-1 0 0,0-1 0,0 0 0,-1 0-1,-1-1 1,1 0 0,-1 0 0,-1 0 0,0-1 0,0-2-29,-2-1 35,-1 0 0,0 0 0,-1 0-1,-1-1 1,0 1 0,-1 0 0,0-1 0,-2 1 0,1 0-1,-2 0 1,0 0 0,0 1 0,-2-1 0,1 1 0,-2 0-1,1 1 1,-2 0 0,0 0 0,0 0 0,-1 1 0,-7-7-35,-19-19 161,-2 2 1,-1 1 0,-2 2 0,-1 2 0,-20-10-162,-47-23 986,102 72-735,144 236-108,127 195 410,-262-436-545,0 5 5,1 0 0,1-1 0,-1 1 0,1-1-1,1-1 1,-1 1 0,1-1 0,1 0 0,-1 0 0,1 0 0,0-1 0,1 0-1,-1-1 1,1 0 0,1 0 0,-1 0 0,0-1 0,1-1 0,0 1 0,0-1 0,0-1-1,0 0 1,3 1-13,-5-7-106,0 0 0,0-1 0,-1 0-1,0 0 1,0 0 0,0 0 0,0-1-1,-1 0 1,0 0 0,0-1 0,-1 1 0,0-1-1,0 0 1,0 0 0,-1-1 0,0 1-1,0-1 1,-1 1 0,0-1 0,-1 0 0,0 0-1,0 0 1,0 0 0,-1 0 0,0 0-1,-1-3 107,2-102-612,29 161 706,-27-42-85,-1-1 1,1 0 0,1 0 0,-1 0 0,1-1 0,0 1 0,0-1 0,0 0 0,0 0-1,1 0 1,-1 0 0,1-1 0,0 0 0,1 0 0,-1 0 0,0-1 0,1 1-1,-1-1 1,1-1 0,0 1 0,0-1 0,-1 0 0,1 0 0,0-1 0,0 1-1,0-2 1,4 1-10,-8-1 3,0-1-1,0 1 0,0-1 0,0 1 1,-1-1-1,1 0 0,0 1 0,-1-1 1,1 0-1,-1 0 0,1 0 0,-1-1 1,0 1-1,0 0 0,0 0 1,0-1-1,-1 1 0,1 0 0,0-1 1,-1 1-1,0 0 0,1-1 0,-1 1 1,0-1-1,0 1 0,-1-1 0,1 1 1,0-1-1,-1 1 0,0 0 0,1-1 1,-1 1-1,0 0 0,0-1 0,0 1 1,-1 0-1,1 0 0,0 0 1,-1 0-1,1 0 0,-1 0 0,0 1 1,0-1-1,0 1 0,1-1 0,-3-1-2,-1-1 47,1 0-1,-1 0 1,0 0-1,0 1 1,0-1-1,0 1 1,-1 0-1,0 1 1,1-1-1,-1 1 0,0 0 1,0 1-1,0-1 1,0 1-1,0 0 1,0 1-1,0-1 1,-1 1-1,-4 1-46,-7 52-2522,22-16-5642,6-19-117</inkml:trace>
  <inkml:trace contextRef="#ctx0" brushRef="#br0" timeOffset="2119.822">2564 1179 11346,'0'0'5162,"0"0"-3535,0 0-1225,0 0-240,0 0 247,0 0 491,12 3-326,92 8 103,-103-12-740,1-1 0,-1 1 0,0-1 0,0 1 0,0-1 0,0 1 0,0-1 0,0 0-1,0 0 1,0 1 0,-1-1 0,1 0 0,-1 0 0,1 0 0,-1 0 0,0 0 0,1 0 0,-1 0 0,0 0 0,-1 1-1,1-1 1,0 0 0,0 0 0,-1 0 0,1 0 0,-1 0 0,0 0 0,1 1 0,-1-1 0,0 0 0,0 0 0,0 1-1,0-1 1,-1 1 0,1-1 0,0 1 0,-1-1 0,1 1 0,-1 0 0,1 0 0,-1 0 0,1 0 0,-2-1 63,-1 1 9,0 0-1,0 0 1,0 0 0,0 1 0,0-1 0,0 1 0,-1 0 0,1 0 0,0 0 0,0 1-1,0 0 1,0-1 0,0 1 0,0 1 0,1-1 0,-1 1 0,0-1 0,0 1 0,1 0-1,-1 0 1,1 1 0,0-1 0,0 1 0,0-1 0,0 1 0,0 0 0,0 0 0,1 1-1,-1-1 1,1 0 0,0 1 0,0 0 0,0-1 0,0 3-9,-18 141 1351,22-140-1325,0 1 0,1-1-1,-1 0 1,2-1 0,-1 1 0,1 0-1,0-1 1,0 0 0,1 0-1,0 0 1,0-1 0,0 1 0,1-1-1,-1 0 1,1-1 0,0 0-1,1 0 1,-1 0 0,1 0-1,0-1 1,0 0 0,0-1 0,0 1-1,0-1 1,1-1 0,-1 0-1,0 0 1,1 0 0,-1-1 0,1 0-1,-1 0 1,1-1 0,-1 0-1,1 0 1,-1 0 0,5-3-26,-6 3 16,0-1-1,0 0 1,-1 0 0,1 0 0,0-1-1,-1 0 1,0 0 0,0 0 0,0 0 0,0-1-1,0 0 1,-1 0 0,0-1 0,1 1-1,-2-1 1,1 0 0,0 0 0,-1 0-1,0 0 1,0 0 0,-1-1 0,0 0 0,0 1-1,0-1 1,0 0 0,-1 0 0,0 0-1,0 0 1,-1 0 0,1 0 0,-1 0-1,-1 0 1,1 0 0,-2-4-16,-8 4 386,8 31-217,4-21-197,0 0 1,1-1-1,-1 0 1,1 1 0,0-1-1,-1 0 1,1-1-1,1 1 1,-1 0-1,0-1 1,1 0-1,-1 0 1,1 0 0,0 0-1,0 0 1,-1-1-1,1 0 1,0 0-1,0 0 1,1 0-1,-1 0 1,0-1 0,0 0-1,0 0 1,0 0-1,0 0 1,0-1-1,1 0 28,33-27-7873,-29 6 2484</inkml:trace>
  <inkml:trace contextRef="#ctx0" brushRef="#br0" timeOffset="2364.275">2552 1095 6305,'0'0'9586,"0"0"-7697,0 0-1353,0 0-376,0 0-160,0 0-120,0 0-1616,89-47-6650</inkml:trace>
  <inkml:trace contextRef="#ctx0" brushRef="#br0" timeOffset="3079.284">3029 654 12939,'0'0'2604,"0"0"-1335,0 0-760,0 0-237,0 0-32,0 0 82,6 25 635,75 187 1681,-9-92-1831,6-3 1,72 81-808,-136-189-62,-38-46-195,13 23 211,0-1-1,-1 2 1,-1 0 0,0 0-1,0 1 1,-1 1-1,-1 0 1,0 1 0,0 0-1,-1 1 1,0 1-1,0 1 1,-1 0 0,0 1-1,-4 0 47,18 8-4,-1-1 0,1 0-1,0 1 1,-1-1 0,1 1 0,0 0-1,0 0 1,0 0 0,0 1 0,1-1-1,-1 1 1,1 0 0,-1-1 0,1 1-1,0 0 1,0 0 0,0 0 0,0 1-1,1-1 1,-1 0 0,1 1 0,0-1-1,0 1 1,0-1 0,0 1 0,1 0 0,0-1-1,-1 1 1,1 0 0,1-1 0,-1 1-1,0 0 1,1-1 0,0 1 0,0-1-1,0 1 1,0-1 0,0 1 0,1-1-1,0 0 1,-1 0 0,1 1 0,0-1-1,1 0 5,5 8 2,1-1 0,0 0 0,1-1-1,0 0 1,0 0 0,1-1-1,0 0 1,0-1 0,1 0 0,0-1-1,0 0 1,0-1 0,1-1 0,0 0-1,0 0 1,0-1 0,0-1-1,0 0 1,1-1 0,-1-1 0,0 0-1,1 0 1,-1-2 0,7 0-2,-11 2-22,1 0 0,-1-1 1,1 0-1,-1 0 0,1-1 1,-1 0-1,0 0 1,0-1-1,0 0 0,0-1 1,0 0-1,-1-1 0,0 0 1,0 0-1,0 0 0,0-1 1,-1 0-1,0-1 0,0 0 1,-1 0-1,0 0 0,0-1 1,-1 0-1,1 0 0,-2 0 1,1-1-1,-1 1 1,-1-1-1,0 0 0,0 0 1,0 0-1,-1-1 0,-1 1 1,0-1 21,-10-43-230,9 74 236,5-14 4,0 0 1,1-1 0,0 0 0,0 0-1,0-1 1,1 1 0,0-1 0,0-1-1,0 1 1,0-1 0,1-1 0,0 1 0,0-1-1,0 0 1,0-1 0,0 0 0,0-1-1,1 1 1,-1-1 0,0-1 0,1 0 0,-1 0-1,1-1 1,-1 0 0,0 0 0,5-2-11,-10 2 4,0-1 1,0 0 0,0 0-1,0-1 1,-1 1 0,1-1-1,-1 1 1,0-1 0,0 0-1,0 0 1,0 0 0,0 0-1,0 0 1,-1 0 0,0 0 0,1 0-1,-1-1 1,0 1 0,-1-1-1,1 1 1,-1 0 0,1-1-1,-1 1 1,0-1 0,0 1-1,-1-1 1,1 1 0,-1-1-1,0 1 1,0-1 0,0 1-1,0 0 1,0 0 0,-1-1 0,1 1-1,-1 0 1,0 0 0,0 0-1,0 1 1,0-1 0,-1 0-1,1 1 1,-2-1-5,-5-5 3,0 1-1,-1 0 1,0 0 0,-1 1 0,1 0-1,-1 1 1,0 0 0,0 1 0,-1 1-1,1-1 1,-1 2 0,0-1 0,0 2-1,1 0 1,-1 0 0,0 1-1,0 0 1,0 1 0,0 1 0,-6 1-3,15-2-21,-1 0 0,0 0 0,0 1 0,1-1 0,-1 1 1,1 0-1,0 0 0,-1 0 0,1 1 0,0-1 0,0 1 0,0 0 1,1-1-1,-1 1 0,1 1 0,-1-1 0,1 0 0,0 0 0,0 1 1,0-1-1,1 1 0,-1 0 0,1 0 0,0-1 0,0 1 1,1 0-1,-1 0 0,1 0 0,-1 0 0,1 0 0,0 0 0,1 0 1,-1 0-1,1 0 0,0-1 0,0 1 0,0 0 0,0 0 0,1 0 1,-1-1-1,1 1 0,0-1 0,0 0 0,0 1 0,1-1 1,-1 0-1,1 0 0,-1 0 0,1-1 0,0 1 0,0-1 0,2 2 21,134 14-9479,-101-19 6129,16 1 100</inkml:trace>
  <inkml:trace contextRef="#ctx0" brushRef="#br0" timeOffset="3649.913">3988 1050 888,'0'0'5665,"0"0"-146,0 0-2803,0 0-1447,0 0-509,0 0-373,-12 10 201,-34 33 1,44-40-565,1 0-1,-1-1 1,1 1 0,-1 0-1,1 0 1,0 0-1,0 0 1,1 1-1,-1-1 1,1 0 0,-1 0-1,1 0 1,0 1-1,0-1 1,1 0-1,-1 0 1,0 0 0,1 1-1,0-1 1,0 0-1,0 0 1,0 0-1,1 0 1,-1 0 0,1-1-1,-1 1 1,1 0-1,0-1 1,0 1-1,0-1 1,1 1-1,-1-1 1,0 0 0,1 0-1,0 0 1,-1 0-1,1-1 1,0 1-1,0-1 1,0 0 0,0 0-1,0 0 1,0 0-1,0 0 1,0 0-1,4-1-23,-4 1-10,1-1-1,0 0 1,0 1-1,0-2 0,0 1 1,0 0-1,0-1 1,0 0-1,0 0 0,0 0 1,-1 0-1,1-1 1,0 1-1,-1-1 0,1 0 1,-1 0-1,0 0 1,1-1-1,-1 1 0,0-1 1,0 0-1,-1 0 0,1 0 1,-1 0-1,1 0 1,-1 0-1,0-1 0,0 1 1,0-1-1,-1 1 1,1-1-1,-1 0 0,0 0 1,0 0-1,0 1 1,-1-1-1,0 0 0,1 0 1,-1 0-1,0 0 1,-1 0-1,1 0 0,-1 0 1,0-2 10,1-3-23,1 7 19,-1 0-1,1 1 1,-1-1 0,0 1-1,1-1 1,-1 0-1,0 1 1,0-1-1,0 0 1,0 0-1,0 1 1,-1-1-1,1 1 1,0-1 0,-1 0-1,1 1 1,-1-1-1,0 1 1,1-1-1,-1 1 1,0-1-1,0 1 1,0-1-1,0 1 1,0 0 0,0 0-1,-1-1 1,1 1-1,0 0 1,0 0-1,-1 0 1,1 0-1,-1 1 1,1-1 0,-1 0-1,1 1 1,-1-1-1,0 1 1,1-1-1,-1 1 1,0 0-1,1-1 5,-3 57 399,7-51-381,1-1 0,-1 0 0,1 0 0,0 0 0,0 0-1,0-1 1,0 1 0,1-1 0,-1 0 0,1 0 0,0-1 0,0 1 0,0-1 0,0 0-1,0-1 1,1 1 0,-1-1 0,1 0 0,-1 0 0,0-1 0,1 0 0,-1 0 0,1 0-1,-1 0 1,1-1 0,-1 0 0,1 0 0,-1-1-18,12 2 45,-12 1-42,0-1 1,0 0 0,1 0 0,-1 0-1,0-1 1,1 0 0,-1 0 0,0 0-1,0-1 1,0 0 0,0 0 0,0 0-1,0 0 1,-1-1 0,1 1 0,-1-1-1,0-1 1,0 1 0,0 0 0,0-1-1,0 0 1,-1 0 0,1 0 0,-1 0-1,0-1 1,-1 1 0,1-1 0,-1 0-1,0 0 1,0 0 0,0 0 0,-1 0-1,1 0 1,-1 0 0,-1-1 0,1 1-1,-1 0 1,0 0 0,0-1 0,0 1-1,-1 0 1,0-1 0,0 0-4,-4 1 4,0 1 0,0-1 0,-1 1 0,1 0-1,-1 1 1,0-1 0,0 1 0,0 0 0,-1 1 0,1 0 0,-1 0 0,1 0 0,-1 0 0,0 1 0,1 0 0,-1 1-1,0 0 1,0 0 0,0 0 0,1 1 0,-1-1 0,0 2 0,0-1 0,1 1 0,-1 0 0,1 0 0,0 1 0,-1 0-1,1 0 1,1 1 0,-4 1-4,6-3-5,0-1 0,0 1 0,0 0 0,0 0 0,0 0 0,0 1 0,1-1 0,-1 1 0,1-1 0,0 1 0,0 0 0,0 0 0,0 0 0,0 0 0,0 0 0,1 0 0,0 0 0,0 1 0,-1-1-1,2 0 1,-1 1 0,0-1 0,1 1 0,0-1 0,-1 1 0,2-1 0,-1 1 0,0-1 0,1 1 0,-1-1 0,1 1 0,0-1 0,0 1 0,0-1 0,1 0 0,-1 0 0,1 0 0,0 0 0,0 0 0,0 0 0,0 0 0,0 0 0,0-1-1,1 1 1,0-1 0,-1 0 0,1 0 0,0 0 0,0 0 0,2 1 5,104-5-4646,-11-41-7438,-57 12 9466</inkml:trace>
  <inkml:trace contextRef="#ctx0" brushRef="#br0" timeOffset="3897.915">4230 459 4417,'0'0'9570,"0"0"-5985,0 0-2126,0 0-1114,0 0 273,6 29 1195,54 209 985,86 202-1569,-136-419-1622,-1-1-1962,-4-7-3601,-4-7-2540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1:43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3809,'0'0'6776,"0"0"-3327,0 0-1705,0 0-525,0 0-296,0 0 272,17-2 189,337-7 291,-319 10-2020,12 0-1906,-17-4-2799,-20-1-647,-6 0-1926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1:4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6249,'0'0'1113,"0"0"3528,0 0-3409,0 0-616,0 0 192,0 0 248,0 0-39,47 4-505,-19-2-160,4-2-200,0 0-152,2 3 0,3-3-80,1 2 24,1-2-1689,8 0-2207,-10 0-4378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1:44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1120 8026,'0'0'2135,"0"0"169,0 0-1237,0 0-840,0 0-136,0 0 87,-7 9 586,4-4-644,1-3-76,1-1 1,-1 1-1,1 0 1,-1 0-1,1 0 1,0 0-1,-1 0 1,1 0 0,0 0-1,1 0 1,-1 1-1,0-1 1,1 0-1,-1 0 1,1 1 0,-1-1-1,1 0 1,0 1-1,0-1 1,0 1-1,1-1 1,-1 0-1,0 1 1,1-1 0,0 0-1,-1 0 1,1 1-1,0-1 1,0 0-1,0 0 1,0 0 0,1 0-1,0 0-44,3 7 83,2-1 0,-1 0-1,1 0 1,1-1 0,-1 0 0,1 0-1,0 0 1,1-1 0,0-1-1,0 1 1,0-2 0,0 1 0,1-1-1,0 0 1,-1-1 0,2-1-1,-1 1 1,0-1 0,0-1 0,1 0-1,-1 0 1,0-1 0,1-1 0,-1 0-1,1 0 1,-1-1 0,0 0-1,0 0 1,0-1 0,0-1 0,-1 0-1,1 0 1,-1-1 0,3-1-83,-6 0-4,0-1 1,-1 1 0,0-1-1,0 0 1,0 0 0,-1 0-1,0-1 1,0 1 0,-1-1-1,0 0 1,0 0 0,-1-1-1,0 1 1,0 0 0,-1-1-1,0 1 1,-1-1-1,0 1 1,0-1 0,-1 1-1,0-1 1,0 1 0,-1 0-1,0-1 1,0 1 0,-1 0-1,0 0 1,-1 1 0,0-1-1,0 1 1,0-1 0,-1 1-1,0 1 1,-1-1 0,1 1-1,-1 0 1,-1 0-1,1 0 1,-1 1 0,0 0-1,0 0 1,0 1 0,-1 0-1,1 0 1,-4 0 3,6 1-8,-1-1-1,0 1 1,0 1 0,0-1 0,0 1-1,0 0 1,0 0 0,-1 1-1,1 0 1,-1 0 0,1 0-1,-1 1 1,1 0 0,-1 1 0,1-1-1,0 1 1,-1 0 0,1 1-1,-1-1 1,1 1 0,0 1 0,0-1-1,0 1 1,1 0 0,-1 0-1,0 1 1,1-1 0,0 1-1,0 1 1,0-1 0,1 1 0,-1 0-1,1 0 1,0 0 0,0 0-1,-2 6 9,2-6-23,1-1 0,0 1 0,0 0 0,1 0 0,0 1-1,-1-1 1,2 0 0,-1 1 0,1 0 0,-1-1 0,2 1 0,-1 0-1,0-1 1,1 1 0,0 0 0,1 0 0,-1-1 0,1 1 0,0 0-1,1-1 1,-1 1 0,1-1 0,0 1 0,0-1 0,1 0 0,0 0-1,0 0 1,0 0 0,0-1 0,1 1 0,0 0 23,5-4-466,-1 0 0,1 0 0,-1-1 0,1 0 0,-1-1 0,1 0 0,-1 0-1,1 0 1,-1-2 0,0 1 0,0-1 0,0 0 0,0 0 0,0-1 0,-1 0 0,0 0 0,0-1 0,0 0 0,0 0 0,-1-1 0,1 0 0,-2 0 0,1 0 0,0-2 466,38-38-3002</inkml:trace>
  <inkml:trace contextRef="#ctx0" brushRef="#br0" timeOffset="262.458">28 469 6161,'0'0'6032,"0"0"-3773,0 0-1524,7 21-17,74 164 2173,-12-80-1396,5-3-1,4-3 1,67 64-1495,-112-108-3475,-30-35-2414,-8 1-5366,-3-12 9122</inkml:trace>
  <inkml:trace contextRef="#ctx0" brushRef="#br0" timeOffset="677.487">819 1100 1856,'0'0'8279,"0"0"-3531,0 0-2657,0 0-1016,0 0-781,0 0 192,5-22 192,24-162 379,-29 182-1048,0-1-1,-1 1 0,1 0 1,-1-1-1,0 1 0,1 0 0,-1 0 1,0 0-1,0 0 0,-1 0 1,1 0-1,0 0 0,-1 0 0,1 0 1,-1 1-1,1-1 0,-1 0 1,0 1-1,0 0 0,0-1 1,0 1-1,0 0 0,0 0 0,0 0 1,0 0-1,0 0 0,0 1 1,-1-1-1,1 1 0,0-1 0,-1 1 1,1 0-1,0 0 0,-1 0 1,1 0-1,0 0 0,0 0 0,-1 1 1,1-1-1,0 1 0,0 0 1,-1 0-1,1-1 0,0 1 0,0 1 1,0-1-1,0 0 0,0 0 1,0 1-1,1-1 0,-1 1 1,0 0-1,1-1 0,-1 1 0,1 0 1,0 0-1,-1 0 0,1 0 1,0 0-1,-1 2-8,-1 1 13,0 0 1,0 1-1,1-1 1,0 1-1,0 0 1,0 0-1,0 0 1,1-1 0,0 1-1,0 1 1,1-1-1,-1 0 1,1 0-1,1 0 1,-1 0-1,1 0 1,0 0-1,1 0 1,-1 0-1,1-1 1,0 1-1,1 0 1,-1-1-1,1 1 1,0-1-1,0 0 1,1 0-1,0 0 1,0-1 0,0 1-1,0-1 1,1 0-1,-1 0 1,1 0-1,0-1 1,0 1-1,1-1 1,-1-1-1,1 1 1,-1-1-1,1 0 1,0 0-1,4 0-13,3 1-131,-1-2-1,1 0 1,0 0-1,0-1 0,-1-1 1,1 0-1,0-1 1,-1 0-1,1-1 0,-1-1 1,6-2 131,68-55-10329,-65 37 8144</inkml:trace>
  <inkml:trace contextRef="#ctx0" brushRef="#br0" timeOffset="1156.576">1357 789 6537,'0'0'1337,"0"0"3057,0 0-1705,0 0-1277,0 0-615,0 0-102,-4-3 199,1 2-876,0 0 0,0 0 0,0 0 1,0 0-1,0 0 0,0 1 0,0-1 1,0 1-1,0 0 0,0-1 0,0 2 1,0-1-1,0 0 0,0 1 0,0-1 1,0 1-1,0 0 0,0 0 0,0 0 0,0 0 1,0 1-1,1-1 0,-1 1 0,0-1 1,1 1-1,-1 0 0,1 0 0,0 0 1,0 1-1,0-1 0,-1 1-18,-3 3 15,-1-2 30,1 1 1,1 0 0,-1 0 0,0 1 0,1-1-1,0 1 1,1 0 0,-1 1 0,1-1 0,0 1-1,1 0 1,0 0 0,0 0 0,0 0 0,-1 6-46,45-9-3,210-25-2504,-248 22 2498,1 0 0,0 1 1,-1-1-1,1 1 0,-1 0 1,1 0-1,-1 0 0,0 0 0,0 1 1,0-1-1,0 1 0,-1 0 1,1 0-1,-1 0 0,1 0 0,-1 0 1,0 1-1,0-1 0,-1 1 1,1-1-1,-1 1 0,1 0 1,-1 0-1,0-1 0,-1 1 0,1 0 1,-1 0-1,1 0 0,-1 0 1,0 0-1,-1 0 0,1-1 1,-1 1-1,0 0 0,0 0 0,0 0 1,0-1-1,-1 3 9,-4 0 104,1 1 0,-1-1 0,0-1-1,0 1 1,-1-1 0,0 0 0,0-1 0,0 0 0,0 0 0,-1 0-1,0-1 1,0 0 0,1 0 0,-1-1 0,-1 0 0,-6 0-104,-78 10-1563,85-20-8323,8-4 4556</inkml:trace>
  <inkml:trace contextRef="#ctx0" brushRef="#br0" timeOffset="1810">1652 836 5977,'0'0'4387,"0"0"-1814,0 0-1396,0 0-767,0 0-270,0 0 123,-2 18 811,11 133 566,47 168-142,-129-488-3032,62 132 1357,1 0-1,1-1 0,2 0 1,2 0-1,2 0 1,1-30 177,2 65-1,1 0 1,0 0 0,-1 0-1,1 0 1,1 0 0,-1 0-1,0 0 1,1 0 0,-1 1 0,1-1-1,0 0 1,0 1 0,0 0-1,0-1 1,0 1 0,1 0-1,-1 0 1,1 0 0,0 0 0,-1 1-1,1-1 1,0 1 0,0-1-1,0 1 1,0 0 0,0 0-1,0 0 1,0 1 0,0-1 0,0 1-1,0 0 1,1 0 0,1 0 0,108 18-137,-108-15 142,0 1 0,0 0 0,-1-1 0,1 2 0,-1-1 0,0 0 0,0 1 0,0 0-1,-1 0 1,1 0 0,-1 0 0,-1 1 0,1-1 0,-1 1 0,1 0 0,-2-1 0,1 1 0,-1 0 0,0 0 0,0 0 0,0 0 0,-1 1 0,0-1 0,0 0 0,-1 2-5,-2-2 48,-1-1 1,1 0-1,-1 0 1,0 0-1,0 0 1,-1-1-1,1 1 1,-1-1-1,0 0 1,0-1-1,-1 1 1,1-1-1,-1 0 1,0 0-1,1-1 1,-1 0-1,-4 1-48,-10 7 61,4-1 268,21-19-5981,-3 7 5213,44-66-5940,-24 35 1806</inkml:trace>
  <inkml:trace contextRef="#ctx0" brushRef="#br0" timeOffset="2461.738">1805 242 5921,'0'0'1759,"0"0"2336,0 0-2390,0 0-1238,0 0-318,0 0 57,1 14 775,8 40-60,3 0 0,3-1 0,1-1 0,3 0-1,7 9-920,-3-2 877,-8-20-427,-9-16-336,2 0 0,0-1 0,2 0 0,0 0 0,2-1 0,0-1 0,1 0 0,1-1 0,1 0 0,14 13-114,-28-30-76,1-1 0,-1 1 0,1-1 0,-1 1 0,1-1-1,-1 0 1,1 0 0,0 0 0,0 0 0,0 0 0,-1 0 0,1 0 0,0 0-1,0-1 1,0 1 0,0-1 0,0 0 0,0 1 0,0-1 0,0 0 0,0 0 0,0 0-1,1-1 1,-1 1 0,0 0 0,0-1 0,0 1 0,-1-1 0,1 0 0,0 1 0,0-1-1,0 0 1,0 0 0,-1-1 0,1 1 0,0 0 0,-1 0 0,1-1 0,-1 1 0,0-1-1,1 1 1,-1-1 0,0 0 0,0 1 0,0-1 0,0 0 0,0 0 0,0 0-1,-1 0 1,1 0 0,0 0 0,-1 0 0,0 0 0,1-2 76,11-125-3230,16 142 5653,-21-5-2319,-3-2-1,0 0 0,0 0 0,1 0 0,0 0 0,0-1 0,1 0 0,-1 0 0,1 0 0,0-1 0,0 0 0,1 0 0,-1 0 0,1-1 0,0 0 0,0 0 0,0-1 0,0 0 0,0 0 0,1 0 1,6-1-104,-7-69-419,-9 61 370,-1 0 1,1 0 0,-1 0-1,0 0 1,0 1 0,-1-1-1,0 1 1,0 0 0,-1 1-1,1-1 1,-1 1-1,-1-1 1,1 1 0,-1 1-1,-2-3 49,6 5-6,0 0 0,-1 1 0,1-1 0,0 0 0,0 1 0,-1-1 0,1 1 0,-1 0-1,1 0 1,-1 0 0,0 0 0,1 0 0,-1 1 0,0-1 0,1 1 0,-1 0 0,0 0 0,0 0-1,1 0 1,-1 0 0,0 0 0,0 1 0,1-1 0,-1 1 0,0 0 0,1 0 0,-1 0-1,1 0 1,-1 0 0,1 1 0,0-1 0,-1 1 0,1 0 0,0-1 0,0 1 0,0 0 0,0 0-1,0 0 1,1 1 0,-2 0 6,-2 5-20,0 1 1,1-1-1,-1 1 0,2 0 1,-1 0-1,1 1 0,1-1 0,0 1 1,0-1-1,1 1 0,0 0 0,0-1 1,1 1-1,1 0 0,0 6 20,2-13-296,-1-1 1,0 0-1,1 1 0,-1-1 1,1-1-1,-1 1 0,1 0 1,0-1-1,0 1 0,0-1 0,0 0 1,0 0-1,0 0 0,0 0 1,0 0-1,0-1 0,1 1 0,-1-1 1,0 0-1,0 0 0,0 0 1,1-1-1,-1 1 0,0-1 0,0 0 1,0 1-1,0-1 0,0-1 1,0 1-1,0 0 296,62-54-5873,-42 26 2972</inkml:trace>
  <inkml:trace contextRef="#ctx0" brushRef="#br0" timeOffset="2709.607">2376 716 6513,'0'0'758,"0"0"238,0 0 2255,0 0-1299,0 0-109,0 0-316,8 11-415,70 97 475,-30-79-2251,-31-29-2609,-6-12-3873,-8-4 5523</inkml:trace>
  <inkml:trace contextRef="#ctx0" brushRef="#br0" timeOffset="3113.356">2670 520 6545,'0'0'7934,"0"0"-5012,0 0-2164,0 0-509,0 0-196,0 0 39,9 0 111,13 0-128,-17-2-67,0 1 1,0 0 0,0 0-1,0 0 1,1 1-1,-1 0 1,0 0 0,0 0-1,1 1 1,-1 0-1,0 0 1,0 0-1,0 0 1,0 1 0,0 0-1,0 0 1,0 0-1,-1 1 1,1-1 0,-1 1-1,1 0 1,-1 1-1,0-1 1,-1 1 0,1 0-1,0 0 1,-1 0-1,0 0 1,0 0 0,0 1-1,-1-1 1,1 1-1,-1 0 1,0 0-1,0 0 1,-1 0-9,-14 214 1234,12-218-1216,0 1 0,1-1 0,-1 0 1,1 1-1,-1-1 0,1 1 1,-1-1-1,1 1 0,0-1 0,0 1 1,0-1-1,0 1 0,0-1 0,0 1 1,0-1-1,0 1 0,0-1 0,1 1 1,-1-1-1,1 1 0,-1-1 0,1 0 1,-1 1-1,1-1 0,0 0 1,0 1-1,0-1 0,0 0 0,0 0 1,0 0-1,0 0 0,0 0 0,0 0 1,0 0-1,1 0 0,-1 0 0,0 0 1,1-1-1,-1 1 0,0-1 0,1 1 1,-1-1-1,1 1 0,-1-1 1,1 0-1,-1 0 0,1 0 0,-1 0 1,2 0-19,175-4-1013,-170-16-6647,-35-13 1511,6 15 1134</inkml:trace>
  <inkml:trace contextRef="#ctx0" brushRef="#br0" timeOffset="3362.273">2563 709 6305,'0'0'7122,"0"0"-5218,0 0-1304,0 0 217,0 0 23,144-27 80,-92 12-472,0-3-136,-1 0-312,-4 3 0,-10 6 0,-14 4-1312,-11 5-1449,-12 0-2808,0 0-808,0 7 5817</inkml:trace>
  <inkml:trace contextRef="#ctx0" brushRef="#br0" timeOffset="3730.919">3075 638 9978,'0'0'2213,"0"0"1939,0 0-2350,0 0-1148,0 0-154,0 0 553,16 13-12,114 106-216,-127-115-822,1 0 1,0 0-1,0-1 0,0 1 0,1-1 0,-1 0 1,1-1-1,-1 1 0,1-1 0,0 0 1,0 0-1,0 0 0,0-1 0,1 1 1,-1-1-1,0-1 0,1 1 0,-1-1 0,5 0-3,-8-3-15,1 1-1,-1-1 0,1-1 1,-1 1-1,0 0 0,0 0 1,0-1-1,-1 1 0,1-1 1,-1 1-1,0-1 0,0 0 1,0 0-1,0 1 0,-1-1 1,1 0-1,-1 0 0,0 0 1,0 0-1,-1 1 0,1-1 0,-2-4 16,2 2-93,1 3 74,0-1 0,0 0 1,-1 0-1,0 1 0,0-1 1,0 0-1,0 0 1,0 1-1,-1-1 0,1 0 1,-1 0-1,0 1 0,0-1 1,-1 1-1,1-1 1,-1 1-1,0-1 0,0 1 1,0 0-1,0 0 0,0 0 1,-1 0-1,1 0 0,-1 1 1,0-1-1,0 1 1,0 0-1,0-1 0,0 1 1,0 1-1,-1-1 0,1 0 1,-1 1-1,1 0 0,-1-1 1,1 2-1,-3-2 19,-48 28-1303,44-9-1454,0 3-3386,6-13 2859,1 1-227</inkml:trace>
  <inkml:trace contextRef="#ctx0" brushRef="#br0" timeOffset="4626.902">3510 593 6121,'0'0'6534,"0"0"-3356,0 0-1654,0 0-934,0 0-442,0 0-72,0 0 5,-13 4-153,-40 12 35,52-16 25,1 1 1,0 0 0,-1-1-1,1 1 1,0 0 0,-1 0-1,1-1 1,0 1 0,0 0-1,-1 0 1,1-1 0,0 1 0,0 0-1,0 0 1,0 0 0,0-1-1,0 1 1,1 0 0,-1 0-1,0-1 1,0 1 0,0 0-1,1 0 1,-1-1 0,0 1 0,1 0-1,-1-1 1,1 1 0,-1 0-1,0-1 1,1 1 0,0 0-1,-1-1 1,1 1 0,-1-1 0,1 1-1,0-1 1,-1 0 0,1 1-1,0-1 1,-1 0 0,1 1-1,0-1 1,0 0 0,-1 0-1,1 1 1,0-1 0,0 0 0,0 0-1,-1 0 1,1 0 0,0 0-1,0 0 1,0 0 0,-1-1-1,1 1 1,0 0 0,0 0-1,0-1 12,4 4-23,159 102 803,-159-106-787,0 0-1,-1-1 1,1 0 0,-1 0 0,1 0 0,-1 0-1,0-1 1,0 0 0,0 0 0,0 0 0,-1 0-1,1-1 1,-1 1 0,0-1 0,0 0 0,0 0-1,0 0 1,-1 0 0,0 0 0,0-1-1,0 1 1,0-1 0,-1 1 0,1-1 0,-1 0-1,0 0 8,24-42-372,-24 45 371,1 0 1,0 0-1,0 0 1,-1 0-1,2 1 0,-1-1 1,0 1-1,0-1 1,0 1-1,1 0 1,-1-1-1,0 1 0,1 1 1,-1-1-1,1 0 1,0 1-1,-1-1 1,1 1-1,-1-1 0,1 1 1,0 0-1,-1 0 1,1 1-1,0-1 1,-1 1-1,1-1 1,-1 1-1,1 0 0,-1-1 1,1 1-1,-1 1 1,0-1-1,1 0 1,-1 1-1,0-1 0,0 1 1,0-1-1,0 1 1,0 0-1,0 0 1,0 0-1,-1 0 1,1 0-1,-1 0 0,0 1 1,1-1-1,-1 0 1,0 1-1,0-1 1,-1 1-1,1-1 0,0 2 1,54 54 914,2-102-1227,-54 45 319,1 0 1,-1 0-1,1 0 0,-1 1 1,1-1-1,-1 1 1,0 0-1,0 0 1,0 0-1,0 0 1,0 0-1,0 1 1,0 0-1,-1-1 1,0 1-1,1 0 1,-1 0-1,0 0 1,0 1-1,-1-1 1,2 3-7,-1-2 33,0-1 1,0 1 0,0 0-1,0-1 1,0 0-1,1 0 1,-1 0 0,1 0-1,0 0 1,0 0 0,0 0-1,1-1 1,-1 0 0,0 0-1,1 0 1,0 0 0,-1 0-1,1-1 1,0 1-1,0-1 1,0 0 0,1 0-34,-1-2 14,0-1 0,-1 0 1,1 0-1,-1 0 0,0 0 0,0 0 1,1 0-1,-1-1 0,-1 0 0,1 1 1,0-1-1,-1 0 0,1-1 1,-1 1-1,0 0 0,0-1 0,0 1 1,-1-1-1,1 1 0,-1-1 0,0 0 1,0 0-1,0 1 0,-1-1 1,1 0-1,-1 0 0,0 0 0,0 0 1,0 0-1,0 0 0,-2-3-14,6-21-380,31 51 1015,-33-20-507,0 2-75,0 0 1,0 0-1,1 0 1,0 0 0,0-1-1,0 1 1,0-1-1,1 0 1,-1 0 0,1 0-1,0 0 1,0 0-1,1-1 1,-1 0 0,1 0-1,0 0 1,0-1-1,-1 0 1,2 1 0,-1-2-1,0 1 1,0-1-1,1 1 1,-1-1 0,0-1-1,1 1 1,-1-1-1,1 0 1,2 0-54,3-85-12316,-11 52 7967</inkml:trace>
  <inkml:trace contextRef="#ctx0" brushRef="#br0" timeOffset="4792.695">4103 389 8890,'0'0'1992,"0"0"3161,0 0-4008,0 0-937,0 0 136,0 0-224,0 0-240,42 42 96,-17-29-2313,12 10-3648,-5-8 1392,-5 1 32</inkml:trace>
  <inkml:trace contextRef="#ctx0" brushRef="#br0" timeOffset="5962.683">4404 589 5753,'0'0'1403,"0"0"1214,0 0 219,0 0-698,0 0-610,0 0-219,4 0 258,15-22 1073,-19 22-2921,0 9 268,-2-5 29,1 0 1,0 0-1,0 0 0,1 0 0,0 0 0,-1 1 0,1-1 0,0 0 0,1 0 0,-1 0 0,1 0 0,0 0 0,0 0 0,0 0 0,0 0 0,1 0 0,0 0 0,0 0 0,0-1 0,0 1 0,0-1 0,1 1 0,-1-1 0,1 0 0,0 0 0,0 0 0,0-1 0,0 1 0,1-1 0,-1 1 0,1-1 0,0 0 0,-1-1 0,1 1 0,0-1 0,0 1 0,1-1-16,0-3-18,0 0 1,1 0-1,-1 0 1,0-1-1,-1 0 0,1 0 1,0 0-1,-1 0 0,1-1 1,-1 0-1,0 0 0,-1 0 1,1 0-1,-1-1 0,1 1 1,-1-1-1,-1 0 1,1 0-1,-1 0 0,0 0 1,0 0-1,0-1 0,-1 1 1,1-1-1,-1 1 0,-1-1 1,1 1-1,-1-1 1,0 1-1,0-1 0,-1-3 18,33 19-72,-27-6 93,-1 1 1,1-1-1,0 0 0,1-1 0,-1 1 0,1-1 0,0 0 0,-1-1 1,1 1-1,0-1 0,1 0 0,-1-1 0,0 1 0,1-1 1,-1 0-1,0-1 0,1 0 0,-1 0 0,1 0 0,-1-1 0,0 0 1,1 0-1,-1 0 0,0-1 0,0 0 0,0 0 0,0-1 0,0 0 1,0 0-1,2-2-21,-2 2-207,0-1 0,-1 1 1,0-1-1,1-1 0,-2 1 1,1-1-1,0 0 0,-1 0 1,0 0-1,0 0 0,0-1 0,-1 0 1,0 0-1,0 0 0,0 0 1,-1 0-1,0 0 0,0-1 1,-1-1 206,2-10-137,-2-1 1,-1 1 0,0-1-1,-1 1 1,-1-1 0,-1 1-1,-1 0 1,0 0 0,-1 0 0,-1 1-1,-1 0 1,-3-5 136,-3-7 747,-2 1 0,-2 1 0,0 0 0,-2 2 0,0 0-1,-19-18-746,-7 3 1714,38 49-1559,6 26 42,2 1 0,2 0 1,1 0-1,2 0 0,1-1 1,2 0-1,1-1 0,2 0 0,1 0 1,2-2-1,1 1 0,1-2 0,14 17-197,55 72-90,-120-121-2661,31 1 2693,0-1 1,0 1 0,0-1 0,0 0 0,0 0 0,1 0 0,-1 0-1,0 0 1,1 0 0,-1-1 0,1 1 0,-1-1 0,1 0 0,0 0 0,-1 0-1,1 0 1,0 0 0,0 0 0,1 0 0,-1-1 0,0 1 0,1-1-1,-1 1 1,1-1 0,-1-1 57,36-10 863,46-12-556,-52 15-296,0 1 0,1 2 0,1 1 0,-1 1 0,1 2 0,25-1-11,-51 6 0,1 1-1,-1 0 0,0-1 0,0 2 0,0-1 0,0 0 1,0 1-1,0 0 0,-1 0 0,1 0 0,-1 0 0,0 0 0,0 1 1,0-1-1,-1 1 0,1 0 0,-1 0 0,0 0 0,0 0 1,1 3-1,29 37 190,-29-41-170,0 1 0,1-1-1,-1 0 1,0 0-1,1-1 1,0 1-1,0-1 1,0 1-1,0-1 1,0-1-1,0 1 1,0 0-1,1-1 1,-1 0-1,1 0 1,-1 0 0,1-1-1,-1 1 1,1-1-1,-1 0 1,1-1-1,-1 1 1,1-1-1,-1 0 1,1 0-1,-1 0 1,0 0-1,0-1 1,1 0-1,-1 0 1,0 0 0,0 0-1,-1-1 1,1 1-1,0-1 1,-1 0-1,0 0 1,1 0-1,-1-1 1,-1 1-1,1-1 1,0 0-1,-1 0 1,0 0-1,0 0 1,0 0 0,0 0-1,1-4-18,-3 3 9,-1-1-1,1 1 1,-1 0 0,1 0-1,-2 0 1,1 0-1,0 1 1,-1-1 0,0 0-1,0 0 1,0 1 0,-1-1-1,0 1 1,1 0-1,-2 0 1,1 0 0,0 0-1,-1 1 1,0-1 0,1 1-1,-1 0 1,-1 0-1,1 0 1,0 0 0,-1 1-1,1 0 1,-1 0 0,0 0-1,0 1 1,0-1-9,-2-1 65,0 1 0,0 0 1,0 0-1,-1 0 0,1 1 1,0 0-1,-1 1 0,1 0 0,0 0 1,-1 0-1,1 1 0,0 0 1,-1 0-1,1 1 0,0 0 1,0 0-1,-4 3-65,-13 43-6977,24-40-2458</inkml:trace>
  <inkml:trace contextRef="#ctx0" brushRef="#br0" timeOffset="6218.847">5351 540 8602,'0'0'11986,"0"0"-11986,0 0-5169,0 0-3192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1:55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40 6601,'0'0'330,"0"0"335,0 0 1584,0 0-916,0 0-594,0 0-400,-6-6 56,3 3-276,0 0-1,0 0 1,0 1 0,0-1 0,-1 1 0,1-1 0,-1 1-1,1 0 1,-1 0 0,0 1 0,0-1 0,0 1-1,0 0 1,0 0 0,0 0 0,0 0 0,0 1 0,0 0-1,-1 0 1,1 0 0,0 0 0,0 1 0,0-1 0,0 1-1,0 0 1,0 0 0,0 1 0,0-1 0,-2 2-119,-5 4 74,0 0 1,1 0-1,0 1 1,0 1 0,1-1-1,0 2 1,0-1-1,1 1 1,1 0-1,0 1 1,0 0 0,1 0-1,0 1 1,1-1-1,0 1 1,1 0-1,0 1 1,1-1 0,0 4-75,-12 246 1561,23-197-1021,2-1 0,3 0 0,3 0 1,3-2-1,13 29-540,53 204 1085,-72-207-808,-5-1 1,-3 1-1,-5 68-277,0-150 16,1 0 0,-1-1 0,0 1 0,-1-1 0,1 1 0,-1 0 0,0-1 0,0 1 0,-1-1 0,0 0 0,0 1 0,0-1 0,0 0 0,-1 0 0,0 0 0,0-1 0,0 1-1,-1-1 1,0 1 0,1-1 0,-2 0 0,1-1 0,0 1 0,-1-1 0,1 0 0,-1 0 0,0 0 0,0 0 0,0-1 0,0 0 0,-1 0 0,1-1 0,-1 1 0,1-1 0,-1 0 0,1-1 0,-1 1 0,1-1 0,-6 0-16,-56-1-143,59-32-5877,8 16 430</inkml:trace>
  <inkml:trace contextRef="#ctx0" brushRef="#br0" timeOffset="601.315">472 1132 4641,'0'0'1567,"0"0"12,0 0 2084,0 0-1909,0 0-1007,0 0 459,4 8 6,-1 0-1091,0 1 1,0-2 0,1 1-1,0 0 1,1-1 0,0 0-1,0 0 1,0 0 0,1 0-1,0-1 1,0 0-1,1 0 1,0-1 0,0 0-1,0 0 1,0-1 0,1 0-1,0 0 1,0 0 0,0-1-1,0 0 1,0-1-1,1 0 1,3 0-122,-9-2 20,0 0 0,0 0 1,0 0-1,0 0 0,0-1 0,0 1 0,-1-1 0,1 0 0,0 0 0,0 0 1,0 0-1,-1-1 0,1 1 0,-1-1 0,1 1 0,-1-1 0,1 0 0,-1 0 1,0 0-1,0 0 0,0-1 0,0 1 0,0 0 0,-1-1 0,1 1 1,-1-1-1,0 0 0,1 1 0,-1-1 0,0 0 0,-1 0 0,1 0 0,0 0 1,-1 0-1,0 0 0,1 0 0,-1 0 0,-1 0 0,1 0 0,0 0 0,-1 0 1,0-1-21,3-2-1,-1 0-1,-1 0 1,1 0 0,-1 0 0,0 0 0,-1-1 0,1 1 0,-1 0 0,0 0 0,-1 0-1,0 0 1,1 1 0,-2-1 0,1 0 0,-1 1 0,0-1 0,0 1 0,0 0 0,-1 0-1,0 0 1,0 1 0,0-1 0,0 1 0,-1 0 0,0 0 0,0 1 0,0-1 0,0 1-1,0 0 1,-1 0 0,1 1 0,-1 0 0,0 0 0,0 0 0,0 0 0,-1 1 1,2 0-7,0 1 0,0 0 1,0 0-1,0 0 0,0 1 1,0-1-1,0 1 0,0 0 1,0 1-1,1-1 0,-1 1 1,0 0-1,1 0 0,-1 0 1,1 1-1,0 0 0,0 0 1,0 0-1,0 0 0,0 0 1,1 1-1,-1 0 0,1-1 1,0 1-1,0 1 0,1-1 1,-1 0-1,1 1 0,0-1 1,0 1-1,0 0 0,1-1 1,-1 1-1,1 0 0,1 0 1,-1 0-1,0 0 0,1 0 1,0 2 6,-1-2-16,0 0 0,1 0-1,-1 1 1,1-1 0,0 0 0,1 1 0,-1-1 0,1 0 0,0 1 0,0-1 0,1 0 0,0 0 0,-1 0 0,2 0 0,-1 0 0,0-1 0,1 1 0,0-1 0,0 1 0,1-1 0,-1 0 0,1 0 0,0 0 16,81 23-3518,-79-27 2922,0 0-1,0 0 0,0-1 1,0 1-1,0-1 0,0-1 0,0 1 1,0-1-1,-1 0 0,1 0 0,-1-1 1,1 1-1,-1-1 0,0-1 1,0 1-1,0-1 0,-1 0 0,4-2 597,15-21-1301</inkml:trace>
  <inkml:trace contextRef="#ctx0" brushRef="#br0" timeOffset="1621.891">709 1056 6081,'0'0'1627,"0"0"2034,0 0-1683,0 0-406,0 0-226,6 24-334,23 78-338,-26-95-639,0 0 0,0 0 1,1 0-1,0-1 1,0 0-1,0 0 1,1 0-1,0 0 1,0 0-1,1-1 0,-1 0 1,1 0-1,0-1 1,0 0-1,1 0 1,0 0-1,-1-1 1,1 1-1,0-2 0,0 1 1,1-1-1,-1 0 1,0-1-1,1 1 1,-1-2-1,1 1 1,-1-1-1,1 0 0,-1 0 1,1-1-1,3-1-35,-7-2-73,0 1-1,0-1 1,-1 0-1,1-1 1,-1 1-1,0-1 1,0 1-1,-1-1 0,1 0 1,-1 0-1,0 0 1,-1 0-1,1 0 1,-1-1-1,0 1 1,0 0-1,-1-1 1,1 1-1,-1 0 0,-1-1 1,1 1-1,-1-1 1,1 1-1,-2 0 1,1 0-1,0-1 1,-2 0 73,3 3-11,-26-158-349,74 156 453,86 61 125,-171-93 881,34 34-1082,0 0 1,-1 1 0,1-1 0,-1 1 0,0-1 0,0 1 0,0 0 0,0 1 0,0-1 0,0 1 0,-1 0 0,1-1 0,-1 2 0,1-1 0,0 1-1,-1-1 1,1 1 0,-1 1 0,1-1 0,-1 0 0,1 1 0,0 0 0,-1 0 0,1 0 0,0 1 0,0 0 0,0 0 0,0 0 0,0 0 0,0 0-1,0 1 1,1-1 0,-1 1 0,1 0 0,0 0 0,0 1 0,0-1 0,0 0 0,0 1 0,1 0 0,0 0 0,0 0 0,0 0 0,0 0 0,0 0-1,1 0 1,-1 4-18,-1-1 21,1 1 0,0 0 0,0 0 0,0 0 0,1-1 0,0 1 0,1 1 1,0-1-1,0 0 0,1 0 0,0 0 0,0 0 0,1-1 0,0 1 0,0 0 0,1-1 0,0 1 0,0-1 0,1 0 0,0 0 0,0 0 0,0 0 0,1-1 0,0 0 0,1 0 0,-1 0 0,1 0 0,0-1 0,1 0 0,-1 0 0,1-1 0,0 0 0,1 0-21,10 4 26,0-1 0,0 0 0,0-2 1,1 0-1,0-1 0,0-1 0,0-1 0,1-1 1,-1 0-1,0-2 0,1 0 0,14-3-26,-27 3 1,1 0-1,0 0 0,-1-1 1,1 0-1,-1 0 1,0-1-1,0 0 1,0 0-1,0-1 0,0 0 1,-1 0-1,0 0 1,0-1-1,0 0 1,0 0-1,-1-1 0,0 1 1,0-1-1,0 0 1,-1-1-1,0 1 1,0-1-1,0 0 0,-1 0 1,0 0-1,-1 0 1,1 0-1,-1-1 1,-1 1-1,1-1 0,-1 1 1,-1-6-1,1 8 9,0 1-1,0 0 1,-1 0 0,0-1 0,0 1-1,0 0 1,0 0 0,-1-1 0,0 1-1,0 0 1,0 0 0,0 0-1,0 0 1,-1 0 0,0 0 0,0 0-1,0 1 1,0-1 0,-1 1 0,1-1-1,-1 1 1,0 0 0,0 0 0,0 0-1,0 0 1,-1 1 0,1-1-1,-1 1 1,1 0 0,-1 0 0,0 0-1,0 0 1,0 1 0,0-1 0,0 1-1,0 0 1,-1 1 0,1-1-1,0 1 1,0 0 0,-1 0 0,-3 0-9,6 0 10,0 1 1,1-1 0,-1 1 0,0-1 0,1 1-1,-1 0 1,0 0 0,1 0 0,-1-1-1,1 2 1,-1-1 0,1 0 0,0 0-1,-1 0 1,1 1 0,0-1 0,0 0-1,0 1 1,0-1 0,0 1 0,0 0 0,0-1-1,0 1 1,1-1 0,-1 1 0,1 0-1,-1 0 1,1-1 0,0 1 0,0 0-1,0 0 1,0 0 0,0 0 0,0-1-1,0 1 1,0 0 0,1 0 0,-1-1 0,1 1-1,-1 0 1,1 0 0,0-1-11,29 77 257,-20-68-262,1-2-1,0 1 0,1-1 1,0-1-1,0 0 0,0-1 1,1 0-1,0-1 1,0 0-1,1-1 0,-1-1 1,1 0-1,0-1 1,0 0-1,0-1 0,-1-1 1,1 0-1,0-1 0,8-1 6,-16 2-106,0-1-1,1 0 0,-1 0 0,0 0 1,0-1-1,0 0 0,0 0 0,0-1 1,0 1-1,-1-1 0,1-1 0,-1 1 1,0-1-1,0 0 0,0 0 0,0 0 0,-1-1 1,0 1-1,1-1 0,-2 0 0,1 0 1,-1-1-1,0 1 0,0-1 0,0 0 1,-1 0-1,1 1 0,-2-2 0,1 1 1,-1 0-1,0 0 0,0 0 0,0-1 0,-1 1 1,0 0-1,-1-4 107,2-10-259,-1-1 1,-1 1-1,-1 0 1,-1 0-1,0 0 0,-2 0 1,0 1-1,-1-1 1,-1 1-1,-6-10 259,-134-238 1453,34 101 4294,130 212-5227,207 535 1604,-211-536-1957,-6-21-128,0 1-1,1-1 0,1-1 1,2 0-1,0 0 0,1-1 1,8 9-39,27-6-2095,-23-49-7321,-18 1 2557</inkml:trace>
  <inkml:trace contextRef="#ctx0" brushRef="#br0" timeOffset="2614.269">2017 1261 7690,'0'0'1468,"0"0"898,0 0-1035,0 0-808,0 0-218,0 0-164,0-24 266,19-156 713,-14 107-304,-50 73-610,39 2-176,1 0 0,0 1 0,0 0 0,-1 0 0,2 0 0,-1 1 0,0 0 0,1 0-1,-1 0 1,1 0 0,1 1 0,-1-1 0,0 1 0,1 0 0,0 0 0,0 1 0,1-1 0,-1 0 0,1 1 0,0 0 0,1-1 0,-1 1 0,1 0 0,1 0 0,-1 0 0,1 0 0,0 0 0,0 0 0,0 0 0,1-1 0,0 1 0,0 0 0,1 0-1,-1 0 1,1-1 0,1 1 0,-1-1 0,1 1 0,0-1 0,0 0 0,0 0 0,1-1 0,1 2-30,6 1 49,0-2 0,1 0-1,0 0 1,0-1 0,0 0 0,0-1 0,1-1-1,0 0 1,-1 0 0,1-1 0,0-1-1,-1 0 1,1-1 0,11-2-49,-18 0-117,-1 0 0,1 0-1,-1 0 1,0-1 0,0 1 0,0-2 0,0 1-1,0 0 1,-1-1 0,0 0 0,0 0 0,0 0-1,-1 0 1,0-1 0,0 1 0,0-1 0,-1 0-1,1 0 1,-1 0 0,-1 0 0,1 0 0,-1 0 0,0-1-1,-1 1 1,1 0 0,-1 0 0,0-1 0,-1 1-1,0 0 1,0-1 0,0 1 0,-1 0 0,0 0-1,0 0 1,0 0 0,-1 0 0,0 1 0,0-1-1,0 1 1,-3-3 117,26 39 509,-4-10 115,-1 2 0,-1 0 0,-1 1-1,-2 0 1,0 1 0,-1 0 0,0 7-624,-12-45-26,-2 5-28,2-1 1,-1 0-1,1 0 0,1-1 1,0 1-1,0 0 0,0 0 1,1-1-1,1 1 0,0 0 1,0 0-1,1 0 1,0 0-1,0 0 0,1 0 1,0 0-1,1 0 0,0 1 1,0 0-1,2-2 54,-2 9 17,0 0 0,0 0 1,1 0-1,-1 1 0,0-1 0,1 1 1,-1 0-1,0 1 0,1-1 0,-1 1 0,0 0 1,0 0-1,1 0 0,-1 1 0,0-1 1,0 1-1,0 0 0,-1 0 0,1 0 0,0 1 1,-1-1-1,1 1 0,-1 0 0,0 0 0,0 0 1,0 0-1,-1 1 0,1-1 0,-1 1 1,1 0-1,-1 0 0,-1 0 0,1 0 0,0 0 1,-1 0-1,0 0-17,14 17 311,-11-14-277,0 0 0,1 0 0,0-1 0,0 0 0,0 0 0,1 0 0,-1-1 0,1 0 0,1 0 0,-1 0 0,1-1 0,0 1 0,0-2 0,0 1 0,0-1 0,1 0 0,-1-1-1,1 0 1,0 0 0,0 0 0,6 0-34,-13-2-2,1 0 0,0 0 0,0 0-1,0 0 1,0 0 0,-1 0 0,1-1-1,0 1 1,0 0 0,0-1 0,-1 0-1,1 1 1,0-1 0,-1 0 0,1 0-1,-1 0 1,1 0 0,-1 0 0,1 0-1,-1 0 1,1 0 0,-1-1 0,0 1-1,0-1 1,0 1 0,0-1 0,0 1-1,0-1 1,0 0 0,-1 1 0,1-1-1,0 0 1,-1 1 0,1-1 0,-1 0-1,0 0 1,0 0 0,1 1 0,-1-1-1,-1 0 1,1 0 0,0 0 0,0 0-1,-1 1 1,1-3 2,1-3-7,0 0-1,-1 0 1,0 0 0,0-1-1,0 1 1,-1 0 0,0 0 0,-1 0-1,1 0 1,-1 0 0,-1 0-1,1 0 1,-1 0 0,0 1-1,-1 0 1,0-1 0,0 1-1,0 1 1,0-1 0,-1 0-1,0 1 1,0 0 0,-1 0 0,1 1-1,-1 0 1,0 0 0,0 0-1,-1 0 1,1 1 0,-1 0-1,0 0 1,1 1 0,-7-1 7,8 1 2,0 1 0,0 1 1,0-1-1,0 1 0,0-1 0,0 1 1,0 1-1,0-1 0,0 1 1,0 0-1,0 0 0,0 0 1,0 1-1,1 0 0,-1 0 0,0 0 1,1 0-1,0 1 0,-1 0 1,1-1-1,0 2 0,0-1 1,1 0-1,-1 1 0,1 0 0,0 0 1,0 0-1,0 0 0,0 0 1,1 0-1,-1 1 0,1 0 1,0-1-1,1 1 0,-1 0 0,1 0 1,0 0-1,0 0 0,0 0 1,1 4-3,9 68-234,35-48-3140,47-27-4912,-51-6 4490</inkml:trace>
  <inkml:trace contextRef="#ctx0" brushRef="#br0" timeOffset="3365.88">2708 994 5777,'0'0'1907,"0"0"1925,0 0-1702,0 0-642,0 0-328,0 0-278,7 17-85,20 52-249,-24-64-553,0 0-1,0-1 1,0 1-1,1-1 1,-1 1 0,1-1-1,0 0 1,1-1-1,-1 1 1,1-1-1,-1 0 1,1 0-1,0 0 1,0 0 0,1-1-1,-1 0 1,0 0-1,1-1 1,-1 1-1,1-1 1,-1 0-1,1-1 1,0 1-1,-1-1 1,1 0 0,0-1-1,-1 1 1,1-1-1,0 0 1,-1-1 5,2 2-255,-3-4 52,0 1 1,0-1-1,-1 1 1,1-1 0,-1 0-1,0 0 1,0-1 0,-1 1-1,1 0 1,-1-1 0,0 0-1,0 0 1,0 1 0,-1-1-1,0 0 1,0 0-1,0-1 1,-1 1 0,1 0-1,-1 0 1,0 0 0,-1 0-1,1 0 1,-1 0 0,0 0-1,0 0 1,-1 0 0,-1-3 202,3 3 24,-12-70 1291,40 74-708,66 49 705,-51-18-837,-46-33-423,0 0 0,0 0 0,0 1 0,-1 0 0,1-1 0,-1 1 0,1 0 0,-1 1 0,0-1 0,0 1 0,0-1 0,0 1 0,0 1 0,0-1 0,0 0 0,0 1 0,0 0 0,0 0 0,0 0 0,0 0 0,0 1 0,0 0 0,0-1 0,0 1 0,0 1 0,0-1-1,0 1 1,1-1 0,-1 1 0,0 0 0,1 1 0,0-1 0,-1 0 0,1 1 0,0 0 0,0 0 0,1 0 0,-1 0 0,0 1-52,1-1 18,0 1 0,1-1-1,-1 1 1,1 0-1,0 0 1,0 0 0,0-1-1,1 1 1,-1 0 0,1 0-1,0 0 1,0 0 0,1 0-1,-1 0 1,1 0 0,0 0-1,0 0 1,0 0 0,0-1-1,0 1 1,1 0 0,0-1-1,0 1 1,0-1 0,0 0-1,0 1 1,1-1 0,0 0-1,-1-1 1,1 1-1,0 0 1,0-1 0,1 1-1,-1-1 1,0 0 0,1 0-1,-1-1 1,3 2-18,18 3-256,1 0 1,0-1-1,0-2 1,0 0-1,0-2 1,1-1-1,-1-1 1,13-2 255,-36 3-67,0-1-45,0 1 1,0-1-1,0 0 0,0 1 1,0-1-1,-1 0 0,1 0 1,0 0-1,0-1 0,-1 1 1,1 0-1,-1 0 0,1-1 1,-1 1-1,0-1 0,1 0 1,-1 1-1,0-1 0,0 0 1,0 0-1,0 1 0,-1-1 1,1 0-1,0 0 1,-1 0-1,1 0 0,-1 0 1,0 0-1,0 0 0,1 0 1,-1 0-1,-1 0 0,1-2 112,0-51 873,-1 34 1578,24 70 859,-22-44-3353,45 77 1694,-45-81-1854,0 1 1,1-1-1,-1 0 1,1 0-1,-1 0 1,1-1-1,-1 1 1,1 0-1,0-1 1,-1 1-1,1 0 0,0-1 1,-1 0-1,1 1 1,0-1-1,0 0 1,0 0-1,-1 0 1,1 0-1,0-1 0,0 1 1,-1 0-1,1-1 1,0 1-1,-1-1 1,1 1-1,0-1 1,-1 0-1,1 0 0,-1 0 1,1 0-1,-1 0 1,1 0 202,13-17-5645,-4-2-1532</inkml:trace>
  <inkml:trace contextRef="#ctx0" brushRef="#br0" timeOffset="3638.302">3274 818 800,'0'0'14827,"0"0"-11874,0 0-1561,0 0-776,0 0-376,0 0 553,0 0-601,-14-13-192,38 31-56,-2-3-2969,1 1-4937</inkml:trace>
  <inkml:trace contextRef="#ctx0" brushRef="#br0" timeOffset="4326.001">3635 996 14507,'0'0'2515,"0"0"-866,0 0-698,0 0-263,0 0 356,0 0-248,14 12-221,45 38-292,9-37 109,-56-81-279,-13 61-128,-2 1 1,1 0-1,-1 0 0,0 0 1,0 0-1,0 1 0,-1-1 1,0 1-1,0 0 0,0 0 1,-1 0-1,1 0 0,-1 1 1,-1 0-1,1 0 0,0 0 1,-1 1-1,0 0 0,0 0 1,0 0-1,0 1 0,0 0 1,0 0-1,-1 0 0,1 1 1,-1 0-1,1 0 0,-1 1 1,0 0-1,1 0 0,-4 1 15,6 1-19,-1 1 0,1 0-1,0-1 1,0 2 0,0-1-1,1 0 1,-1 1 0,1 0-1,0 0 1,0 0 0,0 0-1,0 0 1,1 1 0,0-1 0,0 1-1,0 0 1,0 0 0,1-1-1,0 1 1,0 0 0,0 0-1,0 0 1,1 0 0,0 0-1,0 0 1,0 0 0,1 0-1,0 0 1,0 0 0,0 0-1,1 2 20,-1-4-200,1 0 0,-1 0 0,1 0 0,-1 0-1,1 0 1,0 0 0,0-1 0,1 1-1,-1-1 1,0 0 0,1 0 0,-1 0-1,1 0 1,0 0 0,0 0 0,0 0-1,0-1 1,0 0 0,0 0 0,0 1-1,0-2 1,0 1 0,1 0 0,-1-1-1,0 1 1,3-1 200,92-3-8786,-90 0 8476,0 0 0,0-1 0,0 0 0,0 0-1,0-1 1,-1 0 0,0 0 0,0 0 0,0-1 0,-1-1 0,1 1-1,-2-1 1,5-5 310,34-62 7235,-35 74-3239,9 36-1840,-12-21-1574,-1 0 0,2 0-1,0 0 1,1 0 0,0-1-1,1-1 1,1 1-1,0-2 1,11 12-582,-20-24 32,-1 0-109,0-20-1154,-2 16 1090,1 0 1,0-1-1,0 1 1,1 0-1,-1-1 1,1 1-1,0-1 1,0 1-1,1-1 0,-1 1 1,1-1-1,0 1 1,0 0-1,0 0 1,1-1-1,-1 1 1,1 0-1,0 0 1,0 0-1,1 1 1,-1-1-1,1 0 1,0 1-1,0 0 1,0-1-1,0 1 1,1 0-1,-1 1 1,1-1-1,-1 1 1,1-1-1,0 1 1,0 0-1,0 1 1,0-1-1,1 1 1,-1 0-1,0 0 0,1 0 1,-1 0-1,3 1 141,-2 0 40,0 0-1,0 1 0,-1-1 1,1 1-1,0 1 0,-1-1 1,1 1-1,-1-1 0,1 1 1,-1 1-1,0-1 0,0 1 1,0-1-1,0 1 0,0 0 1,-1 0-1,1 1 0,-1-1 1,2 3-40,25 22 921,-25-24-860,1 0 0,-1 0 0,1-1 0,-1 0 1,1 0-1,0 0 0,0 0 0,0-1 0,1 0 1,-1-1-1,0 1 0,1-1 0,-1 0 0,1-1 0,-1 0 1,1 0-1,-1 0 0,1-1 0,-1 0 0,1 0 1,-1 0-1,1-1 0,-1 0 0,4-2-61,8-61-6977,-18 51 4417,0-17-1770</inkml:trace>
  <inkml:trace contextRef="#ctx0" brushRef="#br0" timeOffset="4570.075">3996 327 11803,'0'0'6497,"0"0"-4369,0 0-1247,0 0-881,0 0 0,0 0 440,-52 142-184,32-77-40,0 6-208,-2 0-16,-5 9-1849,7-18-1279,5-17-5922</inkml:trace>
  <inkml:trace contextRef="#ctx0" brushRef="#br0" timeOffset="5548.207">0 2472 6833,'0'0'1165,"0"0"2704,0 0-1620,0 0-795,0 0-495,0 0 0,17 0-59,29-1-393,0-1-239,-1 2 0,1 2 0,0 1 0,-1 3 0,14 5-268,-20 13-1521,-39-24 1350,1 1 0,-1-1-1,1 1 1,-1-1 0,1 1-1,-1-1 1,0 1 0,1 0-1,-1-1 1,1 1 0,-1 0-1,0-1 1,0 1 0,1 0-1,-1-1 1,0 1 0,0 0-1,0 0 1,0-1 0,0 1-1,0 0 1,0 0 0,0-1-1,0 1 1,0 0 0,-1-1-1,1 1 1,0 0 0,0-1-1,-1 1 1,1 0 0,0-1-1,-1 1 1,1 0 0,0-1-1,-1 1 1,1-1 0,-1 1-1,1-1 1,-1 1 0,0-1-1,1 1 1,-1-1 0,1 1 0,-1-1-1,0 0 1,1 0 0,-1 1-1,0-1 1,1 0 0,-1 0-1,0 1 1,0-1 0,1 0-1,-1 0 1,0 0 0,0 0 171,-20 5-5108</inkml:trace>
  <inkml:trace contextRef="#ctx0" brushRef="#br0" timeOffset="5833.676">10 2690 7218,'0'0'248,"0"0"-208,0 0 4128,0 0-2647,131 13-465,-89-13-16,0 0-96,2 0 65,1-6-249,-3-1-424,-3 3-264,-4 1-72,-10 3-168,-5 0-1544,-11 0-2209,-1 0-368</inkml:trace>
  <inkml:trace contextRef="#ctx0" brushRef="#br0" timeOffset="9048.045">3368 1928 3897,'0'0'9008,"0"0"-5995,0 0-1935,0 0-429,0 0-448,-2 8 261,1 13 3,1 1 1,1-1-1,1 0 1,1 0-1,0 0 1,2 0-1,1-1 0,0 1 1,1-1-1,4 6-465,12 44 596,110 351 1155,-145-444-2735,0 0 0,-2 1 0,-1 0 0,-1 1 0,0 1 0,-2 0 0,-5-3 984,20 20-24,0 1-1,0 0 0,0 0 1,-1 1-1,1-1 0,0 1 1,-1-1-1,1 1 0,-1 0 1,0 0-1,1 1 0,-1-1 1,0 1-1,0 0 0,1 0 1,-1 0-1,0 0 0,1 1 1,-1-1-1,0 1 0,1 0 1,-1 0-1,1 1 0,-1-1 1,1 1-1,-1-1 1,1 1-1,0 0 0,0 0 1,0 1-1,0-1 0,0 0 1,1 1-1,-1 0 0,1 0 1,0 0-1,-1 0 0,1 0 1,1 0-1,-1 0 0,0 1 1,1-1-1,0 1 0,-1-1 1,2 1-1,-1 0 0,0 2 25,-2-1 44,1 1-1,0-1 1,1 1-1,-1 0 1,1 0-1,0 0 1,1 0-1,-1 0 0,1 0 1,0 0-1,1 0 1,-1 0-1,1 0 1,1-1-1,-1 1 1,1 0-1,0 0 1,0-1-1,0 1 0,1-1 1,0 0-1,0 0 1,0 0-1,1 0 1,0 0-1,0-1 1,0 1-1,0-1 1,1 0-1,-1-1 0,1 1 1,0-1-1,0 0 1,1 0-1,-1 0 1,1-1-44,8 3 13,-1-2 0,1 0 1,0 0-1,0-1 0,0-1 1,0-1-1,0 0 0,0 0 1,0-2-1,0 1 0,0-2 1,-1 0-1,9-3-13,-7 1-323,0-1 0,0 0 0,-1-1 0,0-1 1,0 0-1,-1-1 0,0 0 0,0-1 0,-1 0 0,-1-1 0,0-1 0,0 0 1,-1 0-1,0-1 0,-1 0 0,-1-1 0,0 0 0,1-4 323,10 55 4055,-13-24-3521,-4-8-482,0 0 1,1 0-1,0 0 0,0-1 1,0 0-1,0 1 0,1-1 1,0 0-1,-1 0 0,2-1 1,-1 1-1,0-1 0,1 0 1,-1 0-1,1-1 0,0 1 0,0-1 1,0 0-1,0 0 0,0-1 1,0 1-1,1-1 0,-1 0 1,0-1-1,1 1 0,-1-1 1,1 0-1,-1-1 0,1 1 1,-1-1-1,1 0-52,-1-3 18,0 1 1,-1-1 0,0 0-1,0 0 1,0 0 0,0-1 0,-1 1-1,0-1 1,0 0 0,0 0-1,0 0 1,-1 0 0,0-1-1,0 1 1,0-1 0,-1 1-1,0-1 1,0 1 0,0-1-1,-1 0 1,0 0 0,0 1-1,0-1 1,0 0 0,-1 0-1,0 1 1,-1-1 0,1 1-1,-1-1 1,0 1 0,0 0-1,-1-1 1,0 1 0,-1-2-19,0 3-7,0-1 0,0 1 0,-1 0 1,0 0-1,0 1 0,0-1 0,0 1 1,0 0-1,-1 1 0,1-1 0,-1 1 1,0 0-1,0 1 0,1-1 0,-1 1 1,0 0-1,0 0 0,0 1 0,-1 0 1,1 0-1,0 1 0,0-1 0,0 1 1,0 0-1,0 1 0,1 0 0,-1-1 1,0 2-1,1-1 0,-1 1 0,1 0 1,0 0-1,0 0 0,0 1 1,0 0-1,1 0 0,-1 0 0,1 0 1,0 1-1,0 0 0,1 0 0,-1 0 1,1 0-1,0 0 0,1 1 0,-1-1 1,1 1-1,0 0 0,0-1 0,1 1 1,-1 6 6,1-10-86,1 0 0,0 0 1,0 0-1,-1 0 0,1 0 1,0 0-1,0-1 0,1 1 1,-1 0-1,0 0 0,1 0 1,-1 0-1,1 0 0,-1 0 1,1-1-1,0 1 0,0 0 1,0 0-1,0-1 0,0 1 1,0-1-1,1 1 1,-1-1-1,0 0 0,1 1 1,-1-1-1,1 0 0,-1 0 1,1 0-1,0 0 0,-1 0 1,1 0-1,1 0 86,45 7-7054,-12-7 974</inkml:trace>
  <inkml:trace contextRef="#ctx0" brushRef="#br0" timeOffset="9647.277">4095 2434 7074,'0'0'30,"0"0"761,0 0 2387,0 0-1168,0 0-851,0 0 338,0 13-38,0-12-1437,-2 5 69,1 0 1,0 0 0,1 0-1,-1 1 1,1-1 0,0 0-1,1 0 1,0 1 0,0-1-1,0 0 1,0 0 0,1 0-1,0 0 1,1 0 0,-1-1-1,1 1 1,0-1 0,0 1-1,1-1 1,0 0 0,0 0-1,0 0 1,0-1 0,1 0-1,-1 0 1,1 0 0,0 0-1,1-1 1,-1 1 0,0-1-1,1-1 1,0 1 0,0-1-1,5 2-91,-2-3-33,1 0 0,-1-1-1,0 0 1,0 0 0,0-1-1,0 0 1,0 0 0,0-1-1,0-1 1,0 1 0,0-1-1,-1-1 1,0 0 0,1 0-1,-1 0 1,-1-1 0,1 0-1,-1-1 1,0 0 0,0 0-1,0 0 1,-1-1 0,0 0-1,0 0 1,-1-1-1,0 1 1,0-1 0,-1 0-1,0-1 1,-1 1 0,1-1-1,-2 1 1,1-1 0,-1 0-1,0 0 1,-1-1 33,0-65 1228,-1 82-1198,1-1-1,0 1 1,0-1-1,1 1 1,0-1-1,0 0 1,1 0-1,-1 0 1,1 0-1,0 0 1,1-1-1,0 0 1,0 1-1,0-1 1,0 0-1,1-1 1,-1 1-1,1-1 1,1 0-1,-1 0 1,0-1-1,1 1 1,0-1-1,0 0 1,0-1-1,0 1 1,0-1-1,0-1 1,1 1-1,-1-1 1,1 0-1,-1 0 1,1-1-1,-1 0 1,5-1-30,-6 3 22,-1-1 0,1 0 0,-1 0 1,1 0-1,-1 0 0,1-1 0,-1 0 1,1 0-1,0 0 0,-1-1 0,1 0 1,-1 1-1,1-1 0,-1-1 0,0 1 1,1-1-1,-1 0 0,0 0 0,0 0 1,0 0-1,0-1 0,0 1 0,-1-1 1,1 0-1,-1 0 0,0-1 0,0 1 1,0-1-1,0 1 0,-1-1 0,1 0 1,-1 0-1,0 0 0,0 0 0,0-1 1,-1 1-1,0 0 0,0-1 0,0 1 1,0-1-1,0 0-22,-1 2-9,1 0 1,-1 0 0,0 0-1,0 0 1,0-1 0,0 1-1,-1 0 1,1 0 0,-1 0 0,0 0-1,0 0 1,0 0 0,0 0-1,-1 0 1,1 1 0,-1-1-1,1 0 1,-1 1 0,0-1-1,0 1 1,0 0 0,0-1-1,-1 1 1,1 0 0,-1 0-1,1 1 1,-1-1 0,1 0-1,-1 1 1,0 0 0,0 0-1,0-1 1,0 2 0,0-1-1,0 0 1,0 1 0,-3-1 8,1-1-7,-1 0 0,1 1 1,-1-1-1,1 1 0,-1 1 0,0-1 1,1 1-1,-1 0 0,0 0 1,1 0-1,-1 1 0,0 0 1,1 0-1,-1 1 0,1-1 0,-1 1 1,1 0-1,0 1 0,0-1 1,0 1-1,0 0 0,0 0 0,1 1 1,-1-1-1,1 1 0,0 0 1,0 0-1,0 1 0,1-1 0,-1 1 1,1 0-1,0 0 0,1 0 1,-1 0-1,0 2 7,-7 84-452,63-61-3821,16-36-4058,-41-7 6847</inkml:trace>
  <inkml:trace contextRef="#ctx0" brushRef="#br0" timeOffset="9935.066">4715 1619 9754,'0'0'5941,"0"0"-3907,0 0-1056,0 0-502,0 0 135,-4 21 957,-10 129 481,6 1 0,10 97-2049,-2-222-129,1-1 0,1 1 1,2-1-1,0 0 0,1 0 0,2-1 0,1 0 1,0 0-1,2 0 0,1-1 0,1-1 0,10 15 129,-20-34-2756,-2-2-6857,0-1 2549</inkml:trace>
  <inkml:trace contextRef="#ctx0" brushRef="#br0" timeOffset="6315.814">798 2363 14003,'0'0'1283,"9"19"-1334,170 326 4372,-173-335-4287,0 1 37,0 0 0,1 0 0,0-1 0,0 1 0,1-1 0,1-1 0,-1 0 0,2 0 0,-1-1 1,1 0-1,0 0 0,1-1 0,0-1 0,0 0 0,0 0 0,1-1 0,9 3-71,-18-11 17,-1 0 1,1 0-1,-1 0 1,0-1-1,1 1 1,-2-1-1,1 1 1,0-1-1,-1 0 1,0 1-1,1-1 1,-1 0-1,-1 0 1,1 0-1,-1 0 1,1 0-1,-1 0 1,0 0-1,-1 0 1,1 0-1,-1-2-17,1-1-15,-27-174-489,15 152 41,1 0 1,2 0-1,0-2 0,2 1 1,2-1-1,0 1 1,1-20 462,42 43-7958,-16 11 3597</inkml:trace>
  <inkml:trace contextRef="#ctx0" brushRef="#br0" timeOffset="7199.455">1473 2786 7042,'0'0'920,"0"0"2788,0 0-1598,0 0-865,0 0-564,1-19-12,5-168 1437,-6 187-2104,-1 1 0,1-1 0,-1 0-1,1 0 1,-1 1 0,1-1 0,-1 0-1,1 0 1,-1 0 0,1 1 0,-1-1 0,1 0-1,-1 0 1,1 0 0,-1 0 0,0 0-1,1 0 1,-1 0 0,1 0 0,-1-1 0,1 1-1,-1 0 1,1 0 0,-1 0 0,1-1-1,-1 1 1,1 0 0,-1 0 0,1-1-1,-1 1 1,1 0 0,-1-1 0,1 1 0,0-1-1,-1 1 1,1 0 0,-1-1 0,1 1-1,0-1 1,0 1 0,-1-1 0,1 1 0,0-1-1,0 1 1,0-1 0,0 0 0,-1 1-1,1-1 1,0 1 0,0-1 0,0 1 0,0-1-1,0 1 1,0-1 0,0 0 0,1 1-1,-1-1 1,0 1 0,0-1 0,0 1-1,1-1 1,-1 1 0,0-1 0,0 1 0,1-1-1,-1 1-1,-23 38-38,19-31 35,1 0 0,-1 1 0,2-1-1,-1 1 1,1 0 0,0 0 0,0 0 0,1 0 0,0 0 0,1 0-1,0 0 1,0 0 0,0 0 0,1 0 0,1 0 0,-1 0 0,1 0 0,0 0-1,1-1 1,0 1 0,0-1 0,1 1 0,0-1 0,0 0 0,1-1-1,-1 1 1,2-1 0,-1 0 0,1 0 0,-1 0 0,2-1 0,-1 0 0,0 0-1,1-1 1,0 0 0,0 0 0,4 1 3,-2-2-53,1-1 1,0-1-1,0 1 0,0-2 0,0 1 1,0-1-1,0-1 0,0 0 1,0 0-1,0-1 0,0 0 1,0-1-1,-1 0 0,0-1 1,1 0-1,-1 0 0,0-1 0,-1 0 1,1 0-1,-1-1 0,0 0 1,-1-1-1,1 0 0,-1 0 1,0 0-1,-1-1 0,0 0 0,0 0 1,-1-1-1,0 0 0,-1 0 1,1 0-1,-2 0 0,1-1 1,-1 1-1,-1-1 0,0 0 1,0 0-1,0-7 53,-1-5-186,0-1 0,-1 0 0,-1 1 0,-1-1 0,-1 0 0,-2 1 0,0 0 0,-1 0 0,-1 0 1,-1 1-1,-1 0 0,-4-6 186,-4-6 558,-1 1 1,-1 1 0,-2 1 0,-1 1 0,-2 0-1,-3 0-558,26 29 23,1 0 0,-1 0 0,0 0 0,0 0 0,0 1-1,0-1 1,0 0 0,1 1 0,-1-1 0,0 1-1,0-1 1,1 1 0,-1-1 0,0 1 0,0-1 0,1 1-1,-1 0 1,1-1 0,-1 1 0,1 0 0,-1-1-1,1 1 1,-1 0 0,1 0 0,-1 0 0,1-1 0,0 1-1,0 0 1,-1 0 0,1 0 0,0 0 0,0 0-1,0-1 1,0 1 0,0 0 0,0 0 0,0 0 0,0 0-1,0 0 1,1 0 0,-1 0 0,0-1 0,0 1-1,1 0 1,-1 0 0,1 0 0,-1-1 0,1 1 0,-1 0-1,1 0 1,-1-1 0,1 1 0,0-1 0,-1 1-1,1 0 1,0 0-23,0 2 97,117 361 3229,-109-339-3241,-3-4-75,1 0-1,0 0 0,1-1 0,1 0 1,1-1-1,1 0 0,1-1 0,0 0 1,1-1-1,1 0 0,11 10-9,-22-25-59,-1 0 0,1 0 1,0 0-1,-1-1 0,1 1 0,0-1 0,0 0 0,0 1 0,0-1 1,0 0-1,0-1 0,0 1 0,1-1 0,-1 1 0,0-1 0,0 0 1,0 0-1,1 0 0,-1-1 0,0 1 0,0-1 0,0 0 0,0 1 1,0-2-1,0 1 0,0 0 0,0 0 0,0-1 0,0 0 0,-1 1 1,1-1-1,0 0 0,-1-1 0,0 1 0,1 0 0,-1 0 0,0-1 1,0 0-1,-1 1 0,1-1 0,0 0 0,-1 0 0,0 0 0,0 0 1,1-2 58,29-125-2533,-29 129 2563,0 1 0,0-1-1,0 1 1,0-1 0,0 1 0,0 0-1,0 0 1,0 0 0,0 0 0,1 0-1,-1 0 1,0 0 0,0 1 0,0-1-1,0 1 1,0-1 0,0 1 0,0 0-1,0 0 1,0 0 0,0 0 0,-1 0-1,1 1 1,0-1 0,-1 0 0,1 1-1,-1-1 1,1 1 0,-1 0 0,0-1-1,1 1 1,-1 0 0,0 0 0,0 0 0,0 0-1,-1 0 1,1 0 0,0 0 0,-1 0-1,1 2-29,1-2 74,2 7-27,1 0 0,0-1 0,1 0 0,0 0-1,0 0 1,0-1 0,1 0 0,0 0 0,1-1-1,0 0 1,0 0 0,0 0 0,0-1 0,1-1-1,0 1 1,0-1 0,0-1 0,1 0 0,-1 0-1,1-1 1,8 1-47,-8-59 123,-10 55-124,1-4-6,0 0 0,0 0 0,0 0 0,-1 0 0,0 0 0,0 0 0,0 0 0,0 0 0,-1 0 0,0 0 0,0 0 0,0 1 0,-1-1 0,0 0 0,0 1 0,0-1 1,0 1-1,-1-1 0,1 1 0,-1 0 0,0 0 0,-1 1 0,1-1 0,-1 0 0,1 1 0,-1 0 0,0 0 0,0 0 0,0 0 0,-1 1 0,1 0 0,-1 0 0,-3-2 7,0 2-237,0 0 0,-1 0 0,1 1 0,0 0 0,-1 0 0,1 1 0,0 0-1,-1 1 1,1-1 0,0 2 0,-1-1 0,1 1 0,0 0 0,0 1 0,0 0 0,1 0 0,-1 1 0,1 0-1,0 0 1,0 1 0,0 0 0,0 0 0,1 0 0,0 1 0,0 0 0,0 0 0,-2 5 237,-9 10-7250</inkml:trace>
  <inkml:trace contextRef="#ctx0" brushRef="#br0" timeOffset="7815.594">2469 2472 6585,'0'0'595,"0"0"75,0 0 1418,0 0-680,0 0-259,0 0 62,1 12-415,6 34 187,61-35 2760,-69-11-3719,0 0-1,0 0 0,0 0 1,1-1-1,-1 1 1,0 0-1,0 0 1,0-1-1,0 1 1,0-1-1,0 1 1,0-1-1,1 1 0,-1-1 1,0 1-1,0-1 1,1 0-1,-1 1 1,0-1-1,1 0 1,-1 0-1,1 1 0,-1-1 1,1 0-1,-1 0 1,1 0-1,-1 0 1,1 0-1,0 0 1,0 0-1,-1 1 1,1-1-1,0 0 0,0 0 1,0 0-1,0 0 1,0 0-1,0 0 1,0 0-1,1 0 1,-1 0-1,0 0 0,0 0 1,1 0-1,-1 0 1,1 0-1,-1 0 1,1 1-1,-1-1 1,1 0-1,-1 0 1,1 1-1,0-1 0,-1 0 1,1 0-1,0 1 1,0-1-1,-1 1 1,1-1-1,0 1 1,0-1-1,0 1 0,0 0 1,0-1-1,0 1-23,-3-1-14,0 0-1,0 0 0,-1 0 0,1 1 0,0-1 0,0 1 0,-1-1 1,1 1-1,0 0 0,-1 0 0,1 0 0,0 0 0,-1 0 0,1 0 0,0 1 1,0-1-1,-1 1 0,1 0 0,0-1 0,0 1 0,0 0 0,0 1 1,0-1-1,0 0 0,0 0 0,0 1 0,0-1 0,1 1 0,-1 0 1,0-1-1,1 1 0,0 0 0,-1 0 0,1 0 0,0 0 0,0 0 1,-1 2 14,-9 89-97,11-88 97,1 0 0,0 0 0,0 0 0,0-1 0,0 1 0,1 0 0,0-1 0,0 1 0,0-1 0,0 0 0,1 0 0,0 0 0,-1 0 0,2 0 1,-1 0-1,0-1 0,1 1 0,-1-1 0,1 0 0,0 0 0,0-1 0,1 1 0,-1-1 0,0 0 0,1 0 0,-1 0 0,1-1 0,0 1 0,-1-1 0,2 0 0,148 17-1066,-148-19 874,-1 0 0,0 0 0,1 0 0,-1-1-1,0 0 1,0 0 0,0 0 0,0-1-1,-1 1 1,1-1 0,-1 0 0,1-1 0,-1 1-1,0-1 1,0 0 0,-1 0 0,1 0-1,-1 0 1,0-1 0,0 1 0,0-1 0,-1 0-1,0 0 1,0 0 0,0 0 0,0 0-1,-1 0 1,0-1 0,0 1 0,0 0 0,0-1-1,-1 1 1,0-1 0,0 1 0,-1 0-1,0-1 1,-1-4 192,12-12 2927,5 53 788,-10-18-3995,-2-5 381,1 0 0,-1 0 0,1-1 0,0 0 0,1 0 0,0 0 0,0 0 0,0-1 0,1 1 0,0-1 0,0-1 0,0 1 0,1-1 0,0 0 0,5 2-101,45-22-3632,-37-10-2688,-7-3-1758</inkml:trace>
  <inkml:trace contextRef="#ctx0" brushRef="#br0" timeOffset="8154.508">2773 2312 5705,'0'0'8169,"0"0"-5273,0 0-2261,0 0-428,0 0-105,0 0 191,4 2-89,-2-1-222,0 0 1,0 0-1,0 0 1,0 0 0,0-1-1,1 1 1,-1-1-1,0 1 1,0-1 0,1 0-1,-1 0 1,0 0 0,0 0-1,1 0 1,-1-1-1,0 1 1,0-1 0,1 1-1,-1-1 1,0 0-1,0 0 1,0 0 0,0 0-1,0 0 1,0 0-1,0-1 1,-1 1 0,1-1-1,0 1 1,-1-1 0,1 0-1,-1 1 1,1-1-1,-1 0 1,0 0 0,0 0-1,0 0 1,0 0-1,0 0 1,0 0 0,-1 0-1,1-1 1,-1 1-1,1 0 1,-1 0 0,0-1-1,0 1 1,0 0 0,0 0-1,0-1 1,-1 1-1,1 0 1,-1-2 17,-3 1 76,0-1 0,0 1 1,0 0-1,0 0 0,0 1 0,-1-1 1,0 1-1,1 0 0,-1 0 0,0 1 0,0-1 1,0 1-1,0 0 0,0 0 0,0 1 0,0-1 1,0 1-1,0 0 0,-1 1 0,1-1 0,-4 2-76,0-2 91,5 2-100,1 0 0,-1 0 0,1 0-1,-1 0 1,1 1 0,0-1 0,0 1 0,0 0 0,0 0 0,1 0-1,-1 0 1,1 1 0,-1-1 0,1 1 0,0-1 0,1 1 0,-1 0-1,1 0 1,-1 0 0,1-1 0,1 1 0,-1 0 0,0 1-1,1-1 1,0 0 0,0 0 0,0 0 0,0 0 0,1 0 0,-1 0-1,1 0 1,0 0 0,0 0 0,1 0 0,-1 0 0,3 3 9,46 69-5967,-21-49-1148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2:07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1443 6121,'0'0'6519,"0"0"-3657,0 0-1178,0 0-666,0 0-146,5-19 358,40-131 434,-36 38-1605,-10 111-95,0 0 0,0-1 0,0 1 0,0 0 0,0 0 0,-1 0 0,1 0 0,0 0 0,-1 0 0,1 0 0,-1 1 0,1-1 0,-1 0 0,1 1 0,-1-1 0,0 1 0,1 0 0,-1-1 0,1 1 0,-1 0 0,0 0 0,1 0 0,-1 0 0,0 0-1,1 0 1,-1 1 0,0-1 0,1 1 0,-1-1 0,1 1 0,-1-1 0,1 1 0,-1 0 0,1 0 0,-1 0 0,1 0 36,-8 6-13,0 1-1,0 0 0,1 0 0,0 1 0,1 0 1,0 1-1,0-1 0,1 2 0,0-1 0,1 0 1,0 1-1,0 0 0,2 0 0,-1 1 0,1-1 1,1 1-1,0-1 0,1 1 0,0 0 0,0 0 1,1-1-1,1 1 0,1 8 14,3-14-21,-1 0 0,0 0 0,1-1 0,0 1 0,1-1-1,-1-1 1,1 1 0,0-1 0,0 1 0,0-2 0,1 1 0,-1-1 0,1 0 0,0 0-1,0-1 1,0 0 0,0 0 0,1-1 0,-1 0 0,0 0 0,0 0 0,1-1 0,-1 0 0,1-1-1,-1 0 1,0 0 0,0 0 0,1-1 0,0 0 21,-4 2-24,4-1-219,0 0-1,0 0 1,-1 0-1,1-1 1,0 0 0,-1 0-1,1-1 1,-1 0 0,0-1-1,0 1 1,0-1 0,0 0-1,-1-1 1,0 0-1,0 0 1,1-1 243,55-113-10229,-56 77 9182</inkml:trace>
  <inkml:trace contextRef="#ctx0" brushRef="#br0" timeOffset="530.961">214 770 7474,'0'0'2221,"0"0"1586,0 0-1943,0 0-1201,4 21-43,138 530 5425,-139-544-6028,0 5 3,0 0 0,1 0 1,1 0-1,0 0 0,1-1 0,0 0 0,1 0 0,0 0 1,0-1-1,1 0 0,10 8-20,-16-18-125,1 0 0,-1 0 1,0-1-1,1 1 0,-1-1 1,1 1-1,-1-1 0,0 0 0,1 0 1,-1 0-1,0 0 0,0-1 1,0 1-1,0 0 0,0-1 1,0 0-1,0 1 0,-1-1 0,1 0 1,-1 0-1,1 0 0,-1 0 1,1 0-1,-1 0 0,0 0 0,0-1 1,0 1-1,0 0 0,-1-1 1,1 1-1,-1 0 0,1-1 0,-1 1 1,0-1-1,0 1 0,0-1 1,0 1-1,0-1 0,-1 1 0,1 0 1,-1-1-1,0 0 125,2-2-213,13-80-1055,9 100 2052,-21-9-724,-1 1 0,1-1-1,0 0 1,0 0 0,1 0-1,0 0 1,0 0 0,0-1-1,1 1 1,0-1 0,0 0-1,0 0 1,1 0 0,-1 0-1,1-1 1,0 0 0,0 0 0,1 0-1,-1-1 1,1 0 0,0 0-1,0 0 1,0-1 0,0 0-1,0 0 1,1 0 0,-1-1-1,6 1-59,-9-2-11,0 0 0,1 0 0,-1 0 0,0 0 0,0 0-1,0 0 1,0-1 0,0 0 0,0 1 0,0-1 0,0-1 0,0 1 0,0 0-1,0-1 1,0 1 0,-1-1 0,1 0 0,-1 0 0,1 0 0,-1 0-1,0 0 1,1 0 0,-1-1 0,0 1 0,-1-1 0,1 0 0,0 1-1,-1-1 1,0 0 0,1 0 0,-1 0 0,0 0 0,-1 0 0,1 0-1,0 0 1,-1 0 0,0-1 11,3-1-11,-1-1 0,0 0 1,-1 0-1,1 0 0,-1-1 0,-1 1 0,1 0 0,-1 0 0,0 0 0,0-1 0,-1 1 0,1 0 1,-1 0-1,-1 0 0,1 0 0,-1 0 0,0 0 0,-1 0 0,1 1 0,-1-1 0,0 1 1,-1-1-1,1 1 0,-1 0 0,0 1 0,0-1 0,-1 1 0,1-1 0,-1 1 0,0 1 0,0-1 1,0 1-1,-1 0 0,1 0 0,-1 0 0,0 1 0,0 0 0,0 0 0,0 0 0,0 1 0,-1 0 11,3 0-13,0 1 0,-1 0 0,1 0 0,-1 0 0,1 1 0,0-1 0,-1 1 0,1 0-1,0 0 1,-1 1 0,1-1 0,0 1 0,0 0 0,0 0 0,1 0 0,-1 1 0,0-1-1,1 1 1,0 0 0,-1 0 0,1 0 0,0 0 0,1 1 0,-1-1 0,1 1-1,-1 0 1,-1 3 13,-15 49-3445,15-25-3372</inkml:trace>
  <inkml:trace contextRef="#ctx0" brushRef="#br0" timeOffset="1119.54">943 1188 4905,'0'0'8198,"0"0"-4775,0 0-2104,0 0-608,0 0 125,0 0 262,22-2 58,67-4-533,-47 16-98,-42-10-434,0 0-22,0 0 21,-2-2-85,-1-1-19,0 0 0,0 1 0,0-1 0,0 1 0,0 0 1,-1 0-1,1 0 0,-1 0 0,1 0 0,-1 1 0,0-1 0,0 1 0,0 0 0,1 0 0,-1 1 1,0-1-1,0 1 0,0 0 0,0 0 0,0 0 0,0 1 0,0-1 0,0 1 0,0 0 0,0 0 1,0 0-1,0 1 0,1-1 0,-1 1 0,1 0 0,-1 0 0,1 0 0,0 1 0,-1-1 0,1 1 1,1-1-1,-1 1 0,0 0 0,1 0 0,-1 1 0,1-1 0,0 0 0,0 1 0,0-1 0,0 1 1,1 0-1,0 0 0,0-1 0,0 1 0,0 0 0,0 0 0,1 1 14,-2 0 3,2 1 0,-1 0 0,0-1 0,1 1-1,0 0 1,1-1 0,-1 1 0,1 0 0,0 0 0,0-1 0,1 1-1,0-1 1,0 1 0,0-1 0,1 0 0,-1 0 0,1 0 0,0 0 0,1-1-1,-1 1 1,1-1 0,0 1 0,0-1 0,0-1 0,1 1 0,-1-1-1,1 1 1,0-1 0,0 0 0,0-1 0,0 0 0,1 1 0,-1-1-1,1-1 1,-1 1 0,1-1 0,-1 0 0,1-1 0,0 1 0,0-1-1,4 0-2,-5 2-1,0-1 0,1 1 0,-1-1-1,1 0 1,-1-1 0,1 1 0,-1-1-1,1 0 1,0-1 0,-1 1 0,1-1-1,-1 0 1,1 0 0,-1-1 0,0 1-1,1-1 1,-1-1 0,0 1 0,0-1-1,-1 0 1,1 0 0,0 0-1,-1 0 1,0-1 0,0 0 0,0 0-1,0 0 1,0 0 0,-1-1 0,0 1-1,0-1 1,0 0 0,-1 0 0,1 0-1,-1 0 1,0-2 1,1-72-801,-3 78 782,2 18 138,-1-10-83,1-1 1,-1 0 0,1 0-1,1 0 1,-1 0 0,1 0-1,0 0 1,1 0 0,-1-1-1,1 0 1,0 0 0,0 0-1,1 0 1,-1 0 0,1-1-1,0 0 1,0 0 0,1 0-1,-1-1 1,1 0 0,0 0-1,0 0 1,0-1 0,0 0 0,0 0-1,0 0 1,1-1 0,-1 0-1,1 0 1,-1 0 0,1-1-1,0 0-36,-5-2-397,1 1-1,-1-1 0,0 0 0,1 0 1,-1 0-1,0 0 0,0 0 1,0-1-1,-1 1 0,1 0 1,0-1-1,-1 1 0,0-1 1,0 0-1,1 1 0,-1-1 1,-1 0-1,1 0 0,0 0 1,-1 0-1,0 0 0,1 1 0,-1-1 1,0 0-1,0 0 0,-1 0 1,1 0-1,-1 0 0,1 0 1,-1 0-1,-1-2 398,1-12-1591,1-19-1255</inkml:trace>
  <inkml:trace contextRef="#ctx0" brushRef="#br0" timeOffset="1371.882">1138 999 9882,'0'0'2169,"0"0"2272,0 0-2921,0 0-1064,0 0 240,0 0-336,0 0 528,13 0-520,-6 0-168,-2 0-136,0 0 17,0 0-81,-2 0-441,-3 0-439,0 0-824,0 0-1481,0 7-2608,-5 6 1552</inkml:trace>
  <inkml:trace contextRef="#ctx0" brushRef="#br0" timeOffset="2470.698">1475 563 5433,'0'0'4524,"3"20"-2357,5 30-1667,2-1 1,2 1-1,2-2 1,2 0-1,2-1 1,3-1-1,10 15-500,-30-61-85,1-1-1,-1 0 0,0 1 1,1-1-1,-1 0 0,0 0 0,1 0 1,-1 0-1,0 0 0,0 0 1,0 0-1,0 0 0,0 0 1,0-1-1,0 1 0,0 0 0,0-1 1,-1 1-1,1 0 0,-1-1 1,1 1-1,-1-1 0,1 1 1,-1-1-1,0 1 0,0-1 1,0 0-1,0 1 0,0-1 0,0 1 1,0-1-1,0 1 0,0-1 1,-1 1-1,1-1 0,-1 1 1,1-1-1,-1 1 0,0-1 0,1 1 1,-1 0-1,0-1 0,0 1 1,-1-1 85,2-8-104,-4-25 423,0 0 0,-3 0 0,-1 0 1,-1 1-1,-2 1 0,-13-28-319,-1-7 4444,17 54-744,9 38-3017,78 229 699,54 152-1030,-114-376-374,-27-43-679,3 8 641,-1 0-1,0 0 0,0 0 1,-1 1-1,1 0 0,-1 0 0,0 0 1,-1 1-1,1 0 0,-1 1 1,1 0-1,-1 0 0,0 0 0,0 1 1,-1 0-1,1 1 0,0 0 1,-1 0-1,1 1 0,0 0 0,-1 0 1,1 1-1,-2 0 61,7 2-9,-1 0 0,1 0 0,-1 0 0,1 0 0,0 1 0,0-1 0,0 1 0,1 0 0,-1 0 0,1 0 0,0 0 0,0 0 0,0 1 0,1-1 0,0 0 0,0 1 0,0-1 1,0 1-1,0-1 0,1 1 0,0 0 0,0-1 0,0 1 0,1-1 0,-1 1 0,1 0 0,0-1 0,1 0 0,-1 1 0,1-1 0,0 0 0,0 1 0,0-1 0,0 0 0,1-1 0,0 1 0,-1 0 9,11 4-50,-1-1 0,1 0 0,1-1 0,-1 0 0,1-1 0,0 0 0,0-1 0,0-1 0,0-1 0,1 0 0,0 0 0,-1-1 0,1-1 0,-1-1 0,1 0 0,0-1 0,7-2 50,-16 2-113,1-1 0,-1 0-1,1 0 1,-1-1-1,0 0 1,-1 0 0,1 0-1,-1-1 1,0 0-1,0 0 1,0 0 0,-1 0-1,1-1 1,-1 0-1,-1 0 1,1 0 0,-1 0-1,0-1 1,0 1-1,-1-1 1,0 0 0,0 0-1,-1 1 1,0-1-1,0 0 1,0 0 0,-1 0-1,0-1 1,-1-4 113,21 29 1467,-18-10-1346,1 0 0,-1 0 0,1 0 0,1 0 0,-1-1 0,1 0 0,0 1 0,0-1 1,1-1-1,0 1 0,0-1 0,0 0 0,1 0 0,0 0 0,0-1 0,0 0 0,0 0 0,1 0 0,-1-1 1,1 0-1,0 0 0,0-1 0,0 0 0,0 0 0,0-1 0,1 0 0,-1 0 0,0 0 0,1-1 1,0 0-122,-5-3-7,0 1 1,0-1-1,0 1 1,-1-1 0,1 0-1,-1 0 1,0 0 0,0-1-1,0 1 1,0 0 0,-1-1-1,1 1 1,-1-1-1,0 0 1,0 1 0,0-1-1,0 0 1,-1 0 0,0 1-1,0-1 1,0 0 0,0 0-1,0 0 1,-1 1-1,1-1 1,-1 0 0,0 0-1,0 1 1,-1-1 0,1 1-1,-1-1 1,0 1 0,0 0-1,0-1 1,0 1 0,0 0-1,-1 0 1,1 1-1,-2-2 7,1 1-5,0 0 0,-1 0 0,0 0 0,0 0 0,0 1 0,0-1 0,0 1 0,0 0 0,0 0 0,-1 1 0,1-1 0,-1 1 0,1 0 0,-1 0 0,0 0 0,1 1 0,-1 0 0,0 0 0,1 0 0,-1 0 0,0 1 0,1 0 0,-1 0 0,1 0 0,-1 0 0,1 1 0,-1 0 0,1 0 0,0 0 0,0 0 0,0 1 0,0-1 0,0 1 0,1 0 0,-1 0 0,-1 3 5,-17 68-3312,44-43-5545,0-25-261</inkml:trace>
  <inkml:trace contextRef="#ctx0" brushRef="#br0" timeOffset="3032.969">2208 1243 7610,'0'0'1391,"0"0"1757,0 0-1259,0 0-656,0 0-307,0 0 229,0 19-108,2 58-322,-1-74-702,0 1 1,0-1-1,0 0 0,0 1 0,1-1 1,-1 0-1,1 0 0,0 0 1,0 0-1,0-1 0,0 1 0,1 0 1,-1-1-1,1 1 0,-1-1 0,1 0 1,0 0-1,0 0 0,0 0 1,0-1-1,0 1 0,0-1 0,1 0 1,-1 0-1,0 0 0,1 0 0,-1 0 1,0-1-1,1 0 0,-1 1 1,1-1-1,-1-1 0,1 1 0,-1 0 1,1-1-1,-1 0 0,0 0 0,1 0-23,9 1 59,-8-2-70,0 0 0,0 0-1,-1-1 1,1 1 0,-1-1 0,1 0 0,-1 0 0,0-1-1,0 1 1,0-1 0,-1 0 0,0 0 0,1 0 0,-1 0-1,-1-1 1,1 1 0,0-1 0,-1 0 0,0 0-1,0 0 1,-1 0 0,0 0 0,1 0 0,-1 0 0,-1 0-1,1-1 1,-1 1 0,0 0 0,0 0 0,-1-1 0,0 1-1,1 0 1,-2 0 0,1 0 0,-1 0 0,1 0 0,-3-3 11,-26-37 1599,36 70-1567,1-17-18,-1 0 1,2-1 0,-1 1 0,1-1 0,0-1-1,0 0 1,1 0 0,0 0 0,0-1 0,0 0-1,1-1 1,-1 0 0,1-1 0,0 0 0,0 0-1,0-1 1,1 0 0,-1-1 0,0 0 0,8-1-15,-5-63-921,-13 59 915,0 0 0,0 1-1,0-1 1,-1 0-1,1 0 1,-1 1-1,0-1 1,0 1-1,0-1 1,0 1 0,-1-1-1,1 1 1,-1-1-1,0 1 1,0 0-1,0 0 1,-1 0-1,1 0 1,-1 1 0,1-1-1,-1 0 1,0 1-1,0 0 1,0 0-1,0 0 1,-1 0-1,1 0 1,0 1 0,-1-1-1,1 1 1,-1 0-1,0 0 1,1 0-1,-1 1 1,0-1-1,1 1 1,-1 0 0,0 0-1,0 0 1,1 1-1,-1-1 1,-2 1 6,3 2-62,-1 0 0,1-1 0,0 1 1,0 0-1,0 1 0,1-1 0,-1 0 1,1 1-1,0 0 0,0-1 0,0 1 1,0 0-1,0 0 0,1 0 0,0 0 1,0 0-1,0 1 0,0-1 0,1 0 1,0 0-1,-1 1 0,2-1 0,-1 0 1,0 0-1,1 1 0,0-1 0,1 3 62,-2-7-1,0 2-404,1 0-1,-1 0 0,1 0 0,0 0 1,0 0-1,0 0 0,0 0 0,0 0 1,1 0-1,-1-1 0,0 1 1,1 0-1,-1-1 0,1 0 0,0 1 1,-1-1-1,1 0 0,0 0 0,0 0 1,0 0-1,0 0 0,0 0 0,0 0 1,0-1-1,0 1 0,0-1 1,0 1-1,0-1 0,0 0 0,1 0 1,-1 0-1,0 0 0,0 0 0,0-1 406,23 2-2806</inkml:trace>
  <inkml:trace contextRef="#ctx0" brushRef="#br0" timeOffset="3387.461">2589 463 6913,'0'0'2465,"0"0"2265,0 0-1966,0 0-1263,0 0-834,0 0 144,-3 29 1180,-8 118 664,7 1 0,10 84-2655,-4-203 273,-2 1-209,2-1 0,1 0 0,1 0 0,2 0 0,0 0 0,2-1 0,1 0 0,2-1 0,4 8-64,4-20-2841,-2-14-3933,-13-1 4667,8 0-5122</inkml:trace>
  <inkml:trace contextRef="#ctx0" brushRef="#br0" timeOffset="4181.985">2782 334 6897,'0'0'695,"0"0"1678,0 0-607,0 0-813,0 0-339,0 0-278,-18-4 237,-55-7 79,72 12-617,-1 0-1,1 0 0,-1 0 1,1 0-1,0 0 1,0 1-1,0-1 1,-1 0-1,1 1 1,0-1-1,1 1 0,-1 0 1,0-1-1,0 1 1,1-1-1,-1 1 1,1 0-1,-1 0 0,1-1 1,0 1-1,0 0 1,0 0-1,0-1 1,0 1-1,0 0 0,0 0 1,0 0-1,1-1 1,-1 1-1,1 0 1,-1-1-1,1 1 1,0 0-1,0-1 0,0 1 1,-1-1-1,1 1 1,1-1-1,-1 1-34,166 268 928,-140-231-648,-1 1 0,-2 1 0,-2 2 0,-2 0 0,-2 1 0,-2 1-1,-2 0 1,-1 2 0,-3-1 0,-2 1 0,-2 0 0,-1 1 0,-3 0-1,-3 17-279,-1-52 30,0 0-1,-1 0 0,-1 0 0,0-1 0,-1 0 1,0 1-1,-1-1 0,0-1 0,0 1 0,-2-1 1,1-1-1,-2 2-29,-44 34-2975,37-38-2542</inkml:trace>
  <inkml:trace contextRef="#ctx0" brushRef="#br0" timeOffset="4633.006">3123 1 5129,'0'0'10762,"0"0"-8761,0 0-369,0 0-760,0 0-696,0 0 513,0 0 599,-5 35-200,15 14 88,2 7-1048,0 2 320,1-1-352,2-1-40,-3-3 40,-5-2-192,-7 14-768,0-14-4769,0-9-8154</inkml:trace>
  <inkml:trace contextRef="#ctx0" brushRef="#br0" timeOffset="5134.863">3308 1039 2865,'0'0'9730,"0"0"-6914,0 0-1631,0 0-313,0 0-536,0 0 208,0 0 40,151 0-536,-119 0 344,-2 0-384,-3 0-16,-15 0-448,-7 0-2008,-5 4-5354</inkml:trace>
  <inkml:trace contextRef="#ctx0" brushRef="#br0" timeOffset="5381.049">3236 1306 6129,'0'0'6970,"0"0"-4882,0 0-952,0 0-47,0 0-225,134-9 8,-99 2-64,2 3-800,0-1-8,5 1-344,-8 2-1992,-11-1-5650</inkml:trace>
  <inkml:trace contextRef="#ctx0" brushRef="#br0" timeOffset="5946.526">3839 1010 6905,'0'0'5958,"0"0"-3562,0 0-1866,0 0-442,0 0-74,0 0 61,10 7 213,94 83 267,-102-88-503,1-1 0,-1 1 1,1-1-1,0 0 0,-1 0 0,1 0 1,0 0-1,0-1 0,0 1 0,0-1 0,-1 0 1,1 0-1,0 0 0,0 0 0,0 0 1,0-1-1,0 1 0,0-1 0,-1 1 0,1-1 1,0 0-1,0-1 0,-1 1 0,1 0 1,-1-1-1,1 1 0,-1-1 0,0 0 0,1 0 1,-1 0-1,0 0 0,0 0 0,-1 0 1,1 0-1,0-1 0,-1 1 0,1-1 0,-1 1 1,0-1-1,0 0 0,0 1 0,0-1 1,0 0-1,0 0 0,-1 0 0,0 1 1,1-1-1,-1 0 0,0 0 0,0 0 0,-1 0 1,1 0-1,-1 0 0,1 0 0,-1 1 1,-1-4-53,4-4 68,0 0 1,-1-1-1,0 0 0,-1 1 1,0-1-1,-1 1 1,0-1-1,0 0 1,-1 1-1,-1 0 1,0-1-1,0 1 1,-1 0-1,0 1 1,-1-1-1,0 1 1,0 0-1,-1 0 1,0 0-1,-4-3-68,7 10 20,0 0 0,-1 0 0,1 0 0,-1 1 0,1-1 0,-1 1 0,1 0 0,-1 0-1,0 0 1,1 0 0,-1 1 0,0 0 0,0 0 0,0 0 0,1 0 0,-1 0 0,0 1 0,0-1 0,1 1 0,-1 0 0,0 0-1,1 1 1,-1-1 0,1 1 0,0 0 0,-1 0 0,1 0 0,0 0 0,0 0 0,0 1 0,0-1 0,1 1 0,-3 2-20,-69 106-304,65-17-2163,36-43-4662,-1-36-11</inkml:trace>
  <inkml:trace contextRef="#ctx0" brushRef="#br0" timeOffset="6299.636">4062 832 4673,'0'0'3913,"0"0"1232,0 0-2841,0 0-239,0 0-313,0 0-271,0 136-545,0-107-416,7-5-296,3-4-128,0-7 176,2-1-320,3-6 96,5 1-96,0-3-1264,9-4-1641,-4 0-3256,-5-4-289</inkml:trace>
  <inkml:trace contextRef="#ctx0" brushRef="#br0" timeOffset="6966.086">4371 750 8906,'0'0'4055,"0"0"-347,0 0-1868,0 0-1069,0 0-467,0 0 23,4-2 18,48 12 630,-51-37-555,-4 26-420,-1 0 0,1 0-1,-1 0 1,0 1 0,1-1 0,-1 1-1,1 0 1,-1 0 0,1 1-1,-1-1 1,0 1 0,1-1 0,-1 1-1,1 0 1,0 1 0,-1-1-1,1 1 1,0-1 0,0 1 0,0 0-1,0 0 1,0 0 0,0 0-1,0 1 1,1-1 0,-1 1 0,1 0-1,0 0 1,0 0 0,0 0-1,0 0 1,0 1 0,-47 111 216,46-108-200,0-1 0,0 1 0,1 0 0,0 0 1,0 0-1,1 1 0,0-1 0,0 0 0,1 1 0,0-1 0,0 0 0,1 0 0,0 1 1,0-1-1,0 0 0,1 0 0,0 0 0,1 0 0,0 0 0,0-1 0,0 1 0,1-1 1,-1 1-1,2-1 0,-1-1 0,1 1 0,0-1 0,0 1 0,0-1 0,1-1 0,-1 1 1,1-1-1,1 0 0,-1 0 0,0-1 0,1 0 0,1 1-16,-1-1 14,1 0 0,-1-1 0,1 0-1,0 0 1,0-1 0,0 0 0,0 0-1,0-1 1,0 0 0,1 0 0,-1-1 0,0 0-1,0 0 1,0-1 0,-1 0 0,1 0 0,0-1-1,-1 0 1,0-1 0,1 1 0,-1-1 0,0-1-1,-1 1 1,1-1 0,-1-1 0,0 1 0,-1-1-1,1 0 1,-1 0 0,0 0 0,0-1 0,1-3-14,4-8-130,-1 0 1,-1-1 0,-1 0 0,-1 0-1,0-1 1,-2 1 0,0-1 0,-1 0 0,0-17 129,-19 40 381,7 3-364,0 0 0,0 1 1,1 0-1,0 0 0,0 1 0,0 0 1,1 0-1,0 1 0,1 0 0,0 0 0,1 1 1,-1-1-1,2 1 0,-1 1 0,2-1 1,-1 0-1,1 1 0,1 0 0,0-1 0,1 1 1,-1 0-1,2 1-17,0-9-5,0 0-1,1 1 1,0-1 0,-1 1 0,1-1 0,0 0-1,0 0 1,1 0 0,-1 0 0,1 0 0,0 0-1,-1 0 1,1 0 0,0 0 0,1-1-1,-1 1 1,0-1 0,1 0 0,0 1 0,-1-1-1,1 0 1,0-1 0,0 1 0,0 0 0,0-1-1,0 0 1,0 1 0,1-1 0,-1-1 0,0 1-1,1 0 1,-1-1 0,0 0 0,1 0 5,124 0-571,-120-1 308,-1-1 0,1 1 1,-1-1-1,0 0 0,1-1 1,-1 0-1,0 0 1,0 0-1,-1-1 0,1 0 1,-1-1-1,0 1 0,0-1 1,0 0-1,-1-1 0,4-3 263,51-112-8695,-47 65 5793</inkml:trace>
  <inkml:trace contextRef="#ctx0" brushRef="#br0" timeOffset="7236.169">4786 276 9554,'0'0'931,"0"0"3079,0 0-1575,0 0-698,0 0 263,0 0-442,-17-17-402,-48-46-595,63 64-537,0 1 0,0-1-1,1 1 1,-1-1 0,1 1-1,0 0 1,-1 0 0,1 0-1,0 0 1,0 0-1,0 0 1,0 0 0,1 0-1,-1 0 1,0 0 0,1 0-1,0 1 1,-1-1-1,1 0 1,0 0 0,0 1-1,0-1 1,0 0 0,1 0-1,-1 1 1,1-1 0,-1 0-1,1 0 1,0 0-1,0 0 1,0 0 0,0 0-1,0 0 1,1 1-24,-1 3 111,28 167 1557,9-1 0,45 124-1668,-73-265-598,32 87 1409,-22-84-3269,3-6-3282,-11-20-330,-4-4-66</inkml:trace>
  <inkml:trace contextRef="#ctx0" brushRef="#br0" timeOffset="8130.838">5038 1197 2577,'0'0'10003,"0"0"-5914,0 0-2283,0 0-594,8-20-204,63-147 1026,-44 35-1926,-29 130-118,0 1 1,0 0-1,-1-1 1,1 1-1,0 0 1,-1 0-1,1 1 1,-1-1-1,1 1 1,-1-1-1,1 1 1,-1 0 0,0-1-1,1 1 1,-1 1-1,1-1 1,-1 0-1,1 1 1,-1-1-1,0 1 1,1 0-1,0 0 1,-1 0-1,1 0 1,0 0-1,-1 1 10,-4 4-4,0 1 0,0 0-1,1 0 1,0 0 0,0 1 0,1 0-1,0 0 1,0 1 0,1 0 0,0-1-1,0 1 1,1 1 0,1-1 0,-1 0-1,2 1 1,-1-1 0,1 1 0,0 0-1,1-1 1,0 1 0,2 6 4,0-10-23,0-1 0,1 0 0,0 0 0,0-1 0,0 1 0,0-1 1,1 1-1,0-1 0,-1 0 0,2 0 0,-1-1 0,0 1 0,1-1 0,-1 0 0,1 0 0,0-1 1,0 1-1,0-1 0,1 0 0,-1 0 0,0-1 0,1 0 0,-1 0 0,1 0 0,-1 0 0,1-1 1,0 0-1,-1 0 0,1-1 0,-1 1 0,1-1 0,-1-1 0,1 1 0,-1-1 0,5-1 23,-6 1-395,0-1 0,1 1-1,-1-1 1,0 0 0,0 0-1,0 0 1,-1 0 0,1-1-1,-1 1 1,1-1 0,-1 0 0,-1 0-1,1 0 1,0-1 0,-1 1-1,0 0 1,0-1 0,0 0-1,-1 1 1,1-1 0,-1 0-1,-1 0 1,1 0 0,0 0-1,-1 0 1,0 0 0,0 0 0,-1 0-1,1 0 1,-2-1 395,1-20 517,-1 11 3791,2 13-1164,1 19-2736,0 0 1,1 0-1,0-1 1,2 1-1,0-1 0,1 0 1,0 0-1,1 0 0,1-1 1,3 3-409,-10-16-2,18-133-2484,-17 127 2438,0-1-1,1 1 1,-1 0-1,1 0 1,0 0-1,0 0 0,0 1 1,0-1-1,1 1 1,-1-1-1,1 1 1,0 0-1,0 0 1,0 0-1,1 0 0,-1 0 1,1 1-1,-1 0 1,1-1-1,0 1 1,0 1-1,0-1 1,0 1-1,0-1 0,0 1 1,1 0-1,-1 0 1,0 1-1,2 0 49,-2 2 55,0 0 0,-1 1 0,1 0 0,-1 0 1,0 0-1,1 0 0,-1 1 0,-1-1 0,1 1 0,0 0 0,-1 0 0,0 0 0,0 0 0,0 0 0,0 0 0,-1 0 0,0 1 1,0-1-1,0 1 0,0-1 0,-1 1 0,1-1 0,-1 1 0,-1 2-55,7 19 617,-6-27-594,1-1-1,-1 1 1,0 0 0,1 0-1,-1 0 1,1 0 0,-1-1-1,1 1 1,-1 0-1,1 0 1,0 0 0,0 0-1,-1 0 1,1 0-1,0 1 1,0-1 0,0 0-1,0 0 1,0 1-1,0-1 1,0 0 0,0 1-1,1-1 1,-1 1 0,0-1-1,0 1 1,0 0-1,1 0 1,-1-1 0,0 1-1,0 0 1,1 0-1,-1 0 1,0 0 0,0 0-1,1 1 1,-1-1-1,0 0 1,0 0 0,0 1-1,0-1 1,1 1 0,-1-1-1,0 1 1,0 0-1,0-1 1,0 1 0,0 0-1,0 0 1,0 0-1,0-1 1,-1 1 0,1 0-1,0 0 1,0 0-1,-1 0 1,1 1 0,-1-1-1,1 0 1,-1 0 0,1 0-1,-1 0 1,0 1-1,1-1 1,-1 0 0,0 1-23,12-100 62,-12 97-198,0 35-288,0-30 414,-1 1 0,1 0 0,0-1 0,0 1 0,0-1 0,1 1 0,-1-1 0,1 1-1,0-1 1,0 1 0,1-1 0,0 0 0,-1 0 0,1 1 0,1-1 0,-1-1 0,0 1 0,1 0 0,0 0 0,0-1 0,0 0 0,0 1-1,1-1 1,-1-1 0,1 1 0,0 0 0,0-1 0,0 0 0,0 0 0,0 0 0,0 0 0,1-1 0,-1 1 0,0-1 0,1 0 0,-1-1-1,1 1 1,3-1 10,23-24-4595,-20 2-1948</inkml:trace>
  <inkml:trace contextRef="#ctx0" brushRef="#br0" timeOffset="8333.268">5638 919 15715,'0'0'5337,"0"0"-3544,0 0-849,0 0-144,0 0-736,0 0-64,0 0-64,72-27-4201,-62 16-5377,-8 2 3601</inkml:trace>
  <inkml:trace contextRef="#ctx0" brushRef="#br0" timeOffset="9304.059">3975 1648 7786,'0'0'5279,"0"0"-2710,0 0-1545,0 0-601,0 0-188,0 0 437,16 4-372,46 16-125,-14 18-69,-48-38-30,-1-3-79,-1 0 0,0 0 0,0-1-1,0 2 1,0-1 0,0 0 0,-1 0-1,1 1 1,-1-1 0,0 1 0,1 0-1,-1 0 1,0 0 0,-1 0-1,1 0 1,0 1 0,0-1 0,-1 1-1,1 0 1,-1 0 0,1 0 0,-1 0-1,1 1 1,-1 0 0,0-1 0,1 1-1,-1 1 1,0-1 0,1 0 0,-1 1-1,1 0 1,-1 0 0,1 0 0,-1 0-1,1 0 1,0 1 0,0 0 0,-1-1-1,1 1 1,0 0 0,1 1 0,-1-1-1,-2 2 4,1 1 7,0 0 0,0 0 0,1 1 0,0-1 0,0 1 0,0 0 0,0 0 0,1 0 0,0 0 0,0 0 0,1 0 0,0 1 0,0-1 0,0 0 0,1 1 0,0-1 0,0 1 0,0-1 0,1 0 0,0 1-1,1-1 1,-1 0 0,1 1 0,0-1 0,1 0 0,-1-1 0,1 1 0,0 0 0,1-1 0,-1 1 0,1-1 0,3 2-7,6 0 24,0-1 1,0 0-1,1-1 1,0-1-1,0 0 0,0-1 1,0-1-1,1 0 0,-1 0 1,1-2-1,-1 0 1,1 0-1,-1-2 0,10-1-24,-19 2 15,0 1 1,0-1-1,0 0 0,0-1 0,-1 1 0,1-1 0,0 0 0,-1 0 0,1 0 0,-1-1 0,0 1 0,0-1 1,0 0-1,0 0 0,0-1 0,-1 1 0,1-1 0,-1 0 0,0 0 0,0 0 0,-1 0 0,1 0 0,-1-1 1,0 1-1,0-1 0,0 0 0,0 1 0,-1-1 0,0 0 0,0 0 0,-1 0 0,1-4-15,-1 8 64,4 32 114,0-28-208,1 0 1,-1-1 0,0 1 0,1-1 0,0 1 0,-1-2 0,1 1 0,0 0-1,0-1 1,0 0 0,0 0 0,0 0 0,0-1 0,1 0 0,-1 0 0,0 0-1,0 0 1,0-1 0,0 0 0,0 0 0,0 0 0,0-1 0,0 0 0,0 0-1,0 0 30,38-58-7627,-32 29 4279</inkml:trace>
  <inkml:trace contextRef="#ctx0" brushRef="#br0" timeOffset="9584.849">4168 1515 6129,'0'0'9122,"0"0"-7569,0 0-1417,0 0 88,0 0-176,0 0-96,0 0-2089,131 104-4168</inkml:trace>
  <inkml:trace contextRef="#ctx0" brushRef="#br0" timeOffset="9770.117">4554 1757 3137,'0'0'7272,"0"0"-4536,0 0-1139,0 0-326,9 21-415,34 63 40,-42-81-804,0 0-1,1-1 1,-1 1-1,1-1 1,0 0-1,0 1 1,0-1 0,0 0-1,0 0 1,0 0-1,0-1 1,1 1-1,-1 0 1,0-1-1,1 0 1,0 1 0,-1-1-1,1 0 1,0 0-1,0 0 1,-1-1-1,1 1 1,0-1 0,0 0-1,0 1 1,0-1-1,0-1 1,0 1-1,-1 0 1,1-1-1,2 0-91,10 0 465,-10-1-437,0-1-1,0 0 0,-1 0 0,1 0 0,-1 0 1,1-1-1,-1 1 0,0-1 0,0 0 0,-1-1 1,1 1-1,-1-1 0,0 1 0,0-1 0,-1 0 0,0 0 1,1 0-1,-1 0 0,-1-1 0,1 1 0,-1-1 1,0 1-1,0-1 0,-1 1 0,0-1 0,0 1 0,0-1 1,0 1-1,-1-1 0,0 1 0,0-1 0,-1 1 1,1 0-1,-1-1 0,0 1 0,-1 0 0,1 0 1,-1 0-1,-2-3-27,-2 2-85,0-1 0,0 1 1,-1 0-1,0 1 0,0 0 1,0 0-1,0 1 0,-1 0 1,0 0-1,0 1 0,0 0 1,0 1-1,0 0 0,-1 0 0,1 1 1,-1 0-1,1 1 0,-1 0 1,1 0-1,-1 1 0,1 1 1,-10 1 84,16-2-28,0 0 0,0 0 0,0 0 0,0 1 0,0-1 0,0 1 0,0 0 0,0-1 0,1 1 0,-1 0 0,1 1 0,-1-1 0,1 0 0,0 1 0,0-1 0,0 1 0,0 0 0,0 0 0,1 0 0,-1 0 0,1 0 0,0 0 0,0 0 0,0 0 0,0 0 0,0 0 0,1 1 0,0-1 0,-1 0 0,1 1 0,0-1 0,1 0 0,-1 1 0,1 0 28,45 56-8332,-11-49-850</inkml:trace>
  <inkml:trace contextRef="#ctx0" brushRef="#br0" timeOffset="10164.162">4902 1664 6761,'0'0'1333,"0"0"1165,0 0-1267,0 0-325,0 0 357,0 0 532,8 19-434,46 138 1246,-40-138-2596,-5-55-2819,-8 30 2751,0 1-1,0-1 1,1 1-1,0 0 1,0-1-1,0 1 1,1 0-1,-1 0 1,1 0-1,1 1 1,-1-1-1,0 1 0,1 0 1,0-1-1,0 2 1,0-1-1,1 0 1,-1 1-1,1 0 1,0 0-1,0 0 1,0 1-1,0 0 1,1 0-1,-1 0 1,0 0-1,1 1 1,-1 0-1,1 0 1,5 0 57,55 98 2349,-20-49-1636,-28-58-5313,-15-8-1869</inkml:trace>
  <inkml:trace contextRef="#ctx0" brushRef="#br0" timeOffset="10430.832">4803 1217 6129,'0'0'13627,"0"0"-11738,0 0-1241,0 0-600,0 0 0,8 120-48,-8-76-48,-18-8-2065,-6-10-8257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2:06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7602,'0'0'846,"0"0"2255,0 0-1064,0 0-1041,0 0-551,0 0-126,-17 15 506,11-9-719,-8 5 104,1 2-1,1 0 0,0 1 1,0 0-1,1 0 0,1 1 1,1 1-1,0 0 0,-1 5-209,-5 19 667,3-1 0,2 2 0,1-1 0,2 1 0,2 1 0,1-1 0,3 42-667,1-64 118,2 1 0,0-1 0,1 1 0,1-1 0,1 0 0,0-1 0,1 1 0,2-1 0,-1 0 0,2 0 0,1-1 1,0-1-1,1 1 0,0-2 0,2 1 0,0-2 0,0 0 0,11 9-118,13 9-104,0-2 0,2-1 0,1-3 0,1 0 0,1-3 0,2-2 0,0-1-1,9 1 105,-6-41-8251,-19-35 3281,-22 40 3748,17-34-1757,0 2 592</inkml:trace>
  <inkml:trace contextRef="#ctx0" brushRef="#br0" timeOffset="452.369">621 399 5033,'0'0'6852,"0"0"-4419,10 20-617,126 279 3074,-120-260-4178,-10-21-572,0 0-1,2 0 0,0 0 0,1-1 0,1-1 0,0 0 1,1 0-1,1-1 0,13 13-139,-25-27 4,1-1 0,0 1 1,0-1-1,-1 0 0,1 1 0,0-1 1,0 0-1,0 1 0,-1-1 0,1 0 1,0 0-1,0 0 0,0 0 0,0 0 1,-1 0-1,1 0 0,0 0 0,0 0 0,0 0 1,0-1-1,-1 1 0,1 0 0,0 0 1,0-1-1,0 1 0,-1-1 0,1 1 1,0-1-1,-1 1 0,1-1 0,0 1 1,-1-1-1,1 1 0,-1-1 0,1 0 1,-1 1-1,1-1 0,-1 0 0,1 0 1,-1 1-1,0-1 0,1 0 0,-1 0 0,0 0 1,0 1-1,0-1 0,1 0 0,-1 0 1,0 0-1,0 0 0,0 0 0,0 1 1,0-1-1,-1 0 0,1 0 0,0 0-4,6-62-114,-6 56 92,1-98-25,-4 0-1,-5 1 1,-15-68 47,10 69-674,17 115-3782,8 6 2262,-4-6 237,10 21-2916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2:30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6553,'0'0'2157,"0"0"2328,0 0-2067,0 0-1335,0 0-90,14 20 814,-4-6-1403,0-2-106,-1 1 1,0 0-1,-1 0 0,-1 1 0,0 0 0,-1 0 0,0 1 0,-1 0 0,2 14-298,5 44 671,-10-49-583,1 0-1,2 0 1,0 0-1,1-1 0,1 1 1,2-1-1,0-1 1,1 0-1,12 19-87,-21-40 2,0 1 0,0-1-1,0 0 1,0 1 0,0-1 0,0 0-1,0 0 1,0 1 0,0-1-1,1 0 1,-1 0 0,0 0 0,1-1-1,-1 1 1,1 0 0,-1 0 0,1-1-1,0 1 1,-1-1 0,1 0-1,-1 1 1,1-1 0,0 0 0,-1 0-1,1 0 1,0 0 0,-1 0 0,1 0-1,0 0 1,-1-1 0,1 1-1,0-1 1,-1 1 0,1-1 0,-1 0-1,1 1 1,-1-1 0,0 0 0,1 0-1,-1 0 1,0 0 0,1 0-1,-1 0 1,0-1 0,0 1 0,0 0-1,0-1 1,0 1 0,0 0 0,0-1-1,-1 1 1,1-1 0,0 1-1,-1-2-1,6-21-70,-1 0 0,-1-1-1,-2 0 1,0 1-1,-2-1 1,0 0-1,-2 0 1,-1 0-1,0 1 1,-2 0-1,-1-1 1,-1 2 0,-9-21 70,-14-70-702,24 63-1840,22 61-4605,5 18 3230,1 7 911</inkml:trace>
  <inkml:trace contextRef="#ctx0" brushRef="#br0" timeOffset="872.512">500 486 7250,'0'0'965,"0"0"2360,0 0-898,0 0-1127,0 0-529,0 0-112,1-15 1,3-90 102,-5 104-759,0 0 0,0-1 1,0 1-1,0 0 1,0 0-1,0 0 0,0 0 1,0 0-1,0 1 1,0-1-1,-1 0 1,1 0-1,0 1 0,0-1 1,-1 1-1,1-1 1,0 1-1,-1 0 0,1-1 1,-1 1-1,1 0 1,-1 0-1,1 0 1,0 0-1,-1 0 0,1 0 1,-1 0-1,1 1 1,0-1-1,-1 0 0,1 1 1,0-1-1,-1 1 1,1 0-1,0-1 1,-1 1-1,1 0 0,0 0 1,0 0-1,0 0 1,0 0-1,0 0 0,0 0 1,0 0-1,0 0 1,1 0-1,-1 1 1,0-1-1,0 0 0,1 0 1,-1 1-1,1-1 1,0 0-1,-1 1 0,1-1 1,0 1-1,0-1-3,-5 8 12,0 0 0,1 1 1,0-1-1,0 1 0,1 0 0,1-1 0,0 1 0,0 0 0,1 1 0,0-1 0,0 0 0,1 0 1,1 0-1,1 7-12,1-14 5,1 0 1,0 0-1,-1 0 1,1 0 0,1-1-1,-1 0 1,0 0 0,1 0-1,-1 0 1,1-1-1,-1 1 1,1-1 0,-1-1-1,1 1 1,0 0 0,0-1-1,-1 0 1,1 0-1,0-1 1,0 1 0,-1-1-1,1 0 1,0 0 0,-1-1-1,1 1 1,-1-1-1,1 0 1,2-2-6,2 0-51,-1-1 0,0 0 0,0-1 1,0 0-1,-1 0 0,0 0 0,0-1 0,0 0 0,-1 0 0,0-1 1,0 0-1,-1 0 0,0 0 0,-1-1 0,0 0 0,0 0 0,-1 0 1,0 0-1,0 0 0,-1-1 0,0 1 0,0-8 51,0-3-103,0 0 0,-2-1 0,0 1 0,-1-1 0,-1 1 0,-1-1-1,-1 1 1,-1 0 0,0 0 0,-4-5 103,-57-115 1298,61 163-707,10 27-36,2-1 0,3 1 0,1-2 0,3 0 0,1-1 0,3 0 0,2-1 1,8 11-556,-27-56 3,0 5-3,1 1-1,1-1 1,-1 0 0,1 0 0,0-1-1,0 1 1,1-1 0,-1 1-1,1-1 1,1 0 0,-1 0-1,1-1 1,-1 1 0,1-1-1,1 0 1,-1-1 0,0 1 0,1-1-1,0 0 1,0 0 0,14-72-3402,-20 67 3377,-1 0-1,0 0 1,1 0 0,0 0 0,-1 0-1,1 0 1,0 0 0,0 0 0,0 0 0,0-1-1,0 1 1,1 0 0,-1 0 0,1 0 0,-1 0-1,1 0 1,0 0 0,0 0 0,0 0-1,0 0 1,0 1 0,0-1 0,0 0 0,0 1-1,1-1 1,-1 0 0,1 1 0,0 0-1,-1-1 1,1 1 0,0 0 0,-1 0 0,1 0-1,0 0 1,0 0 0,0 0 0,0 1-1,0-1 1,0 1 0,0-1 0,0 1 0,1 0-1,-1-1 1,0 1 0,0 0 0,0 1-1,0-1 1,0 0 0,0 1 0,0-1 0,0 1-1,0-1 1,0 1 0,0 0 0,0 0 0,2 1 25,18 32 566,-21-31-510,1 1 0,-1 0-1,1-1 1,0 1 0,0-1 0,0 0-1,1 0 1,-1 0 0,1 0 0,0 0-1,0 0 1,0-1 0,0 1 0,0-1-1,1 0 1,-1 0 0,0 0 0,1-1-1,0 1 1,-1-1 0,1 0 0,0 0-1,0 0 1,0 0 0,1 0-56,-3-1-9,0 0 0,0 0 0,0 0 0,0 0 1,0 0-1,0-1 0,0 1 0,0-1 0,0 1 0,0-1 0,0 0 0,0 1 1,-1-1-1,1 0 0,0 0 0,0 0 0,-1-1 0,1 1 0,-1 0 1,1-1-1,-1 1 0,1-1 0,-1 1 0,0-1 0,0 1 0,0-1 0,0 0 1,0 0-1,0 0 0,0 1 0,-1-1 0,1 0 0,-1 0 0,1 0 0,-1 0 1,0 0-1,0 0 0,0 0 0,0 0 0,0 0 0,0 0 0,0 0 0,-1 0 1,1 0-1,-1 0 0,0-1 9,1-7-70,1 8 56,0 0 1,0 0 0,-1-1 0,1 1 0,-1 0 0,0-1-1,0 1 1,0 0 0,0-1 0,0 1 0,0 0 0,0-1-1,-1 1 1,1 0 0,-1-1 0,0 1 0,0 0 0,0 0-1,0 0 1,0 0 0,0 0 0,0 0 0,-1 0 0,1 0-1,-1 0 1,1 1 0,-1-1 0,0 0 0,0 1 0,0-1-1,0 1 1,0 0 0,0 0 0,0 0 0,0 0 0,0 0-1,-1 0 1,1 1 0,0-1 0,0 1 0,-1-1 0,1 1-1,0 0 1,-1 0 0,1 0 13,-2-1-58,1 1-1,0 0 1,0 0-1,0 0 1,-1 1-1,1-1 1,0 1-1,0 0 1,0-1-1,0 1 1,0 1-1,0-1 1,0 0-1,0 1 1,0-1-1,1 1 1,-1 0-1,1 0 1,-1 0-1,1 0 1,-1 1-1,1-1 1,0 1-1,0-1 1,1 1-1,-1 0 1,0-1-1,1 1 1,0 0 0,-1 0-1,1 0 1,0 0-1,1 0 1,-1 1-1,0-1 1,1 0-1,0 0 1,0 0-1,0 1 1,0-1-1,0 2 59,1-4-263,0 1 0,0 0-1,0-1 1,1 1 0,-1-1 0,0 0 0,1 1-1,-1-1 1,0 0 0,1 1 0,0-1-1,-1 0 1,1 0 0,0-1 0,-1 1-1,1 0 1,0 0 0,0-1 0,0 1-1,-1-1 1,1 0 0,0 1 0,0-1 0,0 0-1,0 0 1,0 0 0,0 0 0,0-1-1,0 1 1,0 0 0,-1-1 0,1 0-1,0 1 264,9-1-1064,21 1-518</inkml:trace>
  <inkml:trace contextRef="#ctx0" brushRef="#br0" timeOffset="1400.215">1234 286 6865,'0'0'798,"0"0"1601,0 0 110,0 0-1069,0 0-753,0 0 633,22 21 2054,18 4-2566,-53-40-2369,9 15 1574,1 0 1,-1 0-1,0 0 1,1 1-1,-1 0 1,1-1-1,0 1 1,-1 0 0,1 0-1,0 1 1,-1-1-1,1 1 1,0 0-1,0 0 1,0 0-1,1 0 1,-1 0-1,0 1 1,1-1-1,-1 1 1,1-1 0,0 1-1,0 0 1,0 0-1,0 0 1,1 0-1,-1 0 1,1 1-1,0-1 1,0 0-1,0 1 1,0-1-1,0 1 1,1-1 0,0 1-1,-1-1 1,1 1-1,1-1 1,-1 1-1,0-1 1,1 1-1,0-1 1,0 1-1,0-1 1,0 0-1,2 4-13,-3-3 21,1-1-1,0 1 0,0 0 1,1-1-1,-1 1 0,1-1 0,0 1 1,0-1-1,0 0 0,0 0 0,0 0 1,1 0-1,0 0 0,-1 0 0,1-1 1,0 1-1,0-1 0,0 0 0,1 0 1,-1 0-1,0 0 0,1 0 1,-1-1-1,1 0 0,0 1 0,-1-1 1,1-1-1,0 1 0,0-1 0,2 1-20,121 2 367,-124-3-414,0-1 0,-1 1-1,1-1 1,0 0-1,0 0 1,-1 0 0,1-1-1,-1 1 1,1 0 0,-1-1-1,0 0 1,1 0-1,-1 1 1,0-1 0,0 0-1,0-1 1,-1 1-1,1 0 1,0-1 0,-1 1-1,1 0 1,-1-1 0,0 0-1,0 1 1,0-1-1,0 0 1,-1 0 0,1 1-1,-1-1 1,1 0 0,-1 0-1,0 0 1,0 0-1,0 1 1,-1-1 0,1 0-1,-1 0 1,0-1 47,1 4 12,0-1-1,-1 1 1,1 0 0,-1-1 0,1 1-1,0 0 1,-1-1 0,1 1 0,-1 0-1,1 0 1,-1-1 0,1 1 0,-1 0-1,0 0 1,1 0 0,-1 0-1,1 0 1,-1 0 0,1 0 0,-1 0-1,1 0 1,-1 0 0,0 0 0,1 0-1,-1 0 1,1 0 0,-1 0 0,1 0-1,-1 1 1,1-1 0,-1 0-1,1 0 1,-1 1 0,1-1 0,-1 0-1,1 1 1,0-1 0,-1 1 0,1-1-1,0 0 1,-1 1 0,1-1 0,0 1-1,-1-1 1,1 1 0,0-1 0,0 1-1,-1-1 1,1 1 0,0-1-1,0 1 1,0-1 0,0 1 0,0 0-1,0-1 1,0 1 0,0-1 0,0 1-1,0-1 1,0 1 0,0-1 0,0 1-1,0-1 1,1 1 0,-1 0-12,-1 0-6,0 1-1,1 0 1,-1 0 0,1 0 0,0 0-1,-1 0 1,1 0 0,0 0 0,0 0-1,0 0 1,0 1 0,1-1 0,-1 0 0,0 0-1,1 0 1,0-1 0,-1 1 0,1 0-1,0 0 1,0 0 0,0 0 0,0-1-1,0 1 1,1 0 0,-1-1 0,0 1 0,1-1-1,-1 1 1,1-1 0,-1 0 0,1 0-1,0 0 1,0 0 0,-1 0 0,1 0-1,0 0 1,0 0 0,0-1 0,0 1-1,0-1 1,0 0 0,0 1 0,0-1 0,0 0-1,0 0 1,0 0 0,0 0 0,0-1-1,0 1 1,0 0 0,0-1 0,0 0-1,0 1 1,0-1 0,1 0 6,35-29-8094,-27 8 5350</inkml:trace>
  <inkml:trace contextRef="#ctx0" brushRef="#br0" timeOffset="1643.065">1437 208 6145,'0'0'8154,"0"0"-5881,0 0-1441,0 0-664,0 0 304,0 0-472,0 0 0,24 6-832,-6-3-5450,-1-3 2081</inkml:trace>
  <inkml:trace contextRef="#ctx0" brushRef="#br0" timeOffset="1886.792">1711 126 656,'0'0'4681,"0"0"5353,0 0-7809,0 0-1409,0 0-224,0 0 1264,0 0-407,17 0-753,3 0-544,7-5-16,8-2 56,-1 1-384,-2 1-152,-9 3-1641,-23 2-2143,0 0-4426,-8 7 6545</inkml:trace>
  <inkml:trace contextRef="#ctx0" brushRef="#br0" timeOffset="2839.43">819 766 6905,'0'0'1856,"0"0"2620,0 0-692,0 0-1954,0 0-926,0 0-312,0 5 703,41 171 959,-85-191-8808,-26-15 4992,65 31 1622,0 0 0,-1 1 0,1-1 0,0 1-1,1 0 1,-1 0 0,0 1 0,1-1 0,-1 1 0,1 0 0,0 0 0,0 1 0,0-1 0,0 1 0,0 0 0,1 0 0,0 0 0,0 0 0,0 1 0,0-1 0,1 1 0,0 0 0,0 0 0,0 0 0,0 0 0,1 0 0,0 0 0,0 0 0,0 0 0,1 0-1,-1 1 1,1 0-60,3-1 20,1 0 0,-1-1 0,1 1-1,-1-1 1,1 0 0,0 0 0,1 0-1,-1-1 1,1 0 0,-1 0 0,1 0-1,0 0 1,0 0 0,1-1 0,-1 0-1,0 0 1,1-1 0,-1 1 0,1-1-1,0-1 1,-1 1 0,1-1 0,0 0-1,-1 0 1,1 0 0,0-1 0,-1 0-1,1 0 1,-1 0 0,1-1 0,2-1-20,4 0-118,1 0 0,-1-1 0,0-1 0,0 0 0,0-1 1,-1 0-1,0 0 0,0-2 0,0 1 0,-1-1 1,0-1-1,-1 0 0,0 0 0,0-1 0,-1 0 0,0 0 1,-1-1-1,0 0 0,-1 0 0,4-9 118,25 90 2619,-33-67-2548,0 1 0,0-1 0,1 0 0,-1 1 0,1-1 0,0 0 0,0-1 0,0 1-1,0 0 1,0-1 0,0 0 0,1 0 0,-1 0 0,1 0 0,0 0 0,-1-1 0,1 0 0,0 1-1,0-2 1,0 1 0,0 0 0,0-1 0,0 1 0,0-1 0,0 0 0,0-1 0,0 1 0,0-1 0,0 1-1,2-2-70,-4-1 20,-1 0 0,1 0-1,-1-1 1,1 1-1,-1-1 1,0 1-1,-1-1 1,1 1-1,-1-1 1,1 1-1,-1-1 1,0 1-1,0-1 1,-1 0 0,1 1-1,-1-1 1,0 1-1,1-1 1,-2 1-1,1 0 1,0-1-1,-1 1 1,-1-3-20,3 4-27,-1 0 0,0 0 1,1 0-1,-1 1 0,0-1 0,0 0 1,0 1-1,0-1 0,0 0 0,0 1 1,0-1-1,-1 1 0,1 0 0,0-1 1,-1 1-1,1 0 0,-1 0 0,0 0 1,1 0-1,-1 0 0,0 0 0,0 0 0,1 1 1,-1-1-1,0 1 0,0-1 0,0 1 1,0 0-1,0 0 0,0 0 0,0 0 1,0 0-1,1 0 0,-1 0 0,0 0 1,0 1-1,0-1 0,0 1 0,0 0 1,1-1-1,-1 1 0,0 0 0,0 0 1,1 0-1,-1 0 0,1 0 0,-1 1 1,1-1-1,-1 0 0,1 1 0,0-1 1,0 1-1,0-1 0,0 1 0,0 0 1,0-1-1,0 1 0,0 0 0,1 0 1,-1 0-1,1 0 0,-1-1 0,1 1 1,0 0 25,-2 50-5786,2-33 1267</inkml:trace>
  <inkml:trace contextRef="#ctx0" brushRef="#br0" timeOffset="3401.934">1325 935 4721,'0'0'5951,"0"0"-1669,0 0-2411,0 0-980,0 0-366,0 0 94,-4 14-59,-11 45 82,15-57-617,1 0 1,0 0 0,0 0-1,1 0 1,-1 0 0,0-1-1,0 1 1,1-1 0,-1 1-1,1-1 1,0 1 0,-1-1-1,1 0 1,0 0 0,0 0-1,-1 0 1,1 0 0,0 0-1,0 0 1,0 0 0,0-1-1,1 1 1,-1-1 0,0 0-1,0 0 1,0 1 0,0-1 0,0-1-1,0 1 1,0 0 0,1 0-1,-1-1 1,0 1 0,0-1-1,0 0 1,0 0-26,6 1 63,-3-1-142,0 0 0,0-1 0,-1 1 0,1-1 0,0 0 0,-1 0 0,1-1 0,-1 0 0,0 1 0,0-1 0,0 0 0,0-1 0,0 1 0,-1-1 0,1 0 0,-1 0 0,0 0 0,0 0 0,-1 0 0,1-1 0,-1 1 0,0-1 0,0 1 0,-1-1 0,1 0 0,-1 0 0,0 0 0,0 0 0,-1 0 0,1 0 0,-1 0 0,0 0 0,0 0 0,-1 0 0,0 0 0,0 0 0,0 0 0,-2-4 79,3 8 30,-1 0 1,0 0 0,1 0 0,-1 0 0,0 0 0,0 0 0,0 0 0,1 0-1,-1 0 1,0 0 0,0 1 0,-1-1 0,1 0 0,0 1 0,0-1 0,0 1-1,0-1 1,0 1 0,-1 0 0,1-1 0,0 1 0,0 0 0,-1 0 0,1 0-1,0 0 1,0 0 0,-1 0 0,1 0 0,0 0 0,0 1 0,-1-1-1,1 0 1,0 1 0,0-1 0,0 1 0,0-1 0,-1 1 0,1-1 0,0 1-1,0 0 1,0 0 0,0 0 0,1-1 0,-1 1 0,0 0 0,0 0 0,0 0-1,1 0 1,-1 1 0,0-1 0,1 0 0,-1 0 0,1 1-31,-2-1 2,0 1 0,0 0 0,0 0-1,0 0 1,1 0 0,-1 0 0,1 0 0,-1 0 0,1 1 0,0-1 0,0 0 0,0 1 0,0-1-1,0 1 1,1-1 0,-1 1 0,1 0 0,-1-1 0,1 1 0,0-1 0,0 1 0,0 0 0,1-1-1,-1 1 1,0-1 0,1 1 0,0-1 0,0 1 0,0-1 0,0 1 0,0-1 0,0 0 0,0 1-1,1-1 1,-1 0 0,1 0 0,0 0 0,0 0 0,-1 0 0,1-1 0,0 1 0,1 0 0,-1-1-1,0 1 1,0-1 0,1 0 0,0 1-2,-2-2 12,3 1-71,-1 1 1,1-1-1,-1 0 0,1 0 0,-1 0 1,1 0-1,0-1 0,-1 1 0,1-1 1,0 0-1,0 0 0,-1-1 0,1 1 1,0-1-1,-1 1 0,1-1 0,-1 0 1,1-1-1,-1 1 0,1 0 0,-1-1 1,0 0-1,0 0 0,1 0 0,-2 0 1,1-1-1,0 1 0,0-1 0,-1 1 1,1-1-1,-1 0 0,0 0 0,0 0 1,0 0-1,0-1 0,0 1 0,-1-1 1,1-2 58,-4 3 72,-1 0-1,0 1 1,0-1 0,-1 1 0,1 0-1,0 0 1,-1 0 0,1 0 0,-1 0 0,0 1-1,1 0 1,-1-1 0,0 1 0,0 1-1,0-1 1,0 1 0,0-1 0,0 1 0,0 0-1,0 0 1,1 1 0,-1-1 0,0 1-1,-1 0-71,-3-1 13,-39 14 49,35 18-2765,32-20-8387,0-12 8031</inkml:trace>
  <inkml:trace contextRef="#ctx0" brushRef="#br0" timeOffset="3667.751">1600 717 5905,'0'0'3313,"0"0"3440,0 0-5184,0 0-705,0 0 304,0 0 577,2 120-881,3-85-56,3 1-616,-1-3-192,-2-2-416,-5 1-2201,0-8-3568,0-6 176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2:1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341 199 1488,'0'0'4489,"0"0"227,0 0-2185,0 0-1109,0 0-806,0 0-289,-25 12-74,14-7-196,-2 1 48,1 0-1,-1 0 1,1 1 0,0 1-1,1 0 1,0 0-1,0 1 1,1 1 0,0 0-1,1 0 1,0 1-1,1 0 1,0 0 0,-3 8-105,-13 24 607,3 1 1,2 0-1,2 2 1,1 0-1,3 1 1,2 0-1,2 1 1,2 0-1,2 1 1,2 0-1,3 29-607,5-54 187,2 1 0,0-1-1,2-1 1,0 1-1,2-2 1,0 1-1,2-2 1,0 1-1,1-2 1,1 0 0,1 0-1,1-2 1,1 0-1,0-1 1,2-1-1,-1 0 1,5 0-187,-11-5-38,0-2 0,0 1 0,1-2 1,0 0-1,1 0 0,0-1 0,0-1 1,1-1-1,-1 0 0,1-1 0,0 0 0,0-2 1,1 0-1,-1-1 0,11 0 38,-19-4-765,0-1 0,0 0 0,-1-1 0,1 1 0,-1-2 0,0 1 0,0-1 0,-1 0-1,1 0 1,-1 0 0,-1-1 0,1 0 0,-1 0 0,3-7 765,9-8-3580,13-16-1682</inkml:trace>
  <inkml:trace contextRef="#ctx0" brushRef="#br0" timeOffset="4655.451">427 673 5265,'0'0'1773,"0"0"1351,-1 19-1796,-2 66-447,4-79-827,0 1 0,0-1 0,0 1 0,1-1-1,0 0 1,0 1 0,1-1 0,0 0 0,0-1 0,0 1 0,1 0 0,0-1 0,0 0 0,0 0 0,0 0 0,1 0 0,0-1 0,0 0 0,0 0 0,1 0 0,-1 0 0,1-1 0,0 0 0,0 0 0,0-1 0,0 0 0,1 0 0,-1 0 0,0-1 0,1 0 0,0 0 0,-1 0-1,1-1 1,-1 0 0,1 0 0,-1-1 0,1 0 0,0 0 0,-1-1 0,0 1 0,1-1 0,-1-1 0,0 1-54,-2 0-1,-1 1 0,1-1 1,-1 0-1,0 0 0,0 0 0,1 0 0,-1 0 0,0-1 0,-1 0 1,1 1-1,0-1 0,-1 0 0,0 0 0,1-1 0,-1 1 1,-1 0-1,1-1 0,0 1 0,-1-1 0,0 1 0,1-1 0,-2 0 1,1 0-1,0 1 0,-1-1 0,1 0 0,-1 0 0,0 0 0,-1 0 1,1 0-1,-1 1 0,1-1 0,-1 0 0,0 0 0,0 1 0,-1-1 1,1 1-1,-1-1 0,0 1 0,0-1 0,0 1 0,0 0 1,-1 0-1,1 0 0,-1 0 0,0 1 0,-2-3 1,-8-3 46,1 1-1,-1 0 0,0 1 1,-1 1-1,0 0 1,1 1-1,-1 0 1,-1 1-1,1 1 1,0 0-1,-1 1 0,1 0 1,-12 2-46,22 0-1,-1 0 1,1 0-1,-1 0 0,1 0 1,0 1-1,0 0 0,-1 0 1,1 0-1,1 0 0,-1 1 1,0-1-1,0 1 1,1 0-1,0 0 0,0 1 1,-1-1-1,2 1 0,-1-1 1,0 1-1,1 0 0,0 0 1,0 0-1,0 0 1,0 0-1,1 1 0,-1-1 1,1 0-1,0 1 0,1-1 1,-1 1-1,1-1 0,0 1 1,0 0-1,0-1 0,0 1 1,1-1-1,0 1 1,0-1-1,0 1 0,1-1 1,-1 0-1,1 0 0,0 0 1,0 0-1,1 0 0,-1 0 1,1 0-1,0-1 0,0 1 1,0-1-1,0 0 1,0 0-1,1 0 0,1 1 1,3 1-559,1 0 0,0 0 0,0-1 0,0-1 0,0 1 0,1-1 0,0-1 0,-1 0 0,1 0 0,0-1-1,0 0 1,0-1 0,0 0 0,2-1 559,31 2-2371</inkml:trace>
  <inkml:trace contextRef="#ctx0" brushRef="#br0" timeOffset="6556.214">551 508 7178,'0'0'792,"0"0"1515,0 0-456,0 0-492,0 0-676,0 0-443,2 1 112,57 94 2207,-28-26-1729,-24-48-563,1-1 1,1 1-1,1-2 1,0 1 0,2-1-1,0-1 1,1 0-1,0 0 1,2-2-1,0 0 1,1 0-1,1-2 1,8 7-268,-23-20-3,-1 1 1,1-1-1,0 0 1,-1 1 0,1-1-1,0 0 1,0 0-1,0 0 1,0 0-1,0-1 1,0 1 0,1 0-1,-1-1 1,0 0-1,0 1 1,0-1-1,1 0 1,-1 0 0,0 0-1,0 0 1,0-1-1,0 1 1,1-1 0,-1 1-1,0-1 1,0 0-1,0 0 1,0 1-1,0-1 1,0-1 0,0 1-1,-1 0 1,1 0-1,0-1 1,-1 1-1,1-1 1,0 0 0,-1 1-1,0-1 1,1 0-1,-1 0 1,0 0-1,0 0 1,0 0 0,0 0-1,-1 0 1,1 0-1,-1 0 1,1-1 2,5-219-1260,-7 230 1334,1 0 0,1 0-1,-1 0 1,1-1 0,1 1 0,-1 0 0,1 0 0,1-1 0,-1 1 0,2-1 0,-1 1 0,1-1 0,-1 0 0,2-1 0,-1 1 0,1-1-1,0 0 1,1 0 0,-1 0 0,1-1 0,0 1 0,0-1 0,1-1 0,0 0 0,0 0 0,0 0 0,0 0 0,0-1 0,1-1 0,-1 1-1,1-1 1,0 0 0,0-1 0,0 0 0,-1 0 0,1-1 0,0 0 0,0 0 0,3-1-74,-4-3-31,0-1 0,-1 0 0,0 0 0,0-1 1,0 0-1,-1 0 0,0 0 0,0 0 0,0-1 0,-1 0 0,0 0 0,0 0 0,-1-1 1,0 1-1,0-1 0,-1 0 0,0 0 0,0 0 0,-1 0 0,0 0 0,0 0 0,-1 0 1,0 0-1,0-1 31,6-30-81,-6 37 70,0 1 0,0-1 0,0 1 0,0 0 0,0-1 0,0 1 0,0 0-1,1-1 1,-1 1 0,0 0 0,1-1 0,-1 1 0,1 0 0,-1 0 0,1-1 0,0 1-1,-1 0 1,1 0 0,0 0 0,0 0 0,0 0 0,0 0 0,0 0 0,0 0 0,0 0-1,0 1 1,0-1 0,0 0 0,1 1 0,-1-1 0,0 1 0,0-1 0,1 1-1,-1-1 1,0 1 0,1 0 0,-1 0 0,1 0 0,-1 0 0,0 0 0,1 0 0,-1 0-1,0 0 1,1 0 0,-1 1 0,0-1 0,1 0 0,-1 1 0,0-1 0,0 1-1,1 0 1,-1-1 0,0 1 0,0 0 0,0 0 0,0 0 11,53 58-156,-47-47 160,-1-1 0,0 2 0,-1-1 0,-1 1 0,1-1 0,-2 1 0,0 1 1,-1-1-1,0 0 0,-1 0 0,0 11-4,-3-21-42,0 0 0,0 0 0,-1-1 1,1 1-1,-1-1 0,0 1 0,1-1 0,-1 0 0,0 0 1,0 0-1,-1-1 0,1 1 0,0-1 0,0 1 0,-1-1 1,1 0-1,-1-1 0,1 1 0,-1 0 0,1-1 1,-1 0-1,0 0 0,1 0 0,-1 0 0,1-1 0,-1 1 1,1-1-1,-1 0 0,0-1 42,-10 2-182,-55-19-1432,78 18 910,128 22-64,-16 0-3206,-105-20 3309,-10 2 448,0-1 1,0-1-1,0 1 0,0-1 1,1 0-1,-1 0 0,0 0 1,1-1-1,-1 0 0,0-1 1,0 1-1,1-1 0,-1 0 1,0-1-1,0 0 0,0 1 1,0-2-1,0 1 0,0-1 0,-1 0 1,1 0-1,-1-1 0,0 1 1,0-1-1,0 0 0,-1-1 1,1 1-1,-1-1 0,0 0 1,0 0-1,-1 0 0,1 0 1,-1-1-1,0 0 0,0-1 217,-28-96 3159,-23 49 2752,38 56-2486,9 31-3111,2-24 122,34 264 4212,-13-195-4407,4-1 0,3-1 0,3-1-1,8 8-240,-23-56-109,-16-40-262,-58-185-1596,35 135 1662,3-1 1,2-1-1,4 0 0,2-1 1,3 0-1,2-16 305,6 80-10,0 1 0,0-1-1,1 0 1,-1 1 0,0-1 0,1 1 0,-1 0 0,1-1 0,-1 1 0,1-1 0,0 1-1,0 0 1,-1-1 0,1 1 0,0 0 0,0 0 0,0 0 0,0 0 0,1-1 0,-1 2-1,0-1 1,0 0 0,1 0 0,-1 0 0,0 1 0,1-1 0,-1 0 0,1 1-1,-1-1 1,1 1 0,-1 0 0,1-1 0,-1 1 0,1 0 0,-1 0 0,1 0 0,-1 0-1,1 0 1,-1 1 0,1-1 0,-1 0 0,1 1 0,-1-1 0,2 1 10,66 28-158,-60-22 156,0 0 0,-1 1 0,0 0 0,0 0 0,0 1 0,-1 0-1,-1 1 1,1-1 0,-2 1 0,1 0 0,-1 1 0,-1-1 0,0 1 0,0 0 0,-1 0 0,-1 1 0,0-1-1,0 0 1,-1 1 0,-1-1 0,0 1 0,0-1 0,-1 3 2,-4-7 2,0 0 0,-1 0 0,0 0 1,0-1-1,0 0 0,-1 0 0,0 0 0,0-1 0,0 0 0,-1-1 0,1 1 1,-1-1-1,0-1 0,-1 0 0,1 0 0,-1 0 0,1-1 0,-1 0 1,0-1-1,1 0 0,-1 0 0,0-1 0,0 0 0,0-1 0,-7-1-2,15 2 56,29-6-173,-13 1-75,0-1 1,-1 0-1,0-1 0,0 0 1,-1-1-1,0 0 0,-1-1 1,1-1-1,-2 0 0,1-1 1,-1 0-1,-1-1 0,0 0 1,-1 0-1,0-1 0,-1 0 1,-1-1-1,0 0 0,0 0 1,-1 0-1,-1-1 0,-1 0 1,0 0-1,-1 0 0,1-15 192,-3 10 118,-2-1-1,0 0 0,-2 1 0,0-1 1,-1 1-1,-1 0 0,-1 1 1,-1-1-1,0 1 0,-2 0 0,0 1 1,-1 0-1,-1 0 0,-1 1 0,0 0 1,-4-2-118,-118-116 4205,132 135-4171,1 0 0,-1 0 0,1 1 0,-1-1 0,1 0-1,0 1 1,-1-1 0,1 1 0,-1-1 0,1 1 0,0 0 0,0-1 0,-1 1 0,1 0 0,0 0 0,0 0 0,0 0 0,0 0 0,0 0 0,0 0 0,0 0 0,0 1 0,0-1 0,1 0 0,-1 0 0,0 1 0,1-1 0,-1 1 0,1-1 0,0 0 0,-1 1 0,1-1 0,0 1 0,0-1 0,0 1 0,0-1 0,0 1 0,0-1 0,0 1 0,0-1 0,1 0 0,-1 1 0,1-1 0,-1 1 0,1-1 0,-1 0 0,1 1 0,0-1 0,0 0 0,0 0-1,-1 0 1,1 1 0,0-1 0,1 0 0,-1 0-34,0 5 112,12 45 141,2 0 0,3-1 1,1 0-1,3-2 0,8 12-253,-16-32 17,-4-6-7,9 21-1,1-1 1,3-1-1,1-1 0,2-2 0,1 0 0,15 13-9,-40-50-62,0-1 0,0 1 0,0-1 0,0 0 0,0 1 0,0-1 0,0 0 0,0 0 0,0-1 0,0 1 0,0 0 0,0-1 0,0 1 0,0-1 0,0 0 0,0 1 0,0-1 0,0 0 0,0 0 0,0 0 0,-1-1 0,1 1 0,-1 0 0,1-1 0,-1 1 0,1-1 0,-1 1 0,0-1 0,1 0 0,-1 1 0,0-1 0,0 0 0,0 0 0,-1 0 0,1 0 0,0 0 0,-1 0 0,1 0 0,-1 0 0,0 0 0,0 0 0,1 0 0,-1 0 0,-1 0 0,1 0 0,0 0 0,0 0 0,-1 0 0,1 0 0,-1-1 62,7-17-699,0 1 228,-5 14 295,0 0 0,0-1 0,0 1-1,1 0 1,0 0 0,0 0 0,0 1 0,1-1 0,-1 0 0,1 1 0,0-1 0,1 1 0,-1 0 0,1 0-1,-1 0 1,1 1 0,0-1 0,1 1 0,-1 0 0,2 0 176,-4 4 12,1 0-1,-1 0 1,1 0 0,-1 1 0,1-1-1,-1 1 1,0-1 0,1 1 0,-1 0-1,0 0 1,0 0 0,-1 0 0,1 0-1,0 1 1,-1-1 0,1 1-1,-1-1 1,0 1 0,1-1 0,-1 1-1,-1 0 1,1-1 0,0 1 0,-1 0-1,1 0 1,-1-1 0,0 1 0,0 1-12,3 6 234,5 23 646,-7-24-743,0 0-1,1 0 1,0 0-1,1-1 1,0 1-1,0-1 1,1 1-1,0-1 1,0 0-1,1 0 1,0-1 0,0 0-1,4 4-136,-8-10 20,0-1-1,-1 1 1,1-1-1,0 1 1,0-1 0,-1 1-1,1-1 1,0 0-1,0 1 1,0-1-1,0 0 1,0 0 0,0 0-1,-1 0 1,1 0-1,0 0 1,0 0-1,0 0 1,0 0 0,0 0-1,0 0 1,-1 0-1,1-1 1,0 1-1,0 0 1,0-1 0,0 1-1,-1-1 1,1 1-1,0-1 1,0 1 0,-1-1-1,1 1 1,0-1-1,-1 0 1,1 1-1,-1-1 1,1 0 0,-1 1-1,1-1 1,-1 0-1,0 0 1,1 0-1,-1 0 1,0 1 0,1-1-1,-1 0 1,0 0-1,0 0 1,0 0-1,0 0 1,0 0 0,0 1-1,0-1 1,0 0-1,0 0 1,0 0-20,1-66 256,-1 54-210,1 5-43,0 0 0,0 0 0,-1 0 0,0-1 0,0 1 0,-1 0 0,0 0 0,-1 0 1,1 0-1,-2 0 0,1 0 0,-1 0 0,0 1 0,-1-1 0,0 1 0,0 0 0,0 0 0,-1 0 1,0 1-1,0-1 0,-1 1 0,0 1 0,0-1 0,0 1 0,-1 0 0,0 0 0,0 1 0,0 0 1,0 0-1,-1 0 0,1 1 0,-1 1 0,0-1 0,-7 0-3,9 4-23,0 1 1,1 0-1,-1 0 1,1 1-1,-1 0 1,1 0-1,0 0 1,0 1-1,0-1 0,0 1 1,1 1-1,0-1 1,0 0-1,0 1 1,0 0-1,0 0 0,1 0 1,0 0-1,0 1 1,1-1-1,0 1 1,0 0-1,0-1 1,0 1-1,1 0 0,0 0 1,0 0-1,1 0 1,-1 0-1,1 1 23,-4 71-4108,10-49-1697,15-9-2376</inkml:trace>
  <inkml:trace contextRef="#ctx0" brushRef="#br0" timeOffset="6805.391">2182 833 7594,'0'0'1024,"0"0"3457,0 0-1681,0 0-1143,0 0-561,0 0-296,0 0 80,76 115-288,-51-99-592,0-3 225,-1-4-225,1-2-1105,-3-5-687,-2-2-2449,-5-7-808,-8-11-800</inkml:trace>
  <inkml:trace contextRef="#ctx0" brushRef="#br0" timeOffset="7140.489">2444 635 3265,'0'0'7272,"0"0"-2264,0 0-2675,0 0-1499,0 0-437,0 0 33,12-2 118,-2 0-451,-6-1-82,0 1 0,1 0 1,-1 0-1,1 1 1,-1-1-1,1 1 0,-1 0 1,1 1-1,0-1 0,-1 1 1,1 0-1,0 0 1,-1 0-1,1 0 0,0 1 1,-1 0-1,1 0 0,0 0 1,-1 1-1,1-1 0,-1 1 1,0 0-1,0 0 1,0 1-1,0-1 0,0 1 1,0 0-1,-1 0 0,1 0 1,-1 1-1,0-1 1,0 1-1,0 0 0,0 0 1,-1 0-1,1 0 0,-1 0 1,0 0-1,1 4-15,-4 7 56,0 1 0,-1 0 0,0-1-1,-1 0 1,-1 0 0,-1 0 0,0 0 0,0 0 0,-2-1 0,0 1-56,-19 49 563,23-61-544,1 0 0,0 0 0,0 0 0,1 0 0,-1 0 0,0 0 0,1 0 0,0 1 0,0-1 0,0 1 0,0-1 0,1 1 0,-1-1 0,1 1 0,0 0 0,0-1 0,0 1 0,0-1 0,1 1 0,0-1 0,-1 1 0,1-1 0,1 1 0,-1-1 0,0 0 0,1 1 0,-1-1 0,1 0 0,0 0 0,0 0 1,1 0-1,-1-1 0,0 1 0,1-1 0,0 1 0,-1-1 0,1 0 0,0 0 0,0 0 0,0 0 0,1 0 0,-1-1 0,0 0 0,1 1 0,0-1-19,7 1-190,0-1 1,0 0-1,0 0 1,0-1 0,1-1-1,-1 0 1,0 0-1,0-1 1,0 0-1,-1-1 1,1-1-1,-1 1 1,1-2-1,-1 1 1,0-1 0,5-5 189,7-65-10665,-22 63 9900,0-18-534</inkml:trace>
  <inkml:trace contextRef="#ctx0" brushRef="#br0" timeOffset="7388.292">2508 779 6177,'0'0'4377,"0"0"-1848,0 0-601,0 0-600,0 0 169,0 0-577,126 0-208,-84-4-416,0-3-160,-3 0-128,-2 1-16,-7 1-472,-10 1-1336,-8-1-3473,-9 3 144</inkml:trace>
  <inkml:trace contextRef="#ctx0" brushRef="#br0" timeOffset="7720.214">2916 673 15931,'0'0'4160,"0"0"-2446,0 0-1274,0 0 196,0 0 251,-1 19-106,0 65-398,1-78-377,-1 0 1,1 0-1,1 0 1,-1 0-1,1 0 1,1-1-1,-1 1 1,1 0-1,-1-1 1,2 1-1,-1-1 1,1 1-1,-1-1 1,1 0-1,1 0 1,-1 0-1,1-1 1,0 1-1,0-1 1,0 0-1,1 0 1,-1 0-1,1-1 1,0 1-1,0-1 1,0 0-1,0-1 1,1 1-1,-1-1 1,1 0-1,0-1 1,-1 1-1,1-1 1,0 0-1,0-1 1,0 1-1,0-1 1,3 0-7,-4-4-62,-1 1 0,1-1 0,-1 0 0,0 0 0,0 0-1,0 0 1,-1-1 0,1 0 0,-1 1 0,0-1 0,-1 0 0,1-1 0,-1 1 0,0 0 0,0-1 0,-1 1 0,1-1 0,-1 0 0,-1 1 0,1-1 0,-1 0 0,0 0 0,0 1 0,-1-1 0,1 0 0,-1 0 0,-1 0 62,3 2-6,0 0 1,-1 0 0,1 1 0,-1-1-1,0 0 1,0 0 0,-1 0 0,1 0-1,-1 0 1,0 1 0,0-1 0,0 0-1,0 1 1,0-1 0,-1 0-1,0 1 1,0 0 0,0-1 0,0 1-1,0 0 1,-1 0 0,1 0 0,-1 1-1,0-1 1,0 0 0,0 1 0,0 0-1,0 0 1,-1 0 0,1 0-1,-1 0 1,1 1 0,-1-1 0,0 1-1,1 0 1,-1 0 0,0 1 0,0-1-1,0 1 6,-7-2-273,1 2 0,-1-1 0,1 1 0,-1 1 0,1-1 0,-1 2 0,1 0 0,0 0 0,0 1 0,0 0 0,0 0 0,0 1 0,-6 4 273,-53 66-11509,59-50 5013</inkml:trace>
  <inkml:trace contextRef="#ctx0" brushRef="#br0" timeOffset="9250.817">2953 730 5817,'0'0'5356,"0"0"-2087,0 0-1484,0 0-836,0 0 72,0 0-226,13 10-351,119 80 170,-131-89-628,1 0 1,0 1-1,0-1 1,0 0 0,-1 0-1,1 0 1,1 0 0,-1 0-1,0 0 1,0-1-1,0 1 1,0-1 0,0 1-1,1-1 1,-1 0-1,0 0 1,0 0 0,0 0-1,1 0 1,-1-1 0,0 1-1,0-1 1,0 1-1,1-1 1,-1 0 0,0 0-1,0 0 1,0 0-1,-1 0 1,1 0 0,0 0-1,0-1 1,0 1-1,-1-1 1,1 1 0,-1-1-1,1 0 1,-1 1 0,0-1-1,0 0 1,0 0-1,0 0 1,0 0 0,0 0-1,0 0 1,-1-1-1,1 1 1,-1 0 0,1 0-1,-1 0 1,0-1 0,0 1-1,0 0 1,0-2 13,-1 1 11,0 1-1,0-1 1,1 0 0,-1 1 0,1-1-1,0 0 1,0 0 0,0 0 0,0 1 0,0-1-1,1 0 1,-1 0 0,1 1 0,0-1-1,0 1 1,0-1 0,0 0 0,0 1-1,0-1 1,1 1 0,-1 0 0,1 0 0,-1-1-1,1 1 1,0 0 0,0 0 0,0 0-1,0 1 1,1-1 0,-1 1 0,0-1-1,1 1 1,-1-1 0,1 1 0,-1 0 0,1 0-1,-1 1 1,1-1 0,0 0 0,0 1-1,-1 0 1,1-1 0,0 1 0,0 0-1,-1 1 1,1-1 0,0 0 0,0 1 0,-1-1-1,1 1 1,0 0 0,-1 0-11,37 52 1102,-38-49-1082,0 0 0,1 0 0,-1 0 0,1 0 0,0 0 1,0 0-1,1-1 0,-1 1 0,1-1 0,0 1 0,0-1 0,0 0 0,0 0 1,0 0-1,1-1 0,-1 1 0,1-1 0,0 0 0,-1 0 0,1 0 0,0 0 1,0-1-1,1 1 0,-1-1 0,0 0 0,0 0 0,1-1 0,-1 1 0,0-1 1,2 0-21,-3-4 46,1 1 0,-1-1 0,0 0 0,0 0 0,-1 0 0,1 0 0,-1-1 0,0 1 0,0-1 0,0 1 0,-1-1 0,0 1 0,0-1 0,0 0 0,0 0 0,-1 0 0,0 0 0,0-2-46,18 17 335,-15-6-321,-1 1 0,1-1 1,0 1-1,1-1 0,-1 0 1,1 0-1,0-1 0,0 1 1,0-1-1,0 0 0,1 0 1,-1 0-1,1 0 0,0-1 1,-1 0-1,1 0 0,0 0 1,0 0-1,1-1 0,-1 0 1,0 0-1,0-1 0,1 1 1,-1-1-1,0 0 0,1-1 1,-1 1-1,2-1-14,25-59 161,-12 88-91,-18-22-71,0-1 0,1 1 1,-1-1-1,1 0 1,0 0-1,1 0 0,-1 0 1,1-1-1,0 0 0,0 1 1,0-1-1,1 0 1,0-1-1,-1 1 0,1-1 1,0 0-1,1-1 0,-1 1 1,0-1-1,1 0 1,0 0-1,-1 0 0,1-1 1,0 0-1,0 0 1,-1-1-1,1 1 0,0-1 1,0 0-1,0-1 0,0 0 1,0 0-1,-1 0 1,1 0-1,0-1 0,-1 0 1,1 0-1,-1-1 0,0 1 1,0-1-1,0 0 1,0-1-1,3-2 1,3-9-318,0-1 1,-2 0-1,1-1 1,-2-1-1,0 1 1,-1-1-1,-1 0 1,-1-1-1,0 1 0,-2-1 1,0 0-1,-1 0 1,0-1-1,-2 1 1,-1 0-1,0 0 0,-2-5 319,1 1-24,-1 1 0,-1-1 0,-1 1 0,-1 1 0,-1-1 0,-1 1 0,-1 0 0,-11-18 23,-59-87 3460,79 126-3423,0-1-1,0 0 0,0 1 1,0-1-1,0 0 1,0 1-1,0-1 0,0 0 1,0 1-1,-1-1 0,1 0 1,0 1-1,0-1 1,0 0-1,-1 1 0,1-1 1,0 1-1,-1-1 1,1 0-1,-1 1 0,1-1 1,0 1-1,-1-1 1,1 1-1,-1 0 0,1-1 1,-1 1-1,0-1 0,1 1 1,-1 0-1,1 0 1,-1-1-1,0 1 0,1 0 1,-1 0-1,0 0 1,1-1-1,-1 1 0,0 0 1,1 0-1,-1 0 0,0 0 1,1 0-1,-1 0 1,0 1-1,1-1 0,-1 0 1,0 0-1,1 0 1,-1 1-1,1-1 0,-1 0 1,0 1-1,1-1 1,-1 0-1,1 1 0,-1-1 1,1 1-1,-1-1 0,1 1 1,-1-1-1,1 1 1,0-1-1,-1 1 0,1 0-36,-1 51 437,2-30-186,0 25-13,3-1 0,1 1 1,2-1-1,3 0 0,1 0 0,2-2 1,2 1-1,3-2 0,1 0 0,1-1 1,3-1-1,2-1 0,1-1 0,24 26-238,-46-120-9120,-8 47 8548,-1 1 0,0 0 0,0 1 1,0-1-1,-1 1 0,0 0 1,0 0-1,-1 1 0,1 0 1,-1 0-1,0 0 0,-1 1 0,1 0 1,-1 1-1,-7-3 572,-125-27-2943,119 32 2300,-5 0 5030,49 2 2385,355-48-2471,-374 49-4231,0 1 0,0-1-1,0 1 1,0 0 0,-1 0 0,1 0 0,-1 0 0,1 1 0,-1-1 0,0 1 0,0 0 0,-1 0 0,1 0 0,-1 0 0,0 1 0,0-1 0,-1 0-1,1 1 1,-1-1 0,0 1 0,0 0 0,0 0 0,-1-1 0,1 1 0,-1 0 0,0 0 0,-1-1 0,0 3-70,11 43 269,-8-45-250,-1 0 1,1 0 0,1 0 0,-1 0-1,1-1 1,0 1 0,0-1-1,0 1 1,0-1 0,1 0-1,0-1 1,0 1 0,0 0-1,0-1 1,0 0 0,1 0-1,0-1 1,-1 1 0,1-1 0,0 0-1,4 1-19,-5-52-465,-3 45 452,0-1 1,0 0-1,0 0 0,-1 0 1,1 0-1,-1 1 1,0-1-1,-1 0 1,1 0-1,-1 0 0,0 0 1,-1 1-1,1-1 1,-1 0-1,1 1 1,-1 0-1,-1-1 0,1 1 1,-1 0-1,1 0 1,-1 0-1,-1 0 1,1 1-1,0-1 0,-1 1 1,0 0-1,1 0 1,-1 0-1,0 0 1,-1 1-1,1-1 0,0 1 1,-1 0-1,1 1 1,-5-2 12,7 4-130,0-1 0,0 1 0,0 0 0,0 0 0,0 0 0,0 0 0,0 0 0,0 1 0,0-1 0,0 0 0,1 1 0,-1-1 0,1 1 0,-1 0 0,1-1 0,0 1 0,-1 0 0,1 0 0,0 0 0,0 0 0,0 0 0,1 0 0,-1 0 0,0 0 0,1 1 0,0-1 0,-1 0 0,1 0 0,0 0 0,0 1 0,0-1 130,16 40-11075,2-35 5801</inkml:trace>
  <inkml:trace contextRef="#ctx0" brushRef="#br0" timeOffset="9572.632">4277 232 7274,'0'0'5754,"0"0"-3292,0 0-1088,0 0-560,0 0 99,3 21 448,-2-11-1152,-1 0-31,2 1 0,-1-1-1,1 0 1,1 0 0,0 0 0,0 0 0,1 0 0,0-1-1,0 1 1,1-1 0,1 0 0,0 0 0,5 5-178,-7-8 84,16 13 215,-1 1 0,0 1 1,-2 0-1,-1 1 0,0 1 1,-2 1-1,-1 0 0,-1 1 1,-1 1-1,-1-1 1,-1 2-1,-1-1 0,4 27-299,-10-30 51,0 1 0,-2 0-1,0 0 1,-2-1 0,0 1-1,-2-1 1,0 1-1,-2-1 1,-1 0 0,0-1-1,-2 0 1,-4 7-51,-73 77-7280,65-91 283</inkml:trace>
  <inkml:trace contextRef="#ctx0" brushRef="#br0" timeOffset="10053.3">4574 10 3105,'0'0'8890,"0"0"-4906,0 0-1354,0 0-473,0 0-448,0 0-364,-4-6-337,4 6-992,0 0 0,-1 1 0,1-1 0,0 0-1,-1 1 1,1-1 0,-1 0 0,1 0 0,-1 0 0,1 1 0,0-1 0,-1 0 0,1 0 0,-1 0-1,1 0 1,-1 0 0,1 0 0,-1 0 0,1 0 0,-1 0 0,1 0 0,-1 0 0,1 0 0,-1 0-1,1 0 1,0 0 0,-1-1 0,1 1 0,-1 0 0,1 0 0,-1-1 0,1 1 0,0 0 0,-1 0-1,1-1 1,0 1 0,-1 0 0,1-1 0,0 1 0,-1-1 0,1 1 0,0 0 0,0-1-1,-1 1 1,1-1-16,5 67 457,21 90 109,-6-45-2490,-11-37-3571,-5-26-2922</inkml:trace>
  <inkml:trace contextRef="#ctx0" brushRef="#br0" timeOffset="10706.146">4764 681 6041,'0'0'832,"0"0"3937,0 0-2128,0 0-1185,0 0 9,0 0-321,0 0 208,114-4-424,-80-3-255,-2-2-481,-2 3 112,-5 1-104,-8 1-192,-5 2-16,-9 2-400,-3 0-2273,-22 0-3624,-6 2 1392</inkml:trace>
  <inkml:trace contextRef="#ctx0" brushRef="#br0" timeOffset="10955.948">4764 681 6177,'47'143'5682,"-27"-143"-3626,4 0-448,6 0-119,-5-5-689,2 3-64,-5-2-360,0 1-168,-2 3-208,-5 0-192,0 0-1112,-10-4-2929,-3-3-392,-2 3-2177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7:20.613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3025 0 8250,'0'0'357,"0"0"-51,0 0 703,0 0 597,0 0-526,0 0-268,-38 2 3430,-53 66-3233,-6 35-700,5 3 1,5 5-1,5 3 1,4 4-1,6 3 0,-17 46-309,71-134-20,-12 20 28,-8 23-6,-4-2-1,-3-2 1,-3-2-1,-3-2 1,-3-2-1,-3-3 1,-23 18-2,-200 163 76,263-223-50,2 0 0,0 1 0,2 0 0,0 2 0,1-1 0,2 2 0,-8 24-26,1-6 303,-82 182-169,51-115-229,93-167-1453,93-99-1245,-75 82-701</inkml:trace>
  <inkml:trace contextRef="#ctx0" brushRef="#br0" timeOffset="893.678">3603 1116 6601,'0'0'1499,"0"0"-989,0 0-314,-23 17-153,-104 75 18,-25-66 9445,4 148-8531,116-129-874,-702 933 1765,-151 128 32,242-245-1681,636-851-127,8-13-1063,4-4 857,109-148-3183,-70 97-1409</inkml:trace>
  <inkml:trace contextRef="#ctx0" brushRef="#br0" timeOffset="1747.245">3690 2657 7114,'0'0'1699,"0"0"1225,0 0-1669,0 0-739,0 0-45,0 0 435,0 0 299,0 0-337,0 0-322,0 0-192,-4 15 140,-142 218 206,-347 392-435,294-386-189,-91 115 504,16 11-1,-179 323-579,39 68 415,404-739-508,0 0 0,-1-1 0,0 0-1,-1-1 1,-1 0 0,-1-1 0,0 0 0,0-1-1,-7 4 94,-3 2-314,1 2-1,1 1 1,1 1-1,1 0 0,1 2 1,1 0-1,1 1 1,1 1-1,-2 8 315,18-36-41,1 1-1,-1 0 1,1-1-1,0 1 1,-1 0 0,1-1-1,-1 1 1,1 0-1,0 0 1,-1-1 0,1 1-1,0 0 1,-1 0-1,1 0 1,0 0 0,-1 0-1,1 0 1,0 0-1,-1 0 1,1 0 0,0 0-1,-1 1 1,1-1-1,0 0 1,-1 0 0,1 1-1,0-1 1,-1 0-1,1 1 1,-1-1 0,1 0-1,-1 1 1,1-1-1,-1 1 1,1-1 0,-1 1-1,1-1 1,-1 1-1,1-1 1,-1 1 0,0 0-1,0-1 1,1 1-1,-1-1 1,0 1-1,0 0 1,1-1 0,-1 1-1,0 0 1,0-1-1,0 1 1,0 0 0,0 0-1,0-1 1,0 1-1,0 0 1,-1-1 0,1 1-1,0 0 42,61-35-1815,-10-3-30</inkml:trace>
  <inkml:trace contextRef="#ctx0" brushRef="#br0" timeOffset="2493.591">3939 4457 7362,'0'0'5094,"0"0"-2533,0 0-1565,0 0-676,0 0-156,0 0 4,-10 11 373,-64 106-65,-5-3 0,-5-3-1,-40 36-475,-754 789 9,868-926-8,-1214 1238-49,1152-1170 150,-35 36 1199,5 4 0,-84 130-1301,175-231 138,0 1 1,2 0-1,0 0 0,1 1 0,1 0 1,0 0-1,2 1 0,0-1 0,2 1 1,0 0-1,1 1 0,0 17-138,22 12-455,-3 4-5362,-34-50 994,5-4 322</inkml:trace>
  <inkml:trace contextRef="#ctx0" brushRef="#br0" timeOffset="3642.078">4303 5807 4153,'0'0'2664,"0"0"-1445,0 0-945,0 0-22,0 0 187,21-9 459,96-39-65,-112 52 8613,-57 56-8435,49-58-503,-727 851-148,205-313-399,-284 207 39,574-520 676,-170 214-676,43-43 247,-68 110-203,358-442-58,-4-4 0,-2-2 1,-40 20 13,48-33-63,-45 29 39,67-48 198,1 3 0,1 1 0,2 2 1,1 3-1,2 1 0,2 2 0,-15 20-174,50-20 293,56-38-868,-49-2 501,4-2-322,-1 0 1,0-1 0,0 0 0,0 0-1,0 0 1,0-1 0,-1 0-1,0 0 1,1 0 0,-2-1-1,1 0 1,0 0 0,-1 0 0,0 0-1,3-5 396,6-5-1789,14-18-2986</inkml:trace>
  <inkml:trace contextRef="#ctx0" brushRef="#br0" timeOffset="4879.495">4703 6971 8770,'0'0'751,"0"0"958,0 0-304,0 0-476,0 0-246,0 0-224,24-13-128,166-91-178,-164 94 26,-41 22 873,-14 9-407,-80 78 528,4 5-1,5 4 1,4 4-1,-78 123-1172,42-60 486,-887 1151 762,878-1134-1182,9 5-1,-57 124-65,172-291-6,-1 7 21,-2-2 0,-1-1-1,-2 0 1,-1-2 0,-2-1 0,-14 13-15,-113 44-267,129-68 295,0 2-1,2 1 1,0 0 0,2 2-1,1 0 1,0 1 0,2 1-1,-7 17-27,65-65 1191,43-44-2217,-54 46-2559,0 1-4029,-14 10-3938</inkml:trace>
  <inkml:trace contextRef="#ctx0" brushRef="#br0" timeOffset="5617.692">4990 8116 7074,'0'0'1072,"0"0"-549,0 0 125,0 0 1942,0 0-17,0 0-1031,-4 11-639,-30 68-504,-4 0 1,-3-3-1,-3-1 1,-3-3-1,-5 1-399,46-65 17,-211 299 1599,28-42 2716,-46 104-4332,160-242 134,12-23-98,4 3 0,-42 109-36,66-16-744,34-115-5248,1-84 2981,0-1-2429</inkml:trace>
  <inkml:trace contextRef="#ctx0" brushRef="#br0" timeOffset="6157.874">5407 9154 11522,'0'0'2973,"0"0"-803,0 0-1082,0 0-84,0 0 174,-11 20-141,-34 61-423,8 62-26,0-28 307,-5-1 0,-5-3 0,-49 85-895,16-34 178,-8 1-351,87-163 101,1 1-1,-1-1 1,1 1 0,-1-1 0,0 0-1,1 1 1,-1-1 0,0 0 0,1 0-1,-1 1 1,0-1 0,0 0 0,1 0-1,-1 0 1,0 0 0,1 0 0,-1 0-1,0 0 1,0 0 0,1 0 0,-1-1-1,0 1 1,1 0 0,-1 0 0,0-1-1,1 1 1,-1 0 0,0-1 0,1 1-1,-1 0 1,0-1 0,1 1 0,-1-1-1,1 1 1,-1-1 0,1 0 0,-1 1-1,1-1 1,0 1 0,-1-1 0,1 0-1,0 1 1,-1-1 0,1 0 0,0 1-1,0-1 1,0 0 0,0 0 0,0 1-1,-1-1 1,1 0 0,0 0 0,1 1-1,-1-1 1,0 0 0,0 1 0,0-1-1,0 0 1,0 0 0,1 1 0,-1-1-1,0 0 1,1 1 0,-1-1-1,0 1 1,1-1 0,-1 0 0,1 0 72,-1 0-221,-3-37-4498</inkml:trace>
  <inkml:trace contextRef="#ctx0" brushRef="#br0" timeOffset="7299.067">2620 6871 6345,'0'0'4093,"0"0"-1315,0 0-1165,0 0-852,0 0-109,0 0 347,-8 1 231,-29 5 865,37-6-1202,0 0-283,0 0 22,0 0-21,0 0-23,30-111 1436,-5-113-1384,-25 223-373,0 17 543,13 77-2,3 0 0,5-1 0,20 53-808,4-42 285,-41-133-2820,-41-147-14497,32 161 15038,-9-27-1138</inkml:trace>
  <inkml:trace contextRef="#ctx0" brushRef="#br0" timeOffset="7876.128">2264 6431 8650,'0'0'7261,"0"0"-3817,-13 19-1600,2-4-1546,4-7-152,0 1-1,1 0 1,0 0-1,0 1 1,1-1-1,1 1 1,0 1-1,0-1 1,1 0-1,0 1 1,0 0-1,2 0 1,-1 5-146,0 9 266,1 1-1,1-1 1,2 1-1,1-1 1,0 0 0,2 1-1,1-2 1,1 1-1,1-1 1,1 0 0,1 0-1,1-1 1,2-1-1,0 0 1,1-1 0,1 0-1,1-1 1,0-1-1,14 12-265,-10-14 57,0-2-1,1 0 0,1-1 0,1-1 0,-1-1 0,2-2 0,0 0 0,0-1 0,1-1 0,-1-2 0,2 0 0,-1-2 1,1 0-1,-1-2 0,1-1 0,0-1 0,23-3-56,-36 2-19,1-1 0,-1-1 1,1 0-1,-1 0 0,0-2 0,-1 1 1,1-2-1,-1 1 0,0-2 0,0 0 0,-1 0 1,1-1-1,-2 0 0,1-1 0,-1-1 1,-1 1-1,0-1 0,0-1 0,-1 0 0,0 0 1,2-5 18,3-7-120,-1-1 1,-1 0-1,-1-1 1,-1 0 0,-1-1-1,-2 0 1,0 0-1,-2 0 1,0-1 0,-2-11 119,1 2-199,-3-1 0,-1 1 1,-1-1-1,-3 1 1,0 0-1,-3 0 0,-7-22 199,11 45 14,-1 0 0,-1 0 0,0 0 0,0 1-1,-1 0 1,-1 1 0,0 0 0,0 0 0,-1 0 0,-1 1-1,0 1 1,0-1 0,-1 2 0,0-1 0,0 1-1,-1 1 1,0 0 0,0 1 0,-1 1 0,0-1-1,-11-2-13,-17-1 216,0 2 0,0 1 0,0 2 0,-1 2 0,0 2 0,1 2-1,-6 2-215,37-4 5,0 0 0,0 1-1,0 0 1,0 1 0,0 0 0,0 1-1,1 0 1,-1 0 0,1 1-1,0 0 1,0 1 0,0-1-1,1 2 1,0 0 0,0 0-1,0 0 1,1 1 0,-1 0 0,2 0-1,-1 1 1,1 0 0,0 0-1,1 0 1,0 1 0,-3 6-5,0 23-219,3 0 1,1 0 0,1 0 0,3 0-1,1 1 1,3 16 218,-3-45-410,0 0 0,1-1 0,0 1 0,0-1-1,1 1 1,0-1 0,1 0 0,0 0 0,0 0 0,1-1 0,0 1 0,1-1-1,5 7 411,70 35-12025,-48-43 8532</inkml:trace>
  <inkml:trace contextRef="#ctx0" brushRef="#br1" timeOffset="11811.429">6381 10748 6585,'0'0'539,"0"0"-232,0 0 289,0 0 1818,0 0-663,0 0-698,-2-8-572,-5-37-74,6 20 8810,-14 43-8188,-195 459-300,213-483-11746,4-5 7467,8-16 715,-3 7 994</inkml:trace>
  <inkml:trace contextRef="#ctx0" brushRef="#br1" timeOffset="12328.149">6900 10592 5329,'0'0'1292,"0"0"-147,0 0 1762,0 0-1369,0 0-905,0 0-21,-6 8 239,-99 126 2530,64-59-2363,3 3 1,4 1 0,4 2 0,3 0-1,-16 84-1018,12-52 67,-39 157-457,84-292-7668,22-17 4121,-15 17 1461,9-13 468,-3 3 774</inkml:trace>
  <inkml:trace contextRef="#ctx0" brushRef="#br1" timeOffset="12944.16">7354 10575 6081,'0'0'699,"0"0"-502,0 0-15,0 0-35,0 0 46,2-10 728,-1 3-1723,3-22 5617,-11 48-175,-200 680 440,178-615-4810,3 1 0,4 0 0,4 2-1,4 0 1,2 12-270,12-73-359,5-48-1546,2-9 290,5-12-2606,-2 1-3315</inkml:trace>
  <inkml:trace contextRef="#ctx0" brushRef="#br1" timeOffset="15196.673">6947 11553 5921,'0'0'736,"0"0"-485,0 0-146,0 0 624,0 0 2091,-4 2-1295,-5 2-2570,-5 2 5869,13-7 895,15-7-5173,-3 1-546,1 1 0,0 0 0,0 0-1,0 1 1,0 0 0,1 1-1,0 1 1,0 0 0,0 1 0,0 0-1,0 1 1,1 1 0,-1 0-1,0 0 1,0 1 0,0 1-1,0 0 1,0 1 0,0 1 0,0 0-1,-1 0 1,1 1 0,0 2 0,128 150 456,-134-143-407,2 0 0,-1-1 0,2 0-1,-1 0 1,2-1 0,0 0 0,0-1 0,1 0-1,0 0 1,1-2 0,0 0 0,1 0 0,0-1-1,0-1 1,1 0 0,0-1 0,0 0-1,0-2 1,1 0 0,14 2-49,99-5-1148,-111-25-8860,-18-18 4823,-1 30 4585,1-12-71</inkml:trace>
  <inkml:trace contextRef="#ctx0" brushRef="#br1" timeOffset="15759.249">7824 11651 3873,'0'0'8207,"0"0"-4233,0 0-1975,0 21-466,20 163 2681,-19-177-4196,0-1 0,1 1 0,0-1 0,0 1 0,1-1 0,-1 0 0,1 0 0,1 0 1,-1-1-1,1 1 0,0-1 0,0 0 0,1 0 0,0 0 0,0 0 0,0-1 0,0 0 0,0 0 0,1 0 1,0-1-1,0 0 0,0 0 0,1 0-18,-13-26-470,5 21 448,-9-18-117,0 0 0,2 0 0,0 0 0,2-1 0,0 0 0,1 0 0,1-1 0,1 0 0,1-10 139,49 34 177,-35 6-121,-1 1-1,0 1 0,-1 0 1,0 0-1,0 1 1,-1 1-1,-1-1 0,0 2 1,0-1-1,-1 1 0,-1 0 1,0 0-1,-1 1 1,0-1-1,-1 2-55,9 58 619,-45-65-989,13-15-5063,20-51-7567,10 40 10744</inkml:trace>
  <inkml:trace contextRef="#ctx0" brushRef="#br1" timeOffset="16401.886">8494 11762 56,'0'0'12244,"0"0"-8193,0 0-2744,0 0-866,0 0 129,0 0 349,-10-12 256,-26-37-441,36 47-724,1-1 0,-1 1 1,0-1-1,1 1 1,0-1-1,-1 1 0,1-1 1,0 1-1,0 0 1,0 0-1,1-1 0,-1 1 1,1 0-1,-1 0 1,1 0-1,-1 0 0,1 1 1,0-1-1,0 0 1,0 1-1,0-1 0,0 1 1,1 0-1,-1-1 1,0 1-1,0 0 1,1 1-1,-1-1 0,1 0 1,-1 1-1,1-1 1,2 1-11,-2-2 13,4-1-12,0 0 0,1 0 0,-1 1 0,0 0 0,1 0 0,-1 1 0,1 0 0,0 1 1,-1-1-1,1 1 0,-1 1 0,1-1 0,0 1 0,-1 1 0,1-1 0,-1 1 0,0 1 0,1-1 0,-1 1 0,0 0 0,-1 1 0,1 0 0,-1 0 0,1 0 0,-1 1 0,0 0 0,-1 0 0,1 0 0,-1 1 0,0 0 0,-1 0 0,1 0 0,-1 1 0,0-1 0,2 8-1,6 9 173,-2 2 0,-1-1 0,0 1 0,-2 0 1,-1 1-1,-1 0 0,-2 0 0,0 0 0,-1 26-173,-21 106 394,17-154-395,1 0 0,0 0 1,-1 0-1,0 0 0,0-1 0,0 1 1,0 0-1,-1-1 0,1 0 1,-1 1-1,0-1 0,0 0 0,0 0 1,0 0-1,-1-1 0,1 1 0,-1-1 1,0 0-1,1 0 0,-1 0 0,0-1 1,0 1-1,0-1 0,-1 0 0,1 0 1,0 0-1,0-1 0,0 1 0,-1-1 1,1 0-1,0 0 0,-1-1 1,1 1-1,0-1 0,-3-1 1,4 0-19,-1 0 0,1-1 0,0 0 0,0 0 0,0 0 0,0 0 0,0 0 0,1 0 0,-1-1 0,1 1 0,0-1 0,0 0 0,1 1 0,-1-1 0,1 0 0,-1 0 0,1 0 0,0 0 0,1 0 0,-1-1 0,1 1 0,0 0 0,0 0 0,0 0 0,0 0 0,1 0 0,0-1 0,0-1 19,2 4-7,-1-1 1,1 1-1,-1 1 0,1-1 0,0 0 1,0 1-1,0-1 0,-1 1 1,1 0-1,1 0 0,-1 0 0,0 0 1,0 1-1,0-1 0,0 1 0,1 0 1,-1-1-1,0 2 0,0-1 1,0 0-1,1 1 0,-1-1 0,0 1 1,0 0-1,0 0 0,1 1 7,210 102 532,-203-101-527,0-1-1,0-1 0,0 0 1,0 0-1,0-1 0,0-1 1,0 0-1,0 0 0,0-1 1,0 0-1,-1-1 0,1 0 1,-1-1-1,1 0 0,-1-1 1,-1 0-1,1-1 0,-1 1 1,0-2-1,8-6-4,82-119-3065,-67 67-90,-12 19-1995,0-7-5901</inkml:trace>
  <inkml:trace contextRef="#ctx0" brushRef="#br1" timeOffset="17210.71">8528 11319 3777,'0'0'3603,"0"0"1681,0 0-2647,-24 13-1276,-79 46-498,96-54-681,0 1-1,1 0 1,-1 0-1,1 0 1,1 1 0,-1-1-1,1 1 1,0 1 0,1-1-1,0 1 1,0 0-1,1-1 1,-1 2 0,0 4-182,-4 8 487,-10 32 133,1 0 0,3 1 0,3 1 1,2 0-1,2 0 0,3 1 0,2 43-620,2-78 141,1-1 0,1 0 0,1 1 0,1-1 1,0 0-1,2-1 0,0 1 0,1-1 0,1 0 0,1-1 0,1 0 0,0 0 0,1-1 1,1-1-1,0 0 0,2 0 0,0-1 0,0-1 0,1 0 0,1-1 0,6 3-141,18 10 50,2-2 0,0-2 0,1-1 0,1-3 0,1-1 0,1-3 0,0-1 0,1-3 0,0-1 0,0-3 0,1-1 0,0-3 0,0-2 0,47-6-50,-68 0-30,0-1-1,-1-1 0,0-2 0,0 0 0,-1-2 0,0-1 0,-1-1 0,-1 0 0,0-2 0,-1-1 1,-1-1-1,4-5 31,-9 7-98,-2-2 0,1 1 0,-2-2 0,-1 0 0,0 0 0,-1-1 0,-2-1 1,0 0-1,-1 0 0,0 0 0,-2-1 0,-1 0 0,-1-1 0,-1 1 0,0-1 0,-2 1 1,-1-1-1,0 0 0,-2 1 0,-4-20 98,3 22-45,-1-1 0,-1 0 0,-1 1 1,0 0-1,-2 0 0,0 1 0,-2 0 0,0 1 0,-1 0 1,0 0-1,-2 1 0,0 1 0,-1 0 0,0 0 0,-2 2 1,1 0-1,-2 1 0,0 0 0,0 1 0,-17-7 45,-9-5 274,-1 2-1,-1 2 1,-1 1-1,0 3 1,-2 2-1,1 2 0,-2 2 1,-19 0-274,59 9 11,-1-3-1,0 0 0,0 2 0,0-1 0,-1 1 0,1 0 0,-1 1 0,1 1 0,-1 0 0,1 0 0,-1 1 0,1 0 0,-1 0 0,1 1 0,0 1 0,0 0 0,0 0 0,0 1 0,0 1 0,1-1 0,0 1 0,0 1 0,0 0 0,0 0 0,1 1 0,0 0 0,1 0 0,-1 1 0,1 0 0,1 0 0,-2 3-10,-22 175-1949,47-65-5906,4-66-2092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7:55.72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325 166 7714,'0'0'1540,"0"0"788,0 0-1323,0 0-399,0 0-192,0 0 427,-23-5 418,-73-13-34,92 19-1177,-1-1 1,1 1-1,-1 0 1,1 0-1,0 0 0,-1 1 1,1-1-1,0 1 1,0 0-1,0 0 1,0 1-1,0-1 1,1 1-1,-1 0 1,1 0-1,0 0 1,0 0-1,0 0 1,0 1-1,0 0 1,1-1-1,-1 1 1,1 0-1,0 0 1,0 0-1,1 1 0,-1-1 1,1 0-1,0 1 1,0-1-1,1 1 1,-1-1-1,1 1 1,0-1-1,0 1 1,0-1-1,1 1 1,-1-1-1,1 0 1,1 4-49,-3-2 15,1 0 1,0 0-1,-1 0 0,2 0 1,-1 0-1,1 1 1,0-1-1,0 0 0,1 0 1,0-1-1,0 1 1,0 0-1,1 0 1,-1-1-1,1 0 0,1 1 1,-1-1-1,1 0 1,0-1-1,0 1 0,0-1 1,1 0-1,0 0 1,-1 0-1,1 0 1,1-1-1,-1 0 0,0 0 1,1 0-1,0-1 1,-1 0-1,1 0 0,0 0 1,2-1-16,1 3-59,0-1 1,1-1-1,0 0 0,-1 0 1,1-1-1,0 0 0,0-1 1,0 0-1,0 0 0,0-1 1,-1 0-1,1-1 0,0 0 1,-1-1-1,1 0 0,-1 0 1,0-1-1,0 0 1,0-1-1,-1 0 0,1 0 1,-1-1-1,0 0 0,-1-1 1,1 1-1,-2-1 0,1-1 1,-1 1-1,0-1 0,0 0 1,-1-1-1,0 1 1,0-1-1,-1 0 0,0 0 1,-1-1-1,0 1 0,-1-1 1,2-7 58,-8 7 8,1-1 1,-2 1 0,1 0 0,-2 0-1,1 1 1,-1-1 0,-1 1-1,0 1 1,0-1 0,0 1 0,-1 0-1,0 1 1,-1 0 0,0 0 0,0 1-1,0 0 1,-1 0 0,0 1 0,0 1-1,0-1 1,0 2 0,-11-3-9,12 2 51,0 0 1,-1 1 0,0 1-1,1-1 1,-1 1 0,0 1 0,0 0-1,0 0 1,0 1 0,0 1-1,-1-1 1,2 2 0,-1-1-1,0 1 1,0 1 0,0 0 0,1 0-1,0 1 1,-1 0 0,1 0-1,1 1 1,-1 1 0,1-1-1,0 1 1,0 1 0,0-1 0,1 1-1,0 1 1,1-1 0,-5 8-52,2-1 23,1 1-1,0-1 1,2 1 0,0 1 0,0-1 0,1 1 0,1 0 0,1 1 0,0-1-1,1 0 1,1 1 0,1-1 0,1 16-23,-1-26 12,1 0 1,0 0-1,0-1 0,1 1 0,0 0 1,0-1-1,0 1 0,0-1 0,1 0 1,0 0-1,0 0 0,0 0 0,1 0 1,0-1-1,0 1 0,0-1 0,0 0 0,1-1 1,-1 1-1,1-1 0,0 1 0,0-1 1,0-1-1,1 1 0,-1-1 0,1 0 1,-1 0-1,1-1 0,0 1 0,0-1 1,-1 0-1,1-1 0,1 0-12,9 2 25,1-1-1,-1 0 1,1-2 0,-1 0-1,0-1 1,1 0-1,-1-1 1,0-1 0,0-1-1,-1 0 1,11-5-25,-8 3-77,0-1-1,-1-1 1,0 0 0,0-1 0,-1-1 0,0-1-1,-1 0 1,0-1 0,-1 0 0,-1-1 0,0-1-1,-1 0 1,0-1 0,-1 0 0,-1-1-1,-1 0 1,0 0 0,-1-1 0,-1 0 0,3-15 77,-10 27 4,0 0 0,-1-1 0,1 1 0,-2 0 0,1-1 1,-1 1-1,1 0 0,-2 0 0,1 0 0,-1 0 1,0 1-1,0-1 0,0 1 0,-1-1 0,0 1 0,0 0 1,0 1-1,-1-1 0,1 1 0,-1 0 0,0 0 0,-1 0 1,1 1-1,-1-1 0,1 1 0,-5-1-4,-165-49 1748,1 48 1381,169 6-3100,0 0 0,0-1 0,0 2-1,0-1 1,1 1 0,-1-1 0,0 1 0,1 0-1,-1 1 1,1-1 0,0 1 0,0 0 0,0 0 0,0 0-1,0 1 1,1-1 0,0 1 0,-1 0 0,1 0 0,1 0-1,-1 0 1,0 1 0,1-1 0,0 1 0,0 0 0,1-1-1,-1 1 1,1 0 0,0 0 0,0 0 0,0 0 0,1 2-30,0-1-57,0 0 0,1 0 0,0 0 0,0 0-1,0 0 1,1 0 0,0 0 0,0 0 0,0-1-1,1 1 1,0-1 0,0 0 0,0 0 0,0 0-1,1 0 1,0 0 0,0-1 0,1 1 0,-1-1-1,1 0 1,0-1 58,70 49-5216,-4-16-4314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0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7682,'0'0'1316,"0"0"1603,0 0-1309,0 0-515,0 0-575,0 0-357,0 7 54,1-4-173,0 1 1,0-1-1,0 1 1,1-1-1,-1 1 1,1-1-1,0 0 0,0 0 1,0 0-1,0 0 1,0 0-1,1 0 1,-1 0-1,1-1 1,0 1-1,0-1 0,0 0 1,0 0-1,0 0 1,0 0-1,1-1 1,-1 1-1,1-1 1,-1 0-1,1 0 0,-1 0 1,1 0-1,1 0-44,283 6 1670,-274 3-1435,-6-1-2247,5-13-5781,-6-5 5336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0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48 7186,'0'0'0,"0"0"-8,0 0-641,0 0-1047,0 0 1440,0 0 160</inkml:trace>
  <inkml:trace contextRef="#ctx0" brushRef="#br0" timeOffset="368.171">13 43 6241,'0'0'639,"0"0"515,0 0 2977,0 0-1053,0 0-1452,0 0-538,-5 3-54,1-1-1249,4-1 310,0-1 1,0 0-1,1 0 1,-1 1-1,0-1 1,0 0-1,0 1 1,0-1-1,0 0 1,1 1-1,-1-1 0,0 0 1,0 1-1,0-1 1,0 0-1,0 1 1,0-1-1,0 0 1,0 1-1,0-1 1,0 1-1,-1-1 1,1 0-1,0 1 1,0-1-1,0 0 1,0 0-1,0 1 1,-1-1-1,1 0 1,0 1-1,0-1 1,0 0-1,-1 0 1,1 1-1,0-1 1,0 0-1,-1 0 0,1 0 1,0 1-1,-1-1 1,1 0-1,0 0 1,-1 0-96,51 3 228,0-2 1,1-3-1,-1-2 0,-1-2 0,40-10-228,64-15 190,-123 27-5444,-4 3-5630,-39 1 9163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1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131 410 6905,'0'0'8304,"0"0"-5252,0 0-1702,0 0-717,0 0 161,0 0 229,-18 23 130,-51 75-349,67-96-763,-1 1 0,1 0-1,0 0 1,0 0 0,0 0-1,0 0 1,0 0 0,1 0-1,-1 1 1,1-1 0,0 1-1,0-1 1,0 1 0,1-1-1,-1 1 1,1 0 0,0-1-1,0 1 1,0 0 0,0-1-1,1 1 1,-1-1 0,1 1-1,0-1 1,0 1 0,0-1-1,1 1 1,-1-1 0,1 0-1,0 0 1,0 0 0,0 0-1,0 0 1,0 0 0,1 0-1,-1-1 1,1 1 0,0-1-1,0 0 1,0 0 0,0 0-1,0 0 1,0 0 0,1-1-1,-1 1 1,0-1 0,4 1-41,-2-1-130,-1 0 0,1 0 1,0 0-1,0-1 0,0 0 1,0 0-1,0 0 0,0 0 1,0-1-1,0 0 0,0 0 1,-1 0-1,1-1 0,0 1 1,-1-1-1,1 0 1,-1-1-1,0 1 0,1-1 1,-1 0-1,0 0 0,-1 0 1,1 0-1,-1-1 0,1 1 1,-1-1-1,0 0 0,0 0 1,0 0-1,-1-1 1,0 1-1,0-1 0,0 1 1,0-1-1,-1 0 0,1 1 1,-1-1-1,0 0 0,-1 0 1,1 0-1,-1 0 0,0-4 130,0 4-65,1 0 0,-1-1 0,0 1-1,0 0 1,-1-1 0,1 1-1,-1 0 1,-1-1 0,1 1 0,-1 0-1,1 0 1,-2 0 0,1 0 0,0 0-1,-1 1 1,0-1 0,0 1-1,0 0 1,-1 0 0,1 0 0,-1 0-1,0 0 1,0 1 0,-1 0-1,1 0 1,-1 0 0,1 0 0,-1 1-1,0-1 1,0 1 0,0 0 0,0 1-1,0-1 1,0 1 0,-1 0-1,1 1 1,-2-1 65,3 1 19,-1 0 0,1 0 0,0 0 0,-1 0 0,1 1 0,0-1 0,0 1 0,-1 0 0,1 1 0,0-1 0,0 1 0,0 0-1,0 0 1,1 0 0,-1 0 0,0 0 0,1 1 0,0 0 0,-1 0 0,1 0 0,0 0 0,1 0 0,-1 1 0,0-1 0,1 1 0,0 0 0,0 0 0,0-1 0,0 1 0,1 0-1,-1 1 1,1-1 0,0 0 0,1 0 0,-1 1 0,1-1 0,-1 0 0,1 1 0,1-1-19,0 25-279,-1-27 73,1-1 0,-1 0 0,1 0 0,-1 0 0,1 1 0,-1-1 0,1 0 0,0 0 0,0 0 0,-1 0 0,1 0-1,0 0 1,0 0 0,0 0 0,0-1 0,0 1 0,0 0 0,1 0 0,-1-1 0,0 1 0,0-1 0,0 1 0,1-1 0,-1 0 0,0 1 0,1-1 0,-1 0 0,0 0 0,0 0-1,1 0 1,-1 0 0,0 0 0,1 0 0,-1 0 0,0-1 0,1 1 0,-1 0 0,0-1 0,0 1 0,0-1 0,1 0 0,-1 1 0,0-1 206,29-17-3289,-4-5-763</inkml:trace>
  <inkml:trace contextRef="#ctx0" brushRef="#br0" timeOffset="261.908">128 1 8834,'0'0'2958,"0"0"1516,0 0-2605,-3 19-896,-3 25-18,1 0 1,3 0-1,1 0 0,3 0 0,1 0 1,2 0-1,8 28-955,65 71-55,-42-103-2618,4 0-3861,-18-13-4838,-18-18 8475</inkml:trace>
  <inkml:trace contextRef="#ctx0" brushRef="#br0" timeOffset="735.168">506 541 6425,'0'0'5015,"0"0"-1852,0 0-1057,0 0-883,0 0-447,1-22 119,-1-70 445,-38-58 1543,0-6-2294,38 205-17,2-12-297,2 0 1,1 0 0,2 0-1,2-1 1,1 0 0,2-1-1,1 0 1,2-1 0,1 0-1,18 26-275,27-5-290,-60-55-304,-1 0-462,-1-14-3538,-51-66-7122,33 61 9382,-13-17-544</inkml:trace>
  <inkml:trace contextRef="#ctx0" brushRef="#br0" timeOffset="930.815">365 374 6361,'0'0'7346,"0"0"-5050,0 0-455,0 0 55,0 0-47,0 0-249,0 0-728,87 0-392,-57 0-336,2-4 80,0-7-448,5-2 40,0-3-928,3-4-1521,4-9-63,-7 5-3409,-12 6-5138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0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87 7906,'0'0'528,"0"0"4697,0 0-4065,0 0 256,-59 138-807,56-87 599,3-2 128,0 0 304,5-5-815,15-4-273,5-6-472,5-8-32,-1-6-48,1-4-288,-3-10-272,5-6-2209,-5 0-2768,-7-6-680</inkml:trace>
  <inkml:trace contextRef="#ctx0" brushRef="#br0" timeOffset="395.956">388 380 8122,'0'0'1956,"0"0"2093,0 0-1651,0 0-1099,0 0-450,0 0-187,1-6-150,0-4-478,1-3-65,0-1-1,-1 1 1,0-1-1,-1 1 1,-1-1-1,0 1 1,-1-1 0,0 1-1,-1 0 1,0 0-1,-1 0 1,-1 0 0,0 0-1,-1 1 1,0 0-1,-1 0 1,-2-2 31,-1 55 2846,10-14-2554,2-1 0,2 0 0,0 0 0,1 0 0,2 0 0,0-1 0,2 0 0,1 0 0,1-1 0,1-1 0,1 0 0,0 0 1,5 2-293,-10-15-999,-8-11-7564,-9-9 248,1 3 7758,-14-12-5983</inkml:trace>
  <inkml:trace contextRef="#ctx0" brushRef="#br0" timeOffset="627.658">388 380 6785</inkml:trace>
  <inkml:trace contextRef="#ctx0" brushRef="#br0" timeOffset="628.658">388 380 6785,'-121'-6'457,"129"6"6232,7 0-4345,4-5-655,4-1-201,4-1 24,2 0-367,-1 3-737,-4 2-240,1 2-168,-5 0-464,2 0-1721,-7-5-2624,-3 1-2552</inkml:trace>
  <inkml:trace contextRef="#ctx0" brushRef="#br0" timeOffset="914.315">465 0 7826,'0'0'2135,"0"0"2210,0 0-1975,0 0-1364,0 0-608,0 0 59,0 0 379,9 17 331,98 143 600,-91-143-1745,0 2 0,-2 0-1,0 1 1,-2 0 0,0 1-1,-1 1 1,-1-1-1,-1 2 1,-1-1 0,-1 1-1,-1 1 1,-1-1 0,-1 1-1,0 19-21,-24 33-2101,0-61-2293,-8-5-3982,12-9 2149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0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243 136 6129,'0'0'828,"0"0"285,0 0 2457,0 0-1523,0 0-1126,0 0-178,-10 0-200,2 0-502,2-1 59,0 1-1,-1 0 1,1 0-1,0 1 1,-1 0-1,1 0 0,0 0 1,0 1-1,-1 0 1,1 0-1,1 0 1,-1 1-1,0 0 1,1 0-1,-1 1 0,-2 2-99,-7 14 303,1 1 0,1 1-1,1 0 1,0 1 0,2 0-1,1 1 1,1 0 0,1 1-1,1-1 1,1 1 0,1 1-1,2-1 1,0 0 0,2 1-1,0-1 1,2 0 0,5 25-303,-2-6 163,3 0 0,2 0 1,2 0-1,1-2 1,2 0-1,3 0 0,7 12-163,-9-17 51,164 307-104,-176-338 54,0 1-1,-1 0 1,0 0 0,0 0-1,0 0 1,-1 1 0,0-1-1,-1 1 1,1-1 0,-1 1-1,-1 0 1,0 0 0,0-1-1,0 1 1,-1 0-1,0-1 1,0 1 0,-1-1-1,0 1 1,-1-1 0,1 0-1,-1 1 1,-1-2 0,1 1-1,-1 0 1,-1-1 0,1 1-1,-1-1 1,0 0 0,0-1-1,-1 1 1,1-1-1,-1 0 1,-1-1 0,1 1-1,-1-1 1,-6 3-1,-6 3-21,-1-1 1,0 0-1,0-2 0,-1 0 0,0-1 1,0-1-1,0-1 0,-1-1 0,-4-1 21,25-2-1033,13-34-5805,22-10 2031,-18 25 2350,14-17 143</inkml:trace>
  <inkml:trace contextRef="#ctx0" brushRef="#br0" timeOffset="854.152">498 1712 7578,'0'0'1400,"0"0"1835,0 0-1261,0 0-759,0 0-97,0 0 8,9 0 204,-4 0-1209,0-1 1,0 0-1,0 0 0,0 0 1,0 0-1,-1-1 1,1 0-1,0 0 0,-1 0 1,1-1-1,-1 1 0,1-1 1,-1 0-1,0 0 0,-1-1 1,1 1-1,0-1 1,-1 0-1,0 0 0,0 0 1,0 0-1,1-2-121,39-97 847,-38 278 2780,-5-173-3682,24 78 253,8-67-2684,-17-62-13080,-15 22 10692</inkml:trace>
  <inkml:trace contextRef="#ctx0" brushRef="#br0" timeOffset="1846.289">614 103 5673,'0'0'795,"0"0"-211,0 0 92,0 0 898,0 0-190,1-6-445,-1 2-645,-1-15 573,-11 12 4535,12 7-4727,0 0-157,0 188 1768,0-186-2285,0 1 0,1-1-1,-1 1 1,1-1 0,0 0 0,0 1-1,0-1 1,0 0 0,0 1 0,0-1-1,1 0 1,-1 0 0,1 0 0,-1 0-1,1 0 1,0-1 0,0 1-1,0 0 1,0-1 0,0 0 0,0 1-1,0-1 1,0 0 0,1 0 0,-1 0-1,0 0 1,1 0 0,-1-1-1,1 1 1,-1-1 0,1 0 0,-1 1-1,1-1 1,-1 0 0,1-1 0,-1 1-1,2-1 0,94-15-23,73-36-3405,-167 39-7092,-14 8 7286</inkml:trace>
  <inkml:trace contextRef="#ctx0" brushRef="#br0" timeOffset="2139.907">750 0 7634,'0'0'401,"0"0"1655,0 0 586,0 0-589,0 0-813,0 0-530,-2 10 336,19 98 1155,3-61-1666,-3 1 1,-1 0-1,-3 1 0,-2 0 1,1 19-536,-2-29-3061,4-16-8258,-9-18 5416</inkml:trace>
  <inkml:trace contextRef="#ctx0" brushRef="#br0" timeOffset="2971.541">725 765 5721,'0'0'1742,"0"0"1115,0 0 902,0 0-1320,0 0-1135,0 0-698,0 14 150,0 22-1,-2-4-443,1 0 0,2-1 0,1 1 0,1-1 0,2 1 0,1-1 0,2-1 0,10 28-312,-18-57-10,0 1 0,1-1-1,-1 1 1,1-1-1,-1 1 1,1-1-1,-1 0 1,1 1-1,0-1 1,0 0-1,0 0 1,0 0-1,0 0 1,0 1-1,0-1 1,0 0-1,0-1 1,0 1-1,0 0 1,1 0-1,-1 0 1,0-1-1,1 1 1,-1-1-1,1 1 1,-1-1-1,0 1 1,1-1 0,-1 0-1,1 0 1,-1 0-1,1 0 1,-1 0-1,1 0 1,-1 0-1,1 0 1,-1 0-1,1-1 1,-1 1-1,0-1 1,1 1-1,-1-1 1,0 0-1,1 1 1,-1-1-1,0 0 1,0 0-1,1 0 1,-1 0 10,37-65-531,-18-191-1320,-21 188-331,28 29-8053,-17 35 8633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13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6553,'0'0'7123,"0"0"-4534,0 0-1760,0 0-371,0 0-108,0 0 349,-2 7 263,-4 286 3531,14 52 172,50 313-4665,-35-418 182,-20-147-3082,-3-188-11394,4 59 9522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5777,'0'0'2039,"0"0"2276,0 0-1711,-2 23-707,-11 381 6491,23-205-7928,8-211-8392,-14-13 2500,-1-2-2507</inkml:trace>
  <inkml:trace contextRef="#ctx0" brushRef="#br0" timeOffset="252.129">30 356 6633,'0'0'2961,"0"0"1408,0 0-2425,0 0-1167,0 0-521,0 0 8,0 0 320,-29 23-104,58-17-8,8-6-144,8 0-32,7 0 696,7-9-376,0-8-55,1-3-561,4-7-665,-15 5-1775,-14 4-4890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16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247 141 5329,'0'0'1419,"0"0"-691,0 0 693,0 0-661,0 0-470,0 0-188,2-16 179,1 0 103,5-45-113,-6 14 4731,-36 49-1174,18 8-3738,1 0 0,0 1 0,0 0 0,1 1 0,1 1 0,0 0 0,0 1 0,2 0 0,0 1 0,0 0 0,1 1 0,-7 15-90,6-1 222,1 0 1,1 0-1,2 1 0,1 0 0,1 0 0,2 0 1,1 1-1,2-1 0,1 1 0,1-1 1,2 0-1,1 1 0,1-2 0,2 1 0,1-1 1,1 0-1,2-1 0,0 0 0,5 4-222,18 37 145,-3 2-1,-3 1 1,-3 2-1,-3 0 1,-4 2 0,-3 0-1,-4 0 1,1 49-145,-16-122 9,0-1 1,0 1 0,0-1 0,-1 0 0,1 0 0,-1 0 0,0-1 0,1 1 0,-1-1-1,0 0 1,-1 0 0,1 0 0,0-1 0,0 0 0,-1 1 0,1-2 0,-1 1-1,1 0 1,-1-1 0,1 0 0,-1 0 0,-4 0-10,4 0-9,-81 3-2700,82-56-13976,14 35 13790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2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1 426 10682,'0'0'3193,"0"0"102,0 0-2189,0 0-367,0 0 485,4 22 522,18 74-481,-20-89-1228,0-1-1,1 0 1,0 1-1,0-1 1,0 0-1,1 0 1,0-1-1,0 1 1,0-1-1,1 0 1,-1 0-1,2 0 1,-1-1-1,0 1 0,1-1 1,-1-1-1,1 1 1,0-1-1,1 0 1,-1 0-1,0-1 1,1 1-1,0-2 1,-1 1-1,1-1 1,0 0-1,0 0 1,0-1-1,-1 0 1,1 0-1,0 0 1,0-1-1,0 0 1,0-1-37,-3-1-75,1 0 1,-1 0 0,1-1 0,-1 0 0,0 1-1,-1-2 1,1 1 0,-1 0 0,0-1-1,0 1 1,0-1 0,0 0 0,-1 0 0,0 0-1,0 0 1,0-1 0,-1 1 0,0 0 0,0-1-1,0 1 1,0-1 0,-1 1 0,0-1 0,0 1-1,-1-1 1,0 1 0,0-1 0,0 1 0,0 0-1,-1-1 1,0 1 0,0 0 0,0 0 0,-1 0-1,1 0 1,-1 1 0,-1-1 0,1 1 0,0-1-1,-1 1 1,0 0 0,-1 0 74,-2 0-4,0 0 1,0 0-1,-1 1 0,0 0 0,1 0 1,-1 1-1,0 0 0,0 1 1,0-1-1,-1 1 0,1 1 1,0 0-1,0 0 0,0 1 0,-5 0 4,10-1-25,0 0-1,0 1 0,0-1 0,0 1 0,1 0 0,-1 0 0,0 0 1,0 0-1,0 0 0,1 1 0,-1-1 0,1 1 0,-1-1 0,1 1 1,0 0-1,-1 0 0,1 0 0,0 1 0,0-1 0,0 0 0,1 1 1,-1-1-1,1 1 0,-1 0 0,1-1 0,0 1 0,0 0 0,0 0 1,0 0-1,1 0 0,-1 0 0,1 0 0,-1 0 0,1 0 0,0 0 0,0 0 1,1 0-1,-1 0 0,1 0 0,-1-1 0,1 1 0,0 1 26,3 0-672,1-1-1,-1 0 0,0 0 0,1 0 0,0-1 1,0 1-1,0-1 0,0 0 0,0-1 0,0 1 1,0-1-1,0 0 0,1 0 0,-1-1 1,0 1-1,1-1 0,-1-1 0,0 1 0,1-1 1,-1 0-1,0 0 0,0 0 0,0-1 1,1 1-1,-1-2 673,33-10-3037</inkml:trace>
  <inkml:trace contextRef="#ctx0" brushRef="#br0" timeOffset="263.552">119 8 5457,'0'0'8895,"0"0"-5629,0 0-2120,0 0-426,0 0 44,3 23 1071,42 161 1037,58 15-1304,-3-8-3326,-97-185 1178,7 18-2722,-7-8-5317,-3-12 1588</inkml:trace>
  <inkml:trace contextRef="#ctx0" brushRef="#br0" timeOffset="717.82">562 539 6753,'0'0'7077,"0"0"-4149,0 0-1828,0 0-529,1-20 0,29-352 1317,-30 363-1752,-1 0 1,0 0-1,-1 0 0,0 0 0,0 0 0,-1 1 0,0-1 0,0 1 0,-1 0 0,0 0 0,0 0 0,-1 1 0,0-1 0,0 1 0,-1 0 0,0 0 0,-2 0-136,7 8 42,-1-1 0,0 1 0,1 0 0,-1 0 0,1 0 0,-1 1 0,1-1 0,-1 0 0,1 0 0,0 1 0,-1-1 0,1 1 0,0-1-1,0 1 1,0-1 0,0 1 0,1 0 0,-1 0 0,0-1 0,1 1 0,-1 0 0,1 0 0,0 0 0,-1 0 0,1-1 0,0 1 0,0 0 0,0 0 0,0 0 0,1 0 0,-1 0 0,0 0 0,1-1 0,-1 1 0,2 1-42,-2 1 62,-5 25 142,3 0 0,0 1 0,2-1 0,1 0 0,1 0 0,1 0 0,2 0 0,1 0 0,1 0 0,2-1 0,1-1 0,1 0 1,1 0-1,1-1 0,1 0 0,2-1 0,13 16-204,-10-23-100,22 38-2664,-91-49-4767,43-10 6865,1-1-1,-1 1 1,1-1-1,0 0 0,0-1 1,1 1-1,-1-1 0,1 0 1,0-1-1,0 1 0,0-1 1,1 0-1,0 0 0,0-1 1,1 1-1,0-1 1,0 0-1,0-1 667,-12-17-1382,-12-22 486</inkml:trace>
  <inkml:trace contextRef="#ctx0" brushRef="#br0" timeOffset="952.478">401 310 5977,'0'0'2031,"0"0"2990,0 0-2281,0 0-1577,0 0-23,0 0 217,4 0 449,175-3 1939,-85 1-5470,-2 1-8982,-88 1 3048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1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5881,'0'0'1039,"0"0"-668,0 0 504,0 0 2508,0 0-1196,0 0-521,16 0 2087,61-5-2988,47-29 1650,-165 36-937,-26 12-1487,61-3 32,1 1 0,-1-1 0,2 1 0,0 0 0,0 0 1,1 1-1,1-1 0,0 1 0,1-1 0,0 1 0,1 0 1,0-1-1,1 1 0,2 12-23,-3-24 4,1 1 0,-1 0 1,1 0-1,-1 0 0,1 0 1,0-1-1,0 1 0,0 0 1,0-1-1,0 1 0,0-1 1,0 1-1,0-1 0,1 1 1,-1-1-1,0 0 0,1 0 1,0 0-1,-1 1 0,1-2 1,-1 1-1,1 0 0,0 0 1,0 0-1,0-1 0,-1 1 1,1-1-1,0 1 0,0-1 1,0 0-1,0 0 0,0 0 1,0 0-1,0 0 0,-1 0 1,1-1-1,0 1 0,0 0 1,0-1-1,0 0 0,-1 1 1,1-1-1,0 0 0,0 0 1,-1 0-1,1 0 0,-1 0 1,1 0-1,-1-1 0,0 1 1,1 0-1,-1-1 0,1 0-4,3-1-14,0-1-1,0 1 0,0 0 1,1 1-1,0-1 0,-1 1 1,1 0-1,0 1 1,0-1-1,0 1 0,0 0 1,0 1-1,0-1 0,0 1 1,0 1-1,1-1 0,-1 1 1,0 0-1,0 0 1,0 1-1,-1-1 0,1 1 1,0 1-1,-1-1 0,1 1 1,-1 0-1,0 0 1,0 1-1,0-1 0,0 1 1,-1 0-1,1 1 0,-1-1 1,2 4 14,-1-3-37,-1 0 1,0 0 0,0 0-1,0 0 1,-1 1 0,0 0-1,0 0 1,0 0 0,-1 0-1,0 0 1,0 0 0,-1 1-1,1-1 1,-1 1 0,-1-1-1,1 1 1,-1-1 0,0 1 0,-1 0-1,0-1 1,0 0 0,0 1-1,-1-1 1,1 1 0,-2-1-1,1 0 1,-1 0 0,0 0-1,-1 1 37,-6 2-150,-1-1 1,0 0-1,0 0 0,-1-1 0,0-1 1,0 0-1,-1 0 0,1-1 1,-1-1-1,0 0 0,-1-1 0,1-1 1,0 0-1,-13 1 150,25-3-3053,3-2-2922,6-5 942</inkml:trace>
  <inkml:trace contextRef="#ctx0" brushRef="#br0" timeOffset="755.151">141 836 4417,'0'0'2140,"0"0"-678,0 0 1861,0 0-951,0 0-515,0 0-780,-10-10-116,13 53 1309,3-16-1990,2-1 0,1 0 0,1 0 0,1-1-1,1 0 1,2-1 0,0 0 0,1-1 0,9 8-280,-23-29-10,1 0 1,-1 0-1,0 0 0,1-1 1,-1 1-1,1 0 0,0-1 1,0 1-1,0-1 0,0 0 1,0 0-1,0 0 0,0 1 1,0-2-1,0 1 0,0 0 1,0 0-1,1-1 0,-1 1 1,0-1-1,0 0 0,1 0 1,-1 0-1,0 0 0,1 0 1,-1 0-1,0-1 0,0 1 1,1-1-1,-1 1 0,0-1 1,0 0-1,0 0 0,0 0 1,0 0-1,0 0 0,0 0 1,0-1-1,0 1 0,0-1 1,-1 1-1,1-1 0,0 0 1,-1 0-1,0 1 0,1-1 1,-1 0-1,0 0 0,0-1 1,0 1-1,0 0 0,-1 0 1,1 0-1,0 0 0,-1-1 1,0 0 9,3-15-135,-2 0 1,-1 1-1,0-1 1,-1 0-1,-1 1 1,0-1 0,-1 1-1,-1 0 1,-3-5 134,-8-53-203,14 43-1302,50 13-7488,-14 18 5356,-3 1-488</inkml:trace>
  <inkml:trace contextRef="#ctx0" brushRef="#br0" timeOffset="1071.506">806 794 6585,'0'0'1853,"0"0"2050,0 0-1709,0 0-1127,0 0-288,-21-12 56,-68-35 196,87 45-975,0 1 1,0 0 0,1 0 0,-2 0 0,1 0 0,0 0 0,0 0-1,0 0 1,0 1 0,0-1 0,-1 1 0,1 0 0,0 0 0,0-1 0,-1 1-1,1 1 1,0-1 0,0 0 0,-1 1 0,1-1 0,0 1 0,0-1-1,0 1 1,0 0 0,0 0 0,0 0 0,0 0 0,0 0 0,0 1-1,0-1 1,1 1 0,-1-1 0,0 1 0,1-1 0,-1 1 0,1 0 0,0 0-1,0 0 1,-1 0 0,1 0 0,0 0 0,1 0 0,-1 0 0,0 0-1,1 0 1,-1 1 0,1-1 0,0 0 0,-1 0 0,1 1 0,0 1-57,-3 9 302,-4 10-8,1 2 1,1-1 0,1 1 0,1 0-1,1-1 1,2 1 0,0 0-1,2 0 1,0 0 0,2 0 0,2 7-295,-2-23-16,0 0 1,0 0-1,0 0 1,1-1 0,0 1-1,1-1 1,0 0-1,1-1 1,-1 1-1,1-1 1,0-1 0,1 1-1,0-1 1,0 0-1,0-1 1,1 0 0,0-1-1,0 1 1,0-2-1,0 1 1,1-1-1,-1-1 1,1 1 0,-1-2-1,1 1 1,0-1-1,2-1 16,46-10-4932,-6-19-4616,-26 6 1074</inkml:trace>
  <inkml:trace contextRef="#ctx0" brushRef="#br0" timeOffset="1507.552">1093 1054 6057,'0'0'2386,"0"0"3483,0 0-3225,0 0-1956,0 0-471,0 0-74,4-19 317,26-147-151,-28 152-264,-1 0 1,-1 1-1,0-1 0,0 0 0,-1 0 0,-1 0 0,-1 1 0,0-1 0,0 1 1,-1 0-1,-1 0 0,-1 0 0,1 0 0,-2 1 0,0 0 0,0 0 0,-1 1 1,-7-8-46,14 33 654,6 51 530,3 1 0,3-1 0,3-1 0,2 0 0,5 3-1184,-16-49 169,-2-2-97,2 0 0,-1 1 0,2-2-1,0 1 1,1-1 0,1 0 0,0 0-1,1-1 1,10 12-72,-17-28-517,0 0 0,0 0 1,-1 0-1,1 0 0,-1 0 0,1-1 0,-1 1 0,0 0 0,0-1 0,0 1 1,0-1-1,0 1 0,-1-1 0,1 0 0,-1 1 0,1-1 0,-1 1 1,0-1-1,0 0 0,0 1 0,-1-1 0,1 0 0,-1 1 0,1-1 1,-1 1-1,0-1 0,0 1 0,0-1 0,0 1 0,0-1 0,-1 1 1,0-1 516,-57-110-5536,27 63 4045</inkml:trace>
  <inkml:trace contextRef="#ctx0" brushRef="#br0" timeOffset="1757.135">1016 892 6001,'0'0'1457,"0"0"5400,0 0-5017,0 0-103,0 0-777,0 0 1265,0 0-1009,138 77-384,-91-77-552,3 0-280,-1 0-456,-7-11-2457,0-11-2744,-10 2-1552,-9 0 3120</inkml:trace>
  <inkml:trace contextRef="#ctx0" brushRef="#br0" timeOffset="2008.254">1330 558 7034,'0'0'8940,"0"0"-5779,0 0-2117,0 0-48,0 0 75,21 25 189,128 160-203,-132-161-1055,-1 2 1,-1 0 0,-1 0-1,-1 2 1,-2-1 0,0 2-1,-2-1 1,-2 1 0,0 1-1,-2-1 1,-1 1 0,-1 0-1,-2 0 1,-1 17-3,-51 42-2321,-7-53-4732,34-27 165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17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6481,'0'0'5045,"0"0"-729,0 0-2109,0 0-989,0 0-605,0 0 90,-4 14 360,-32 246 1982,36-258-3041,0 0 1,0 0-1,-1 0 1,1 0-1,1 0 1,-1-1-1,0 1 1,0 0-1,1 0 1,-1 0-1,1 0 1,0 0 0,-1-1-1,1 1 1,0 0-1,0-1 1,0 1-1,0 0 1,0-1-1,1 1 1,-1-1-1,0 0 1,1 1-1,-1-1 1,1 0-1,-1 0 1,1 0-1,0 0 1,-1 0 0,1 0-1,0-1 1,0 1-1,0-1 1,0 1-1,-1-1 1,1 1-1,0-1 1,0 0-1,0 0 1,0 0-1,0 0 1,0 0-1,0-1 1,0 1 0,-1 0-1,1-1 1,0 1-1,1-2-4,6 2 47,261-59-1704,-265 58 528,9-3 450,-11 1-2651,-2-1-3360,-1 0 1845</inkml:trace>
  <inkml:trace contextRef="#ctx0" brushRef="#br0" timeOffset="276.865">229 5 640,'0'0'12567,"0"0"-8038,0 0-2313,-5 28-499,-22 171 1105,22 51-679,5-248-2193,0-1 1,0 1 0,0 0 0,0 0 0,0 0-1,0 0 1,1-1 0,-1 1 0,1 0 0,-1 0-1,1-1 1,-1 1 0,1 0 0,0-1 0,0 1-1,0 0 1,0-1 0,0 0 0,0 1 0,1-1-1,-1 1 1,0-1 0,1 0 0,-1 0 0,1 0 0,-1 0-1,1 0 1,-1 0 0,1 0 0,0-1 0,0 1-1,-1-1 1,1 1 0,0-1 0,0 1 0,-1-1-1,1 0 50,22-80-14031,-18 38 4161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1:58:2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90 6129,'0'0'1374,"0"0"1046,0 0-315,0 0-885,0 0 187,0 0 85,0-13-161,0-62 2082,0 74-2647,0 1-24,0 0-173,0 0 16,-2 3-310,-14 273 901,-30 395 922,63-178-841,-10 108-294,-21-380-407,14-221-580,0 0 51,-8-43-3068,33-82-12607,-8 84 9033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134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207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5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061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373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023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44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155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708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996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1295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7363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2780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715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6962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343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550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9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42.png"/><Relationship Id="rId84" Type="http://schemas.openxmlformats.org/officeDocument/2006/relationships/image" Target="../media/image50.png"/><Relationship Id="rId89" Type="http://schemas.openxmlformats.org/officeDocument/2006/relationships/customXml" Target="../ink/ink44.xml"/><Relationship Id="rId112" Type="http://schemas.openxmlformats.org/officeDocument/2006/relationships/image" Target="../media/image64.png"/><Relationship Id="rId16" Type="http://schemas.openxmlformats.org/officeDocument/2006/relationships/image" Target="../media/image16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4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7.png"/><Relationship Id="rId74" Type="http://schemas.openxmlformats.org/officeDocument/2006/relationships/image" Target="../media/image45.png"/><Relationship Id="rId79" Type="http://schemas.openxmlformats.org/officeDocument/2006/relationships/customXml" Target="../ink/ink39.xml"/><Relationship Id="rId102" Type="http://schemas.openxmlformats.org/officeDocument/2006/relationships/image" Target="../media/image59.png"/><Relationship Id="rId123" Type="http://schemas.openxmlformats.org/officeDocument/2006/relationships/customXml" Target="../ink/ink61.xml"/><Relationship Id="rId5" Type="http://schemas.openxmlformats.org/officeDocument/2006/relationships/customXml" Target="../ink/ink2.xml"/><Relationship Id="rId90" Type="http://schemas.openxmlformats.org/officeDocument/2006/relationships/image" Target="../media/image53.png"/><Relationship Id="rId95" Type="http://schemas.openxmlformats.org/officeDocument/2006/relationships/customXml" Target="../ink/ink47.xml"/><Relationship Id="rId22" Type="http://schemas.openxmlformats.org/officeDocument/2006/relationships/image" Target="../media/image19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32.png"/><Relationship Id="rId64" Type="http://schemas.openxmlformats.org/officeDocument/2006/relationships/image" Target="../media/image40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7.png"/><Relationship Id="rId80" Type="http://schemas.openxmlformats.org/officeDocument/2006/relationships/image" Target="../media/image48.png"/><Relationship Id="rId85" Type="http://schemas.openxmlformats.org/officeDocument/2006/relationships/customXml" Target="../ink/ink42.xml"/><Relationship Id="rId12" Type="http://schemas.openxmlformats.org/officeDocument/2006/relationships/image" Target="../media/image14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7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62.png"/><Relationship Id="rId124" Type="http://schemas.openxmlformats.org/officeDocument/2006/relationships/image" Target="../media/image70.png"/><Relationship Id="rId54" Type="http://schemas.openxmlformats.org/officeDocument/2006/relationships/image" Target="../media/image35.png"/><Relationship Id="rId70" Type="http://schemas.openxmlformats.org/officeDocument/2006/relationships/image" Target="../media/image43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23" Type="http://schemas.openxmlformats.org/officeDocument/2006/relationships/customXml" Target="../ink/ink11.xml"/><Relationship Id="rId28" Type="http://schemas.openxmlformats.org/officeDocument/2006/relationships/image" Target="../media/image22.png"/><Relationship Id="rId49" Type="http://schemas.openxmlformats.org/officeDocument/2006/relationships/customXml" Target="../ink/ink24.xml"/><Relationship Id="rId114" Type="http://schemas.openxmlformats.org/officeDocument/2006/relationships/image" Target="../media/image65.png"/><Relationship Id="rId119" Type="http://schemas.openxmlformats.org/officeDocument/2006/relationships/customXml" Target="../ink/ink59.xml"/><Relationship Id="rId44" Type="http://schemas.openxmlformats.org/officeDocument/2006/relationships/image" Target="../media/image30.png"/><Relationship Id="rId60" Type="http://schemas.openxmlformats.org/officeDocument/2006/relationships/image" Target="../media/image38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51.png"/><Relationship Id="rId13" Type="http://schemas.openxmlformats.org/officeDocument/2006/relationships/customXml" Target="../ink/ink6.xml"/><Relationship Id="rId18" Type="http://schemas.openxmlformats.org/officeDocument/2006/relationships/image" Target="../media/image17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5.png"/><Relationship Id="rId50" Type="http://schemas.openxmlformats.org/officeDocument/2006/relationships/image" Target="../media/image33.png"/><Relationship Id="rId55" Type="http://schemas.openxmlformats.org/officeDocument/2006/relationships/customXml" Target="../ink/ink27.xml"/><Relationship Id="rId76" Type="http://schemas.openxmlformats.org/officeDocument/2006/relationships/image" Target="../media/image46.png"/><Relationship Id="rId97" Type="http://schemas.openxmlformats.org/officeDocument/2006/relationships/customXml" Target="../ink/ink48.xml"/><Relationship Id="rId104" Type="http://schemas.openxmlformats.org/officeDocument/2006/relationships/image" Target="../media/image60.png"/><Relationship Id="rId120" Type="http://schemas.openxmlformats.org/officeDocument/2006/relationships/image" Target="../media/image68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4.png"/><Relationship Id="rId2" Type="http://schemas.openxmlformats.org/officeDocument/2006/relationships/image" Target="../media/image9.png"/><Relationship Id="rId29" Type="http://schemas.openxmlformats.org/officeDocument/2006/relationships/customXml" Target="../ink/ink14.xml"/><Relationship Id="rId24" Type="http://schemas.openxmlformats.org/officeDocument/2006/relationships/image" Target="../media/image20.png"/><Relationship Id="rId40" Type="http://schemas.openxmlformats.org/officeDocument/2006/relationships/image" Target="../media/image28.png"/><Relationship Id="rId45" Type="http://schemas.openxmlformats.org/officeDocument/2006/relationships/customXml" Target="../ink/ink22.xml"/><Relationship Id="rId66" Type="http://schemas.openxmlformats.org/officeDocument/2006/relationships/image" Target="../media/image41.png"/><Relationship Id="rId87" Type="http://schemas.openxmlformats.org/officeDocument/2006/relationships/customXml" Target="../ink/ink43.xml"/><Relationship Id="rId110" Type="http://schemas.openxmlformats.org/officeDocument/2006/relationships/image" Target="../media/image63.png"/><Relationship Id="rId115" Type="http://schemas.openxmlformats.org/officeDocument/2006/relationships/customXml" Target="../ink/ink57.xml"/><Relationship Id="rId61" Type="http://schemas.openxmlformats.org/officeDocument/2006/relationships/customXml" Target="../ink/ink30.xml"/><Relationship Id="rId82" Type="http://schemas.openxmlformats.org/officeDocument/2006/relationships/image" Target="../media/image49.png"/><Relationship Id="rId19" Type="http://schemas.openxmlformats.org/officeDocument/2006/relationships/customXml" Target="../ink/ink9.xml"/><Relationship Id="rId14" Type="http://schemas.openxmlformats.org/officeDocument/2006/relationships/image" Target="../media/image15.png"/><Relationship Id="rId30" Type="http://schemas.openxmlformats.org/officeDocument/2006/relationships/image" Target="../media/image23.png"/><Relationship Id="rId35" Type="http://schemas.openxmlformats.org/officeDocument/2006/relationships/customXml" Target="../ink/ink17.xml"/><Relationship Id="rId56" Type="http://schemas.openxmlformats.org/officeDocument/2006/relationships/image" Target="../media/image36.png"/><Relationship Id="rId77" Type="http://schemas.openxmlformats.org/officeDocument/2006/relationships/customXml" Target="../ink/ink38.xml"/><Relationship Id="rId100" Type="http://schemas.openxmlformats.org/officeDocument/2006/relationships/image" Target="../media/image58.png"/><Relationship Id="rId105" Type="http://schemas.openxmlformats.org/officeDocument/2006/relationships/customXml" Target="../ink/ink52.xml"/><Relationship Id="rId126" Type="http://schemas.openxmlformats.org/officeDocument/2006/relationships/image" Target="../media/image71.png"/><Relationship Id="rId8" Type="http://schemas.openxmlformats.org/officeDocument/2006/relationships/image" Target="../media/image12.png"/><Relationship Id="rId51" Type="http://schemas.openxmlformats.org/officeDocument/2006/relationships/customXml" Target="../ink/ink25.xml"/><Relationship Id="rId72" Type="http://schemas.openxmlformats.org/officeDocument/2006/relationships/image" Target="../media/image44.png"/><Relationship Id="rId93" Type="http://schemas.openxmlformats.org/officeDocument/2006/relationships/customXml" Target="../ink/ink46.xml"/><Relationship Id="rId98" Type="http://schemas.openxmlformats.org/officeDocument/2006/relationships/image" Target="../media/image57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31.png"/><Relationship Id="rId67" Type="http://schemas.openxmlformats.org/officeDocument/2006/relationships/customXml" Target="../ink/ink33.xml"/><Relationship Id="rId116" Type="http://schemas.openxmlformats.org/officeDocument/2006/relationships/image" Target="../media/image66.png"/><Relationship Id="rId20" Type="http://schemas.openxmlformats.org/officeDocument/2006/relationships/image" Target="../media/image18.png"/><Relationship Id="rId41" Type="http://schemas.openxmlformats.org/officeDocument/2006/relationships/customXml" Target="../ink/ink20.xml"/><Relationship Id="rId62" Type="http://schemas.openxmlformats.org/officeDocument/2006/relationships/image" Target="../media/image39.png"/><Relationship Id="rId83" Type="http://schemas.openxmlformats.org/officeDocument/2006/relationships/customXml" Target="../ink/ink41.xml"/><Relationship Id="rId88" Type="http://schemas.openxmlformats.org/officeDocument/2006/relationships/image" Target="../media/image52.png"/><Relationship Id="rId111" Type="http://schemas.openxmlformats.org/officeDocument/2006/relationships/customXml" Target="../ink/ink55.xml"/><Relationship Id="rId15" Type="http://schemas.openxmlformats.org/officeDocument/2006/relationships/customXml" Target="../ink/ink7.xml"/><Relationship Id="rId36" Type="http://schemas.openxmlformats.org/officeDocument/2006/relationships/image" Target="../media/image26.png"/><Relationship Id="rId57" Type="http://schemas.openxmlformats.org/officeDocument/2006/relationships/customXml" Target="../ink/ink28.xml"/><Relationship Id="rId106" Type="http://schemas.openxmlformats.org/officeDocument/2006/relationships/image" Target="../media/image61.png"/><Relationship Id="rId10" Type="http://schemas.openxmlformats.org/officeDocument/2006/relationships/image" Target="../media/image13.png"/><Relationship Id="rId31" Type="http://schemas.openxmlformats.org/officeDocument/2006/relationships/customXml" Target="../ink/ink15.xml"/><Relationship Id="rId52" Type="http://schemas.openxmlformats.org/officeDocument/2006/relationships/image" Target="../media/image34.png"/><Relationship Id="rId73" Type="http://schemas.openxmlformats.org/officeDocument/2006/relationships/customXml" Target="../ink/ink36.xml"/><Relationship Id="rId78" Type="http://schemas.openxmlformats.org/officeDocument/2006/relationships/image" Target="../media/image47.png"/><Relationship Id="rId94" Type="http://schemas.openxmlformats.org/officeDocument/2006/relationships/image" Target="../media/image55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9.png"/><Relationship Id="rId4" Type="http://schemas.openxmlformats.org/officeDocument/2006/relationships/image" Target="../media/image10.png"/><Relationship Id="rId9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8.xml"/><Relationship Id="rId18" Type="http://schemas.openxmlformats.org/officeDocument/2006/relationships/image" Target="../media/image80.png"/><Relationship Id="rId26" Type="http://schemas.openxmlformats.org/officeDocument/2006/relationships/image" Target="../media/image84.png"/><Relationship Id="rId39" Type="http://schemas.openxmlformats.org/officeDocument/2006/relationships/customXml" Target="../ink/ink81.xml"/><Relationship Id="rId21" Type="http://schemas.openxmlformats.org/officeDocument/2006/relationships/customXml" Target="../ink/ink72.xml"/><Relationship Id="rId34" Type="http://schemas.openxmlformats.org/officeDocument/2006/relationships/image" Target="../media/image88.png"/><Relationship Id="rId42" Type="http://schemas.openxmlformats.org/officeDocument/2006/relationships/image" Target="../media/image92.png"/><Relationship Id="rId7" Type="http://schemas.openxmlformats.org/officeDocument/2006/relationships/customXml" Target="../ink/ink65.xml"/><Relationship Id="rId2" Type="http://schemas.openxmlformats.org/officeDocument/2006/relationships/image" Target="../media/image72.png"/><Relationship Id="rId16" Type="http://schemas.openxmlformats.org/officeDocument/2006/relationships/image" Target="../media/image79.png"/><Relationship Id="rId20" Type="http://schemas.openxmlformats.org/officeDocument/2006/relationships/image" Target="../media/image81.png"/><Relationship Id="rId29" Type="http://schemas.openxmlformats.org/officeDocument/2006/relationships/customXml" Target="../ink/ink76.xml"/><Relationship Id="rId41" Type="http://schemas.openxmlformats.org/officeDocument/2006/relationships/customXml" Target="../ink/ink8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customXml" Target="../ink/ink67.xml"/><Relationship Id="rId24" Type="http://schemas.openxmlformats.org/officeDocument/2006/relationships/image" Target="../media/image83.png"/><Relationship Id="rId32" Type="http://schemas.openxmlformats.org/officeDocument/2006/relationships/image" Target="../media/image87.png"/><Relationship Id="rId37" Type="http://schemas.openxmlformats.org/officeDocument/2006/relationships/customXml" Target="../ink/ink80.xml"/><Relationship Id="rId40" Type="http://schemas.openxmlformats.org/officeDocument/2006/relationships/image" Target="../media/image91.png"/><Relationship Id="rId5" Type="http://schemas.openxmlformats.org/officeDocument/2006/relationships/customXml" Target="../ink/ink64.xml"/><Relationship Id="rId15" Type="http://schemas.openxmlformats.org/officeDocument/2006/relationships/customXml" Target="../ink/ink69.xml"/><Relationship Id="rId23" Type="http://schemas.openxmlformats.org/officeDocument/2006/relationships/customXml" Target="../ink/ink73.xml"/><Relationship Id="rId28" Type="http://schemas.openxmlformats.org/officeDocument/2006/relationships/image" Target="../media/image85.png"/><Relationship Id="rId36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customXml" Target="../ink/ink71.xml"/><Relationship Id="rId31" Type="http://schemas.openxmlformats.org/officeDocument/2006/relationships/customXml" Target="../ink/ink77.xml"/><Relationship Id="rId44" Type="http://schemas.openxmlformats.org/officeDocument/2006/relationships/image" Target="../media/image93.png"/><Relationship Id="rId4" Type="http://schemas.openxmlformats.org/officeDocument/2006/relationships/image" Target="../media/image73.png"/><Relationship Id="rId9" Type="http://schemas.openxmlformats.org/officeDocument/2006/relationships/customXml" Target="../ink/ink66.xml"/><Relationship Id="rId14" Type="http://schemas.openxmlformats.org/officeDocument/2006/relationships/image" Target="../media/image78.png"/><Relationship Id="rId22" Type="http://schemas.openxmlformats.org/officeDocument/2006/relationships/image" Target="../media/image82.png"/><Relationship Id="rId27" Type="http://schemas.openxmlformats.org/officeDocument/2006/relationships/customXml" Target="../ink/ink75.xml"/><Relationship Id="rId30" Type="http://schemas.openxmlformats.org/officeDocument/2006/relationships/image" Target="../media/image86.png"/><Relationship Id="rId35" Type="http://schemas.openxmlformats.org/officeDocument/2006/relationships/customXml" Target="../ink/ink79.xml"/><Relationship Id="rId43" Type="http://schemas.openxmlformats.org/officeDocument/2006/relationships/customXml" Target="../ink/ink83.xml"/><Relationship Id="rId8" Type="http://schemas.openxmlformats.org/officeDocument/2006/relationships/image" Target="../media/image75.png"/><Relationship Id="rId3" Type="http://schemas.openxmlformats.org/officeDocument/2006/relationships/customXml" Target="../ink/ink63.xml"/><Relationship Id="rId12" Type="http://schemas.openxmlformats.org/officeDocument/2006/relationships/image" Target="../media/image77.png"/><Relationship Id="rId17" Type="http://schemas.openxmlformats.org/officeDocument/2006/relationships/customXml" Target="../ink/ink70.xml"/><Relationship Id="rId25" Type="http://schemas.openxmlformats.org/officeDocument/2006/relationships/customXml" Target="../ink/ink74.xml"/><Relationship Id="rId33" Type="http://schemas.openxmlformats.org/officeDocument/2006/relationships/customXml" Target="../ink/ink78.xml"/><Relationship Id="rId38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customXml" Target="../ink/ink89.xml"/><Relationship Id="rId18" Type="http://schemas.openxmlformats.org/officeDocument/2006/relationships/image" Target="../media/image102.png"/><Relationship Id="rId3" Type="http://schemas.openxmlformats.org/officeDocument/2006/relationships/customXml" Target="../ink/ink84.xml"/><Relationship Id="rId7" Type="http://schemas.openxmlformats.org/officeDocument/2006/relationships/customXml" Target="../ink/ink86.xml"/><Relationship Id="rId12" Type="http://schemas.openxmlformats.org/officeDocument/2006/relationships/image" Target="../media/image99.png"/><Relationship Id="rId17" Type="http://schemas.openxmlformats.org/officeDocument/2006/relationships/customXml" Target="../ink/ink91.xml"/><Relationship Id="rId2" Type="http://schemas.openxmlformats.org/officeDocument/2006/relationships/image" Target="../media/image94.png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customXml" Target="../ink/ink88.xml"/><Relationship Id="rId5" Type="http://schemas.openxmlformats.org/officeDocument/2006/relationships/customXml" Target="../ink/ink85.xml"/><Relationship Id="rId15" Type="http://schemas.openxmlformats.org/officeDocument/2006/relationships/customXml" Target="../ink/ink90.xml"/><Relationship Id="rId10" Type="http://schemas.openxmlformats.org/officeDocument/2006/relationships/image" Target="../media/image98.png"/><Relationship Id="rId4" Type="http://schemas.openxmlformats.org/officeDocument/2006/relationships/image" Target="../media/image95.png"/><Relationship Id="rId9" Type="http://schemas.openxmlformats.org/officeDocument/2006/relationships/customXml" Target="../ink/ink87.xml"/><Relationship Id="rId14" Type="http://schemas.openxmlformats.org/officeDocument/2006/relationships/image" Target="../media/image1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2.xml"/><Relationship Id="rId7" Type="http://schemas.openxmlformats.org/officeDocument/2006/relationships/image" Target="../media/image106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3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customXml" Target="../ink/ink102.xml"/><Relationship Id="rId26" Type="http://schemas.openxmlformats.org/officeDocument/2006/relationships/image" Target="../media/image119.png"/><Relationship Id="rId39" Type="http://schemas.openxmlformats.org/officeDocument/2006/relationships/customXml" Target="../ink/ink112.xml"/><Relationship Id="rId21" Type="http://schemas.openxmlformats.org/officeDocument/2006/relationships/image" Target="../media/image116.png"/><Relationship Id="rId34" Type="http://schemas.openxmlformats.org/officeDocument/2006/relationships/image" Target="../media/image123.png"/><Relationship Id="rId42" Type="http://schemas.openxmlformats.org/officeDocument/2006/relationships/image" Target="../media/image127.png"/><Relationship Id="rId47" Type="http://schemas.openxmlformats.org/officeDocument/2006/relationships/customXml" Target="../ink/ink116.xml"/><Relationship Id="rId50" Type="http://schemas.openxmlformats.org/officeDocument/2006/relationships/image" Target="../media/image131.png"/><Relationship Id="rId55" Type="http://schemas.openxmlformats.org/officeDocument/2006/relationships/customXml" Target="../ink/ink120.xml"/><Relationship Id="rId63" Type="http://schemas.openxmlformats.org/officeDocument/2006/relationships/customXml" Target="../ink/ink124.xml"/><Relationship Id="rId7" Type="http://schemas.openxmlformats.org/officeDocument/2006/relationships/image" Target="../media/image109.png"/><Relationship Id="rId2" Type="http://schemas.openxmlformats.org/officeDocument/2006/relationships/customXml" Target="../ink/ink94.xml"/><Relationship Id="rId16" Type="http://schemas.openxmlformats.org/officeDocument/2006/relationships/customXml" Target="../ink/ink101.xml"/><Relationship Id="rId29" Type="http://schemas.openxmlformats.org/officeDocument/2006/relationships/customXml" Target="../ink/ink107.xml"/><Relationship Id="rId11" Type="http://schemas.openxmlformats.org/officeDocument/2006/relationships/image" Target="../media/image111.png"/><Relationship Id="rId24" Type="http://schemas.openxmlformats.org/officeDocument/2006/relationships/image" Target="../media/image118.png"/><Relationship Id="rId32" Type="http://schemas.openxmlformats.org/officeDocument/2006/relationships/image" Target="../media/image122.png"/><Relationship Id="rId37" Type="http://schemas.openxmlformats.org/officeDocument/2006/relationships/customXml" Target="../ink/ink111.xml"/><Relationship Id="rId40" Type="http://schemas.openxmlformats.org/officeDocument/2006/relationships/image" Target="../media/image126.png"/><Relationship Id="rId45" Type="http://schemas.openxmlformats.org/officeDocument/2006/relationships/customXml" Target="../ink/ink115.xml"/><Relationship Id="rId53" Type="http://schemas.openxmlformats.org/officeDocument/2006/relationships/customXml" Target="../ink/ink119.xml"/><Relationship Id="rId58" Type="http://schemas.openxmlformats.org/officeDocument/2006/relationships/image" Target="../media/image135.png"/><Relationship Id="rId5" Type="http://schemas.openxmlformats.org/officeDocument/2006/relationships/image" Target="../media/image108.png"/><Relationship Id="rId61" Type="http://schemas.openxmlformats.org/officeDocument/2006/relationships/customXml" Target="../ink/ink123.xml"/><Relationship Id="rId19" Type="http://schemas.openxmlformats.org/officeDocument/2006/relationships/image" Target="../media/image115.png"/><Relationship Id="rId14" Type="http://schemas.openxmlformats.org/officeDocument/2006/relationships/customXml" Target="../ink/ink100.xml"/><Relationship Id="rId22" Type="http://schemas.openxmlformats.org/officeDocument/2006/relationships/image" Target="../media/image117.png"/><Relationship Id="rId27" Type="http://schemas.openxmlformats.org/officeDocument/2006/relationships/customXml" Target="../ink/ink106.xml"/><Relationship Id="rId30" Type="http://schemas.openxmlformats.org/officeDocument/2006/relationships/image" Target="../media/image121.png"/><Relationship Id="rId35" Type="http://schemas.openxmlformats.org/officeDocument/2006/relationships/customXml" Target="../ink/ink110.xml"/><Relationship Id="rId43" Type="http://schemas.openxmlformats.org/officeDocument/2006/relationships/customXml" Target="../ink/ink114.xml"/><Relationship Id="rId48" Type="http://schemas.openxmlformats.org/officeDocument/2006/relationships/image" Target="../media/image130.png"/><Relationship Id="rId56" Type="http://schemas.openxmlformats.org/officeDocument/2006/relationships/image" Target="../media/image134.png"/><Relationship Id="rId64" Type="http://schemas.openxmlformats.org/officeDocument/2006/relationships/image" Target="../media/image138.png"/><Relationship Id="rId8" Type="http://schemas.openxmlformats.org/officeDocument/2006/relationships/customXml" Target="../ink/ink97.xml"/><Relationship Id="rId51" Type="http://schemas.openxmlformats.org/officeDocument/2006/relationships/customXml" Target="../ink/ink118.xml"/><Relationship Id="rId3" Type="http://schemas.openxmlformats.org/officeDocument/2006/relationships/image" Target="../media/image107.png"/><Relationship Id="rId12" Type="http://schemas.openxmlformats.org/officeDocument/2006/relationships/customXml" Target="../ink/ink99.xml"/><Relationship Id="rId17" Type="http://schemas.openxmlformats.org/officeDocument/2006/relationships/image" Target="../media/image114.png"/><Relationship Id="rId25" Type="http://schemas.openxmlformats.org/officeDocument/2006/relationships/customXml" Target="../ink/ink105.xml"/><Relationship Id="rId33" Type="http://schemas.openxmlformats.org/officeDocument/2006/relationships/customXml" Target="../ink/ink109.xml"/><Relationship Id="rId38" Type="http://schemas.openxmlformats.org/officeDocument/2006/relationships/image" Target="../media/image125.png"/><Relationship Id="rId46" Type="http://schemas.openxmlformats.org/officeDocument/2006/relationships/image" Target="../media/image129.png"/><Relationship Id="rId59" Type="http://schemas.openxmlformats.org/officeDocument/2006/relationships/customXml" Target="../ink/ink122.xml"/><Relationship Id="rId20" Type="http://schemas.openxmlformats.org/officeDocument/2006/relationships/customXml" Target="../ink/ink103.xml"/><Relationship Id="rId41" Type="http://schemas.openxmlformats.org/officeDocument/2006/relationships/customXml" Target="../ink/ink113.xml"/><Relationship Id="rId54" Type="http://schemas.openxmlformats.org/officeDocument/2006/relationships/image" Target="../media/image133.png"/><Relationship Id="rId6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6.xml"/><Relationship Id="rId15" Type="http://schemas.openxmlformats.org/officeDocument/2006/relationships/image" Target="../media/image113.png"/><Relationship Id="rId23" Type="http://schemas.openxmlformats.org/officeDocument/2006/relationships/customXml" Target="../ink/ink104.xml"/><Relationship Id="rId28" Type="http://schemas.openxmlformats.org/officeDocument/2006/relationships/image" Target="../media/image120.png"/><Relationship Id="rId36" Type="http://schemas.openxmlformats.org/officeDocument/2006/relationships/image" Target="../media/image124.png"/><Relationship Id="rId49" Type="http://schemas.openxmlformats.org/officeDocument/2006/relationships/customXml" Target="../ink/ink117.xml"/><Relationship Id="rId57" Type="http://schemas.openxmlformats.org/officeDocument/2006/relationships/customXml" Target="../ink/ink121.xml"/><Relationship Id="rId10" Type="http://schemas.openxmlformats.org/officeDocument/2006/relationships/customXml" Target="../ink/ink98.xml"/><Relationship Id="rId31" Type="http://schemas.openxmlformats.org/officeDocument/2006/relationships/customXml" Target="../ink/ink108.xml"/><Relationship Id="rId44" Type="http://schemas.openxmlformats.org/officeDocument/2006/relationships/image" Target="../media/image128.png"/><Relationship Id="rId52" Type="http://schemas.openxmlformats.org/officeDocument/2006/relationships/image" Target="../media/image132.png"/><Relationship Id="rId60" Type="http://schemas.openxmlformats.org/officeDocument/2006/relationships/image" Target="../media/image136.png"/><Relationship Id="rId4" Type="http://schemas.openxmlformats.org/officeDocument/2006/relationships/customXml" Target="../ink/ink95.xml"/><Relationship Id="rId9" Type="http://schemas.openxmlformats.org/officeDocument/2006/relationships/image" Target="../media/image110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1.png"/><Relationship Id="rId21" Type="http://schemas.openxmlformats.org/officeDocument/2006/relationships/customXml" Target="../ink/ink134.xml"/><Relationship Id="rId42" Type="http://schemas.openxmlformats.org/officeDocument/2006/relationships/image" Target="../media/image159.png"/><Relationship Id="rId47" Type="http://schemas.openxmlformats.org/officeDocument/2006/relationships/customXml" Target="../ink/ink147.xml"/><Relationship Id="rId63" Type="http://schemas.openxmlformats.org/officeDocument/2006/relationships/customXml" Target="../ink/ink155.xml"/><Relationship Id="rId68" Type="http://schemas.openxmlformats.org/officeDocument/2006/relationships/image" Target="../media/image172.png"/><Relationship Id="rId84" Type="http://schemas.openxmlformats.org/officeDocument/2006/relationships/image" Target="../media/image180.png"/><Relationship Id="rId89" Type="http://schemas.openxmlformats.org/officeDocument/2006/relationships/customXml" Target="../ink/ink168.xml"/><Relationship Id="rId16" Type="http://schemas.openxmlformats.org/officeDocument/2006/relationships/image" Target="../media/image146.png"/><Relationship Id="rId11" Type="http://schemas.openxmlformats.org/officeDocument/2006/relationships/customXml" Target="../ink/ink129.xml"/><Relationship Id="rId32" Type="http://schemas.openxmlformats.org/officeDocument/2006/relationships/image" Target="../media/image154.png"/><Relationship Id="rId37" Type="http://schemas.openxmlformats.org/officeDocument/2006/relationships/customXml" Target="../ink/ink142.xml"/><Relationship Id="rId53" Type="http://schemas.openxmlformats.org/officeDocument/2006/relationships/customXml" Target="../ink/ink150.xml"/><Relationship Id="rId58" Type="http://schemas.openxmlformats.org/officeDocument/2006/relationships/image" Target="../media/image167.png"/><Relationship Id="rId74" Type="http://schemas.openxmlformats.org/officeDocument/2006/relationships/image" Target="../media/image175.png"/><Relationship Id="rId79" Type="http://schemas.openxmlformats.org/officeDocument/2006/relationships/customXml" Target="../ink/ink163.xml"/><Relationship Id="rId5" Type="http://schemas.openxmlformats.org/officeDocument/2006/relationships/image" Target="../media/image140.png"/><Relationship Id="rId90" Type="http://schemas.openxmlformats.org/officeDocument/2006/relationships/image" Target="../media/image183.png"/><Relationship Id="rId95" Type="http://schemas.openxmlformats.org/officeDocument/2006/relationships/customXml" Target="../ink/ink171.xml"/><Relationship Id="rId22" Type="http://schemas.openxmlformats.org/officeDocument/2006/relationships/image" Target="../media/image149.png"/><Relationship Id="rId27" Type="http://schemas.openxmlformats.org/officeDocument/2006/relationships/customXml" Target="../ink/ink137.xml"/><Relationship Id="rId43" Type="http://schemas.openxmlformats.org/officeDocument/2006/relationships/customXml" Target="../ink/ink145.xml"/><Relationship Id="rId48" Type="http://schemas.openxmlformats.org/officeDocument/2006/relationships/image" Target="../media/image162.png"/><Relationship Id="rId64" Type="http://schemas.openxmlformats.org/officeDocument/2006/relationships/image" Target="../media/image170.png"/><Relationship Id="rId69" Type="http://schemas.openxmlformats.org/officeDocument/2006/relationships/customXml" Target="../ink/ink158.xml"/><Relationship Id="rId80" Type="http://schemas.openxmlformats.org/officeDocument/2006/relationships/image" Target="../media/image178.png"/><Relationship Id="rId85" Type="http://schemas.openxmlformats.org/officeDocument/2006/relationships/customXml" Target="../ink/ink166.xml"/><Relationship Id="rId3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customXml" Target="../ink/ink132.xml"/><Relationship Id="rId25" Type="http://schemas.openxmlformats.org/officeDocument/2006/relationships/customXml" Target="../ink/ink136.xml"/><Relationship Id="rId33" Type="http://schemas.openxmlformats.org/officeDocument/2006/relationships/customXml" Target="../ink/ink140.xml"/><Relationship Id="rId38" Type="http://schemas.openxmlformats.org/officeDocument/2006/relationships/image" Target="../media/image157.png"/><Relationship Id="rId46" Type="http://schemas.openxmlformats.org/officeDocument/2006/relationships/image" Target="../media/image161.png"/><Relationship Id="rId59" Type="http://schemas.openxmlformats.org/officeDocument/2006/relationships/customXml" Target="../ink/ink153.xml"/><Relationship Id="rId67" Type="http://schemas.openxmlformats.org/officeDocument/2006/relationships/customXml" Target="../ink/ink157.xml"/><Relationship Id="rId20" Type="http://schemas.openxmlformats.org/officeDocument/2006/relationships/image" Target="../media/image148.png"/><Relationship Id="rId41" Type="http://schemas.openxmlformats.org/officeDocument/2006/relationships/customXml" Target="../ink/ink144.xml"/><Relationship Id="rId54" Type="http://schemas.openxmlformats.org/officeDocument/2006/relationships/image" Target="../media/image165.png"/><Relationship Id="rId62" Type="http://schemas.openxmlformats.org/officeDocument/2006/relationships/image" Target="../media/image169.png"/><Relationship Id="rId70" Type="http://schemas.openxmlformats.org/officeDocument/2006/relationships/image" Target="../media/image173.png"/><Relationship Id="rId75" Type="http://schemas.openxmlformats.org/officeDocument/2006/relationships/customXml" Target="../ink/ink161.xml"/><Relationship Id="rId83" Type="http://schemas.openxmlformats.org/officeDocument/2006/relationships/customXml" Target="../ink/ink165.xml"/><Relationship Id="rId88" Type="http://schemas.openxmlformats.org/officeDocument/2006/relationships/image" Target="../media/image182.png"/><Relationship Id="rId91" Type="http://schemas.openxmlformats.org/officeDocument/2006/relationships/customXml" Target="../ink/ink169.xml"/><Relationship Id="rId96" Type="http://schemas.openxmlformats.org/officeDocument/2006/relationships/image" Target="../media/image18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7.xml"/><Relationship Id="rId15" Type="http://schemas.openxmlformats.org/officeDocument/2006/relationships/customXml" Target="../ink/ink131.xml"/><Relationship Id="rId23" Type="http://schemas.openxmlformats.org/officeDocument/2006/relationships/customXml" Target="../ink/ink135.xml"/><Relationship Id="rId28" Type="http://schemas.openxmlformats.org/officeDocument/2006/relationships/image" Target="../media/image152.png"/><Relationship Id="rId36" Type="http://schemas.openxmlformats.org/officeDocument/2006/relationships/image" Target="../media/image156.png"/><Relationship Id="rId49" Type="http://schemas.openxmlformats.org/officeDocument/2006/relationships/customXml" Target="../ink/ink148.xml"/><Relationship Id="rId57" Type="http://schemas.openxmlformats.org/officeDocument/2006/relationships/customXml" Target="../ink/ink152.xml"/><Relationship Id="rId10" Type="http://schemas.openxmlformats.org/officeDocument/2006/relationships/image" Target="../media/image143.png"/><Relationship Id="rId31" Type="http://schemas.openxmlformats.org/officeDocument/2006/relationships/customXml" Target="../ink/ink139.xml"/><Relationship Id="rId44" Type="http://schemas.openxmlformats.org/officeDocument/2006/relationships/image" Target="../media/image160.png"/><Relationship Id="rId52" Type="http://schemas.openxmlformats.org/officeDocument/2006/relationships/image" Target="../media/image164.png"/><Relationship Id="rId60" Type="http://schemas.openxmlformats.org/officeDocument/2006/relationships/image" Target="../media/image168.png"/><Relationship Id="rId65" Type="http://schemas.openxmlformats.org/officeDocument/2006/relationships/customXml" Target="../ink/ink156.xml"/><Relationship Id="rId73" Type="http://schemas.openxmlformats.org/officeDocument/2006/relationships/customXml" Target="../ink/ink160.xml"/><Relationship Id="rId78" Type="http://schemas.openxmlformats.org/officeDocument/2006/relationships/image" Target="../media/image177.png"/><Relationship Id="rId81" Type="http://schemas.openxmlformats.org/officeDocument/2006/relationships/customXml" Target="../ink/ink164.xml"/><Relationship Id="rId86" Type="http://schemas.openxmlformats.org/officeDocument/2006/relationships/image" Target="../media/image181.png"/><Relationship Id="rId94" Type="http://schemas.openxmlformats.org/officeDocument/2006/relationships/image" Target="../media/image185.png"/><Relationship Id="rId4" Type="http://schemas.openxmlformats.org/officeDocument/2006/relationships/customXml" Target="../ink/ink126.xml"/><Relationship Id="rId9" Type="http://schemas.openxmlformats.org/officeDocument/2006/relationships/customXml" Target="../ink/ink128.xml"/><Relationship Id="rId13" Type="http://schemas.openxmlformats.org/officeDocument/2006/relationships/customXml" Target="../ink/ink130.xml"/><Relationship Id="rId18" Type="http://schemas.openxmlformats.org/officeDocument/2006/relationships/image" Target="../media/image147.png"/><Relationship Id="rId39" Type="http://schemas.openxmlformats.org/officeDocument/2006/relationships/customXml" Target="../ink/ink143.xml"/><Relationship Id="rId34" Type="http://schemas.openxmlformats.org/officeDocument/2006/relationships/image" Target="../media/image155.png"/><Relationship Id="rId50" Type="http://schemas.openxmlformats.org/officeDocument/2006/relationships/image" Target="../media/image163.png"/><Relationship Id="rId55" Type="http://schemas.openxmlformats.org/officeDocument/2006/relationships/customXml" Target="../ink/ink151.xml"/><Relationship Id="rId76" Type="http://schemas.openxmlformats.org/officeDocument/2006/relationships/image" Target="../media/image176.png"/><Relationship Id="rId97" Type="http://schemas.openxmlformats.org/officeDocument/2006/relationships/customXml" Target="../ink/ink172.xml"/><Relationship Id="rId7" Type="http://schemas.openxmlformats.org/officeDocument/2006/relationships/image" Target="../media/image141.png"/><Relationship Id="rId71" Type="http://schemas.openxmlformats.org/officeDocument/2006/relationships/customXml" Target="../ink/ink159.xml"/><Relationship Id="rId92" Type="http://schemas.openxmlformats.org/officeDocument/2006/relationships/image" Target="../media/image184.png"/><Relationship Id="rId2" Type="http://schemas.openxmlformats.org/officeDocument/2006/relationships/customXml" Target="../ink/ink125.xml"/><Relationship Id="rId29" Type="http://schemas.openxmlformats.org/officeDocument/2006/relationships/customXml" Target="../ink/ink138.xml"/><Relationship Id="rId24" Type="http://schemas.openxmlformats.org/officeDocument/2006/relationships/image" Target="../media/image150.png"/><Relationship Id="rId40" Type="http://schemas.openxmlformats.org/officeDocument/2006/relationships/image" Target="../media/image158.png"/><Relationship Id="rId45" Type="http://schemas.openxmlformats.org/officeDocument/2006/relationships/customXml" Target="../ink/ink146.xml"/><Relationship Id="rId66" Type="http://schemas.openxmlformats.org/officeDocument/2006/relationships/image" Target="../media/image171.png"/><Relationship Id="rId87" Type="http://schemas.openxmlformats.org/officeDocument/2006/relationships/customXml" Target="../ink/ink167.xml"/><Relationship Id="rId61" Type="http://schemas.openxmlformats.org/officeDocument/2006/relationships/customXml" Target="../ink/ink154.xml"/><Relationship Id="rId82" Type="http://schemas.openxmlformats.org/officeDocument/2006/relationships/image" Target="../media/image179.png"/><Relationship Id="rId19" Type="http://schemas.openxmlformats.org/officeDocument/2006/relationships/customXml" Target="../ink/ink133.xml"/><Relationship Id="rId14" Type="http://schemas.openxmlformats.org/officeDocument/2006/relationships/image" Target="../media/image145.png"/><Relationship Id="rId30" Type="http://schemas.openxmlformats.org/officeDocument/2006/relationships/image" Target="../media/image153.png"/><Relationship Id="rId35" Type="http://schemas.openxmlformats.org/officeDocument/2006/relationships/customXml" Target="../ink/ink141.xml"/><Relationship Id="rId56" Type="http://schemas.openxmlformats.org/officeDocument/2006/relationships/image" Target="../media/image166.png"/><Relationship Id="rId77" Type="http://schemas.openxmlformats.org/officeDocument/2006/relationships/customXml" Target="../ink/ink162.xml"/><Relationship Id="rId8" Type="http://schemas.openxmlformats.org/officeDocument/2006/relationships/image" Target="../media/image142.png"/><Relationship Id="rId51" Type="http://schemas.openxmlformats.org/officeDocument/2006/relationships/customXml" Target="../ink/ink149.xml"/><Relationship Id="rId72" Type="http://schemas.openxmlformats.org/officeDocument/2006/relationships/image" Target="../media/image174.png"/><Relationship Id="rId93" Type="http://schemas.openxmlformats.org/officeDocument/2006/relationships/customXml" Target="../ink/ink170.xml"/><Relationship Id="rId98" Type="http://schemas.openxmlformats.org/officeDocument/2006/relationships/image" Target="../media/image187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6.png"/><Relationship Id="rId21" Type="http://schemas.openxmlformats.org/officeDocument/2006/relationships/image" Target="../media/image198.png"/><Relationship Id="rId42" Type="http://schemas.openxmlformats.org/officeDocument/2006/relationships/customXml" Target="../ink/ink192.xml"/><Relationship Id="rId63" Type="http://schemas.openxmlformats.org/officeDocument/2006/relationships/image" Target="../media/image219.png"/><Relationship Id="rId84" Type="http://schemas.openxmlformats.org/officeDocument/2006/relationships/customXml" Target="../ink/ink213.xml"/><Relationship Id="rId138" Type="http://schemas.openxmlformats.org/officeDocument/2006/relationships/customXml" Target="../ink/ink240.xml"/><Relationship Id="rId159" Type="http://schemas.openxmlformats.org/officeDocument/2006/relationships/image" Target="../media/image267.png"/><Relationship Id="rId170" Type="http://schemas.openxmlformats.org/officeDocument/2006/relationships/customXml" Target="../ink/ink256.xml"/><Relationship Id="rId107" Type="http://schemas.openxmlformats.org/officeDocument/2006/relationships/image" Target="../media/image241.png"/><Relationship Id="rId11" Type="http://schemas.openxmlformats.org/officeDocument/2006/relationships/image" Target="../media/image193.png"/><Relationship Id="rId32" Type="http://schemas.openxmlformats.org/officeDocument/2006/relationships/customXml" Target="../ink/ink187.xml"/><Relationship Id="rId53" Type="http://schemas.openxmlformats.org/officeDocument/2006/relationships/image" Target="../media/image214.png"/><Relationship Id="rId74" Type="http://schemas.openxmlformats.org/officeDocument/2006/relationships/customXml" Target="../ink/ink208.xml"/><Relationship Id="rId128" Type="http://schemas.openxmlformats.org/officeDocument/2006/relationships/customXml" Target="../ink/ink235.xml"/><Relationship Id="rId149" Type="http://schemas.openxmlformats.org/officeDocument/2006/relationships/image" Target="../media/image262.png"/><Relationship Id="rId5" Type="http://schemas.openxmlformats.org/officeDocument/2006/relationships/image" Target="../media/image190.png"/><Relationship Id="rId95" Type="http://schemas.openxmlformats.org/officeDocument/2006/relationships/image" Target="../media/image235.png"/><Relationship Id="rId160" Type="http://schemas.openxmlformats.org/officeDocument/2006/relationships/customXml" Target="../ink/ink251.xml"/><Relationship Id="rId22" Type="http://schemas.openxmlformats.org/officeDocument/2006/relationships/customXml" Target="../ink/ink182.xml"/><Relationship Id="rId43" Type="http://schemas.openxmlformats.org/officeDocument/2006/relationships/image" Target="../media/image209.png"/><Relationship Id="rId64" Type="http://schemas.openxmlformats.org/officeDocument/2006/relationships/customXml" Target="../ink/ink203.xml"/><Relationship Id="rId118" Type="http://schemas.openxmlformats.org/officeDocument/2006/relationships/customXml" Target="../ink/ink230.xml"/><Relationship Id="rId139" Type="http://schemas.openxmlformats.org/officeDocument/2006/relationships/image" Target="../media/image257.png"/><Relationship Id="rId85" Type="http://schemas.openxmlformats.org/officeDocument/2006/relationships/image" Target="../media/image230.png"/><Relationship Id="rId150" Type="http://schemas.openxmlformats.org/officeDocument/2006/relationships/customXml" Target="../ink/ink246.xml"/><Relationship Id="rId171" Type="http://schemas.openxmlformats.org/officeDocument/2006/relationships/image" Target="../media/image273.png"/><Relationship Id="rId12" Type="http://schemas.openxmlformats.org/officeDocument/2006/relationships/customXml" Target="../ink/ink177.xml"/><Relationship Id="rId33" Type="http://schemas.openxmlformats.org/officeDocument/2006/relationships/image" Target="../media/image204.png"/><Relationship Id="rId108" Type="http://schemas.openxmlformats.org/officeDocument/2006/relationships/customXml" Target="../ink/ink225.xml"/><Relationship Id="rId129" Type="http://schemas.openxmlformats.org/officeDocument/2006/relationships/image" Target="../media/image252.png"/><Relationship Id="rId54" Type="http://schemas.openxmlformats.org/officeDocument/2006/relationships/customXml" Target="../ink/ink198.xml"/><Relationship Id="rId75" Type="http://schemas.openxmlformats.org/officeDocument/2006/relationships/image" Target="../media/image225.png"/><Relationship Id="rId96" Type="http://schemas.openxmlformats.org/officeDocument/2006/relationships/customXml" Target="../ink/ink219.xml"/><Relationship Id="rId140" Type="http://schemas.openxmlformats.org/officeDocument/2006/relationships/customXml" Target="../ink/ink241.xml"/><Relationship Id="rId161" Type="http://schemas.openxmlformats.org/officeDocument/2006/relationships/image" Target="../media/image268.png"/><Relationship Id="rId6" Type="http://schemas.openxmlformats.org/officeDocument/2006/relationships/customXml" Target="../ink/ink174.xml"/><Relationship Id="rId23" Type="http://schemas.openxmlformats.org/officeDocument/2006/relationships/image" Target="../media/image199.png"/><Relationship Id="rId28" Type="http://schemas.openxmlformats.org/officeDocument/2006/relationships/customXml" Target="../ink/ink185.xml"/><Relationship Id="rId49" Type="http://schemas.openxmlformats.org/officeDocument/2006/relationships/image" Target="../media/image212.png"/><Relationship Id="rId114" Type="http://schemas.openxmlformats.org/officeDocument/2006/relationships/customXml" Target="../ink/ink228.xml"/><Relationship Id="rId119" Type="http://schemas.openxmlformats.org/officeDocument/2006/relationships/image" Target="../media/image247.png"/><Relationship Id="rId44" Type="http://schemas.openxmlformats.org/officeDocument/2006/relationships/customXml" Target="../ink/ink193.xml"/><Relationship Id="rId60" Type="http://schemas.openxmlformats.org/officeDocument/2006/relationships/customXml" Target="../ink/ink201.xml"/><Relationship Id="rId65" Type="http://schemas.openxmlformats.org/officeDocument/2006/relationships/image" Target="../media/image220.png"/><Relationship Id="rId81" Type="http://schemas.openxmlformats.org/officeDocument/2006/relationships/image" Target="../media/image228.png"/><Relationship Id="rId86" Type="http://schemas.openxmlformats.org/officeDocument/2006/relationships/customXml" Target="../ink/ink214.xml"/><Relationship Id="rId130" Type="http://schemas.openxmlformats.org/officeDocument/2006/relationships/customXml" Target="../ink/ink236.xml"/><Relationship Id="rId135" Type="http://schemas.openxmlformats.org/officeDocument/2006/relationships/image" Target="../media/image255.png"/><Relationship Id="rId151" Type="http://schemas.openxmlformats.org/officeDocument/2006/relationships/image" Target="../media/image263.png"/><Relationship Id="rId156" Type="http://schemas.openxmlformats.org/officeDocument/2006/relationships/customXml" Target="../ink/ink249.xml"/><Relationship Id="rId177" Type="http://schemas.openxmlformats.org/officeDocument/2006/relationships/image" Target="../media/image276.png"/><Relationship Id="rId172" Type="http://schemas.openxmlformats.org/officeDocument/2006/relationships/customXml" Target="../ink/ink257.xml"/><Relationship Id="rId13" Type="http://schemas.openxmlformats.org/officeDocument/2006/relationships/image" Target="../media/image194.png"/><Relationship Id="rId18" Type="http://schemas.openxmlformats.org/officeDocument/2006/relationships/customXml" Target="../ink/ink180.xml"/><Relationship Id="rId39" Type="http://schemas.openxmlformats.org/officeDocument/2006/relationships/image" Target="../media/image207.png"/><Relationship Id="rId109" Type="http://schemas.openxmlformats.org/officeDocument/2006/relationships/image" Target="../media/image242.png"/><Relationship Id="rId34" Type="http://schemas.openxmlformats.org/officeDocument/2006/relationships/customXml" Target="../ink/ink188.xml"/><Relationship Id="rId50" Type="http://schemas.openxmlformats.org/officeDocument/2006/relationships/customXml" Target="../ink/ink196.xml"/><Relationship Id="rId55" Type="http://schemas.openxmlformats.org/officeDocument/2006/relationships/image" Target="../media/image215.png"/><Relationship Id="rId76" Type="http://schemas.openxmlformats.org/officeDocument/2006/relationships/customXml" Target="../ink/ink209.xml"/><Relationship Id="rId97" Type="http://schemas.openxmlformats.org/officeDocument/2006/relationships/image" Target="../media/image236.png"/><Relationship Id="rId104" Type="http://schemas.openxmlformats.org/officeDocument/2006/relationships/customXml" Target="../ink/ink223.xml"/><Relationship Id="rId120" Type="http://schemas.openxmlformats.org/officeDocument/2006/relationships/customXml" Target="../ink/ink231.xml"/><Relationship Id="rId125" Type="http://schemas.openxmlformats.org/officeDocument/2006/relationships/image" Target="../media/image250.png"/><Relationship Id="rId141" Type="http://schemas.openxmlformats.org/officeDocument/2006/relationships/image" Target="../media/image258.png"/><Relationship Id="rId146" Type="http://schemas.openxmlformats.org/officeDocument/2006/relationships/customXml" Target="../ink/ink244.xml"/><Relationship Id="rId167" Type="http://schemas.openxmlformats.org/officeDocument/2006/relationships/image" Target="../media/image271.png"/><Relationship Id="rId7" Type="http://schemas.openxmlformats.org/officeDocument/2006/relationships/image" Target="../media/image191.png"/><Relationship Id="rId71" Type="http://schemas.openxmlformats.org/officeDocument/2006/relationships/image" Target="../media/image223.png"/><Relationship Id="rId92" Type="http://schemas.openxmlformats.org/officeDocument/2006/relationships/customXml" Target="../ink/ink217.xml"/><Relationship Id="rId162" Type="http://schemas.openxmlformats.org/officeDocument/2006/relationships/customXml" Target="../ink/ink252.xml"/><Relationship Id="rId2" Type="http://schemas.openxmlformats.org/officeDocument/2006/relationships/image" Target="../media/image188.png"/><Relationship Id="rId29" Type="http://schemas.openxmlformats.org/officeDocument/2006/relationships/image" Target="../media/image202.png"/><Relationship Id="rId24" Type="http://schemas.openxmlformats.org/officeDocument/2006/relationships/customXml" Target="../ink/ink183.xml"/><Relationship Id="rId40" Type="http://schemas.openxmlformats.org/officeDocument/2006/relationships/customXml" Target="../ink/ink191.xml"/><Relationship Id="rId45" Type="http://schemas.openxmlformats.org/officeDocument/2006/relationships/image" Target="../media/image210.png"/><Relationship Id="rId66" Type="http://schemas.openxmlformats.org/officeDocument/2006/relationships/customXml" Target="../ink/ink204.xml"/><Relationship Id="rId87" Type="http://schemas.openxmlformats.org/officeDocument/2006/relationships/image" Target="../media/image231.png"/><Relationship Id="rId110" Type="http://schemas.openxmlformats.org/officeDocument/2006/relationships/customXml" Target="../ink/ink226.xml"/><Relationship Id="rId115" Type="http://schemas.openxmlformats.org/officeDocument/2006/relationships/image" Target="../media/image245.png"/><Relationship Id="rId131" Type="http://schemas.openxmlformats.org/officeDocument/2006/relationships/image" Target="../media/image253.png"/><Relationship Id="rId136" Type="http://schemas.openxmlformats.org/officeDocument/2006/relationships/customXml" Target="../ink/ink239.xml"/><Relationship Id="rId157" Type="http://schemas.openxmlformats.org/officeDocument/2006/relationships/image" Target="../media/image266.png"/><Relationship Id="rId178" Type="http://schemas.openxmlformats.org/officeDocument/2006/relationships/customXml" Target="../ink/ink260.xml"/><Relationship Id="rId61" Type="http://schemas.openxmlformats.org/officeDocument/2006/relationships/image" Target="../media/image218.png"/><Relationship Id="rId82" Type="http://schemas.openxmlformats.org/officeDocument/2006/relationships/customXml" Target="../ink/ink212.xml"/><Relationship Id="rId152" Type="http://schemas.openxmlformats.org/officeDocument/2006/relationships/customXml" Target="../ink/ink247.xml"/><Relationship Id="rId173" Type="http://schemas.openxmlformats.org/officeDocument/2006/relationships/image" Target="../media/image274.png"/><Relationship Id="rId19" Type="http://schemas.openxmlformats.org/officeDocument/2006/relationships/image" Target="../media/image197.png"/><Relationship Id="rId14" Type="http://schemas.openxmlformats.org/officeDocument/2006/relationships/customXml" Target="../ink/ink178.xml"/><Relationship Id="rId30" Type="http://schemas.openxmlformats.org/officeDocument/2006/relationships/customXml" Target="../ink/ink186.xml"/><Relationship Id="rId35" Type="http://schemas.openxmlformats.org/officeDocument/2006/relationships/image" Target="../media/image205.png"/><Relationship Id="rId56" Type="http://schemas.openxmlformats.org/officeDocument/2006/relationships/customXml" Target="../ink/ink199.xml"/><Relationship Id="rId77" Type="http://schemas.openxmlformats.org/officeDocument/2006/relationships/image" Target="../media/image226.png"/><Relationship Id="rId100" Type="http://schemas.openxmlformats.org/officeDocument/2006/relationships/customXml" Target="../ink/ink221.xml"/><Relationship Id="rId105" Type="http://schemas.openxmlformats.org/officeDocument/2006/relationships/image" Target="../media/image240.png"/><Relationship Id="rId126" Type="http://schemas.openxmlformats.org/officeDocument/2006/relationships/customXml" Target="../ink/ink234.xml"/><Relationship Id="rId147" Type="http://schemas.openxmlformats.org/officeDocument/2006/relationships/image" Target="../media/image261.png"/><Relationship Id="rId168" Type="http://schemas.openxmlformats.org/officeDocument/2006/relationships/customXml" Target="../ink/ink255.xml"/><Relationship Id="rId8" Type="http://schemas.openxmlformats.org/officeDocument/2006/relationships/customXml" Target="../ink/ink175.xml"/><Relationship Id="rId51" Type="http://schemas.openxmlformats.org/officeDocument/2006/relationships/image" Target="../media/image213.png"/><Relationship Id="rId72" Type="http://schemas.openxmlformats.org/officeDocument/2006/relationships/customXml" Target="../ink/ink207.xml"/><Relationship Id="rId93" Type="http://schemas.openxmlformats.org/officeDocument/2006/relationships/image" Target="../media/image234.png"/><Relationship Id="rId98" Type="http://schemas.openxmlformats.org/officeDocument/2006/relationships/customXml" Target="../ink/ink220.xml"/><Relationship Id="rId121" Type="http://schemas.openxmlformats.org/officeDocument/2006/relationships/image" Target="../media/image248.png"/><Relationship Id="rId142" Type="http://schemas.openxmlformats.org/officeDocument/2006/relationships/customXml" Target="../ink/ink242.xml"/><Relationship Id="rId163" Type="http://schemas.openxmlformats.org/officeDocument/2006/relationships/image" Target="../media/image269.png"/><Relationship Id="rId3" Type="http://schemas.openxmlformats.org/officeDocument/2006/relationships/image" Target="../media/image189.png"/><Relationship Id="rId25" Type="http://schemas.openxmlformats.org/officeDocument/2006/relationships/image" Target="../media/image200.png"/><Relationship Id="rId46" Type="http://schemas.openxmlformats.org/officeDocument/2006/relationships/customXml" Target="../ink/ink194.xml"/><Relationship Id="rId67" Type="http://schemas.openxmlformats.org/officeDocument/2006/relationships/image" Target="../media/image221.png"/><Relationship Id="rId116" Type="http://schemas.openxmlformats.org/officeDocument/2006/relationships/customXml" Target="../ink/ink229.xml"/><Relationship Id="rId137" Type="http://schemas.openxmlformats.org/officeDocument/2006/relationships/image" Target="../media/image256.png"/><Relationship Id="rId158" Type="http://schemas.openxmlformats.org/officeDocument/2006/relationships/customXml" Target="../ink/ink250.xml"/><Relationship Id="rId20" Type="http://schemas.openxmlformats.org/officeDocument/2006/relationships/customXml" Target="../ink/ink181.xml"/><Relationship Id="rId41" Type="http://schemas.openxmlformats.org/officeDocument/2006/relationships/image" Target="../media/image208.png"/><Relationship Id="rId62" Type="http://schemas.openxmlformats.org/officeDocument/2006/relationships/customXml" Target="../ink/ink202.xml"/><Relationship Id="rId83" Type="http://schemas.openxmlformats.org/officeDocument/2006/relationships/image" Target="../media/image229.png"/><Relationship Id="rId88" Type="http://schemas.openxmlformats.org/officeDocument/2006/relationships/customXml" Target="../ink/ink215.xml"/><Relationship Id="rId111" Type="http://schemas.openxmlformats.org/officeDocument/2006/relationships/image" Target="../media/image243.png"/><Relationship Id="rId132" Type="http://schemas.openxmlformats.org/officeDocument/2006/relationships/customXml" Target="../ink/ink237.xml"/><Relationship Id="rId153" Type="http://schemas.openxmlformats.org/officeDocument/2006/relationships/image" Target="../media/image264.png"/><Relationship Id="rId174" Type="http://schemas.openxmlformats.org/officeDocument/2006/relationships/customXml" Target="../ink/ink258.xml"/><Relationship Id="rId179" Type="http://schemas.openxmlformats.org/officeDocument/2006/relationships/image" Target="../media/image277.png"/><Relationship Id="rId15" Type="http://schemas.openxmlformats.org/officeDocument/2006/relationships/image" Target="../media/image195.png"/><Relationship Id="rId36" Type="http://schemas.openxmlformats.org/officeDocument/2006/relationships/customXml" Target="../ink/ink189.xml"/><Relationship Id="rId57" Type="http://schemas.openxmlformats.org/officeDocument/2006/relationships/image" Target="../media/image216.png"/><Relationship Id="rId106" Type="http://schemas.openxmlformats.org/officeDocument/2006/relationships/customXml" Target="../ink/ink224.xml"/><Relationship Id="rId127" Type="http://schemas.openxmlformats.org/officeDocument/2006/relationships/image" Target="../media/image251.png"/><Relationship Id="rId10" Type="http://schemas.openxmlformats.org/officeDocument/2006/relationships/customXml" Target="../ink/ink176.xml"/><Relationship Id="rId31" Type="http://schemas.openxmlformats.org/officeDocument/2006/relationships/image" Target="../media/image203.png"/><Relationship Id="rId52" Type="http://schemas.openxmlformats.org/officeDocument/2006/relationships/customXml" Target="../ink/ink197.xml"/><Relationship Id="rId73" Type="http://schemas.openxmlformats.org/officeDocument/2006/relationships/image" Target="../media/image224.png"/><Relationship Id="rId78" Type="http://schemas.openxmlformats.org/officeDocument/2006/relationships/customXml" Target="../ink/ink210.xml"/><Relationship Id="rId94" Type="http://schemas.openxmlformats.org/officeDocument/2006/relationships/customXml" Target="../ink/ink218.xml"/><Relationship Id="rId99" Type="http://schemas.openxmlformats.org/officeDocument/2006/relationships/image" Target="../media/image237.png"/><Relationship Id="rId101" Type="http://schemas.openxmlformats.org/officeDocument/2006/relationships/image" Target="../media/image238.png"/><Relationship Id="rId122" Type="http://schemas.openxmlformats.org/officeDocument/2006/relationships/customXml" Target="../ink/ink232.xml"/><Relationship Id="rId143" Type="http://schemas.openxmlformats.org/officeDocument/2006/relationships/image" Target="../media/image259.png"/><Relationship Id="rId148" Type="http://schemas.openxmlformats.org/officeDocument/2006/relationships/customXml" Target="../ink/ink245.xml"/><Relationship Id="rId164" Type="http://schemas.openxmlformats.org/officeDocument/2006/relationships/customXml" Target="../ink/ink253.xml"/><Relationship Id="rId169" Type="http://schemas.openxmlformats.org/officeDocument/2006/relationships/image" Target="../media/image272.png"/><Relationship Id="rId4" Type="http://schemas.openxmlformats.org/officeDocument/2006/relationships/customXml" Target="../ink/ink173.xml"/><Relationship Id="rId9" Type="http://schemas.openxmlformats.org/officeDocument/2006/relationships/image" Target="../media/image192.png"/><Relationship Id="rId26" Type="http://schemas.openxmlformats.org/officeDocument/2006/relationships/customXml" Target="../ink/ink184.xml"/><Relationship Id="rId47" Type="http://schemas.openxmlformats.org/officeDocument/2006/relationships/image" Target="../media/image211.png"/><Relationship Id="rId68" Type="http://schemas.openxmlformats.org/officeDocument/2006/relationships/customXml" Target="../ink/ink205.xml"/><Relationship Id="rId89" Type="http://schemas.openxmlformats.org/officeDocument/2006/relationships/image" Target="../media/image232.png"/><Relationship Id="rId112" Type="http://schemas.openxmlformats.org/officeDocument/2006/relationships/customXml" Target="../ink/ink227.xml"/><Relationship Id="rId133" Type="http://schemas.openxmlformats.org/officeDocument/2006/relationships/image" Target="../media/image254.png"/><Relationship Id="rId154" Type="http://schemas.openxmlformats.org/officeDocument/2006/relationships/customXml" Target="../ink/ink248.xml"/><Relationship Id="rId175" Type="http://schemas.openxmlformats.org/officeDocument/2006/relationships/image" Target="../media/image275.png"/><Relationship Id="rId16" Type="http://schemas.openxmlformats.org/officeDocument/2006/relationships/customXml" Target="../ink/ink179.xml"/><Relationship Id="rId37" Type="http://schemas.openxmlformats.org/officeDocument/2006/relationships/image" Target="../media/image206.png"/><Relationship Id="rId58" Type="http://schemas.openxmlformats.org/officeDocument/2006/relationships/customXml" Target="../ink/ink200.xml"/><Relationship Id="rId79" Type="http://schemas.openxmlformats.org/officeDocument/2006/relationships/image" Target="../media/image227.png"/><Relationship Id="rId102" Type="http://schemas.openxmlformats.org/officeDocument/2006/relationships/customXml" Target="../ink/ink222.xml"/><Relationship Id="rId123" Type="http://schemas.openxmlformats.org/officeDocument/2006/relationships/image" Target="../media/image249.png"/><Relationship Id="rId144" Type="http://schemas.openxmlformats.org/officeDocument/2006/relationships/customXml" Target="../ink/ink243.xml"/><Relationship Id="rId90" Type="http://schemas.openxmlformats.org/officeDocument/2006/relationships/customXml" Target="../ink/ink216.xml"/><Relationship Id="rId165" Type="http://schemas.openxmlformats.org/officeDocument/2006/relationships/image" Target="../media/image270.png"/><Relationship Id="rId27" Type="http://schemas.openxmlformats.org/officeDocument/2006/relationships/image" Target="../media/image201.png"/><Relationship Id="rId48" Type="http://schemas.openxmlformats.org/officeDocument/2006/relationships/customXml" Target="../ink/ink195.xml"/><Relationship Id="rId69" Type="http://schemas.openxmlformats.org/officeDocument/2006/relationships/image" Target="../media/image222.png"/><Relationship Id="rId113" Type="http://schemas.openxmlformats.org/officeDocument/2006/relationships/image" Target="../media/image244.png"/><Relationship Id="rId134" Type="http://schemas.openxmlformats.org/officeDocument/2006/relationships/customXml" Target="../ink/ink238.xml"/><Relationship Id="rId80" Type="http://schemas.openxmlformats.org/officeDocument/2006/relationships/customXml" Target="../ink/ink211.xml"/><Relationship Id="rId155" Type="http://schemas.openxmlformats.org/officeDocument/2006/relationships/image" Target="../media/image265.png"/><Relationship Id="rId176" Type="http://schemas.openxmlformats.org/officeDocument/2006/relationships/customXml" Target="../ink/ink259.xml"/><Relationship Id="rId17" Type="http://schemas.openxmlformats.org/officeDocument/2006/relationships/image" Target="../media/image196.png"/><Relationship Id="rId38" Type="http://schemas.openxmlformats.org/officeDocument/2006/relationships/customXml" Target="../ink/ink190.xml"/><Relationship Id="rId59" Type="http://schemas.openxmlformats.org/officeDocument/2006/relationships/image" Target="../media/image217.png"/><Relationship Id="rId103" Type="http://schemas.openxmlformats.org/officeDocument/2006/relationships/image" Target="../media/image239.png"/><Relationship Id="rId124" Type="http://schemas.openxmlformats.org/officeDocument/2006/relationships/customXml" Target="../ink/ink233.xml"/><Relationship Id="rId70" Type="http://schemas.openxmlformats.org/officeDocument/2006/relationships/customXml" Target="../ink/ink206.xml"/><Relationship Id="rId91" Type="http://schemas.openxmlformats.org/officeDocument/2006/relationships/image" Target="../media/image233.png"/><Relationship Id="rId145" Type="http://schemas.openxmlformats.org/officeDocument/2006/relationships/image" Target="../media/image260.png"/><Relationship Id="rId166" Type="http://schemas.openxmlformats.org/officeDocument/2006/relationships/customXml" Target="../ink/ink25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1.xml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9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2.png"/><Relationship Id="rId21" Type="http://schemas.openxmlformats.org/officeDocument/2006/relationships/customXml" Target="../ink/ink271.xml"/><Relationship Id="rId42" Type="http://schemas.openxmlformats.org/officeDocument/2006/relationships/image" Target="../media/image300.png"/><Relationship Id="rId47" Type="http://schemas.openxmlformats.org/officeDocument/2006/relationships/customXml" Target="../ink/ink284.xml"/><Relationship Id="rId63" Type="http://schemas.openxmlformats.org/officeDocument/2006/relationships/customXml" Target="../ink/ink292.xml"/><Relationship Id="rId68" Type="http://schemas.openxmlformats.org/officeDocument/2006/relationships/image" Target="../media/image313.png"/><Relationship Id="rId84" Type="http://schemas.openxmlformats.org/officeDocument/2006/relationships/image" Target="../media/image321.png"/><Relationship Id="rId89" Type="http://schemas.openxmlformats.org/officeDocument/2006/relationships/customXml" Target="../ink/ink305.xml"/><Relationship Id="rId112" Type="http://schemas.openxmlformats.org/officeDocument/2006/relationships/image" Target="../media/image335.png"/><Relationship Id="rId16" Type="http://schemas.openxmlformats.org/officeDocument/2006/relationships/image" Target="../media/image287.png"/><Relationship Id="rId107" Type="http://schemas.openxmlformats.org/officeDocument/2006/relationships/customXml" Target="../ink/ink314.xml"/><Relationship Id="rId11" Type="http://schemas.openxmlformats.org/officeDocument/2006/relationships/customXml" Target="../ink/ink266.xml"/><Relationship Id="rId32" Type="http://schemas.openxmlformats.org/officeDocument/2006/relationships/image" Target="../media/image295.png"/><Relationship Id="rId37" Type="http://schemas.openxmlformats.org/officeDocument/2006/relationships/customXml" Target="../ink/ink279.xml"/><Relationship Id="rId53" Type="http://schemas.openxmlformats.org/officeDocument/2006/relationships/customXml" Target="../ink/ink287.xml"/><Relationship Id="rId58" Type="http://schemas.openxmlformats.org/officeDocument/2006/relationships/image" Target="../media/image308.png"/><Relationship Id="rId74" Type="http://schemas.openxmlformats.org/officeDocument/2006/relationships/image" Target="../media/image316.png"/><Relationship Id="rId79" Type="http://schemas.openxmlformats.org/officeDocument/2006/relationships/customXml" Target="../ink/ink300.xml"/><Relationship Id="rId102" Type="http://schemas.openxmlformats.org/officeDocument/2006/relationships/image" Target="../media/image330.png"/><Relationship Id="rId5" Type="http://schemas.openxmlformats.org/officeDocument/2006/relationships/customXml" Target="../ink/ink263.xml"/><Relationship Id="rId90" Type="http://schemas.openxmlformats.org/officeDocument/2006/relationships/image" Target="../media/image324.png"/><Relationship Id="rId95" Type="http://schemas.openxmlformats.org/officeDocument/2006/relationships/customXml" Target="../ink/ink308.xml"/><Relationship Id="rId22" Type="http://schemas.openxmlformats.org/officeDocument/2006/relationships/image" Target="../media/image290.png"/><Relationship Id="rId27" Type="http://schemas.openxmlformats.org/officeDocument/2006/relationships/customXml" Target="../ink/ink274.xml"/><Relationship Id="rId43" Type="http://schemas.openxmlformats.org/officeDocument/2006/relationships/customXml" Target="../ink/ink282.xml"/><Relationship Id="rId48" Type="http://schemas.openxmlformats.org/officeDocument/2006/relationships/image" Target="../media/image303.png"/><Relationship Id="rId64" Type="http://schemas.openxmlformats.org/officeDocument/2006/relationships/image" Target="../media/image311.png"/><Relationship Id="rId69" Type="http://schemas.openxmlformats.org/officeDocument/2006/relationships/customXml" Target="../ink/ink295.xml"/><Relationship Id="rId113" Type="http://schemas.openxmlformats.org/officeDocument/2006/relationships/customXml" Target="../ink/ink317.xml"/><Relationship Id="rId80" Type="http://schemas.openxmlformats.org/officeDocument/2006/relationships/image" Target="../media/image319.png"/><Relationship Id="rId85" Type="http://schemas.openxmlformats.org/officeDocument/2006/relationships/customXml" Target="../ink/ink303.xml"/><Relationship Id="rId12" Type="http://schemas.openxmlformats.org/officeDocument/2006/relationships/image" Target="../media/image285.png"/><Relationship Id="rId17" Type="http://schemas.openxmlformats.org/officeDocument/2006/relationships/customXml" Target="../ink/ink269.xml"/><Relationship Id="rId33" Type="http://schemas.openxmlformats.org/officeDocument/2006/relationships/customXml" Target="../ink/ink277.xml"/><Relationship Id="rId38" Type="http://schemas.openxmlformats.org/officeDocument/2006/relationships/image" Target="../media/image298.png"/><Relationship Id="rId59" Type="http://schemas.openxmlformats.org/officeDocument/2006/relationships/customXml" Target="../ink/ink290.xml"/><Relationship Id="rId103" Type="http://schemas.openxmlformats.org/officeDocument/2006/relationships/customXml" Target="../ink/ink312.xml"/><Relationship Id="rId108" Type="http://schemas.openxmlformats.org/officeDocument/2006/relationships/image" Target="../media/image333.png"/><Relationship Id="rId54" Type="http://schemas.openxmlformats.org/officeDocument/2006/relationships/image" Target="../media/image306.png"/><Relationship Id="rId70" Type="http://schemas.openxmlformats.org/officeDocument/2006/relationships/image" Target="../media/image314.png"/><Relationship Id="rId75" Type="http://schemas.openxmlformats.org/officeDocument/2006/relationships/customXml" Target="../ink/ink298.xml"/><Relationship Id="rId91" Type="http://schemas.openxmlformats.org/officeDocument/2006/relationships/customXml" Target="../ink/ink306.xml"/><Relationship Id="rId96" Type="http://schemas.openxmlformats.org/officeDocument/2006/relationships/image" Target="../media/image3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png"/><Relationship Id="rId15" Type="http://schemas.openxmlformats.org/officeDocument/2006/relationships/customXml" Target="../ink/ink268.xml"/><Relationship Id="rId23" Type="http://schemas.openxmlformats.org/officeDocument/2006/relationships/customXml" Target="../ink/ink272.xml"/><Relationship Id="rId28" Type="http://schemas.openxmlformats.org/officeDocument/2006/relationships/image" Target="../media/image293.png"/><Relationship Id="rId36" Type="http://schemas.openxmlformats.org/officeDocument/2006/relationships/image" Target="../media/image297.png"/><Relationship Id="rId49" Type="http://schemas.openxmlformats.org/officeDocument/2006/relationships/customXml" Target="../ink/ink285.xml"/><Relationship Id="rId57" Type="http://schemas.openxmlformats.org/officeDocument/2006/relationships/customXml" Target="../ink/ink289.xml"/><Relationship Id="rId106" Type="http://schemas.openxmlformats.org/officeDocument/2006/relationships/image" Target="../media/image332.png"/><Relationship Id="rId114" Type="http://schemas.openxmlformats.org/officeDocument/2006/relationships/image" Target="../media/image336.png"/><Relationship Id="rId10" Type="http://schemas.openxmlformats.org/officeDocument/2006/relationships/image" Target="../media/image284.png"/><Relationship Id="rId31" Type="http://schemas.openxmlformats.org/officeDocument/2006/relationships/customXml" Target="../ink/ink276.xml"/><Relationship Id="rId44" Type="http://schemas.openxmlformats.org/officeDocument/2006/relationships/image" Target="../media/image301.png"/><Relationship Id="rId52" Type="http://schemas.openxmlformats.org/officeDocument/2006/relationships/image" Target="../media/image305.png"/><Relationship Id="rId60" Type="http://schemas.openxmlformats.org/officeDocument/2006/relationships/image" Target="../media/image309.png"/><Relationship Id="rId65" Type="http://schemas.openxmlformats.org/officeDocument/2006/relationships/customXml" Target="../ink/ink293.xml"/><Relationship Id="rId73" Type="http://schemas.openxmlformats.org/officeDocument/2006/relationships/customXml" Target="../ink/ink297.xml"/><Relationship Id="rId78" Type="http://schemas.openxmlformats.org/officeDocument/2006/relationships/image" Target="../media/image318.png"/><Relationship Id="rId81" Type="http://schemas.openxmlformats.org/officeDocument/2006/relationships/customXml" Target="../ink/ink301.xml"/><Relationship Id="rId86" Type="http://schemas.openxmlformats.org/officeDocument/2006/relationships/image" Target="../media/image322.png"/><Relationship Id="rId94" Type="http://schemas.openxmlformats.org/officeDocument/2006/relationships/image" Target="../media/image326.png"/><Relationship Id="rId99" Type="http://schemas.openxmlformats.org/officeDocument/2006/relationships/customXml" Target="../ink/ink310.xml"/><Relationship Id="rId101" Type="http://schemas.openxmlformats.org/officeDocument/2006/relationships/customXml" Target="../ink/ink311.xml"/><Relationship Id="rId4" Type="http://schemas.openxmlformats.org/officeDocument/2006/relationships/image" Target="../media/image281.png"/><Relationship Id="rId9" Type="http://schemas.openxmlformats.org/officeDocument/2006/relationships/customXml" Target="../ink/ink265.xml"/><Relationship Id="rId13" Type="http://schemas.openxmlformats.org/officeDocument/2006/relationships/customXml" Target="../ink/ink267.xml"/><Relationship Id="rId18" Type="http://schemas.openxmlformats.org/officeDocument/2006/relationships/image" Target="../media/image288.png"/><Relationship Id="rId39" Type="http://schemas.openxmlformats.org/officeDocument/2006/relationships/customXml" Target="../ink/ink280.xml"/><Relationship Id="rId109" Type="http://schemas.openxmlformats.org/officeDocument/2006/relationships/customXml" Target="../ink/ink315.xml"/><Relationship Id="rId34" Type="http://schemas.openxmlformats.org/officeDocument/2006/relationships/image" Target="../media/image296.png"/><Relationship Id="rId50" Type="http://schemas.openxmlformats.org/officeDocument/2006/relationships/image" Target="../media/image304.png"/><Relationship Id="rId55" Type="http://schemas.openxmlformats.org/officeDocument/2006/relationships/customXml" Target="../ink/ink288.xml"/><Relationship Id="rId76" Type="http://schemas.openxmlformats.org/officeDocument/2006/relationships/image" Target="../media/image317.png"/><Relationship Id="rId97" Type="http://schemas.openxmlformats.org/officeDocument/2006/relationships/customXml" Target="../ink/ink309.xml"/><Relationship Id="rId104" Type="http://schemas.openxmlformats.org/officeDocument/2006/relationships/image" Target="../media/image331.png"/><Relationship Id="rId7" Type="http://schemas.openxmlformats.org/officeDocument/2006/relationships/customXml" Target="../ink/ink264.xml"/><Relationship Id="rId71" Type="http://schemas.openxmlformats.org/officeDocument/2006/relationships/customXml" Target="../ink/ink296.xml"/><Relationship Id="rId92" Type="http://schemas.openxmlformats.org/officeDocument/2006/relationships/image" Target="../media/image325.png"/><Relationship Id="rId2" Type="http://schemas.openxmlformats.org/officeDocument/2006/relationships/image" Target="../media/image280.png"/><Relationship Id="rId29" Type="http://schemas.openxmlformats.org/officeDocument/2006/relationships/customXml" Target="../ink/ink275.xml"/><Relationship Id="rId24" Type="http://schemas.openxmlformats.org/officeDocument/2006/relationships/image" Target="../media/image291.png"/><Relationship Id="rId40" Type="http://schemas.openxmlformats.org/officeDocument/2006/relationships/image" Target="../media/image299.png"/><Relationship Id="rId45" Type="http://schemas.openxmlformats.org/officeDocument/2006/relationships/customXml" Target="../ink/ink283.xml"/><Relationship Id="rId66" Type="http://schemas.openxmlformats.org/officeDocument/2006/relationships/image" Target="../media/image312.png"/><Relationship Id="rId87" Type="http://schemas.openxmlformats.org/officeDocument/2006/relationships/customXml" Target="../ink/ink304.xml"/><Relationship Id="rId110" Type="http://schemas.openxmlformats.org/officeDocument/2006/relationships/image" Target="../media/image334.png"/><Relationship Id="rId115" Type="http://schemas.openxmlformats.org/officeDocument/2006/relationships/customXml" Target="../ink/ink318.xml"/><Relationship Id="rId61" Type="http://schemas.openxmlformats.org/officeDocument/2006/relationships/customXml" Target="../ink/ink291.xml"/><Relationship Id="rId82" Type="http://schemas.openxmlformats.org/officeDocument/2006/relationships/image" Target="../media/image320.png"/><Relationship Id="rId19" Type="http://schemas.openxmlformats.org/officeDocument/2006/relationships/customXml" Target="../ink/ink270.xml"/><Relationship Id="rId14" Type="http://schemas.openxmlformats.org/officeDocument/2006/relationships/image" Target="../media/image286.png"/><Relationship Id="rId30" Type="http://schemas.openxmlformats.org/officeDocument/2006/relationships/image" Target="../media/image294.png"/><Relationship Id="rId35" Type="http://schemas.openxmlformats.org/officeDocument/2006/relationships/customXml" Target="../ink/ink278.xml"/><Relationship Id="rId56" Type="http://schemas.openxmlformats.org/officeDocument/2006/relationships/image" Target="../media/image307.png"/><Relationship Id="rId77" Type="http://schemas.openxmlformats.org/officeDocument/2006/relationships/customXml" Target="../ink/ink299.xml"/><Relationship Id="rId100" Type="http://schemas.openxmlformats.org/officeDocument/2006/relationships/image" Target="../media/image329.png"/><Relationship Id="rId105" Type="http://schemas.openxmlformats.org/officeDocument/2006/relationships/customXml" Target="../ink/ink313.xml"/><Relationship Id="rId8" Type="http://schemas.openxmlformats.org/officeDocument/2006/relationships/image" Target="../media/image283.png"/><Relationship Id="rId51" Type="http://schemas.openxmlformats.org/officeDocument/2006/relationships/customXml" Target="../ink/ink286.xml"/><Relationship Id="rId72" Type="http://schemas.openxmlformats.org/officeDocument/2006/relationships/image" Target="../media/image315.png"/><Relationship Id="rId93" Type="http://schemas.openxmlformats.org/officeDocument/2006/relationships/customXml" Target="../ink/ink307.xml"/><Relationship Id="rId98" Type="http://schemas.openxmlformats.org/officeDocument/2006/relationships/image" Target="../media/image328.png"/><Relationship Id="rId3" Type="http://schemas.openxmlformats.org/officeDocument/2006/relationships/customXml" Target="../ink/ink262.xml"/><Relationship Id="rId25" Type="http://schemas.openxmlformats.org/officeDocument/2006/relationships/customXml" Target="../ink/ink273.xml"/><Relationship Id="rId46" Type="http://schemas.openxmlformats.org/officeDocument/2006/relationships/image" Target="../media/image302.png"/><Relationship Id="rId67" Type="http://schemas.openxmlformats.org/officeDocument/2006/relationships/customXml" Target="../ink/ink294.xml"/><Relationship Id="rId116" Type="http://schemas.openxmlformats.org/officeDocument/2006/relationships/image" Target="../media/image337.png"/><Relationship Id="rId20" Type="http://schemas.openxmlformats.org/officeDocument/2006/relationships/image" Target="../media/image289.png"/><Relationship Id="rId41" Type="http://schemas.openxmlformats.org/officeDocument/2006/relationships/customXml" Target="../ink/ink281.xml"/><Relationship Id="rId62" Type="http://schemas.openxmlformats.org/officeDocument/2006/relationships/image" Target="../media/image310.png"/><Relationship Id="rId83" Type="http://schemas.openxmlformats.org/officeDocument/2006/relationships/customXml" Target="../ink/ink302.xml"/><Relationship Id="rId88" Type="http://schemas.openxmlformats.org/officeDocument/2006/relationships/image" Target="../media/image323.png"/><Relationship Id="rId111" Type="http://schemas.openxmlformats.org/officeDocument/2006/relationships/customXml" Target="../ink/ink316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0.png"/><Relationship Id="rId21" Type="http://schemas.openxmlformats.org/officeDocument/2006/relationships/customXml" Target="../ink/ink328.xml"/><Relationship Id="rId42" Type="http://schemas.openxmlformats.org/officeDocument/2006/relationships/image" Target="../media/image358.png"/><Relationship Id="rId47" Type="http://schemas.openxmlformats.org/officeDocument/2006/relationships/customXml" Target="../ink/ink341.xml"/><Relationship Id="rId63" Type="http://schemas.openxmlformats.org/officeDocument/2006/relationships/customXml" Target="../ink/ink349.xml"/><Relationship Id="rId68" Type="http://schemas.openxmlformats.org/officeDocument/2006/relationships/image" Target="../media/image371.png"/><Relationship Id="rId84" Type="http://schemas.openxmlformats.org/officeDocument/2006/relationships/image" Target="../media/image379.png"/><Relationship Id="rId89" Type="http://schemas.openxmlformats.org/officeDocument/2006/relationships/customXml" Target="../ink/ink362.xml"/><Relationship Id="rId16" Type="http://schemas.openxmlformats.org/officeDocument/2006/relationships/image" Target="../media/image345.png"/><Relationship Id="rId11" Type="http://schemas.openxmlformats.org/officeDocument/2006/relationships/customXml" Target="../ink/ink323.xml"/><Relationship Id="rId32" Type="http://schemas.openxmlformats.org/officeDocument/2006/relationships/image" Target="../media/image353.png"/><Relationship Id="rId37" Type="http://schemas.openxmlformats.org/officeDocument/2006/relationships/customXml" Target="../ink/ink336.xml"/><Relationship Id="rId53" Type="http://schemas.openxmlformats.org/officeDocument/2006/relationships/customXml" Target="../ink/ink344.xml"/><Relationship Id="rId58" Type="http://schemas.openxmlformats.org/officeDocument/2006/relationships/image" Target="../media/image366.png"/><Relationship Id="rId74" Type="http://schemas.openxmlformats.org/officeDocument/2006/relationships/image" Target="../media/image374.png"/><Relationship Id="rId79" Type="http://schemas.openxmlformats.org/officeDocument/2006/relationships/customXml" Target="../ink/ink357.xml"/><Relationship Id="rId102" Type="http://schemas.openxmlformats.org/officeDocument/2006/relationships/image" Target="../media/image388.png"/><Relationship Id="rId5" Type="http://schemas.openxmlformats.org/officeDocument/2006/relationships/customXml" Target="../ink/ink320.xml"/><Relationship Id="rId90" Type="http://schemas.openxmlformats.org/officeDocument/2006/relationships/image" Target="../media/image382.png"/><Relationship Id="rId95" Type="http://schemas.openxmlformats.org/officeDocument/2006/relationships/customXml" Target="../ink/ink365.xml"/><Relationship Id="rId22" Type="http://schemas.openxmlformats.org/officeDocument/2006/relationships/image" Target="../media/image348.png"/><Relationship Id="rId27" Type="http://schemas.openxmlformats.org/officeDocument/2006/relationships/customXml" Target="../ink/ink331.xml"/><Relationship Id="rId43" Type="http://schemas.openxmlformats.org/officeDocument/2006/relationships/customXml" Target="../ink/ink339.xml"/><Relationship Id="rId48" Type="http://schemas.openxmlformats.org/officeDocument/2006/relationships/image" Target="../media/image361.png"/><Relationship Id="rId64" Type="http://schemas.openxmlformats.org/officeDocument/2006/relationships/image" Target="../media/image369.png"/><Relationship Id="rId69" Type="http://schemas.openxmlformats.org/officeDocument/2006/relationships/customXml" Target="../ink/ink352.xml"/><Relationship Id="rId80" Type="http://schemas.openxmlformats.org/officeDocument/2006/relationships/image" Target="../media/image377.png"/><Relationship Id="rId85" Type="http://schemas.openxmlformats.org/officeDocument/2006/relationships/customXml" Target="../ink/ink360.xml"/><Relationship Id="rId12" Type="http://schemas.openxmlformats.org/officeDocument/2006/relationships/image" Target="../media/image343.png"/><Relationship Id="rId17" Type="http://schemas.openxmlformats.org/officeDocument/2006/relationships/customXml" Target="../ink/ink326.xml"/><Relationship Id="rId33" Type="http://schemas.openxmlformats.org/officeDocument/2006/relationships/customXml" Target="../ink/ink334.xml"/><Relationship Id="rId38" Type="http://schemas.openxmlformats.org/officeDocument/2006/relationships/image" Target="../media/image356.png"/><Relationship Id="rId59" Type="http://schemas.openxmlformats.org/officeDocument/2006/relationships/customXml" Target="../ink/ink347.xml"/><Relationship Id="rId103" Type="http://schemas.openxmlformats.org/officeDocument/2006/relationships/customXml" Target="../ink/ink369.xml"/><Relationship Id="rId20" Type="http://schemas.openxmlformats.org/officeDocument/2006/relationships/image" Target="../media/image347.png"/><Relationship Id="rId41" Type="http://schemas.openxmlformats.org/officeDocument/2006/relationships/customXml" Target="../ink/ink338.xml"/><Relationship Id="rId54" Type="http://schemas.openxmlformats.org/officeDocument/2006/relationships/image" Target="../media/image364.png"/><Relationship Id="rId62" Type="http://schemas.openxmlformats.org/officeDocument/2006/relationships/image" Target="../media/image368.png"/><Relationship Id="rId70" Type="http://schemas.openxmlformats.org/officeDocument/2006/relationships/image" Target="../media/image372.png"/><Relationship Id="rId75" Type="http://schemas.openxmlformats.org/officeDocument/2006/relationships/customXml" Target="../ink/ink355.xml"/><Relationship Id="rId83" Type="http://schemas.openxmlformats.org/officeDocument/2006/relationships/customXml" Target="../ink/ink359.xml"/><Relationship Id="rId88" Type="http://schemas.openxmlformats.org/officeDocument/2006/relationships/image" Target="../media/image381.png"/><Relationship Id="rId91" Type="http://schemas.openxmlformats.org/officeDocument/2006/relationships/customXml" Target="../ink/ink363.xml"/><Relationship Id="rId96" Type="http://schemas.openxmlformats.org/officeDocument/2006/relationships/image" Target="../media/image3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0.png"/><Relationship Id="rId15" Type="http://schemas.openxmlformats.org/officeDocument/2006/relationships/customXml" Target="../ink/ink325.xml"/><Relationship Id="rId23" Type="http://schemas.openxmlformats.org/officeDocument/2006/relationships/customXml" Target="../ink/ink329.xml"/><Relationship Id="rId28" Type="http://schemas.openxmlformats.org/officeDocument/2006/relationships/image" Target="../media/image351.png"/><Relationship Id="rId36" Type="http://schemas.openxmlformats.org/officeDocument/2006/relationships/image" Target="../media/image355.png"/><Relationship Id="rId49" Type="http://schemas.openxmlformats.org/officeDocument/2006/relationships/customXml" Target="../ink/ink342.xml"/><Relationship Id="rId57" Type="http://schemas.openxmlformats.org/officeDocument/2006/relationships/customXml" Target="../ink/ink346.xml"/><Relationship Id="rId106" Type="http://schemas.openxmlformats.org/officeDocument/2006/relationships/image" Target="../media/image390.png"/><Relationship Id="rId10" Type="http://schemas.openxmlformats.org/officeDocument/2006/relationships/image" Target="../media/image342.png"/><Relationship Id="rId31" Type="http://schemas.openxmlformats.org/officeDocument/2006/relationships/customXml" Target="../ink/ink333.xml"/><Relationship Id="rId44" Type="http://schemas.openxmlformats.org/officeDocument/2006/relationships/image" Target="../media/image359.png"/><Relationship Id="rId52" Type="http://schemas.openxmlformats.org/officeDocument/2006/relationships/image" Target="../media/image363.png"/><Relationship Id="rId60" Type="http://schemas.openxmlformats.org/officeDocument/2006/relationships/image" Target="../media/image367.png"/><Relationship Id="rId65" Type="http://schemas.openxmlformats.org/officeDocument/2006/relationships/customXml" Target="../ink/ink350.xml"/><Relationship Id="rId73" Type="http://schemas.openxmlformats.org/officeDocument/2006/relationships/customXml" Target="../ink/ink354.xml"/><Relationship Id="rId78" Type="http://schemas.openxmlformats.org/officeDocument/2006/relationships/image" Target="../media/image376.png"/><Relationship Id="rId81" Type="http://schemas.openxmlformats.org/officeDocument/2006/relationships/customXml" Target="../ink/ink358.xml"/><Relationship Id="rId86" Type="http://schemas.openxmlformats.org/officeDocument/2006/relationships/image" Target="../media/image380.png"/><Relationship Id="rId94" Type="http://schemas.openxmlformats.org/officeDocument/2006/relationships/image" Target="../media/image384.png"/><Relationship Id="rId99" Type="http://schemas.openxmlformats.org/officeDocument/2006/relationships/customXml" Target="../ink/ink367.xml"/><Relationship Id="rId101" Type="http://schemas.openxmlformats.org/officeDocument/2006/relationships/customXml" Target="../ink/ink368.xml"/><Relationship Id="rId4" Type="http://schemas.openxmlformats.org/officeDocument/2006/relationships/image" Target="../media/image339.png"/><Relationship Id="rId9" Type="http://schemas.openxmlformats.org/officeDocument/2006/relationships/customXml" Target="../ink/ink322.xml"/><Relationship Id="rId13" Type="http://schemas.openxmlformats.org/officeDocument/2006/relationships/customXml" Target="../ink/ink324.xml"/><Relationship Id="rId18" Type="http://schemas.openxmlformats.org/officeDocument/2006/relationships/image" Target="../media/image346.png"/><Relationship Id="rId39" Type="http://schemas.openxmlformats.org/officeDocument/2006/relationships/customXml" Target="../ink/ink337.xml"/><Relationship Id="rId34" Type="http://schemas.openxmlformats.org/officeDocument/2006/relationships/image" Target="../media/image354.png"/><Relationship Id="rId50" Type="http://schemas.openxmlformats.org/officeDocument/2006/relationships/image" Target="../media/image362.png"/><Relationship Id="rId55" Type="http://schemas.openxmlformats.org/officeDocument/2006/relationships/customXml" Target="../ink/ink345.xml"/><Relationship Id="rId76" Type="http://schemas.openxmlformats.org/officeDocument/2006/relationships/image" Target="../media/image375.png"/><Relationship Id="rId97" Type="http://schemas.openxmlformats.org/officeDocument/2006/relationships/customXml" Target="../ink/ink366.xml"/><Relationship Id="rId104" Type="http://schemas.openxmlformats.org/officeDocument/2006/relationships/image" Target="../media/image389.png"/><Relationship Id="rId7" Type="http://schemas.openxmlformats.org/officeDocument/2006/relationships/customXml" Target="../ink/ink321.xml"/><Relationship Id="rId71" Type="http://schemas.openxmlformats.org/officeDocument/2006/relationships/customXml" Target="../ink/ink353.xml"/><Relationship Id="rId92" Type="http://schemas.openxmlformats.org/officeDocument/2006/relationships/image" Target="../media/image383.png"/><Relationship Id="rId2" Type="http://schemas.openxmlformats.org/officeDocument/2006/relationships/image" Target="../media/image338.png"/><Relationship Id="rId29" Type="http://schemas.openxmlformats.org/officeDocument/2006/relationships/customXml" Target="../ink/ink332.xml"/><Relationship Id="rId24" Type="http://schemas.openxmlformats.org/officeDocument/2006/relationships/image" Target="../media/image349.png"/><Relationship Id="rId40" Type="http://schemas.openxmlformats.org/officeDocument/2006/relationships/image" Target="../media/image357.png"/><Relationship Id="rId45" Type="http://schemas.openxmlformats.org/officeDocument/2006/relationships/customXml" Target="../ink/ink340.xml"/><Relationship Id="rId66" Type="http://schemas.openxmlformats.org/officeDocument/2006/relationships/image" Target="../media/image370.png"/><Relationship Id="rId87" Type="http://schemas.openxmlformats.org/officeDocument/2006/relationships/customXml" Target="../ink/ink361.xml"/><Relationship Id="rId61" Type="http://schemas.openxmlformats.org/officeDocument/2006/relationships/customXml" Target="../ink/ink348.xml"/><Relationship Id="rId82" Type="http://schemas.openxmlformats.org/officeDocument/2006/relationships/image" Target="../media/image378.png"/><Relationship Id="rId19" Type="http://schemas.openxmlformats.org/officeDocument/2006/relationships/customXml" Target="../ink/ink327.xml"/><Relationship Id="rId14" Type="http://schemas.openxmlformats.org/officeDocument/2006/relationships/image" Target="../media/image344.png"/><Relationship Id="rId30" Type="http://schemas.openxmlformats.org/officeDocument/2006/relationships/image" Target="../media/image352.png"/><Relationship Id="rId35" Type="http://schemas.openxmlformats.org/officeDocument/2006/relationships/customXml" Target="../ink/ink335.xml"/><Relationship Id="rId56" Type="http://schemas.openxmlformats.org/officeDocument/2006/relationships/image" Target="../media/image365.png"/><Relationship Id="rId77" Type="http://schemas.openxmlformats.org/officeDocument/2006/relationships/customXml" Target="../ink/ink356.xml"/><Relationship Id="rId100" Type="http://schemas.openxmlformats.org/officeDocument/2006/relationships/image" Target="../media/image387.png"/><Relationship Id="rId105" Type="http://schemas.openxmlformats.org/officeDocument/2006/relationships/customXml" Target="../ink/ink370.xml"/><Relationship Id="rId8" Type="http://schemas.openxmlformats.org/officeDocument/2006/relationships/image" Target="../media/image341.png"/><Relationship Id="rId51" Type="http://schemas.openxmlformats.org/officeDocument/2006/relationships/customXml" Target="../ink/ink343.xml"/><Relationship Id="rId72" Type="http://schemas.openxmlformats.org/officeDocument/2006/relationships/image" Target="../media/image373.png"/><Relationship Id="rId93" Type="http://schemas.openxmlformats.org/officeDocument/2006/relationships/customXml" Target="../ink/ink364.xml"/><Relationship Id="rId98" Type="http://schemas.openxmlformats.org/officeDocument/2006/relationships/image" Target="../media/image386.png"/><Relationship Id="rId3" Type="http://schemas.openxmlformats.org/officeDocument/2006/relationships/customXml" Target="../ink/ink319.xml"/><Relationship Id="rId25" Type="http://schemas.openxmlformats.org/officeDocument/2006/relationships/customXml" Target="../ink/ink330.xml"/><Relationship Id="rId46" Type="http://schemas.openxmlformats.org/officeDocument/2006/relationships/image" Target="../media/image360.png"/><Relationship Id="rId67" Type="http://schemas.openxmlformats.org/officeDocument/2006/relationships/customXml" Target="../ink/ink351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28.xml"/><Relationship Id="rId21" Type="http://schemas.openxmlformats.org/officeDocument/2006/relationships/customXml" Target="../ink/ink380.xml"/><Relationship Id="rId42" Type="http://schemas.openxmlformats.org/officeDocument/2006/relationships/image" Target="../media/image410.png"/><Relationship Id="rId63" Type="http://schemas.openxmlformats.org/officeDocument/2006/relationships/customXml" Target="../ink/ink401.xml"/><Relationship Id="rId84" Type="http://schemas.openxmlformats.org/officeDocument/2006/relationships/image" Target="../media/image431.png"/><Relationship Id="rId138" Type="http://schemas.openxmlformats.org/officeDocument/2006/relationships/image" Target="../media/image458.png"/><Relationship Id="rId159" Type="http://schemas.openxmlformats.org/officeDocument/2006/relationships/image" Target="../media/image469.png"/><Relationship Id="rId170" Type="http://schemas.openxmlformats.org/officeDocument/2006/relationships/customXml" Target="../ink/ink454.xml"/><Relationship Id="rId191" Type="http://schemas.openxmlformats.org/officeDocument/2006/relationships/image" Target="../media/image484.png"/><Relationship Id="rId205" Type="http://schemas.openxmlformats.org/officeDocument/2006/relationships/image" Target="../media/image491.png"/><Relationship Id="rId226" Type="http://schemas.openxmlformats.org/officeDocument/2006/relationships/customXml" Target="../ink/ink482.xml"/><Relationship Id="rId107" Type="http://schemas.openxmlformats.org/officeDocument/2006/relationships/customXml" Target="../ink/ink423.xml"/><Relationship Id="rId11" Type="http://schemas.openxmlformats.org/officeDocument/2006/relationships/customXml" Target="../ink/ink375.xml"/><Relationship Id="rId32" Type="http://schemas.openxmlformats.org/officeDocument/2006/relationships/image" Target="../media/image405.png"/><Relationship Id="rId53" Type="http://schemas.openxmlformats.org/officeDocument/2006/relationships/customXml" Target="../ink/ink396.xml"/><Relationship Id="rId74" Type="http://schemas.openxmlformats.org/officeDocument/2006/relationships/image" Target="../media/image426.png"/><Relationship Id="rId128" Type="http://schemas.openxmlformats.org/officeDocument/2006/relationships/image" Target="../media/image453.png"/><Relationship Id="rId149" Type="http://schemas.openxmlformats.org/officeDocument/2006/relationships/image" Target="../media/image464.png"/><Relationship Id="rId5" Type="http://schemas.openxmlformats.org/officeDocument/2006/relationships/customXml" Target="../ink/ink372.xml"/><Relationship Id="rId95" Type="http://schemas.openxmlformats.org/officeDocument/2006/relationships/customXml" Target="../ink/ink417.xml"/><Relationship Id="rId160" Type="http://schemas.openxmlformats.org/officeDocument/2006/relationships/customXml" Target="../ink/ink449.xml"/><Relationship Id="rId181" Type="http://schemas.openxmlformats.org/officeDocument/2006/relationships/image" Target="../media/image479.png"/><Relationship Id="rId216" Type="http://schemas.openxmlformats.org/officeDocument/2006/relationships/customXml" Target="../ink/ink477.xml"/><Relationship Id="rId22" Type="http://schemas.openxmlformats.org/officeDocument/2006/relationships/image" Target="../media/image400.png"/><Relationship Id="rId43" Type="http://schemas.openxmlformats.org/officeDocument/2006/relationships/customXml" Target="../ink/ink391.xml"/><Relationship Id="rId64" Type="http://schemas.openxmlformats.org/officeDocument/2006/relationships/image" Target="../media/image421.png"/><Relationship Id="rId118" Type="http://schemas.openxmlformats.org/officeDocument/2006/relationships/image" Target="../media/image448.png"/><Relationship Id="rId139" Type="http://schemas.openxmlformats.org/officeDocument/2006/relationships/customXml" Target="../ink/ink439.xml"/><Relationship Id="rId85" Type="http://schemas.openxmlformats.org/officeDocument/2006/relationships/customXml" Target="../ink/ink412.xml"/><Relationship Id="rId150" Type="http://schemas.openxmlformats.org/officeDocument/2006/relationships/customXml" Target="../ink/ink444.xml"/><Relationship Id="rId171" Type="http://schemas.openxmlformats.org/officeDocument/2006/relationships/image" Target="../media/image474.png"/><Relationship Id="rId192" Type="http://schemas.openxmlformats.org/officeDocument/2006/relationships/customXml" Target="../ink/ink465.xml"/><Relationship Id="rId206" Type="http://schemas.openxmlformats.org/officeDocument/2006/relationships/customXml" Target="../ink/ink472.xml"/><Relationship Id="rId227" Type="http://schemas.openxmlformats.org/officeDocument/2006/relationships/image" Target="../media/image502.png"/><Relationship Id="rId12" Type="http://schemas.openxmlformats.org/officeDocument/2006/relationships/image" Target="../media/image395.png"/><Relationship Id="rId33" Type="http://schemas.openxmlformats.org/officeDocument/2006/relationships/customXml" Target="../ink/ink386.xml"/><Relationship Id="rId108" Type="http://schemas.openxmlformats.org/officeDocument/2006/relationships/image" Target="../media/image443.png"/><Relationship Id="rId129" Type="http://schemas.openxmlformats.org/officeDocument/2006/relationships/customXml" Target="../ink/ink434.xml"/><Relationship Id="rId54" Type="http://schemas.openxmlformats.org/officeDocument/2006/relationships/image" Target="../media/image416.png"/><Relationship Id="rId75" Type="http://schemas.openxmlformats.org/officeDocument/2006/relationships/customXml" Target="../ink/ink407.xml"/><Relationship Id="rId96" Type="http://schemas.openxmlformats.org/officeDocument/2006/relationships/image" Target="../media/image437.png"/><Relationship Id="rId140" Type="http://schemas.openxmlformats.org/officeDocument/2006/relationships/image" Target="../media/image459.png"/><Relationship Id="rId161" Type="http://schemas.openxmlformats.org/officeDocument/2006/relationships/image" Target="../media/image470.png"/><Relationship Id="rId182" Type="http://schemas.openxmlformats.org/officeDocument/2006/relationships/customXml" Target="../ink/ink460.xml"/><Relationship Id="rId217" Type="http://schemas.openxmlformats.org/officeDocument/2006/relationships/image" Target="../media/image497.png"/><Relationship Id="rId6" Type="http://schemas.openxmlformats.org/officeDocument/2006/relationships/image" Target="../media/image392.png"/><Relationship Id="rId23" Type="http://schemas.openxmlformats.org/officeDocument/2006/relationships/customXml" Target="../ink/ink381.xml"/><Relationship Id="rId119" Type="http://schemas.openxmlformats.org/officeDocument/2006/relationships/customXml" Target="../ink/ink429.xml"/><Relationship Id="rId44" Type="http://schemas.openxmlformats.org/officeDocument/2006/relationships/image" Target="../media/image411.png"/><Relationship Id="rId65" Type="http://schemas.openxmlformats.org/officeDocument/2006/relationships/customXml" Target="../ink/ink402.xml"/><Relationship Id="rId86" Type="http://schemas.openxmlformats.org/officeDocument/2006/relationships/image" Target="../media/image432.png"/><Relationship Id="rId130" Type="http://schemas.openxmlformats.org/officeDocument/2006/relationships/image" Target="../media/image454.png"/><Relationship Id="rId151" Type="http://schemas.openxmlformats.org/officeDocument/2006/relationships/image" Target="../media/image465.png"/><Relationship Id="rId172" Type="http://schemas.openxmlformats.org/officeDocument/2006/relationships/customXml" Target="../ink/ink455.xml"/><Relationship Id="rId193" Type="http://schemas.openxmlformats.org/officeDocument/2006/relationships/image" Target="../media/image485.png"/><Relationship Id="rId207" Type="http://schemas.openxmlformats.org/officeDocument/2006/relationships/image" Target="../media/image492.png"/><Relationship Id="rId228" Type="http://schemas.openxmlformats.org/officeDocument/2006/relationships/customXml" Target="../ink/ink483.xml"/><Relationship Id="rId13" Type="http://schemas.openxmlformats.org/officeDocument/2006/relationships/customXml" Target="../ink/ink376.xml"/><Relationship Id="rId109" Type="http://schemas.openxmlformats.org/officeDocument/2006/relationships/customXml" Target="../ink/ink424.xml"/><Relationship Id="rId34" Type="http://schemas.openxmlformats.org/officeDocument/2006/relationships/image" Target="../media/image406.png"/><Relationship Id="rId55" Type="http://schemas.openxmlformats.org/officeDocument/2006/relationships/customXml" Target="../ink/ink397.xml"/><Relationship Id="rId76" Type="http://schemas.openxmlformats.org/officeDocument/2006/relationships/image" Target="../media/image427.png"/><Relationship Id="rId97" Type="http://schemas.openxmlformats.org/officeDocument/2006/relationships/customXml" Target="../ink/ink418.xml"/><Relationship Id="rId120" Type="http://schemas.openxmlformats.org/officeDocument/2006/relationships/image" Target="../media/image449.png"/><Relationship Id="rId141" Type="http://schemas.openxmlformats.org/officeDocument/2006/relationships/customXml" Target="../ink/ink440.xml"/><Relationship Id="rId7" Type="http://schemas.openxmlformats.org/officeDocument/2006/relationships/customXml" Target="../ink/ink373.xml"/><Relationship Id="rId162" Type="http://schemas.openxmlformats.org/officeDocument/2006/relationships/customXml" Target="../ink/ink450.xml"/><Relationship Id="rId183" Type="http://schemas.openxmlformats.org/officeDocument/2006/relationships/image" Target="../media/image480.png"/><Relationship Id="rId218" Type="http://schemas.openxmlformats.org/officeDocument/2006/relationships/customXml" Target="../ink/ink478.xml"/><Relationship Id="rId24" Type="http://schemas.openxmlformats.org/officeDocument/2006/relationships/image" Target="../media/image401.png"/><Relationship Id="rId45" Type="http://schemas.openxmlformats.org/officeDocument/2006/relationships/customXml" Target="../ink/ink392.xml"/><Relationship Id="rId66" Type="http://schemas.openxmlformats.org/officeDocument/2006/relationships/image" Target="../media/image422.png"/><Relationship Id="rId87" Type="http://schemas.openxmlformats.org/officeDocument/2006/relationships/customXml" Target="../ink/ink413.xml"/><Relationship Id="rId110" Type="http://schemas.openxmlformats.org/officeDocument/2006/relationships/image" Target="../media/image444.png"/><Relationship Id="rId131" Type="http://schemas.openxmlformats.org/officeDocument/2006/relationships/customXml" Target="../ink/ink435.xml"/><Relationship Id="rId152" Type="http://schemas.openxmlformats.org/officeDocument/2006/relationships/customXml" Target="../ink/ink445.xml"/><Relationship Id="rId173" Type="http://schemas.openxmlformats.org/officeDocument/2006/relationships/image" Target="../media/image475.png"/><Relationship Id="rId194" Type="http://schemas.openxmlformats.org/officeDocument/2006/relationships/customXml" Target="../ink/ink466.xml"/><Relationship Id="rId208" Type="http://schemas.openxmlformats.org/officeDocument/2006/relationships/customXml" Target="../ink/ink473.xml"/><Relationship Id="rId229" Type="http://schemas.openxmlformats.org/officeDocument/2006/relationships/image" Target="../media/image503.png"/><Relationship Id="rId14" Type="http://schemas.openxmlformats.org/officeDocument/2006/relationships/image" Target="../media/image396.png"/><Relationship Id="rId35" Type="http://schemas.openxmlformats.org/officeDocument/2006/relationships/customXml" Target="../ink/ink387.xml"/><Relationship Id="rId56" Type="http://schemas.openxmlformats.org/officeDocument/2006/relationships/image" Target="../media/image417.png"/><Relationship Id="rId77" Type="http://schemas.openxmlformats.org/officeDocument/2006/relationships/customXml" Target="../ink/ink408.xml"/><Relationship Id="rId100" Type="http://schemas.openxmlformats.org/officeDocument/2006/relationships/image" Target="../media/image439.png"/><Relationship Id="rId8" Type="http://schemas.openxmlformats.org/officeDocument/2006/relationships/image" Target="../media/image393.png"/><Relationship Id="rId98" Type="http://schemas.openxmlformats.org/officeDocument/2006/relationships/image" Target="../media/image438.png"/><Relationship Id="rId121" Type="http://schemas.openxmlformats.org/officeDocument/2006/relationships/customXml" Target="../ink/ink430.xml"/><Relationship Id="rId142" Type="http://schemas.openxmlformats.org/officeDocument/2006/relationships/image" Target="../media/image460.png"/><Relationship Id="rId163" Type="http://schemas.openxmlformats.org/officeDocument/2006/relationships/image" Target="../media/image471.png"/><Relationship Id="rId184" Type="http://schemas.openxmlformats.org/officeDocument/2006/relationships/customXml" Target="../ink/ink461.xml"/><Relationship Id="rId219" Type="http://schemas.openxmlformats.org/officeDocument/2006/relationships/image" Target="../media/image498.png"/><Relationship Id="rId230" Type="http://schemas.openxmlformats.org/officeDocument/2006/relationships/customXml" Target="../ink/ink484.xml"/><Relationship Id="rId25" Type="http://schemas.openxmlformats.org/officeDocument/2006/relationships/customXml" Target="../ink/ink382.xml"/><Relationship Id="rId46" Type="http://schemas.openxmlformats.org/officeDocument/2006/relationships/image" Target="../media/image412.png"/><Relationship Id="rId67" Type="http://schemas.openxmlformats.org/officeDocument/2006/relationships/customXml" Target="../ink/ink403.xml"/><Relationship Id="rId116" Type="http://schemas.openxmlformats.org/officeDocument/2006/relationships/image" Target="../media/image447.png"/><Relationship Id="rId137" Type="http://schemas.openxmlformats.org/officeDocument/2006/relationships/customXml" Target="../ink/ink438.xml"/><Relationship Id="rId158" Type="http://schemas.openxmlformats.org/officeDocument/2006/relationships/customXml" Target="../ink/ink448.xml"/><Relationship Id="rId20" Type="http://schemas.openxmlformats.org/officeDocument/2006/relationships/image" Target="../media/image399.png"/><Relationship Id="rId41" Type="http://schemas.openxmlformats.org/officeDocument/2006/relationships/customXml" Target="../ink/ink390.xml"/><Relationship Id="rId62" Type="http://schemas.openxmlformats.org/officeDocument/2006/relationships/image" Target="../media/image420.png"/><Relationship Id="rId83" Type="http://schemas.openxmlformats.org/officeDocument/2006/relationships/customXml" Target="../ink/ink411.xml"/><Relationship Id="rId88" Type="http://schemas.openxmlformats.org/officeDocument/2006/relationships/image" Target="../media/image433.png"/><Relationship Id="rId111" Type="http://schemas.openxmlformats.org/officeDocument/2006/relationships/customXml" Target="../ink/ink425.xml"/><Relationship Id="rId132" Type="http://schemas.openxmlformats.org/officeDocument/2006/relationships/image" Target="../media/image455.png"/><Relationship Id="rId153" Type="http://schemas.openxmlformats.org/officeDocument/2006/relationships/image" Target="../media/image466.png"/><Relationship Id="rId174" Type="http://schemas.openxmlformats.org/officeDocument/2006/relationships/customXml" Target="../ink/ink456.xml"/><Relationship Id="rId179" Type="http://schemas.openxmlformats.org/officeDocument/2006/relationships/image" Target="../media/image478.png"/><Relationship Id="rId195" Type="http://schemas.openxmlformats.org/officeDocument/2006/relationships/image" Target="../media/image486.png"/><Relationship Id="rId209" Type="http://schemas.openxmlformats.org/officeDocument/2006/relationships/image" Target="../media/image493.png"/><Relationship Id="rId190" Type="http://schemas.openxmlformats.org/officeDocument/2006/relationships/customXml" Target="../ink/ink464.xml"/><Relationship Id="rId204" Type="http://schemas.openxmlformats.org/officeDocument/2006/relationships/customXml" Target="../ink/ink471.xml"/><Relationship Id="rId220" Type="http://schemas.openxmlformats.org/officeDocument/2006/relationships/customXml" Target="../ink/ink479.xml"/><Relationship Id="rId225" Type="http://schemas.openxmlformats.org/officeDocument/2006/relationships/image" Target="../media/image501.png"/><Relationship Id="rId15" Type="http://schemas.openxmlformats.org/officeDocument/2006/relationships/customXml" Target="../ink/ink377.xml"/><Relationship Id="rId36" Type="http://schemas.openxmlformats.org/officeDocument/2006/relationships/image" Target="../media/image407.png"/><Relationship Id="rId57" Type="http://schemas.openxmlformats.org/officeDocument/2006/relationships/customXml" Target="../ink/ink398.xml"/><Relationship Id="rId106" Type="http://schemas.openxmlformats.org/officeDocument/2006/relationships/image" Target="../media/image442.png"/><Relationship Id="rId127" Type="http://schemas.openxmlformats.org/officeDocument/2006/relationships/customXml" Target="../ink/ink433.xml"/><Relationship Id="rId10" Type="http://schemas.openxmlformats.org/officeDocument/2006/relationships/image" Target="../media/image394.png"/><Relationship Id="rId31" Type="http://schemas.openxmlformats.org/officeDocument/2006/relationships/customXml" Target="../ink/ink385.xml"/><Relationship Id="rId52" Type="http://schemas.openxmlformats.org/officeDocument/2006/relationships/image" Target="../media/image415.png"/><Relationship Id="rId73" Type="http://schemas.openxmlformats.org/officeDocument/2006/relationships/customXml" Target="../ink/ink406.xml"/><Relationship Id="rId78" Type="http://schemas.openxmlformats.org/officeDocument/2006/relationships/image" Target="../media/image428.png"/><Relationship Id="rId94" Type="http://schemas.openxmlformats.org/officeDocument/2006/relationships/image" Target="../media/image436.png"/><Relationship Id="rId99" Type="http://schemas.openxmlformats.org/officeDocument/2006/relationships/customXml" Target="../ink/ink419.xml"/><Relationship Id="rId101" Type="http://schemas.openxmlformats.org/officeDocument/2006/relationships/customXml" Target="../ink/ink420.xml"/><Relationship Id="rId122" Type="http://schemas.openxmlformats.org/officeDocument/2006/relationships/image" Target="../media/image450.png"/><Relationship Id="rId143" Type="http://schemas.openxmlformats.org/officeDocument/2006/relationships/customXml" Target="../ink/ink441.xml"/><Relationship Id="rId148" Type="http://schemas.openxmlformats.org/officeDocument/2006/relationships/customXml" Target="../ink/ink443.xml"/><Relationship Id="rId164" Type="http://schemas.openxmlformats.org/officeDocument/2006/relationships/customXml" Target="../ink/ink451.xml"/><Relationship Id="rId169" Type="http://schemas.openxmlformats.org/officeDocument/2006/relationships/image" Target="../media/image473.png"/><Relationship Id="rId185" Type="http://schemas.openxmlformats.org/officeDocument/2006/relationships/image" Target="../media/image481.png"/><Relationship Id="rId4" Type="http://schemas.openxmlformats.org/officeDocument/2006/relationships/image" Target="../media/image391.png"/><Relationship Id="rId9" Type="http://schemas.openxmlformats.org/officeDocument/2006/relationships/customXml" Target="../ink/ink374.xml"/><Relationship Id="rId180" Type="http://schemas.openxmlformats.org/officeDocument/2006/relationships/customXml" Target="../ink/ink459.xml"/><Relationship Id="rId210" Type="http://schemas.openxmlformats.org/officeDocument/2006/relationships/customXml" Target="../ink/ink474.xml"/><Relationship Id="rId215" Type="http://schemas.openxmlformats.org/officeDocument/2006/relationships/image" Target="../media/image496.png"/><Relationship Id="rId26" Type="http://schemas.openxmlformats.org/officeDocument/2006/relationships/image" Target="../media/image402.png"/><Relationship Id="rId231" Type="http://schemas.openxmlformats.org/officeDocument/2006/relationships/image" Target="../media/image504.png"/><Relationship Id="rId47" Type="http://schemas.openxmlformats.org/officeDocument/2006/relationships/customXml" Target="../ink/ink393.xml"/><Relationship Id="rId68" Type="http://schemas.openxmlformats.org/officeDocument/2006/relationships/image" Target="../media/image423.png"/><Relationship Id="rId89" Type="http://schemas.openxmlformats.org/officeDocument/2006/relationships/customXml" Target="../ink/ink414.xml"/><Relationship Id="rId112" Type="http://schemas.openxmlformats.org/officeDocument/2006/relationships/image" Target="../media/image445.png"/><Relationship Id="rId133" Type="http://schemas.openxmlformats.org/officeDocument/2006/relationships/customXml" Target="../ink/ink436.xml"/><Relationship Id="rId154" Type="http://schemas.openxmlformats.org/officeDocument/2006/relationships/customXml" Target="../ink/ink446.xml"/><Relationship Id="rId175" Type="http://schemas.openxmlformats.org/officeDocument/2006/relationships/image" Target="../media/image476.png"/><Relationship Id="rId196" Type="http://schemas.openxmlformats.org/officeDocument/2006/relationships/customXml" Target="../ink/ink467.xml"/><Relationship Id="rId200" Type="http://schemas.openxmlformats.org/officeDocument/2006/relationships/customXml" Target="../ink/ink469.xml"/><Relationship Id="rId16" Type="http://schemas.openxmlformats.org/officeDocument/2006/relationships/image" Target="../media/image397.png"/><Relationship Id="rId221" Type="http://schemas.openxmlformats.org/officeDocument/2006/relationships/image" Target="../media/image499.png"/><Relationship Id="rId37" Type="http://schemas.openxmlformats.org/officeDocument/2006/relationships/customXml" Target="../ink/ink388.xml"/><Relationship Id="rId58" Type="http://schemas.openxmlformats.org/officeDocument/2006/relationships/image" Target="../media/image418.png"/><Relationship Id="rId79" Type="http://schemas.openxmlformats.org/officeDocument/2006/relationships/customXml" Target="../ink/ink409.xml"/><Relationship Id="rId102" Type="http://schemas.openxmlformats.org/officeDocument/2006/relationships/image" Target="../media/image440.png"/><Relationship Id="rId123" Type="http://schemas.openxmlformats.org/officeDocument/2006/relationships/customXml" Target="../ink/ink431.xml"/><Relationship Id="rId144" Type="http://schemas.openxmlformats.org/officeDocument/2006/relationships/image" Target="../media/image461.png"/><Relationship Id="rId90" Type="http://schemas.openxmlformats.org/officeDocument/2006/relationships/image" Target="../media/image434.png"/><Relationship Id="rId165" Type="http://schemas.openxmlformats.org/officeDocument/2006/relationships/image" Target="../media/image472.png"/><Relationship Id="rId186" Type="http://schemas.openxmlformats.org/officeDocument/2006/relationships/customXml" Target="../ink/ink462.xml"/><Relationship Id="rId211" Type="http://schemas.openxmlformats.org/officeDocument/2006/relationships/image" Target="../media/image494.png"/><Relationship Id="rId27" Type="http://schemas.openxmlformats.org/officeDocument/2006/relationships/customXml" Target="../ink/ink383.xml"/><Relationship Id="rId48" Type="http://schemas.openxmlformats.org/officeDocument/2006/relationships/image" Target="../media/image413.png"/><Relationship Id="rId69" Type="http://schemas.openxmlformats.org/officeDocument/2006/relationships/customXml" Target="../ink/ink404.xml"/><Relationship Id="rId113" Type="http://schemas.openxmlformats.org/officeDocument/2006/relationships/customXml" Target="../ink/ink426.xml"/><Relationship Id="rId134" Type="http://schemas.openxmlformats.org/officeDocument/2006/relationships/image" Target="../media/image456.png"/><Relationship Id="rId80" Type="http://schemas.openxmlformats.org/officeDocument/2006/relationships/image" Target="../media/image429.png"/><Relationship Id="rId155" Type="http://schemas.openxmlformats.org/officeDocument/2006/relationships/image" Target="../media/image467.png"/><Relationship Id="rId176" Type="http://schemas.openxmlformats.org/officeDocument/2006/relationships/customXml" Target="../ink/ink457.xml"/><Relationship Id="rId197" Type="http://schemas.openxmlformats.org/officeDocument/2006/relationships/image" Target="../media/image487.png"/><Relationship Id="rId201" Type="http://schemas.openxmlformats.org/officeDocument/2006/relationships/image" Target="../media/image489.png"/><Relationship Id="rId222" Type="http://schemas.openxmlformats.org/officeDocument/2006/relationships/customXml" Target="../ink/ink480.xml"/><Relationship Id="rId17" Type="http://schemas.openxmlformats.org/officeDocument/2006/relationships/customXml" Target="../ink/ink378.xml"/><Relationship Id="rId38" Type="http://schemas.openxmlformats.org/officeDocument/2006/relationships/image" Target="../media/image408.png"/><Relationship Id="rId59" Type="http://schemas.openxmlformats.org/officeDocument/2006/relationships/customXml" Target="../ink/ink399.xml"/><Relationship Id="rId103" Type="http://schemas.openxmlformats.org/officeDocument/2006/relationships/customXml" Target="../ink/ink421.xml"/><Relationship Id="rId124" Type="http://schemas.openxmlformats.org/officeDocument/2006/relationships/image" Target="../media/image451.png"/><Relationship Id="rId70" Type="http://schemas.openxmlformats.org/officeDocument/2006/relationships/image" Target="../media/image424.png"/><Relationship Id="rId91" Type="http://schemas.openxmlformats.org/officeDocument/2006/relationships/customXml" Target="../ink/ink415.xml"/><Relationship Id="rId145" Type="http://schemas.openxmlformats.org/officeDocument/2006/relationships/customXml" Target="../ink/ink442.xml"/><Relationship Id="rId166" Type="http://schemas.openxmlformats.org/officeDocument/2006/relationships/customXml" Target="../ink/ink452.xml"/><Relationship Id="rId187" Type="http://schemas.openxmlformats.org/officeDocument/2006/relationships/image" Target="../media/image48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75.xml"/><Relationship Id="rId28" Type="http://schemas.openxmlformats.org/officeDocument/2006/relationships/image" Target="../media/image403.png"/><Relationship Id="rId49" Type="http://schemas.openxmlformats.org/officeDocument/2006/relationships/customXml" Target="../ink/ink394.xml"/><Relationship Id="rId114" Type="http://schemas.openxmlformats.org/officeDocument/2006/relationships/image" Target="../media/image446.png"/><Relationship Id="rId60" Type="http://schemas.openxmlformats.org/officeDocument/2006/relationships/image" Target="../media/image419.png"/><Relationship Id="rId81" Type="http://schemas.openxmlformats.org/officeDocument/2006/relationships/customXml" Target="../ink/ink410.xml"/><Relationship Id="rId135" Type="http://schemas.openxmlformats.org/officeDocument/2006/relationships/customXml" Target="../ink/ink437.xml"/><Relationship Id="rId156" Type="http://schemas.openxmlformats.org/officeDocument/2006/relationships/customXml" Target="../ink/ink447.xml"/><Relationship Id="rId177" Type="http://schemas.openxmlformats.org/officeDocument/2006/relationships/image" Target="../media/image477.png"/><Relationship Id="rId198" Type="http://schemas.openxmlformats.org/officeDocument/2006/relationships/customXml" Target="../ink/ink468.xml"/><Relationship Id="rId202" Type="http://schemas.openxmlformats.org/officeDocument/2006/relationships/customXml" Target="../ink/ink470.xml"/><Relationship Id="rId223" Type="http://schemas.openxmlformats.org/officeDocument/2006/relationships/image" Target="../media/image500.png"/><Relationship Id="rId18" Type="http://schemas.openxmlformats.org/officeDocument/2006/relationships/image" Target="../media/image398.png"/><Relationship Id="rId39" Type="http://schemas.openxmlformats.org/officeDocument/2006/relationships/customXml" Target="../ink/ink389.xml"/><Relationship Id="rId50" Type="http://schemas.openxmlformats.org/officeDocument/2006/relationships/image" Target="../media/image414.png"/><Relationship Id="rId104" Type="http://schemas.openxmlformats.org/officeDocument/2006/relationships/image" Target="../media/image441.png"/><Relationship Id="rId125" Type="http://schemas.openxmlformats.org/officeDocument/2006/relationships/customXml" Target="../ink/ink432.xml"/><Relationship Id="rId146" Type="http://schemas.openxmlformats.org/officeDocument/2006/relationships/image" Target="../media/image462.png"/><Relationship Id="rId167" Type="http://schemas.openxmlformats.org/officeDocument/2006/relationships/image" Target="../media/image143.png"/><Relationship Id="rId188" Type="http://schemas.openxmlformats.org/officeDocument/2006/relationships/customXml" Target="../ink/ink463.xml"/><Relationship Id="rId71" Type="http://schemas.openxmlformats.org/officeDocument/2006/relationships/customXml" Target="../ink/ink405.xml"/><Relationship Id="rId92" Type="http://schemas.openxmlformats.org/officeDocument/2006/relationships/image" Target="../media/image435.png"/><Relationship Id="rId213" Type="http://schemas.openxmlformats.org/officeDocument/2006/relationships/image" Target="../media/image495.png"/><Relationship Id="rId2" Type="http://schemas.openxmlformats.org/officeDocument/2006/relationships/image" Target="../media/image338.png"/><Relationship Id="rId29" Type="http://schemas.openxmlformats.org/officeDocument/2006/relationships/customXml" Target="../ink/ink384.xml"/><Relationship Id="rId40" Type="http://schemas.openxmlformats.org/officeDocument/2006/relationships/image" Target="../media/image409.png"/><Relationship Id="rId115" Type="http://schemas.openxmlformats.org/officeDocument/2006/relationships/customXml" Target="../ink/ink427.xml"/><Relationship Id="rId136" Type="http://schemas.openxmlformats.org/officeDocument/2006/relationships/image" Target="../media/image457.png"/><Relationship Id="rId157" Type="http://schemas.openxmlformats.org/officeDocument/2006/relationships/image" Target="../media/image468.png"/><Relationship Id="rId178" Type="http://schemas.openxmlformats.org/officeDocument/2006/relationships/customXml" Target="../ink/ink458.xml"/><Relationship Id="rId61" Type="http://schemas.openxmlformats.org/officeDocument/2006/relationships/customXml" Target="../ink/ink400.xml"/><Relationship Id="rId82" Type="http://schemas.openxmlformats.org/officeDocument/2006/relationships/image" Target="../media/image430.png"/><Relationship Id="rId199" Type="http://schemas.openxmlformats.org/officeDocument/2006/relationships/image" Target="../media/image488.png"/><Relationship Id="rId203" Type="http://schemas.openxmlformats.org/officeDocument/2006/relationships/image" Target="../media/image490.png"/><Relationship Id="rId19" Type="http://schemas.openxmlformats.org/officeDocument/2006/relationships/customXml" Target="../ink/ink379.xml"/><Relationship Id="rId224" Type="http://schemas.openxmlformats.org/officeDocument/2006/relationships/customXml" Target="../ink/ink481.xml"/><Relationship Id="rId30" Type="http://schemas.openxmlformats.org/officeDocument/2006/relationships/image" Target="../media/image404.png"/><Relationship Id="rId105" Type="http://schemas.openxmlformats.org/officeDocument/2006/relationships/customXml" Target="../ink/ink422.xml"/><Relationship Id="rId126" Type="http://schemas.openxmlformats.org/officeDocument/2006/relationships/image" Target="../media/image452.png"/><Relationship Id="rId147" Type="http://schemas.openxmlformats.org/officeDocument/2006/relationships/image" Target="../media/image463.png"/><Relationship Id="rId168" Type="http://schemas.openxmlformats.org/officeDocument/2006/relationships/customXml" Target="../ink/ink453.xml"/><Relationship Id="rId51" Type="http://schemas.openxmlformats.org/officeDocument/2006/relationships/customXml" Target="../ink/ink395.xml"/><Relationship Id="rId72" Type="http://schemas.openxmlformats.org/officeDocument/2006/relationships/image" Target="../media/image425.png"/><Relationship Id="rId93" Type="http://schemas.openxmlformats.org/officeDocument/2006/relationships/customXml" Target="../ink/ink416.xml"/><Relationship Id="rId189" Type="http://schemas.openxmlformats.org/officeDocument/2006/relationships/image" Target="../media/image483.png"/><Relationship Id="rId3" Type="http://schemas.openxmlformats.org/officeDocument/2006/relationships/customXml" Target="../ink/ink371.xml"/><Relationship Id="rId214" Type="http://schemas.openxmlformats.org/officeDocument/2006/relationships/customXml" Target="../ink/ink47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9.png"/><Relationship Id="rId13" Type="http://schemas.openxmlformats.org/officeDocument/2006/relationships/customXml" Target="../ink/ink489.xml"/><Relationship Id="rId3" Type="http://schemas.openxmlformats.org/officeDocument/2006/relationships/image" Target="../media/image506.png"/><Relationship Id="rId7" Type="http://schemas.openxmlformats.org/officeDocument/2006/relationships/customXml" Target="../ink/ink486.xml"/><Relationship Id="rId12" Type="http://schemas.openxmlformats.org/officeDocument/2006/relationships/image" Target="../media/image511.png"/><Relationship Id="rId2" Type="http://schemas.openxmlformats.org/officeDocument/2006/relationships/image" Target="../media/image505.png"/><Relationship Id="rId16" Type="http://schemas.openxmlformats.org/officeDocument/2006/relationships/image" Target="../media/image5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8.png"/><Relationship Id="rId11" Type="http://schemas.openxmlformats.org/officeDocument/2006/relationships/customXml" Target="../ink/ink488.xml"/><Relationship Id="rId5" Type="http://schemas.openxmlformats.org/officeDocument/2006/relationships/customXml" Target="../ink/ink485.xml"/><Relationship Id="rId15" Type="http://schemas.openxmlformats.org/officeDocument/2006/relationships/customXml" Target="../ink/ink490.xml"/><Relationship Id="rId10" Type="http://schemas.openxmlformats.org/officeDocument/2006/relationships/image" Target="../media/image510.png"/><Relationship Id="rId4" Type="http://schemas.openxmlformats.org/officeDocument/2006/relationships/image" Target="../media/image507.png"/><Relationship Id="rId9" Type="http://schemas.openxmlformats.org/officeDocument/2006/relationships/customXml" Target="../ink/ink487.xml"/><Relationship Id="rId14" Type="http://schemas.openxmlformats.org/officeDocument/2006/relationships/image" Target="../media/image5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7.png"/><Relationship Id="rId13" Type="http://schemas.openxmlformats.org/officeDocument/2006/relationships/customXml" Target="../ink/ink496.xml"/><Relationship Id="rId18" Type="http://schemas.openxmlformats.org/officeDocument/2006/relationships/image" Target="../media/image522.png"/><Relationship Id="rId26" Type="http://schemas.openxmlformats.org/officeDocument/2006/relationships/image" Target="../media/image526.png"/><Relationship Id="rId3" Type="http://schemas.openxmlformats.org/officeDocument/2006/relationships/customXml" Target="../ink/ink491.xml"/><Relationship Id="rId21" Type="http://schemas.openxmlformats.org/officeDocument/2006/relationships/customXml" Target="../ink/ink500.xml"/><Relationship Id="rId7" Type="http://schemas.openxmlformats.org/officeDocument/2006/relationships/customXml" Target="../ink/ink493.xml"/><Relationship Id="rId12" Type="http://schemas.openxmlformats.org/officeDocument/2006/relationships/image" Target="../media/image519.png"/><Relationship Id="rId17" Type="http://schemas.openxmlformats.org/officeDocument/2006/relationships/customXml" Target="../ink/ink498.xml"/><Relationship Id="rId25" Type="http://schemas.openxmlformats.org/officeDocument/2006/relationships/customXml" Target="../ink/ink502.xml"/><Relationship Id="rId2" Type="http://schemas.openxmlformats.org/officeDocument/2006/relationships/image" Target="../media/image514.png"/><Relationship Id="rId16" Type="http://schemas.openxmlformats.org/officeDocument/2006/relationships/image" Target="../media/image521.png"/><Relationship Id="rId20" Type="http://schemas.openxmlformats.org/officeDocument/2006/relationships/image" Target="../media/image523.png"/><Relationship Id="rId29" Type="http://schemas.openxmlformats.org/officeDocument/2006/relationships/customXml" Target="../ink/ink50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6.png"/><Relationship Id="rId11" Type="http://schemas.openxmlformats.org/officeDocument/2006/relationships/customXml" Target="../ink/ink495.xml"/><Relationship Id="rId24" Type="http://schemas.openxmlformats.org/officeDocument/2006/relationships/image" Target="../media/image525.png"/><Relationship Id="rId5" Type="http://schemas.openxmlformats.org/officeDocument/2006/relationships/customXml" Target="../ink/ink492.xml"/><Relationship Id="rId15" Type="http://schemas.openxmlformats.org/officeDocument/2006/relationships/customXml" Target="../ink/ink497.xml"/><Relationship Id="rId23" Type="http://schemas.openxmlformats.org/officeDocument/2006/relationships/customXml" Target="../ink/ink501.xml"/><Relationship Id="rId28" Type="http://schemas.openxmlformats.org/officeDocument/2006/relationships/image" Target="../media/image527.png"/><Relationship Id="rId10" Type="http://schemas.openxmlformats.org/officeDocument/2006/relationships/image" Target="../media/image518.png"/><Relationship Id="rId19" Type="http://schemas.openxmlformats.org/officeDocument/2006/relationships/customXml" Target="../ink/ink499.xml"/><Relationship Id="rId4" Type="http://schemas.openxmlformats.org/officeDocument/2006/relationships/image" Target="../media/image515.png"/><Relationship Id="rId9" Type="http://schemas.openxmlformats.org/officeDocument/2006/relationships/customXml" Target="../ink/ink494.xml"/><Relationship Id="rId14" Type="http://schemas.openxmlformats.org/officeDocument/2006/relationships/image" Target="../media/image520.png"/><Relationship Id="rId22" Type="http://schemas.openxmlformats.org/officeDocument/2006/relationships/image" Target="../media/image524.png"/><Relationship Id="rId27" Type="http://schemas.openxmlformats.org/officeDocument/2006/relationships/customXml" Target="../ink/ink503.xml"/><Relationship Id="rId30" Type="http://schemas.openxmlformats.org/officeDocument/2006/relationships/image" Target="../media/image5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png"/><Relationship Id="rId3" Type="http://schemas.openxmlformats.org/officeDocument/2006/relationships/customXml" Target="../ink/ink505.xml"/><Relationship Id="rId7" Type="http://schemas.openxmlformats.org/officeDocument/2006/relationships/customXml" Target="../ink/ink507.xml"/><Relationship Id="rId12" Type="http://schemas.openxmlformats.org/officeDocument/2006/relationships/image" Target="../media/image534.png"/><Relationship Id="rId2" Type="http://schemas.openxmlformats.org/officeDocument/2006/relationships/image" Target="../media/image5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1.png"/><Relationship Id="rId11" Type="http://schemas.openxmlformats.org/officeDocument/2006/relationships/customXml" Target="../ink/ink509.xml"/><Relationship Id="rId5" Type="http://schemas.openxmlformats.org/officeDocument/2006/relationships/customXml" Target="../ink/ink506.xml"/><Relationship Id="rId10" Type="http://schemas.openxmlformats.org/officeDocument/2006/relationships/image" Target="../media/image533.png"/><Relationship Id="rId4" Type="http://schemas.openxmlformats.org/officeDocument/2006/relationships/image" Target="../media/image530.png"/><Relationship Id="rId9" Type="http://schemas.openxmlformats.org/officeDocument/2006/relationships/customXml" Target="../ink/ink50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6.png"/><Relationship Id="rId2" Type="http://schemas.openxmlformats.org/officeDocument/2006/relationships/image" Target="../media/image5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customXml" Target="../ink/ink515.xml"/><Relationship Id="rId18" Type="http://schemas.openxmlformats.org/officeDocument/2006/relationships/image" Target="../media/image545.png"/><Relationship Id="rId3" Type="http://schemas.openxmlformats.org/officeDocument/2006/relationships/customXml" Target="../ink/ink510.xml"/><Relationship Id="rId7" Type="http://schemas.openxmlformats.org/officeDocument/2006/relationships/customXml" Target="../ink/ink512.xml"/><Relationship Id="rId12" Type="http://schemas.openxmlformats.org/officeDocument/2006/relationships/image" Target="../media/image542.png"/><Relationship Id="rId17" Type="http://schemas.openxmlformats.org/officeDocument/2006/relationships/customXml" Target="../ink/ink517.xml"/><Relationship Id="rId2" Type="http://schemas.openxmlformats.org/officeDocument/2006/relationships/image" Target="../media/image537.png"/><Relationship Id="rId16" Type="http://schemas.openxmlformats.org/officeDocument/2006/relationships/image" Target="../media/image544.png"/><Relationship Id="rId20" Type="http://schemas.openxmlformats.org/officeDocument/2006/relationships/image" Target="../media/image5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9.png"/><Relationship Id="rId11" Type="http://schemas.openxmlformats.org/officeDocument/2006/relationships/customXml" Target="../ink/ink514.xml"/><Relationship Id="rId5" Type="http://schemas.openxmlformats.org/officeDocument/2006/relationships/customXml" Target="../ink/ink511.xml"/><Relationship Id="rId15" Type="http://schemas.openxmlformats.org/officeDocument/2006/relationships/customXml" Target="../ink/ink516.xml"/><Relationship Id="rId10" Type="http://schemas.openxmlformats.org/officeDocument/2006/relationships/image" Target="../media/image541.png"/><Relationship Id="rId19" Type="http://schemas.openxmlformats.org/officeDocument/2006/relationships/customXml" Target="../ink/ink518.xml"/><Relationship Id="rId4" Type="http://schemas.openxmlformats.org/officeDocument/2006/relationships/image" Target="../media/image538.png"/><Relationship Id="rId9" Type="http://schemas.openxmlformats.org/officeDocument/2006/relationships/customXml" Target="../ink/ink513.xml"/><Relationship Id="rId14" Type="http://schemas.openxmlformats.org/officeDocument/2006/relationships/image" Target="../media/image5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19.xml"/><Relationship Id="rId2" Type="http://schemas.openxmlformats.org/officeDocument/2006/relationships/image" Target="../media/image5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2.png"/><Relationship Id="rId13" Type="http://schemas.openxmlformats.org/officeDocument/2006/relationships/customXml" Target="../ink/ink525.xml"/><Relationship Id="rId18" Type="http://schemas.openxmlformats.org/officeDocument/2006/relationships/image" Target="../media/image557.png"/><Relationship Id="rId26" Type="http://schemas.openxmlformats.org/officeDocument/2006/relationships/image" Target="../media/image561.png"/><Relationship Id="rId3" Type="http://schemas.openxmlformats.org/officeDocument/2006/relationships/customXml" Target="../ink/ink520.xml"/><Relationship Id="rId21" Type="http://schemas.openxmlformats.org/officeDocument/2006/relationships/customXml" Target="../ink/ink529.xml"/><Relationship Id="rId7" Type="http://schemas.openxmlformats.org/officeDocument/2006/relationships/customXml" Target="../ink/ink522.xml"/><Relationship Id="rId12" Type="http://schemas.openxmlformats.org/officeDocument/2006/relationships/image" Target="../media/image554.png"/><Relationship Id="rId17" Type="http://schemas.openxmlformats.org/officeDocument/2006/relationships/customXml" Target="../ink/ink527.xml"/><Relationship Id="rId25" Type="http://schemas.openxmlformats.org/officeDocument/2006/relationships/customXml" Target="../ink/ink531.xml"/><Relationship Id="rId2" Type="http://schemas.openxmlformats.org/officeDocument/2006/relationships/image" Target="../media/image549.png"/><Relationship Id="rId16" Type="http://schemas.openxmlformats.org/officeDocument/2006/relationships/image" Target="../media/image556.png"/><Relationship Id="rId20" Type="http://schemas.openxmlformats.org/officeDocument/2006/relationships/image" Target="../media/image5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1.png"/><Relationship Id="rId11" Type="http://schemas.openxmlformats.org/officeDocument/2006/relationships/customXml" Target="../ink/ink524.xml"/><Relationship Id="rId24" Type="http://schemas.openxmlformats.org/officeDocument/2006/relationships/image" Target="../media/image560.png"/><Relationship Id="rId5" Type="http://schemas.openxmlformats.org/officeDocument/2006/relationships/customXml" Target="../ink/ink521.xml"/><Relationship Id="rId15" Type="http://schemas.openxmlformats.org/officeDocument/2006/relationships/customXml" Target="../ink/ink526.xml"/><Relationship Id="rId23" Type="http://schemas.openxmlformats.org/officeDocument/2006/relationships/customXml" Target="../ink/ink530.xml"/><Relationship Id="rId28" Type="http://schemas.openxmlformats.org/officeDocument/2006/relationships/image" Target="../media/image562.png"/><Relationship Id="rId10" Type="http://schemas.openxmlformats.org/officeDocument/2006/relationships/image" Target="../media/image553.png"/><Relationship Id="rId19" Type="http://schemas.openxmlformats.org/officeDocument/2006/relationships/customXml" Target="../ink/ink528.xml"/><Relationship Id="rId4" Type="http://schemas.openxmlformats.org/officeDocument/2006/relationships/image" Target="../media/image550.png"/><Relationship Id="rId9" Type="http://schemas.openxmlformats.org/officeDocument/2006/relationships/customXml" Target="../ink/ink523.xml"/><Relationship Id="rId14" Type="http://schemas.openxmlformats.org/officeDocument/2006/relationships/image" Target="../media/image555.png"/><Relationship Id="rId22" Type="http://schemas.openxmlformats.org/officeDocument/2006/relationships/image" Target="../media/image559.png"/><Relationship Id="rId27" Type="http://schemas.openxmlformats.org/officeDocument/2006/relationships/customXml" Target="../ink/ink5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4.png"/><Relationship Id="rId2" Type="http://schemas.openxmlformats.org/officeDocument/2006/relationships/image" Target="../media/image56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6.png"/><Relationship Id="rId2" Type="http://schemas.openxmlformats.org/officeDocument/2006/relationships/image" Target="../media/image56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2D895-051A-4147-9017-0D33B0CB0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9600" b="1" dirty="0"/>
              <a:t>CALCULO II</a:t>
            </a:r>
            <a:endParaRPr lang="es-CO" sz="96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7BFEC8-6E07-4E2C-967C-EB57831CA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i="1" dirty="0"/>
              <a:t>ALCIRA MARTINEZ ALVAREZ</a:t>
            </a:r>
            <a:endParaRPr lang="es-CO" b="1" i="1" dirty="0"/>
          </a:p>
        </p:txBody>
      </p:sp>
    </p:spTree>
    <p:extLst>
      <p:ext uri="{BB962C8B-B14F-4D97-AF65-F5344CB8AC3E}">
        <p14:creationId xmlns:p14="http://schemas.microsoft.com/office/powerpoint/2010/main" val="1727649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32FCE-165C-443C-8988-3C93CE60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OBJETIVOS DE LA CLASE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381B8-73E9-44E0-92C9-2C6A3C07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664" y="1540189"/>
            <a:ext cx="8915400" cy="4158246"/>
          </a:xfrm>
        </p:spPr>
        <p:txBody>
          <a:bodyPr>
            <a:noAutofit/>
          </a:bodyPr>
          <a:lstStyle/>
          <a:p>
            <a:r>
              <a:rPr lang="es-MX" sz="3600" b="1" dirty="0"/>
              <a:t>Integrales definidas como área bajo una curva</a:t>
            </a:r>
          </a:p>
        </p:txBody>
      </p:sp>
    </p:spTree>
    <p:extLst>
      <p:ext uri="{BB962C8B-B14F-4D97-AF65-F5344CB8AC3E}">
        <p14:creationId xmlns:p14="http://schemas.microsoft.com/office/powerpoint/2010/main" val="330733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AC79557-B433-49E0-A3D9-DFC70C33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91" y="156055"/>
            <a:ext cx="9857755" cy="69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9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E0CFADF-1EC8-4E22-8929-5AEAA106A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923" y="165529"/>
            <a:ext cx="3967088" cy="640233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6139827-A881-43F2-A6E6-60FDC876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529" y="306206"/>
            <a:ext cx="4148546" cy="527866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A9E5C6E-7074-483B-AF82-0E312ABE6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560" y="404680"/>
            <a:ext cx="4148546" cy="387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9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EBA1A-2D02-4D02-A0E9-C5CB8957D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456" y="117673"/>
            <a:ext cx="9983593" cy="1280890"/>
          </a:xfrm>
        </p:spPr>
        <p:txBody>
          <a:bodyPr/>
          <a:lstStyle/>
          <a:p>
            <a:pPr algn="ctr"/>
            <a:r>
              <a:rPr lang="es-MX" b="1" dirty="0"/>
              <a:t>Integrales definidas como área bajo la curva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E70197B-1245-4830-9441-029BB01D2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79" y="1654899"/>
            <a:ext cx="8978670" cy="284324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6B5F481-8BC5-49A8-A6AF-B2B61F788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204" y="1654899"/>
            <a:ext cx="2869808" cy="300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0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003B5D-9DAD-4A84-A56C-C08512C82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874" y="323556"/>
            <a:ext cx="10376990" cy="294014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8DB9BA1-5E54-4697-9CF7-299CB009F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836" y="3594298"/>
            <a:ext cx="6014524" cy="23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76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82CA12F-C859-42CC-86F9-641A956A8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83" y="0"/>
            <a:ext cx="3609242" cy="39762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8BF8FFE-B650-4939-B2AE-768D77ED6C52}"/>
                  </a:ext>
                </a:extLst>
              </p14:cNvPr>
              <p14:cNvContentPartPr/>
              <p14:nvPr/>
            </p14:nvContentPartPr>
            <p14:xfrm>
              <a:off x="5631148" y="1802908"/>
              <a:ext cx="165600" cy="1083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8BF8FFE-B650-4939-B2AE-768D77ED6C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22148" y="1793908"/>
                <a:ext cx="1832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6EC3EF79-6880-4821-93BB-B1AE6DE837A7}"/>
                  </a:ext>
                </a:extLst>
              </p14:cNvPr>
              <p14:cNvContentPartPr/>
              <p14:nvPr/>
            </p14:nvContentPartPr>
            <p14:xfrm>
              <a:off x="6421708" y="1206748"/>
              <a:ext cx="147240" cy="2340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6EC3EF79-6880-4821-93BB-B1AE6DE837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13068" y="1197748"/>
                <a:ext cx="1648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AB5EE57E-1D24-4B4E-98A1-BBC54685C064}"/>
                  </a:ext>
                </a:extLst>
              </p14:cNvPr>
              <p14:cNvContentPartPr/>
              <p14:nvPr/>
            </p14:nvContentPartPr>
            <p14:xfrm>
              <a:off x="7288948" y="881668"/>
              <a:ext cx="498960" cy="40896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AB5EE57E-1D24-4B4E-98A1-BBC54685C0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79948" y="873020"/>
                <a:ext cx="516600" cy="426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435951EF-2B3D-4885-B64B-F2E6FE171162}"/>
                  </a:ext>
                </a:extLst>
              </p14:cNvPr>
              <p14:cNvContentPartPr/>
              <p14:nvPr/>
            </p14:nvContentPartPr>
            <p14:xfrm>
              <a:off x="6658588" y="888148"/>
              <a:ext cx="505080" cy="47700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435951EF-2B3D-4885-B64B-F2E6FE1711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49588" y="879148"/>
                <a:ext cx="52272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F932CA5E-31FE-4D67-8263-40FA51EF2C3C}"/>
                  </a:ext>
                </a:extLst>
              </p14:cNvPr>
              <p14:cNvContentPartPr/>
              <p14:nvPr/>
            </p14:nvContentPartPr>
            <p14:xfrm>
              <a:off x="5545468" y="448948"/>
              <a:ext cx="741600" cy="122148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F932CA5E-31FE-4D67-8263-40FA51EF2C3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36824" y="439948"/>
                <a:ext cx="759249" cy="12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F4200C4F-B397-4585-86E4-47F4B00A2AD7}"/>
                  </a:ext>
                </a:extLst>
              </p14:cNvPr>
              <p14:cNvContentPartPr/>
              <p14:nvPr/>
            </p14:nvContentPartPr>
            <p14:xfrm>
              <a:off x="6205708" y="2795788"/>
              <a:ext cx="138240" cy="1368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F4200C4F-B397-4585-86E4-47F4B00A2A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96708" y="2787148"/>
                <a:ext cx="1558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8A73BB17-93BC-487B-BCBB-6B35B5CF0A31}"/>
                  </a:ext>
                </a:extLst>
              </p14:cNvPr>
              <p14:cNvContentPartPr/>
              <p14:nvPr/>
            </p14:nvContentPartPr>
            <p14:xfrm>
              <a:off x="7516828" y="2622988"/>
              <a:ext cx="181080" cy="2268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8A73BB17-93BC-487B-BCBB-6B35B5CF0A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08188" y="2614348"/>
                <a:ext cx="1987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8FF1A2CD-9D50-4F44-A14D-EBEE3B0A0F14}"/>
                  </a:ext>
                </a:extLst>
              </p14:cNvPr>
              <p14:cNvContentPartPr/>
              <p14:nvPr/>
            </p14:nvContentPartPr>
            <p14:xfrm>
              <a:off x="7556068" y="2708668"/>
              <a:ext cx="172800" cy="2268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8FF1A2CD-9D50-4F44-A14D-EBEE3B0A0F1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47428" y="2700028"/>
                <a:ext cx="1904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CB0B3786-6499-4458-80E1-0582C38792EC}"/>
                  </a:ext>
                </a:extLst>
              </p14:cNvPr>
              <p14:cNvContentPartPr/>
              <p14:nvPr/>
            </p14:nvContentPartPr>
            <p14:xfrm>
              <a:off x="7005628" y="2467108"/>
              <a:ext cx="396000" cy="32940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CB0B3786-6499-4458-80E1-0582C38792E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96988" y="2458108"/>
                <a:ext cx="41364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6FC8B2ED-39C1-4078-9F4A-02E7D8D17FEA}"/>
                  </a:ext>
                </a:extLst>
              </p14:cNvPr>
              <p14:cNvContentPartPr/>
              <p14:nvPr/>
            </p14:nvContentPartPr>
            <p14:xfrm>
              <a:off x="6424588" y="2477548"/>
              <a:ext cx="471240" cy="45252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6FC8B2ED-39C1-4078-9F4A-02E7D8D17FE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15588" y="2468548"/>
                <a:ext cx="48888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44589B91-9598-49A1-AD51-C1782187F1A0}"/>
                  </a:ext>
                </a:extLst>
              </p14:cNvPr>
              <p14:cNvContentPartPr/>
              <p14:nvPr/>
            </p14:nvContentPartPr>
            <p14:xfrm>
              <a:off x="8747308" y="2679868"/>
              <a:ext cx="203040" cy="1080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44589B91-9598-49A1-AD51-C1782187F1A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738668" y="2671228"/>
                <a:ext cx="2206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B590662F-91CD-4160-BBD0-6326B88144A9}"/>
                  </a:ext>
                </a:extLst>
              </p14:cNvPr>
              <p14:cNvContentPartPr/>
              <p14:nvPr/>
            </p14:nvContentPartPr>
            <p14:xfrm>
              <a:off x="9289108" y="2832148"/>
              <a:ext cx="199800" cy="20628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B590662F-91CD-4160-BBD0-6326B88144A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280108" y="2823148"/>
                <a:ext cx="2174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EC563F80-FF97-4E96-B6E7-178CB909EBAA}"/>
                  </a:ext>
                </a:extLst>
              </p14:cNvPr>
              <p14:cNvContentPartPr/>
              <p14:nvPr/>
            </p14:nvContentPartPr>
            <p14:xfrm>
              <a:off x="9153748" y="2197468"/>
              <a:ext cx="433080" cy="50616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EC563F80-FF97-4E96-B6E7-178CB909EBA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145108" y="2188474"/>
                <a:ext cx="450720" cy="523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2CEC45B0-8616-4150-A847-6EFD15787BF9}"/>
                  </a:ext>
                </a:extLst>
              </p14:cNvPr>
              <p14:cNvContentPartPr/>
              <p14:nvPr/>
            </p14:nvContentPartPr>
            <p14:xfrm>
              <a:off x="5563108" y="3196108"/>
              <a:ext cx="137520" cy="16164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2CEC45B0-8616-4150-A847-6EFD15787BF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554108" y="3187468"/>
                <a:ext cx="1551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DA911A53-657D-4EEF-B09F-E8D1017AF88E}"/>
                  </a:ext>
                </a:extLst>
              </p14:cNvPr>
              <p14:cNvContentPartPr/>
              <p14:nvPr/>
            </p14:nvContentPartPr>
            <p14:xfrm>
              <a:off x="5460508" y="2155708"/>
              <a:ext cx="643320" cy="98028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DA911A53-657D-4EEF-B09F-E8D1017AF88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451508" y="2147068"/>
                <a:ext cx="660960" cy="9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107C84C1-31D8-4D6A-9DC5-83A6141B282F}"/>
                  </a:ext>
                </a:extLst>
              </p14:cNvPr>
              <p14:cNvContentPartPr/>
              <p14:nvPr/>
            </p14:nvContentPartPr>
            <p14:xfrm>
              <a:off x="9896788" y="1840348"/>
              <a:ext cx="321480" cy="136800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107C84C1-31D8-4D6A-9DC5-83A6141B282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887788" y="1831708"/>
                <a:ext cx="339120" cy="13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C5D9091D-3720-4427-90D6-80FF4A421C6A}"/>
                  </a:ext>
                </a:extLst>
              </p14:cNvPr>
              <p14:cNvContentPartPr/>
              <p14:nvPr/>
            </p14:nvContentPartPr>
            <p14:xfrm>
              <a:off x="7873588" y="2278828"/>
              <a:ext cx="640440" cy="88704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C5D9091D-3720-4427-90D6-80FF4A421C6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864943" y="2270188"/>
                <a:ext cx="658090" cy="9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9CE88783-4EE8-42D9-9462-F5F2E1D4E159}"/>
                  </a:ext>
                </a:extLst>
              </p14:cNvPr>
              <p14:cNvContentPartPr/>
              <p14:nvPr/>
            </p14:nvContentPartPr>
            <p14:xfrm>
              <a:off x="7663708" y="3620908"/>
              <a:ext cx="203040" cy="10224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9CE88783-4EE8-42D9-9462-F5F2E1D4E15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655068" y="3612268"/>
                <a:ext cx="22068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54051A8E-DEB3-4095-ABF7-A094A30A913A}"/>
                  </a:ext>
                </a:extLst>
              </p14:cNvPr>
              <p14:cNvContentPartPr/>
              <p14:nvPr/>
            </p14:nvContentPartPr>
            <p14:xfrm>
              <a:off x="8077348" y="3449548"/>
              <a:ext cx="567000" cy="33264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54051A8E-DEB3-4095-ABF7-A094A30A913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068708" y="3440548"/>
                <a:ext cx="58464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5E1FA0CF-CB11-4B60-84C0-61F7FBFC864B}"/>
                  </a:ext>
                </a:extLst>
              </p14:cNvPr>
              <p14:cNvContentPartPr/>
              <p14:nvPr/>
            </p14:nvContentPartPr>
            <p14:xfrm>
              <a:off x="8776468" y="3711268"/>
              <a:ext cx="224640" cy="29880"/>
            </p14:xfrm>
          </p:contentPart>
        </mc:Choice>
        <mc:Fallback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5E1FA0CF-CB11-4B60-84C0-61F7FBFC864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767828" y="3702628"/>
                <a:ext cx="2422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B2030E8C-FE3D-4B00-B23E-FDDBC8425161}"/>
                  </a:ext>
                </a:extLst>
              </p14:cNvPr>
              <p14:cNvContentPartPr/>
              <p14:nvPr/>
            </p14:nvContentPartPr>
            <p14:xfrm>
              <a:off x="9180388" y="3321388"/>
              <a:ext cx="416160" cy="47340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B2030E8C-FE3D-4B00-B23E-FDDBC842516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171748" y="3312748"/>
                <a:ext cx="43380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9A817393-C7E8-4941-AE97-4678C14B65A3}"/>
                  </a:ext>
                </a:extLst>
              </p14:cNvPr>
              <p14:cNvContentPartPr/>
              <p14:nvPr/>
            </p14:nvContentPartPr>
            <p14:xfrm>
              <a:off x="9237988" y="3915748"/>
              <a:ext cx="217800" cy="18900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9A817393-C7E8-4941-AE97-4678C14B65A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229348" y="3907108"/>
                <a:ext cx="2354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21D8BCDD-C43A-4059-A665-BA732F2DC10B}"/>
                  </a:ext>
                </a:extLst>
              </p14:cNvPr>
              <p14:cNvContentPartPr/>
              <p14:nvPr/>
            </p14:nvContentPartPr>
            <p14:xfrm>
              <a:off x="9849628" y="3422908"/>
              <a:ext cx="41400" cy="69768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21D8BCDD-C43A-4059-A665-BA732F2DC10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840628" y="3413908"/>
                <a:ext cx="59040" cy="71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35C086B3-6B4F-46E3-8D58-587D8839FE5E}"/>
                  </a:ext>
                </a:extLst>
              </p14:cNvPr>
              <p14:cNvContentPartPr/>
              <p14:nvPr/>
            </p14:nvContentPartPr>
            <p14:xfrm>
              <a:off x="10013788" y="4138228"/>
              <a:ext cx="135720" cy="13032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35C086B3-6B4F-46E3-8D58-587D8839FE5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004788" y="4129228"/>
                <a:ext cx="1533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98127059-4FA0-4F10-AAC7-CC71A7B06B59}"/>
                  </a:ext>
                </a:extLst>
              </p14:cNvPr>
              <p14:cNvContentPartPr/>
              <p14:nvPr/>
            </p14:nvContentPartPr>
            <p14:xfrm>
              <a:off x="9999028" y="3389788"/>
              <a:ext cx="153720" cy="22392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98127059-4FA0-4F10-AAC7-CC71A7B06B5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990028" y="3380788"/>
                <a:ext cx="1713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12B7CDFF-86C1-42A5-9179-CAEBD76AC916}"/>
                  </a:ext>
                </a:extLst>
              </p14:cNvPr>
              <p14:cNvContentPartPr/>
              <p14:nvPr/>
            </p14:nvContentPartPr>
            <p14:xfrm>
              <a:off x="5802868" y="4834828"/>
              <a:ext cx="227160" cy="108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12B7CDFF-86C1-42A5-9179-CAEBD76AC91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793868" y="4825828"/>
                <a:ext cx="2448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05CB46A6-FCFD-4A46-AC12-E3F60352B7B6}"/>
                  </a:ext>
                </a:extLst>
              </p14:cNvPr>
              <p14:cNvContentPartPr/>
              <p14:nvPr/>
            </p14:nvContentPartPr>
            <p14:xfrm>
              <a:off x="5831308" y="4959748"/>
              <a:ext cx="245160" cy="1044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05CB46A6-FCFD-4A46-AC12-E3F60352B7B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22308" y="4950748"/>
                <a:ext cx="2628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5AD11F41-0FB2-4977-9BFA-14C89A6BDCE0}"/>
                  </a:ext>
                </a:extLst>
              </p14:cNvPr>
              <p14:cNvContentPartPr/>
              <p14:nvPr/>
            </p14:nvContentPartPr>
            <p14:xfrm>
              <a:off x="8460028" y="3598588"/>
              <a:ext cx="13320" cy="288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5AD11F41-0FB2-4977-9BFA-14C89A6BDCE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424028" y="3526588"/>
                <a:ext cx="8496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FE225AD7-5925-43A0-84C6-874BC9227AAB}"/>
                  </a:ext>
                </a:extLst>
              </p14:cNvPr>
              <p14:cNvContentPartPr/>
              <p14:nvPr/>
            </p14:nvContentPartPr>
            <p14:xfrm>
              <a:off x="8311708" y="3577348"/>
              <a:ext cx="219960" cy="22680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FE225AD7-5925-43A0-84C6-874BC9227AA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275708" y="3505708"/>
                <a:ext cx="2916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612E7C8C-9CE9-4AC4-A679-B79BB08A3EBB}"/>
                  </a:ext>
                </a:extLst>
              </p14:cNvPr>
              <p14:cNvContentPartPr/>
              <p14:nvPr/>
            </p14:nvContentPartPr>
            <p14:xfrm>
              <a:off x="9190828" y="3542428"/>
              <a:ext cx="209880" cy="17712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612E7C8C-9CE9-4AC4-A679-B79BB08A3EB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154828" y="3470788"/>
                <a:ext cx="28152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80E28617-4A16-4A59-A3BC-CA34D0DD924C}"/>
                  </a:ext>
                </a:extLst>
              </p14:cNvPr>
              <p14:cNvContentPartPr/>
              <p14:nvPr/>
            </p14:nvContentPartPr>
            <p14:xfrm>
              <a:off x="9997228" y="3398428"/>
              <a:ext cx="195120" cy="18144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80E28617-4A16-4A59-A3BC-CA34D0DD924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961228" y="3326788"/>
                <a:ext cx="2667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4840EE7E-1AA7-455D-9501-91CB1C3E503F}"/>
                  </a:ext>
                </a:extLst>
              </p14:cNvPr>
              <p14:cNvContentPartPr/>
              <p14:nvPr/>
            </p14:nvContentPartPr>
            <p14:xfrm>
              <a:off x="6870268" y="4724308"/>
              <a:ext cx="32400" cy="4644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4840EE7E-1AA7-455D-9501-91CB1C3E503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861268" y="4715668"/>
                <a:ext cx="500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B4069817-9458-4C61-BD5E-928060F165D4}"/>
                  </a:ext>
                </a:extLst>
              </p14:cNvPr>
              <p14:cNvContentPartPr/>
              <p14:nvPr/>
            </p14:nvContentPartPr>
            <p14:xfrm>
              <a:off x="6239908" y="4512988"/>
              <a:ext cx="520200" cy="58896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B4069817-9458-4C61-BD5E-928060F165D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230914" y="4504348"/>
                <a:ext cx="537828" cy="60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189B95CB-E24A-4931-89FA-5EA1EBD40017}"/>
                  </a:ext>
                </a:extLst>
              </p14:cNvPr>
              <p14:cNvContentPartPr/>
              <p14:nvPr/>
            </p14:nvContentPartPr>
            <p14:xfrm>
              <a:off x="7835428" y="5007988"/>
              <a:ext cx="154080" cy="13680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189B95CB-E24A-4931-89FA-5EA1EBD4001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826788" y="4999348"/>
                <a:ext cx="1717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D8B3FEA6-3340-40DF-B575-264666228B2F}"/>
                  </a:ext>
                </a:extLst>
              </p14:cNvPr>
              <p14:cNvContentPartPr/>
              <p14:nvPr/>
            </p14:nvContentPartPr>
            <p14:xfrm>
              <a:off x="8157628" y="4400668"/>
              <a:ext cx="235080" cy="75816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D8B3FEA6-3340-40DF-B575-264666228B2F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148988" y="4391668"/>
                <a:ext cx="252720" cy="77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C79E51C5-49E0-418A-9FBD-8F31C1FFA23B}"/>
                  </a:ext>
                </a:extLst>
              </p14:cNvPr>
              <p14:cNvContentPartPr/>
              <p14:nvPr/>
            </p14:nvContentPartPr>
            <p14:xfrm>
              <a:off x="7711228" y="4496788"/>
              <a:ext cx="356760" cy="42804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C79E51C5-49E0-418A-9FBD-8F31C1FFA23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702588" y="4487788"/>
                <a:ext cx="37440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BEC4B0A1-4DAA-4927-ADB5-1BF07F7174A0}"/>
                  </a:ext>
                </a:extLst>
              </p14:cNvPr>
              <p14:cNvContentPartPr/>
              <p14:nvPr/>
            </p14:nvContentPartPr>
            <p14:xfrm>
              <a:off x="7036228" y="4467268"/>
              <a:ext cx="562320" cy="41868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BEC4B0A1-4DAA-4927-ADB5-1BF07F7174A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027228" y="4458268"/>
                <a:ext cx="57996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36A79108-FD93-411D-A0BF-7AB39D1D3A47}"/>
                  </a:ext>
                </a:extLst>
              </p14:cNvPr>
              <p14:cNvContentPartPr/>
              <p14:nvPr/>
            </p14:nvContentPartPr>
            <p14:xfrm>
              <a:off x="9996868" y="4078828"/>
              <a:ext cx="248040" cy="21456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36A79108-FD93-411D-A0BF-7AB39D1D3A4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978868" y="4043188"/>
                <a:ext cx="2836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083E189F-D5A9-49DD-9097-53759D701B6D}"/>
                  </a:ext>
                </a:extLst>
              </p14:cNvPr>
              <p14:cNvContentPartPr/>
              <p14:nvPr/>
            </p14:nvContentPartPr>
            <p14:xfrm>
              <a:off x="9660988" y="4641508"/>
              <a:ext cx="211680" cy="29268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083E189F-D5A9-49DD-9097-53759D701B6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642988" y="4605508"/>
                <a:ext cx="24732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D3543397-8454-4F7B-BAA4-99B17D867BB6}"/>
                  </a:ext>
                </a:extLst>
              </p14:cNvPr>
              <p14:cNvContentPartPr/>
              <p14:nvPr/>
            </p14:nvContentPartPr>
            <p14:xfrm>
              <a:off x="10563868" y="4643308"/>
              <a:ext cx="240120" cy="27720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D3543397-8454-4F7B-BAA4-99B17D867BB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546228" y="4607668"/>
                <a:ext cx="27576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6C1351B2-B84E-4457-84D7-2C31B830807C}"/>
                  </a:ext>
                </a:extLst>
              </p14:cNvPr>
              <p14:cNvContentPartPr/>
              <p14:nvPr/>
            </p14:nvContentPartPr>
            <p14:xfrm>
              <a:off x="7029028" y="4707748"/>
              <a:ext cx="177480" cy="23184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6C1351B2-B84E-4457-84D7-2C31B830807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993028" y="4636108"/>
                <a:ext cx="24912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0F6782C7-DC4A-4E25-8EA8-630A49BFAEE9}"/>
                  </a:ext>
                </a:extLst>
              </p14:cNvPr>
              <p14:cNvContentPartPr/>
              <p14:nvPr/>
            </p14:nvContentPartPr>
            <p14:xfrm>
              <a:off x="7729948" y="4694068"/>
              <a:ext cx="149040" cy="20988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0F6782C7-DC4A-4E25-8EA8-630A49BFAEE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694308" y="4622068"/>
                <a:ext cx="22068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1DA8566A-1C02-422E-B6B3-14A63BD16EE9}"/>
                  </a:ext>
                </a:extLst>
              </p14:cNvPr>
              <p14:cNvContentPartPr/>
              <p14:nvPr/>
            </p14:nvContentPartPr>
            <p14:xfrm>
              <a:off x="5929948" y="5707108"/>
              <a:ext cx="172440" cy="14400"/>
            </p14:xfrm>
          </p:contentPart>
        </mc:Choice>
        <mc:Fallback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1DA8566A-1C02-422E-B6B3-14A63BD16EE9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920948" y="5698468"/>
                <a:ext cx="1900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33D43FF0-378F-42B5-81BD-4D530AAA8F49}"/>
                  </a:ext>
                </a:extLst>
              </p14:cNvPr>
              <p14:cNvContentPartPr/>
              <p14:nvPr/>
            </p14:nvContentPartPr>
            <p14:xfrm>
              <a:off x="5964508" y="5796748"/>
              <a:ext cx="179280" cy="3060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33D43FF0-378F-42B5-81BD-4D530AAA8F4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955868" y="5788108"/>
                <a:ext cx="1969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0F868A55-BE88-4B41-8B43-9E9BADFC7A15}"/>
                  </a:ext>
                </a:extLst>
              </p14:cNvPr>
              <p14:cNvContentPartPr/>
              <p14:nvPr/>
            </p14:nvContentPartPr>
            <p14:xfrm>
              <a:off x="7372828" y="5803228"/>
              <a:ext cx="321480" cy="1944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0F868A55-BE88-4B41-8B43-9E9BADFC7A15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364188" y="5794228"/>
                <a:ext cx="3391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6E2E0505-CA60-49A2-AF7F-A1CCB178C1EE}"/>
                  </a:ext>
                </a:extLst>
              </p14:cNvPr>
              <p14:cNvContentPartPr/>
              <p14:nvPr/>
            </p14:nvContentPartPr>
            <p14:xfrm>
              <a:off x="7448428" y="5911228"/>
              <a:ext cx="165960" cy="18108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6E2E0505-CA60-49A2-AF7F-A1CCB178C1E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439788" y="5902588"/>
                <a:ext cx="1836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AE5FD19F-47DF-431B-9A42-A2BBB9EB1B4B}"/>
                  </a:ext>
                </a:extLst>
              </p14:cNvPr>
              <p14:cNvContentPartPr/>
              <p14:nvPr/>
            </p14:nvContentPartPr>
            <p14:xfrm>
              <a:off x="7403788" y="5434948"/>
              <a:ext cx="299880" cy="27180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AE5FD19F-47DF-431B-9A42-A2BBB9EB1B4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394788" y="5426308"/>
                <a:ext cx="3175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39DFDF2C-17BB-4125-9749-2AD426088019}"/>
                  </a:ext>
                </a:extLst>
              </p14:cNvPr>
              <p14:cNvContentPartPr/>
              <p14:nvPr/>
            </p14:nvContentPartPr>
            <p14:xfrm>
              <a:off x="8506468" y="4810348"/>
              <a:ext cx="433440" cy="12852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39DFDF2C-17BB-4125-9749-2AD42608801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497468" y="4801348"/>
                <a:ext cx="451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0551029D-403D-40DC-BC2D-C65391923718}"/>
                  </a:ext>
                </a:extLst>
              </p14:cNvPr>
              <p14:cNvContentPartPr/>
              <p14:nvPr/>
            </p14:nvContentPartPr>
            <p14:xfrm>
              <a:off x="9061228" y="4341988"/>
              <a:ext cx="2570400" cy="100620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0551029D-403D-40DC-BC2D-C6539192371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052588" y="4332988"/>
                <a:ext cx="2588040" cy="10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92ECC442-8322-42B8-A79B-F5A6050CEA6D}"/>
                  </a:ext>
                </a:extLst>
              </p14:cNvPr>
              <p14:cNvContentPartPr/>
              <p14:nvPr/>
            </p14:nvContentPartPr>
            <p14:xfrm>
              <a:off x="6501988" y="5832748"/>
              <a:ext cx="367920" cy="3492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92ECC442-8322-42B8-A79B-F5A6050CEA6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492988" y="5824108"/>
                <a:ext cx="3855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F5059C5B-214E-4B10-A02F-B4D2C02B16B7}"/>
                  </a:ext>
                </a:extLst>
              </p14:cNvPr>
              <p14:cNvContentPartPr/>
              <p14:nvPr/>
            </p14:nvContentPartPr>
            <p14:xfrm>
              <a:off x="6482548" y="5381308"/>
              <a:ext cx="785880" cy="39672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F5059C5B-214E-4B10-A02F-B4D2C02B16B7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473904" y="5372316"/>
                <a:ext cx="803528" cy="414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BFF8CF7F-D070-414D-A18E-0B4EDFD13E00}"/>
                  </a:ext>
                </a:extLst>
              </p14:cNvPr>
              <p14:cNvContentPartPr/>
              <p14:nvPr/>
            </p14:nvContentPartPr>
            <p14:xfrm>
              <a:off x="6627268" y="5945788"/>
              <a:ext cx="345600" cy="23544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BFF8CF7F-D070-414D-A18E-0B4EDFD13E0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618628" y="5937148"/>
                <a:ext cx="3632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A656C517-699E-466C-AD58-E50346BC3B13}"/>
                  </a:ext>
                </a:extLst>
              </p14:cNvPr>
              <p14:cNvContentPartPr/>
              <p14:nvPr/>
            </p14:nvContentPartPr>
            <p14:xfrm>
              <a:off x="8199388" y="5838508"/>
              <a:ext cx="177480" cy="1548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A656C517-699E-466C-AD58-E50346BC3B13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190388" y="5829508"/>
                <a:ext cx="195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1AA95E3F-442A-4885-B75F-58EF7D9D53F6}"/>
                  </a:ext>
                </a:extLst>
              </p14:cNvPr>
              <p14:cNvContentPartPr/>
              <p14:nvPr/>
            </p14:nvContentPartPr>
            <p14:xfrm>
              <a:off x="8226748" y="5929588"/>
              <a:ext cx="205920" cy="1440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1AA95E3F-442A-4885-B75F-58EF7D9D53F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218108" y="5920948"/>
                <a:ext cx="2235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DB140B91-BD6F-4800-8303-B6E7B55A56BE}"/>
                  </a:ext>
                </a:extLst>
              </p14:cNvPr>
              <p14:cNvContentPartPr/>
              <p14:nvPr/>
            </p14:nvContentPartPr>
            <p14:xfrm>
              <a:off x="8861068" y="6129028"/>
              <a:ext cx="227160" cy="161280"/>
            </p14:xfrm>
          </p:contentPart>
        </mc:Choice>
        <mc:Fallback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DB140B91-BD6F-4800-8303-B6E7B55A56B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852428" y="6120028"/>
                <a:ext cx="244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DE9BE13C-2D13-4D64-B5CD-D8D1741315D4}"/>
                  </a:ext>
                </a:extLst>
              </p14:cNvPr>
              <p14:cNvContentPartPr/>
              <p14:nvPr/>
            </p14:nvContentPartPr>
            <p14:xfrm>
              <a:off x="9327268" y="5917708"/>
              <a:ext cx="159480" cy="31680"/>
            </p14:xfrm>
          </p:contentPart>
        </mc:Choice>
        <mc:Fallback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DE9BE13C-2D13-4D64-B5CD-D8D1741315D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318628" y="5908708"/>
                <a:ext cx="177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B7666306-5E5F-4A71-975B-F363219515EF}"/>
                  </a:ext>
                </a:extLst>
              </p14:cNvPr>
              <p14:cNvContentPartPr/>
              <p14:nvPr/>
            </p14:nvContentPartPr>
            <p14:xfrm>
              <a:off x="9599428" y="5996548"/>
              <a:ext cx="363960" cy="5688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B7666306-5E5F-4A71-975B-F363219515E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590428" y="5987548"/>
                <a:ext cx="38160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E8C8F511-963F-4BC9-86F2-838CD1922841}"/>
                  </a:ext>
                </a:extLst>
              </p14:cNvPr>
              <p14:cNvContentPartPr/>
              <p14:nvPr/>
            </p14:nvContentPartPr>
            <p14:xfrm>
              <a:off x="9693028" y="6144148"/>
              <a:ext cx="246240" cy="18504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E8C8F511-963F-4BC9-86F2-838CD1922841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684028" y="6135508"/>
                <a:ext cx="2638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82" name="Entrada de lápiz 181">
                <a:extLst>
                  <a:ext uri="{FF2B5EF4-FFF2-40B4-BE49-F238E27FC236}">
                    <a16:creationId xmlns:a16="http://schemas.microsoft.com/office/drawing/2014/main" id="{469B1704-2C1B-408F-987D-C4246E1F4E8C}"/>
                  </a:ext>
                </a:extLst>
              </p14:cNvPr>
              <p14:cNvContentPartPr/>
              <p14:nvPr/>
            </p14:nvContentPartPr>
            <p14:xfrm>
              <a:off x="9604828" y="5665708"/>
              <a:ext cx="361800" cy="254160"/>
            </p14:xfrm>
          </p:contentPart>
        </mc:Choice>
        <mc:Fallback>
          <p:pic>
            <p:nvPicPr>
              <p:cNvPr id="182" name="Entrada de lápiz 181">
                <a:extLst>
                  <a:ext uri="{FF2B5EF4-FFF2-40B4-BE49-F238E27FC236}">
                    <a16:creationId xmlns:a16="http://schemas.microsoft.com/office/drawing/2014/main" id="{469B1704-2C1B-408F-987D-C4246E1F4E8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596188" y="5656708"/>
                <a:ext cx="3794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83" name="Entrada de lápiz 182">
                <a:extLst>
                  <a:ext uri="{FF2B5EF4-FFF2-40B4-BE49-F238E27FC236}">
                    <a16:creationId xmlns:a16="http://schemas.microsoft.com/office/drawing/2014/main" id="{74FCEC77-C0BD-4187-B93F-D61EBE541267}"/>
                  </a:ext>
                </a:extLst>
              </p14:cNvPr>
              <p14:cNvContentPartPr/>
              <p14:nvPr/>
            </p14:nvContentPartPr>
            <p14:xfrm>
              <a:off x="8678548" y="5662468"/>
              <a:ext cx="469800" cy="315360"/>
            </p14:xfrm>
          </p:contentPart>
        </mc:Choice>
        <mc:Fallback>
          <p:pic>
            <p:nvPicPr>
              <p:cNvPr id="183" name="Entrada de lápiz 182">
                <a:extLst>
                  <a:ext uri="{FF2B5EF4-FFF2-40B4-BE49-F238E27FC236}">
                    <a16:creationId xmlns:a16="http://schemas.microsoft.com/office/drawing/2014/main" id="{74FCEC77-C0BD-4187-B93F-D61EBE541267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669901" y="5653468"/>
                <a:ext cx="487454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92" name="Entrada de lápiz 191">
                <a:extLst>
                  <a:ext uri="{FF2B5EF4-FFF2-40B4-BE49-F238E27FC236}">
                    <a16:creationId xmlns:a16="http://schemas.microsoft.com/office/drawing/2014/main" id="{311EBC43-D07E-4367-85FF-9D1A79F2202F}"/>
                  </a:ext>
                </a:extLst>
              </p14:cNvPr>
              <p14:cNvContentPartPr/>
              <p14:nvPr/>
            </p14:nvContentPartPr>
            <p14:xfrm>
              <a:off x="10225828" y="5551588"/>
              <a:ext cx="1251360" cy="943200"/>
            </p14:xfrm>
          </p:contentPart>
        </mc:Choice>
        <mc:Fallback>
          <p:pic>
            <p:nvPicPr>
              <p:cNvPr id="192" name="Entrada de lápiz 191">
                <a:extLst>
                  <a:ext uri="{FF2B5EF4-FFF2-40B4-BE49-F238E27FC236}">
                    <a16:creationId xmlns:a16="http://schemas.microsoft.com/office/drawing/2014/main" id="{311EBC43-D07E-4367-85FF-9D1A79F2202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217188" y="5542948"/>
                <a:ext cx="1269000" cy="9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207" name="Entrada de lápiz 206">
                <a:extLst>
                  <a:ext uri="{FF2B5EF4-FFF2-40B4-BE49-F238E27FC236}">
                    <a16:creationId xmlns:a16="http://schemas.microsoft.com/office/drawing/2014/main" id="{DF083A43-DB1B-4185-91E3-2985059C6C5D}"/>
                  </a:ext>
                </a:extLst>
              </p14:cNvPr>
              <p14:cNvContentPartPr/>
              <p14:nvPr/>
            </p14:nvContentPartPr>
            <p14:xfrm>
              <a:off x="1202068" y="5158108"/>
              <a:ext cx="2675160" cy="1277640"/>
            </p14:xfrm>
          </p:contentPart>
        </mc:Choice>
        <mc:Fallback>
          <p:pic>
            <p:nvPicPr>
              <p:cNvPr id="207" name="Entrada de lápiz 206">
                <a:extLst>
                  <a:ext uri="{FF2B5EF4-FFF2-40B4-BE49-F238E27FC236}">
                    <a16:creationId xmlns:a16="http://schemas.microsoft.com/office/drawing/2014/main" id="{DF083A43-DB1B-4185-91E3-2985059C6C5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193068" y="5149468"/>
                <a:ext cx="2692800" cy="129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833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F6469D1-195F-457A-BF28-FE5C27F2E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569" y="191086"/>
            <a:ext cx="8768861" cy="31317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1F75C279-6D83-4772-92E9-87A2CD219704}"/>
                  </a:ext>
                </a:extLst>
              </p14:cNvPr>
              <p14:cNvContentPartPr/>
              <p14:nvPr/>
            </p14:nvContentPartPr>
            <p14:xfrm>
              <a:off x="1864108" y="3610108"/>
              <a:ext cx="2158920" cy="49356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1F75C279-6D83-4772-92E9-87A2CD2197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5108" y="3601115"/>
                <a:ext cx="2176560" cy="511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A3AB7CDC-387E-4886-BBD2-0910F164F320}"/>
                  </a:ext>
                </a:extLst>
              </p14:cNvPr>
              <p14:cNvContentPartPr/>
              <p14:nvPr/>
            </p14:nvContentPartPr>
            <p14:xfrm>
              <a:off x="4212748" y="3528028"/>
              <a:ext cx="1821600" cy="70740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A3AB7CDC-387E-4886-BBD2-0910F164F3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04108" y="3519388"/>
                <a:ext cx="1839240" cy="72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AC8C6D75-52BA-4895-98B0-139C2074FCD0}"/>
                  </a:ext>
                </a:extLst>
              </p14:cNvPr>
              <p14:cNvContentPartPr/>
              <p14:nvPr/>
            </p14:nvContentPartPr>
            <p14:xfrm>
              <a:off x="3002428" y="4344508"/>
              <a:ext cx="440640" cy="37656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AC8C6D75-52BA-4895-98B0-139C2074FC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93781" y="4335868"/>
                <a:ext cx="458294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F236C6A5-B3C4-4A61-9253-6411DF870660}"/>
                  </a:ext>
                </a:extLst>
              </p14:cNvPr>
              <p14:cNvContentPartPr/>
              <p14:nvPr/>
            </p14:nvContentPartPr>
            <p14:xfrm>
              <a:off x="1964908" y="4370428"/>
              <a:ext cx="905040" cy="38808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F236C6A5-B3C4-4A61-9253-6411DF8706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56268" y="4361428"/>
                <a:ext cx="92268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F3C48142-9CC0-4DC0-B650-9DC0AB24B945}"/>
                  </a:ext>
                </a:extLst>
              </p14:cNvPr>
              <p14:cNvContentPartPr/>
              <p14:nvPr/>
            </p14:nvContentPartPr>
            <p14:xfrm>
              <a:off x="2444428" y="5326228"/>
              <a:ext cx="120600" cy="288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F3C48142-9CC0-4DC0-B650-9DC0AB24B94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35428" y="5317588"/>
                <a:ext cx="1382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619B5201-111B-4449-81D0-81169E70F2C6}"/>
                  </a:ext>
                </a:extLst>
              </p14:cNvPr>
              <p14:cNvContentPartPr/>
              <p14:nvPr/>
            </p14:nvContentPartPr>
            <p14:xfrm>
              <a:off x="2440108" y="5436748"/>
              <a:ext cx="130320" cy="612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619B5201-111B-4449-81D0-81169E70F2C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31108" y="5428108"/>
                <a:ext cx="1479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D0172C25-291E-4FA7-B92B-10229C726CF7}"/>
                  </a:ext>
                </a:extLst>
              </p14:cNvPr>
              <p14:cNvContentPartPr/>
              <p14:nvPr/>
            </p14:nvContentPartPr>
            <p14:xfrm>
              <a:off x="3286108" y="5220028"/>
              <a:ext cx="150480" cy="24804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D0172C25-291E-4FA7-B92B-10229C726CF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77108" y="5211028"/>
                <a:ext cx="16812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AC2434CF-3183-4CEE-91E4-F571D3B279E8}"/>
                  </a:ext>
                </a:extLst>
              </p14:cNvPr>
              <p14:cNvContentPartPr/>
              <p14:nvPr/>
            </p14:nvContentPartPr>
            <p14:xfrm>
              <a:off x="2444428" y="6059908"/>
              <a:ext cx="140760" cy="2268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AC2434CF-3183-4CEE-91E4-F571D3B279E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35428" y="6051268"/>
                <a:ext cx="1584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6BABAC6F-FB73-4A4B-A40F-B64B202E3F5C}"/>
                  </a:ext>
                </a:extLst>
              </p14:cNvPr>
              <p14:cNvContentPartPr/>
              <p14:nvPr/>
            </p14:nvContentPartPr>
            <p14:xfrm>
              <a:off x="2457748" y="6165028"/>
              <a:ext cx="138960" cy="1404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6BABAC6F-FB73-4A4B-A40F-B64B202E3F5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49108" y="6156028"/>
                <a:ext cx="1566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864DE4C8-83A4-4409-9A14-C4EFD11E46B0}"/>
                  </a:ext>
                </a:extLst>
              </p14:cNvPr>
              <p14:cNvContentPartPr/>
              <p14:nvPr/>
            </p14:nvContentPartPr>
            <p14:xfrm>
              <a:off x="11167948" y="3712348"/>
              <a:ext cx="254520" cy="118008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864DE4C8-83A4-4409-9A14-C4EFD11E46B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158961" y="3703711"/>
                <a:ext cx="272135" cy="11977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971E5F9C-AFAF-46A3-819C-67A657A95FB5}"/>
                  </a:ext>
                </a:extLst>
              </p14:cNvPr>
              <p14:cNvContentPartPr/>
              <p14:nvPr/>
            </p14:nvContentPartPr>
            <p14:xfrm>
              <a:off x="8295508" y="6500908"/>
              <a:ext cx="262800" cy="2520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971E5F9C-AFAF-46A3-819C-67A657A95FB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86508" y="6492268"/>
                <a:ext cx="2804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B15C95B2-1D7A-4254-9911-7B667802CDC4}"/>
                  </a:ext>
                </a:extLst>
              </p14:cNvPr>
              <p14:cNvContentPartPr/>
              <p14:nvPr/>
            </p14:nvContentPartPr>
            <p14:xfrm>
              <a:off x="8342668" y="6618628"/>
              <a:ext cx="277920" cy="2196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B15C95B2-1D7A-4254-9911-7B667802CDC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33668" y="6609988"/>
                <a:ext cx="2955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36427A0E-55B7-4E49-9682-1D3F3711EC55}"/>
                  </a:ext>
                </a:extLst>
              </p14:cNvPr>
              <p14:cNvContentPartPr/>
              <p14:nvPr/>
            </p14:nvContentPartPr>
            <p14:xfrm>
              <a:off x="9004348" y="6390028"/>
              <a:ext cx="306720" cy="35280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36427A0E-55B7-4E49-9682-1D3F3711EC5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95348" y="6381388"/>
                <a:ext cx="3243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BE287D22-813C-4540-83E4-1AA536417C48}"/>
                  </a:ext>
                </a:extLst>
              </p14:cNvPr>
              <p14:cNvContentPartPr/>
              <p14:nvPr/>
            </p14:nvContentPartPr>
            <p14:xfrm>
              <a:off x="2776348" y="5196268"/>
              <a:ext cx="372240" cy="290880"/>
            </p14:xfrm>
          </p:contentPart>
        </mc:Choice>
        <mc:Fallback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BE287D22-813C-4540-83E4-1AA536417C4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767348" y="5187628"/>
                <a:ext cx="3898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4BA44B86-4F8C-4E79-AEF1-E39231942C9E}"/>
                  </a:ext>
                </a:extLst>
              </p14:cNvPr>
              <p14:cNvContentPartPr/>
              <p14:nvPr/>
            </p14:nvContentPartPr>
            <p14:xfrm>
              <a:off x="2726308" y="1142668"/>
              <a:ext cx="936000" cy="137412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4BA44B86-4F8C-4E79-AEF1-E39231942C9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17665" y="1133670"/>
                <a:ext cx="953647" cy="1391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6536F9CA-7D9B-4FD3-B2EA-9E630E49018D}"/>
                  </a:ext>
                </a:extLst>
              </p14:cNvPr>
              <p14:cNvContentPartPr/>
              <p14:nvPr/>
            </p14:nvContentPartPr>
            <p14:xfrm>
              <a:off x="2839708" y="5821588"/>
              <a:ext cx="244800" cy="40176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6536F9CA-7D9B-4FD3-B2EA-9E630E49018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31068" y="5812948"/>
                <a:ext cx="26244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83156C54-C105-4228-ACC8-7C36D6F0D000}"/>
                  </a:ext>
                </a:extLst>
              </p14:cNvPr>
              <p14:cNvContentPartPr/>
              <p14:nvPr/>
            </p14:nvContentPartPr>
            <p14:xfrm>
              <a:off x="11234188" y="3748708"/>
              <a:ext cx="207360" cy="19224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83156C54-C105-4228-ACC8-7C36D6F0D00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198188" y="3677068"/>
                <a:ext cx="27900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8963B91E-FBF2-4B56-B749-25AF8DAFC92A}"/>
                  </a:ext>
                </a:extLst>
              </p14:cNvPr>
              <p14:cNvContentPartPr/>
              <p14:nvPr/>
            </p14:nvContentPartPr>
            <p14:xfrm>
              <a:off x="9086068" y="5376268"/>
              <a:ext cx="230760" cy="27216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8963B91E-FBF2-4B56-B749-25AF8DAFC92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50428" y="5304628"/>
                <a:ext cx="30240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F46894BE-B0EB-4AAD-925D-28476F2D0E88}"/>
                  </a:ext>
                </a:extLst>
              </p14:cNvPr>
              <p14:cNvContentPartPr/>
              <p14:nvPr/>
            </p14:nvContentPartPr>
            <p14:xfrm>
              <a:off x="6202828" y="3512188"/>
              <a:ext cx="4765320" cy="280008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F46894BE-B0EB-4AAD-925D-28476F2D0E8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194188" y="3503188"/>
                <a:ext cx="4782960" cy="28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8E6BE150-28C1-4E25-ACFA-7CF8121E6A4D}"/>
                  </a:ext>
                </a:extLst>
              </p14:cNvPr>
              <p14:cNvContentPartPr/>
              <p14:nvPr/>
            </p14:nvContentPartPr>
            <p14:xfrm>
              <a:off x="11297548" y="4676068"/>
              <a:ext cx="256680" cy="27612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8E6BE150-28C1-4E25-ACFA-7CF8121E6A4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279908" y="4640068"/>
                <a:ext cx="2923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B56B47F7-0C9B-4DF8-BEB3-91576682F050}"/>
                  </a:ext>
                </a:extLst>
              </p14:cNvPr>
              <p14:cNvContentPartPr/>
              <p14:nvPr/>
            </p14:nvContentPartPr>
            <p14:xfrm>
              <a:off x="10600228" y="5309668"/>
              <a:ext cx="216360" cy="25020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B56B47F7-0C9B-4DF8-BEB3-91576682F05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582588" y="5273668"/>
                <a:ext cx="252000" cy="32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0104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C0CD267-0D9B-4D11-AA39-72E4CE8B0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290" y="154890"/>
            <a:ext cx="3067491" cy="32741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F903D7F4-B2A5-4011-B10D-8C9FC616BB5C}"/>
                  </a:ext>
                </a:extLst>
              </p14:cNvPr>
              <p14:cNvContentPartPr/>
              <p14:nvPr/>
            </p14:nvContentPartPr>
            <p14:xfrm>
              <a:off x="2097748" y="992188"/>
              <a:ext cx="1041840" cy="156528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F903D7F4-B2A5-4011-B10D-8C9FC616BB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8748" y="983188"/>
                <a:ext cx="1059480" cy="158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9" name="Entrada de lápiz 228">
                <a:extLst>
                  <a:ext uri="{FF2B5EF4-FFF2-40B4-BE49-F238E27FC236}">
                    <a16:creationId xmlns:a16="http://schemas.microsoft.com/office/drawing/2014/main" id="{CBF9A17F-813C-4379-9D25-F2C9695D2D48}"/>
                  </a:ext>
                </a:extLst>
              </p14:cNvPr>
              <p14:cNvContentPartPr/>
              <p14:nvPr/>
            </p14:nvContentPartPr>
            <p14:xfrm>
              <a:off x="10693468" y="2521468"/>
              <a:ext cx="211320" cy="208440"/>
            </p14:xfrm>
          </p:contentPart>
        </mc:Choice>
        <mc:Fallback>
          <p:pic>
            <p:nvPicPr>
              <p:cNvPr id="229" name="Entrada de lápiz 228">
                <a:extLst>
                  <a:ext uri="{FF2B5EF4-FFF2-40B4-BE49-F238E27FC236}">
                    <a16:creationId xmlns:a16="http://schemas.microsoft.com/office/drawing/2014/main" id="{CBF9A17F-813C-4379-9D25-F2C9695D2D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57468" y="2449828"/>
                <a:ext cx="28296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997F8E6E-AF15-4157-B32E-0A9E8A7D2A1C}"/>
                  </a:ext>
                </a:extLst>
              </p14:cNvPr>
              <p14:cNvContentPartPr/>
              <p14:nvPr/>
            </p14:nvContentPartPr>
            <p14:xfrm>
              <a:off x="9269308" y="4003228"/>
              <a:ext cx="155160" cy="138600"/>
            </p14:xfrm>
          </p:contentPart>
        </mc:Choice>
        <mc:Fallback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997F8E6E-AF15-4157-B32E-0A9E8A7D2A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33308" y="3931228"/>
                <a:ext cx="2268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84AADABE-56E1-4C32-9C5B-317FE6F57306}"/>
                  </a:ext>
                </a:extLst>
              </p14:cNvPr>
              <p14:cNvContentPartPr/>
              <p14:nvPr/>
            </p14:nvContentPartPr>
            <p14:xfrm>
              <a:off x="10412668" y="4062628"/>
              <a:ext cx="146520" cy="189360"/>
            </p14:xfrm>
          </p:contentPart>
        </mc:Choice>
        <mc:Fallback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84AADABE-56E1-4C32-9C5B-317FE6F5730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377028" y="3990628"/>
                <a:ext cx="21816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0271A54B-F9BE-4370-8106-0EAC518C7010}"/>
                  </a:ext>
                </a:extLst>
              </p14:cNvPr>
              <p14:cNvContentPartPr/>
              <p14:nvPr/>
            </p14:nvContentPartPr>
            <p14:xfrm>
              <a:off x="10712188" y="3263428"/>
              <a:ext cx="226800" cy="276120"/>
            </p14:xfrm>
          </p:contentPart>
        </mc:Choice>
        <mc:Fallback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0271A54B-F9BE-4370-8106-0EAC518C701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694188" y="3227788"/>
                <a:ext cx="26244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60FC4D18-C5D7-473C-8D20-29C3205F2280}"/>
                  </a:ext>
                </a:extLst>
              </p14:cNvPr>
              <p14:cNvContentPartPr/>
              <p14:nvPr/>
            </p14:nvContentPartPr>
            <p14:xfrm>
              <a:off x="11344348" y="3904948"/>
              <a:ext cx="167400" cy="197640"/>
            </p14:xfrm>
          </p:contentPart>
        </mc:Choice>
        <mc:Fallback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60FC4D18-C5D7-473C-8D20-29C3205F228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326348" y="3868948"/>
                <a:ext cx="2030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17B3FD2F-CECA-4C43-AB19-4502D9B1489B}"/>
                  </a:ext>
                </a:extLst>
              </p14:cNvPr>
              <p14:cNvContentPartPr/>
              <p14:nvPr/>
            </p14:nvContentPartPr>
            <p14:xfrm>
              <a:off x="12009628" y="4009708"/>
              <a:ext cx="158760" cy="194040"/>
            </p14:xfrm>
          </p:contentPart>
        </mc:Choice>
        <mc:Fallback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17B3FD2F-CECA-4C43-AB19-4502D9B1489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991628" y="3974068"/>
                <a:ext cx="1944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87" name="Entrada de lápiz 286">
                <a:extLst>
                  <a:ext uri="{FF2B5EF4-FFF2-40B4-BE49-F238E27FC236}">
                    <a16:creationId xmlns:a16="http://schemas.microsoft.com/office/drawing/2014/main" id="{B38F7A6D-1CF7-4F9C-ACEE-70889AFFCE5D}"/>
                  </a:ext>
                </a:extLst>
              </p14:cNvPr>
              <p14:cNvContentPartPr/>
              <p14:nvPr/>
            </p14:nvContentPartPr>
            <p14:xfrm>
              <a:off x="4578508" y="176068"/>
              <a:ext cx="7643160" cy="6637680"/>
            </p14:xfrm>
          </p:contentPart>
        </mc:Choice>
        <mc:Fallback>
          <p:pic>
            <p:nvPicPr>
              <p:cNvPr id="287" name="Entrada de lápiz 286">
                <a:extLst>
                  <a:ext uri="{FF2B5EF4-FFF2-40B4-BE49-F238E27FC236}">
                    <a16:creationId xmlns:a16="http://schemas.microsoft.com/office/drawing/2014/main" id="{B38F7A6D-1CF7-4F9C-ACEE-70889AFFCE5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69868" y="167068"/>
                <a:ext cx="7660800" cy="665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4891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DDF8C29-B0E4-4B88-BF7F-918C8DB54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11" y="108584"/>
            <a:ext cx="3901527" cy="37318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DE19BA0A-DDC0-4C09-8030-514DF4B33C71}"/>
                  </a:ext>
                </a:extLst>
              </p14:cNvPr>
              <p14:cNvContentPartPr/>
              <p14:nvPr/>
            </p14:nvContentPartPr>
            <p14:xfrm>
              <a:off x="2624068" y="1792828"/>
              <a:ext cx="1053720" cy="100188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DE19BA0A-DDC0-4C09-8030-514DF4B33C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15068" y="1784188"/>
                <a:ext cx="1071360" cy="1019520"/>
              </a:xfrm>
              <a:prstGeom prst="rect">
                <a:avLst/>
              </a:prstGeom>
            </p:spPr>
          </p:pic>
        </mc:Fallback>
      </mc:AlternateContent>
      <p:pic>
        <p:nvPicPr>
          <p:cNvPr id="164" name="Imagen 163">
            <a:extLst>
              <a:ext uri="{FF2B5EF4-FFF2-40B4-BE49-F238E27FC236}">
                <a16:creationId xmlns:a16="http://schemas.microsoft.com/office/drawing/2014/main" id="{9B0B3F10-AD44-44CF-B35B-91AAEE088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175" y="2180345"/>
            <a:ext cx="4695825" cy="12287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84" name="Entrada de lápiz 283">
                <a:extLst>
                  <a:ext uri="{FF2B5EF4-FFF2-40B4-BE49-F238E27FC236}">
                    <a16:creationId xmlns:a16="http://schemas.microsoft.com/office/drawing/2014/main" id="{1F5717B7-BDD8-4E17-A866-EE464E8EA2B0}"/>
                  </a:ext>
                </a:extLst>
              </p14:cNvPr>
              <p14:cNvContentPartPr/>
              <p14:nvPr/>
            </p14:nvContentPartPr>
            <p14:xfrm>
              <a:off x="5197348" y="92548"/>
              <a:ext cx="6813720" cy="5790960"/>
            </p14:xfrm>
          </p:contentPart>
        </mc:Choice>
        <mc:Fallback>
          <p:pic>
            <p:nvPicPr>
              <p:cNvPr id="284" name="Entrada de lápiz 283">
                <a:extLst>
                  <a:ext uri="{FF2B5EF4-FFF2-40B4-BE49-F238E27FC236}">
                    <a16:creationId xmlns:a16="http://schemas.microsoft.com/office/drawing/2014/main" id="{1F5717B7-BDD8-4E17-A866-EE464E8EA2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88708" y="83908"/>
                <a:ext cx="6831360" cy="580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1539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9469CF2D-387E-475E-A511-C8B7E849E53F}"/>
                  </a:ext>
                </a:extLst>
              </p14:cNvPr>
              <p14:cNvContentPartPr/>
              <p14:nvPr/>
            </p14:nvContentPartPr>
            <p14:xfrm>
              <a:off x="2344708" y="543268"/>
              <a:ext cx="208440" cy="10429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9469CF2D-387E-475E-A511-C8B7E849E5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6068" y="534268"/>
                <a:ext cx="22608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5761FF3-6DD1-4311-94D0-5156F1BFE581}"/>
                  </a:ext>
                </a:extLst>
              </p14:cNvPr>
              <p14:cNvContentPartPr/>
              <p14:nvPr/>
            </p14:nvContentPartPr>
            <p14:xfrm>
              <a:off x="2521828" y="1740268"/>
              <a:ext cx="23400" cy="2664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5761FF3-6DD1-4311-94D0-5156F1BFE5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12828" y="1731628"/>
                <a:ext cx="410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50074C10-A44E-4187-8877-1A0064B5F5F8}"/>
                  </a:ext>
                </a:extLst>
              </p14:cNvPr>
              <p14:cNvContentPartPr/>
              <p14:nvPr/>
            </p14:nvContentPartPr>
            <p14:xfrm>
              <a:off x="2663668" y="967348"/>
              <a:ext cx="167760" cy="2091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50074C10-A44E-4187-8877-1A0064B5F5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5028" y="958708"/>
                <a:ext cx="1854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C77C7960-050B-4413-912D-B4D2DFA04B9E}"/>
                  </a:ext>
                </a:extLst>
              </p14:cNvPr>
              <p14:cNvContentPartPr/>
              <p14:nvPr/>
            </p14:nvContentPartPr>
            <p14:xfrm>
              <a:off x="2973268" y="865108"/>
              <a:ext cx="626040" cy="2170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C77C7960-050B-4413-912D-B4D2DFA04B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64633" y="856123"/>
                <a:ext cx="643670" cy="234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55F5197C-6EF4-4E5E-99AD-402A9626E7C4}"/>
                  </a:ext>
                </a:extLst>
              </p14:cNvPr>
              <p14:cNvContentPartPr/>
              <p14:nvPr/>
            </p14:nvContentPartPr>
            <p14:xfrm>
              <a:off x="4875508" y="747388"/>
              <a:ext cx="348480" cy="28584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55F5197C-6EF4-4E5E-99AD-402A9626E7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66868" y="738388"/>
                <a:ext cx="36612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CFDA526B-6920-4B73-9099-27CEDADCB46C}"/>
                  </a:ext>
                </a:extLst>
              </p14:cNvPr>
              <p14:cNvContentPartPr/>
              <p14:nvPr/>
            </p14:nvContentPartPr>
            <p14:xfrm>
              <a:off x="3797668" y="868348"/>
              <a:ext cx="943200" cy="20232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CFDA526B-6920-4B73-9099-27CEDADCB4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88668" y="859364"/>
                <a:ext cx="960840" cy="2199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938E9041-6196-41A5-A6F6-AFE3CA8FD2FB}"/>
                  </a:ext>
                </a:extLst>
              </p14:cNvPr>
              <p14:cNvContentPartPr/>
              <p14:nvPr/>
            </p14:nvContentPartPr>
            <p14:xfrm>
              <a:off x="6250348" y="695188"/>
              <a:ext cx="136440" cy="23472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938E9041-6196-41A5-A6F6-AFE3CA8FD2F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41348" y="686548"/>
                <a:ext cx="1540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FAB1AD18-A510-48B7-A0D3-F3FED4CA4D24}"/>
                  </a:ext>
                </a:extLst>
              </p14:cNvPr>
              <p14:cNvContentPartPr/>
              <p14:nvPr/>
            </p14:nvContentPartPr>
            <p14:xfrm>
              <a:off x="5549428" y="458308"/>
              <a:ext cx="503640" cy="92016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FAB1AD18-A510-48B7-A0D3-F3FED4CA4D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40788" y="449668"/>
                <a:ext cx="521280" cy="9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BB48FD0C-EE67-446C-84A0-F20610BF1F5F}"/>
                  </a:ext>
                </a:extLst>
              </p14:cNvPr>
              <p14:cNvContentPartPr/>
              <p14:nvPr/>
            </p14:nvContentPartPr>
            <p14:xfrm>
              <a:off x="7436188" y="607348"/>
              <a:ext cx="428040" cy="26208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BB48FD0C-EE67-446C-84A0-F20610BF1F5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27188" y="598708"/>
                <a:ext cx="4456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646095BC-56B9-4278-9D5C-F34B75C51207}"/>
                  </a:ext>
                </a:extLst>
              </p14:cNvPr>
              <p14:cNvContentPartPr/>
              <p14:nvPr/>
            </p14:nvContentPartPr>
            <p14:xfrm>
              <a:off x="6498028" y="555148"/>
              <a:ext cx="799560" cy="36720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646095BC-56B9-4278-9D5C-F34B75C5120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89028" y="546508"/>
                <a:ext cx="817200" cy="384840"/>
              </a:xfrm>
              <a:prstGeom prst="rect">
                <a:avLst/>
              </a:prstGeom>
            </p:spPr>
          </p:pic>
        </mc:Fallback>
      </mc:AlternateContent>
      <p:pic>
        <p:nvPicPr>
          <p:cNvPr id="40" name="Imagen 39">
            <a:extLst>
              <a:ext uri="{FF2B5EF4-FFF2-40B4-BE49-F238E27FC236}">
                <a16:creationId xmlns:a16="http://schemas.microsoft.com/office/drawing/2014/main" id="{5964FBD3-5C05-4EF7-A552-B7F9852B6B6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60702" y="282095"/>
            <a:ext cx="3929332" cy="9201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5D1BB6A5-03D2-4FC0-816D-51777A2E2EBF}"/>
                  </a:ext>
                </a:extLst>
              </p14:cNvPr>
              <p14:cNvContentPartPr/>
              <p14:nvPr/>
            </p14:nvContentPartPr>
            <p14:xfrm>
              <a:off x="8211988" y="173908"/>
              <a:ext cx="3641040" cy="358308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5D1BB6A5-03D2-4FC0-816D-51777A2E2EB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03348" y="165268"/>
                <a:ext cx="3658680" cy="360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BBE40701-F0B9-4928-89F4-7B16C1092CA0}"/>
                  </a:ext>
                </a:extLst>
              </p14:cNvPr>
              <p14:cNvContentPartPr/>
              <p14:nvPr/>
            </p14:nvContentPartPr>
            <p14:xfrm>
              <a:off x="6486508" y="591148"/>
              <a:ext cx="731520" cy="30960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BBE40701-F0B9-4928-89F4-7B16C1092CA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50868" y="519148"/>
                <a:ext cx="80316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5D9C54F3-6441-4637-8126-5F879EB19134}"/>
                  </a:ext>
                </a:extLst>
              </p14:cNvPr>
              <p14:cNvContentPartPr/>
              <p14:nvPr/>
            </p14:nvContentPartPr>
            <p14:xfrm>
              <a:off x="8871148" y="2725228"/>
              <a:ext cx="1748520" cy="62532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5D9C54F3-6441-4637-8126-5F879EB1913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835508" y="2653588"/>
                <a:ext cx="1820160" cy="7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4F1975D9-90D7-4CCA-8CB1-078FB2AD2031}"/>
                  </a:ext>
                </a:extLst>
              </p14:cNvPr>
              <p14:cNvContentPartPr/>
              <p14:nvPr/>
            </p14:nvContentPartPr>
            <p14:xfrm>
              <a:off x="9093268" y="4035988"/>
              <a:ext cx="280080" cy="16668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4F1975D9-90D7-4CCA-8CB1-078FB2AD203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84628" y="4026988"/>
                <a:ext cx="2977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14" name="Entrada de lápiz 213">
                <a:extLst>
                  <a:ext uri="{FF2B5EF4-FFF2-40B4-BE49-F238E27FC236}">
                    <a16:creationId xmlns:a16="http://schemas.microsoft.com/office/drawing/2014/main" id="{DDCB0DA4-31E7-4FA9-9C4E-6AB9B241E963}"/>
                  </a:ext>
                </a:extLst>
              </p14:cNvPr>
              <p14:cNvContentPartPr/>
              <p14:nvPr/>
            </p14:nvContentPartPr>
            <p14:xfrm>
              <a:off x="9495388" y="4081708"/>
              <a:ext cx="129240" cy="4680"/>
            </p14:xfrm>
          </p:contentPart>
        </mc:Choice>
        <mc:Fallback>
          <p:pic>
            <p:nvPicPr>
              <p:cNvPr id="214" name="Entrada de lápiz 213">
                <a:extLst>
                  <a:ext uri="{FF2B5EF4-FFF2-40B4-BE49-F238E27FC236}">
                    <a16:creationId xmlns:a16="http://schemas.microsoft.com/office/drawing/2014/main" id="{DDCB0DA4-31E7-4FA9-9C4E-6AB9B241E96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486748" y="4073068"/>
                <a:ext cx="146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5" name="Entrada de lápiz 214">
                <a:extLst>
                  <a:ext uri="{FF2B5EF4-FFF2-40B4-BE49-F238E27FC236}">
                    <a16:creationId xmlns:a16="http://schemas.microsoft.com/office/drawing/2014/main" id="{0470FF33-024A-496B-90AC-B7162A63CDD1}"/>
                  </a:ext>
                </a:extLst>
              </p14:cNvPr>
              <p14:cNvContentPartPr/>
              <p14:nvPr/>
            </p14:nvContentPartPr>
            <p14:xfrm>
              <a:off x="9535348" y="4147588"/>
              <a:ext cx="122400" cy="18720"/>
            </p14:xfrm>
          </p:contentPart>
        </mc:Choice>
        <mc:Fallback>
          <p:pic>
            <p:nvPicPr>
              <p:cNvPr id="215" name="Entrada de lápiz 214">
                <a:extLst>
                  <a:ext uri="{FF2B5EF4-FFF2-40B4-BE49-F238E27FC236}">
                    <a16:creationId xmlns:a16="http://schemas.microsoft.com/office/drawing/2014/main" id="{0470FF33-024A-496B-90AC-B7162A63CDD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526708" y="4138588"/>
                <a:ext cx="1400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7" name="Entrada de lápiz 226">
                <a:extLst>
                  <a:ext uri="{FF2B5EF4-FFF2-40B4-BE49-F238E27FC236}">
                    <a16:creationId xmlns:a16="http://schemas.microsoft.com/office/drawing/2014/main" id="{F2CF6A88-4E6D-436F-9BC1-A1E6451008A4}"/>
                  </a:ext>
                </a:extLst>
              </p14:cNvPr>
              <p14:cNvContentPartPr/>
              <p14:nvPr/>
            </p14:nvContentPartPr>
            <p14:xfrm>
              <a:off x="9762508" y="4654828"/>
              <a:ext cx="109800" cy="6840"/>
            </p14:xfrm>
          </p:contentPart>
        </mc:Choice>
        <mc:Fallback>
          <p:pic>
            <p:nvPicPr>
              <p:cNvPr id="227" name="Entrada de lápiz 226">
                <a:extLst>
                  <a:ext uri="{FF2B5EF4-FFF2-40B4-BE49-F238E27FC236}">
                    <a16:creationId xmlns:a16="http://schemas.microsoft.com/office/drawing/2014/main" id="{F2CF6A88-4E6D-436F-9BC1-A1E6451008A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753508" y="4646188"/>
                <a:ext cx="1274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28" name="Entrada de lápiz 227">
                <a:extLst>
                  <a:ext uri="{FF2B5EF4-FFF2-40B4-BE49-F238E27FC236}">
                    <a16:creationId xmlns:a16="http://schemas.microsoft.com/office/drawing/2014/main" id="{FC24EE8B-DDB5-4C08-9915-0EA32B66BE61}"/>
                  </a:ext>
                </a:extLst>
              </p14:cNvPr>
              <p14:cNvContentPartPr/>
              <p14:nvPr/>
            </p14:nvContentPartPr>
            <p14:xfrm>
              <a:off x="9768628" y="4709188"/>
              <a:ext cx="150840" cy="6120"/>
            </p14:xfrm>
          </p:contentPart>
        </mc:Choice>
        <mc:Fallback>
          <p:pic>
            <p:nvPicPr>
              <p:cNvPr id="228" name="Entrada de lápiz 227">
                <a:extLst>
                  <a:ext uri="{FF2B5EF4-FFF2-40B4-BE49-F238E27FC236}">
                    <a16:creationId xmlns:a16="http://schemas.microsoft.com/office/drawing/2014/main" id="{FC24EE8B-DDB5-4C08-9915-0EA32B66BE6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759628" y="4700548"/>
                <a:ext cx="1684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29" name="Entrada de lápiz 228">
                <a:extLst>
                  <a:ext uri="{FF2B5EF4-FFF2-40B4-BE49-F238E27FC236}">
                    <a16:creationId xmlns:a16="http://schemas.microsoft.com/office/drawing/2014/main" id="{B5008D93-1389-4BA7-94CD-3698F221346B}"/>
                  </a:ext>
                </a:extLst>
              </p14:cNvPr>
              <p14:cNvContentPartPr/>
              <p14:nvPr/>
            </p14:nvContentPartPr>
            <p14:xfrm>
              <a:off x="10101268" y="4576348"/>
              <a:ext cx="254880" cy="155160"/>
            </p14:xfrm>
          </p:contentPart>
        </mc:Choice>
        <mc:Fallback>
          <p:pic>
            <p:nvPicPr>
              <p:cNvPr id="229" name="Entrada de lápiz 228">
                <a:extLst>
                  <a:ext uri="{FF2B5EF4-FFF2-40B4-BE49-F238E27FC236}">
                    <a16:creationId xmlns:a16="http://schemas.microsoft.com/office/drawing/2014/main" id="{B5008D93-1389-4BA7-94CD-3698F221346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092628" y="4567348"/>
                <a:ext cx="2725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30" name="Entrada de lápiz 229">
                <a:extLst>
                  <a:ext uri="{FF2B5EF4-FFF2-40B4-BE49-F238E27FC236}">
                    <a16:creationId xmlns:a16="http://schemas.microsoft.com/office/drawing/2014/main" id="{1F051AFB-0BCD-4EB4-99A4-05FCA3A5AEB2}"/>
                  </a:ext>
                </a:extLst>
              </p14:cNvPr>
              <p14:cNvContentPartPr/>
              <p14:nvPr/>
            </p14:nvContentPartPr>
            <p14:xfrm>
              <a:off x="9119548" y="4722148"/>
              <a:ext cx="388800" cy="243000"/>
            </p14:xfrm>
          </p:contentPart>
        </mc:Choice>
        <mc:Fallback>
          <p:pic>
            <p:nvPicPr>
              <p:cNvPr id="230" name="Entrada de lápiz 229">
                <a:extLst>
                  <a:ext uri="{FF2B5EF4-FFF2-40B4-BE49-F238E27FC236}">
                    <a16:creationId xmlns:a16="http://schemas.microsoft.com/office/drawing/2014/main" id="{1F051AFB-0BCD-4EB4-99A4-05FCA3A5AEB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110908" y="4713148"/>
                <a:ext cx="4064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31" name="Entrada de lápiz 230">
                <a:extLst>
                  <a:ext uri="{FF2B5EF4-FFF2-40B4-BE49-F238E27FC236}">
                    <a16:creationId xmlns:a16="http://schemas.microsoft.com/office/drawing/2014/main" id="{62BB314E-1DF7-4E71-B311-181E10489E71}"/>
                  </a:ext>
                </a:extLst>
              </p14:cNvPr>
              <p14:cNvContentPartPr/>
              <p14:nvPr/>
            </p14:nvContentPartPr>
            <p14:xfrm>
              <a:off x="9064108" y="4357828"/>
              <a:ext cx="416520" cy="305280"/>
            </p14:xfrm>
          </p:contentPart>
        </mc:Choice>
        <mc:Fallback>
          <p:pic>
            <p:nvPicPr>
              <p:cNvPr id="231" name="Entrada de lápiz 230">
                <a:extLst>
                  <a:ext uri="{FF2B5EF4-FFF2-40B4-BE49-F238E27FC236}">
                    <a16:creationId xmlns:a16="http://schemas.microsoft.com/office/drawing/2014/main" id="{62BB314E-1DF7-4E71-B311-181E10489E7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055108" y="4348839"/>
                <a:ext cx="434160" cy="322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32" name="Entrada de lápiz 231">
                <a:extLst>
                  <a:ext uri="{FF2B5EF4-FFF2-40B4-BE49-F238E27FC236}">
                    <a16:creationId xmlns:a16="http://schemas.microsoft.com/office/drawing/2014/main" id="{1B1743AE-26B5-45C6-8893-5EA28B757951}"/>
                  </a:ext>
                </a:extLst>
              </p14:cNvPr>
              <p14:cNvContentPartPr/>
              <p14:nvPr/>
            </p14:nvContentPartPr>
            <p14:xfrm>
              <a:off x="9819388" y="4021948"/>
              <a:ext cx="489600" cy="210960"/>
            </p14:xfrm>
          </p:contentPart>
        </mc:Choice>
        <mc:Fallback>
          <p:pic>
            <p:nvPicPr>
              <p:cNvPr id="232" name="Entrada de lápiz 231">
                <a:extLst>
                  <a:ext uri="{FF2B5EF4-FFF2-40B4-BE49-F238E27FC236}">
                    <a16:creationId xmlns:a16="http://schemas.microsoft.com/office/drawing/2014/main" id="{1B1743AE-26B5-45C6-8893-5EA28B75795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810388" y="4012948"/>
                <a:ext cx="5072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35" name="Entrada de lápiz 234">
                <a:extLst>
                  <a:ext uri="{FF2B5EF4-FFF2-40B4-BE49-F238E27FC236}">
                    <a16:creationId xmlns:a16="http://schemas.microsoft.com/office/drawing/2014/main" id="{414950FA-08FB-40B6-A7BD-5F0E88BBC4D2}"/>
                  </a:ext>
                </a:extLst>
              </p14:cNvPr>
              <p14:cNvContentPartPr/>
              <p14:nvPr/>
            </p14:nvContentPartPr>
            <p14:xfrm>
              <a:off x="9265708" y="5184388"/>
              <a:ext cx="133920" cy="263880"/>
            </p14:xfrm>
          </p:contentPart>
        </mc:Choice>
        <mc:Fallback>
          <p:pic>
            <p:nvPicPr>
              <p:cNvPr id="235" name="Entrada de lápiz 234">
                <a:extLst>
                  <a:ext uri="{FF2B5EF4-FFF2-40B4-BE49-F238E27FC236}">
                    <a16:creationId xmlns:a16="http://schemas.microsoft.com/office/drawing/2014/main" id="{414950FA-08FB-40B6-A7BD-5F0E88BBC4D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256732" y="5175388"/>
                <a:ext cx="151513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C476F3F7-F23D-423A-B186-978495A0233E}"/>
                  </a:ext>
                </a:extLst>
              </p14:cNvPr>
              <p14:cNvContentPartPr/>
              <p14:nvPr/>
            </p14:nvContentPartPr>
            <p14:xfrm>
              <a:off x="9495028" y="5258188"/>
              <a:ext cx="91440" cy="168120"/>
            </p14:xfrm>
          </p:contentPart>
        </mc:Choice>
        <mc:Fallback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C476F3F7-F23D-423A-B186-978495A0233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486028" y="5249548"/>
                <a:ext cx="109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732A17F5-0D9B-4AEB-87BA-10CB84254D54}"/>
                  </a:ext>
                </a:extLst>
              </p14:cNvPr>
              <p14:cNvContentPartPr/>
              <p14:nvPr/>
            </p14:nvContentPartPr>
            <p14:xfrm>
              <a:off x="9329068" y="5496868"/>
              <a:ext cx="359640" cy="37800"/>
            </p14:xfrm>
          </p:contentPart>
        </mc:Choice>
        <mc:Fallback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732A17F5-0D9B-4AEB-87BA-10CB84254D5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320428" y="5487868"/>
                <a:ext cx="3772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238" name="Entrada de lápiz 237">
                <a:extLst>
                  <a:ext uri="{FF2B5EF4-FFF2-40B4-BE49-F238E27FC236}">
                    <a16:creationId xmlns:a16="http://schemas.microsoft.com/office/drawing/2014/main" id="{463B24C5-0B41-4E06-BEA4-488CB4A8BB67}"/>
                  </a:ext>
                </a:extLst>
              </p14:cNvPr>
              <p14:cNvContentPartPr/>
              <p14:nvPr/>
            </p14:nvContentPartPr>
            <p14:xfrm>
              <a:off x="9442828" y="5592268"/>
              <a:ext cx="260280" cy="155160"/>
            </p14:xfrm>
          </p:contentPart>
        </mc:Choice>
        <mc:Fallback>
          <p:pic>
            <p:nvPicPr>
              <p:cNvPr id="238" name="Entrada de lápiz 237">
                <a:extLst>
                  <a:ext uri="{FF2B5EF4-FFF2-40B4-BE49-F238E27FC236}">
                    <a16:creationId xmlns:a16="http://schemas.microsoft.com/office/drawing/2014/main" id="{463B24C5-0B41-4E06-BEA4-488CB4A8BB6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434188" y="5583628"/>
                <a:ext cx="2779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239" name="Entrada de lápiz 238">
                <a:extLst>
                  <a:ext uri="{FF2B5EF4-FFF2-40B4-BE49-F238E27FC236}">
                    <a16:creationId xmlns:a16="http://schemas.microsoft.com/office/drawing/2014/main" id="{6D017B1C-D1DA-4E76-9117-D291CB52898F}"/>
                  </a:ext>
                </a:extLst>
              </p14:cNvPr>
              <p14:cNvContentPartPr/>
              <p14:nvPr/>
            </p14:nvContentPartPr>
            <p14:xfrm>
              <a:off x="9924148" y="5344588"/>
              <a:ext cx="132120" cy="37080"/>
            </p14:xfrm>
          </p:contentPart>
        </mc:Choice>
        <mc:Fallback>
          <p:pic>
            <p:nvPicPr>
              <p:cNvPr id="239" name="Entrada de lápiz 238">
                <a:extLst>
                  <a:ext uri="{FF2B5EF4-FFF2-40B4-BE49-F238E27FC236}">
                    <a16:creationId xmlns:a16="http://schemas.microsoft.com/office/drawing/2014/main" id="{6D017B1C-D1DA-4E76-9117-D291CB52898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915508" y="5335948"/>
                <a:ext cx="1497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423CC7D8-C4AD-4CF0-8E11-47250A2A0856}"/>
                  </a:ext>
                </a:extLst>
              </p14:cNvPr>
              <p14:cNvContentPartPr/>
              <p14:nvPr/>
            </p14:nvContentPartPr>
            <p14:xfrm>
              <a:off x="9955468" y="5468068"/>
              <a:ext cx="162360" cy="9360"/>
            </p14:xfrm>
          </p:contentPart>
        </mc:Choice>
        <mc:Fallback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423CC7D8-C4AD-4CF0-8E11-47250A2A085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946468" y="5459068"/>
                <a:ext cx="1800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45" name="Entrada de lápiz 244">
                <a:extLst>
                  <a:ext uri="{FF2B5EF4-FFF2-40B4-BE49-F238E27FC236}">
                    <a16:creationId xmlns:a16="http://schemas.microsoft.com/office/drawing/2014/main" id="{C336C9FA-E400-4386-AF8E-DE31F15E3586}"/>
                  </a:ext>
                </a:extLst>
              </p14:cNvPr>
              <p14:cNvContentPartPr/>
              <p14:nvPr/>
            </p14:nvContentPartPr>
            <p14:xfrm>
              <a:off x="10524628" y="5226868"/>
              <a:ext cx="193320" cy="224640"/>
            </p14:xfrm>
          </p:contentPart>
        </mc:Choice>
        <mc:Fallback>
          <p:pic>
            <p:nvPicPr>
              <p:cNvPr id="245" name="Entrada de lápiz 244">
                <a:extLst>
                  <a:ext uri="{FF2B5EF4-FFF2-40B4-BE49-F238E27FC236}">
                    <a16:creationId xmlns:a16="http://schemas.microsoft.com/office/drawing/2014/main" id="{C336C9FA-E400-4386-AF8E-DE31F15E358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515988" y="5218228"/>
                <a:ext cx="2109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246" name="Entrada de lápiz 245">
                <a:extLst>
                  <a:ext uri="{FF2B5EF4-FFF2-40B4-BE49-F238E27FC236}">
                    <a16:creationId xmlns:a16="http://schemas.microsoft.com/office/drawing/2014/main" id="{29A7DC76-9FFD-4616-8DC3-722A58108A4B}"/>
                  </a:ext>
                </a:extLst>
              </p14:cNvPr>
              <p14:cNvContentPartPr/>
              <p14:nvPr/>
            </p14:nvContentPartPr>
            <p14:xfrm>
              <a:off x="10259668" y="5167108"/>
              <a:ext cx="146160" cy="293760"/>
            </p14:xfrm>
          </p:contentPart>
        </mc:Choice>
        <mc:Fallback>
          <p:pic>
            <p:nvPicPr>
              <p:cNvPr id="246" name="Entrada de lápiz 245">
                <a:extLst>
                  <a:ext uri="{FF2B5EF4-FFF2-40B4-BE49-F238E27FC236}">
                    <a16:creationId xmlns:a16="http://schemas.microsoft.com/office/drawing/2014/main" id="{29A7DC76-9FFD-4616-8DC3-722A58108A4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251028" y="5158108"/>
                <a:ext cx="1638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45" name="Entrada de lápiz 344">
                <a:extLst>
                  <a:ext uri="{FF2B5EF4-FFF2-40B4-BE49-F238E27FC236}">
                    <a16:creationId xmlns:a16="http://schemas.microsoft.com/office/drawing/2014/main" id="{458EF776-2DE7-42A2-BA88-60A5D58D1096}"/>
                  </a:ext>
                </a:extLst>
              </p14:cNvPr>
              <p14:cNvContentPartPr/>
              <p14:nvPr/>
            </p14:nvContentPartPr>
            <p14:xfrm>
              <a:off x="2865988" y="1971028"/>
              <a:ext cx="4906080" cy="4651200"/>
            </p14:xfrm>
          </p:contentPart>
        </mc:Choice>
        <mc:Fallback>
          <p:pic>
            <p:nvPicPr>
              <p:cNvPr id="345" name="Entrada de lápiz 344">
                <a:extLst>
                  <a:ext uri="{FF2B5EF4-FFF2-40B4-BE49-F238E27FC236}">
                    <a16:creationId xmlns:a16="http://schemas.microsoft.com/office/drawing/2014/main" id="{458EF776-2DE7-42A2-BA88-60A5D58D109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857348" y="1962388"/>
                <a:ext cx="4923720" cy="466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5797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96FD54F0-CA54-4D02-9125-CA11067EC260}"/>
                  </a:ext>
                </a:extLst>
              </p14:cNvPr>
              <p14:cNvContentPartPr/>
              <p14:nvPr/>
            </p14:nvContentPartPr>
            <p14:xfrm>
              <a:off x="9761428" y="329788"/>
              <a:ext cx="1950480" cy="25812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96FD54F0-CA54-4D02-9125-CA11067EC2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52788" y="321136"/>
                <a:ext cx="1968120" cy="27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070D6735-E40F-4869-BDCB-3A87358CA3F0}"/>
                  </a:ext>
                </a:extLst>
              </p14:cNvPr>
              <p14:cNvContentPartPr/>
              <p14:nvPr/>
            </p14:nvContentPartPr>
            <p14:xfrm>
              <a:off x="9260668" y="375508"/>
              <a:ext cx="370440" cy="18936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070D6735-E40F-4869-BDCB-3A87358CA3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51668" y="366868"/>
                <a:ext cx="3880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CF6F8F96-8FA5-4DB2-8874-F48CF4B33C8B}"/>
                  </a:ext>
                </a:extLst>
              </p14:cNvPr>
              <p14:cNvContentPartPr/>
              <p14:nvPr/>
            </p14:nvContentPartPr>
            <p14:xfrm>
              <a:off x="8537068" y="331228"/>
              <a:ext cx="586800" cy="22896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CF6F8F96-8FA5-4DB2-8874-F48CF4B33C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28074" y="322588"/>
                <a:ext cx="604429" cy="2466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agen 19">
            <a:extLst>
              <a:ext uri="{FF2B5EF4-FFF2-40B4-BE49-F238E27FC236}">
                <a16:creationId xmlns:a16="http://schemas.microsoft.com/office/drawing/2014/main" id="{0E2B0A2E-E738-44EA-AB02-DA37B5C4BB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73" y="254532"/>
            <a:ext cx="4804857" cy="11100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F1DA0D78-85E8-4B05-B67B-9176D2637249}"/>
                  </a:ext>
                </a:extLst>
              </p14:cNvPr>
              <p14:cNvContentPartPr/>
              <p14:nvPr/>
            </p14:nvContentPartPr>
            <p14:xfrm>
              <a:off x="1488268" y="1742788"/>
              <a:ext cx="6480" cy="828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F1DA0D78-85E8-4B05-B67B-9176D26372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79268" y="1734148"/>
                <a:ext cx="241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E0C84ED2-2679-4A0B-9727-9BF84822D2AB}"/>
                  </a:ext>
                </a:extLst>
              </p14:cNvPr>
              <p14:cNvContentPartPr/>
              <p14:nvPr/>
            </p14:nvContentPartPr>
            <p14:xfrm>
              <a:off x="1465228" y="1833868"/>
              <a:ext cx="165600" cy="828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E0C84ED2-2679-4A0B-9727-9BF84822D2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56228" y="1825228"/>
                <a:ext cx="1832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E6907B37-D796-48FC-9FDD-DB8840523007}"/>
                  </a:ext>
                </a:extLst>
              </p14:cNvPr>
              <p14:cNvContentPartPr/>
              <p14:nvPr/>
            </p14:nvContentPartPr>
            <p14:xfrm>
              <a:off x="1456948" y="1914148"/>
              <a:ext cx="193320" cy="2592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E6907B37-D796-48FC-9FDD-DB884052300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48308" y="1905148"/>
                <a:ext cx="210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4EBAB303-CDA5-4747-BA23-5D49646CE83D}"/>
                  </a:ext>
                </a:extLst>
              </p14:cNvPr>
              <p14:cNvContentPartPr/>
              <p14:nvPr/>
            </p14:nvContentPartPr>
            <p14:xfrm>
              <a:off x="1859068" y="1416628"/>
              <a:ext cx="1169640" cy="64800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4EBAB303-CDA5-4747-BA23-5D49646CE83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50068" y="1407628"/>
                <a:ext cx="1187280" cy="66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2EFD37E2-9CDD-4D82-A455-374A8F79B748}"/>
                  </a:ext>
                </a:extLst>
              </p14:cNvPr>
              <p14:cNvContentPartPr/>
              <p14:nvPr/>
            </p14:nvContentPartPr>
            <p14:xfrm>
              <a:off x="3841948" y="1838188"/>
              <a:ext cx="178200" cy="24048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2EFD37E2-9CDD-4D82-A455-374A8F79B74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33308" y="1829188"/>
                <a:ext cx="19584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95CDCCBF-E929-446B-BAE5-B415A975899B}"/>
                  </a:ext>
                </a:extLst>
              </p14:cNvPr>
              <p14:cNvContentPartPr/>
              <p14:nvPr/>
            </p14:nvContentPartPr>
            <p14:xfrm>
              <a:off x="3726388" y="1508428"/>
              <a:ext cx="221040" cy="27540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95CDCCBF-E929-446B-BAE5-B415A975899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17388" y="1499788"/>
                <a:ext cx="2386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FD6B607C-CF5D-4D72-9722-7398BFA786DF}"/>
                  </a:ext>
                </a:extLst>
              </p14:cNvPr>
              <p14:cNvContentPartPr/>
              <p14:nvPr/>
            </p14:nvContentPartPr>
            <p14:xfrm>
              <a:off x="3276388" y="1533268"/>
              <a:ext cx="218160" cy="27972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FD6B607C-CF5D-4D72-9722-7398BFA786D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267388" y="1524268"/>
                <a:ext cx="23580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B08803D0-06D1-497B-8C7F-C9F42BF4F6C6}"/>
                  </a:ext>
                </a:extLst>
              </p14:cNvPr>
              <p14:cNvContentPartPr/>
              <p14:nvPr/>
            </p14:nvContentPartPr>
            <p14:xfrm>
              <a:off x="4208068" y="1681228"/>
              <a:ext cx="46080" cy="4860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B08803D0-06D1-497B-8C7F-C9F42BF4F6C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199428" y="1672228"/>
                <a:ext cx="637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5A8EAFAC-ED88-4D9F-A295-341C5DA8DEC2}"/>
                  </a:ext>
                </a:extLst>
              </p14:cNvPr>
              <p14:cNvContentPartPr/>
              <p14:nvPr/>
            </p14:nvContentPartPr>
            <p14:xfrm>
              <a:off x="6420268" y="1383148"/>
              <a:ext cx="254520" cy="22068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5A8EAFAC-ED88-4D9F-A295-341C5DA8DEC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11628" y="1374508"/>
                <a:ext cx="2721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26DD935E-8E9C-4AB5-933E-A57C6FF96EA1}"/>
                  </a:ext>
                </a:extLst>
              </p14:cNvPr>
              <p14:cNvContentPartPr/>
              <p14:nvPr/>
            </p14:nvContentPartPr>
            <p14:xfrm>
              <a:off x="5873428" y="1432468"/>
              <a:ext cx="439560" cy="20916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26DD935E-8E9C-4AB5-933E-A57C6FF96EA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64428" y="1423483"/>
                <a:ext cx="457200" cy="226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04AFD020-B550-49F2-A3C0-809D4CFF9929}"/>
                  </a:ext>
                </a:extLst>
              </p14:cNvPr>
              <p14:cNvContentPartPr/>
              <p14:nvPr/>
            </p14:nvContentPartPr>
            <p14:xfrm>
              <a:off x="4502188" y="1453348"/>
              <a:ext cx="1094400" cy="20736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04AFD020-B550-49F2-A3C0-809D4CFF992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493548" y="1444348"/>
                <a:ext cx="11120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38FD4FCE-2741-4034-8681-F63EFA49250C}"/>
                  </a:ext>
                </a:extLst>
              </p14:cNvPr>
              <p14:cNvContentPartPr/>
              <p14:nvPr/>
            </p14:nvContentPartPr>
            <p14:xfrm>
              <a:off x="6796828" y="1193068"/>
              <a:ext cx="165960" cy="52164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38FD4FCE-2741-4034-8681-F63EFA49250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88188" y="1184068"/>
                <a:ext cx="183600" cy="5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30D47261-5560-4350-A435-9C618BDB853B}"/>
                  </a:ext>
                </a:extLst>
              </p14:cNvPr>
              <p14:cNvContentPartPr/>
              <p14:nvPr/>
            </p14:nvContentPartPr>
            <p14:xfrm>
              <a:off x="1481068" y="2695708"/>
              <a:ext cx="200520" cy="1404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30D47261-5560-4350-A435-9C618BDB853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472068" y="2687068"/>
                <a:ext cx="2181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44FF4CB0-F101-4B0F-ADDF-2594FFB16959}"/>
                  </a:ext>
                </a:extLst>
              </p14:cNvPr>
              <p14:cNvContentPartPr/>
              <p14:nvPr/>
            </p14:nvContentPartPr>
            <p14:xfrm>
              <a:off x="1496908" y="2811268"/>
              <a:ext cx="180000" cy="1764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44FF4CB0-F101-4B0F-ADDF-2594FFB1695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488268" y="2802268"/>
                <a:ext cx="1976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BF61A6B7-1FE9-4777-B9FB-CA30FA643B07}"/>
                  </a:ext>
                </a:extLst>
              </p14:cNvPr>
              <p14:cNvContentPartPr/>
              <p14:nvPr/>
            </p14:nvContentPartPr>
            <p14:xfrm>
              <a:off x="2251468" y="2427148"/>
              <a:ext cx="819720" cy="67176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BF61A6B7-1FE9-4777-B9FB-CA30FA643B0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42468" y="2418148"/>
                <a:ext cx="83736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44A0784A-41F2-4B0A-9B32-B5F91D6935C7}"/>
                  </a:ext>
                </a:extLst>
              </p14:cNvPr>
              <p14:cNvContentPartPr/>
              <p14:nvPr/>
            </p14:nvContentPartPr>
            <p14:xfrm>
              <a:off x="1839628" y="2580508"/>
              <a:ext cx="205920" cy="26964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44A0784A-41F2-4B0A-9B32-B5F91D6935C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830628" y="2571868"/>
                <a:ext cx="22356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CF25ED53-A554-4728-B9E7-3797508F75F2}"/>
                  </a:ext>
                </a:extLst>
              </p14:cNvPr>
              <p14:cNvContentPartPr/>
              <p14:nvPr/>
            </p14:nvContentPartPr>
            <p14:xfrm>
              <a:off x="3859228" y="2679148"/>
              <a:ext cx="159480" cy="21348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CF25ED53-A554-4728-B9E7-3797508F75F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50228" y="2670148"/>
                <a:ext cx="1771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ED20451C-F082-49AA-8F82-981D2C477325}"/>
                  </a:ext>
                </a:extLst>
              </p14:cNvPr>
              <p14:cNvContentPartPr/>
              <p14:nvPr/>
            </p14:nvContentPartPr>
            <p14:xfrm>
              <a:off x="3812788" y="2364508"/>
              <a:ext cx="212040" cy="237240"/>
            </p14:xfrm>
          </p:contentPart>
        </mc:Choice>
        <mc:Fallback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ED20451C-F082-49AA-8F82-981D2C47732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03788" y="2355868"/>
                <a:ext cx="2296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730579E5-F389-4338-BA7A-BC493430BFD1}"/>
                  </a:ext>
                </a:extLst>
              </p14:cNvPr>
              <p14:cNvContentPartPr/>
              <p14:nvPr/>
            </p14:nvContentPartPr>
            <p14:xfrm>
              <a:off x="3319948" y="2448748"/>
              <a:ext cx="254880" cy="24912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730579E5-F389-4338-BA7A-BC493430BFD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10948" y="2439748"/>
                <a:ext cx="2725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7BC1217F-3418-4683-8189-876177A56F8B}"/>
                  </a:ext>
                </a:extLst>
              </p14:cNvPr>
              <p14:cNvContentPartPr/>
              <p14:nvPr/>
            </p14:nvContentPartPr>
            <p14:xfrm>
              <a:off x="4605508" y="1722628"/>
              <a:ext cx="989640" cy="19080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7BC1217F-3418-4683-8189-876177A56F8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596508" y="1713988"/>
                <a:ext cx="10072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5FDA1B7E-4035-4696-AEEF-50EDDD0179D0}"/>
                  </a:ext>
                </a:extLst>
              </p14:cNvPr>
              <p14:cNvContentPartPr/>
              <p14:nvPr/>
            </p14:nvContentPartPr>
            <p14:xfrm>
              <a:off x="6113908" y="2850868"/>
              <a:ext cx="358920" cy="19188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5FDA1B7E-4035-4696-AEEF-50EDDD0179D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105268" y="2841868"/>
                <a:ext cx="3765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4BABFEBA-CF27-4748-9550-A9F13F71898E}"/>
                  </a:ext>
                </a:extLst>
              </p14:cNvPr>
              <p14:cNvContentPartPr/>
              <p14:nvPr/>
            </p14:nvContentPartPr>
            <p14:xfrm>
              <a:off x="4866868" y="2054908"/>
              <a:ext cx="2374200" cy="68112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4BABFEBA-CF27-4748-9550-A9F13F71898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857869" y="2045908"/>
                <a:ext cx="2391837" cy="69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A587DAA7-7F19-4295-948C-BE51CE12AC26}"/>
                  </a:ext>
                </a:extLst>
              </p14:cNvPr>
              <p14:cNvContentPartPr/>
              <p14:nvPr/>
            </p14:nvContentPartPr>
            <p14:xfrm>
              <a:off x="7453108" y="1840348"/>
              <a:ext cx="219240" cy="93240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A587DAA7-7F19-4295-948C-BE51CE12AC2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444108" y="1831708"/>
                <a:ext cx="236880" cy="9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9398BBEF-4B25-4C35-9D5C-4DA7E3D5FC5C}"/>
                  </a:ext>
                </a:extLst>
              </p14:cNvPr>
              <p14:cNvContentPartPr/>
              <p14:nvPr/>
            </p14:nvContentPartPr>
            <p14:xfrm>
              <a:off x="1903708" y="3484828"/>
              <a:ext cx="181800" cy="32076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9398BBEF-4B25-4C35-9D5C-4DA7E3D5FC5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894708" y="3476188"/>
                <a:ext cx="19944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C71E9775-DBA7-44A6-B857-CE46FE6022AB}"/>
                  </a:ext>
                </a:extLst>
              </p14:cNvPr>
              <p14:cNvContentPartPr/>
              <p14:nvPr/>
            </p14:nvContentPartPr>
            <p14:xfrm>
              <a:off x="1466668" y="3561148"/>
              <a:ext cx="282240" cy="14508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C71E9775-DBA7-44A6-B857-CE46FE6022A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458028" y="3552170"/>
                <a:ext cx="299880" cy="162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A75A061E-5378-4E87-A3CD-27E9DEA1A185}"/>
                  </a:ext>
                </a:extLst>
              </p14:cNvPr>
              <p14:cNvContentPartPr/>
              <p14:nvPr/>
            </p14:nvContentPartPr>
            <p14:xfrm>
              <a:off x="2232748" y="3207988"/>
              <a:ext cx="1795680" cy="85428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A75A061E-5378-4E87-A3CD-27E9DEA1A18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223748" y="3199344"/>
                <a:ext cx="1813320" cy="871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950A5E14-4CC6-4E8E-80FF-AE0F19170310}"/>
                  </a:ext>
                </a:extLst>
              </p14:cNvPr>
              <p14:cNvContentPartPr/>
              <p14:nvPr/>
            </p14:nvContentPartPr>
            <p14:xfrm>
              <a:off x="4314268" y="3366388"/>
              <a:ext cx="199800" cy="22824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950A5E14-4CC6-4E8E-80FF-AE0F1917031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305628" y="3357748"/>
                <a:ext cx="2174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4850634E-CFF5-41EC-A357-61C9FA46DF16}"/>
                  </a:ext>
                </a:extLst>
              </p14:cNvPr>
              <p14:cNvContentPartPr/>
              <p14:nvPr/>
            </p14:nvContentPartPr>
            <p14:xfrm>
              <a:off x="7183468" y="3078388"/>
              <a:ext cx="158040" cy="62532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4850634E-CFF5-41EC-A357-61C9FA46DF1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174468" y="3069748"/>
                <a:ext cx="175680" cy="64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028D72C0-C4C2-476A-8BD4-437B6F408BB5}"/>
                  </a:ext>
                </a:extLst>
              </p14:cNvPr>
              <p14:cNvContentPartPr/>
              <p14:nvPr/>
            </p14:nvContentPartPr>
            <p14:xfrm>
              <a:off x="5631148" y="3176308"/>
              <a:ext cx="1283040" cy="46512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028D72C0-C4C2-476A-8BD4-437B6F408BB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622148" y="3167308"/>
                <a:ext cx="130068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B2A71118-7905-4645-85FA-06772DAD4EEF}"/>
                  </a:ext>
                </a:extLst>
              </p14:cNvPr>
              <p14:cNvContentPartPr/>
              <p14:nvPr/>
            </p14:nvContentPartPr>
            <p14:xfrm>
              <a:off x="5259268" y="3274588"/>
              <a:ext cx="140760" cy="26640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B2A71118-7905-4645-85FA-06772DAD4EEF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250268" y="3265588"/>
                <a:ext cx="1584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7B57BB6C-8E35-46BF-9CF4-2B791C6F6CBD}"/>
                  </a:ext>
                </a:extLst>
              </p14:cNvPr>
              <p14:cNvContentPartPr/>
              <p14:nvPr/>
            </p14:nvContentPartPr>
            <p14:xfrm>
              <a:off x="4768228" y="3249388"/>
              <a:ext cx="254520" cy="55332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7B57BB6C-8E35-46BF-9CF4-2B791C6F6CB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759228" y="3240394"/>
                <a:ext cx="272160" cy="570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0E33A91D-0A1E-48E9-A5D4-0724C2D18BC2}"/>
                  </a:ext>
                </a:extLst>
              </p14:cNvPr>
              <p14:cNvContentPartPr/>
              <p14:nvPr/>
            </p14:nvContentPartPr>
            <p14:xfrm>
              <a:off x="1558468" y="4385188"/>
              <a:ext cx="147960" cy="2268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0E33A91D-0A1E-48E9-A5D4-0724C2D18BC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549468" y="4376548"/>
                <a:ext cx="1656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88D90BB4-8F05-4461-99CD-EE02D1B87CBB}"/>
                  </a:ext>
                </a:extLst>
              </p14:cNvPr>
              <p14:cNvContentPartPr/>
              <p14:nvPr/>
            </p14:nvContentPartPr>
            <p14:xfrm>
              <a:off x="1575388" y="4487428"/>
              <a:ext cx="187920" cy="1548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88D90BB4-8F05-4461-99CD-EE02D1B87CB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566388" y="4478788"/>
                <a:ext cx="2055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DFD05846-2AC0-4F66-AEA0-778DBD195003}"/>
                  </a:ext>
                </a:extLst>
              </p14:cNvPr>
              <p14:cNvContentPartPr/>
              <p14:nvPr/>
            </p14:nvContentPartPr>
            <p14:xfrm>
              <a:off x="2036188" y="4354228"/>
              <a:ext cx="268200" cy="23436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DFD05846-2AC0-4F66-AEA0-778DBD19500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027188" y="4345588"/>
                <a:ext cx="285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0CEF3A5F-57A2-4FE2-A711-49A286A72A9E}"/>
                  </a:ext>
                </a:extLst>
              </p14:cNvPr>
              <p14:cNvContentPartPr/>
              <p14:nvPr/>
            </p14:nvContentPartPr>
            <p14:xfrm>
              <a:off x="2482588" y="4359628"/>
              <a:ext cx="200520" cy="19692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0CEF3A5F-57A2-4FE2-A711-49A286A72A9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473948" y="4350628"/>
                <a:ext cx="2181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BF1E4C73-4F1B-4B49-8792-1DB0CBF27BFF}"/>
                  </a:ext>
                </a:extLst>
              </p14:cNvPr>
              <p14:cNvContentPartPr/>
              <p14:nvPr/>
            </p14:nvContentPartPr>
            <p14:xfrm>
              <a:off x="2784268" y="4434868"/>
              <a:ext cx="322200" cy="9540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BF1E4C73-4F1B-4B49-8792-1DB0CBF27BF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775628" y="4425868"/>
                <a:ext cx="3398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2EAF7405-7650-445C-A837-688D60BC4A24}"/>
                  </a:ext>
                </a:extLst>
              </p14:cNvPr>
              <p14:cNvContentPartPr/>
              <p14:nvPr/>
            </p14:nvContentPartPr>
            <p14:xfrm>
              <a:off x="2907748" y="4317868"/>
              <a:ext cx="203040" cy="828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2EAF7405-7650-445C-A837-688D60BC4A2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899108" y="4309228"/>
                <a:ext cx="2206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D1171F67-5E1E-45E3-BAFC-C9D62BB77B76}"/>
                  </a:ext>
                </a:extLst>
              </p14:cNvPr>
              <p14:cNvContentPartPr/>
              <p14:nvPr/>
            </p14:nvContentPartPr>
            <p14:xfrm>
              <a:off x="3220948" y="4195468"/>
              <a:ext cx="9360" cy="10116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D1171F67-5E1E-45E3-BAFC-C9D62BB77B7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212308" y="4186828"/>
                <a:ext cx="2700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0983FBC1-AD8B-45E0-BE93-AB21A7A2B68E}"/>
                  </a:ext>
                </a:extLst>
              </p14:cNvPr>
              <p14:cNvContentPartPr/>
              <p14:nvPr/>
            </p14:nvContentPartPr>
            <p14:xfrm>
              <a:off x="3345868" y="4191508"/>
              <a:ext cx="605520" cy="50292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0983FBC1-AD8B-45E0-BE93-AB21A7A2B68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336868" y="4182868"/>
                <a:ext cx="623160" cy="5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35E3B452-9657-48AC-A351-799BACE0B13A}"/>
                  </a:ext>
                </a:extLst>
              </p14:cNvPr>
              <p14:cNvContentPartPr/>
              <p14:nvPr/>
            </p14:nvContentPartPr>
            <p14:xfrm>
              <a:off x="4177468" y="4305988"/>
              <a:ext cx="208440" cy="256680"/>
            </p14:xfrm>
          </p:contentPart>
        </mc:Choice>
        <mc:Fallback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35E3B452-9657-48AC-A351-799BACE0B13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168468" y="4296988"/>
                <a:ext cx="22608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420AE40C-6B35-46C0-BD3F-82F2D2FEA3F6}"/>
                  </a:ext>
                </a:extLst>
              </p14:cNvPr>
              <p14:cNvContentPartPr/>
              <p14:nvPr/>
            </p14:nvContentPartPr>
            <p14:xfrm>
              <a:off x="4691548" y="4594348"/>
              <a:ext cx="199800" cy="19872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420AE40C-6B35-46C0-BD3F-82F2D2FEA3F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682908" y="4585348"/>
                <a:ext cx="2174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E5355FF1-FA97-40A8-8A9A-EB489C5BB6AC}"/>
                  </a:ext>
                </a:extLst>
              </p14:cNvPr>
              <p14:cNvContentPartPr/>
              <p14:nvPr/>
            </p14:nvContentPartPr>
            <p14:xfrm>
              <a:off x="4588228" y="4259548"/>
              <a:ext cx="223560" cy="23904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E5355FF1-FA97-40A8-8A9A-EB489C5BB6A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579588" y="4250534"/>
                <a:ext cx="241200" cy="256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4A3D5270-B5AF-48B5-B982-A21CDF95E033}"/>
                  </a:ext>
                </a:extLst>
              </p14:cNvPr>
              <p14:cNvContentPartPr/>
              <p14:nvPr/>
            </p14:nvContentPartPr>
            <p14:xfrm>
              <a:off x="5033188" y="4296268"/>
              <a:ext cx="137520" cy="18828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4A3D5270-B5AF-48B5-B982-A21CDF95E03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024548" y="4287628"/>
                <a:ext cx="1551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FEC2B6A9-70F7-4643-97DE-9025695E830E}"/>
                  </a:ext>
                </a:extLst>
              </p14:cNvPr>
              <p14:cNvContentPartPr/>
              <p14:nvPr/>
            </p14:nvContentPartPr>
            <p14:xfrm>
              <a:off x="5301748" y="4154788"/>
              <a:ext cx="1238760" cy="405000"/>
            </p14:xfrm>
          </p:contentPart>
        </mc:Choice>
        <mc:Fallback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FEC2B6A9-70F7-4643-97DE-9025695E830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293108" y="4146148"/>
                <a:ext cx="125640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85" name="Entrada de lápiz 184">
                <a:extLst>
                  <a:ext uri="{FF2B5EF4-FFF2-40B4-BE49-F238E27FC236}">
                    <a16:creationId xmlns:a16="http://schemas.microsoft.com/office/drawing/2014/main" id="{F92BFCB6-B983-4F45-B48E-B973B3ADEEC4}"/>
                  </a:ext>
                </a:extLst>
              </p14:cNvPr>
              <p14:cNvContentPartPr/>
              <p14:nvPr/>
            </p14:nvContentPartPr>
            <p14:xfrm>
              <a:off x="6872788" y="3944548"/>
              <a:ext cx="616320" cy="941400"/>
            </p14:xfrm>
          </p:contentPart>
        </mc:Choice>
        <mc:Fallback>
          <p:pic>
            <p:nvPicPr>
              <p:cNvPr id="185" name="Entrada de lápiz 184">
                <a:extLst>
                  <a:ext uri="{FF2B5EF4-FFF2-40B4-BE49-F238E27FC236}">
                    <a16:creationId xmlns:a16="http://schemas.microsoft.com/office/drawing/2014/main" id="{F92BFCB6-B983-4F45-B48E-B973B3ADEEC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864143" y="3935548"/>
                <a:ext cx="633970" cy="95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84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51AF699-5398-4322-9463-ADEF39ABC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107" y="177091"/>
            <a:ext cx="5717238" cy="17079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D26276A-60E5-4E7D-A672-B4B0CF6ED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653" y="177091"/>
            <a:ext cx="3392366" cy="40554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060FAD2-34F9-4E07-8B66-6C916751664B}"/>
                  </a:ext>
                </a:extLst>
              </p14:cNvPr>
              <p14:cNvContentPartPr/>
              <p14:nvPr/>
            </p14:nvContentPartPr>
            <p14:xfrm>
              <a:off x="1122508" y="2446228"/>
              <a:ext cx="184680" cy="2955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060FAD2-34F9-4E07-8B66-6C91675166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3508" y="2437228"/>
                <a:ext cx="2023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C929C000-C289-40CD-8D95-C3E4A78879DD}"/>
                  </a:ext>
                </a:extLst>
              </p14:cNvPr>
              <p14:cNvContentPartPr/>
              <p14:nvPr/>
            </p14:nvContentPartPr>
            <p14:xfrm>
              <a:off x="1409068" y="2600668"/>
              <a:ext cx="146880" cy="122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C929C000-C289-40CD-8D95-C3E4A78879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00068" y="2591668"/>
                <a:ext cx="1645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161F3594-B5F2-43B6-BEA5-56F663841C15}"/>
                  </a:ext>
                </a:extLst>
              </p14:cNvPr>
              <p14:cNvContentPartPr/>
              <p14:nvPr/>
            </p14:nvContentPartPr>
            <p14:xfrm>
              <a:off x="1427428" y="2670148"/>
              <a:ext cx="149040" cy="273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161F3594-B5F2-43B6-BEA5-56F663841C1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18788" y="2661508"/>
                <a:ext cx="1666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222E1D47-26EB-4C42-89F1-C9C6F331B97C}"/>
                  </a:ext>
                </a:extLst>
              </p14:cNvPr>
              <p14:cNvContentPartPr/>
              <p14:nvPr/>
            </p14:nvContentPartPr>
            <p14:xfrm>
              <a:off x="1707868" y="2143828"/>
              <a:ext cx="217440" cy="9885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222E1D47-26EB-4C42-89F1-C9C6F331B9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98868" y="2135188"/>
                <a:ext cx="235080" cy="10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89B17D83-BEA0-46B1-A7EE-0505CF34CC0F}"/>
                  </a:ext>
                </a:extLst>
              </p14:cNvPr>
              <p14:cNvContentPartPr/>
              <p14:nvPr/>
            </p14:nvContentPartPr>
            <p14:xfrm>
              <a:off x="1771588" y="3250468"/>
              <a:ext cx="164520" cy="13716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89B17D83-BEA0-46B1-A7EE-0505CF34CC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62948" y="3241468"/>
                <a:ext cx="18216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AAC4CB63-7A7D-4FE8-84BD-5179D59A1DF8}"/>
                  </a:ext>
                </a:extLst>
              </p14:cNvPr>
              <p14:cNvContentPartPr/>
              <p14:nvPr/>
            </p14:nvContentPartPr>
            <p14:xfrm>
              <a:off x="2043748" y="2029348"/>
              <a:ext cx="103320" cy="2084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AAC4CB63-7A7D-4FE8-84BD-5179D59A1D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34748" y="2020348"/>
                <a:ext cx="1209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3CC7DFAE-7194-42A8-A71D-6519A52F9A5C}"/>
                  </a:ext>
                </a:extLst>
              </p14:cNvPr>
              <p14:cNvContentPartPr/>
              <p14:nvPr/>
            </p14:nvContentPartPr>
            <p14:xfrm>
              <a:off x="2129788" y="2662948"/>
              <a:ext cx="780120" cy="5616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3CC7DFAE-7194-42A8-A71D-6519A52F9A5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21148" y="2654308"/>
                <a:ext cx="7977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CEE2DC8F-8648-409C-AB9A-B3353BFAF296}"/>
                  </a:ext>
                </a:extLst>
              </p14:cNvPr>
              <p14:cNvContentPartPr/>
              <p14:nvPr/>
            </p14:nvContentPartPr>
            <p14:xfrm>
              <a:off x="2886508" y="2838628"/>
              <a:ext cx="68760" cy="16344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CEE2DC8F-8648-409C-AB9A-B3353BFAF2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77868" y="2829988"/>
                <a:ext cx="864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E0893774-FD19-4D44-910E-D51068AF9C81}"/>
                  </a:ext>
                </a:extLst>
              </p14:cNvPr>
              <p14:cNvContentPartPr/>
              <p14:nvPr/>
            </p14:nvContentPartPr>
            <p14:xfrm>
              <a:off x="3074788" y="2378908"/>
              <a:ext cx="390960" cy="32220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E0893774-FD19-4D44-910E-D51068AF9C8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65796" y="2370268"/>
                <a:ext cx="408584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E16FB6CD-19BC-4BB5-B53D-D397DC9373E9}"/>
                  </a:ext>
                </a:extLst>
              </p14:cNvPr>
              <p14:cNvContentPartPr/>
              <p14:nvPr/>
            </p14:nvContentPartPr>
            <p14:xfrm>
              <a:off x="2620468" y="2824588"/>
              <a:ext cx="141840" cy="19800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E16FB6CD-19BC-4BB5-B53D-D397DC9373E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11828" y="2815948"/>
                <a:ext cx="1594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AC507DE9-DEB7-4600-A3B2-6F10D8645C98}"/>
                  </a:ext>
                </a:extLst>
              </p14:cNvPr>
              <p14:cNvContentPartPr/>
              <p14:nvPr/>
            </p14:nvContentPartPr>
            <p14:xfrm>
              <a:off x="2225548" y="2810908"/>
              <a:ext cx="303840" cy="27468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AC507DE9-DEB7-4600-A3B2-6F10D8645C9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16908" y="2802268"/>
                <a:ext cx="3214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0F49B902-B6E9-4616-9352-54C8E9FE4ADE}"/>
                  </a:ext>
                </a:extLst>
              </p14:cNvPr>
              <p14:cNvContentPartPr/>
              <p14:nvPr/>
            </p14:nvContentPartPr>
            <p14:xfrm>
              <a:off x="2265508" y="2333548"/>
              <a:ext cx="255600" cy="24120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0F49B902-B6E9-4616-9352-54C8E9FE4AD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56868" y="2324895"/>
                <a:ext cx="273240" cy="258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BD6E88EB-138F-4958-A8B4-F2BA64340FB0}"/>
                  </a:ext>
                </a:extLst>
              </p14:cNvPr>
              <p14:cNvContentPartPr/>
              <p14:nvPr/>
            </p14:nvContentPartPr>
            <p14:xfrm>
              <a:off x="6341788" y="2244628"/>
              <a:ext cx="72360" cy="16992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BD6E88EB-138F-4958-A8B4-F2BA64340FB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33148" y="2235988"/>
                <a:ext cx="900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A89B6C65-0544-42A4-AC08-71DDBE19891E}"/>
                  </a:ext>
                </a:extLst>
              </p14:cNvPr>
              <p14:cNvContentPartPr/>
              <p14:nvPr/>
            </p14:nvContentPartPr>
            <p14:xfrm>
              <a:off x="6029668" y="2226988"/>
              <a:ext cx="176400" cy="2026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A89B6C65-0544-42A4-AC08-71DDBE1989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020668" y="2217988"/>
                <a:ext cx="1940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6FF5533B-9475-4B18-BE09-15A85537EBE7}"/>
                  </a:ext>
                </a:extLst>
              </p14:cNvPr>
              <p14:cNvContentPartPr/>
              <p14:nvPr/>
            </p14:nvContentPartPr>
            <p14:xfrm>
              <a:off x="5575708" y="2139148"/>
              <a:ext cx="347760" cy="30672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6FF5533B-9475-4B18-BE09-15A85537EBE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67059" y="2130148"/>
                <a:ext cx="365418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36589C13-A9F4-495F-86B8-50BD074F6634}"/>
                  </a:ext>
                </a:extLst>
              </p14:cNvPr>
              <p14:cNvContentPartPr/>
              <p14:nvPr/>
            </p14:nvContentPartPr>
            <p14:xfrm>
              <a:off x="4856068" y="2268748"/>
              <a:ext cx="606600" cy="20664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36589C13-A9F4-495F-86B8-50BD074F663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847423" y="2259748"/>
                <a:ext cx="62425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5F8CED31-B1B6-4E33-8E65-84D0B4FEFAC8}"/>
                  </a:ext>
                </a:extLst>
              </p14:cNvPr>
              <p14:cNvContentPartPr/>
              <p14:nvPr/>
            </p14:nvContentPartPr>
            <p14:xfrm>
              <a:off x="5550868" y="3005668"/>
              <a:ext cx="160560" cy="2196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5F8CED31-B1B6-4E33-8E65-84D0B4FEFAC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42228" y="2996668"/>
                <a:ext cx="1782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0EDFA685-62B6-416D-B3C7-BBF1A9282BC0}"/>
                  </a:ext>
                </a:extLst>
              </p14:cNvPr>
              <p14:cNvContentPartPr/>
              <p14:nvPr/>
            </p14:nvContentPartPr>
            <p14:xfrm>
              <a:off x="5607028" y="3096748"/>
              <a:ext cx="129240" cy="1296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0EDFA685-62B6-416D-B3C7-BBF1A9282BC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598028" y="3088108"/>
                <a:ext cx="1468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51EFEC1C-90DC-470C-ACAE-14E61D6978DF}"/>
                  </a:ext>
                </a:extLst>
              </p14:cNvPr>
              <p14:cNvContentPartPr/>
              <p14:nvPr/>
            </p14:nvContentPartPr>
            <p14:xfrm>
              <a:off x="6607828" y="2932588"/>
              <a:ext cx="183240" cy="14364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51EFEC1C-90DC-470C-ACAE-14E61D6978D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98828" y="2923948"/>
                <a:ext cx="2008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3FE8099F-D59F-4083-9989-31CEF61B6D21}"/>
                  </a:ext>
                </a:extLst>
              </p14:cNvPr>
              <p14:cNvContentPartPr/>
              <p14:nvPr/>
            </p14:nvContentPartPr>
            <p14:xfrm>
              <a:off x="6349708" y="2915308"/>
              <a:ext cx="158760" cy="17064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3FE8099F-D59F-4083-9989-31CEF61B6D2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341068" y="2906308"/>
                <a:ext cx="1764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CB8DADA8-1D49-461F-A773-DE11C16010DB}"/>
                  </a:ext>
                </a:extLst>
              </p14:cNvPr>
              <p14:cNvContentPartPr/>
              <p14:nvPr/>
            </p14:nvContentPartPr>
            <p14:xfrm>
              <a:off x="5879188" y="2916028"/>
              <a:ext cx="371160" cy="19692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CB8DADA8-1D49-461F-A773-DE11C16010D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870548" y="2907044"/>
                <a:ext cx="388800" cy="214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EFD43D73-5416-4D79-B090-B88F2107419F}"/>
                  </a:ext>
                </a:extLst>
              </p14:cNvPr>
              <p14:cNvContentPartPr/>
              <p14:nvPr/>
            </p14:nvContentPartPr>
            <p14:xfrm>
              <a:off x="5072068" y="3146428"/>
              <a:ext cx="390240" cy="25092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EFD43D73-5416-4D79-B090-B88F2107419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63428" y="3137441"/>
                <a:ext cx="407880" cy="268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D3AA4294-DC77-4A2A-9FC3-D900171095BF}"/>
                  </a:ext>
                </a:extLst>
              </p14:cNvPr>
              <p14:cNvContentPartPr/>
              <p14:nvPr/>
            </p14:nvContentPartPr>
            <p14:xfrm>
              <a:off x="4914028" y="2687788"/>
              <a:ext cx="440640" cy="40140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D3AA4294-DC77-4A2A-9FC3-D900171095B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05035" y="2679148"/>
                <a:ext cx="458266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12CFBF79-AB0F-4BC3-B881-29F5361F0F57}"/>
                  </a:ext>
                </a:extLst>
              </p14:cNvPr>
              <p14:cNvContentPartPr/>
              <p14:nvPr/>
            </p14:nvContentPartPr>
            <p14:xfrm>
              <a:off x="5128588" y="4007548"/>
              <a:ext cx="420840" cy="5328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12CFBF79-AB0F-4BC3-B881-29F5361F0F5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19948" y="3998548"/>
                <a:ext cx="4384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CD022B27-41A7-43E0-A06F-B87C06099821}"/>
                  </a:ext>
                </a:extLst>
              </p14:cNvPr>
              <p14:cNvContentPartPr/>
              <p14:nvPr/>
            </p14:nvContentPartPr>
            <p14:xfrm>
              <a:off x="5074948" y="4218868"/>
              <a:ext cx="358200" cy="17676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CD022B27-41A7-43E0-A06F-B87C0609982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66299" y="4209868"/>
                <a:ext cx="375858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AD7B4C27-689B-42C7-A0F3-26E62186BE65}"/>
                  </a:ext>
                </a:extLst>
              </p14:cNvPr>
              <p14:cNvContentPartPr/>
              <p14:nvPr/>
            </p14:nvContentPartPr>
            <p14:xfrm>
              <a:off x="5148388" y="3683548"/>
              <a:ext cx="287640" cy="25956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AD7B4C27-689B-42C7-A0F3-26E62186BE6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139748" y="3674560"/>
                <a:ext cx="305280" cy="277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3D0A21EC-24EE-45AA-B407-DADF319C9C69}"/>
                  </a:ext>
                </a:extLst>
              </p14:cNvPr>
              <p14:cNvContentPartPr/>
              <p14:nvPr/>
            </p14:nvContentPartPr>
            <p14:xfrm>
              <a:off x="5755708" y="3985228"/>
              <a:ext cx="120240" cy="900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3D0A21EC-24EE-45AA-B407-DADF319C9C6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46708" y="3976228"/>
                <a:ext cx="137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3D03AB34-2071-4066-87FB-8DAFF89F3AA9}"/>
                  </a:ext>
                </a:extLst>
              </p14:cNvPr>
              <p14:cNvContentPartPr/>
              <p14:nvPr/>
            </p14:nvContentPartPr>
            <p14:xfrm>
              <a:off x="5765428" y="4080988"/>
              <a:ext cx="173880" cy="1944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3D03AB34-2071-4066-87FB-8DAFF89F3AA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756428" y="4072348"/>
                <a:ext cx="1915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FC417D11-90AE-40CE-81C6-2705FD57C86F}"/>
                  </a:ext>
                </a:extLst>
              </p14:cNvPr>
              <p14:cNvContentPartPr/>
              <p14:nvPr/>
            </p14:nvContentPartPr>
            <p14:xfrm>
              <a:off x="6093748" y="3758428"/>
              <a:ext cx="389880" cy="26892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FC417D11-90AE-40CE-81C6-2705FD57C86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084748" y="3749788"/>
                <a:ext cx="4075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2425E94C-C4F5-49EB-8BC1-7A0A92E73C58}"/>
                  </a:ext>
                </a:extLst>
              </p14:cNvPr>
              <p14:cNvContentPartPr/>
              <p14:nvPr/>
            </p14:nvContentPartPr>
            <p14:xfrm>
              <a:off x="1568188" y="3933028"/>
              <a:ext cx="150480" cy="360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2425E94C-C4F5-49EB-8BC1-7A0A92E73C5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559188" y="3924388"/>
                <a:ext cx="1681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9B3820F0-C03F-4FCD-8F96-673442AE704F}"/>
                  </a:ext>
                </a:extLst>
              </p14:cNvPr>
              <p14:cNvContentPartPr/>
              <p14:nvPr/>
            </p14:nvContentPartPr>
            <p14:xfrm>
              <a:off x="1637668" y="4014748"/>
              <a:ext cx="86760" cy="612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9B3820F0-C03F-4FCD-8F96-673442AE704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628668" y="4005748"/>
                <a:ext cx="1044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2F5A2941-9D37-4D75-B341-DB9B1B3C95F1}"/>
                  </a:ext>
                </a:extLst>
              </p14:cNvPr>
              <p14:cNvContentPartPr/>
              <p14:nvPr/>
            </p14:nvContentPartPr>
            <p14:xfrm>
              <a:off x="1219348" y="3758428"/>
              <a:ext cx="189720" cy="24840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2F5A2941-9D37-4D75-B341-DB9B1B3C95F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10708" y="3749788"/>
                <a:ext cx="2073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25FA790B-7418-4CE9-A296-2705EAF331DD}"/>
                  </a:ext>
                </a:extLst>
              </p14:cNvPr>
              <p14:cNvContentPartPr/>
              <p14:nvPr/>
            </p14:nvContentPartPr>
            <p14:xfrm>
              <a:off x="1870588" y="3661588"/>
              <a:ext cx="137520" cy="59400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25FA790B-7418-4CE9-A296-2705EAF331D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61948" y="3652948"/>
                <a:ext cx="155160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5B32CC95-A539-474C-8EE2-6385C8D11674}"/>
                  </a:ext>
                </a:extLst>
              </p14:cNvPr>
              <p14:cNvContentPartPr/>
              <p14:nvPr/>
            </p14:nvContentPartPr>
            <p14:xfrm>
              <a:off x="2119708" y="3904948"/>
              <a:ext cx="785160" cy="7236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5B32CC95-A539-474C-8EE2-6385C8D1167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11068" y="3896308"/>
                <a:ext cx="8028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5753F363-7572-4153-A885-4912458956CE}"/>
                  </a:ext>
                </a:extLst>
              </p14:cNvPr>
              <p14:cNvContentPartPr/>
              <p14:nvPr/>
            </p14:nvContentPartPr>
            <p14:xfrm>
              <a:off x="2422108" y="4116988"/>
              <a:ext cx="342000" cy="18216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5753F363-7572-4153-A885-4912458956C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13468" y="4107988"/>
                <a:ext cx="3596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1F0A59C4-BFF4-4D14-9BA4-725BA4C53DA1}"/>
                  </a:ext>
                </a:extLst>
              </p14:cNvPr>
              <p14:cNvContentPartPr/>
              <p14:nvPr/>
            </p14:nvContentPartPr>
            <p14:xfrm>
              <a:off x="3216988" y="2895148"/>
              <a:ext cx="662760" cy="140976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1F0A59C4-BFF4-4D14-9BA4-725BA4C53DA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08348" y="2886146"/>
                <a:ext cx="680400" cy="14274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8460BDBC-8F1C-4AB2-BCF0-92FBA67C1701}"/>
                  </a:ext>
                </a:extLst>
              </p14:cNvPr>
              <p14:cNvContentPartPr/>
              <p14:nvPr/>
            </p14:nvContentPartPr>
            <p14:xfrm>
              <a:off x="2414548" y="3553948"/>
              <a:ext cx="376200" cy="25920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8460BDBC-8F1C-4AB2-BCF0-92FBA67C170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05908" y="3544948"/>
                <a:ext cx="3938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8FCA991C-CE4D-4942-B8AC-D08A101A8CBA}"/>
                  </a:ext>
                </a:extLst>
              </p14:cNvPr>
              <p14:cNvContentPartPr/>
              <p14:nvPr/>
            </p14:nvContentPartPr>
            <p14:xfrm>
              <a:off x="1564588" y="4773268"/>
              <a:ext cx="159120" cy="1584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8FCA991C-CE4D-4942-B8AC-D08A101A8CB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55948" y="4764628"/>
                <a:ext cx="1767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0643E801-62E6-498E-BEC1-698708E5C806}"/>
                  </a:ext>
                </a:extLst>
              </p14:cNvPr>
              <p14:cNvContentPartPr/>
              <p14:nvPr/>
            </p14:nvContentPartPr>
            <p14:xfrm>
              <a:off x="1576108" y="4866868"/>
              <a:ext cx="163080" cy="1332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0643E801-62E6-498E-BEC1-698708E5C80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567468" y="4858228"/>
                <a:ext cx="1807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84453A18-5E00-4296-9AEA-F19E7AABC89A}"/>
                  </a:ext>
                </a:extLst>
              </p14:cNvPr>
              <p14:cNvContentPartPr/>
              <p14:nvPr/>
            </p14:nvContentPartPr>
            <p14:xfrm>
              <a:off x="2703268" y="4928788"/>
              <a:ext cx="285840" cy="13536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84453A18-5E00-4296-9AEA-F19E7AABC89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694628" y="4920148"/>
                <a:ext cx="3034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25AAF1E5-5655-4166-8F4B-734AF2D16A76}"/>
                  </a:ext>
                </a:extLst>
              </p14:cNvPr>
              <p14:cNvContentPartPr/>
              <p14:nvPr/>
            </p14:nvContentPartPr>
            <p14:xfrm>
              <a:off x="3105388" y="4525228"/>
              <a:ext cx="309960" cy="35244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25AAF1E5-5655-4166-8F4B-734AF2D16A7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096378" y="4516228"/>
                <a:ext cx="327621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8A62194B-9D88-4C6C-A029-5573A85701DC}"/>
                  </a:ext>
                </a:extLst>
              </p14:cNvPr>
              <p14:cNvContentPartPr/>
              <p14:nvPr/>
            </p14:nvContentPartPr>
            <p14:xfrm>
              <a:off x="2633788" y="4561948"/>
              <a:ext cx="261000" cy="22680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8A62194B-9D88-4C6C-A029-5573A85701D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625148" y="4553308"/>
                <a:ext cx="2786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BD51AA04-F7FE-4968-ADF6-1FE5DEF37D1B}"/>
                  </a:ext>
                </a:extLst>
              </p14:cNvPr>
              <p14:cNvContentPartPr/>
              <p14:nvPr/>
            </p14:nvContentPartPr>
            <p14:xfrm>
              <a:off x="1864468" y="4537108"/>
              <a:ext cx="610560" cy="61380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BD51AA04-F7FE-4968-ADF6-1FE5DEF37D1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855468" y="4528468"/>
                <a:ext cx="628200" cy="6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5C9A0587-C851-445F-B0E5-F1CACA07F8EB}"/>
                  </a:ext>
                </a:extLst>
              </p14:cNvPr>
              <p14:cNvContentPartPr/>
              <p14:nvPr/>
            </p14:nvContentPartPr>
            <p14:xfrm>
              <a:off x="1558468" y="5716828"/>
              <a:ext cx="193320" cy="1080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5C9A0587-C851-445F-B0E5-F1CACA07F8E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549468" y="5707828"/>
                <a:ext cx="2109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FC32158F-DF0E-4A57-B88C-C1569188BC56}"/>
                  </a:ext>
                </a:extLst>
              </p14:cNvPr>
              <p14:cNvContentPartPr/>
              <p14:nvPr/>
            </p14:nvContentPartPr>
            <p14:xfrm>
              <a:off x="1592308" y="5838508"/>
              <a:ext cx="213120" cy="2520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FC32158F-DF0E-4A57-B88C-C1569188BC5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583308" y="5829508"/>
                <a:ext cx="2307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BE4BC830-D9BF-4F1D-B6B1-ABB86B6DAC7B}"/>
                  </a:ext>
                </a:extLst>
              </p14:cNvPr>
              <p14:cNvContentPartPr/>
              <p14:nvPr/>
            </p14:nvContentPartPr>
            <p14:xfrm>
              <a:off x="2020708" y="5525668"/>
              <a:ext cx="21960" cy="195480"/>
            </p14:xfrm>
          </p:contentPart>
        </mc:Choice>
        <mc:Fallback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BE4BC830-D9BF-4F1D-B6B1-ABB86B6DAC7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012068" y="5516668"/>
                <a:ext cx="396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38A288E8-6B30-4634-B24C-AA6886189553}"/>
                  </a:ext>
                </a:extLst>
              </p14:cNvPr>
              <p14:cNvContentPartPr/>
              <p14:nvPr/>
            </p14:nvContentPartPr>
            <p14:xfrm>
              <a:off x="1954108" y="5775148"/>
              <a:ext cx="199800" cy="684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38A288E8-6B30-4634-B24C-AA688618955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945468" y="5766508"/>
                <a:ext cx="2174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7B82E2E7-A992-4C71-9435-CC403572435A}"/>
                  </a:ext>
                </a:extLst>
              </p14:cNvPr>
              <p14:cNvContentPartPr/>
              <p14:nvPr/>
            </p14:nvContentPartPr>
            <p14:xfrm>
              <a:off x="1984708" y="5864788"/>
              <a:ext cx="259920" cy="27540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7B82E2E7-A992-4C71-9435-CC403572435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76068" y="5856148"/>
                <a:ext cx="2775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5A2D45B9-8CCE-4277-8FCD-75ADCF9072E0}"/>
                  </a:ext>
                </a:extLst>
              </p14:cNvPr>
              <p14:cNvContentPartPr/>
              <p14:nvPr/>
            </p14:nvContentPartPr>
            <p14:xfrm>
              <a:off x="2928268" y="5417308"/>
              <a:ext cx="28800" cy="35640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5A2D45B9-8CCE-4277-8FCD-75ADCF9072E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919628" y="5408668"/>
                <a:ext cx="4644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C7F36A50-24E7-4BBC-8FC4-F7B139FE2A61}"/>
                  </a:ext>
                </a:extLst>
              </p14:cNvPr>
              <p14:cNvContentPartPr/>
              <p14:nvPr/>
            </p14:nvContentPartPr>
            <p14:xfrm>
              <a:off x="2431108" y="5472028"/>
              <a:ext cx="323280" cy="35712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C7F36A50-24E7-4BBC-8FC4-F7B139FE2A6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422468" y="5463028"/>
                <a:ext cx="34092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83A9C28F-A61B-4DB5-A253-7F816CC3E98B}"/>
                  </a:ext>
                </a:extLst>
              </p14:cNvPr>
              <p14:cNvContentPartPr/>
              <p14:nvPr/>
            </p14:nvContentPartPr>
            <p14:xfrm>
              <a:off x="3088468" y="5564908"/>
              <a:ext cx="268200" cy="17640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83A9C28F-A61B-4DB5-A253-7F816CC3E98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079828" y="5556268"/>
                <a:ext cx="28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26D3554E-8142-4E41-82A8-2A7A3A0981B7}"/>
                  </a:ext>
                </a:extLst>
              </p14:cNvPr>
              <p14:cNvContentPartPr/>
              <p14:nvPr/>
            </p14:nvContentPartPr>
            <p14:xfrm>
              <a:off x="3459628" y="5387068"/>
              <a:ext cx="71640" cy="45000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26D3554E-8142-4E41-82A8-2A7A3A0981B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450628" y="5378428"/>
                <a:ext cx="8928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3E3EC575-1214-4797-9251-FC39D89A09F3}"/>
                  </a:ext>
                </a:extLst>
              </p14:cNvPr>
              <p14:cNvContentPartPr/>
              <p14:nvPr/>
            </p14:nvContentPartPr>
            <p14:xfrm>
              <a:off x="1569988" y="6452308"/>
              <a:ext cx="121320" cy="1944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3E3EC575-1214-4797-9251-FC39D89A09F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560988" y="6443308"/>
                <a:ext cx="138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9C9B5C26-287F-4E56-AAD8-3101DCDA6AD3}"/>
                  </a:ext>
                </a:extLst>
              </p14:cNvPr>
              <p14:cNvContentPartPr/>
              <p14:nvPr/>
            </p14:nvContentPartPr>
            <p14:xfrm>
              <a:off x="1596628" y="6549868"/>
              <a:ext cx="140760" cy="1296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9C9B5C26-287F-4E56-AAD8-3101DCDA6AD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587628" y="6540868"/>
                <a:ext cx="158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18C55C1F-8A81-41C3-841D-2A5F376ABD14}"/>
                  </a:ext>
                </a:extLst>
              </p14:cNvPr>
              <p14:cNvContentPartPr/>
              <p14:nvPr/>
            </p14:nvContentPartPr>
            <p14:xfrm>
              <a:off x="1952308" y="6208228"/>
              <a:ext cx="817920" cy="57600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18C55C1F-8A81-41C3-841D-2A5F376ABD1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43668" y="6199234"/>
                <a:ext cx="835560" cy="593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4C3BADD7-7AEE-4B3D-A5DA-0DE958832854}"/>
                  </a:ext>
                </a:extLst>
              </p14:cNvPr>
              <p14:cNvContentPartPr/>
              <p14:nvPr/>
            </p14:nvContentPartPr>
            <p14:xfrm>
              <a:off x="2934748" y="6197068"/>
              <a:ext cx="56520" cy="35460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4C3BADD7-7AEE-4B3D-A5DA-0DE95883285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925748" y="6188068"/>
                <a:ext cx="7416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E91726AA-BA3F-4281-9DB0-F01F3F60138A}"/>
                  </a:ext>
                </a:extLst>
              </p14:cNvPr>
              <p14:cNvContentPartPr/>
              <p14:nvPr/>
            </p14:nvContentPartPr>
            <p14:xfrm>
              <a:off x="3471868" y="6262588"/>
              <a:ext cx="300240" cy="17388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E91726AA-BA3F-4281-9DB0-F01F3F60138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463228" y="6253588"/>
                <a:ext cx="3178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DBB886BD-3211-441E-A5B7-3B8768BEB23C}"/>
                  </a:ext>
                </a:extLst>
              </p14:cNvPr>
              <p14:cNvContentPartPr/>
              <p14:nvPr/>
            </p14:nvContentPartPr>
            <p14:xfrm>
              <a:off x="3121588" y="6207508"/>
              <a:ext cx="258120" cy="28512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DBB886BD-3211-441E-A5B7-3B8768BEB23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112601" y="6198508"/>
                <a:ext cx="275735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5A06FABB-BBF0-4C0C-8E42-93DE4D56E6D2}"/>
                  </a:ext>
                </a:extLst>
              </p14:cNvPr>
              <p14:cNvContentPartPr/>
              <p14:nvPr/>
            </p14:nvContentPartPr>
            <p14:xfrm>
              <a:off x="3889828" y="6185188"/>
              <a:ext cx="18360" cy="33444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5A06FABB-BBF0-4C0C-8E42-93DE4D56E6D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880828" y="6176548"/>
                <a:ext cx="3600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3DF3FB07-C14A-4F16-A9BD-681BD5564CF2}"/>
                  </a:ext>
                </a:extLst>
              </p14:cNvPr>
              <p14:cNvContentPartPr/>
              <p14:nvPr/>
            </p14:nvContentPartPr>
            <p14:xfrm>
              <a:off x="4149748" y="5845348"/>
              <a:ext cx="330840" cy="92916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3DF3FB07-C14A-4F16-A9BD-681BD5564CF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141108" y="5836348"/>
                <a:ext cx="348480" cy="9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32FF37D5-7BDB-41CD-830C-6990DBB84F90}"/>
                  </a:ext>
                </a:extLst>
              </p14:cNvPr>
              <p14:cNvContentPartPr/>
              <p14:nvPr/>
            </p14:nvContentPartPr>
            <p14:xfrm>
              <a:off x="4917628" y="4902148"/>
              <a:ext cx="1019520" cy="123840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32FF37D5-7BDB-41CD-830C-6990DBB84F9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908631" y="4893145"/>
                <a:ext cx="1037154" cy="12560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90367569-5CD2-4960-A909-2A043084B6AF}"/>
                  </a:ext>
                </a:extLst>
              </p14:cNvPr>
              <p14:cNvContentPartPr/>
              <p14:nvPr/>
            </p14:nvContentPartPr>
            <p14:xfrm>
              <a:off x="6491188" y="4946068"/>
              <a:ext cx="177480" cy="8928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90367569-5CD2-4960-A909-2A043084B6A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482548" y="4937428"/>
                <a:ext cx="1951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622496BE-1DBD-4130-BB39-D3C542D6F211}"/>
                  </a:ext>
                </a:extLst>
              </p14:cNvPr>
              <p14:cNvContentPartPr/>
              <p14:nvPr/>
            </p14:nvContentPartPr>
            <p14:xfrm>
              <a:off x="6230548" y="4752028"/>
              <a:ext cx="152640" cy="298080"/>
            </p14:xfrm>
          </p:contentPart>
        </mc:Choice>
        <mc:Fallback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622496BE-1DBD-4130-BB39-D3C542D6F21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221548" y="4743388"/>
                <a:ext cx="1702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1BEF47E1-F599-491F-9343-AEF3585287C7}"/>
                  </a:ext>
                </a:extLst>
              </p14:cNvPr>
              <p14:cNvContentPartPr/>
              <p14:nvPr/>
            </p14:nvContentPartPr>
            <p14:xfrm>
              <a:off x="6932548" y="5061988"/>
              <a:ext cx="246960" cy="16920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1BEF47E1-F599-491F-9343-AEF3585287C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923548" y="5052988"/>
                <a:ext cx="2646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53B1C608-4E61-462D-9A4A-BDAE8083C78F}"/>
                  </a:ext>
                </a:extLst>
              </p14:cNvPr>
              <p14:cNvContentPartPr/>
              <p14:nvPr/>
            </p14:nvContentPartPr>
            <p14:xfrm>
              <a:off x="7795468" y="4608748"/>
              <a:ext cx="31320" cy="42228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53B1C608-4E61-462D-9A4A-BDAE8083C78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786468" y="4600108"/>
                <a:ext cx="4896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370C1759-7BF2-44BE-8938-B9963465333A}"/>
                  </a:ext>
                </a:extLst>
              </p14:cNvPr>
              <p14:cNvContentPartPr/>
              <p14:nvPr/>
            </p14:nvContentPartPr>
            <p14:xfrm>
              <a:off x="7373908" y="4575628"/>
              <a:ext cx="260640" cy="43164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370C1759-7BF2-44BE-8938-B9963465333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364920" y="4566988"/>
                <a:ext cx="278256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6D60883E-0942-4F41-AD52-4C435B6A49A5}"/>
                  </a:ext>
                </a:extLst>
              </p14:cNvPr>
              <p14:cNvContentPartPr/>
              <p14:nvPr/>
            </p14:nvContentPartPr>
            <p14:xfrm>
              <a:off x="6881788" y="4743388"/>
              <a:ext cx="208440" cy="242280"/>
            </p14:xfrm>
          </p:contentPart>
        </mc:Choice>
        <mc:Fallback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6D60883E-0942-4F41-AD52-4C435B6A49A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873148" y="4734388"/>
                <a:ext cx="22608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46575A3A-0F25-431A-9D75-108CF310470A}"/>
                  </a:ext>
                </a:extLst>
              </p14:cNvPr>
              <p14:cNvContentPartPr/>
              <p14:nvPr/>
            </p14:nvContentPartPr>
            <p14:xfrm>
              <a:off x="8466148" y="4742308"/>
              <a:ext cx="40320" cy="17208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46575A3A-0F25-431A-9D75-108CF310470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457508" y="4733668"/>
                <a:ext cx="579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C6FB6B4C-4A62-4A6C-886E-1230E76FC1EE}"/>
                  </a:ext>
                </a:extLst>
              </p14:cNvPr>
              <p14:cNvContentPartPr/>
              <p14:nvPr/>
            </p14:nvContentPartPr>
            <p14:xfrm>
              <a:off x="8653708" y="4557268"/>
              <a:ext cx="3240" cy="410760"/>
            </p14:xfrm>
          </p:contentPart>
        </mc:Choice>
        <mc:Fallback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C6FB6B4C-4A62-4A6C-886E-1230E76FC1E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645068" y="4548268"/>
                <a:ext cx="2088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8C9F6A28-E903-4450-9B66-901F4C1CE900}"/>
                  </a:ext>
                </a:extLst>
              </p14:cNvPr>
              <p14:cNvContentPartPr/>
              <p14:nvPr/>
            </p14:nvContentPartPr>
            <p14:xfrm>
              <a:off x="7986268" y="4583548"/>
              <a:ext cx="352080" cy="33048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8C9F6A28-E903-4450-9B66-901F4C1CE90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977628" y="4574899"/>
                <a:ext cx="369720" cy="3481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701C4AF1-9ABF-4DAF-A850-3AA5D1E02213}"/>
                  </a:ext>
                </a:extLst>
              </p14:cNvPr>
              <p14:cNvContentPartPr/>
              <p14:nvPr/>
            </p14:nvContentPartPr>
            <p14:xfrm>
              <a:off x="8878708" y="4789468"/>
              <a:ext cx="237240" cy="4752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701C4AF1-9ABF-4DAF-A850-3AA5D1E0221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869708" y="4780468"/>
                <a:ext cx="2548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84" name="Entrada de lápiz 183">
                <a:extLst>
                  <a:ext uri="{FF2B5EF4-FFF2-40B4-BE49-F238E27FC236}">
                    <a16:creationId xmlns:a16="http://schemas.microsoft.com/office/drawing/2014/main" id="{0131A72A-2E33-4C1C-AB67-CE7E8F50B6BE}"/>
                  </a:ext>
                </a:extLst>
              </p14:cNvPr>
              <p14:cNvContentPartPr/>
              <p14:nvPr/>
            </p14:nvContentPartPr>
            <p14:xfrm>
              <a:off x="9347788" y="4942828"/>
              <a:ext cx="228240" cy="149040"/>
            </p14:xfrm>
          </p:contentPart>
        </mc:Choice>
        <mc:Fallback>
          <p:pic>
            <p:nvPicPr>
              <p:cNvPr id="184" name="Entrada de lápiz 183">
                <a:extLst>
                  <a:ext uri="{FF2B5EF4-FFF2-40B4-BE49-F238E27FC236}">
                    <a16:creationId xmlns:a16="http://schemas.microsoft.com/office/drawing/2014/main" id="{0131A72A-2E33-4C1C-AB67-CE7E8F50B6B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339148" y="4934188"/>
                <a:ext cx="2458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85" name="Entrada de lápiz 184">
                <a:extLst>
                  <a:ext uri="{FF2B5EF4-FFF2-40B4-BE49-F238E27FC236}">
                    <a16:creationId xmlns:a16="http://schemas.microsoft.com/office/drawing/2014/main" id="{264A6E8F-0A8A-41CE-AFFD-B867F2D1E8ED}"/>
                  </a:ext>
                </a:extLst>
              </p14:cNvPr>
              <p14:cNvContentPartPr/>
              <p14:nvPr/>
            </p14:nvContentPartPr>
            <p14:xfrm>
              <a:off x="9323668" y="4659148"/>
              <a:ext cx="145080" cy="236880"/>
            </p14:xfrm>
          </p:contentPart>
        </mc:Choice>
        <mc:Fallback>
          <p:pic>
            <p:nvPicPr>
              <p:cNvPr id="185" name="Entrada de lápiz 184">
                <a:extLst>
                  <a:ext uri="{FF2B5EF4-FFF2-40B4-BE49-F238E27FC236}">
                    <a16:creationId xmlns:a16="http://schemas.microsoft.com/office/drawing/2014/main" id="{264A6E8F-0A8A-41CE-AFFD-B867F2D1E8E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315028" y="4650148"/>
                <a:ext cx="16272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90C8E76B-97DA-49D7-ABAC-1D9448121907}"/>
                  </a:ext>
                </a:extLst>
              </p14:cNvPr>
              <p14:cNvContentPartPr/>
              <p14:nvPr/>
            </p14:nvContentPartPr>
            <p14:xfrm>
              <a:off x="10210708" y="4569868"/>
              <a:ext cx="5760" cy="349200"/>
            </p14:xfrm>
          </p:contentPart>
        </mc:Choice>
        <mc:Fallback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90C8E76B-97DA-49D7-ABAC-1D944812190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202068" y="4561228"/>
                <a:ext cx="2340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93" name="Entrada de lápiz 192">
                <a:extLst>
                  <a:ext uri="{FF2B5EF4-FFF2-40B4-BE49-F238E27FC236}">
                    <a16:creationId xmlns:a16="http://schemas.microsoft.com/office/drawing/2014/main" id="{C6968E49-DD7B-47EB-AE76-1D5659518618}"/>
                  </a:ext>
                </a:extLst>
              </p14:cNvPr>
              <p14:cNvContentPartPr/>
              <p14:nvPr/>
            </p14:nvContentPartPr>
            <p14:xfrm>
              <a:off x="10887868" y="4613788"/>
              <a:ext cx="86760" cy="176400"/>
            </p14:xfrm>
          </p:contentPart>
        </mc:Choice>
        <mc:Fallback>
          <p:pic>
            <p:nvPicPr>
              <p:cNvPr id="193" name="Entrada de lápiz 192">
                <a:extLst>
                  <a:ext uri="{FF2B5EF4-FFF2-40B4-BE49-F238E27FC236}">
                    <a16:creationId xmlns:a16="http://schemas.microsoft.com/office/drawing/2014/main" id="{C6968E49-DD7B-47EB-AE76-1D565951861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878868" y="4604788"/>
                <a:ext cx="1044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516F596D-A279-4D10-ACDC-52754CE15DE2}"/>
                  </a:ext>
                </a:extLst>
              </p14:cNvPr>
              <p14:cNvContentPartPr/>
              <p14:nvPr/>
            </p14:nvContentPartPr>
            <p14:xfrm>
              <a:off x="11043388" y="4454668"/>
              <a:ext cx="36360" cy="394200"/>
            </p14:xfrm>
          </p:contentPart>
        </mc:Choice>
        <mc:Fallback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516F596D-A279-4D10-ACDC-52754CE15DE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034748" y="4446028"/>
                <a:ext cx="5400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DAA2C657-56BA-4CAA-A964-A64DD0F14FDF}"/>
                  </a:ext>
                </a:extLst>
              </p14:cNvPr>
              <p14:cNvContentPartPr/>
              <p14:nvPr/>
            </p14:nvContentPartPr>
            <p14:xfrm>
              <a:off x="10336348" y="4500748"/>
              <a:ext cx="483120" cy="354600"/>
            </p14:xfrm>
          </p:contentPart>
        </mc:Choice>
        <mc:Fallback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DAA2C657-56BA-4CAA-A964-A64DD0F14FD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327348" y="4491757"/>
                <a:ext cx="500760" cy="372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F7574FEB-074D-4AFD-B82B-C745BE30B23A}"/>
                  </a:ext>
                </a:extLst>
              </p14:cNvPr>
              <p14:cNvContentPartPr/>
              <p14:nvPr/>
            </p14:nvContentPartPr>
            <p14:xfrm>
              <a:off x="9694828" y="4541428"/>
              <a:ext cx="305280" cy="321120"/>
            </p14:xfrm>
          </p:contentPart>
        </mc:Choice>
        <mc:Fallback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F7574FEB-074D-4AFD-B82B-C745BE30B23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685839" y="4532428"/>
                <a:ext cx="322899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D7606E85-A7B6-407A-83F4-538B209941DA}"/>
                  </a:ext>
                </a:extLst>
              </p14:cNvPr>
              <p14:cNvContentPartPr/>
              <p14:nvPr/>
            </p14:nvContentPartPr>
            <p14:xfrm>
              <a:off x="4324348" y="5856148"/>
              <a:ext cx="224280" cy="284760"/>
            </p14:xfrm>
          </p:contentPart>
        </mc:Choice>
        <mc:Fallback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D7606E85-A7B6-407A-83F4-538B209941D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288348" y="5784508"/>
                <a:ext cx="29592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98" name="Entrada de lápiz 197">
                <a:extLst>
                  <a:ext uri="{FF2B5EF4-FFF2-40B4-BE49-F238E27FC236}">
                    <a16:creationId xmlns:a16="http://schemas.microsoft.com/office/drawing/2014/main" id="{4BB79ACA-C107-465D-B271-AB8FA4F4ED64}"/>
                  </a:ext>
                </a:extLst>
              </p14:cNvPr>
              <p14:cNvContentPartPr/>
              <p14:nvPr/>
            </p14:nvContentPartPr>
            <p14:xfrm>
              <a:off x="7985908" y="4772908"/>
              <a:ext cx="99360" cy="164880"/>
            </p14:xfrm>
          </p:contentPart>
        </mc:Choice>
        <mc:Fallback>
          <p:pic>
            <p:nvPicPr>
              <p:cNvPr id="198" name="Entrada de lápiz 197">
                <a:extLst>
                  <a:ext uri="{FF2B5EF4-FFF2-40B4-BE49-F238E27FC236}">
                    <a16:creationId xmlns:a16="http://schemas.microsoft.com/office/drawing/2014/main" id="{4BB79ACA-C107-465D-B271-AB8FA4F4ED6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949908" y="4700908"/>
                <a:ext cx="17100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99" name="Entrada de lápiz 198">
                <a:extLst>
                  <a:ext uri="{FF2B5EF4-FFF2-40B4-BE49-F238E27FC236}">
                    <a16:creationId xmlns:a16="http://schemas.microsoft.com/office/drawing/2014/main" id="{F04935AF-9CFA-4DD0-A8BE-83F6BA89EFD7}"/>
                  </a:ext>
                </a:extLst>
              </p14:cNvPr>
              <p14:cNvContentPartPr/>
              <p14:nvPr/>
            </p14:nvContentPartPr>
            <p14:xfrm>
              <a:off x="4287628" y="6569668"/>
              <a:ext cx="260640" cy="209160"/>
            </p14:xfrm>
          </p:contentPart>
        </mc:Choice>
        <mc:Fallback>
          <p:pic>
            <p:nvPicPr>
              <p:cNvPr id="199" name="Entrada de lápiz 198">
                <a:extLst>
                  <a:ext uri="{FF2B5EF4-FFF2-40B4-BE49-F238E27FC236}">
                    <a16:creationId xmlns:a16="http://schemas.microsoft.com/office/drawing/2014/main" id="{F04935AF-9CFA-4DD0-A8BE-83F6BA89EFD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269988" y="6534028"/>
                <a:ext cx="29628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200" name="Entrada de lápiz 199">
                <a:extLst>
                  <a:ext uri="{FF2B5EF4-FFF2-40B4-BE49-F238E27FC236}">
                    <a16:creationId xmlns:a16="http://schemas.microsoft.com/office/drawing/2014/main" id="{217A22E7-4F8C-49EA-A43C-6BDB6C0ADBB1}"/>
                  </a:ext>
                </a:extLst>
              </p14:cNvPr>
              <p14:cNvContentPartPr/>
              <p14:nvPr/>
            </p14:nvContentPartPr>
            <p14:xfrm>
              <a:off x="10295308" y="4691188"/>
              <a:ext cx="186120" cy="168840"/>
            </p14:xfrm>
          </p:contentPart>
        </mc:Choice>
        <mc:Fallback>
          <p:pic>
            <p:nvPicPr>
              <p:cNvPr id="200" name="Entrada de lápiz 199">
                <a:extLst>
                  <a:ext uri="{FF2B5EF4-FFF2-40B4-BE49-F238E27FC236}">
                    <a16:creationId xmlns:a16="http://schemas.microsoft.com/office/drawing/2014/main" id="{217A22E7-4F8C-49EA-A43C-6BDB6C0ADBB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277308" y="4655188"/>
                <a:ext cx="2217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203" name="Entrada de lápiz 202">
                <a:extLst>
                  <a:ext uri="{FF2B5EF4-FFF2-40B4-BE49-F238E27FC236}">
                    <a16:creationId xmlns:a16="http://schemas.microsoft.com/office/drawing/2014/main" id="{8325320B-DA40-4F0D-A887-74ACEACA3F92}"/>
                  </a:ext>
                </a:extLst>
              </p14:cNvPr>
              <p14:cNvContentPartPr/>
              <p14:nvPr/>
            </p14:nvContentPartPr>
            <p14:xfrm>
              <a:off x="6582988" y="6004108"/>
              <a:ext cx="147240" cy="12240"/>
            </p14:xfrm>
          </p:contentPart>
        </mc:Choice>
        <mc:Fallback>
          <p:pic>
            <p:nvPicPr>
              <p:cNvPr id="203" name="Entrada de lápiz 202">
                <a:extLst>
                  <a:ext uri="{FF2B5EF4-FFF2-40B4-BE49-F238E27FC236}">
                    <a16:creationId xmlns:a16="http://schemas.microsoft.com/office/drawing/2014/main" id="{8325320B-DA40-4F0D-A887-74ACEACA3F9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573988" y="5995108"/>
                <a:ext cx="1648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3376F769-9024-40F3-9624-C9FEC13E11C7}"/>
                  </a:ext>
                </a:extLst>
              </p14:cNvPr>
              <p14:cNvContentPartPr/>
              <p14:nvPr/>
            </p14:nvContentPartPr>
            <p14:xfrm>
              <a:off x="6628348" y="6071428"/>
              <a:ext cx="159480" cy="20520"/>
            </p14:xfrm>
          </p:contentPart>
        </mc:Choice>
        <mc:Fallback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3376F769-9024-40F3-9624-C9FEC13E11C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619348" y="6062428"/>
                <a:ext cx="177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205" name="Entrada de lápiz 204">
                <a:extLst>
                  <a:ext uri="{FF2B5EF4-FFF2-40B4-BE49-F238E27FC236}">
                    <a16:creationId xmlns:a16="http://schemas.microsoft.com/office/drawing/2014/main" id="{2D969C8B-89D3-4C63-BC97-F1F2A6BAE1CA}"/>
                  </a:ext>
                </a:extLst>
              </p14:cNvPr>
              <p14:cNvContentPartPr/>
              <p14:nvPr/>
            </p14:nvContentPartPr>
            <p14:xfrm>
              <a:off x="6243148" y="5809708"/>
              <a:ext cx="195840" cy="362880"/>
            </p14:xfrm>
          </p:contentPart>
        </mc:Choice>
        <mc:Fallback>
          <p:pic>
            <p:nvPicPr>
              <p:cNvPr id="205" name="Entrada de lápiz 204">
                <a:extLst>
                  <a:ext uri="{FF2B5EF4-FFF2-40B4-BE49-F238E27FC236}">
                    <a16:creationId xmlns:a16="http://schemas.microsoft.com/office/drawing/2014/main" id="{2D969C8B-89D3-4C63-BC97-F1F2A6BAE1C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234165" y="5800708"/>
                <a:ext cx="213448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208" name="Entrada de lápiz 207">
                <a:extLst>
                  <a:ext uri="{FF2B5EF4-FFF2-40B4-BE49-F238E27FC236}">
                    <a16:creationId xmlns:a16="http://schemas.microsoft.com/office/drawing/2014/main" id="{C76DC6C0-021B-4636-93A5-285E946E0F02}"/>
                  </a:ext>
                </a:extLst>
              </p14:cNvPr>
              <p14:cNvContentPartPr/>
              <p14:nvPr/>
            </p14:nvContentPartPr>
            <p14:xfrm>
              <a:off x="6957028" y="6066028"/>
              <a:ext cx="144000" cy="149400"/>
            </p14:xfrm>
          </p:contentPart>
        </mc:Choice>
        <mc:Fallback>
          <p:pic>
            <p:nvPicPr>
              <p:cNvPr id="208" name="Entrada de lápiz 207">
                <a:extLst>
                  <a:ext uri="{FF2B5EF4-FFF2-40B4-BE49-F238E27FC236}">
                    <a16:creationId xmlns:a16="http://schemas.microsoft.com/office/drawing/2014/main" id="{C76DC6C0-021B-4636-93A5-285E946E0F0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948028" y="6057388"/>
                <a:ext cx="1616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209" name="Entrada de lápiz 208">
                <a:extLst>
                  <a:ext uri="{FF2B5EF4-FFF2-40B4-BE49-F238E27FC236}">
                    <a16:creationId xmlns:a16="http://schemas.microsoft.com/office/drawing/2014/main" id="{70C9D450-FA17-4F0E-A718-815EB70C51B0}"/>
                  </a:ext>
                </a:extLst>
              </p14:cNvPr>
              <p14:cNvContentPartPr/>
              <p14:nvPr/>
            </p14:nvContentPartPr>
            <p14:xfrm>
              <a:off x="6919948" y="5789188"/>
              <a:ext cx="187200" cy="211320"/>
            </p14:xfrm>
          </p:contentPart>
        </mc:Choice>
        <mc:Fallback>
          <p:pic>
            <p:nvPicPr>
              <p:cNvPr id="209" name="Entrada de lápiz 208">
                <a:extLst>
                  <a:ext uri="{FF2B5EF4-FFF2-40B4-BE49-F238E27FC236}">
                    <a16:creationId xmlns:a16="http://schemas.microsoft.com/office/drawing/2014/main" id="{70C9D450-FA17-4F0E-A718-815EB70C51B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911308" y="5780188"/>
                <a:ext cx="2048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254" name="Entrada de lápiz 253">
                <a:extLst>
                  <a:ext uri="{FF2B5EF4-FFF2-40B4-BE49-F238E27FC236}">
                    <a16:creationId xmlns:a16="http://schemas.microsoft.com/office/drawing/2014/main" id="{75FF6F62-8705-4FA6-BE5C-57DCABB0B2C9}"/>
                  </a:ext>
                </a:extLst>
              </p14:cNvPr>
              <p14:cNvContentPartPr/>
              <p14:nvPr/>
            </p14:nvContentPartPr>
            <p14:xfrm>
              <a:off x="7240348" y="5455108"/>
              <a:ext cx="3412800" cy="1382400"/>
            </p14:xfrm>
          </p:contentPart>
        </mc:Choice>
        <mc:Fallback>
          <p:pic>
            <p:nvPicPr>
              <p:cNvPr id="254" name="Entrada de lápiz 253">
                <a:extLst>
                  <a:ext uri="{FF2B5EF4-FFF2-40B4-BE49-F238E27FC236}">
                    <a16:creationId xmlns:a16="http://schemas.microsoft.com/office/drawing/2014/main" id="{75FF6F62-8705-4FA6-BE5C-57DCABB0B2C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231348" y="5446468"/>
                <a:ext cx="3430440" cy="140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040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F4B2C07-D0D7-4CC9-A1CF-2C605E00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88" y="445771"/>
            <a:ext cx="10018279" cy="41965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A68E1963-206D-474F-86F1-2BEBDB6DDDEC}"/>
                  </a:ext>
                </a:extLst>
              </p14:cNvPr>
              <p14:cNvContentPartPr/>
              <p14:nvPr/>
            </p14:nvContentPartPr>
            <p14:xfrm>
              <a:off x="2369548" y="4725388"/>
              <a:ext cx="2706480" cy="184932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A68E1963-206D-474F-86F1-2BEBDB6DDD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0908" y="4716388"/>
                <a:ext cx="2724120" cy="18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7300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0836F12-6427-467C-9FEC-0DBD9D4C0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44" y="287508"/>
            <a:ext cx="2500620" cy="14709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BAD8AD2C-7D7F-4C9D-A2FF-32CC7996FF60}"/>
                  </a:ext>
                </a:extLst>
              </p14:cNvPr>
              <p14:cNvContentPartPr/>
              <p14:nvPr/>
            </p14:nvContentPartPr>
            <p14:xfrm>
              <a:off x="6166468" y="462268"/>
              <a:ext cx="328680" cy="27684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BAD8AD2C-7D7F-4C9D-A2FF-32CC7996FF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7828" y="453628"/>
                <a:ext cx="34632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8C6A83A7-30CF-44B1-9716-23941E341C3A}"/>
                  </a:ext>
                </a:extLst>
              </p14:cNvPr>
              <p14:cNvContentPartPr/>
              <p14:nvPr/>
            </p14:nvContentPartPr>
            <p14:xfrm>
              <a:off x="6608548" y="453628"/>
              <a:ext cx="114840" cy="205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8C6A83A7-30CF-44B1-9716-23941E341C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99908" y="444628"/>
                <a:ext cx="1324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D53BAD83-708C-4045-8286-824D8EC5B69F}"/>
                  </a:ext>
                </a:extLst>
              </p14:cNvPr>
              <p14:cNvContentPartPr/>
              <p14:nvPr/>
            </p14:nvContentPartPr>
            <p14:xfrm>
              <a:off x="6621148" y="575308"/>
              <a:ext cx="133920" cy="2340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D53BAD83-708C-4045-8286-824D8EC5B6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12148" y="566308"/>
                <a:ext cx="1515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72698FAF-390B-459D-BA04-063378B77467}"/>
                  </a:ext>
                </a:extLst>
              </p14:cNvPr>
              <p14:cNvContentPartPr/>
              <p14:nvPr/>
            </p14:nvContentPartPr>
            <p14:xfrm>
              <a:off x="7021468" y="529588"/>
              <a:ext cx="124920" cy="1800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72698FAF-390B-459D-BA04-063378B774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12828" y="520948"/>
                <a:ext cx="1425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C14942BA-A373-4D40-8D74-F1440B30232A}"/>
                  </a:ext>
                </a:extLst>
              </p14:cNvPr>
              <p14:cNvContentPartPr/>
              <p14:nvPr/>
            </p14:nvContentPartPr>
            <p14:xfrm>
              <a:off x="6961708" y="1274788"/>
              <a:ext cx="106200" cy="2448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C14942BA-A373-4D40-8D74-F1440B30232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53068" y="1265788"/>
                <a:ext cx="1238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60BC460F-E0CE-4609-9E45-A6D4B430E110}"/>
                  </a:ext>
                </a:extLst>
              </p14:cNvPr>
              <p14:cNvContentPartPr/>
              <p14:nvPr/>
            </p14:nvContentPartPr>
            <p14:xfrm>
              <a:off x="6991228" y="1373788"/>
              <a:ext cx="123840" cy="1152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60BC460F-E0CE-4609-9E45-A6D4B430E11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82228" y="1365148"/>
                <a:ext cx="1414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8CC2B704-868F-447D-AAAB-F34A33F6100D}"/>
                  </a:ext>
                </a:extLst>
              </p14:cNvPr>
              <p14:cNvContentPartPr/>
              <p14:nvPr/>
            </p14:nvContentPartPr>
            <p14:xfrm>
              <a:off x="7281388" y="1336348"/>
              <a:ext cx="120600" cy="1620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8CC2B704-868F-447D-AAAB-F34A33F6100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72388" y="1327348"/>
                <a:ext cx="1382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5D962033-5D8C-456F-8674-0B49F2C81394}"/>
                  </a:ext>
                </a:extLst>
              </p14:cNvPr>
              <p14:cNvContentPartPr/>
              <p14:nvPr/>
            </p14:nvContentPartPr>
            <p14:xfrm>
              <a:off x="7498468" y="1216108"/>
              <a:ext cx="103680" cy="20016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5D962033-5D8C-456F-8674-0B49F2C813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89468" y="1207468"/>
                <a:ext cx="1213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A8D666BC-88FF-45A4-853A-3BA64D2CC20E}"/>
                  </a:ext>
                </a:extLst>
              </p14:cNvPr>
              <p14:cNvContentPartPr/>
              <p14:nvPr/>
            </p14:nvContentPartPr>
            <p14:xfrm>
              <a:off x="6369508" y="1414828"/>
              <a:ext cx="446760" cy="25200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A8D666BC-88FF-45A4-853A-3BA64D2CC20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60508" y="1405828"/>
                <a:ext cx="4644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6BAFC228-1889-4CE2-9CCE-FBE1E578CC0F}"/>
                  </a:ext>
                </a:extLst>
              </p14:cNvPr>
              <p14:cNvContentPartPr/>
              <p14:nvPr/>
            </p14:nvContentPartPr>
            <p14:xfrm>
              <a:off x="6219388" y="1023508"/>
              <a:ext cx="455400" cy="33228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6BAFC228-1889-4CE2-9CCE-FBE1E578CC0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210395" y="1014508"/>
                <a:ext cx="473026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06FAF6D9-DED3-42AC-94EA-C7A0FAABF7AB}"/>
                  </a:ext>
                </a:extLst>
              </p14:cNvPr>
              <p14:cNvContentPartPr/>
              <p14:nvPr/>
            </p14:nvContentPartPr>
            <p14:xfrm>
              <a:off x="7323148" y="386308"/>
              <a:ext cx="196920" cy="24156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06FAF6D9-DED3-42AC-94EA-C7A0FAABF7A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14148" y="377668"/>
                <a:ext cx="2145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B25D7678-8C33-4975-83CF-A3DD492FD493}"/>
                  </a:ext>
                </a:extLst>
              </p14:cNvPr>
              <p14:cNvContentPartPr/>
              <p14:nvPr/>
            </p14:nvContentPartPr>
            <p14:xfrm>
              <a:off x="6439708" y="1914148"/>
              <a:ext cx="363240" cy="34740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B25D7678-8C33-4975-83CF-A3DD492FD49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30717" y="1905148"/>
                <a:ext cx="380863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E80940B5-2634-4627-92C1-7AD2BBE98819}"/>
                  </a:ext>
                </a:extLst>
              </p14:cNvPr>
              <p14:cNvContentPartPr/>
              <p14:nvPr/>
            </p14:nvContentPartPr>
            <p14:xfrm>
              <a:off x="6358708" y="2313388"/>
              <a:ext cx="566280" cy="5220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E80940B5-2634-4627-92C1-7AD2BBE9881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350068" y="2304388"/>
                <a:ext cx="5839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0A7138E5-996C-426D-89EB-8541B68B0DA9}"/>
                  </a:ext>
                </a:extLst>
              </p14:cNvPr>
              <p14:cNvContentPartPr/>
              <p14:nvPr/>
            </p14:nvContentPartPr>
            <p14:xfrm>
              <a:off x="6385348" y="2570068"/>
              <a:ext cx="147240" cy="1080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0A7138E5-996C-426D-89EB-8541B68B0DA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376708" y="2561428"/>
                <a:ext cx="164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2D7C5B0D-80AD-4978-96AD-615D458C2FB9}"/>
                  </a:ext>
                </a:extLst>
              </p14:cNvPr>
              <p14:cNvContentPartPr/>
              <p14:nvPr/>
            </p14:nvContentPartPr>
            <p14:xfrm>
              <a:off x="6694228" y="2525788"/>
              <a:ext cx="127440" cy="16776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2D7C5B0D-80AD-4978-96AD-615D458C2FB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685228" y="2516788"/>
                <a:ext cx="14508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21E35BEB-F60F-4ED8-9C58-03CBFE10A8BB}"/>
                  </a:ext>
                </a:extLst>
              </p14:cNvPr>
              <p14:cNvContentPartPr/>
              <p14:nvPr/>
            </p14:nvContentPartPr>
            <p14:xfrm>
              <a:off x="7193188" y="2263708"/>
              <a:ext cx="120600" cy="1332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21E35BEB-F60F-4ED8-9C58-03CBFE10A8B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184188" y="2255068"/>
                <a:ext cx="1382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B0F2C2DD-B819-4C0A-9EE1-D5F810240E22}"/>
                  </a:ext>
                </a:extLst>
              </p14:cNvPr>
              <p14:cNvContentPartPr/>
              <p14:nvPr/>
            </p14:nvContentPartPr>
            <p14:xfrm>
              <a:off x="7204708" y="2322028"/>
              <a:ext cx="150840" cy="3384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B0F2C2DD-B819-4C0A-9EE1-D5F810240E2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96068" y="2313388"/>
                <a:ext cx="1684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0A221F0F-7991-41D5-9712-389EF51AAE2E}"/>
                  </a:ext>
                </a:extLst>
              </p14:cNvPr>
              <p14:cNvContentPartPr/>
              <p14:nvPr/>
            </p14:nvContentPartPr>
            <p14:xfrm>
              <a:off x="7813108" y="2056348"/>
              <a:ext cx="176400" cy="19908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0A221F0F-7991-41D5-9712-389EF51AAE2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804468" y="2047708"/>
                <a:ext cx="19404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39BA7BC4-748F-410A-8154-A11325A2018D}"/>
                  </a:ext>
                </a:extLst>
              </p14:cNvPr>
              <p14:cNvContentPartPr/>
              <p14:nvPr/>
            </p14:nvContentPartPr>
            <p14:xfrm>
              <a:off x="7506028" y="2026828"/>
              <a:ext cx="204120" cy="26928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39BA7BC4-748F-410A-8154-A11325A2018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97388" y="2018188"/>
                <a:ext cx="2217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589211EA-5F54-4D34-A726-3CF3C15B57C6}"/>
                  </a:ext>
                </a:extLst>
              </p14:cNvPr>
              <p14:cNvContentPartPr/>
              <p14:nvPr/>
            </p14:nvContentPartPr>
            <p14:xfrm>
              <a:off x="2166148" y="2244628"/>
              <a:ext cx="705600" cy="76320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589211EA-5F54-4D34-A726-3CF3C15B57C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157153" y="2235628"/>
                <a:ext cx="723231" cy="78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B8976783-40B4-4540-B1B0-5DDCD7E110C3}"/>
                  </a:ext>
                </a:extLst>
              </p14:cNvPr>
              <p14:cNvContentPartPr/>
              <p14:nvPr/>
            </p14:nvContentPartPr>
            <p14:xfrm>
              <a:off x="3477988" y="1317988"/>
              <a:ext cx="804240" cy="93960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B8976783-40B4-4540-B1B0-5DDCD7E110C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469344" y="1308991"/>
                <a:ext cx="821888" cy="957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30F017A2-09E3-4C22-BB13-147571554DAD}"/>
                  </a:ext>
                </a:extLst>
              </p14:cNvPr>
              <p14:cNvContentPartPr/>
              <p14:nvPr/>
            </p14:nvContentPartPr>
            <p14:xfrm>
              <a:off x="3389788" y="2778148"/>
              <a:ext cx="362880" cy="13716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30F017A2-09E3-4C22-BB13-147571554DA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81139" y="2769508"/>
                <a:ext cx="380538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A5B5CBD8-F2D4-4FDA-85E6-D7A9D5BE3ECA}"/>
                  </a:ext>
                </a:extLst>
              </p14:cNvPr>
              <p14:cNvContentPartPr/>
              <p14:nvPr/>
            </p14:nvContentPartPr>
            <p14:xfrm>
              <a:off x="3234988" y="2375668"/>
              <a:ext cx="431280" cy="27324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A5B5CBD8-F2D4-4FDA-85E6-D7A9D5BE3EC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26348" y="2367028"/>
                <a:ext cx="4489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EDE83456-2514-45AD-84CC-C27B5C322B00}"/>
                  </a:ext>
                </a:extLst>
              </p14:cNvPr>
              <p14:cNvContentPartPr/>
              <p14:nvPr/>
            </p14:nvContentPartPr>
            <p14:xfrm>
              <a:off x="2003068" y="3718468"/>
              <a:ext cx="136440" cy="1836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EDE83456-2514-45AD-84CC-C27B5C322B0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994428" y="3709828"/>
                <a:ext cx="154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296C8658-0A38-44A5-B783-A8A7C92C6514}"/>
                  </a:ext>
                </a:extLst>
              </p14:cNvPr>
              <p14:cNvContentPartPr/>
              <p14:nvPr/>
            </p14:nvContentPartPr>
            <p14:xfrm>
              <a:off x="2028988" y="3802708"/>
              <a:ext cx="145440" cy="828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296C8658-0A38-44A5-B783-A8A7C92C651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019988" y="3793708"/>
                <a:ext cx="1630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094F733D-D00F-40E8-A802-A31D450EF8BB}"/>
                  </a:ext>
                </a:extLst>
              </p14:cNvPr>
              <p14:cNvContentPartPr/>
              <p14:nvPr/>
            </p14:nvContentPartPr>
            <p14:xfrm>
              <a:off x="2311588" y="3748348"/>
              <a:ext cx="188280" cy="1872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094F733D-D00F-40E8-A802-A31D450EF8B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02588" y="3739348"/>
                <a:ext cx="2059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6085D519-3289-4C25-86A5-F928E5E44D76}"/>
                  </a:ext>
                </a:extLst>
              </p14:cNvPr>
              <p14:cNvContentPartPr/>
              <p14:nvPr/>
            </p14:nvContentPartPr>
            <p14:xfrm>
              <a:off x="2808028" y="3259828"/>
              <a:ext cx="183600" cy="76536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6085D519-3289-4C25-86A5-F928E5E44D7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799388" y="3251188"/>
                <a:ext cx="201240" cy="78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33AD7872-A389-405E-A9F4-068119DE4F7D}"/>
                  </a:ext>
                </a:extLst>
              </p14:cNvPr>
              <p14:cNvContentPartPr/>
              <p14:nvPr/>
            </p14:nvContentPartPr>
            <p14:xfrm>
              <a:off x="3117268" y="3187108"/>
              <a:ext cx="1008000" cy="59040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33AD7872-A389-405E-A9F4-068119DE4F7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108628" y="3178468"/>
                <a:ext cx="1025640" cy="6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6B5AA953-BBC0-448D-BB58-324BDB0FD6C5}"/>
                  </a:ext>
                </a:extLst>
              </p14:cNvPr>
              <p14:cNvContentPartPr/>
              <p14:nvPr/>
            </p14:nvContentPartPr>
            <p14:xfrm>
              <a:off x="1655668" y="3529108"/>
              <a:ext cx="201960" cy="35280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6B5AA953-BBC0-448D-BB58-324BDB0FD6C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646668" y="3520468"/>
                <a:ext cx="2196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CC4BC526-4211-4E1E-9BC8-8E70EB792A40}"/>
                  </a:ext>
                </a:extLst>
              </p14:cNvPr>
              <p14:cNvContentPartPr/>
              <p14:nvPr/>
            </p14:nvContentPartPr>
            <p14:xfrm>
              <a:off x="2107108" y="4426948"/>
              <a:ext cx="156240" cy="648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CC4BC526-4211-4E1E-9BC8-8E70EB792A4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098468" y="4417948"/>
                <a:ext cx="1738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C7679272-5F31-46FF-BA77-0AD6E333523C}"/>
                  </a:ext>
                </a:extLst>
              </p14:cNvPr>
              <p14:cNvContentPartPr/>
              <p14:nvPr/>
            </p14:nvContentPartPr>
            <p14:xfrm>
              <a:off x="2143828" y="4535668"/>
              <a:ext cx="158760" cy="576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C7679272-5F31-46FF-BA77-0AD6E333523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134828" y="4527028"/>
                <a:ext cx="1764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2FE088BE-2A8E-4668-A4F2-23377781EAFA}"/>
                  </a:ext>
                </a:extLst>
              </p14:cNvPr>
              <p14:cNvContentPartPr/>
              <p14:nvPr/>
            </p14:nvContentPartPr>
            <p14:xfrm>
              <a:off x="2537668" y="4462948"/>
              <a:ext cx="235080" cy="4212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2FE088BE-2A8E-4668-A4F2-23377781EAF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529028" y="4453948"/>
                <a:ext cx="2527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E665AF8B-2B2E-48BB-A95E-6D73A42C74FE}"/>
                  </a:ext>
                </a:extLst>
              </p14:cNvPr>
              <p14:cNvContentPartPr/>
              <p14:nvPr/>
            </p14:nvContentPartPr>
            <p14:xfrm>
              <a:off x="2232748" y="4984588"/>
              <a:ext cx="176040" cy="1224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E665AF8B-2B2E-48BB-A95E-6D73A42C74F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223748" y="4975588"/>
                <a:ext cx="1936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324B0323-33C3-4E31-B5FB-C94D13FD720C}"/>
                  </a:ext>
                </a:extLst>
              </p14:cNvPr>
              <p14:cNvContentPartPr/>
              <p14:nvPr/>
            </p14:nvContentPartPr>
            <p14:xfrm>
              <a:off x="2291428" y="5091148"/>
              <a:ext cx="146160" cy="3024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324B0323-33C3-4E31-B5FB-C94D13FD720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282428" y="5082148"/>
                <a:ext cx="1638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179B911F-D9E2-476D-A1CF-E4150F44A2CE}"/>
                  </a:ext>
                </a:extLst>
              </p14:cNvPr>
              <p14:cNvContentPartPr/>
              <p14:nvPr/>
            </p14:nvContentPartPr>
            <p14:xfrm>
              <a:off x="2728828" y="5079628"/>
              <a:ext cx="263160" cy="1512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179B911F-D9E2-476D-A1CF-E4150F44A2C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719828" y="5070988"/>
                <a:ext cx="2808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C93A19A9-5EB2-4002-92C5-478AFA8DFC6B}"/>
                  </a:ext>
                </a:extLst>
              </p14:cNvPr>
              <p14:cNvContentPartPr/>
              <p14:nvPr/>
            </p14:nvContentPartPr>
            <p14:xfrm>
              <a:off x="3135268" y="4845988"/>
              <a:ext cx="349560" cy="29916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C93A19A9-5EB2-4002-92C5-478AFA8DFC6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126628" y="4837348"/>
                <a:ext cx="3672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1EFFB810-3557-4A7A-9AE5-4F00B754209F}"/>
                  </a:ext>
                </a:extLst>
              </p14:cNvPr>
              <p14:cNvContentPartPr/>
              <p14:nvPr/>
            </p14:nvContentPartPr>
            <p14:xfrm>
              <a:off x="3008908" y="4200868"/>
              <a:ext cx="802800" cy="59400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1EFFB810-3557-4A7A-9AE5-4F00B754209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999912" y="4191868"/>
                <a:ext cx="820432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FE473E90-9E86-420D-A9E8-055610C56BC1}"/>
                  </a:ext>
                </a:extLst>
              </p14:cNvPr>
              <p14:cNvContentPartPr/>
              <p14:nvPr/>
            </p14:nvContentPartPr>
            <p14:xfrm>
              <a:off x="4071628" y="4470868"/>
              <a:ext cx="53640" cy="80316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FE473E90-9E86-420D-A9E8-055610C56BC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062988" y="4461868"/>
                <a:ext cx="71280" cy="82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F4EE9DB5-0FC1-4D19-B34B-711A5E292EB8}"/>
                  </a:ext>
                </a:extLst>
              </p14:cNvPr>
              <p14:cNvContentPartPr/>
              <p14:nvPr/>
            </p14:nvContentPartPr>
            <p14:xfrm>
              <a:off x="4298788" y="5244148"/>
              <a:ext cx="140400" cy="15588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F4EE9DB5-0FC1-4D19-B34B-711A5E292EB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289788" y="5235148"/>
                <a:ext cx="1580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5A974CF6-0A68-4032-A402-21648A016B90}"/>
                  </a:ext>
                </a:extLst>
              </p14:cNvPr>
              <p14:cNvContentPartPr/>
              <p14:nvPr/>
            </p14:nvContentPartPr>
            <p14:xfrm>
              <a:off x="4339468" y="4338388"/>
              <a:ext cx="96480" cy="20628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5A974CF6-0A68-4032-A402-21648A016B9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330468" y="4329388"/>
                <a:ext cx="1141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65A7EB39-0B08-46AC-816E-A4C7BB9B6578}"/>
                  </a:ext>
                </a:extLst>
              </p14:cNvPr>
              <p14:cNvContentPartPr/>
              <p14:nvPr/>
            </p14:nvContentPartPr>
            <p14:xfrm>
              <a:off x="2361628" y="5953708"/>
              <a:ext cx="207360" cy="1332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65A7EB39-0B08-46AC-816E-A4C7BB9B657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352988" y="5944708"/>
                <a:ext cx="2250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10E68629-027E-4E33-868C-D581CD520EB1}"/>
                  </a:ext>
                </a:extLst>
              </p14:cNvPr>
              <p14:cNvContentPartPr/>
              <p14:nvPr/>
            </p14:nvContentPartPr>
            <p14:xfrm>
              <a:off x="2411668" y="6051988"/>
              <a:ext cx="193320" cy="1224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10E68629-027E-4E33-868C-D581CD520EB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402668" y="6043348"/>
                <a:ext cx="21096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7EAFEEC6-FBC0-46E1-88E8-CDF10E4F1D9C}"/>
                  </a:ext>
                </a:extLst>
              </p14:cNvPr>
              <p14:cNvContentPartPr/>
              <p14:nvPr/>
            </p14:nvContentPartPr>
            <p14:xfrm>
              <a:off x="2836828" y="5947228"/>
              <a:ext cx="252000" cy="3996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7EAFEEC6-FBC0-46E1-88E8-CDF10E4F1D9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827828" y="5938588"/>
                <a:ext cx="2696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E365172E-3BC4-45E0-9713-76AD38B37C55}"/>
                  </a:ext>
                </a:extLst>
              </p14:cNvPr>
              <p14:cNvContentPartPr/>
              <p14:nvPr/>
            </p14:nvContentPartPr>
            <p14:xfrm>
              <a:off x="3276388" y="5811868"/>
              <a:ext cx="316080" cy="27432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E365172E-3BC4-45E0-9713-76AD38B37C55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267748" y="5803228"/>
                <a:ext cx="3337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ACAF4356-C046-47E1-B322-2FA82C1BADBA}"/>
                  </a:ext>
                </a:extLst>
              </p14:cNvPr>
              <p14:cNvContentPartPr/>
              <p14:nvPr/>
            </p14:nvContentPartPr>
            <p14:xfrm>
              <a:off x="3508228" y="5686228"/>
              <a:ext cx="125640" cy="5004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ACAF4356-C046-47E1-B322-2FA82C1BADB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499588" y="5677588"/>
                <a:ext cx="1432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599C81F9-6FD9-4BD8-AA74-A7B3AC4B6B45}"/>
                  </a:ext>
                </a:extLst>
              </p14:cNvPr>
              <p14:cNvContentPartPr/>
              <p14:nvPr/>
            </p14:nvContentPartPr>
            <p14:xfrm>
              <a:off x="3749428" y="5621428"/>
              <a:ext cx="63360" cy="17640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599C81F9-6FD9-4BD8-AA74-A7B3AC4B6B4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740788" y="5612788"/>
                <a:ext cx="810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B1949362-3300-47DA-B8B4-344D6AF05525}"/>
                  </a:ext>
                </a:extLst>
              </p14:cNvPr>
              <p14:cNvContentPartPr/>
              <p14:nvPr/>
            </p14:nvContentPartPr>
            <p14:xfrm>
              <a:off x="4385548" y="5873788"/>
              <a:ext cx="301320" cy="2844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B1949362-3300-47DA-B8B4-344D6AF0552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376908" y="5864788"/>
                <a:ext cx="3189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6A76D013-76C3-4715-81DD-714E8D2509E2}"/>
                  </a:ext>
                </a:extLst>
              </p14:cNvPr>
              <p14:cNvContentPartPr/>
              <p14:nvPr/>
            </p14:nvContentPartPr>
            <p14:xfrm>
              <a:off x="4941748" y="5432428"/>
              <a:ext cx="498960" cy="74880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6A76D013-76C3-4715-81DD-714E8D2509E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933108" y="5423788"/>
                <a:ext cx="516600" cy="76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B595796C-ABF0-4133-8598-AF8A72CAF27F}"/>
                  </a:ext>
                </a:extLst>
              </p14:cNvPr>
              <p14:cNvContentPartPr/>
              <p14:nvPr/>
            </p14:nvContentPartPr>
            <p14:xfrm>
              <a:off x="5688748" y="5649148"/>
              <a:ext cx="275400" cy="28260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B595796C-ABF0-4133-8598-AF8A72CAF27F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680108" y="5640148"/>
                <a:ext cx="29304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7BB3717B-AA44-4BE4-8584-EE0CD22EEA0D}"/>
                  </a:ext>
                </a:extLst>
              </p14:cNvPr>
              <p14:cNvContentPartPr/>
              <p14:nvPr/>
            </p14:nvContentPartPr>
            <p14:xfrm>
              <a:off x="5952988" y="5460868"/>
              <a:ext cx="122400" cy="2664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7BB3717B-AA44-4BE4-8584-EE0CD22EEA0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943988" y="5451868"/>
                <a:ext cx="1400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2335939A-B542-4F74-86AB-493CDF8E90A0}"/>
                  </a:ext>
                </a:extLst>
              </p14:cNvPr>
              <p14:cNvContentPartPr/>
              <p14:nvPr/>
            </p14:nvContentPartPr>
            <p14:xfrm>
              <a:off x="6217588" y="5328388"/>
              <a:ext cx="142560" cy="17100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2335939A-B542-4F74-86AB-493CDF8E90A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208588" y="5319388"/>
                <a:ext cx="1602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850690E1-DDDD-445A-9F9C-F51E5920869A}"/>
                  </a:ext>
                </a:extLst>
              </p14:cNvPr>
              <p14:cNvContentPartPr/>
              <p14:nvPr/>
            </p14:nvContentPartPr>
            <p14:xfrm>
              <a:off x="6480748" y="5213548"/>
              <a:ext cx="184320" cy="77508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850690E1-DDDD-445A-9F9C-F51E5920869A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472108" y="5204908"/>
                <a:ext cx="201960" cy="79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05D76CA4-5499-49FC-B1CF-5B25B410655D}"/>
                  </a:ext>
                </a:extLst>
              </p14:cNvPr>
              <p14:cNvContentPartPr/>
              <p14:nvPr/>
            </p14:nvContentPartPr>
            <p14:xfrm>
              <a:off x="4245148" y="4299148"/>
              <a:ext cx="284040" cy="26784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05D76CA4-5499-49FC-B1CF-5B25B410655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209508" y="4227148"/>
                <a:ext cx="35568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1C0654CC-AAE1-48B1-8F81-28E9E731AEE3}"/>
                  </a:ext>
                </a:extLst>
              </p14:cNvPr>
              <p14:cNvContentPartPr/>
              <p14:nvPr/>
            </p14:nvContentPartPr>
            <p14:xfrm>
              <a:off x="3728908" y="5630068"/>
              <a:ext cx="184680" cy="22500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1C0654CC-AAE1-48B1-8F81-28E9E731AEE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692908" y="5558068"/>
                <a:ext cx="25632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E43E958D-DAD2-43ED-A302-F4AAF8712BCC}"/>
                  </a:ext>
                </a:extLst>
              </p14:cNvPr>
              <p14:cNvContentPartPr/>
              <p14:nvPr/>
            </p14:nvContentPartPr>
            <p14:xfrm>
              <a:off x="4319668" y="5185468"/>
              <a:ext cx="196200" cy="20268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E43E958D-DAD2-43ED-A302-F4AAF8712BC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302028" y="5149468"/>
                <a:ext cx="2318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BBFE4302-1735-4967-A18C-8CD18F3615C4}"/>
                  </a:ext>
                </a:extLst>
              </p14:cNvPr>
              <p14:cNvContentPartPr/>
              <p14:nvPr/>
            </p14:nvContentPartPr>
            <p14:xfrm>
              <a:off x="6149188" y="5295268"/>
              <a:ext cx="272520" cy="20772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BBFE4302-1735-4967-A18C-8CD18F3615C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131188" y="5259268"/>
                <a:ext cx="3081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DDC44007-211C-42C7-9FAB-1F0F2D8187D7}"/>
                  </a:ext>
                </a:extLst>
              </p14:cNvPr>
              <p14:cNvContentPartPr/>
              <p14:nvPr/>
            </p14:nvContentPartPr>
            <p14:xfrm>
              <a:off x="7081228" y="2451628"/>
              <a:ext cx="4041000" cy="300924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DDC44007-211C-42C7-9FAB-1F0F2D8187D7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072228" y="2442988"/>
                <a:ext cx="4058640" cy="302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9466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B0F1F8E-4B4E-421A-A5BC-3FFBD7742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26" y="334768"/>
            <a:ext cx="5084738" cy="27207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899E77CA-16B9-4260-97BC-BBD8A0FE1D49}"/>
                  </a:ext>
                </a:extLst>
              </p14:cNvPr>
              <p14:cNvContentPartPr/>
              <p14:nvPr/>
            </p14:nvContentPartPr>
            <p14:xfrm>
              <a:off x="3436228" y="984988"/>
              <a:ext cx="403920" cy="24444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899E77CA-16B9-4260-97BC-BBD8A0FE1D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7588" y="976348"/>
                <a:ext cx="4215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67B4857D-A45A-484F-8940-D7D89B411F4A}"/>
                  </a:ext>
                </a:extLst>
              </p14:cNvPr>
              <p14:cNvContentPartPr/>
              <p14:nvPr/>
            </p14:nvContentPartPr>
            <p14:xfrm>
              <a:off x="5033908" y="691228"/>
              <a:ext cx="903600" cy="27180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67B4857D-A45A-484F-8940-D7D89B411F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25265" y="682588"/>
                <a:ext cx="921247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2944874F-A8BC-4006-BF1C-B3EFB5234145}"/>
                  </a:ext>
                </a:extLst>
              </p14:cNvPr>
              <p14:cNvContentPartPr/>
              <p14:nvPr/>
            </p14:nvContentPartPr>
            <p14:xfrm>
              <a:off x="4002508" y="757828"/>
              <a:ext cx="901440" cy="38376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2944874F-A8BC-4006-BF1C-B3EFB52341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93504" y="748836"/>
                <a:ext cx="919087" cy="4013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BBEAE981-7030-4FA5-97A7-249F786ACF93}"/>
                  </a:ext>
                </a:extLst>
              </p14:cNvPr>
              <p14:cNvContentPartPr/>
              <p14:nvPr/>
            </p14:nvContentPartPr>
            <p14:xfrm>
              <a:off x="6675148" y="529588"/>
              <a:ext cx="568440" cy="31572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BBEAE981-7030-4FA5-97A7-249F786ACF9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66503" y="520948"/>
                <a:ext cx="586091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3B2AAD53-FF55-410D-AFBC-F2B5C13A2470}"/>
                  </a:ext>
                </a:extLst>
              </p14:cNvPr>
              <p14:cNvContentPartPr/>
              <p14:nvPr/>
            </p14:nvContentPartPr>
            <p14:xfrm>
              <a:off x="8817508" y="557668"/>
              <a:ext cx="460440" cy="37908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3B2AAD53-FF55-410D-AFBC-F2B5C13A247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08868" y="548668"/>
                <a:ext cx="4780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C3BB21A6-BC45-4A79-9DEE-1F00194EE784}"/>
                  </a:ext>
                </a:extLst>
              </p14:cNvPr>
              <p14:cNvContentPartPr/>
              <p14:nvPr/>
            </p14:nvContentPartPr>
            <p14:xfrm>
              <a:off x="7374268" y="121348"/>
              <a:ext cx="1292400" cy="143820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C3BB21A6-BC45-4A79-9DEE-1F00194EE78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65628" y="112348"/>
                <a:ext cx="1310040" cy="14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D3886FBD-C2D0-4D81-9EF6-FADE0D389FC3}"/>
                  </a:ext>
                </a:extLst>
              </p14:cNvPr>
              <p14:cNvContentPartPr/>
              <p14:nvPr/>
            </p14:nvContentPartPr>
            <p14:xfrm>
              <a:off x="6987268" y="2293228"/>
              <a:ext cx="174600" cy="1224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D3886FBD-C2D0-4D81-9EF6-FADE0D389FC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78628" y="2284588"/>
                <a:ext cx="1922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35FEDBFB-53FC-49F0-A298-039B96389079}"/>
                  </a:ext>
                </a:extLst>
              </p14:cNvPr>
              <p14:cNvContentPartPr/>
              <p14:nvPr/>
            </p14:nvContentPartPr>
            <p14:xfrm>
              <a:off x="6995548" y="2386828"/>
              <a:ext cx="151920" cy="2448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35FEDBFB-53FC-49F0-A298-039B963890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86548" y="2378188"/>
                <a:ext cx="1695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56047B18-EDE7-42C2-A7EA-A5F2634A7A38}"/>
                  </a:ext>
                </a:extLst>
              </p14:cNvPr>
              <p14:cNvContentPartPr/>
              <p14:nvPr/>
            </p14:nvContentPartPr>
            <p14:xfrm>
              <a:off x="7455628" y="2376748"/>
              <a:ext cx="176400" cy="2592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56047B18-EDE7-42C2-A7EA-A5F2634A7A3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46628" y="2367748"/>
                <a:ext cx="1940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107B5863-C8EB-4203-B083-F63C48128875}"/>
                  </a:ext>
                </a:extLst>
              </p14:cNvPr>
              <p14:cNvContentPartPr/>
              <p14:nvPr/>
            </p14:nvContentPartPr>
            <p14:xfrm>
              <a:off x="8552548" y="2138788"/>
              <a:ext cx="187920" cy="24696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107B5863-C8EB-4203-B083-F63C4812887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43548" y="2130148"/>
                <a:ext cx="20556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5B1113A9-3EB5-4C7B-8898-20D624387FC3}"/>
                  </a:ext>
                </a:extLst>
              </p14:cNvPr>
              <p14:cNvContentPartPr/>
              <p14:nvPr/>
            </p14:nvContentPartPr>
            <p14:xfrm>
              <a:off x="7796188" y="2193508"/>
              <a:ext cx="645120" cy="24912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5B1113A9-3EB5-4C7B-8898-20D624387FC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787548" y="2184521"/>
                <a:ext cx="662760" cy="266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343E3890-3F7D-4ED7-B6F8-3C1E50F19B27}"/>
                  </a:ext>
                </a:extLst>
              </p14:cNvPr>
              <p14:cNvContentPartPr/>
              <p14:nvPr/>
            </p14:nvContentPartPr>
            <p14:xfrm>
              <a:off x="9000748" y="1912348"/>
              <a:ext cx="59040" cy="69372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343E3890-3F7D-4ED7-B6F8-3C1E50F19B2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992108" y="1903708"/>
                <a:ext cx="76680" cy="71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C07425ED-91EB-4FEB-B30E-67D33AA45D51}"/>
                  </a:ext>
                </a:extLst>
              </p14:cNvPr>
              <p14:cNvContentPartPr/>
              <p14:nvPr/>
            </p14:nvContentPartPr>
            <p14:xfrm>
              <a:off x="9090028" y="2721268"/>
              <a:ext cx="136800" cy="16452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C07425ED-91EB-4FEB-B30E-67D33AA45D5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081028" y="2712628"/>
                <a:ext cx="1544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67FD9B2D-0554-4A72-8721-C8731D738BC0}"/>
                  </a:ext>
                </a:extLst>
              </p14:cNvPr>
              <p14:cNvContentPartPr/>
              <p14:nvPr/>
            </p14:nvContentPartPr>
            <p14:xfrm>
              <a:off x="9171748" y="1657108"/>
              <a:ext cx="335520" cy="23256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67FD9B2D-0554-4A72-8721-C8731D738BC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162748" y="1648455"/>
                <a:ext cx="353160" cy="2502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CD7C9A27-EC9D-4B9E-91C6-2196A191A85D}"/>
                  </a:ext>
                </a:extLst>
              </p14:cNvPr>
              <p14:cNvContentPartPr/>
              <p14:nvPr/>
            </p14:nvContentPartPr>
            <p14:xfrm>
              <a:off x="6985108" y="3790828"/>
              <a:ext cx="149760" cy="648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CD7C9A27-EC9D-4B9E-91C6-2196A191A85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976108" y="3781828"/>
                <a:ext cx="167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550B23DC-0428-465C-A361-A2F4C34D107D}"/>
                  </a:ext>
                </a:extLst>
              </p14:cNvPr>
              <p14:cNvContentPartPr/>
              <p14:nvPr/>
            </p14:nvContentPartPr>
            <p14:xfrm>
              <a:off x="7028668" y="3906748"/>
              <a:ext cx="167760" cy="1260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550B23DC-0428-465C-A361-A2F4C34D107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019668" y="3897748"/>
                <a:ext cx="1854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D399F924-0B22-4D0E-A3AF-87542BCB075E}"/>
                  </a:ext>
                </a:extLst>
              </p14:cNvPr>
              <p14:cNvContentPartPr/>
              <p14:nvPr/>
            </p14:nvContentPartPr>
            <p14:xfrm>
              <a:off x="7419268" y="3851308"/>
              <a:ext cx="210240" cy="1476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D399F924-0B22-4D0E-A3AF-87542BCB075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410268" y="3842668"/>
                <a:ext cx="2278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A8B5695C-67B0-486A-8A24-BF3C51DFD7E0}"/>
                  </a:ext>
                </a:extLst>
              </p14:cNvPr>
              <p14:cNvContentPartPr/>
              <p14:nvPr/>
            </p14:nvContentPartPr>
            <p14:xfrm>
              <a:off x="8562988" y="3641068"/>
              <a:ext cx="349200" cy="18792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A8B5695C-67B0-486A-8A24-BF3C51DFD7E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554348" y="3632085"/>
                <a:ext cx="366840" cy="2055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66AF3ACC-DAF0-4CBE-809A-B3B2EB821DF1}"/>
                  </a:ext>
                </a:extLst>
              </p14:cNvPr>
              <p14:cNvContentPartPr/>
              <p14:nvPr/>
            </p14:nvContentPartPr>
            <p14:xfrm>
              <a:off x="7823908" y="3682468"/>
              <a:ext cx="607320" cy="23400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66AF3ACC-DAF0-4CBE-809A-B3B2EB821DF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814908" y="3673828"/>
                <a:ext cx="6249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2A47111E-1200-4693-A977-D88FDE7E5928}"/>
                  </a:ext>
                </a:extLst>
              </p14:cNvPr>
              <p14:cNvContentPartPr/>
              <p14:nvPr/>
            </p14:nvContentPartPr>
            <p14:xfrm>
              <a:off x="10044388" y="3573028"/>
              <a:ext cx="496080" cy="22716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2A47111E-1200-4693-A977-D88FDE7E592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035748" y="3564028"/>
                <a:ext cx="5137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C239DFF8-1DB5-4AC4-985F-E0A62AB0A9A0}"/>
                  </a:ext>
                </a:extLst>
              </p14:cNvPr>
              <p14:cNvContentPartPr/>
              <p14:nvPr/>
            </p14:nvContentPartPr>
            <p14:xfrm>
              <a:off x="9587908" y="3396988"/>
              <a:ext cx="347400" cy="69084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C239DFF8-1DB5-4AC4-985F-E0A62AB0A9A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579268" y="3387988"/>
                <a:ext cx="365040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88C4319B-0775-44C4-A09E-7A1943DDCF9E}"/>
                  </a:ext>
                </a:extLst>
              </p14:cNvPr>
              <p14:cNvContentPartPr/>
              <p14:nvPr/>
            </p14:nvContentPartPr>
            <p14:xfrm>
              <a:off x="10765108" y="3537028"/>
              <a:ext cx="133920" cy="18036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88C4319B-0775-44C4-A09E-7A1943DDCF9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756468" y="3528028"/>
                <a:ext cx="1515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73E5FAFC-1399-4D7E-BD7A-431543BB6F75}"/>
                  </a:ext>
                </a:extLst>
              </p14:cNvPr>
              <p14:cNvContentPartPr/>
              <p14:nvPr/>
            </p14:nvContentPartPr>
            <p14:xfrm>
              <a:off x="10998388" y="3277108"/>
              <a:ext cx="118080" cy="68904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73E5FAFC-1399-4D7E-BD7A-431543BB6F7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989748" y="3268108"/>
                <a:ext cx="135720" cy="7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FDA29672-71D5-4D8A-AEF4-73B05A95B07B}"/>
                  </a:ext>
                </a:extLst>
              </p14:cNvPr>
              <p14:cNvContentPartPr/>
              <p14:nvPr/>
            </p14:nvContentPartPr>
            <p14:xfrm>
              <a:off x="9115228" y="3690748"/>
              <a:ext cx="289800" cy="7632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FDA29672-71D5-4D8A-AEF4-73B05A95B07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106588" y="3681748"/>
                <a:ext cx="3074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388D4760-5812-4274-843D-4CE798335F95}"/>
                  </a:ext>
                </a:extLst>
              </p14:cNvPr>
              <p14:cNvContentPartPr/>
              <p14:nvPr/>
            </p14:nvContentPartPr>
            <p14:xfrm>
              <a:off x="9235468" y="1581868"/>
              <a:ext cx="313560" cy="331560"/>
            </p14:xfrm>
          </p:contentPart>
        </mc:Choice>
        <mc:Fallback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388D4760-5812-4274-843D-4CE798335F9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199828" y="1509868"/>
                <a:ext cx="38520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083672B7-112C-48FC-8D51-4BB78C4B1C2E}"/>
                  </a:ext>
                </a:extLst>
              </p14:cNvPr>
              <p14:cNvContentPartPr/>
              <p14:nvPr/>
            </p14:nvContentPartPr>
            <p14:xfrm>
              <a:off x="8578828" y="3671308"/>
              <a:ext cx="307440" cy="30168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083672B7-112C-48FC-8D51-4BB78C4B1C2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542828" y="3599308"/>
                <a:ext cx="37908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C4EBE241-3382-4F18-8D92-466355F65E31}"/>
                  </a:ext>
                </a:extLst>
              </p14:cNvPr>
              <p14:cNvContentPartPr/>
              <p14:nvPr/>
            </p14:nvContentPartPr>
            <p14:xfrm>
              <a:off x="9040348" y="2663668"/>
              <a:ext cx="303480" cy="26280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C4EBE241-3382-4F18-8D92-466355F65E3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022348" y="2628028"/>
                <a:ext cx="3391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904419D0-7BA4-4EE2-8F60-F3B29B05BAC4}"/>
                  </a:ext>
                </a:extLst>
              </p14:cNvPr>
              <p14:cNvContentPartPr/>
              <p14:nvPr/>
            </p14:nvContentPartPr>
            <p14:xfrm>
              <a:off x="10769788" y="3487708"/>
              <a:ext cx="189720" cy="27864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904419D0-7BA4-4EE2-8F60-F3B29B05BAC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752148" y="3452068"/>
                <a:ext cx="2253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CFE98A65-23B3-45AB-BED8-9D52DDC23A35}"/>
                  </a:ext>
                </a:extLst>
              </p14:cNvPr>
              <p14:cNvContentPartPr/>
              <p14:nvPr/>
            </p14:nvContentPartPr>
            <p14:xfrm>
              <a:off x="7014268" y="4471588"/>
              <a:ext cx="167760" cy="2268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CFE98A65-23B3-45AB-BED8-9D52DDC23A3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005628" y="4462948"/>
                <a:ext cx="1854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B8D687AE-18C1-4BA8-A427-07488699A0A2}"/>
                  </a:ext>
                </a:extLst>
              </p14:cNvPr>
              <p14:cNvContentPartPr/>
              <p14:nvPr/>
            </p14:nvContentPartPr>
            <p14:xfrm>
              <a:off x="7055308" y="4569868"/>
              <a:ext cx="151560" cy="1152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B8D687AE-18C1-4BA8-A427-07488699A0A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046308" y="4561228"/>
                <a:ext cx="1692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253706D6-8648-4A90-8106-CF6F0E65E1D0}"/>
                  </a:ext>
                </a:extLst>
              </p14:cNvPr>
              <p14:cNvContentPartPr/>
              <p14:nvPr/>
            </p14:nvContentPartPr>
            <p14:xfrm>
              <a:off x="7362028" y="4508308"/>
              <a:ext cx="201240" cy="1944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253706D6-8648-4A90-8106-CF6F0E65E1D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353388" y="4499668"/>
                <a:ext cx="2188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9AF99691-EE41-44CA-8151-E3323D814C1D}"/>
                  </a:ext>
                </a:extLst>
              </p14:cNvPr>
              <p14:cNvContentPartPr/>
              <p14:nvPr/>
            </p14:nvContentPartPr>
            <p14:xfrm>
              <a:off x="8457148" y="4332988"/>
              <a:ext cx="463680" cy="25524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9AF99691-EE41-44CA-8151-E3323D814C1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448508" y="4324348"/>
                <a:ext cx="4813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9DBBE38A-4B4A-4F06-804B-473D6F87FC4C}"/>
                  </a:ext>
                </a:extLst>
              </p14:cNvPr>
              <p14:cNvContentPartPr/>
              <p14:nvPr/>
            </p14:nvContentPartPr>
            <p14:xfrm>
              <a:off x="7754068" y="4373308"/>
              <a:ext cx="595440" cy="22608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9DBBE38A-4B4A-4F06-804B-473D6F87FC4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745428" y="4364308"/>
                <a:ext cx="6130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374E8C14-E7B5-4AAC-82D2-AB25D8CE7F51}"/>
                  </a:ext>
                </a:extLst>
              </p14:cNvPr>
              <p14:cNvContentPartPr/>
              <p14:nvPr/>
            </p14:nvContentPartPr>
            <p14:xfrm>
              <a:off x="10385668" y="4277188"/>
              <a:ext cx="177480" cy="21420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374E8C14-E7B5-4AAC-82D2-AB25D8CE7F5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377028" y="4268548"/>
                <a:ext cx="1951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F9DF5A7A-580D-4FB5-B775-1CFE37DFD2AE}"/>
                  </a:ext>
                </a:extLst>
              </p14:cNvPr>
              <p14:cNvContentPartPr/>
              <p14:nvPr/>
            </p14:nvContentPartPr>
            <p14:xfrm>
              <a:off x="9554428" y="4319668"/>
              <a:ext cx="624240" cy="20016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F9DF5A7A-580D-4FB5-B775-1CFE37DFD2A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545788" y="4310668"/>
                <a:ext cx="6418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6A0911AC-AB91-492A-BC2C-13DC3DA67912}"/>
                  </a:ext>
                </a:extLst>
              </p14:cNvPr>
              <p14:cNvContentPartPr/>
              <p14:nvPr/>
            </p14:nvContentPartPr>
            <p14:xfrm>
              <a:off x="9125308" y="4293028"/>
              <a:ext cx="245880" cy="18864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6A0911AC-AB91-492A-BC2C-13DC3DA6791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116668" y="4284388"/>
                <a:ext cx="26352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278BE548-CBEC-4C6F-A683-FD3E7D488322}"/>
                  </a:ext>
                </a:extLst>
              </p14:cNvPr>
              <p14:cNvContentPartPr/>
              <p14:nvPr/>
            </p14:nvContentPartPr>
            <p14:xfrm>
              <a:off x="7084828" y="5027068"/>
              <a:ext cx="146880" cy="828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278BE548-CBEC-4C6F-A683-FD3E7D48832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075828" y="5018068"/>
                <a:ext cx="1645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9B043D00-147B-4621-9977-4EB85D764B2A}"/>
                  </a:ext>
                </a:extLst>
              </p14:cNvPr>
              <p14:cNvContentPartPr/>
              <p14:nvPr/>
            </p14:nvContentPartPr>
            <p14:xfrm>
              <a:off x="7116508" y="5142268"/>
              <a:ext cx="203040" cy="360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9B043D00-147B-4621-9977-4EB85D764B2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107868" y="5133268"/>
                <a:ext cx="2206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3199EEF8-2966-476B-8AC1-1B650E28559E}"/>
                  </a:ext>
                </a:extLst>
              </p14:cNvPr>
              <p14:cNvContentPartPr/>
              <p14:nvPr/>
            </p14:nvContentPartPr>
            <p14:xfrm>
              <a:off x="10598428" y="144748"/>
              <a:ext cx="135720" cy="21456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3199EEF8-2966-476B-8AC1-1B650E28559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589428" y="136108"/>
                <a:ext cx="153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07B9FF82-6AD7-4D67-A90C-E8C3224FD153}"/>
                  </a:ext>
                </a:extLst>
              </p14:cNvPr>
              <p14:cNvContentPartPr/>
              <p14:nvPr/>
            </p14:nvContentPartPr>
            <p14:xfrm>
              <a:off x="10163548" y="496828"/>
              <a:ext cx="1427040" cy="102528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07B9FF82-6AD7-4D67-A90C-E8C3224FD15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154908" y="488188"/>
                <a:ext cx="1444680" cy="10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D384B90E-2515-40A4-8793-B1E264029921}"/>
                  </a:ext>
                </a:extLst>
              </p14:cNvPr>
              <p14:cNvContentPartPr/>
              <p14:nvPr/>
            </p14:nvContentPartPr>
            <p14:xfrm>
              <a:off x="11770948" y="867268"/>
              <a:ext cx="202320" cy="23724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D384B90E-2515-40A4-8793-B1E26402992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1762308" y="858628"/>
                <a:ext cx="2199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15F64178-393C-4DF9-ACF2-A074B85FF1F2}"/>
                  </a:ext>
                </a:extLst>
              </p14:cNvPr>
              <p14:cNvContentPartPr/>
              <p14:nvPr/>
            </p14:nvContentPartPr>
            <p14:xfrm>
              <a:off x="7453828" y="5171788"/>
              <a:ext cx="227880" cy="2520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15F64178-393C-4DF9-ACF2-A074B85FF1F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445188" y="5163148"/>
                <a:ext cx="245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D161BEFF-D7E4-4C90-BB44-3AE92C31661A}"/>
                  </a:ext>
                </a:extLst>
              </p14:cNvPr>
              <p14:cNvContentPartPr/>
              <p14:nvPr/>
            </p14:nvContentPartPr>
            <p14:xfrm>
              <a:off x="7877188" y="4777228"/>
              <a:ext cx="903960" cy="18504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D161BEFF-D7E4-4C90-BB44-3AE92C31661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868548" y="4768588"/>
                <a:ext cx="9216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48A059AC-F88D-45A8-9894-F15CC6E0EC59}"/>
                  </a:ext>
                </a:extLst>
              </p14:cNvPr>
              <p14:cNvContentPartPr/>
              <p14:nvPr/>
            </p14:nvContentPartPr>
            <p14:xfrm>
              <a:off x="8397748" y="5074948"/>
              <a:ext cx="118800" cy="15840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48A059AC-F88D-45A8-9894-F15CC6E0EC5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388748" y="5065948"/>
                <a:ext cx="1364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AC5F3C52-3C73-4C43-B96F-4A32CA995680}"/>
                  </a:ext>
                </a:extLst>
              </p14:cNvPr>
              <p14:cNvContentPartPr/>
              <p14:nvPr/>
            </p14:nvContentPartPr>
            <p14:xfrm>
              <a:off x="9713548" y="4608748"/>
              <a:ext cx="797400" cy="12960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AC5F3C52-3C73-4C43-B96F-4A32CA99568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704548" y="4599748"/>
                <a:ext cx="8150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165F1F0E-0900-4A10-BE68-80D344A93766}"/>
                  </a:ext>
                </a:extLst>
              </p14:cNvPr>
              <p14:cNvContentPartPr/>
              <p14:nvPr/>
            </p14:nvContentPartPr>
            <p14:xfrm>
              <a:off x="10018468" y="4946068"/>
              <a:ext cx="102600" cy="21960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165F1F0E-0900-4A10-BE68-80D344A93766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009828" y="4937068"/>
                <a:ext cx="1202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54292CDA-D2D1-4E20-AC8C-8339A4995981}"/>
                  </a:ext>
                </a:extLst>
              </p14:cNvPr>
              <p14:cNvContentPartPr/>
              <p14:nvPr/>
            </p14:nvContentPartPr>
            <p14:xfrm>
              <a:off x="9279388" y="5009428"/>
              <a:ext cx="219960" cy="20196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54292CDA-D2D1-4E20-AC8C-8339A4995981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270388" y="5000428"/>
                <a:ext cx="2376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2A4C7821-4B85-4F56-8545-EAB237C66175}"/>
                  </a:ext>
                </a:extLst>
              </p14:cNvPr>
              <p14:cNvContentPartPr/>
              <p14:nvPr/>
            </p14:nvContentPartPr>
            <p14:xfrm>
              <a:off x="7139548" y="5834548"/>
              <a:ext cx="203760" cy="3996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2A4C7821-4B85-4F56-8545-EAB237C66175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130548" y="5825908"/>
                <a:ext cx="2214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E938D8D9-FA16-4917-94DE-E8FA923F291C}"/>
                  </a:ext>
                </a:extLst>
              </p14:cNvPr>
              <p14:cNvContentPartPr/>
              <p14:nvPr/>
            </p14:nvContentPartPr>
            <p14:xfrm>
              <a:off x="7181668" y="5945788"/>
              <a:ext cx="234360" cy="756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E938D8D9-FA16-4917-94DE-E8FA923F291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172668" y="5936788"/>
                <a:ext cx="2520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3788E5B6-7EA8-4C94-AB65-0B9F0FAEA49E}"/>
                  </a:ext>
                </a:extLst>
              </p14:cNvPr>
              <p14:cNvContentPartPr/>
              <p14:nvPr/>
            </p14:nvContentPartPr>
            <p14:xfrm>
              <a:off x="7806988" y="5749948"/>
              <a:ext cx="349560" cy="28116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3788E5B6-7EA8-4C94-AB65-0B9F0FAEA49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798348" y="5740948"/>
                <a:ext cx="3672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C573CCA2-A3FC-46D2-BB7C-1C1C937CC171}"/>
                  </a:ext>
                </a:extLst>
              </p14:cNvPr>
              <p14:cNvContentPartPr/>
              <p14:nvPr/>
            </p14:nvContentPartPr>
            <p14:xfrm>
              <a:off x="10265068" y="5300308"/>
              <a:ext cx="1844640" cy="66672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C573CCA2-A3FC-46D2-BB7C-1C1C937CC17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256068" y="5291663"/>
                <a:ext cx="1862280" cy="684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B637F433-FF01-4448-B17B-50D1DF28EAC1}"/>
                  </a:ext>
                </a:extLst>
              </p14:cNvPr>
              <p14:cNvContentPartPr/>
              <p14:nvPr/>
            </p14:nvContentPartPr>
            <p14:xfrm>
              <a:off x="8545708" y="5455828"/>
              <a:ext cx="1483920" cy="41796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B637F433-FF01-4448-B17B-50D1DF28EAC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536708" y="5447188"/>
                <a:ext cx="1501560" cy="43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1003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5112972-56E2-4A85-8025-9F9F81544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26" y="334768"/>
            <a:ext cx="5084738" cy="27207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41B14FB-316B-4588-8F09-FC57F48C46A3}"/>
                  </a:ext>
                </a:extLst>
              </p14:cNvPr>
              <p14:cNvContentPartPr/>
              <p14:nvPr/>
            </p14:nvContentPartPr>
            <p14:xfrm>
              <a:off x="3343708" y="1524268"/>
              <a:ext cx="36000" cy="918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41B14FB-316B-4588-8F09-FC57F48C46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5068" y="1515628"/>
                <a:ext cx="536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9C8CE7CC-653D-4483-A507-7646608B05AE}"/>
                  </a:ext>
                </a:extLst>
              </p14:cNvPr>
              <p14:cNvContentPartPr/>
              <p14:nvPr/>
            </p14:nvContentPartPr>
            <p14:xfrm>
              <a:off x="3130228" y="1346788"/>
              <a:ext cx="151560" cy="3067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9C8CE7CC-653D-4483-A507-7646608B05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21588" y="1337788"/>
                <a:ext cx="16920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C0B5D167-9DC6-4C0A-95CB-86FD9C196AD7}"/>
                  </a:ext>
                </a:extLst>
              </p14:cNvPr>
              <p14:cNvContentPartPr/>
              <p14:nvPr/>
            </p14:nvContentPartPr>
            <p14:xfrm>
              <a:off x="4905028" y="2032228"/>
              <a:ext cx="313560" cy="2134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C0B5D167-9DC6-4C0A-95CB-86FD9C196A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96388" y="2023228"/>
                <a:ext cx="331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64FCF076-65CE-4FD0-B3A8-D98C238952B7}"/>
                  </a:ext>
                </a:extLst>
              </p14:cNvPr>
              <p14:cNvContentPartPr/>
              <p14:nvPr/>
            </p14:nvContentPartPr>
            <p14:xfrm>
              <a:off x="6678028" y="532828"/>
              <a:ext cx="221040" cy="4071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64FCF076-65CE-4FD0-B3A8-D98C238952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69028" y="524188"/>
                <a:ext cx="23868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D86468CB-F142-45D7-A36C-B509CCA907F8}"/>
                  </a:ext>
                </a:extLst>
              </p14:cNvPr>
              <p14:cNvContentPartPr/>
              <p14:nvPr/>
            </p14:nvContentPartPr>
            <p14:xfrm>
              <a:off x="7000228" y="759268"/>
              <a:ext cx="106200" cy="1008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D86468CB-F142-45D7-A36C-B509CCA907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91228" y="750628"/>
                <a:ext cx="1238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8A3E1968-8376-4F00-82E6-E2FA2AA5A4EA}"/>
                  </a:ext>
                </a:extLst>
              </p14:cNvPr>
              <p14:cNvContentPartPr/>
              <p14:nvPr/>
            </p14:nvContentPartPr>
            <p14:xfrm>
              <a:off x="6999148" y="840988"/>
              <a:ext cx="122400" cy="1224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8A3E1968-8376-4F00-82E6-E2FA2AA5A4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90508" y="831988"/>
                <a:ext cx="1400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A383E430-E62C-423F-BA82-E693218283C6}"/>
                  </a:ext>
                </a:extLst>
              </p14:cNvPr>
              <p14:cNvContentPartPr/>
              <p14:nvPr/>
            </p14:nvContentPartPr>
            <p14:xfrm>
              <a:off x="7260868" y="600508"/>
              <a:ext cx="249480" cy="32976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A383E430-E62C-423F-BA82-E693218283C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51868" y="591508"/>
                <a:ext cx="26712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90C8D7F3-B92C-467F-9A8F-DCD472FECAE8}"/>
                  </a:ext>
                </a:extLst>
              </p14:cNvPr>
              <p14:cNvContentPartPr/>
              <p14:nvPr/>
            </p14:nvContentPartPr>
            <p14:xfrm>
              <a:off x="6690268" y="1450828"/>
              <a:ext cx="168840" cy="31428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90C8D7F3-B92C-467F-9A8F-DCD472FECAE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81268" y="1441828"/>
                <a:ext cx="18648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F9891D16-16ED-4C48-A336-368F823B59C5}"/>
                  </a:ext>
                </a:extLst>
              </p14:cNvPr>
              <p14:cNvContentPartPr/>
              <p14:nvPr/>
            </p14:nvContentPartPr>
            <p14:xfrm>
              <a:off x="7248268" y="2261188"/>
              <a:ext cx="144720" cy="16488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F9891D16-16ED-4C48-A336-368F823B59C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39268" y="2252548"/>
                <a:ext cx="1623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D3369D45-9788-4654-A1CC-4960D19AD51E}"/>
                  </a:ext>
                </a:extLst>
              </p14:cNvPr>
              <p14:cNvContentPartPr/>
              <p14:nvPr/>
            </p14:nvContentPartPr>
            <p14:xfrm>
              <a:off x="8197948" y="1496188"/>
              <a:ext cx="390600" cy="28620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D3369D45-9788-4654-A1CC-4960D19AD51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189300" y="1487537"/>
                <a:ext cx="408256" cy="303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C84F11B9-CD55-46F9-ABE1-84139193F58C}"/>
                  </a:ext>
                </a:extLst>
              </p14:cNvPr>
              <p14:cNvContentPartPr/>
              <p14:nvPr/>
            </p14:nvContentPartPr>
            <p14:xfrm>
              <a:off x="6948388" y="1151308"/>
              <a:ext cx="1150920" cy="103392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C84F11B9-CD55-46F9-ABE1-84139193F58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939745" y="1142668"/>
                <a:ext cx="1168566" cy="10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F54EC06E-8A12-4D92-ACD8-36A929872CE5}"/>
                  </a:ext>
                </a:extLst>
              </p14:cNvPr>
              <p14:cNvContentPartPr/>
              <p14:nvPr/>
            </p14:nvContentPartPr>
            <p14:xfrm>
              <a:off x="10318708" y="984268"/>
              <a:ext cx="451080" cy="120744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F54EC06E-8A12-4D92-ACD8-36A929872CE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309708" y="975268"/>
                <a:ext cx="468720" cy="12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805D51E0-4B0C-4BBF-97AF-39C892CDE7C5}"/>
                  </a:ext>
                </a:extLst>
              </p14:cNvPr>
              <p14:cNvContentPartPr/>
              <p14:nvPr/>
            </p14:nvContentPartPr>
            <p14:xfrm>
              <a:off x="8746588" y="889588"/>
              <a:ext cx="1472040" cy="151488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805D51E0-4B0C-4BBF-97AF-39C892CDE7C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37588" y="880948"/>
                <a:ext cx="1489680" cy="15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810848BA-D1CB-4819-BF40-4846DE7B0316}"/>
                  </a:ext>
                </a:extLst>
              </p14:cNvPr>
              <p14:cNvContentPartPr/>
              <p14:nvPr/>
            </p14:nvContentPartPr>
            <p14:xfrm>
              <a:off x="6527908" y="2977588"/>
              <a:ext cx="412920" cy="362880"/>
            </p14:xfrm>
          </p:contentPart>
        </mc:Choice>
        <mc:Fallback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810848BA-D1CB-4819-BF40-4846DE7B031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518916" y="2968948"/>
                <a:ext cx="430545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860737EE-5D4B-47F5-ADF6-A0FEEECF39CC}"/>
                  </a:ext>
                </a:extLst>
              </p14:cNvPr>
              <p14:cNvContentPartPr/>
              <p14:nvPr/>
            </p14:nvContentPartPr>
            <p14:xfrm>
              <a:off x="8182468" y="2781388"/>
              <a:ext cx="28800" cy="82368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860737EE-5D4B-47F5-ADF6-A0FEEECF39C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173468" y="2772748"/>
                <a:ext cx="46440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A1A1D8B7-A7BD-4B4E-9EB0-7FAAF719BF25}"/>
                  </a:ext>
                </a:extLst>
              </p14:cNvPr>
              <p14:cNvContentPartPr/>
              <p14:nvPr/>
            </p14:nvContentPartPr>
            <p14:xfrm>
              <a:off x="8302708" y="3646468"/>
              <a:ext cx="124560" cy="131760"/>
            </p14:xfrm>
          </p:contentPart>
        </mc:Choice>
        <mc:Fallback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A1A1D8B7-A7BD-4B4E-9EB0-7FAAF719BF2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293708" y="3637828"/>
                <a:ext cx="1422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3D3FE0C4-A4D9-45D4-84DA-F5363AC27696}"/>
                  </a:ext>
                </a:extLst>
              </p14:cNvPr>
              <p14:cNvContentPartPr/>
              <p14:nvPr/>
            </p14:nvContentPartPr>
            <p14:xfrm>
              <a:off x="7817788" y="3052828"/>
              <a:ext cx="187920" cy="19476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3D3FE0C4-A4D9-45D4-84DA-F5363AC2769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808788" y="3043828"/>
                <a:ext cx="2055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642BCA8C-665E-4ECC-895C-95CE22A8CBD8}"/>
                  </a:ext>
                </a:extLst>
              </p14:cNvPr>
              <p14:cNvContentPartPr/>
              <p14:nvPr/>
            </p14:nvContentPartPr>
            <p14:xfrm>
              <a:off x="7089868" y="3070468"/>
              <a:ext cx="615600" cy="17424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642BCA8C-665E-4ECC-895C-95CE22A8CBD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080868" y="3061468"/>
                <a:ext cx="6332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F0E4D23A-92A1-4203-BF81-D279C86B2641}"/>
                  </a:ext>
                </a:extLst>
              </p14:cNvPr>
              <p14:cNvContentPartPr/>
              <p14:nvPr/>
            </p14:nvContentPartPr>
            <p14:xfrm>
              <a:off x="8299108" y="2599948"/>
              <a:ext cx="198720" cy="15372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F0E4D23A-92A1-4203-BF81-D279C86B264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90108" y="2590948"/>
                <a:ext cx="2163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DB270228-372D-49A3-B467-4B8FF87574ED}"/>
                  </a:ext>
                </a:extLst>
              </p14:cNvPr>
              <p14:cNvContentPartPr/>
              <p14:nvPr/>
            </p14:nvContentPartPr>
            <p14:xfrm>
              <a:off x="9136108" y="2791828"/>
              <a:ext cx="25920" cy="89748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DB270228-372D-49A3-B467-4B8FF87574E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127108" y="2782828"/>
                <a:ext cx="43560" cy="9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AE9E6698-6FEE-4215-9B04-D2EDD887C417}"/>
                  </a:ext>
                </a:extLst>
              </p14:cNvPr>
              <p14:cNvContentPartPr/>
              <p14:nvPr/>
            </p14:nvContentPartPr>
            <p14:xfrm>
              <a:off x="8668108" y="3014308"/>
              <a:ext cx="196200" cy="25236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AE9E6698-6FEE-4215-9B04-D2EDD887C41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659468" y="3005668"/>
                <a:ext cx="2138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C09212FB-AA7A-4A26-B591-F2C7341F7B3E}"/>
                  </a:ext>
                </a:extLst>
              </p14:cNvPr>
              <p14:cNvContentPartPr/>
              <p14:nvPr/>
            </p14:nvContentPartPr>
            <p14:xfrm>
              <a:off x="9384868" y="3238588"/>
              <a:ext cx="126000" cy="1116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C09212FB-AA7A-4A26-B591-F2C7341F7B3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375868" y="3229588"/>
                <a:ext cx="1436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CE406548-D65D-4785-846C-09CFAFBF4648}"/>
                  </a:ext>
                </a:extLst>
              </p14:cNvPr>
              <p14:cNvContentPartPr/>
              <p14:nvPr/>
            </p14:nvContentPartPr>
            <p14:xfrm>
              <a:off x="9605548" y="3163348"/>
              <a:ext cx="248760" cy="13896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CE406548-D65D-4785-846C-09CFAFBF464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596908" y="3154348"/>
                <a:ext cx="2664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4CF1A036-85B7-428D-8A6D-7B6E4F65FB0A}"/>
                  </a:ext>
                </a:extLst>
              </p14:cNvPr>
              <p14:cNvContentPartPr/>
              <p14:nvPr/>
            </p14:nvContentPartPr>
            <p14:xfrm>
              <a:off x="9930988" y="3157948"/>
              <a:ext cx="99360" cy="14580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4CF1A036-85B7-428D-8A6D-7B6E4F65FB0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922348" y="3148948"/>
                <a:ext cx="1170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BCF7200A-303F-4FCE-8695-8F4AA98A37D9}"/>
                  </a:ext>
                </a:extLst>
              </p14:cNvPr>
              <p14:cNvContentPartPr/>
              <p14:nvPr/>
            </p14:nvContentPartPr>
            <p14:xfrm>
              <a:off x="10451908" y="2833228"/>
              <a:ext cx="28080" cy="84420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BCF7200A-303F-4FCE-8695-8F4AA98A37D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442908" y="2824588"/>
                <a:ext cx="4572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2578980B-37BE-4A8D-9D02-C46D4E948F6A}"/>
                  </a:ext>
                </a:extLst>
              </p14:cNvPr>
              <p14:cNvContentPartPr/>
              <p14:nvPr/>
            </p14:nvContentPartPr>
            <p14:xfrm>
              <a:off x="10130788" y="3148948"/>
              <a:ext cx="125640" cy="12996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2578980B-37BE-4A8D-9D02-C46D4E948F6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121788" y="3139948"/>
                <a:ext cx="1432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880E4532-90EC-4426-869F-52793693515F}"/>
                  </a:ext>
                </a:extLst>
              </p14:cNvPr>
              <p14:cNvContentPartPr/>
              <p14:nvPr/>
            </p14:nvContentPartPr>
            <p14:xfrm>
              <a:off x="10602748" y="3546388"/>
              <a:ext cx="241920" cy="20520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880E4532-90EC-4426-869F-52793693515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594095" y="3537748"/>
                <a:ext cx="259586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EA851334-2AC8-41A1-BB1B-E822CC57E4A9}"/>
                  </a:ext>
                </a:extLst>
              </p14:cNvPr>
              <p14:cNvContentPartPr/>
              <p14:nvPr/>
            </p14:nvContentPartPr>
            <p14:xfrm>
              <a:off x="10568548" y="2622988"/>
              <a:ext cx="432000" cy="20268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EA851334-2AC8-41A1-BB1B-E822CC57E4A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559548" y="2614348"/>
                <a:ext cx="4496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25FA49F4-1653-4A5F-84D1-C8D0AAC28283}"/>
                  </a:ext>
                </a:extLst>
              </p14:cNvPr>
              <p14:cNvContentPartPr/>
              <p14:nvPr/>
            </p14:nvContentPartPr>
            <p14:xfrm>
              <a:off x="2064628" y="4311388"/>
              <a:ext cx="237600" cy="2700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25FA49F4-1653-4A5F-84D1-C8D0AAC2828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055628" y="4302631"/>
                <a:ext cx="255240" cy="44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54D8E392-622C-4ECF-9482-33C7A4E388AE}"/>
                  </a:ext>
                </a:extLst>
              </p14:cNvPr>
              <p14:cNvContentPartPr/>
              <p14:nvPr/>
            </p14:nvContentPartPr>
            <p14:xfrm>
              <a:off x="2057428" y="4382668"/>
              <a:ext cx="303480" cy="2592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54D8E392-622C-4ECF-9482-33C7A4E388A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048798" y="4374028"/>
                <a:ext cx="321099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670D1A1B-3CC4-475F-A6D9-8BE70FE6F6FA}"/>
                  </a:ext>
                </a:extLst>
              </p14:cNvPr>
              <p14:cNvContentPartPr/>
              <p14:nvPr/>
            </p14:nvContentPartPr>
            <p14:xfrm>
              <a:off x="2492668" y="4353148"/>
              <a:ext cx="136440" cy="1260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670D1A1B-3CC4-475F-A6D9-8BE70FE6F6F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483668" y="4344508"/>
                <a:ext cx="154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3A53DD0F-0D13-4D1F-B3A5-00C50E327B5F}"/>
                  </a:ext>
                </a:extLst>
              </p14:cNvPr>
              <p14:cNvContentPartPr/>
              <p14:nvPr/>
            </p14:nvContentPartPr>
            <p14:xfrm>
              <a:off x="2772748" y="4266388"/>
              <a:ext cx="512640" cy="18396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3A53DD0F-0D13-4D1F-B3A5-00C50E327B5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764108" y="4257388"/>
                <a:ext cx="5302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79600DDD-1127-408B-B4A7-64BC66F08F72}"/>
                  </a:ext>
                </a:extLst>
              </p14:cNvPr>
              <p14:cNvContentPartPr/>
              <p14:nvPr/>
            </p14:nvContentPartPr>
            <p14:xfrm>
              <a:off x="8298748" y="2545948"/>
              <a:ext cx="203760" cy="23508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79600DDD-1127-408B-B4A7-64BC66F08F7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263108" y="2473948"/>
                <a:ext cx="2754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31861E6C-4D27-4488-B720-D0D9D198E34A}"/>
                  </a:ext>
                </a:extLst>
              </p14:cNvPr>
              <p14:cNvContentPartPr/>
              <p14:nvPr/>
            </p14:nvContentPartPr>
            <p14:xfrm>
              <a:off x="3366028" y="4203388"/>
              <a:ext cx="221760" cy="22284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31861E6C-4D27-4488-B720-D0D9D198E34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357388" y="4194748"/>
                <a:ext cx="23940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A65E3F9D-4BD6-4471-B9A0-5B81EB326E0A}"/>
                  </a:ext>
                </a:extLst>
              </p14:cNvPr>
              <p14:cNvContentPartPr/>
              <p14:nvPr/>
            </p14:nvContentPartPr>
            <p14:xfrm>
              <a:off x="4867588" y="4008268"/>
              <a:ext cx="404640" cy="48636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A65E3F9D-4BD6-4471-B9A0-5B81EB326E0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858596" y="3999268"/>
                <a:ext cx="422264" cy="5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DD476C93-27E1-4CC0-8DD8-AE5A84738818}"/>
                  </a:ext>
                </a:extLst>
              </p14:cNvPr>
              <p14:cNvContentPartPr/>
              <p14:nvPr/>
            </p14:nvContentPartPr>
            <p14:xfrm>
              <a:off x="3974788" y="4069108"/>
              <a:ext cx="729720" cy="48348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DD476C93-27E1-4CC0-8DD8-AE5A84738818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966144" y="4060108"/>
                <a:ext cx="747369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FCD3AC6F-1A18-459B-90B4-90F6F2A7689D}"/>
                  </a:ext>
                </a:extLst>
              </p14:cNvPr>
              <p14:cNvContentPartPr/>
              <p14:nvPr/>
            </p14:nvContentPartPr>
            <p14:xfrm>
              <a:off x="8276068" y="3660868"/>
              <a:ext cx="210960" cy="20016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FCD3AC6F-1A18-459B-90B4-90F6F2A7689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258068" y="3624868"/>
                <a:ext cx="24660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23B4297C-49EB-4DA3-BA95-C8B238A0D993}"/>
                  </a:ext>
                </a:extLst>
              </p14:cNvPr>
              <p14:cNvContentPartPr/>
              <p14:nvPr/>
            </p14:nvContentPartPr>
            <p14:xfrm>
              <a:off x="4849228" y="4228228"/>
              <a:ext cx="150480" cy="20628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23B4297C-49EB-4DA3-BA95-C8B238A0D99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831228" y="4192588"/>
                <a:ext cx="1861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9C506054-5046-4A4A-A48D-87DA605B7157}"/>
                  </a:ext>
                </a:extLst>
              </p14:cNvPr>
              <p14:cNvContentPartPr/>
              <p14:nvPr/>
            </p14:nvContentPartPr>
            <p14:xfrm>
              <a:off x="5912668" y="3891268"/>
              <a:ext cx="101160" cy="65484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9C506054-5046-4A4A-A48D-87DA605B715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903668" y="3882628"/>
                <a:ext cx="118800" cy="67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3A4F769F-3032-435A-BBED-EBC2760D9855}"/>
                  </a:ext>
                </a:extLst>
              </p14:cNvPr>
              <p14:cNvContentPartPr/>
              <p14:nvPr/>
            </p14:nvContentPartPr>
            <p14:xfrm>
              <a:off x="5444308" y="4119508"/>
              <a:ext cx="262800" cy="32400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3A4F769F-3032-435A-BBED-EBC2760D985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435308" y="4110508"/>
                <a:ext cx="2804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BD3E6154-A20B-4234-8AB0-6F5E0F0E731B}"/>
                  </a:ext>
                </a:extLst>
              </p14:cNvPr>
              <p14:cNvContentPartPr/>
              <p14:nvPr/>
            </p14:nvContentPartPr>
            <p14:xfrm>
              <a:off x="6139468" y="4296268"/>
              <a:ext cx="104040" cy="1908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BD3E6154-A20B-4234-8AB0-6F5E0F0E731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130468" y="4287628"/>
                <a:ext cx="121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A69AC021-A0FB-40F2-8582-7A0872056C9B}"/>
                  </a:ext>
                </a:extLst>
              </p14:cNvPr>
              <p14:cNvContentPartPr/>
              <p14:nvPr/>
            </p14:nvContentPartPr>
            <p14:xfrm>
              <a:off x="6354388" y="4156588"/>
              <a:ext cx="535680" cy="19620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A69AC021-A0FB-40F2-8582-7A0872056C9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345388" y="4147588"/>
                <a:ext cx="5533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A2E865E4-EC38-4E5D-ABA6-8160D7118388}"/>
                  </a:ext>
                </a:extLst>
              </p14:cNvPr>
              <p14:cNvContentPartPr/>
              <p14:nvPr/>
            </p14:nvContentPartPr>
            <p14:xfrm>
              <a:off x="7091308" y="4119508"/>
              <a:ext cx="393120" cy="18288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A2E865E4-EC38-4E5D-ABA6-8160D711838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082668" y="4110508"/>
                <a:ext cx="4107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1510F331-A593-45A6-9B4F-39E836BACD5B}"/>
                  </a:ext>
                </a:extLst>
              </p14:cNvPr>
              <p14:cNvContentPartPr/>
              <p14:nvPr/>
            </p14:nvContentPartPr>
            <p14:xfrm>
              <a:off x="7719148" y="4254148"/>
              <a:ext cx="169920" cy="1224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1510F331-A593-45A6-9B4F-39E836BACD5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710508" y="4245508"/>
                <a:ext cx="18756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AF04F8CD-C58E-4617-9F7F-27BD177985B3}"/>
                  </a:ext>
                </a:extLst>
              </p14:cNvPr>
              <p14:cNvContentPartPr/>
              <p14:nvPr/>
            </p14:nvContentPartPr>
            <p14:xfrm>
              <a:off x="8582068" y="4088188"/>
              <a:ext cx="542520" cy="18360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AF04F8CD-C58E-4617-9F7F-27BD177985B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573068" y="4079548"/>
                <a:ext cx="5601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B41109D2-3422-48AC-83CC-1B440F14E1E9}"/>
                  </a:ext>
                </a:extLst>
              </p14:cNvPr>
              <p14:cNvContentPartPr/>
              <p14:nvPr/>
            </p14:nvContentPartPr>
            <p14:xfrm>
              <a:off x="8070148" y="3976228"/>
              <a:ext cx="368640" cy="42444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B41109D2-3422-48AC-83CC-1B440F14E1E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061508" y="3967588"/>
                <a:ext cx="38628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BA78DFC6-7077-424C-9EE7-CC79B5D70413}"/>
                  </a:ext>
                </a:extLst>
              </p14:cNvPr>
              <p14:cNvContentPartPr/>
              <p14:nvPr/>
            </p14:nvContentPartPr>
            <p14:xfrm>
              <a:off x="9298108" y="3917908"/>
              <a:ext cx="433080" cy="514800"/>
            </p14:xfrm>
          </p:contentPart>
        </mc:Choice>
        <mc:Fallback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BA78DFC6-7077-424C-9EE7-CC79B5D70413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289468" y="3908908"/>
                <a:ext cx="45072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EBDCDBAC-BEEE-4277-82BB-8E394085CA43}"/>
                  </a:ext>
                </a:extLst>
              </p14:cNvPr>
              <p14:cNvContentPartPr/>
              <p14:nvPr/>
            </p14:nvContentPartPr>
            <p14:xfrm>
              <a:off x="9936028" y="3756988"/>
              <a:ext cx="34920" cy="74196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EBDCDBAC-BEEE-4277-82BB-8E394085CA4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927028" y="3748348"/>
                <a:ext cx="52560" cy="75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556BB139-C7CA-420A-BF90-AF033F9E3DE4}"/>
                  </a:ext>
                </a:extLst>
              </p14:cNvPr>
              <p14:cNvContentPartPr/>
              <p14:nvPr/>
            </p14:nvContentPartPr>
            <p14:xfrm>
              <a:off x="10573588" y="2591308"/>
              <a:ext cx="416520" cy="23328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556BB139-C7CA-420A-BF90-AF033F9E3DE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537948" y="2519308"/>
                <a:ext cx="48816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6E514AC0-5AD9-418D-B1A1-D492BCCB5B77}"/>
                  </a:ext>
                </a:extLst>
              </p14:cNvPr>
              <p14:cNvContentPartPr/>
              <p14:nvPr/>
            </p14:nvContentPartPr>
            <p14:xfrm>
              <a:off x="7059988" y="4048948"/>
              <a:ext cx="404640" cy="24336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6E514AC0-5AD9-418D-B1A1-D492BCCB5B7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024348" y="3976948"/>
                <a:ext cx="47628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89B6E64C-4F97-49D5-A2BA-0B73047C9C72}"/>
                  </a:ext>
                </a:extLst>
              </p14:cNvPr>
              <p14:cNvContentPartPr/>
              <p14:nvPr/>
            </p14:nvContentPartPr>
            <p14:xfrm>
              <a:off x="10626508" y="3488428"/>
              <a:ext cx="289800" cy="27360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89B6E64C-4F97-49D5-A2BA-0B73047C9C7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608508" y="3452428"/>
                <a:ext cx="3254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DA57F1F5-2DC0-4655-B9E0-84BBC2A4E7C3}"/>
                  </a:ext>
                </a:extLst>
              </p14:cNvPr>
              <p14:cNvContentPartPr/>
              <p14:nvPr/>
            </p14:nvContentPartPr>
            <p14:xfrm>
              <a:off x="9301708" y="4021588"/>
              <a:ext cx="206640" cy="29376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DA57F1F5-2DC0-4655-B9E0-84BBC2A4E7C3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283708" y="3985948"/>
                <a:ext cx="24228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E9553550-27FA-407B-B098-BB6127291190}"/>
                  </a:ext>
                </a:extLst>
              </p14:cNvPr>
              <p14:cNvContentPartPr/>
              <p14:nvPr/>
            </p14:nvContentPartPr>
            <p14:xfrm>
              <a:off x="2061028" y="5066308"/>
              <a:ext cx="206640" cy="1224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E9553550-27FA-407B-B098-BB612729119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052028" y="5057308"/>
                <a:ext cx="2242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B7E1400C-9113-4844-AD21-5ACD53426BAA}"/>
                  </a:ext>
                </a:extLst>
              </p14:cNvPr>
              <p14:cNvContentPartPr/>
              <p14:nvPr/>
            </p14:nvContentPartPr>
            <p14:xfrm>
              <a:off x="2096668" y="5172508"/>
              <a:ext cx="203040" cy="936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B7E1400C-9113-4844-AD21-5ACD53426BA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087668" y="5163868"/>
                <a:ext cx="220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D43BFD54-F875-4773-A890-C011C7D784D2}"/>
                  </a:ext>
                </a:extLst>
              </p14:cNvPr>
              <p14:cNvContentPartPr/>
              <p14:nvPr/>
            </p14:nvContentPartPr>
            <p14:xfrm>
              <a:off x="3681028" y="4298068"/>
              <a:ext cx="167400" cy="1620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D43BFD54-F875-4773-A890-C011C7D784D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672028" y="4289068"/>
                <a:ext cx="1850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84" name="Entrada de lápiz 183">
                <a:extLst>
                  <a:ext uri="{FF2B5EF4-FFF2-40B4-BE49-F238E27FC236}">
                    <a16:creationId xmlns:a16="http://schemas.microsoft.com/office/drawing/2014/main" id="{7C1890B0-70F5-4FF4-B4D5-E49575B8AF1F}"/>
                  </a:ext>
                </a:extLst>
              </p14:cNvPr>
              <p14:cNvContentPartPr/>
              <p14:nvPr/>
            </p14:nvContentPartPr>
            <p14:xfrm>
              <a:off x="2455948" y="5075668"/>
              <a:ext cx="186120" cy="46440"/>
            </p14:xfrm>
          </p:contentPart>
        </mc:Choice>
        <mc:Fallback>
          <p:pic>
            <p:nvPicPr>
              <p:cNvPr id="184" name="Entrada de lápiz 183">
                <a:extLst>
                  <a:ext uri="{FF2B5EF4-FFF2-40B4-BE49-F238E27FC236}">
                    <a16:creationId xmlns:a16="http://schemas.microsoft.com/office/drawing/2014/main" id="{7C1890B0-70F5-4FF4-B4D5-E49575B8AF1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447308" y="5067028"/>
                <a:ext cx="2037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89" name="Entrada de lápiz 188">
                <a:extLst>
                  <a:ext uri="{FF2B5EF4-FFF2-40B4-BE49-F238E27FC236}">
                    <a16:creationId xmlns:a16="http://schemas.microsoft.com/office/drawing/2014/main" id="{85F91E98-75E3-4D87-902B-1CBA5AA93A04}"/>
                  </a:ext>
                </a:extLst>
              </p14:cNvPr>
              <p14:cNvContentPartPr/>
              <p14:nvPr/>
            </p14:nvContentPartPr>
            <p14:xfrm>
              <a:off x="5113108" y="4862188"/>
              <a:ext cx="165600" cy="180360"/>
            </p14:xfrm>
          </p:contentPart>
        </mc:Choice>
        <mc:Fallback>
          <p:pic>
            <p:nvPicPr>
              <p:cNvPr id="189" name="Entrada de lápiz 188">
                <a:extLst>
                  <a:ext uri="{FF2B5EF4-FFF2-40B4-BE49-F238E27FC236}">
                    <a16:creationId xmlns:a16="http://schemas.microsoft.com/office/drawing/2014/main" id="{85F91E98-75E3-4D87-902B-1CBA5AA93A04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104468" y="4853188"/>
                <a:ext cx="1832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B10C3F1E-7238-4895-A661-44ADE82B7397}"/>
                  </a:ext>
                </a:extLst>
              </p14:cNvPr>
              <p14:cNvContentPartPr/>
              <p14:nvPr/>
            </p14:nvContentPartPr>
            <p14:xfrm>
              <a:off x="3946708" y="4894588"/>
              <a:ext cx="207360" cy="194760"/>
            </p14:xfrm>
          </p:contentPart>
        </mc:Choice>
        <mc:Fallback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B10C3F1E-7238-4895-A661-44ADE82B7397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937708" y="4885948"/>
                <a:ext cx="2250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14713F3C-C404-4CFF-AF22-0219ADFA8FF8}"/>
                  </a:ext>
                </a:extLst>
              </p14:cNvPr>
              <p14:cNvContentPartPr/>
              <p14:nvPr/>
            </p14:nvContentPartPr>
            <p14:xfrm>
              <a:off x="5562388" y="4832668"/>
              <a:ext cx="189000" cy="284400"/>
            </p14:xfrm>
          </p:contentPart>
        </mc:Choice>
        <mc:Fallback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14713F3C-C404-4CFF-AF22-0219ADFA8FF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553748" y="4823668"/>
                <a:ext cx="2066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94A76C0F-F0C8-4E23-9269-91248705AA87}"/>
                  </a:ext>
                </a:extLst>
              </p14:cNvPr>
              <p14:cNvContentPartPr/>
              <p14:nvPr/>
            </p14:nvContentPartPr>
            <p14:xfrm>
              <a:off x="6035068" y="4838068"/>
              <a:ext cx="44640" cy="368640"/>
            </p14:xfrm>
          </p:contentPart>
        </mc:Choice>
        <mc:Fallback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94A76C0F-F0C8-4E23-9269-91248705AA87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026068" y="4829428"/>
                <a:ext cx="6228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B61603E3-1949-4452-AD84-6A0A6B367407}"/>
                  </a:ext>
                </a:extLst>
              </p14:cNvPr>
              <p14:cNvContentPartPr/>
              <p14:nvPr/>
            </p14:nvContentPartPr>
            <p14:xfrm>
              <a:off x="6300028" y="4995748"/>
              <a:ext cx="155880" cy="18000"/>
            </p14:xfrm>
          </p:contentPart>
        </mc:Choice>
        <mc:Fallback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B61603E3-1949-4452-AD84-6A0A6B367407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291028" y="4987108"/>
                <a:ext cx="17352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78D8A192-E687-4E23-ABB2-9FB7792643A2}"/>
                  </a:ext>
                </a:extLst>
              </p14:cNvPr>
              <p14:cNvContentPartPr/>
              <p14:nvPr/>
            </p14:nvContentPartPr>
            <p14:xfrm>
              <a:off x="6579028" y="4878028"/>
              <a:ext cx="255600" cy="147240"/>
            </p14:xfrm>
          </p:contentPart>
        </mc:Choice>
        <mc:Fallback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78D8A192-E687-4E23-ABB2-9FB7792643A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570028" y="4869388"/>
                <a:ext cx="27324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98" name="Entrada de lápiz 197">
                <a:extLst>
                  <a:ext uri="{FF2B5EF4-FFF2-40B4-BE49-F238E27FC236}">
                    <a16:creationId xmlns:a16="http://schemas.microsoft.com/office/drawing/2014/main" id="{95612B04-75B9-4D09-AB1E-BA55A8E059F4}"/>
                  </a:ext>
                </a:extLst>
              </p14:cNvPr>
              <p14:cNvContentPartPr/>
              <p14:nvPr/>
            </p14:nvContentPartPr>
            <p14:xfrm>
              <a:off x="6928948" y="4825828"/>
              <a:ext cx="133560" cy="158040"/>
            </p14:xfrm>
          </p:contentPart>
        </mc:Choice>
        <mc:Fallback>
          <p:pic>
            <p:nvPicPr>
              <p:cNvPr id="198" name="Entrada de lápiz 197">
                <a:extLst>
                  <a:ext uri="{FF2B5EF4-FFF2-40B4-BE49-F238E27FC236}">
                    <a16:creationId xmlns:a16="http://schemas.microsoft.com/office/drawing/2014/main" id="{95612B04-75B9-4D09-AB1E-BA55A8E059F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920308" y="4817188"/>
                <a:ext cx="15120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22958DFF-8295-491B-9EA0-B60D4E8946F2}"/>
                  </a:ext>
                </a:extLst>
              </p14:cNvPr>
              <p14:cNvContentPartPr/>
              <p14:nvPr/>
            </p14:nvContentPartPr>
            <p14:xfrm>
              <a:off x="7811308" y="4629268"/>
              <a:ext cx="175320" cy="390960"/>
            </p14:xfrm>
          </p:contentPart>
        </mc:Choice>
        <mc:Fallback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22958DFF-8295-491B-9EA0-B60D4E8946F2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802668" y="4620268"/>
                <a:ext cx="19296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205" name="Entrada de lápiz 204">
                <a:extLst>
                  <a:ext uri="{FF2B5EF4-FFF2-40B4-BE49-F238E27FC236}">
                    <a16:creationId xmlns:a16="http://schemas.microsoft.com/office/drawing/2014/main" id="{3DF6DEB5-E3DA-4C13-B97E-DF2C9B80DF77}"/>
                  </a:ext>
                </a:extLst>
              </p14:cNvPr>
              <p14:cNvContentPartPr/>
              <p14:nvPr/>
            </p14:nvContentPartPr>
            <p14:xfrm>
              <a:off x="7204708" y="4727548"/>
              <a:ext cx="516600" cy="286560"/>
            </p14:xfrm>
          </p:contentPart>
        </mc:Choice>
        <mc:Fallback>
          <p:pic>
            <p:nvPicPr>
              <p:cNvPr id="205" name="Entrada de lápiz 204">
                <a:extLst>
                  <a:ext uri="{FF2B5EF4-FFF2-40B4-BE49-F238E27FC236}">
                    <a16:creationId xmlns:a16="http://schemas.microsoft.com/office/drawing/2014/main" id="{3DF6DEB5-E3DA-4C13-B97E-DF2C9B80DF77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196062" y="4718908"/>
                <a:ext cx="534252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583477D7-584B-40A1-A222-88CDA2A364D2}"/>
                  </a:ext>
                </a:extLst>
              </p14:cNvPr>
              <p14:cNvContentPartPr/>
              <p14:nvPr/>
            </p14:nvContentPartPr>
            <p14:xfrm>
              <a:off x="9715348" y="4552228"/>
              <a:ext cx="21600" cy="37908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583477D7-584B-40A1-A222-88CDA2A364D2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706348" y="4543228"/>
                <a:ext cx="3924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214" name="Entrada de lápiz 213">
                <a:extLst>
                  <a:ext uri="{FF2B5EF4-FFF2-40B4-BE49-F238E27FC236}">
                    <a16:creationId xmlns:a16="http://schemas.microsoft.com/office/drawing/2014/main" id="{163E2B81-32B5-46E9-89D2-F41D1985069F}"/>
                  </a:ext>
                </a:extLst>
              </p14:cNvPr>
              <p14:cNvContentPartPr/>
              <p14:nvPr/>
            </p14:nvContentPartPr>
            <p14:xfrm>
              <a:off x="9241948" y="4723588"/>
              <a:ext cx="207720" cy="216360"/>
            </p14:xfrm>
          </p:contentPart>
        </mc:Choice>
        <mc:Fallback>
          <p:pic>
            <p:nvPicPr>
              <p:cNvPr id="214" name="Entrada de lápiz 213">
                <a:extLst>
                  <a:ext uri="{FF2B5EF4-FFF2-40B4-BE49-F238E27FC236}">
                    <a16:creationId xmlns:a16="http://schemas.microsoft.com/office/drawing/2014/main" id="{163E2B81-32B5-46E9-89D2-F41D1985069F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232948" y="4714948"/>
                <a:ext cx="2253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215" name="Entrada de lápiz 214">
                <a:extLst>
                  <a:ext uri="{FF2B5EF4-FFF2-40B4-BE49-F238E27FC236}">
                    <a16:creationId xmlns:a16="http://schemas.microsoft.com/office/drawing/2014/main" id="{BAA629A5-1670-417F-BAC0-04025C463DD9}"/>
                  </a:ext>
                </a:extLst>
              </p14:cNvPr>
              <p14:cNvContentPartPr/>
              <p14:nvPr/>
            </p14:nvContentPartPr>
            <p14:xfrm>
              <a:off x="8507188" y="4796668"/>
              <a:ext cx="493920" cy="181800"/>
            </p14:xfrm>
          </p:contentPart>
        </mc:Choice>
        <mc:Fallback>
          <p:pic>
            <p:nvPicPr>
              <p:cNvPr id="215" name="Entrada de lápiz 214">
                <a:extLst>
                  <a:ext uri="{FF2B5EF4-FFF2-40B4-BE49-F238E27FC236}">
                    <a16:creationId xmlns:a16="http://schemas.microsoft.com/office/drawing/2014/main" id="{BAA629A5-1670-417F-BAC0-04025C463DD9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498188" y="4787668"/>
                <a:ext cx="5115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216" name="Entrada de lápiz 215">
                <a:extLst>
                  <a:ext uri="{FF2B5EF4-FFF2-40B4-BE49-F238E27FC236}">
                    <a16:creationId xmlns:a16="http://schemas.microsoft.com/office/drawing/2014/main" id="{2661C887-8536-4A48-AA4D-E652B376DEBC}"/>
                  </a:ext>
                </a:extLst>
              </p14:cNvPr>
              <p14:cNvContentPartPr/>
              <p14:nvPr/>
            </p14:nvContentPartPr>
            <p14:xfrm>
              <a:off x="8178868" y="4722868"/>
              <a:ext cx="192600" cy="223560"/>
            </p14:xfrm>
          </p:contentPart>
        </mc:Choice>
        <mc:Fallback>
          <p:pic>
            <p:nvPicPr>
              <p:cNvPr id="216" name="Entrada de lápiz 215">
                <a:extLst>
                  <a:ext uri="{FF2B5EF4-FFF2-40B4-BE49-F238E27FC236}">
                    <a16:creationId xmlns:a16="http://schemas.microsoft.com/office/drawing/2014/main" id="{2661C887-8536-4A48-AA4D-E652B376DEBC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169868" y="4714228"/>
                <a:ext cx="2102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217" name="Entrada de lápiz 216">
                <a:extLst>
                  <a:ext uri="{FF2B5EF4-FFF2-40B4-BE49-F238E27FC236}">
                    <a16:creationId xmlns:a16="http://schemas.microsoft.com/office/drawing/2014/main" id="{B67A5FF9-922F-400F-BE88-3239097C6297}"/>
                  </a:ext>
                </a:extLst>
              </p14:cNvPr>
              <p14:cNvContentPartPr/>
              <p14:nvPr/>
            </p14:nvContentPartPr>
            <p14:xfrm>
              <a:off x="2162548" y="5595868"/>
              <a:ext cx="169560" cy="19440"/>
            </p14:xfrm>
          </p:contentPart>
        </mc:Choice>
        <mc:Fallback>
          <p:pic>
            <p:nvPicPr>
              <p:cNvPr id="217" name="Entrada de lápiz 216">
                <a:extLst>
                  <a:ext uri="{FF2B5EF4-FFF2-40B4-BE49-F238E27FC236}">
                    <a16:creationId xmlns:a16="http://schemas.microsoft.com/office/drawing/2014/main" id="{B67A5FF9-922F-400F-BE88-3239097C629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153548" y="5587228"/>
                <a:ext cx="1872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218" name="Entrada de lápiz 217">
                <a:extLst>
                  <a:ext uri="{FF2B5EF4-FFF2-40B4-BE49-F238E27FC236}">
                    <a16:creationId xmlns:a16="http://schemas.microsoft.com/office/drawing/2014/main" id="{B129BAF5-3232-400A-AD4C-BA7D808C5FD8}"/>
                  </a:ext>
                </a:extLst>
              </p14:cNvPr>
              <p14:cNvContentPartPr/>
              <p14:nvPr/>
            </p14:nvContentPartPr>
            <p14:xfrm>
              <a:off x="2226628" y="5711068"/>
              <a:ext cx="205920" cy="14400"/>
            </p14:xfrm>
          </p:contentPart>
        </mc:Choice>
        <mc:Fallback>
          <p:pic>
            <p:nvPicPr>
              <p:cNvPr id="218" name="Entrada de lápiz 217">
                <a:extLst>
                  <a:ext uri="{FF2B5EF4-FFF2-40B4-BE49-F238E27FC236}">
                    <a16:creationId xmlns:a16="http://schemas.microsoft.com/office/drawing/2014/main" id="{B129BAF5-3232-400A-AD4C-BA7D808C5FD8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217628" y="5702428"/>
                <a:ext cx="2235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219" name="Entrada de lápiz 218">
                <a:extLst>
                  <a:ext uri="{FF2B5EF4-FFF2-40B4-BE49-F238E27FC236}">
                    <a16:creationId xmlns:a16="http://schemas.microsoft.com/office/drawing/2014/main" id="{455C1D08-2802-4278-87AF-F94970474743}"/>
                  </a:ext>
                </a:extLst>
              </p14:cNvPr>
              <p14:cNvContentPartPr/>
              <p14:nvPr/>
            </p14:nvContentPartPr>
            <p14:xfrm>
              <a:off x="11014948" y="113428"/>
              <a:ext cx="12960" cy="8280"/>
            </p14:xfrm>
          </p:contentPart>
        </mc:Choice>
        <mc:Fallback>
          <p:pic>
            <p:nvPicPr>
              <p:cNvPr id="219" name="Entrada de lápiz 218">
                <a:extLst>
                  <a:ext uri="{FF2B5EF4-FFF2-40B4-BE49-F238E27FC236}">
                    <a16:creationId xmlns:a16="http://schemas.microsoft.com/office/drawing/2014/main" id="{455C1D08-2802-4278-87AF-F94970474743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1005948" y="104788"/>
                <a:ext cx="30600" cy="25920"/>
              </a:xfrm>
              <a:prstGeom prst="rect">
                <a:avLst/>
              </a:prstGeom>
            </p:spPr>
          </p:pic>
        </mc:Fallback>
      </mc:AlternateContent>
      <p:pic>
        <p:nvPicPr>
          <p:cNvPr id="220" name="Imagen 219">
            <a:extLst>
              <a:ext uri="{FF2B5EF4-FFF2-40B4-BE49-F238E27FC236}">
                <a16:creationId xmlns:a16="http://schemas.microsoft.com/office/drawing/2014/main" id="{34440443-25CC-4B51-AF73-AFBD38FE3A09}"/>
              </a:ext>
            </a:extLst>
          </p:cNvPr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287463" y="2720728"/>
            <a:ext cx="1901336" cy="15906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21" name="Entrada de lápiz 220">
                <a:extLst>
                  <a:ext uri="{FF2B5EF4-FFF2-40B4-BE49-F238E27FC236}">
                    <a16:creationId xmlns:a16="http://schemas.microsoft.com/office/drawing/2014/main" id="{171A42AA-42DE-48FC-A0CF-948684874CEE}"/>
                  </a:ext>
                </a:extLst>
              </p14:cNvPr>
              <p14:cNvContentPartPr/>
              <p14:nvPr/>
            </p14:nvContentPartPr>
            <p14:xfrm>
              <a:off x="2627308" y="5652748"/>
              <a:ext cx="155520" cy="11520"/>
            </p14:xfrm>
          </p:contentPart>
        </mc:Choice>
        <mc:Fallback>
          <p:pic>
            <p:nvPicPr>
              <p:cNvPr id="221" name="Entrada de lápiz 220">
                <a:extLst>
                  <a:ext uri="{FF2B5EF4-FFF2-40B4-BE49-F238E27FC236}">
                    <a16:creationId xmlns:a16="http://schemas.microsoft.com/office/drawing/2014/main" id="{171A42AA-42DE-48FC-A0CF-948684874CE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618668" y="5644108"/>
                <a:ext cx="1731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22" name="Entrada de lápiz 221">
                <a:extLst>
                  <a:ext uri="{FF2B5EF4-FFF2-40B4-BE49-F238E27FC236}">
                    <a16:creationId xmlns:a16="http://schemas.microsoft.com/office/drawing/2014/main" id="{7B4FFD99-A07E-43B6-A7C9-4FDF0D9BB0A9}"/>
                  </a:ext>
                </a:extLst>
              </p14:cNvPr>
              <p14:cNvContentPartPr/>
              <p14:nvPr/>
            </p14:nvContentPartPr>
            <p14:xfrm>
              <a:off x="1134748" y="3642508"/>
              <a:ext cx="12240" cy="83520"/>
            </p14:xfrm>
          </p:contentPart>
        </mc:Choice>
        <mc:Fallback>
          <p:pic>
            <p:nvPicPr>
              <p:cNvPr id="222" name="Entrada de lápiz 221">
                <a:extLst>
                  <a:ext uri="{FF2B5EF4-FFF2-40B4-BE49-F238E27FC236}">
                    <a16:creationId xmlns:a16="http://schemas.microsoft.com/office/drawing/2014/main" id="{7B4FFD99-A07E-43B6-A7C9-4FDF0D9BB0A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26108" y="3633868"/>
                <a:ext cx="2988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27" name="Entrada de lápiz 226">
                <a:extLst>
                  <a:ext uri="{FF2B5EF4-FFF2-40B4-BE49-F238E27FC236}">
                    <a16:creationId xmlns:a16="http://schemas.microsoft.com/office/drawing/2014/main" id="{E6C2FB42-1ADA-4ADE-8B0E-C0DD803A32D6}"/>
                  </a:ext>
                </a:extLst>
              </p14:cNvPr>
              <p14:cNvContentPartPr/>
              <p14:nvPr/>
            </p14:nvContentPartPr>
            <p14:xfrm>
              <a:off x="915148" y="3837988"/>
              <a:ext cx="292320" cy="69120"/>
            </p14:xfrm>
          </p:contentPart>
        </mc:Choice>
        <mc:Fallback>
          <p:pic>
            <p:nvPicPr>
              <p:cNvPr id="227" name="Entrada de lápiz 226">
                <a:extLst>
                  <a:ext uri="{FF2B5EF4-FFF2-40B4-BE49-F238E27FC236}">
                    <a16:creationId xmlns:a16="http://schemas.microsoft.com/office/drawing/2014/main" id="{E6C2FB42-1ADA-4ADE-8B0E-C0DD803A32D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06508" y="3828988"/>
                <a:ext cx="3099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28" name="Entrada de lápiz 227">
                <a:extLst>
                  <a:ext uri="{FF2B5EF4-FFF2-40B4-BE49-F238E27FC236}">
                    <a16:creationId xmlns:a16="http://schemas.microsoft.com/office/drawing/2014/main" id="{5DF516BF-FB35-4736-93F1-6168D5727CD9}"/>
                  </a:ext>
                </a:extLst>
              </p14:cNvPr>
              <p14:cNvContentPartPr/>
              <p14:nvPr/>
            </p14:nvContentPartPr>
            <p14:xfrm>
              <a:off x="613468" y="3895588"/>
              <a:ext cx="53640" cy="30600"/>
            </p14:xfrm>
          </p:contentPart>
        </mc:Choice>
        <mc:Fallback>
          <p:pic>
            <p:nvPicPr>
              <p:cNvPr id="228" name="Entrada de lápiz 227">
                <a:extLst>
                  <a:ext uri="{FF2B5EF4-FFF2-40B4-BE49-F238E27FC236}">
                    <a16:creationId xmlns:a16="http://schemas.microsoft.com/office/drawing/2014/main" id="{5DF516BF-FB35-4736-93F1-6168D5727CD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04828" y="3886588"/>
                <a:ext cx="71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29" name="Entrada de lápiz 228">
                <a:extLst>
                  <a:ext uri="{FF2B5EF4-FFF2-40B4-BE49-F238E27FC236}">
                    <a16:creationId xmlns:a16="http://schemas.microsoft.com/office/drawing/2014/main" id="{EC4E6A27-BAFE-41CD-8F65-AE3443A17B60}"/>
                  </a:ext>
                </a:extLst>
              </p14:cNvPr>
              <p14:cNvContentPartPr/>
              <p14:nvPr/>
            </p14:nvContentPartPr>
            <p14:xfrm>
              <a:off x="749548" y="3866788"/>
              <a:ext cx="59040" cy="118440"/>
            </p14:xfrm>
          </p:contentPart>
        </mc:Choice>
        <mc:Fallback>
          <p:pic>
            <p:nvPicPr>
              <p:cNvPr id="229" name="Entrada de lápiz 228">
                <a:extLst>
                  <a:ext uri="{FF2B5EF4-FFF2-40B4-BE49-F238E27FC236}">
                    <a16:creationId xmlns:a16="http://schemas.microsoft.com/office/drawing/2014/main" id="{EC4E6A27-BAFE-41CD-8F65-AE3443A17B6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40908" y="3857788"/>
                <a:ext cx="766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30" name="Entrada de lápiz 229">
                <a:extLst>
                  <a:ext uri="{FF2B5EF4-FFF2-40B4-BE49-F238E27FC236}">
                    <a16:creationId xmlns:a16="http://schemas.microsoft.com/office/drawing/2014/main" id="{585EE67D-46BA-4896-A796-01AE5A8E6DB6}"/>
                  </a:ext>
                </a:extLst>
              </p14:cNvPr>
              <p14:cNvContentPartPr/>
              <p14:nvPr/>
            </p14:nvContentPartPr>
            <p14:xfrm>
              <a:off x="1080388" y="3396988"/>
              <a:ext cx="99360" cy="133200"/>
            </p14:xfrm>
          </p:contentPart>
        </mc:Choice>
        <mc:Fallback>
          <p:pic>
            <p:nvPicPr>
              <p:cNvPr id="230" name="Entrada de lápiz 229">
                <a:extLst>
                  <a:ext uri="{FF2B5EF4-FFF2-40B4-BE49-F238E27FC236}">
                    <a16:creationId xmlns:a16="http://schemas.microsoft.com/office/drawing/2014/main" id="{585EE67D-46BA-4896-A796-01AE5A8E6DB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71388" y="3388348"/>
                <a:ext cx="11700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C9DCA5C5-6C72-435E-801A-E0CC8BEBBEC0}"/>
                  </a:ext>
                </a:extLst>
              </p14:cNvPr>
              <p14:cNvContentPartPr/>
              <p14:nvPr/>
            </p14:nvContentPartPr>
            <p14:xfrm>
              <a:off x="2782108" y="4877308"/>
              <a:ext cx="1001520" cy="453600"/>
            </p14:xfrm>
          </p:contentPart>
        </mc:Choice>
        <mc:Fallback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C9DCA5C5-6C72-435E-801A-E0CC8BEBBEC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773108" y="4868661"/>
                <a:ext cx="1019160" cy="471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99C12C57-5C8D-43F4-A859-FF41AEF83BF0}"/>
                  </a:ext>
                </a:extLst>
              </p14:cNvPr>
              <p14:cNvContentPartPr/>
              <p14:nvPr/>
            </p14:nvContentPartPr>
            <p14:xfrm>
              <a:off x="3402028" y="5398228"/>
              <a:ext cx="284400" cy="392400"/>
            </p14:xfrm>
          </p:contentPart>
        </mc:Choice>
        <mc:Fallback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99C12C57-5C8D-43F4-A859-FF41AEF83BF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393388" y="5389588"/>
                <a:ext cx="30204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238" name="Entrada de lápiz 237">
                <a:extLst>
                  <a:ext uri="{FF2B5EF4-FFF2-40B4-BE49-F238E27FC236}">
                    <a16:creationId xmlns:a16="http://schemas.microsoft.com/office/drawing/2014/main" id="{9FCB7507-556F-49DF-BC6A-A9B065ECDAFA}"/>
                  </a:ext>
                </a:extLst>
              </p14:cNvPr>
              <p14:cNvContentPartPr/>
              <p14:nvPr/>
            </p14:nvContentPartPr>
            <p14:xfrm>
              <a:off x="2977948" y="5381308"/>
              <a:ext cx="274680" cy="447480"/>
            </p14:xfrm>
          </p:contentPart>
        </mc:Choice>
        <mc:Fallback>
          <p:pic>
            <p:nvPicPr>
              <p:cNvPr id="238" name="Entrada de lápiz 237">
                <a:extLst>
                  <a:ext uri="{FF2B5EF4-FFF2-40B4-BE49-F238E27FC236}">
                    <a16:creationId xmlns:a16="http://schemas.microsoft.com/office/drawing/2014/main" id="{9FCB7507-556F-49DF-BC6A-A9B065ECDAF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969308" y="5372668"/>
                <a:ext cx="29232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08FC902C-FF4A-4775-B575-B1D6BDDC3E57}"/>
                  </a:ext>
                </a:extLst>
              </p14:cNvPr>
              <p14:cNvContentPartPr/>
              <p14:nvPr/>
            </p14:nvContentPartPr>
            <p14:xfrm>
              <a:off x="4471948" y="5269348"/>
              <a:ext cx="8280" cy="6840"/>
            </p14:xfrm>
          </p:contentPart>
        </mc:Choice>
        <mc:Fallback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08FC902C-FF4A-4775-B575-B1D6BDDC3E5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462948" y="5260708"/>
                <a:ext cx="259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243" name="Entrada de lápiz 242">
                <a:extLst>
                  <a:ext uri="{FF2B5EF4-FFF2-40B4-BE49-F238E27FC236}">
                    <a16:creationId xmlns:a16="http://schemas.microsoft.com/office/drawing/2014/main" id="{45B5B99C-2F72-4AD3-BAFE-3554FC770033}"/>
                  </a:ext>
                </a:extLst>
              </p14:cNvPr>
              <p14:cNvContentPartPr/>
              <p14:nvPr/>
            </p14:nvContentPartPr>
            <p14:xfrm>
              <a:off x="4518028" y="5496868"/>
              <a:ext cx="136080" cy="281160"/>
            </p14:xfrm>
          </p:contentPart>
        </mc:Choice>
        <mc:Fallback>
          <p:pic>
            <p:nvPicPr>
              <p:cNvPr id="243" name="Entrada de lápiz 242">
                <a:extLst>
                  <a:ext uri="{FF2B5EF4-FFF2-40B4-BE49-F238E27FC236}">
                    <a16:creationId xmlns:a16="http://schemas.microsoft.com/office/drawing/2014/main" id="{45B5B99C-2F72-4AD3-BAFE-3554FC77003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509388" y="5487868"/>
                <a:ext cx="1537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244" name="Entrada de lápiz 243">
                <a:extLst>
                  <a:ext uri="{FF2B5EF4-FFF2-40B4-BE49-F238E27FC236}">
                    <a16:creationId xmlns:a16="http://schemas.microsoft.com/office/drawing/2014/main" id="{904928BA-1E8D-46F6-A675-CA0A8A6E0B6C}"/>
                  </a:ext>
                </a:extLst>
              </p14:cNvPr>
              <p14:cNvContentPartPr/>
              <p14:nvPr/>
            </p14:nvContentPartPr>
            <p14:xfrm>
              <a:off x="4346668" y="4875508"/>
              <a:ext cx="618480" cy="197280"/>
            </p14:xfrm>
          </p:contentPart>
        </mc:Choice>
        <mc:Fallback>
          <p:pic>
            <p:nvPicPr>
              <p:cNvPr id="244" name="Entrada de lápiz 243">
                <a:extLst>
                  <a:ext uri="{FF2B5EF4-FFF2-40B4-BE49-F238E27FC236}">
                    <a16:creationId xmlns:a16="http://schemas.microsoft.com/office/drawing/2014/main" id="{904928BA-1E8D-46F6-A675-CA0A8A6E0B6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338028" y="4866524"/>
                <a:ext cx="636120" cy="2148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245" name="Entrada de lápiz 244">
                <a:extLst>
                  <a:ext uri="{FF2B5EF4-FFF2-40B4-BE49-F238E27FC236}">
                    <a16:creationId xmlns:a16="http://schemas.microsoft.com/office/drawing/2014/main" id="{D37F0242-4BA7-44D1-9AE4-8C5069179405}"/>
                  </a:ext>
                </a:extLst>
              </p14:cNvPr>
              <p14:cNvContentPartPr/>
              <p14:nvPr/>
            </p14:nvContentPartPr>
            <p14:xfrm>
              <a:off x="3939148" y="5474188"/>
              <a:ext cx="277200" cy="278280"/>
            </p14:xfrm>
          </p:contentPart>
        </mc:Choice>
        <mc:Fallback>
          <p:pic>
            <p:nvPicPr>
              <p:cNvPr id="245" name="Entrada de lápiz 244">
                <a:extLst>
                  <a:ext uri="{FF2B5EF4-FFF2-40B4-BE49-F238E27FC236}">
                    <a16:creationId xmlns:a16="http://schemas.microsoft.com/office/drawing/2014/main" id="{D37F0242-4BA7-44D1-9AE4-8C5069179405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930148" y="5465548"/>
                <a:ext cx="2948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9FEAEB59-D5AB-4EF7-ABDC-25C3AC808385}"/>
                  </a:ext>
                </a:extLst>
              </p14:cNvPr>
              <p14:cNvContentPartPr/>
              <p14:nvPr/>
            </p14:nvContentPartPr>
            <p14:xfrm>
              <a:off x="6080428" y="5436028"/>
              <a:ext cx="18720" cy="380880"/>
            </p14:xfrm>
          </p:contentPart>
        </mc:Choice>
        <mc:Fallback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9FEAEB59-D5AB-4EF7-ABDC-25C3AC80838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071788" y="5427028"/>
                <a:ext cx="3636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F692B71C-165A-4752-BED3-DB03DA6FFA2A}"/>
                  </a:ext>
                </a:extLst>
              </p14:cNvPr>
              <p14:cNvContentPartPr/>
              <p14:nvPr/>
            </p14:nvContentPartPr>
            <p14:xfrm>
              <a:off x="5546548" y="5486788"/>
              <a:ext cx="213120" cy="239400"/>
            </p14:xfrm>
          </p:contentPart>
        </mc:Choice>
        <mc:Fallback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F692B71C-165A-4752-BED3-DB03DA6FFA2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537548" y="5478148"/>
                <a:ext cx="2307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4A45D1F9-5F4F-4243-BCE5-3CCBA4AD8935}"/>
                  </a:ext>
                </a:extLst>
              </p14:cNvPr>
              <p14:cNvContentPartPr/>
              <p14:nvPr/>
            </p14:nvContentPartPr>
            <p14:xfrm>
              <a:off x="6358348" y="5593708"/>
              <a:ext cx="226440" cy="35640"/>
            </p14:xfrm>
          </p:contentPart>
        </mc:Choice>
        <mc:Fallback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4A45D1F9-5F4F-4243-BCE5-3CCBA4AD893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349708" y="5584708"/>
                <a:ext cx="2440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251" name="Entrada de lápiz 250">
                <a:extLst>
                  <a:ext uri="{FF2B5EF4-FFF2-40B4-BE49-F238E27FC236}">
                    <a16:creationId xmlns:a16="http://schemas.microsoft.com/office/drawing/2014/main" id="{6AD80B33-28C8-41EF-8916-09D1BEF352C2}"/>
                  </a:ext>
                </a:extLst>
              </p14:cNvPr>
              <p14:cNvContentPartPr/>
              <p14:nvPr/>
            </p14:nvContentPartPr>
            <p14:xfrm>
              <a:off x="6966388" y="5358628"/>
              <a:ext cx="137520" cy="259200"/>
            </p14:xfrm>
          </p:contentPart>
        </mc:Choice>
        <mc:Fallback>
          <p:pic>
            <p:nvPicPr>
              <p:cNvPr id="251" name="Entrada de lápiz 250">
                <a:extLst>
                  <a:ext uri="{FF2B5EF4-FFF2-40B4-BE49-F238E27FC236}">
                    <a16:creationId xmlns:a16="http://schemas.microsoft.com/office/drawing/2014/main" id="{6AD80B33-28C8-41EF-8916-09D1BEF352C2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957388" y="5349628"/>
                <a:ext cx="1551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254" name="Entrada de lápiz 253">
                <a:extLst>
                  <a:ext uri="{FF2B5EF4-FFF2-40B4-BE49-F238E27FC236}">
                    <a16:creationId xmlns:a16="http://schemas.microsoft.com/office/drawing/2014/main" id="{A743C78E-34C0-4565-BBA5-63189B32744A}"/>
                  </a:ext>
                </a:extLst>
              </p14:cNvPr>
              <p14:cNvContentPartPr/>
              <p14:nvPr/>
            </p14:nvContentPartPr>
            <p14:xfrm>
              <a:off x="7889788" y="5436028"/>
              <a:ext cx="160560" cy="279360"/>
            </p14:xfrm>
          </p:contentPart>
        </mc:Choice>
        <mc:Fallback>
          <p:pic>
            <p:nvPicPr>
              <p:cNvPr id="254" name="Entrada de lápiz 253">
                <a:extLst>
                  <a:ext uri="{FF2B5EF4-FFF2-40B4-BE49-F238E27FC236}">
                    <a16:creationId xmlns:a16="http://schemas.microsoft.com/office/drawing/2014/main" id="{A743C78E-34C0-4565-BBA5-63189B32744A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880788" y="5427028"/>
                <a:ext cx="1782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4678CDCD-0C27-4AB6-A1E7-5B59904ACCAE}"/>
                  </a:ext>
                </a:extLst>
              </p14:cNvPr>
              <p14:cNvContentPartPr/>
              <p14:nvPr/>
            </p14:nvContentPartPr>
            <p14:xfrm>
              <a:off x="8460748" y="5315068"/>
              <a:ext cx="255960" cy="406080"/>
            </p14:xfrm>
          </p:contentPart>
        </mc:Choice>
        <mc:Fallback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4678CDCD-0C27-4AB6-A1E7-5B59904ACCA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451748" y="5306068"/>
                <a:ext cx="2736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C8879610-89E4-47EC-A4C2-A65F7760321C}"/>
                  </a:ext>
                </a:extLst>
              </p14:cNvPr>
              <p14:cNvContentPartPr/>
              <p14:nvPr/>
            </p14:nvContentPartPr>
            <p14:xfrm>
              <a:off x="8902108" y="5396788"/>
              <a:ext cx="84960" cy="234000"/>
            </p14:xfrm>
          </p:contentPart>
        </mc:Choice>
        <mc:Fallback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C8879610-89E4-47EC-A4C2-A65F7760321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893108" y="5387788"/>
                <a:ext cx="1026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0FA806CB-2A68-4989-BC7A-7FE3F8C4AE7E}"/>
                  </a:ext>
                </a:extLst>
              </p14:cNvPr>
              <p14:cNvContentPartPr/>
              <p14:nvPr/>
            </p14:nvContentPartPr>
            <p14:xfrm>
              <a:off x="9062308" y="5307868"/>
              <a:ext cx="173880" cy="372960"/>
            </p14:xfrm>
          </p:contentPart>
        </mc:Choice>
        <mc:Fallback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0FA806CB-2A68-4989-BC7A-7FE3F8C4AE7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053308" y="5299228"/>
                <a:ext cx="19152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A10CD021-2543-4FD4-9AB2-6DBCA14C49A9}"/>
                  </a:ext>
                </a:extLst>
              </p14:cNvPr>
              <p14:cNvContentPartPr/>
              <p14:nvPr/>
            </p14:nvContentPartPr>
            <p14:xfrm>
              <a:off x="9447148" y="5185108"/>
              <a:ext cx="54360" cy="517320"/>
            </p14:xfrm>
          </p:contentPart>
        </mc:Choice>
        <mc:Fallback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A10CD021-2543-4FD4-9AB2-6DBCA14C49A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438148" y="5176468"/>
                <a:ext cx="7200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0FB57EFC-993D-4FF2-A2B6-7F1EDF1F605A}"/>
                  </a:ext>
                </a:extLst>
              </p14:cNvPr>
              <p14:cNvContentPartPr/>
              <p14:nvPr/>
            </p14:nvContentPartPr>
            <p14:xfrm>
              <a:off x="2283508" y="6237748"/>
              <a:ext cx="165960" cy="2880"/>
            </p14:xfrm>
          </p:contentPart>
        </mc:Choice>
        <mc:Fallback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0FB57EFC-993D-4FF2-A2B6-7F1EDF1F605A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274868" y="6228748"/>
                <a:ext cx="1836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262" name="Entrada de lápiz 261">
                <a:extLst>
                  <a:ext uri="{FF2B5EF4-FFF2-40B4-BE49-F238E27FC236}">
                    <a16:creationId xmlns:a16="http://schemas.microsoft.com/office/drawing/2014/main" id="{CC2C1CF3-97DB-4629-883B-E97357A7C095}"/>
                  </a:ext>
                </a:extLst>
              </p14:cNvPr>
              <p14:cNvContentPartPr/>
              <p14:nvPr/>
            </p14:nvContentPartPr>
            <p14:xfrm>
              <a:off x="2358028" y="6331348"/>
              <a:ext cx="166680" cy="21960"/>
            </p14:xfrm>
          </p:contentPart>
        </mc:Choice>
        <mc:Fallback>
          <p:pic>
            <p:nvPicPr>
              <p:cNvPr id="262" name="Entrada de lápiz 261">
                <a:extLst>
                  <a:ext uri="{FF2B5EF4-FFF2-40B4-BE49-F238E27FC236}">
                    <a16:creationId xmlns:a16="http://schemas.microsoft.com/office/drawing/2014/main" id="{CC2C1CF3-97DB-4629-883B-E97357A7C09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349388" y="6322708"/>
                <a:ext cx="1843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6E5A7987-9D40-4958-A4D7-1A7EEFA631F8}"/>
                  </a:ext>
                </a:extLst>
              </p14:cNvPr>
              <p14:cNvContentPartPr/>
              <p14:nvPr/>
            </p14:nvContentPartPr>
            <p14:xfrm>
              <a:off x="2928268" y="6158188"/>
              <a:ext cx="347400" cy="222840"/>
            </p14:xfrm>
          </p:contentPart>
        </mc:Choice>
        <mc:Fallback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6E5A7987-9D40-4958-A4D7-1A7EEFA631F8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919628" y="6149548"/>
                <a:ext cx="3650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266" name="Entrada de lápiz 265">
                <a:extLst>
                  <a:ext uri="{FF2B5EF4-FFF2-40B4-BE49-F238E27FC236}">
                    <a16:creationId xmlns:a16="http://schemas.microsoft.com/office/drawing/2014/main" id="{AA0AB4D3-51CB-4FCD-9E40-D4C1ABEE6C3C}"/>
                  </a:ext>
                </a:extLst>
              </p14:cNvPr>
              <p14:cNvContentPartPr/>
              <p14:nvPr/>
            </p14:nvContentPartPr>
            <p14:xfrm>
              <a:off x="3930868" y="6051268"/>
              <a:ext cx="16200" cy="377280"/>
            </p14:xfrm>
          </p:contentPart>
        </mc:Choice>
        <mc:Fallback>
          <p:pic>
            <p:nvPicPr>
              <p:cNvPr id="266" name="Entrada de lápiz 265">
                <a:extLst>
                  <a:ext uri="{FF2B5EF4-FFF2-40B4-BE49-F238E27FC236}">
                    <a16:creationId xmlns:a16="http://schemas.microsoft.com/office/drawing/2014/main" id="{AA0AB4D3-51CB-4FCD-9E40-D4C1ABEE6C3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922228" y="6042268"/>
                <a:ext cx="3384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67" name="Entrada de lápiz 266">
                <a:extLst>
                  <a:ext uri="{FF2B5EF4-FFF2-40B4-BE49-F238E27FC236}">
                    <a16:creationId xmlns:a16="http://schemas.microsoft.com/office/drawing/2014/main" id="{FFE15AB7-232C-4FC5-B76D-D581BE7A0925}"/>
                  </a:ext>
                </a:extLst>
              </p14:cNvPr>
              <p14:cNvContentPartPr/>
              <p14:nvPr/>
            </p14:nvContentPartPr>
            <p14:xfrm>
              <a:off x="3493108" y="6101668"/>
              <a:ext cx="210240" cy="263880"/>
            </p14:xfrm>
          </p:contentPart>
        </mc:Choice>
        <mc:Fallback>
          <p:pic>
            <p:nvPicPr>
              <p:cNvPr id="267" name="Entrada de lápiz 266">
                <a:extLst>
                  <a:ext uri="{FF2B5EF4-FFF2-40B4-BE49-F238E27FC236}">
                    <a16:creationId xmlns:a16="http://schemas.microsoft.com/office/drawing/2014/main" id="{FFE15AB7-232C-4FC5-B76D-D581BE7A092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484468" y="6093028"/>
                <a:ext cx="2278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271" name="Entrada de lápiz 270">
                <a:extLst>
                  <a:ext uri="{FF2B5EF4-FFF2-40B4-BE49-F238E27FC236}">
                    <a16:creationId xmlns:a16="http://schemas.microsoft.com/office/drawing/2014/main" id="{62EE0E3E-B942-42B1-8AD5-45F2B9FAE171}"/>
                  </a:ext>
                </a:extLst>
              </p14:cNvPr>
              <p14:cNvContentPartPr/>
              <p14:nvPr/>
            </p14:nvContentPartPr>
            <p14:xfrm>
              <a:off x="4163068" y="6088708"/>
              <a:ext cx="520920" cy="383040"/>
            </p14:xfrm>
          </p:contentPart>
        </mc:Choice>
        <mc:Fallback>
          <p:pic>
            <p:nvPicPr>
              <p:cNvPr id="271" name="Entrada de lápiz 270">
                <a:extLst>
                  <a:ext uri="{FF2B5EF4-FFF2-40B4-BE49-F238E27FC236}">
                    <a16:creationId xmlns:a16="http://schemas.microsoft.com/office/drawing/2014/main" id="{62EE0E3E-B942-42B1-8AD5-45F2B9FAE17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154428" y="6079708"/>
                <a:ext cx="53856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272" name="Entrada de lápiz 271">
                <a:extLst>
                  <a:ext uri="{FF2B5EF4-FFF2-40B4-BE49-F238E27FC236}">
                    <a16:creationId xmlns:a16="http://schemas.microsoft.com/office/drawing/2014/main" id="{5F76955A-D9F4-4EF9-91CE-94CAD2021D78}"/>
                  </a:ext>
                </a:extLst>
              </p14:cNvPr>
              <p14:cNvContentPartPr/>
              <p14:nvPr/>
            </p14:nvContentPartPr>
            <p14:xfrm>
              <a:off x="5212828" y="6341788"/>
              <a:ext cx="141840" cy="12240"/>
            </p14:xfrm>
          </p:contentPart>
        </mc:Choice>
        <mc:Fallback>
          <p:pic>
            <p:nvPicPr>
              <p:cNvPr id="272" name="Entrada de lápiz 271">
                <a:extLst>
                  <a:ext uri="{FF2B5EF4-FFF2-40B4-BE49-F238E27FC236}">
                    <a16:creationId xmlns:a16="http://schemas.microsoft.com/office/drawing/2014/main" id="{5F76955A-D9F4-4EF9-91CE-94CAD2021D7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204188" y="6332788"/>
                <a:ext cx="1594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273" name="Entrada de lápiz 272">
                <a:extLst>
                  <a:ext uri="{FF2B5EF4-FFF2-40B4-BE49-F238E27FC236}">
                    <a16:creationId xmlns:a16="http://schemas.microsoft.com/office/drawing/2014/main" id="{80AC6AD3-1234-44EF-86E4-A4B9E59661ED}"/>
                  </a:ext>
                </a:extLst>
              </p14:cNvPr>
              <p14:cNvContentPartPr/>
              <p14:nvPr/>
            </p14:nvContentPartPr>
            <p14:xfrm>
              <a:off x="5237668" y="6433948"/>
              <a:ext cx="154440" cy="9000"/>
            </p14:xfrm>
          </p:contentPart>
        </mc:Choice>
        <mc:Fallback>
          <p:pic>
            <p:nvPicPr>
              <p:cNvPr id="273" name="Entrada de lápiz 272">
                <a:extLst>
                  <a:ext uri="{FF2B5EF4-FFF2-40B4-BE49-F238E27FC236}">
                    <a16:creationId xmlns:a16="http://schemas.microsoft.com/office/drawing/2014/main" id="{80AC6AD3-1234-44EF-86E4-A4B9E59661E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229028" y="6424948"/>
                <a:ext cx="1720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74" name="Entrada de lápiz 273">
                <a:extLst>
                  <a:ext uri="{FF2B5EF4-FFF2-40B4-BE49-F238E27FC236}">
                    <a16:creationId xmlns:a16="http://schemas.microsoft.com/office/drawing/2014/main" id="{5F922732-ABB0-495F-A66F-AF6B7B28B7F4}"/>
                  </a:ext>
                </a:extLst>
              </p14:cNvPr>
              <p14:cNvContentPartPr/>
              <p14:nvPr/>
            </p14:nvContentPartPr>
            <p14:xfrm>
              <a:off x="5722588" y="6278068"/>
              <a:ext cx="285840" cy="250560"/>
            </p14:xfrm>
          </p:contentPart>
        </mc:Choice>
        <mc:Fallback>
          <p:pic>
            <p:nvPicPr>
              <p:cNvPr id="274" name="Entrada de lápiz 273">
                <a:extLst>
                  <a:ext uri="{FF2B5EF4-FFF2-40B4-BE49-F238E27FC236}">
                    <a16:creationId xmlns:a16="http://schemas.microsoft.com/office/drawing/2014/main" id="{5F922732-ABB0-495F-A66F-AF6B7B28B7F4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713948" y="6269068"/>
                <a:ext cx="30348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277" name="Entrada de lápiz 276">
                <a:extLst>
                  <a:ext uri="{FF2B5EF4-FFF2-40B4-BE49-F238E27FC236}">
                    <a16:creationId xmlns:a16="http://schemas.microsoft.com/office/drawing/2014/main" id="{CBBBC850-6B11-4B86-9D8F-33868EFC9654}"/>
                  </a:ext>
                </a:extLst>
              </p14:cNvPr>
              <p14:cNvContentPartPr/>
              <p14:nvPr/>
            </p14:nvContentPartPr>
            <p14:xfrm>
              <a:off x="6188068" y="6204988"/>
              <a:ext cx="232560" cy="281880"/>
            </p14:xfrm>
          </p:contentPart>
        </mc:Choice>
        <mc:Fallback>
          <p:pic>
            <p:nvPicPr>
              <p:cNvPr id="277" name="Entrada de lápiz 276">
                <a:extLst>
                  <a:ext uri="{FF2B5EF4-FFF2-40B4-BE49-F238E27FC236}">
                    <a16:creationId xmlns:a16="http://schemas.microsoft.com/office/drawing/2014/main" id="{CBBBC850-6B11-4B86-9D8F-33868EFC965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6179068" y="6195988"/>
                <a:ext cx="2502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278" name="Entrada de lápiz 277">
                <a:extLst>
                  <a:ext uri="{FF2B5EF4-FFF2-40B4-BE49-F238E27FC236}">
                    <a16:creationId xmlns:a16="http://schemas.microsoft.com/office/drawing/2014/main" id="{B44A4109-F96A-42B0-9685-95A1DA0B9595}"/>
                  </a:ext>
                </a:extLst>
              </p14:cNvPr>
              <p14:cNvContentPartPr/>
              <p14:nvPr/>
            </p14:nvContentPartPr>
            <p14:xfrm>
              <a:off x="6711148" y="6215788"/>
              <a:ext cx="296640" cy="244440"/>
            </p14:xfrm>
          </p:contentPart>
        </mc:Choice>
        <mc:Fallback>
          <p:pic>
            <p:nvPicPr>
              <p:cNvPr id="278" name="Entrada de lápiz 277">
                <a:extLst>
                  <a:ext uri="{FF2B5EF4-FFF2-40B4-BE49-F238E27FC236}">
                    <a16:creationId xmlns:a16="http://schemas.microsoft.com/office/drawing/2014/main" id="{B44A4109-F96A-42B0-9685-95A1DA0B9595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702148" y="6206788"/>
                <a:ext cx="3142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279" name="Entrada de lápiz 278">
                <a:extLst>
                  <a:ext uri="{FF2B5EF4-FFF2-40B4-BE49-F238E27FC236}">
                    <a16:creationId xmlns:a16="http://schemas.microsoft.com/office/drawing/2014/main" id="{363630EE-C6E6-436B-8FF8-1EAA2F575299}"/>
                  </a:ext>
                </a:extLst>
              </p14:cNvPr>
              <p14:cNvContentPartPr/>
              <p14:nvPr/>
            </p14:nvContentPartPr>
            <p14:xfrm>
              <a:off x="7558588" y="6248908"/>
              <a:ext cx="237960" cy="15120"/>
            </p14:xfrm>
          </p:contentPart>
        </mc:Choice>
        <mc:Fallback>
          <p:pic>
            <p:nvPicPr>
              <p:cNvPr id="279" name="Entrada de lápiz 278">
                <a:extLst>
                  <a:ext uri="{FF2B5EF4-FFF2-40B4-BE49-F238E27FC236}">
                    <a16:creationId xmlns:a16="http://schemas.microsoft.com/office/drawing/2014/main" id="{363630EE-C6E6-436B-8FF8-1EAA2F57529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549948" y="6240268"/>
                <a:ext cx="2556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280" name="Entrada de lápiz 279">
                <a:extLst>
                  <a:ext uri="{FF2B5EF4-FFF2-40B4-BE49-F238E27FC236}">
                    <a16:creationId xmlns:a16="http://schemas.microsoft.com/office/drawing/2014/main" id="{170AF843-4E7D-468D-85AC-17F82A09944B}"/>
                  </a:ext>
                </a:extLst>
              </p14:cNvPr>
              <p14:cNvContentPartPr/>
              <p14:nvPr/>
            </p14:nvContentPartPr>
            <p14:xfrm>
              <a:off x="7649668" y="6345748"/>
              <a:ext cx="243360" cy="23400"/>
            </p14:xfrm>
          </p:contentPart>
        </mc:Choice>
        <mc:Fallback>
          <p:pic>
            <p:nvPicPr>
              <p:cNvPr id="280" name="Entrada de lápiz 279">
                <a:extLst>
                  <a:ext uri="{FF2B5EF4-FFF2-40B4-BE49-F238E27FC236}">
                    <a16:creationId xmlns:a16="http://schemas.microsoft.com/office/drawing/2014/main" id="{170AF843-4E7D-468D-85AC-17F82A09944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640668" y="6337108"/>
                <a:ext cx="261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284" name="Entrada de lápiz 283">
                <a:extLst>
                  <a:ext uri="{FF2B5EF4-FFF2-40B4-BE49-F238E27FC236}">
                    <a16:creationId xmlns:a16="http://schemas.microsoft.com/office/drawing/2014/main" id="{19DD8762-4E7F-495F-8651-298F7073ADD0}"/>
                  </a:ext>
                </a:extLst>
              </p14:cNvPr>
              <p14:cNvContentPartPr/>
              <p14:nvPr/>
            </p14:nvContentPartPr>
            <p14:xfrm>
              <a:off x="8024788" y="5977468"/>
              <a:ext cx="678240" cy="703080"/>
            </p14:xfrm>
          </p:contentPart>
        </mc:Choice>
        <mc:Fallback>
          <p:pic>
            <p:nvPicPr>
              <p:cNvPr id="284" name="Entrada de lápiz 283">
                <a:extLst>
                  <a:ext uri="{FF2B5EF4-FFF2-40B4-BE49-F238E27FC236}">
                    <a16:creationId xmlns:a16="http://schemas.microsoft.com/office/drawing/2014/main" id="{19DD8762-4E7F-495F-8651-298F7073ADD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016148" y="5968828"/>
                <a:ext cx="69588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87" name="Entrada de lápiz 286">
                <a:extLst>
                  <a:ext uri="{FF2B5EF4-FFF2-40B4-BE49-F238E27FC236}">
                    <a16:creationId xmlns:a16="http://schemas.microsoft.com/office/drawing/2014/main" id="{44B6DAA1-CB99-473C-AD7D-DA609DC6349A}"/>
                  </a:ext>
                </a:extLst>
              </p14:cNvPr>
              <p14:cNvContentPartPr/>
              <p14:nvPr/>
            </p14:nvContentPartPr>
            <p14:xfrm>
              <a:off x="7747228" y="410788"/>
              <a:ext cx="770040" cy="461520"/>
            </p14:xfrm>
          </p:contentPart>
        </mc:Choice>
        <mc:Fallback>
          <p:pic>
            <p:nvPicPr>
              <p:cNvPr id="287" name="Entrada de lápiz 286">
                <a:extLst>
                  <a:ext uri="{FF2B5EF4-FFF2-40B4-BE49-F238E27FC236}">
                    <a16:creationId xmlns:a16="http://schemas.microsoft.com/office/drawing/2014/main" id="{44B6DAA1-CB99-473C-AD7D-DA609DC6349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738588" y="402148"/>
                <a:ext cx="78768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292" name="Entrada de lápiz 291">
                <a:extLst>
                  <a:ext uri="{FF2B5EF4-FFF2-40B4-BE49-F238E27FC236}">
                    <a16:creationId xmlns:a16="http://schemas.microsoft.com/office/drawing/2014/main" id="{6153DC46-C8E2-4F18-B300-2556A1DDE3C0}"/>
                  </a:ext>
                </a:extLst>
              </p14:cNvPr>
              <p14:cNvContentPartPr/>
              <p14:nvPr/>
            </p14:nvContentPartPr>
            <p14:xfrm>
              <a:off x="9452188" y="406468"/>
              <a:ext cx="31320" cy="112680"/>
            </p14:xfrm>
          </p:contentPart>
        </mc:Choice>
        <mc:Fallback>
          <p:pic>
            <p:nvPicPr>
              <p:cNvPr id="292" name="Entrada de lápiz 291">
                <a:extLst>
                  <a:ext uri="{FF2B5EF4-FFF2-40B4-BE49-F238E27FC236}">
                    <a16:creationId xmlns:a16="http://schemas.microsoft.com/office/drawing/2014/main" id="{6153DC46-C8E2-4F18-B300-2556A1DDE3C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443188" y="397468"/>
                <a:ext cx="489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93" name="Entrada de lápiz 292">
                <a:extLst>
                  <a:ext uri="{FF2B5EF4-FFF2-40B4-BE49-F238E27FC236}">
                    <a16:creationId xmlns:a16="http://schemas.microsoft.com/office/drawing/2014/main" id="{93E56844-BAE6-4E20-90F6-2B856384AFF0}"/>
                  </a:ext>
                </a:extLst>
              </p14:cNvPr>
              <p14:cNvContentPartPr/>
              <p14:nvPr/>
            </p14:nvContentPartPr>
            <p14:xfrm>
              <a:off x="9649828" y="392788"/>
              <a:ext cx="127440" cy="32400"/>
            </p14:xfrm>
          </p:contentPart>
        </mc:Choice>
        <mc:Fallback>
          <p:pic>
            <p:nvPicPr>
              <p:cNvPr id="293" name="Entrada de lápiz 292">
                <a:extLst>
                  <a:ext uri="{FF2B5EF4-FFF2-40B4-BE49-F238E27FC236}">
                    <a16:creationId xmlns:a16="http://schemas.microsoft.com/office/drawing/2014/main" id="{93E56844-BAE6-4E20-90F6-2B856384AFF0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640828" y="384148"/>
                <a:ext cx="1450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97" name="Entrada de lápiz 296">
                <a:extLst>
                  <a:ext uri="{FF2B5EF4-FFF2-40B4-BE49-F238E27FC236}">
                    <a16:creationId xmlns:a16="http://schemas.microsoft.com/office/drawing/2014/main" id="{E6495265-7181-4933-ABB1-914BF5130239}"/>
                  </a:ext>
                </a:extLst>
              </p14:cNvPr>
              <p14:cNvContentPartPr/>
              <p14:nvPr/>
            </p14:nvContentPartPr>
            <p14:xfrm>
              <a:off x="9941068" y="198748"/>
              <a:ext cx="381600" cy="260280"/>
            </p14:xfrm>
          </p:contentPart>
        </mc:Choice>
        <mc:Fallback>
          <p:pic>
            <p:nvPicPr>
              <p:cNvPr id="297" name="Entrada de lápiz 296">
                <a:extLst>
                  <a:ext uri="{FF2B5EF4-FFF2-40B4-BE49-F238E27FC236}">
                    <a16:creationId xmlns:a16="http://schemas.microsoft.com/office/drawing/2014/main" id="{E6495265-7181-4933-ABB1-914BF513023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932420" y="189748"/>
                <a:ext cx="399257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98" name="Entrada de lápiz 297">
                <a:extLst>
                  <a:ext uri="{FF2B5EF4-FFF2-40B4-BE49-F238E27FC236}">
                    <a16:creationId xmlns:a16="http://schemas.microsoft.com/office/drawing/2014/main" id="{DA5071D2-C494-4E1B-BF09-23F9ED59570E}"/>
                  </a:ext>
                </a:extLst>
              </p14:cNvPr>
              <p14:cNvContentPartPr/>
              <p14:nvPr/>
            </p14:nvContentPartPr>
            <p14:xfrm>
              <a:off x="9194068" y="246628"/>
              <a:ext cx="179640" cy="273960"/>
            </p14:xfrm>
          </p:contentPart>
        </mc:Choice>
        <mc:Fallback>
          <p:pic>
            <p:nvPicPr>
              <p:cNvPr id="298" name="Entrada de lápiz 297">
                <a:extLst>
                  <a:ext uri="{FF2B5EF4-FFF2-40B4-BE49-F238E27FC236}">
                    <a16:creationId xmlns:a16="http://schemas.microsoft.com/office/drawing/2014/main" id="{DA5071D2-C494-4E1B-BF09-23F9ED59570E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185086" y="237628"/>
                <a:ext cx="197245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99" name="Entrada de lápiz 298">
                <a:extLst>
                  <a:ext uri="{FF2B5EF4-FFF2-40B4-BE49-F238E27FC236}">
                    <a16:creationId xmlns:a16="http://schemas.microsoft.com/office/drawing/2014/main" id="{0E6337A4-00F4-4195-992A-142D36519B21}"/>
                  </a:ext>
                </a:extLst>
              </p14:cNvPr>
              <p14:cNvContentPartPr/>
              <p14:nvPr/>
            </p14:nvContentPartPr>
            <p14:xfrm>
              <a:off x="8770348" y="432748"/>
              <a:ext cx="205920" cy="144360"/>
            </p14:xfrm>
          </p:contentPart>
        </mc:Choice>
        <mc:Fallback>
          <p:pic>
            <p:nvPicPr>
              <p:cNvPr id="299" name="Entrada de lápiz 298">
                <a:extLst>
                  <a:ext uri="{FF2B5EF4-FFF2-40B4-BE49-F238E27FC236}">
                    <a16:creationId xmlns:a16="http://schemas.microsoft.com/office/drawing/2014/main" id="{0E6337A4-00F4-4195-992A-142D36519B2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761708" y="424108"/>
                <a:ext cx="223560" cy="16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4881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ED4B710-C1CA-46FD-8336-4C732C17F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72" y="109383"/>
            <a:ext cx="8918038" cy="269324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A4A20BD-E4D9-4706-B9F4-3E3B4DE2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80" y="2802630"/>
            <a:ext cx="7950615" cy="210699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F175D5C-9355-46AB-95E5-27E77A222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595" y="3083820"/>
            <a:ext cx="2844898" cy="31887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F3D5D749-4121-4247-A212-4555BD4A7A76}"/>
                  </a:ext>
                </a:extLst>
              </p14:cNvPr>
              <p14:cNvContentPartPr/>
              <p14:nvPr/>
            </p14:nvContentPartPr>
            <p14:xfrm>
              <a:off x="6513868" y="1312948"/>
              <a:ext cx="321480" cy="3211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F3D5D749-4121-4247-A212-4555BD4A7A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4868" y="1304308"/>
                <a:ext cx="33912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9E46A41-B517-49FC-8811-CD6CBA771D7A}"/>
                  </a:ext>
                </a:extLst>
              </p14:cNvPr>
              <p14:cNvContentPartPr/>
              <p14:nvPr/>
            </p14:nvContentPartPr>
            <p14:xfrm>
              <a:off x="6597748" y="750628"/>
              <a:ext cx="298080" cy="3596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9E46A41-B517-49FC-8811-CD6CBA771D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89108" y="741628"/>
                <a:ext cx="31572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C792AFE7-AC66-41FF-8A2D-F78705458351}"/>
                  </a:ext>
                </a:extLst>
              </p14:cNvPr>
              <p14:cNvContentPartPr/>
              <p14:nvPr/>
            </p14:nvContentPartPr>
            <p14:xfrm>
              <a:off x="9466948" y="4046068"/>
              <a:ext cx="78480" cy="13579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C792AFE7-AC66-41FF-8A2D-F7870545835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58308" y="4037428"/>
                <a:ext cx="96120" cy="13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B54F88A7-C88F-49A5-89C5-14F4B045DC7E}"/>
                  </a:ext>
                </a:extLst>
              </p14:cNvPr>
              <p14:cNvContentPartPr/>
              <p14:nvPr/>
            </p14:nvContentPartPr>
            <p14:xfrm>
              <a:off x="8062228" y="1046548"/>
              <a:ext cx="262800" cy="21024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B54F88A7-C88F-49A5-89C5-14F4B045DC7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53588" y="1037908"/>
                <a:ext cx="2804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240AB62E-89FF-46D5-AFA8-1D2C26F0C6E6}"/>
                  </a:ext>
                </a:extLst>
              </p14:cNvPr>
              <p14:cNvContentPartPr/>
              <p14:nvPr/>
            </p14:nvContentPartPr>
            <p14:xfrm>
              <a:off x="9787708" y="4553308"/>
              <a:ext cx="438840" cy="57744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240AB62E-89FF-46D5-AFA8-1D2C26F0C6E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778708" y="4544308"/>
                <a:ext cx="45648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FB91A058-DAB6-464A-ABA4-F5A5339E349D}"/>
                  </a:ext>
                </a:extLst>
              </p14:cNvPr>
              <p14:cNvContentPartPr/>
              <p14:nvPr/>
            </p14:nvContentPartPr>
            <p14:xfrm>
              <a:off x="10782388" y="4551508"/>
              <a:ext cx="402480" cy="54864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FB91A058-DAB6-464A-ABA4-F5A5339E349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773388" y="4542508"/>
                <a:ext cx="420120" cy="56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0600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7AAC6CF-9C89-430E-87B5-08204C1AD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105" y="998806"/>
            <a:ext cx="10060976" cy="4962377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448C2729-2E93-41DF-AC07-B3FE722D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179" y="256372"/>
            <a:ext cx="8911687" cy="1280890"/>
          </a:xfrm>
        </p:spPr>
        <p:txBody>
          <a:bodyPr/>
          <a:lstStyle/>
          <a:p>
            <a:r>
              <a:rPr lang="es-MX" dirty="0"/>
              <a:t>Ejemplos cotidianos</a:t>
            </a:r>
            <a:endParaRPr lang="es-CO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C7E5384-F046-4611-A164-428737900AAA}"/>
                  </a:ext>
                </a:extLst>
              </p14:cNvPr>
              <p14:cNvContentPartPr/>
              <p14:nvPr/>
            </p14:nvContentPartPr>
            <p14:xfrm>
              <a:off x="3352708" y="2160028"/>
              <a:ext cx="941760" cy="4507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C7E5384-F046-4611-A164-428737900A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4068" y="2151028"/>
                <a:ext cx="95940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CBE7C9A5-38FB-426A-B330-67B2F12FC9FA}"/>
                  </a:ext>
                </a:extLst>
              </p14:cNvPr>
              <p14:cNvContentPartPr/>
              <p14:nvPr/>
            </p14:nvContentPartPr>
            <p14:xfrm>
              <a:off x="7630948" y="3372868"/>
              <a:ext cx="540360" cy="20124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CBE7C9A5-38FB-426A-B330-67B2F12FC9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21948" y="3363868"/>
                <a:ext cx="5580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D7031BD7-2344-44FE-A9FD-DA9F71840CAC}"/>
                  </a:ext>
                </a:extLst>
              </p14:cNvPr>
              <p14:cNvContentPartPr/>
              <p14:nvPr/>
            </p14:nvContentPartPr>
            <p14:xfrm>
              <a:off x="5943988" y="4156948"/>
              <a:ext cx="145080" cy="16452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D7031BD7-2344-44FE-A9FD-DA9F71840C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7988" y="4085308"/>
                <a:ext cx="2167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524A2AF7-5B2C-4B71-812D-C3F9B934F3D2}"/>
                  </a:ext>
                </a:extLst>
              </p14:cNvPr>
              <p14:cNvContentPartPr/>
              <p14:nvPr/>
            </p14:nvContentPartPr>
            <p14:xfrm>
              <a:off x="8281108" y="3367468"/>
              <a:ext cx="384480" cy="16560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524A2AF7-5B2C-4B71-812D-C3F9B934F3D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72108" y="3358468"/>
                <a:ext cx="4021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FAE89E4E-44F9-4B8D-A93E-D9E7B73AD715}"/>
                  </a:ext>
                </a:extLst>
              </p14:cNvPr>
              <p14:cNvContentPartPr/>
              <p14:nvPr/>
            </p14:nvContentPartPr>
            <p14:xfrm>
              <a:off x="8772868" y="3205828"/>
              <a:ext cx="882360" cy="52128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FAE89E4E-44F9-4B8D-A93E-D9E7B73AD71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64224" y="3196828"/>
                <a:ext cx="900007" cy="53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24B6120F-26F0-4E8E-B2B8-E76D773D66B7}"/>
                  </a:ext>
                </a:extLst>
              </p14:cNvPr>
              <p14:cNvContentPartPr/>
              <p14:nvPr/>
            </p14:nvContentPartPr>
            <p14:xfrm>
              <a:off x="9758188" y="3416068"/>
              <a:ext cx="165960" cy="2736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24B6120F-26F0-4E8E-B2B8-E76D773D66B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749548" y="3407428"/>
                <a:ext cx="1836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A7DB2387-21BA-41B4-967B-9E4A7E90E3CE}"/>
                  </a:ext>
                </a:extLst>
              </p14:cNvPr>
              <p14:cNvContentPartPr/>
              <p14:nvPr/>
            </p14:nvContentPartPr>
            <p14:xfrm>
              <a:off x="10032868" y="2966788"/>
              <a:ext cx="1884240" cy="83124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A7DB2387-21BA-41B4-967B-9E4A7E90E3C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024228" y="2957792"/>
                <a:ext cx="1901880" cy="848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A6589813-7AB7-4C74-975B-51DBB9CFEDB8}"/>
                  </a:ext>
                </a:extLst>
              </p14:cNvPr>
              <p14:cNvContentPartPr/>
              <p14:nvPr/>
            </p14:nvContentPartPr>
            <p14:xfrm>
              <a:off x="11753308" y="2649268"/>
              <a:ext cx="99720" cy="13032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A6589813-7AB7-4C74-975B-51DBB9CFED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744308" y="2640268"/>
                <a:ext cx="1173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A445B70D-02D3-4F98-8B96-8F1458054B18}"/>
                  </a:ext>
                </a:extLst>
              </p14:cNvPr>
              <p14:cNvContentPartPr/>
              <p14:nvPr/>
            </p14:nvContentPartPr>
            <p14:xfrm>
              <a:off x="6260428" y="3387988"/>
              <a:ext cx="1248840" cy="105336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A445B70D-02D3-4F98-8B96-8F1458054B1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51788" y="3379348"/>
                <a:ext cx="1266480" cy="10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9C7B45C9-2349-4124-9B34-F78221C0E1E8}"/>
                  </a:ext>
                </a:extLst>
              </p14:cNvPr>
              <p14:cNvContentPartPr/>
              <p14:nvPr/>
            </p14:nvContentPartPr>
            <p14:xfrm>
              <a:off x="8056108" y="4014388"/>
              <a:ext cx="326520" cy="14724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9C7B45C9-2349-4124-9B34-F78221C0E1E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47108" y="4005388"/>
                <a:ext cx="3441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1B02BB7F-5133-412D-AE93-81451E13F213}"/>
                  </a:ext>
                </a:extLst>
              </p14:cNvPr>
              <p14:cNvContentPartPr/>
              <p14:nvPr/>
            </p14:nvContentPartPr>
            <p14:xfrm>
              <a:off x="7621948" y="3970108"/>
              <a:ext cx="335880" cy="25884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1B02BB7F-5133-412D-AE93-81451E13F21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612958" y="3961468"/>
                <a:ext cx="353501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A67E5B1B-19F2-4BE3-9A75-AA133908626C}"/>
                  </a:ext>
                </a:extLst>
              </p14:cNvPr>
              <p14:cNvContentPartPr/>
              <p14:nvPr/>
            </p14:nvContentPartPr>
            <p14:xfrm>
              <a:off x="8484868" y="3974788"/>
              <a:ext cx="123840" cy="22032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A67E5B1B-19F2-4BE3-9A75-AA133908626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76228" y="3965788"/>
                <a:ext cx="1414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4EE74756-E154-47AD-9F08-FA8D5A4B8358}"/>
                  </a:ext>
                </a:extLst>
              </p14:cNvPr>
              <p14:cNvContentPartPr/>
              <p14:nvPr/>
            </p14:nvContentPartPr>
            <p14:xfrm>
              <a:off x="8758108" y="3973708"/>
              <a:ext cx="489960" cy="23580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4EE74756-E154-47AD-9F08-FA8D5A4B835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49108" y="3965068"/>
                <a:ext cx="5076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1969CECC-29C8-4195-9F26-17086257D95A}"/>
                  </a:ext>
                </a:extLst>
              </p14:cNvPr>
              <p14:cNvContentPartPr/>
              <p14:nvPr/>
            </p14:nvContentPartPr>
            <p14:xfrm>
              <a:off x="6030388" y="4686148"/>
              <a:ext cx="899280" cy="53928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1969CECC-29C8-4195-9F26-17086257D95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021388" y="4677508"/>
                <a:ext cx="916920" cy="55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3655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46A15E3-C0E4-4CA8-99E1-5213AD004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882" y="168812"/>
            <a:ext cx="6931768" cy="649252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45BF5F0-4ECF-40E7-A6F3-24270433C039}"/>
              </a:ext>
            </a:extLst>
          </p:cNvPr>
          <p:cNvSpPr/>
          <p:nvPr/>
        </p:nvSpPr>
        <p:spPr>
          <a:xfrm>
            <a:off x="2016882" y="196661"/>
            <a:ext cx="1176484" cy="422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9C2247C2-C513-4C6D-8FC2-19D40FDEEBE7}"/>
                  </a:ext>
                </a:extLst>
              </p14:cNvPr>
              <p14:cNvContentPartPr/>
              <p14:nvPr/>
            </p14:nvContentPartPr>
            <p14:xfrm>
              <a:off x="5771548" y="1260388"/>
              <a:ext cx="198000" cy="1731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9C2247C2-C513-4C6D-8FC2-19D40FDEEB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2908" y="1251388"/>
                <a:ext cx="2156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3FABB333-9112-49AE-969E-7BA622FD15F5}"/>
                  </a:ext>
                </a:extLst>
              </p14:cNvPr>
              <p14:cNvContentPartPr/>
              <p14:nvPr/>
            </p14:nvContentPartPr>
            <p14:xfrm>
              <a:off x="5794588" y="1534708"/>
              <a:ext cx="161280" cy="1123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3FABB333-9112-49AE-969E-7BA622FD15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5948" y="1526068"/>
                <a:ext cx="1789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102D42F-D06C-4571-BC3B-3622E1EC7C11}"/>
                  </a:ext>
                </a:extLst>
              </p14:cNvPr>
              <p14:cNvContentPartPr/>
              <p14:nvPr/>
            </p14:nvContentPartPr>
            <p14:xfrm>
              <a:off x="5691628" y="1777348"/>
              <a:ext cx="167760" cy="1036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102D42F-D06C-4571-BC3B-3622E1EC7C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82628" y="1768348"/>
                <a:ext cx="1854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F3CE04A-B631-4E91-A5C9-10AE3464F7FF}"/>
                  </a:ext>
                </a:extLst>
              </p14:cNvPr>
              <p14:cNvContentPartPr/>
              <p14:nvPr/>
            </p14:nvContentPartPr>
            <p14:xfrm>
              <a:off x="5681548" y="2018188"/>
              <a:ext cx="126720" cy="1018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F3CE04A-B631-4E91-A5C9-10AE3464F7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72908" y="2009188"/>
                <a:ext cx="1443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F70DAD2C-92B6-435D-A90C-A2E317D155F3}"/>
                  </a:ext>
                </a:extLst>
              </p14:cNvPr>
              <p14:cNvContentPartPr/>
              <p14:nvPr/>
            </p14:nvContentPartPr>
            <p14:xfrm>
              <a:off x="5659588" y="2253988"/>
              <a:ext cx="204840" cy="2030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F70DAD2C-92B6-435D-A90C-A2E317D155F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50588" y="2245348"/>
                <a:ext cx="222480" cy="22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1495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8AA0871-D497-432C-838C-751B317A0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182" y="430089"/>
            <a:ext cx="6422396" cy="540096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8094630-362A-47D7-850B-FC0F349BC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22" y="2641722"/>
            <a:ext cx="5626722" cy="1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8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2617C03-8610-4A5C-BF03-ED10C47DE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088" y="196948"/>
            <a:ext cx="8844006" cy="64777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CD03B8FF-B84F-4B13-9231-CF20156DC75E}"/>
                  </a:ext>
                </a:extLst>
              </p14:cNvPr>
              <p14:cNvContentPartPr/>
              <p14:nvPr/>
            </p14:nvContentPartPr>
            <p14:xfrm>
              <a:off x="7972948" y="2189188"/>
              <a:ext cx="1608120" cy="75672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CD03B8FF-B84F-4B13-9231-CF20156DC7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63950" y="2180548"/>
                <a:ext cx="1625756" cy="77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B9CD5E5B-6C70-4C66-B854-9984045960EE}"/>
                  </a:ext>
                </a:extLst>
              </p14:cNvPr>
              <p14:cNvContentPartPr/>
              <p14:nvPr/>
            </p14:nvContentPartPr>
            <p14:xfrm>
              <a:off x="7802668" y="3395908"/>
              <a:ext cx="179280" cy="75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B9CD5E5B-6C70-4C66-B854-9984045960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93668" y="3387268"/>
                <a:ext cx="1969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0FFF3D10-65E4-4840-886D-46096C3232BE}"/>
                  </a:ext>
                </a:extLst>
              </p14:cNvPr>
              <p14:cNvContentPartPr/>
              <p14:nvPr/>
            </p14:nvContentPartPr>
            <p14:xfrm>
              <a:off x="7871068" y="3492028"/>
              <a:ext cx="133920" cy="432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0FFF3D10-65E4-4840-886D-46096C3232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62068" y="3483388"/>
                <a:ext cx="1515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2CB19C3F-8580-4766-94AF-42C7C3492DD3}"/>
                  </a:ext>
                </a:extLst>
              </p14:cNvPr>
              <p14:cNvContentPartPr/>
              <p14:nvPr/>
            </p14:nvContentPartPr>
            <p14:xfrm>
              <a:off x="8198308" y="3000988"/>
              <a:ext cx="1948680" cy="47700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2CB19C3F-8580-4766-94AF-42C7C3492DD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89308" y="2992341"/>
                <a:ext cx="1966320" cy="494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57ED3926-73A0-407C-B397-340342D567BE}"/>
                  </a:ext>
                </a:extLst>
              </p14:cNvPr>
              <p14:cNvContentPartPr/>
              <p14:nvPr/>
            </p14:nvContentPartPr>
            <p14:xfrm>
              <a:off x="8082028" y="4007548"/>
              <a:ext cx="1723680" cy="104040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57ED3926-73A0-407C-B397-340342D567B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73028" y="3998908"/>
                <a:ext cx="1741320" cy="10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09011CC7-6435-401B-B3D9-575C1DA7FCF9}"/>
                  </a:ext>
                </a:extLst>
              </p14:cNvPr>
              <p14:cNvContentPartPr/>
              <p14:nvPr/>
            </p14:nvContentPartPr>
            <p14:xfrm>
              <a:off x="8307388" y="5208508"/>
              <a:ext cx="2060280" cy="69228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09011CC7-6435-401B-B3D9-575C1DA7FCF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98388" y="5199868"/>
                <a:ext cx="2077920" cy="70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DE4CF80D-5C23-4A62-BF6E-A4BCDDAE0FA2}"/>
                  </a:ext>
                </a:extLst>
              </p14:cNvPr>
              <p14:cNvContentPartPr/>
              <p14:nvPr/>
            </p14:nvContentPartPr>
            <p14:xfrm>
              <a:off x="7871788" y="5409388"/>
              <a:ext cx="333360" cy="39708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DE4CF80D-5C23-4A62-BF6E-A4BCDDAE0FA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63148" y="5400748"/>
                <a:ext cx="35100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206E2010-CF5D-4146-BF93-64C0699D4E02}"/>
                  </a:ext>
                </a:extLst>
              </p14:cNvPr>
              <p14:cNvContentPartPr/>
              <p14:nvPr/>
            </p14:nvContentPartPr>
            <p14:xfrm>
              <a:off x="9799588" y="6071068"/>
              <a:ext cx="683640" cy="39240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206E2010-CF5D-4146-BF93-64C0699D4E0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790948" y="6062428"/>
                <a:ext cx="70128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F5DE2C9B-389A-46DE-AB28-1024670B0517}"/>
                  </a:ext>
                </a:extLst>
              </p14:cNvPr>
              <p14:cNvContentPartPr/>
              <p14:nvPr/>
            </p14:nvContentPartPr>
            <p14:xfrm>
              <a:off x="7881148" y="5978188"/>
              <a:ext cx="1813680" cy="50760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F5DE2C9B-389A-46DE-AB28-1024670B051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72150" y="5969188"/>
                <a:ext cx="1831316" cy="5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5677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514718E-D34E-4786-8C2C-D5AA030CE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95" y="156755"/>
            <a:ext cx="6893171" cy="65444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0D808C49-F6AF-4BAE-A82D-A30AFAD7E0B9}"/>
                  </a:ext>
                </a:extLst>
              </p14:cNvPr>
              <p14:cNvContentPartPr/>
              <p14:nvPr/>
            </p14:nvContentPartPr>
            <p14:xfrm>
              <a:off x="3960388" y="1229068"/>
              <a:ext cx="3467520" cy="452844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0D808C49-F6AF-4BAE-A82D-A30AFAD7E0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51388" y="1220068"/>
                <a:ext cx="3485160" cy="454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4089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A07F620-EDE6-4D4D-B48E-2BADCC58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19" y="567982"/>
            <a:ext cx="8792567" cy="48058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1F0731F6-032F-4D1F-AA43-B170A1884B72}"/>
                  </a:ext>
                </a:extLst>
              </p14:cNvPr>
              <p14:cNvContentPartPr/>
              <p14:nvPr/>
            </p14:nvContentPartPr>
            <p14:xfrm>
              <a:off x="4939588" y="2067508"/>
              <a:ext cx="221400" cy="19080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1F0731F6-032F-4D1F-AA43-B170A1884B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3948" y="1995508"/>
                <a:ext cx="29304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6077808-89D2-4312-A49B-B57EA1A0E394}"/>
                  </a:ext>
                </a:extLst>
              </p14:cNvPr>
              <p14:cNvContentPartPr/>
              <p14:nvPr/>
            </p14:nvContentPartPr>
            <p14:xfrm>
              <a:off x="6504508" y="2176588"/>
              <a:ext cx="146160" cy="367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6077808-89D2-4312-A49B-B57EA1A0E3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95868" y="2167588"/>
                <a:ext cx="1638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734DF9CC-1ED1-40CD-9327-1C131D5A353D}"/>
                  </a:ext>
                </a:extLst>
              </p14:cNvPr>
              <p14:cNvContentPartPr/>
              <p14:nvPr/>
            </p14:nvContentPartPr>
            <p14:xfrm>
              <a:off x="6465268" y="2070748"/>
              <a:ext cx="197640" cy="234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734DF9CC-1ED1-40CD-9327-1C131D5A353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56268" y="2062108"/>
                <a:ext cx="2152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4A554FD6-6ECE-4B9A-9B71-682892B2F5D4}"/>
                  </a:ext>
                </a:extLst>
              </p14:cNvPr>
              <p14:cNvContentPartPr/>
              <p14:nvPr/>
            </p14:nvContentPartPr>
            <p14:xfrm>
              <a:off x="7615108" y="1898668"/>
              <a:ext cx="275760" cy="2433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4A554FD6-6ECE-4B9A-9B71-682892B2F5D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06108" y="1890028"/>
                <a:ext cx="2934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BCFEC3F3-F16F-49A8-BAB7-D43050919419}"/>
                  </a:ext>
                </a:extLst>
              </p14:cNvPr>
              <p14:cNvContentPartPr/>
              <p14:nvPr/>
            </p14:nvContentPartPr>
            <p14:xfrm>
              <a:off x="7283908" y="1950148"/>
              <a:ext cx="262800" cy="22356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BCFEC3F3-F16F-49A8-BAB7-D4305091941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74908" y="1941148"/>
                <a:ext cx="2804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D59A0DA7-3CB8-4A0A-BCAB-D46E9DBBB71A}"/>
                  </a:ext>
                </a:extLst>
              </p14:cNvPr>
              <p14:cNvContentPartPr/>
              <p14:nvPr/>
            </p14:nvContentPartPr>
            <p14:xfrm>
              <a:off x="6873508" y="1734868"/>
              <a:ext cx="339480" cy="65484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D59A0DA7-3CB8-4A0A-BCAB-D46E9DBBB71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64877" y="1725868"/>
                <a:ext cx="357101" cy="67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7B24755D-BA2E-4FFF-9FBC-1B1966D855E5}"/>
                  </a:ext>
                </a:extLst>
              </p14:cNvPr>
              <p14:cNvContentPartPr/>
              <p14:nvPr/>
            </p14:nvContentPartPr>
            <p14:xfrm>
              <a:off x="8374708" y="1730908"/>
              <a:ext cx="34920" cy="58932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7B24755D-BA2E-4FFF-9FBC-1B1966D855E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65708" y="1721908"/>
                <a:ext cx="52560" cy="6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ACC4E7E9-9DE3-42A9-9EE3-F4A08EF6499C}"/>
                  </a:ext>
                </a:extLst>
              </p14:cNvPr>
              <p14:cNvContentPartPr/>
              <p14:nvPr/>
            </p14:nvContentPartPr>
            <p14:xfrm>
              <a:off x="8047108" y="1926748"/>
              <a:ext cx="176400" cy="22572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ACC4E7E9-9DE3-42A9-9EE3-F4A08EF6499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038468" y="1918108"/>
                <a:ext cx="1940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7476D461-5963-4939-A47B-D995FDEA6B9C}"/>
                  </a:ext>
                </a:extLst>
              </p14:cNvPr>
              <p14:cNvContentPartPr/>
              <p14:nvPr/>
            </p14:nvContentPartPr>
            <p14:xfrm>
              <a:off x="8588188" y="1735588"/>
              <a:ext cx="105120" cy="56520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7476D461-5963-4939-A47B-D995FDEA6B9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579548" y="1726948"/>
                <a:ext cx="122760" cy="58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4F778BD8-1F0B-4C5E-92B4-994D4EA617DD}"/>
                  </a:ext>
                </a:extLst>
              </p14:cNvPr>
              <p14:cNvContentPartPr/>
              <p14:nvPr/>
            </p14:nvContentPartPr>
            <p14:xfrm>
              <a:off x="9483868" y="1852948"/>
              <a:ext cx="278640" cy="23796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4F778BD8-1F0B-4C5E-92B4-994D4EA617D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475228" y="1844308"/>
                <a:ext cx="2962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C90E162B-31D6-4295-8AE9-3EE1C06AFBED}"/>
                  </a:ext>
                </a:extLst>
              </p14:cNvPr>
              <p14:cNvContentPartPr/>
              <p14:nvPr/>
            </p14:nvContentPartPr>
            <p14:xfrm>
              <a:off x="8811388" y="1655668"/>
              <a:ext cx="587880" cy="48276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C90E162B-31D6-4295-8AE9-3EE1C06AFBE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802394" y="1647028"/>
                <a:ext cx="605509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20C992B0-A65C-4024-9B65-4A0338CC9929}"/>
                  </a:ext>
                </a:extLst>
              </p14:cNvPr>
              <p14:cNvContentPartPr/>
              <p14:nvPr/>
            </p14:nvContentPartPr>
            <p14:xfrm>
              <a:off x="8818228" y="2253988"/>
              <a:ext cx="131400" cy="19116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20C992B0-A65C-4024-9B65-4A0338CC992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809228" y="2245332"/>
                <a:ext cx="149040" cy="2088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140BB0F4-1A43-41DD-A032-3B59B15FB667}"/>
                  </a:ext>
                </a:extLst>
              </p14:cNvPr>
              <p14:cNvContentPartPr/>
              <p14:nvPr/>
            </p14:nvContentPartPr>
            <p14:xfrm>
              <a:off x="9896068" y="1625788"/>
              <a:ext cx="23400" cy="81576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140BB0F4-1A43-41DD-A032-3B59B15FB66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887068" y="1617148"/>
                <a:ext cx="41040" cy="83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9604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CBEEC43-7439-4CFA-B098-2827A8CDD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156" y="1105280"/>
            <a:ext cx="4875092" cy="48334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335E0A5-5146-40FA-B221-EBE0C7A9E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751" y="1018734"/>
            <a:ext cx="4368605" cy="523019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B15D206-3637-4E89-9613-37678D971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59876"/>
            <a:ext cx="8911687" cy="1280890"/>
          </a:xfrm>
        </p:spPr>
        <p:txBody>
          <a:bodyPr/>
          <a:lstStyle/>
          <a:p>
            <a:pPr algn="ctr"/>
            <a:r>
              <a:rPr lang="es-MX" b="1" dirty="0"/>
              <a:t>TALLER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2677519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F4E571B-6FEC-4C66-A5D9-11212384F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68" y="94957"/>
            <a:ext cx="6848506" cy="413238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7022E39-EAFB-47AA-8C48-73A1DD952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825" y="718331"/>
            <a:ext cx="4858347" cy="191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36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232D3-973F-426A-A754-E10411B8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TRABAJO INDEPENDIENTE</a:t>
            </a:r>
            <a:br>
              <a:rPr lang="es-MX" b="1" dirty="0"/>
            </a:b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D8AA2-DA6B-4362-B199-B1C9CA47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386" y="1563757"/>
            <a:ext cx="8915400" cy="4412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b="1" dirty="0"/>
              <a:t>Realizar los ejercicios de cálculo de integrales definidas, escoger 10, realizarlos y enviarlos por teams</a:t>
            </a:r>
          </a:p>
          <a:p>
            <a:pPr marL="0" indent="0">
              <a:buNone/>
            </a:pPr>
            <a:endParaRPr lang="es-MX" sz="2800" b="1" dirty="0"/>
          </a:p>
          <a:p>
            <a:pPr marL="0" indent="0">
              <a:buNone/>
            </a:pPr>
            <a:r>
              <a:rPr lang="es-MX" sz="2800" b="1" dirty="0"/>
              <a:t>Investigar</a:t>
            </a:r>
          </a:p>
          <a:p>
            <a:r>
              <a:rPr lang="es-MX" sz="2800" b="1" dirty="0"/>
              <a:t>Integrales impropias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354789253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49</Words>
  <Application>Microsoft Office PowerPoint</Application>
  <PresentationFormat>Panorámica</PresentationFormat>
  <Paragraphs>12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Century Gothic</vt:lpstr>
      <vt:lpstr>Wingdings 3</vt:lpstr>
      <vt:lpstr>Espiral</vt:lpstr>
      <vt:lpstr>CALCULO II</vt:lpstr>
      <vt:lpstr>OBJETIVOS DE LA CLASE</vt:lpstr>
      <vt:lpstr>Presentación de PowerPoint</vt:lpstr>
      <vt:lpstr>Presentación de PowerPoint</vt:lpstr>
      <vt:lpstr>Integrales definidas como área bajo la curva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Ejemplos cotidianos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TALLER</vt:lpstr>
      <vt:lpstr>Presentación de PowerPoint</vt:lpstr>
      <vt:lpstr>TRABAJO INDEPENDIENTE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CALCULO I</dc:title>
  <dc:creator>ALCIRA MARTINEZ</dc:creator>
  <cp:lastModifiedBy>ALCIRA MARTINEZ</cp:lastModifiedBy>
  <cp:revision>138</cp:revision>
  <dcterms:created xsi:type="dcterms:W3CDTF">2024-05-13T22:13:31Z</dcterms:created>
  <dcterms:modified xsi:type="dcterms:W3CDTF">2024-06-30T22:20:56Z</dcterms:modified>
</cp:coreProperties>
</file>