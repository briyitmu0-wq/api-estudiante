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11"/>
  </p:notesMasterIdLst>
  <p:sldIdLst>
    <p:sldId id="256" r:id="rId2"/>
    <p:sldId id="268" r:id="rId3"/>
    <p:sldId id="269" r:id="rId4"/>
    <p:sldId id="270" r:id="rId5"/>
    <p:sldId id="271" r:id="rId6"/>
    <p:sldId id="272" r:id="rId7"/>
    <p:sldId id="273" r:id="rId8"/>
    <p:sldId id="274" r:id="rId9"/>
    <p:sldId id="260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30F2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936"/>
    <p:restoredTop sz="96405"/>
  </p:normalViewPr>
  <p:slideViewPr>
    <p:cSldViewPr snapToGrid="0">
      <p:cViewPr varScale="1">
        <p:scale>
          <a:sx n="51" d="100"/>
          <a:sy n="51" d="100"/>
        </p:scale>
        <p:origin x="941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7" d="100"/>
          <a:sy n="97" d="100"/>
        </p:scale>
        <p:origin x="4328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8260E2-956A-C041-8A57-B3A2F8331073}" type="datetimeFigureOut">
              <a:rPr lang="es-CO" smtClean="0"/>
              <a:t>9/09/2026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E52033-DB59-0D48-9B7C-8A59EAD4F02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168855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096000" y="1839056"/>
            <a:ext cx="5590478" cy="1246525"/>
          </a:xfrm>
        </p:spPr>
        <p:txBody>
          <a:bodyPr anchor="b"/>
          <a:lstStyle>
            <a:lvl1pPr algn="l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es-MX" dirty="0"/>
              <a:t>Haz clic para</a:t>
            </a:r>
            <a:br>
              <a:rPr lang="es-MX" dirty="0"/>
            </a:br>
            <a:r>
              <a:rPr lang="es-MX" dirty="0"/>
              <a:t>agregar título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096000" y="3208244"/>
            <a:ext cx="5590478" cy="2698286"/>
          </a:xfrm>
        </p:spPr>
        <p:txBody>
          <a:bodyPr>
            <a:normAutofit/>
          </a:bodyPr>
          <a:lstStyle>
            <a:lvl1pPr marL="342900" indent="-342900" algn="l">
              <a:buFont typeface="Arial" panose="020B0604020202020204" pitchFamily="34" charset="0"/>
              <a:buChar char="•"/>
              <a:defRPr sz="2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 dirty="0"/>
              <a:t>Haz clic para agregar texto.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03878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apositiva de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49136" y="1851101"/>
            <a:ext cx="11102838" cy="3884535"/>
          </a:xfrm>
        </p:spPr>
        <p:txBody>
          <a:bodyPr>
            <a:normAutofit/>
          </a:bodyPr>
          <a:lstStyle>
            <a:lvl1pPr marL="342900" indent="-342900" algn="l">
              <a:buFont typeface="Arial" panose="020B0604020202020204" pitchFamily="34" charset="0"/>
              <a:buChar char="•"/>
              <a:defRPr sz="2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 dirty="0"/>
              <a:t>Haz clic para agregar texto.</a:t>
            </a:r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9305D3E-2061-71EC-0B7A-7BFC11DC4B4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49136" y="1022971"/>
            <a:ext cx="11102838" cy="606076"/>
          </a:xfrm>
        </p:spPr>
        <p:txBody>
          <a:bodyPr anchor="b"/>
          <a:lstStyle>
            <a:lvl1pPr algn="l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es-MX" dirty="0"/>
              <a:t>Haz clic para agregar título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45485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apositiva de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CCB97594-10F8-74FC-6001-9BE1AB4E6F3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83" t="11058" r="61" b="30249"/>
          <a:stretch/>
        </p:blipFill>
        <p:spPr>
          <a:xfrm>
            <a:off x="0" y="0"/>
            <a:ext cx="12192000" cy="4787153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39305D3E-2061-71EC-0B7A-7BFC11DC4B4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44581" y="5103545"/>
            <a:ext cx="11102838" cy="606076"/>
          </a:xfrm>
        </p:spPr>
        <p:txBody>
          <a:bodyPr anchor="b"/>
          <a:lstStyle>
            <a:lvl1pPr algn="ctr">
              <a:defRPr sz="3200" b="1">
                <a:solidFill>
                  <a:schemeClr val="tx2"/>
                </a:solidFill>
              </a:defRPr>
            </a:lvl1pPr>
          </a:lstStyle>
          <a:p>
            <a:r>
              <a:rPr lang="es-CO" sz="4000" dirty="0">
                <a:solidFill>
                  <a:srgbClr val="130F24"/>
                </a:solidFill>
                <a:latin typeface="Helvetica" pitchFamily="2" charset="0"/>
              </a:rPr>
              <a:t>Portada interna (Haz clic para agregar título)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10976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apositiva de títul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096000" y="1839056"/>
            <a:ext cx="5590478" cy="1246525"/>
          </a:xfrm>
        </p:spPr>
        <p:txBody>
          <a:bodyPr anchor="b"/>
          <a:lstStyle>
            <a:lvl1pPr algn="l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es-MX" dirty="0"/>
              <a:t>Haz clic para</a:t>
            </a:r>
            <a:br>
              <a:rPr lang="es-MX" dirty="0"/>
            </a:br>
            <a:r>
              <a:rPr lang="es-MX" dirty="0"/>
              <a:t>agregar título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096000" y="3208244"/>
            <a:ext cx="5590478" cy="2698286"/>
          </a:xfrm>
        </p:spPr>
        <p:txBody>
          <a:bodyPr>
            <a:normAutofit/>
          </a:bodyPr>
          <a:lstStyle>
            <a:lvl1pPr marL="342900" indent="-342900" algn="l">
              <a:buFont typeface="Arial" panose="020B0604020202020204" pitchFamily="34" charset="0"/>
              <a:buChar char="•"/>
              <a:defRPr sz="2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 dirty="0"/>
              <a:t>Haz clic para agregar texto.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63240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D9BE41-E842-891B-493A-86B88FE7CCC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49136" y="1825625"/>
            <a:ext cx="5467351" cy="4187549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es-MX" dirty="0"/>
              <a:t>Haga clic para agregar texto o multimedia.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6C0E631-A608-BD0A-769A-4C104E53023E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6184623" y="1825625"/>
            <a:ext cx="5467351" cy="4187549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es-MX" dirty="0"/>
              <a:t>Haga clic para agregar texto o multimedia.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0D37A09-26AE-4B06-570D-C1455575D88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49136" y="1022971"/>
            <a:ext cx="11102838" cy="606076"/>
          </a:xfrm>
        </p:spPr>
        <p:txBody>
          <a:bodyPr anchor="b"/>
          <a:lstStyle>
            <a:lvl1pPr algn="l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es-MX" dirty="0"/>
              <a:t>Haz clic para agregar título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99610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ítulo y objeto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6C0E631-A608-BD0A-769A-4C104E53023E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5984111" y="1022971"/>
            <a:ext cx="5667863" cy="4990203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es-MX" dirty="0"/>
              <a:t>Haga clic para agregar texto o multimedia.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0D37A09-26AE-4B06-570D-C1455575D88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49136" y="1022971"/>
            <a:ext cx="5203482" cy="1292846"/>
          </a:xfrm>
        </p:spPr>
        <p:txBody>
          <a:bodyPr anchor="b"/>
          <a:lstStyle>
            <a:lvl1pPr algn="l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es-MX" dirty="0"/>
              <a:t>Haz clic para agregar título</a:t>
            </a:r>
            <a:endParaRPr lang="en-US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9C9685B2-B371-4827-51E6-3A576A7ABE91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540026" y="2534856"/>
            <a:ext cx="5212591" cy="3478318"/>
          </a:xfrm>
        </p:spPr>
        <p:txBody>
          <a:bodyPr>
            <a:normAutofit/>
          </a:bodyPr>
          <a:lstStyle>
            <a:lvl1pPr marL="342900" indent="-342900">
              <a:buFont typeface="Arial" panose="020B0604020202020204" pitchFamily="34" charset="0"/>
              <a:buChar char="•"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 dirty="0"/>
              <a:t>Haz clic para agregar texto.</a:t>
            </a:r>
          </a:p>
        </p:txBody>
      </p:sp>
    </p:spTree>
    <p:extLst>
      <p:ext uri="{BB962C8B-B14F-4D97-AF65-F5344CB8AC3E}">
        <p14:creationId xmlns:p14="http://schemas.microsoft.com/office/powerpoint/2010/main" val="2625232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067515" y="2766218"/>
            <a:ext cx="6056970" cy="1325563"/>
          </a:xfrm>
        </p:spPr>
        <p:txBody>
          <a:bodyPr/>
          <a:lstStyle>
            <a:lvl1pPr algn="ctr">
              <a:defRPr b="1"/>
            </a:lvl1pPr>
          </a:lstStyle>
          <a:p>
            <a:r>
              <a:rPr lang="es-MX" dirty="0"/>
              <a:t>Muchas Gracias</a:t>
            </a:r>
            <a:endParaRPr lang="en-US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C1AF99E9-2F8F-B64E-72EC-1A93B30F3C7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41065" b="38547"/>
          <a:stretch/>
        </p:blipFill>
        <p:spPr>
          <a:xfrm>
            <a:off x="2209800" y="5709066"/>
            <a:ext cx="7772400" cy="891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93043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948235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 y objeto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488247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8" y="2103437"/>
            <a:ext cx="5257801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MX" dirty="0"/>
              <a:t>Haz clic para agregar título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8" y="3803184"/>
            <a:ext cx="5257802" cy="1325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 dirty="0"/>
              <a:t>Haga clic para agregar subtítulo</a:t>
            </a:r>
          </a:p>
          <a:p>
            <a:pPr lvl="1"/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124984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80" r:id="rId2"/>
    <p:sldLayoutId id="2147483685" r:id="rId3"/>
    <p:sldLayoutId id="2147483683" r:id="rId4"/>
    <p:sldLayoutId id="2147483674" r:id="rId5"/>
    <p:sldLayoutId id="2147483682" r:id="rId6"/>
    <p:sldLayoutId id="2147483678" r:id="rId7"/>
    <p:sldLayoutId id="2147483679" r:id="rId8"/>
    <p:sldLayoutId id="2147483681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000" kern="1200">
          <a:solidFill>
            <a:schemeClr val="tx2"/>
          </a:solidFill>
          <a:latin typeface="Helvetica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2"/>
          </a:solidFill>
          <a:latin typeface="Helvetica" pitchFamily="2" charset="0"/>
          <a:ea typeface="+mn-ea"/>
          <a:cs typeface="+mn-cs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E27CC1-4FD3-2994-9787-67BD00F7A0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81815" y="1122363"/>
            <a:ext cx="5820033" cy="2387600"/>
          </a:xfrm>
        </p:spPr>
        <p:txBody>
          <a:bodyPr/>
          <a:lstStyle/>
          <a:p>
            <a:endParaRPr lang="es-CO" dirty="0">
              <a:solidFill>
                <a:srgbClr val="130F24"/>
              </a:solidFill>
              <a:latin typeface="Helvetica" pitchFamily="2" charset="0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A3EAEB7-1BBB-A97B-2137-1F4BF9829B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81814" y="3744096"/>
            <a:ext cx="5820033" cy="1513703"/>
          </a:xfrm>
        </p:spPr>
        <p:txBody>
          <a:bodyPr/>
          <a:lstStyle/>
          <a:p>
            <a:endParaRPr lang="es-CO" dirty="0">
              <a:solidFill>
                <a:srgbClr val="130F24"/>
              </a:solidFill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88147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50196" y="365125"/>
            <a:ext cx="11003604" cy="1255185"/>
          </a:xfrm>
        </p:spPr>
        <p:txBody>
          <a:bodyPr>
            <a:normAutofit/>
          </a:bodyPr>
          <a:lstStyle/>
          <a:p>
            <a:r>
              <a:rPr lang="es-CO" sz="4000" b="1">
                <a:solidFill>
                  <a:srgbClr val="130F24"/>
                </a:solidFill>
                <a:latin typeface="Helvetica" pitchFamily="2" charset="0"/>
              </a:rPr>
              <a:t>Introducción</a:t>
            </a:r>
            <a:endParaRPr lang="es-CO" sz="4000" b="1" dirty="0">
              <a:solidFill>
                <a:srgbClr val="130F24"/>
              </a:solidFill>
              <a:latin typeface="Helvetica" pitchFamily="2" charset="0"/>
            </a:endParaRPr>
          </a:p>
        </p:txBody>
      </p:sp>
      <p:sp>
        <p:nvSpPr>
          <p:cNvPr id="3" name="Marcador de contenido 2"/>
          <p:cNvSpPr>
            <a:spLocks noGrp="1"/>
          </p:cNvSpPr>
          <p:nvPr>
            <p:ph idx="4294967295"/>
          </p:nvPr>
        </p:nvSpPr>
        <p:spPr>
          <a:xfrm>
            <a:off x="350196" y="1620310"/>
            <a:ext cx="11400817" cy="4351338"/>
          </a:xfrm>
        </p:spPr>
        <p:txBody>
          <a:bodyPr>
            <a:normAutofit/>
          </a:bodyPr>
          <a:lstStyle/>
          <a:p>
            <a:endParaRPr lang="es-CO" sz="2500" dirty="0"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64503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50196" y="365125"/>
            <a:ext cx="11003604" cy="1255185"/>
          </a:xfrm>
        </p:spPr>
        <p:txBody>
          <a:bodyPr>
            <a:normAutofit/>
          </a:bodyPr>
          <a:lstStyle/>
          <a:p>
            <a:r>
              <a:rPr lang="es-CO" sz="4000" b="1" dirty="0">
                <a:latin typeface="Helvetica" pitchFamily="2" charset="0"/>
              </a:rPr>
              <a:t>Objetivos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4294967295"/>
          </p:nvPr>
        </p:nvSpPr>
        <p:spPr>
          <a:xfrm>
            <a:off x="350196" y="1620310"/>
            <a:ext cx="11400817" cy="4351338"/>
          </a:xfrm>
        </p:spPr>
        <p:txBody>
          <a:bodyPr>
            <a:normAutofit/>
          </a:bodyPr>
          <a:lstStyle/>
          <a:p>
            <a:endParaRPr lang="es-CO" sz="2500" dirty="0"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97035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50195" y="365125"/>
            <a:ext cx="11400817" cy="1255185"/>
          </a:xfrm>
        </p:spPr>
        <p:txBody>
          <a:bodyPr>
            <a:normAutofit/>
          </a:bodyPr>
          <a:lstStyle/>
          <a:p>
            <a:r>
              <a:rPr lang="es-CO" sz="4000" b="1" dirty="0">
                <a:solidFill>
                  <a:srgbClr val="130F24"/>
                </a:solidFill>
                <a:latin typeface="Helvetica" pitchFamily="2" charset="0"/>
              </a:rPr>
              <a:t>Metodología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4294967295"/>
          </p:nvPr>
        </p:nvSpPr>
        <p:spPr>
          <a:xfrm>
            <a:off x="350196" y="1620310"/>
            <a:ext cx="11400817" cy="4351338"/>
          </a:xfrm>
        </p:spPr>
        <p:txBody>
          <a:bodyPr>
            <a:normAutofit/>
          </a:bodyPr>
          <a:lstStyle/>
          <a:p>
            <a:endParaRPr lang="es-CO" sz="2500" dirty="0">
              <a:solidFill>
                <a:srgbClr val="130F24"/>
              </a:solidFill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25668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50195" y="365125"/>
            <a:ext cx="11400817" cy="1255185"/>
          </a:xfrm>
        </p:spPr>
        <p:txBody>
          <a:bodyPr>
            <a:normAutofit/>
          </a:bodyPr>
          <a:lstStyle/>
          <a:p>
            <a:r>
              <a:rPr lang="es-CO" sz="3200" b="1" dirty="0">
                <a:solidFill>
                  <a:srgbClr val="130F24"/>
                </a:solidFill>
                <a:latin typeface="Helvetica" pitchFamily="2" charset="0"/>
              </a:rPr>
              <a:t>Resultados parciales o finales /Resultados esperados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4294967295"/>
          </p:nvPr>
        </p:nvSpPr>
        <p:spPr>
          <a:xfrm>
            <a:off x="350196" y="1620310"/>
            <a:ext cx="11400817" cy="4351338"/>
          </a:xfrm>
        </p:spPr>
        <p:txBody>
          <a:bodyPr>
            <a:normAutofit/>
          </a:bodyPr>
          <a:lstStyle/>
          <a:p>
            <a:endParaRPr lang="es-CO" sz="2500" dirty="0">
              <a:solidFill>
                <a:srgbClr val="130F24"/>
              </a:solidFill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2210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50196" y="365125"/>
            <a:ext cx="11400816" cy="1255185"/>
          </a:xfrm>
        </p:spPr>
        <p:txBody>
          <a:bodyPr>
            <a:normAutofit/>
          </a:bodyPr>
          <a:lstStyle/>
          <a:p>
            <a:r>
              <a:rPr lang="es-CO" sz="4000" b="1" dirty="0">
                <a:solidFill>
                  <a:srgbClr val="130F24"/>
                </a:solidFill>
                <a:latin typeface="Helvetica" pitchFamily="2" charset="0"/>
              </a:rPr>
              <a:t>Conclusiones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4294967295"/>
          </p:nvPr>
        </p:nvSpPr>
        <p:spPr>
          <a:xfrm>
            <a:off x="350196" y="1620310"/>
            <a:ext cx="11400817" cy="4351338"/>
          </a:xfrm>
        </p:spPr>
        <p:txBody>
          <a:bodyPr>
            <a:normAutofit/>
          </a:bodyPr>
          <a:lstStyle/>
          <a:p>
            <a:endParaRPr lang="es-CO" sz="2500" dirty="0"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22756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50195" y="365125"/>
            <a:ext cx="11400817" cy="1255185"/>
          </a:xfrm>
        </p:spPr>
        <p:txBody>
          <a:bodyPr>
            <a:normAutofit/>
          </a:bodyPr>
          <a:lstStyle/>
          <a:p>
            <a:r>
              <a:rPr lang="es-CO" sz="4000" b="1" dirty="0">
                <a:solidFill>
                  <a:srgbClr val="130F24"/>
                </a:solidFill>
                <a:latin typeface="Helvetica" pitchFamily="2" charset="0"/>
              </a:rPr>
              <a:t>Bibliografía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4294967295"/>
          </p:nvPr>
        </p:nvSpPr>
        <p:spPr>
          <a:xfrm>
            <a:off x="350196" y="1620310"/>
            <a:ext cx="11400817" cy="4351338"/>
          </a:xfrm>
        </p:spPr>
        <p:txBody>
          <a:bodyPr>
            <a:normAutofit/>
          </a:bodyPr>
          <a:lstStyle/>
          <a:p>
            <a:endParaRPr lang="es-CO" sz="2500" dirty="0">
              <a:solidFill>
                <a:srgbClr val="130F24"/>
              </a:solidFill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07708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D7C0F4-0E18-C2A3-6BF3-7294507FD8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Muchas Gracias</a:t>
            </a:r>
          </a:p>
        </p:txBody>
      </p:sp>
    </p:spTree>
    <p:extLst>
      <p:ext uri="{BB962C8B-B14F-4D97-AF65-F5344CB8AC3E}">
        <p14:creationId xmlns:p14="http://schemas.microsoft.com/office/powerpoint/2010/main" val="2340158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318431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IUB">
      <a:dk1>
        <a:srgbClr val="140F24"/>
      </a:dk1>
      <a:lt1>
        <a:srgbClr val="FFFFFF"/>
      </a:lt1>
      <a:dk2>
        <a:srgbClr val="1B223A"/>
      </a:dk2>
      <a:lt2>
        <a:srgbClr val="FDDD2A"/>
      </a:lt2>
      <a:accent1>
        <a:srgbClr val="140F24"/>
      </a:accent1>
      <a:accent2>
        <a:srgbClr val="FFFFFF"/>
      </a:accent2>
      <a:accent3>
        <a:srgbClr val="FDDD2A"/>
      </a:accent3>
      <a:accent4>
        <a:srgbClr val="FAFAFA"/>
      </a:accent4>
      <a:accent5>
        <a:srgbClr val="FAFAFA"/>
      </a:accent5>
      <a:accent6>
        <a:srgbClr val="FAFAFA"/>
      </a:accent6>
      <a:hlink>
        <a:srgbClr val="FAFAFA"/>
      </a:hlink>
      <a:folHlink>
        <a:srgbClr val="FAFAFA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00-Anexo-9-Diapositivas-Institucional-2025" id="{4E15CB0C-19A7-6647-9DE2-729B58C4DEF4}" vid="{2F9AFBA7-4F58-3344-8535-D6286A73C1CF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Tema de Office</Template>
  <TotalTime>2</TotalTime>
  <Words>14</Words>
  <Application>Microsoft Office PowerPoint</Application>
  <PresentationFormat>Panorámica</PresentationFormat>
  <Paragraphs>7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3" baseType="lpstr">
      <vt:lpstr>Aptos</vt:lpstr>
      <vt:lpstr>Arial</vt:lpstr>
      <vt:lpstr>Helvetica</vt:lpstr>
      <vt:lpstr>Tema de Office</vt:lpstr>
      <vt:lpstr>Presentación de PowerPoint</vt:lpstr>
      <vt:lpstr>Introducción</vt:lpstr>
      <vt:lpstr>Objetivos</vt:lpstr>
      <vt:lpstr>Metodología</vt:lpstr>
      <vt:lpstr>Resultados parciales o finales /Resultados esperados</vt:lpstr>
      <vt:lpstr>Conclusiones</vt:lpstr>
      <vt:lpstr>Bibliografía</vt:lpstr>
      <vt:lpstr>Muchas Gracias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Jesus Alberto Reales De Las Salas</dc:creator>
  <cp:lastModifiedBy>JACOB ISAAC PELAEZ GONZALEZ</cp:lastModifiedBy>
  <cp:revision>1</cp:revision>
  <dcterms:created xsi:type="dcterms:W3CDTF">2025-10-24T20:01:53Z</dcterms:created>
  <dcterms:modified xsi:type="dcterms:W3CDTF">2026-09-09T12:29:35Z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d67fb3e-ac31-4c8c-a672-17639f3ff98d_Enabled">
    <vt:lpwstr>true</vt:lpwstr>
  </property>
  <property fmtid="{D5CDD505-2E9C-101B-9397-08002B2CF9AE}" pid="3" name="MSIP_Label_cd67fb3e-ac31-4c8c-a672-17639f3ff98d_SetDate">
    <vt:lpwstr>2024-09-23T17:16:48Z</vt:lpwstr>
  </property>
  <property fmtid="{D5CDD505-2E9C-101B-9397-08002B2CF9AE}" pid="4" name="MSIP_Label_cd67fb3e-ac31-4c8c-a672-17639f3ff98d_Method">
    <vt:lpwstr>Standard</vt:lpwstr>
  </property>
  <property fmtid="{D5CDD505-2E9C-101B-9397-08002B2CF9AE}" pid="5" name="MSIP_Label_cd67fb3e-ac31-4c8c-a672-17639f3ff98d_Name">
    <vt:lpwstr>cédula</vt:lpwstr>
  </property>
  <property fmtid="{D5CDD505-2E9C-101B-9397-08002B2CF9AE}" pid="6" name="MSIP_Label_cd67fb3e-ac31-4c8c-a672-17639f3ff98d_SiteId">
    <vt:lpwstr>1e9aabe8-67f8-4f1c-a329-a754e92499ae</vt:lpwstr>
  </property>
  <property fmtid="{D5CDD505-2E9C-101B-9397-08002B2CF9AE}" pid="7" name="MSIP_Label_cd67fb3e-ac31-4c8c-a672-17639f3ff98d_ActionId">
    <vt:lpwstr>292585dc-6dde-4120-9c4c-0cfeacf76e8d</vt:lpwstr>
  </property>
  <property fmtid="{D5CDD505-2E9C-101B-9397-08002B2CF9AE}" pid="8" name="MSIP_Label_cd67fb3e-ac31-4c8c-a672-17639f3ff98d_ContentBits">
    <vt:lpwstr>0</vt:lpwstr>
  </property>
</Properties>
</file>