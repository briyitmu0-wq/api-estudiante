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notesSlides/notesSlide2.xml" ContentType="application/vnd.openxmlformats-officedocument.presentationml.notesSlide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60" r:id="rId3"/>
    <p:sldId id="366" r:id="rId4"/>
    <p:sldId id="351" r:id="rId5"/>
    <p:sldId id="372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74" r:id="rId15"/>
    <p:sldId id="375" r:id="rId16"/>
    <p:sldId id="385" r:id="rId17"/>
    <p:sldId id="376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4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1:23.1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5569,'0'0'0,"0"0"-4113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1:26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1052 8530,'0'0'2663,"0"0"-1228,0 0-616,0 0 225,0 0 236,0 0 155,0-17-436,0-58 1467,-41 514-1139,41-438-1324,0 0 1,0 0-1,0 1 1,0-1-1,0 0 1,1 0-1,-1 0 1,0 1-1,1-1 1,-1 0-1,1 0 0,-1 0 1,1 0-1,-1 0 1,1 0-1,0 0 1,0 0-1,-1 0 1,1 0-1,0 0 0,0 0 1,0 0-1,0 0 1,0-1-1,0 1 1,0-1-1,0 1 1,0 0-1,0-1 1,1 0-1,-1 1 0,0-1 1,0 0-1,0 1 1,1-1-1,-1 0 1,0 0-1,0 0 1,1 0-1,-1 0 0,0-1 1,0 1-1,0 0 1,1 0-1,-1-1 1,0 1-1,0-1 1,0 1-1,0-1 0,0 1 1,0-1-1,0 0 1,0 0-1,0 1 1,0-1-1,0 0 1,0 0-1,0 0 1,0 0-1,-1 0 0,1 0 1,-1 0-1,1 0 1,0 0-1,-1 0 1,0-1-1,1 1 1,-1 0-1,0 0 0,1-1-3,53-44 231,-3-2-1,-1-2 0,-2-2 1,12-21-231,-3 6 116,530-648 108,-523 643-187,3 3 0,3 3 0,2 3 0,31-17-37,-96 76 420,-4 12-7004,-9 0 1974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1:40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1661 0 1329,'0'0'1400,"0"0"-856,0 0-127,0 0 287,0 0 190,0 0-305,0 0-92,0 0-71,0 0-87,0 0-27,0 0-21,0 0 3,0 0-102,0 0 27,0 0 7,0 0 62,0 0 73,0 0 33,0 0 1,0 0-21,0 0-33,0 0-77,0 0 65,0 0-87,0 0-52,0 0 5,0 0-41,0 0-60,0 0-17,0 0-18,0 0-35,0 0-6,-30 10 150,4 0 30,1 1-1,0 1 1,1 1-1,0 1 1,-23 19-1,5-9-141,35-20-52,0 0 0,0 0 0,0 0 1,1 0-1,-1 1 0,-9 10 0,-2 3 0,0-2-1,-1 0 1,-34 22-1,18-13-1,18-12 33,1 2-1,0 0 1,1 1-1,1 1 1,-13 19-1,1-2-3,-3-4 108,22-23-111,-1 0 0,1 1 0,-11 16 0,7-8-7,-2-1 1,0 0-1,0-1 0,-26 21 1,21-19 138,0 0 0,-26 33 0,-4 12 401,23-30-407,-41 65 0,-5 52-151,-72 125 237,136-247-245,-4 7-11,-59 98 114,43-51-98,18-58 9,5-12 6,1 0 0,-2 0 1,1-1-1,-1 0 0,-1 0 1,1 0-1,-9 9 0,13-17-12,-1 0-1,1 0 1,0 0-1,0 0 1,0 0-1,0 1 1,0-1-1,1 0 1,-1 1-1,0-1 1,0 1-1,1-1 1,-1 1 0,1-1-1,0 1 1,-1-1-1,1 1 1,0-1-1,0 1 1,0-1-1,0 1 1,0 0-1,0-1 1,1 3-1,-1 2 18,-2 3-15,1 1 1,-1 0 0,-1-1-1,0 1 1,0-1 0,-1 0-1,0 0 1,-1 0 0,0 0-1,-7 9 1,-5 11 87,8 36-125,-30 14 59,30-63-24,1 0-1,0 0 1,0 1-1,-7 27 1,-11 136 2,-2-66-13,25-103 7,1 0 0,0 0 0,1 0 0,0 0 0,2 20 0,-1-18 0,0 0 1,0 0-1,-4 19 1,-5 8-2,-30 112-20,34-133 20,1-1 1,-2 27-1,-3 13-44,-4 56 46,10-85-32,2 1-1,0-1 1,2 1-1,8 47 0,-7-69 39,0 0 0,1 0 0,0-1 0,0 1 0,5 7 0,-5-9-12,0 0 1,0 1 0,0-1-1,-1 1 1,0 0-1,1 8 1,0 2 15,0-1 1,1 0 0,12 28-1,-10-27-16,0-1 0,6 35 0,-10-43-30,0 0 0,1 0 1,0 0-1,0 0 0,1-1 1,0 0-1,7 10 0,-5-9-4,-1 1 0,0 0 0,0 0 0,-1 1 0,3 10 0,-1 0-24,2-1-1,0 1 0,0-1 1,2-1-1,17 25 0,-12-18-61,22 45 0,-10 7-53,-23-66 133,0-1-1,-1 1 1,0 0-1,0 0 1,1 17-1,8 30-58,-9-48 43,1-1 0,0 0 1,1 0-1,0-1 0,10 14 0,-13-22-47,-1 0-2993,-1 0 3096,0 0-4295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1:45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2523 3249,'0'0'689,"0"0"-81,0 0 374,0 0 10,0 0-63,0 0-225,0 0-2,0 10 93,-15 161 1347,1-41-1646,-5 41-136,15-135 23,1 0 0,2 1-1,4 42 1,0 7-54,-5 4-116,0-27 117,8 88-1,26 18-190,-25-135-93,-1-5 5,15 43 0,-18-62-50,2-1 0,-1 1 0,2-1 0,-1 0-1,1 0 1,0-1 0,15 16 0,186 177 119,-207-200-104,1-1 0,-1 1 0,1 0 0,-1 0 0,1 0 0,-1-1 0,0 1-1,0 0 1,1 0 0,-1 0 0,0 0 0,0 0 0,0-1 0,0 1 0,0 0 0,0 0 0,0 0 0,0 0 0,0 0 0,0 0 0,-1 0 0,1-1 0,0 1 0,-1 0 0,1 0 0,0 0 0,-1-1-1,1 1 1,-1 0 0,1 0 0,-1-1 0,0 1 0,1 0 0,-2 0 0,2 0-28,-1-1 0,1 1 0,-1-1-1,1 1 1,-1-1 0,1 1 0,-1-1 0,1 1-1,-1-1 1,0 1 0,1-1 0,-1 0 0,0 1 0,1-1-1,-1 0 1,0 0 0,0 1 0,1-1 0,-1 0-1,0 0 1,0 0 0,1 0 0,-1 0 0,0 0 0,0 0-1,1 0 1,-1 0 0,0-1 0,0 1 0,1 0-1,-1 0 1,0-1 0,1 1 0,-1 0 0,0-1-1,1 1 1,-1-1 0,1 1 0,-1 0 0,-1-2 0,-18-30-73,2 0 1,0-1 0,-15-45 0,-19-34-292,33 68-15,1-1 0,3-1-1,1-1 1,-12-76 0,16 71 138,6 23 191,3 23 63,1 0-1,-1 0 1,0 0 0,0 0-1,-1 1 1,0-1 0,0 0 0,-3-5-1,2 4 4,0-1-1,0 1 0,1 0 1,0-1-1,1 1 0,-2-12 0,-2-9 57,-5-27-38,2-1 1,0-80-1,5 67-81,-6 18 193,0-5-79,7-14-86,0 28 36,6-65 0,-3 92-13,1 1 1,1 0-1,0 0 0,1 0 1,0 0-1,1 0 0,10-18 1,-9 22 6,-1-1 0,0 0 0,0-1 0,-1 1 0,0-1 1,-1 0-1,1-12 0,10-30-40,18-72-322,-26 94 334,1 1 1,1 0-1,23-52 0,29-66-56,75-89-870,-119 172 1043,18-24-97,-27 67 7,1 1 1,1 1 0,1-1-1,14-21 1,-21 38 10,0 0 1,-1 0 0,1 0 0,-1 0 0,0-1-1,0 1 1,-1-1 0,0 1 0,1-7 0,2-10 17,3-1-29,1 0 0,13-28 1,4-10 9,11-37 22,55-106 1,-33 64 52,-21 46 48,-26 62-41,2 0 0,1 1 0,30-51 0,-30 66-95,0 1 0,0 1 1,1 0-1,1 1 0,0 1 1,1 0-1,28-15 0,-36 21 17,0-1 0,0 0-1,-1-1 1,0 0 0,12-16-1,-13 14-2,1 1-1,0 1 1,0-1-1,19-13 0,21-3 29,-41 22-30,0 0-1,0 0 1,0 0 0,0-1 0,-1 0-1,0-1 1,0 1 0,0-1 0,0 0-1,-1-1 1,8-8 0,-1-1 30,1 0 1,1 1 0,0 0-1,1 1 1,0 1-1,1 0 1,1 1 0,0 1-1,29-13 1,90-34 34,-132 56-69,0 0 1,0 0-1,1 0 1,-1 1-1,1 0 1,-1 0-1,1 0 1,3 1-1,6-1 6,-13 0-9,-1 0 21,0 0 1,0 0 7,0 0 3,0 0 5,0 0 17,0 0 2,0 0 72,0 0 24,0 0-24,0 0-32,0 0 8,0 0 107,0 0-64,0 0-11,0 0-64,0 0-40,0 0 18,-6 11-1001,1-5-3807,3-4-460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1:4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895 479 2097,'0'0'840,"0"0"-245,0 0-376,-3-23-51,-14-72 134,16 90-163,0 0 1,-1 0 0,1 0-1,-1 0 1,0 0 0,-1 1 0,1-1-1,-1 1 1,0 0 0,0 0 0,0 0-1,-1 0 1,0 0 0,1 1-1,-1-1 1,0 1 0,-1 0 0,1 0-1,0 1 1,-1-1 0,0 1 0,-4-2-1,-6-3 420,-90-33 2240,97 37-2536,0 0 1,1 1 0,-1 0 0,0 1-1,0-1 1,0 1 0,0 1 0,-1 0-1,1 0 1,0 0 0,0 1 0,-11 3-1,5-1-59,0 1 0,1 1 0,-1 0 0,1 1 0,0 0-1,-14 10 1,-15 11 94,2 1 0,-52 47 0,77-60-287,0 0 0,1 1 0,1 0 0,0 1 0,2 1 0,0 0 0,1 0 0,-11 27 0,-101 370 31,108-343 93,4 1 0,2 0-1,5 127 1,4-176-81,1 0-1,1 0 1,1 0 0,1 0-1,1-1 1,1 1-1,1-2 1,1 1-1,2-1 1,22 37 0,-9-23 61,2 0 1,1-2 0,2-2-1,2 0 1,38 30-1,254 231 347,-298-270-440,1-1-1,1-1 1,0-1-1,2-1 1,0-1-1,1-2 1,1-2-1,0 0 1,1-2-1,0-1 1,1-2 0,48 7-1,0 0 101,-34-7-97,1-1 0,73 2 1,-111-10-37,89 1 147,140-18 0,-184 9 13,187-37 268,-233 41-394,1 0-1,-1 0 1,0-1 0,0 0 0,0-1 0,-1 1 0,1-2 0,-2 1 0,1-1 0,12-15 0,7-11 37,29-46 0,-38 53-14,235-293 152,-220 281-88,42-62 0,-64 81-85,0 0 0,-1 0 0,-1-1 0,-1 0 1,11-41-1,-6 14 115,31-72 1,-31 90-125,-1-1 1,-2 0 0,-1-1-1,-1 0 1,-2 0 0,3-36-1,-7 40-10,-1 1 0,-1 0-1,-1-1 1,-2 1-1,0 0 1,-2 0 0,-1 0-1,-15-41 1,4 25 15,1-1 1,3 0-1,-11-63 0,20 84-15,-2 0-1,0 0 1,-1 1-1,-2 0 1,0 0-1,-1 1 1,-1 0-1,0 0 1,-2 1-1,0 1 1,-2 0-1,0 1 1,0 1-1,-2 0 0,0 1 1,0 1-1,-2 1 1,-26-15-1,13 7 46,2-1-1,-51-47 0,-25-18 19,92 78-79,0 0 1,0 1-1,-1 0 0,-1 2 1,1-1-1,-23-4 0,-13 0 139,-1 2-1,-79-3 0,-109 11 71,128 2-246,72 1 43,1 2 1,-1 2 0,-50 15 0,18-5-8,28-7 11,1 2 0,-51 20-1,80-26-10,2 1-1,-1 0 0,0 1 0,1 0 1,1 1-1,-1 1 0,1-1 0,1 2 1,-1 0-1,2 0 0,-12 15 0,-74 127-433,64-98-310,-3-1 0,-2-2 0,-51 58 0,82-105 574,1 1-1,-1 0 1,1 0 0,1 1 0,-1-1 0,1 1 0,-5 11 0,1 25-4859,7-37 868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1:50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53 1953,'0'0'2035,"0"0"-242,0 0-389,0 0-388,0 0 134,0 0-160,-7-2-281,-9-1-314,0 0 0,0 1 0,0 1 0,0 0 0,0 1 0,-25 4 0,33-3-318,0 1 1,0 0-1,0 0 0,0 1 0,1 0 0,-1 1 0,1-1 0,-1 1 1,1 1-1,1 0 0,-1 0 0,1 0 0,0 0 0,0 1 0,-7 9 1,4-2 47,1 0 0,0 0 0,1 1 0,1 0 0,0 0 0,1 0 0,1 1 0,0 0 0,1 0 0,-2 24 0,1 11 551,7 95-1,-2-137-644,0 0 1,1 0-1,0 0 0,1 0 1,0-1-1,0 1 0,1-1 0,-1 0 1,2 0-1,-1 0 0,1 0 1,0-1-1,0 0 0,1 0 1,-1 0-1,2-1 0,-1 0 0,0 0 1,12 7-1,13 6 86,0-2 0,1 0 1,36 11-1,-62-25-131,21 6 12,0-2 1,1 0 0,-1-2-1,1-1 1,0-1 0,0-2-1,34-3 1,-51 1 14,0 0-1,-1 0 1,1-1-1,0-1 1,-1 0-1,0 0 1,0-1 0,0 0-1,-1-1 1,1 0-1,-1 0 1,-1-1 0,1 0-1,-1-1 1,0 0-1,-1 0 1,8-12 0,-3 5-1,-1-1 0,0 0 0,-1-1 0,-1 0 0,-1-1 0,-1 0 0,0 0 0,-1-1 0,3-20 0,-4 4-6,-1 0 1,-3-1 0,-3-49-1,1 78-13,0 0-1,-1 1 0,0-1 1,0 1-1,0-1 0,-1 1 1,0 0-1,-1 0 0,1 0 0,-1 1 1,0-1-1,0 1 0,-1 0 1,0 0-1,1 0 0,-2 1 1,1 0-1,0 0 0,-1 0 0,-9-4 1,-13-7 11,-1 2 0,-1 1 0,-33-10 0,30 11 59,-5-1-75,1 1 0,-1 2 0,-1 2 1,1 1-1,-1 2 0,-43 1 0,76 4 8,0 0 0,0 0 0,0 1 1,0 0-1,0 0 0,1 0 0,-1 0 0,1 1 0,-1 0 0,1 1 0,-9 7 1,-54 49-88,62-54 81,0 0-165,1 0 0,-1 0 0,1 0 1,1 1-1,0 0 0,-5 7 0,8-10-470,-1 0 0,1 0 0,-1 0 0,1 0 0,0 1 0,1-1-1,-1 0 1,1 5 0,0-2-4317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1:52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0 959 3858,'0'0'1347,"0"0"-616,0 0-283,0 0 131,0 0-221,0 0-166,2-15 11,8-25 614,15-41 1,-10 41-397,2 1 1,1 0-1,2 1 1,1 1-1,36-45 1,-39 59-443,1 1 1,0 0-1,2 2 0,1 0 0,0 1 1,1 2-1,1 0 0,45-24 0,-4 12 24,-28 14-2,0-2 0,-2-2 0,0-1 0,51-40 0,-67 45 4,0 2 0,1 0 0,0 0 0,1 2 0,0 1 0,1 0 0,0 2 0,0 1 0,1 0 0,0 2 0,0 0-1,33-1 1,-25 0 1,1 0 0,37-14 0,42-10 8,-96 29 24,0 0 0,-1 1-1,1 1 1,19 2 0,22 1-3060,-56-4-3717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13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2193 81 3618,'0'0'800,"0"0"-216,0 0 158,0 0 248,0 0-155,0 0-288,0 0 26,0 0 204,0 0 223,0 0-285,0 0-564,0-1-1,0 0 1,0 1 0,0-1 0,0 0-1,0 0 1,0 1 0,0-1-1,0 0 1,-1 0 0,1 1-1,0-1 1,0 0 0,-1 1-1,1-1 1,0 1 0,-1-1-1,1 0 1,-1 1 0,1-1-1,-1 1 1,1-1 0,-1 1-1,0-1 1,-43-8-33,-25-6 532,-1 3 0,-114-5 0,-37 5-79,143 16-218,-140 24 1,130-14-306,-143 38 325,32-9 265,186-38-629,0 0 1,1 1 0,0 0-1,-15 11 1,-3 0 52,-62 27 1,54-27-44,25-10-18,0 0 0,0 2 0,-18 14 0,23-15 14,-1-1 1,0-1-1,0 1 1,-1-2 0,1 1-1,-1-1 1,-1-1-1,-14 5 1,19-6-17,0 1 0,1-1-1,-1 1 1,1 0 0,-1 1 0,1-1-1,0 1 1,1 0 0,-1 0 0,-6 12-1,-9 6 3,-7 7-5,-46 68 1,6-7 26,57-76-30,0 1 0,1 1-1,1 0 1,1 0 0,-8 27 0,5-16 2,-22 64-1,29-79-12,1-1 0,0 1 0,1 0 0,1 1 1,0-1-1,3 20 0,-1 10 21,0-2 6,13 76 0,-8-76 2,3 75 0,-9-100-10,1 0 0,1 0 1,6 23-1,0-2-14,13 20-156,-1-6 218,-5 2-60,3 1 1,35 68 0,-50-113 3,70 130-30,-56-100 34,3-2 1,0 0-1,33 40 0,97 106 17,-138-168-30,2 0 0,0-1 1,0-1-1,21 14 0,21 18-20,-27-18 7,1-1 0,1-2 0,1-1 1,40 20-1,-18-6 46,-45-29-16,0 0 0,1-1 0,18 9 0,63 29-81,58 23 83,-107-55-5,0-3 1,1-1-1,0-2 1,1-2-1,0-2 1,86-5-1,-105-1 21,46-9 1,8-2-43,-61 10 19,0 0-1,0-1 1,-1-2-1,20-8 1,0 0-3,118-43 7,-151 55 2,1-1 1,-2 0 0,1 0-1,0 0 1,-1 0 0,0-1-1,0 0 1,0 0 0,-1 0-1,1 0 1,-1-1 0,4-10-1,19-28 12,-7 22-2,35-31 0,-43 44-3,0 0 1,-1-1-1,0 0 0,0-1 0,-1 0 0,-1 0 1,0-1-1,-1 0 0,0 0 0,0-1 0,-2 1 1,9-26-1,13-61-21,76-180 0,-63 181 9,-14 44 8,-18 38-2,0 1 1,-1-1-1,7-24 1,-3 3-59,26-56-1,-27 71 27,-1 1-1,0-1 0,-2-1 0,0 1 0,-2-1 0,0 0 0,1-39 0,-5 3 7,1 20-52,-6-54 0,2 80 64,0 0 1,-1 0 0,0 1-1,-1-1 1,-1 0 0,1 1-1,-2 0 1,-7-11 0,1-1 5,0-1 1,2 0 0,0-1 0,2 0 0,-7-37 0,-13-39-1,21 83-60,-1 1 0,-20-32-1,17 32 41,0-1 0,-9-24-1,15 33 28,0 0 0,-1 0 1,0 0-1,-1 1 0,0-1 0,-1 2 0,0-1 1,0 1-1,-1 0 0,-11-8 0,-38-39 99,52 48-91,1-1 0,1 0-1,-1 0 1,1 0-1,-4-12 1,5 11-2,0 1 0,-1 0 1,0 1-1,0-1 0,0 1 0,-10-12 0,-97-90 189,95 95-153,0 0 0,-2 2-1,1 0 1,-2 1-1,-25-11 1,-7 4-35,-67-14 1,55 16-15,27 6 6,0 1 1,-1 2-1,0 2 1,-39-1-1,16 3 70,-73-12 0,73 6-43,-75 0 0,-9 7-39,-183 7-16,285 1 31,0 2 0,-48 16 0,-9 2 3,76-21-35,1 1-1,0 2 0,0 0 1,-41 22-1,52-24 13,0 1-1,1 1 1,-1 0-1,2 0 0,-1 1 1,1 0-1,0 1 0,1 0 1,0 0-1,-11 21 1,-107 172-569,121-192 497,1 0 0,0 0 0,1 1-1,0-1 1,-2 19 0,-5 17-2,-7 20 60,3 0 0,2 1 0,-3 84 0,14-123 18,-1 11-68,1 0 1,2-1-1,8 55 1,44 136-12,-34-154 99,-12-48-14,1-1 0,1 0 0,1 0 0,1-1 0,1 0 0,2-1 0,1-1 0,29 38 0,70 101-8,-92-126-2,2 0 1,2-2-1,1-1 0,1-1 0,63 55 0,122 51-814,-41-32 366,-140-84 49,1-1-1,1-2 1,0-1 0,2-2-1,0-2 1,1-1-1,1-2 1,0-1 0,41 5-1,-17-8-2412,-49-8-202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15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295 130 4514,'0'0'1145,"0"0"-566,0 0 162,0 0 625,0 0 59,0 0-473,0 0-346,-9-7 1405,-9 7-1681,4 0-82,1 0 1,-1 0-1,1 2 1,-15 2-1,23-2-206,0 0-1,-1 0 1,1 0-1,0 1 1,0-1-1,0 1 1,1 1-1,-1-1 1,1 0-1,0 1 1,0 0-1,0 0 1,-4 5-1,1 0-10,0 1-1,1 0 0,0 0 0,0 0 1,1 1-1,1 0 0,-1 0 0,2 0 1,0 0-1,0 1 0,1-1 0,0 1 1,1 0-1,0 0 0,1-1 0,1 1 1,0 0-1,0 0 0,3 11 0,7 17 94,1 0 1,3-1-1,37 74 0,-45-98-100,-3-9-21,0 1-1,0-1 0,1 0 0,0 0 1,0 0-1,0-1 0,1 0 0,0 0 1,0 0-1,0-1 0,0 0 0,13 6 1,10 3 116,56 17 1,-21-8-55,-35-12-60,1-2 0,-1-1 0,1-2 0,0 0 0,1-2 0,-1-2 0,0 0 0,60-8 0,-68 2 26,1 0 0,-1-1 0,0-1 0,-1-1-1,0-1 1,33-20 0,-47 25-4,0 0 0,0-1-1,0 0 1,-1-1 0,1 1 0,-1-1-1,-1-1 1,1 1 0,-1-1-1,0 0 1,-1 0 0,0 0 0,0 0-1,0-1 1,4-13 0,-3 1 61,-1-1 0,-1 0 0,-1 0 0,0 0-1,-3-21 1,2 32-68,-1 0 0,0 1-1,-1-1 1,0 0-1,0 0 1,-1 1 0,-1-1-1,1 1 1,-2-1-1,1 1 1,-1 0 0,-1 0-1,1 1 1,-1-1-1,-1 1 1,0 0 0,0 1-1,0-1 1,-1 1-1,0 1 1,-1-1 0,-12-8-1,-15-10 130,-3-4-59,-49-26 0,73 48-61,-1-1 0,0 2 0,0 0 0,-1 1 0,1 1 0,-1 0 0,-21-2-1,-354-11 391,384 18-417,0 1-1,0-1 0,1 1 0,-1 1 1,0-1-1,1 1 0,-1 0 1,1 1-1,0-1 0,0 1 0,0 0 1,1 1-1,-11 9 0,-5 8-14,-36 44 0,48-52 3,0 0-1,2 0 0,-1 1 1,2-1-1,0 2 0,0-1 1,2 1-1,0 0 0,1 0 1,0 0-1,1 0 0,1 0 1,1 1-1,0-1 0,1 0 1,4 19-1,-3-25 4,0 0 0,1 0 1,1 0-1,0 0 0,0-1 0,1 0 0,0 0 1,0 0-1,1 0 0,1-1 0,-1 0 1,1 0-1,16 13 0,-2-3-14,0-1 1,2-1-1,0 0 1,27 12-1,-26-17 25,0-2-1,0 0 0,0-2 0,1-1 0,0 0 0,1-2 1,-1-1-1,1-1 0,-1-1 0,1-2 0,0 0 0,-1-1 1,1-2-1,-1-1 0,27-8 0,-9 2 49,-14 4-86,-1 0 0,0-2 1,31-15-1,-51 20 26,0 0 1,0-1-1,0-1 0,0 1 0,-1-1 0,0 0 1,0-1-1,0 0 0,-1 0 0,0 0 0,-1-1 1,0 0-1,9-17 0,-5 2 35,-1-1-1,-1 0 1,-1-1 0,-1 1-1,-1-1 1,-1 0 0,-1 0 0,-3-37-1,0 54-18,0 0 0,-1 0 0,0 0 0,-1 1 0,1-1 0,-1 1 0,-1-1 0,0 1 0,0 0 0,0 0 0,-1 1 0,-5-8 0,-11-11 20,-38-36 0,29 35-39,-1 2-1,-1 1 0,-1 1 1,-1 2-1,0 2 0,-2 1 1,-56-19-1,79 32-37,-1 0-1,0 1 1,0 1 0,0 1 0,0 0-1,-24 1 1,33 0-152,-1 0 1,1 1-1,0-1 1,0 1-1,-1 0 1,1 1-1,0-1 0,0 1 1,0 0-1,0 1 1,1-1-1,-1 1 0,1 0 1,-1 0-1,1 0 1,0 0-1,0 1 0,0 0 1,-5 7-1,6 2-2117,3-3-1500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 5170,'0'0'606,"0"0"621,0 0 403,0 0 62,0 0-612,0 0-421,0 0-69,0 0-182,0 0-195,0 0-125,-14 24 35,4-6-85,-83 158 367,-17 32 397,-20 45-118,125-245-2329,6-15 560,7-17-2884,-3 5-1482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7267,'0'0'1059,"0"0"-664,0 0-301,0 0 63,0 0 462,-7 26 51,-45 170 229,9-56 234,-62 135 1,89-236-1043,14-33-364,-12 25 960,13-30-869,0 0 1,1 1-1,-1-1 0,0 0 0,0 0 0,0 0 1,1 0-1,-1 0 0,0-1 0,0 1 0,0 0 1,-1 0-1,1-1 0,0 1 0,0 0 0,0-1 1,0 1-1,-1-1 0,1 0 0,0 1 0,-2-1 1,1 0-3845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2049,'0'0'2612,"0"0"-1193,0 0-277,0 0 61,0 0 443,-12 14-661,-1 0-823,2 1 1,-1 0 0,2 1 0,0 0-1,1 0 1,-12 32 0,-55 193 1612,61-184-1292,3 0 1,-7 78-1,19-125-933,0-9 287,1 0 0,-1 0 0,0 0 0,0 0 0,0 0 0,0 0 1,0 0-1,0 0 0,0 0 0,0 0 0,0 0 0,0 0 0,0 0 1,-1-1-1,1 1 0,0 0 0,-1 0 0,1 0 0,-1 0 1,1 0-1,-1 0 0,1-1 0,-1 1 0,-1 1 0,-1-2-3804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15 5426,'0'0'924,"0"0"212,0 0 171,0 0-133,0 0-168,-5-5-470,4 4-526,0 0 1,1 0-1,-1 1 0,0-1 0,0 0 1,0 1-1,0-1 0,0 1 0,0-1 0,0 1 1,0-1-1,0 1 0,0 0 0,0-1 0,0 1 1,0 0-1,-2 0 0,3 0-5,-1 0 1,0 0-1,1 1 0,-1-1 0,1 0 1,-1 1-1,1-1 0,-1 0 0,1 1 1,0-1-1,-1 1 0,1-1 0,-1 1 0,1-1 1,0 1-1,0-1 0,-1 1 0,1-1 1,0 1-1,0-1 0,-1 1 0,1 0 1,0 0-1,-2 59 206,3-32-89,-2 17 112,0-10 12,0-1 1,3 1 0,0 0 0,3-1 0,0 0-1,19 57 1,-8-53-146,2-1-1,42 63 1,-52-85 230,-7-15-448,-1 1 0,0-1 0,0 0-1,1 1 1,-1-1 0,0 0-1,0 1 1,1-1 0,-1 1 0,0-1-1,0 0 1,0 1 0,0-1 0,0 1-1,0-1 1,1 0 0,-1 1 0,0-1-1,0 1 1,0-1 0,0 0 0,0 1-1,-1-1 1,1 1 0,0-1-1,0 1 1,0-1 0,0 0 0,0 1-1,0-1 1,-1 0 0,1 1 0,0-1-1,0 1 1,-1-1 0,-10 0-4005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4914,'0'0'1286,"0"0"-328,0 0-163,0 0 61,0 0-117,-3 1 300,6 9-661,13 11 150,1 0 0,0-1-1,31 26 1,5 7-227,16 13-89,-44-42-207,0 0 0,25 33 0,-49-51-113,-3-4-6604,-9-2 1113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5154,'0'0'830,"0"0"-179,0 0 32,0 0-45,0 0-65,0 0-552,0 0-1,0 0 0,-1 0 1,1 0-1,0 0 0,-1 0 0,1 0 1,0 0-1,-1 0 0,1 0 1,0 0-1,0 0 0,-1 1 1,1-1-1,0 0 0,0 0 1,-1 0-1,1 0 0,0 1 1,0-1-1,0 0 0,-1 0 1,1 1-1,0-1 0,0 0 1,0 0-1,0 1 0,-1-1 1,1 0-1,0 0 0,0 1 1,0-1-1,0 0 0,0 1 1,0-1-1,0 0 0,0 0 0,0 1 1,0-1-1,0 0 0,0 1 1,0-1-1,0 0 0,0 1 1,0-1-1,0 0 0,0 0 1,1 1-1,-1-1 0,0 0 1,0 0-1,0 1 0,0-1 1,1 0-1,-1 0 0,0 1 1,0-1-1,1 0 0,-1 0 1,0 0-1,0 0 0,1 1 1,-1-1-1,0 0 0,0 0 1,1 0-1,-1 0 0,8 5 124,1 0-1,-1 0 1,1-1 0,-1-1-1,1 1 1,1-2-1,-1 1 1,11 1 0,87 11 647,293-7 2349,-173-10-2126,-208 3-1014,1 1-1,-1 1 1,1 0 0,30 11 0,-39-11-56,0 1 0,-1 0 0,1 1 0,-1 0 0,0 1 0,-1 0 0,0 1 0,0 0 0,12 11 0,-20-16-146,1 0 0,-1 0-1,0 0 1,0 0 0,0 0-1,0 0 1,0 1-1,0-1 1,-1 0 0,1 1-1,-1-1 1,1 0 0,-1 1-1,0-1 1,0 1 0,0 3-1,0-4-324,-3 0-2626,-10-2-2290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7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37 144 4146,'0'0'907,"0"0"-315,0 0 142,0 0 469,0 0-80,-6 2-250,-19 8-150,19-8-264,6-2-187,0 0-94,8 0 489,12-4-331,0 0 0,-1-1-1,35-14 1,13-4 125,50-5 50,212-24 0,-29 30-4409,-277 21 553,-17 1-986,-11 0 2451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7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5442,'0'0'427,"0"0"355,0 0 379,0 0 261,0 0-433,32 0-354,10 1-458,-6 0-14,1-2 0,0-1 1,38-7-1,22-10 446,116-39 0,69-15-125,-262 70-745,1 1-1,29-1 1,-57 13-4093,-7-5 168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1 342 5827,'0'0'688,"0"0"510,23-7 173,-2 1-980,4-1 37,-1-1 0,0-1 1,-1-1-1,31-18 0,241-165 1932,-194 124-2186,-93 65-248,-7 4-204,-1 5 189,-1 1-1,0-1 1,0 1-1,-1-1 1,1 1-1,-1-1 1,-1 0-1,1 0 0,-1 0 1,1 0-1,-1 0 1,-4 4-1,-14 16-4041,15-17-18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1 402 5026,'0'0'1134,"0"0"168,0 0-448,26-22 13,7-5-557,126-114 1370,-113 98-1284,-21 22-171,-2-1 0,-1-1 0,-1 0-1,0-2 1,16-28 0,-36 52-252,-1 1-106,0 0-329,0 0-303,0 0-239,0 0-954,0 0-1166,0 0-1313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9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7235,'0'0'2543,"0"0"-1388,0 0-656,0 21 152,0 73 351,1 239 1339,28-20-1122,-26-289-2192,-2-23-1674,0-13 416,-1-2-1312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7748,'0'0'853,"0"0"41,0 0 312,0 0-59,0 0-504,8-11-341,25-34 36,-33 45-315,1 0-1,-1-1 0,0 1 1,0-1-1,0 1 0,0 0 1,0-1-1,1 1 0,-1 0 1,0-1-1,0 1 0,1 0 1,-1 0-1,0-1 0,1 1 1,-1 0-1,0 0 0,1-1 1,-1 1-1,0 0 0,1 0 0,-1 0 1,0-1-1,1 1 0,-1 0 1,1 0-1,-1 0 0,0 0 1,1 0-1,-1 0 0,0 0 1,1 0-1,-1 0 0,1 0 1,-1 0-1,0 0 0,1 0 1,-1 0-1,1 1 0,-1-1 1,0 0-1,1 0 0,-1 0 1,0 0-1,1 1 0,-1-1 1,0 0-1,1 0 0,-1 1 1,0-1-1,0 0 0,1 1 1,4 19 592,-4-17-378,7 45 977,-2 1 0,-1 97-1,-2-22-708,-2-107-459,-1 11-6,3 0 0,0 0-1,1-1 1,16 52 0,-19-77-73,0 0 1,0 0-1,1 0 0,-1 0 0,0 0 0,1 0 0,0 0 1,-1 0-1,1 0 0,0-1 0,0 1 0,0-1 0,0 1 0,0-1 1,3 1-1,-4-1-122,0-1-1,-1 0 1,1 1 0,0-1 0,-1 0-1,1 0 1,0 0 0,0 0 0,-1 0-1,1 0 1,0 0 0,0 0 0,-1 0 0,1 0-1,0 0 1,0-1 0,-1 1 0,1 0-1,0 0 1,-1-1 0,1 1 0,0 0-1,-1-1 1,1 1 0,0-1 0,-1 1 0,1-1-1,-1 1 1,1-1 0,-1 1 0,1-1-1,-1 0 1,0 1 0,1-1 0,-1 0 0,1 1-1,-1-1 1,0 0 0,0 1 0,0-1-1,1 0 1,-1 0 0,0 1 0,0-1-1,0 0 1,0 0 0,0 1 0,0-3 0,2-13-4213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3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7988,'0'0'1248,"0"0"-42,0 0-205,0 0-164,0 0-15,15-5-216,54-13-86,-65 18-477,-1-1 1,0 2 0,0-1-1,0 0 1,0 0-1,0 1 1,0 0 0,0-1-1,0 1 1,0 0-1,-1 1 1,1-1 0,0 0-1,-1 1 1,1 0-1,0-1 1,-1 1-1,3 3 1,32 42 618,-27-31-445,53 83 582,-41-62-604,52 67 1,-53-91-355,-15-14-7328,-6-1 1610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4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8404,'0'0'603,"0"0"194,0 0 300,24-1-225,201 8 1239,-179-6-1446,-31-2-575,1 1-1,-1 0 1,0 2-1,0-1 1,0 2-1,0 0 1,0 1-1,-1 0 1,24 11-1,-25-2-427,-11-9-5164,-2-4-740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4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1 292 6067,'0'0'560,"0"0"465,0 0-65,0 0 273,0 0-145,146-58-160,-109 42-431,3-1-177,0-4-48,-3-1-192,0 1-16,3-3-16,0-3-48,-3 4-80,-8-4 32,-5 3-320,-24 17-1057,0 2-5474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40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5 447 4226,'0'0'1555,"0"0"-928,0 0-355,0 0 137,0 0 132,0 0-71,-4-34 2163,6 26-2439,1 0 0,0 0 0,0 1-1,1-1 1,0 1 0,1-1 0,-1 2 0,7-9 0,52-52-21,-34 37-53,163-179-141,-188 205-478,9-12 1272,-10 5-6738,-3 11-198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4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1 624 6275,'0'0'1195,"13"-20"-336,0-2-619,-1 0 44,2 1-1,0 1 0,1 0 1,21-20-1,338-325 2913,-356 350-3145,-11 10-39,-1-1 0,1 1 0,-1-1 0,0 0 1,-1-1-1,0 1 0,0-1 0,8-15 0,-13 21-160,-1 1 0,0-1 0,0 0 0,0 0-1,0 1 1,1-1 0,-1 1 0,0-1 0,0 1 0,0-1 0,0 1-1,-1-1 1,1 1 0,0 0 0,0 0 0,0-1 0,0 1 0,0 0 0,0 0-1,0 0 1,-1 0 0,1 0 0,0 1 0,-1-1 0,-37 1-3083,23 1-104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4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1 481 5811,'0'0'1238,"0"0"-441,0 0-84,0 0 292,11-27-12,41-84-492,-39 89-414,0 1 0,1 0-1,2 1 1,34-35-1,-37 42-101,0 0 0,-1-2 0,0 1-1,-1-1 1,16-31 0,-9 17-58,4-7-172,-17 14-5064,-5 22-256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4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5058,'0'0'1729,"0"0"-1249,0 0 161,0 0 559,0 0 353,0 0-785,130-131-175,-103 107-593,-6 5 0,-8 5-65,-5 6-159,-8 8-832,0 0-3042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43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1185,'0'0'480,"0"0"-480,0 0-560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2:59.50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1809 209 3137,'0'0'2436,"0"0"-1470,0 0-80,0 0 338,0 0-28,0 0-137,-11-3-491,-81-36-248,37 20 397,1 2 0,-110-17-1,154 33-708,1-1 0,0 1-1,-1 1 1,1 0 0,-1 0 0,1 1-1,0 0 1,-1 1 0,1 0-1,0 0 1,0 1 0,0 0-1,1 1 1,-1 0 0,1 0-1,-12 8 1,0 3-16,0 1 0,-17 19 0,4-4 32,32-30-11,1-1 3,0 0 6,0 0 36,0 0 63,38-6 329,22-14-432,1 3-1,1 2 0,71-7 1,152 6-40,-281 17 19,1-1-1,-1 1 1,0 0-1,0 1 0,0-1 1,0 1-1,-1-1 1,1 1-1,0 0 0,-1 1 1,7 4-1,-7-4 13,1 0 0,0-1 0,0 1 0,0-1-1,0 0 1,0 0 0,1 0 0,-1-1 0,0 0 0,1 1 0,-1-1 0,6 0-1,-49-21 478,25 11-502,1 2-1,-1-1 0,-30-9 0,13 11-14,0 2 0,-1 1 0,-54 3-1,60 1 56,-1 0 0,1-2 0,-1-1 0,0-2 0,1 0 0,-30-9 0,6-11 507,42 19-499,0 1 0,1 0 0,-1 1 0,0 0 0,-1 0 0,1 1 0,0 0 0,-17-2 0,-5 2 241,-1-1 0,-52-12 0,57 11-254,-1 1-1,0 1 1,0 1-1,-41 4 1,-3 0 184,64-3-204,1 1 0,-1 0 0,1 0 0,-1 1 0,1 0 0,0 0 0,0 0 0,-11 6 0,-31 10-32,22-11 48,0 1 0,1 1 1,-26 14-1,-71 27-2,114-46-16,0 1 0,0 1 0,1-1 0,0 1 1,-13 14-1,3-5-9,5-2-4,0 0 1,0 1-1,1 1 1,1-1-1,0 2 0,-14 31 1,1-3 12,13-26-7,2 1-1,0-1 1,1 1 0,0 1 0,-6 35-1,8-15-41,-1 80 0,4-39 55,0-46 5,1 0-1,2 0 0,6 46 0,-4-61-19,1 0-1,1 0 0,1 0 0,1-1 0,0 0 1,2 0-1,0-1 0,1 0 0,18 25 0,15 17 45,-28-38-12,1-1-1,23 26 1,-27-34-20,-1 0 1,17 28-1,-20-28 0,1 0 0,0-1-1,1 0 1,12 12 0,-11-13 5,-1 0 0,-1 1 0,0 0 0,14 24-1,-17-24-4,1-1 0,0 0 0,1 0 0,1-1 0,-1 0 0,18 15 0,-17-17 6,-1 1-1,0-1 1,-1 1-1,1 1 1,-2 0 0,1 0-1,4 11 1,-3-6 2,0-2 0,19 23 0,-15-22 22,-8-8-39,1 0 0,0 0 0,0 0 0,0-1 0,1 1 0,0-2 0,0 1 0,0-1 0,1 0 0,0 0 0,-1 0 0,1-1 0,1 0 0,-1-1 0,8 3 0,46 11 91,-47-11-84,1 0-1,0-1 0,0-1 1,1-1-1,17 1 0,24-5 31,-30 1 3,0 0 0,37 5 0,-10 3-5,-1-2 0,1-3 0,103-9 0,-138 3-22,0-2 1,0 0-1,0-1 1,-1-1-1,0-1 1,-1-1-1,20-14 1,-16 12-15,47-37-14,-51 36-30,1 0 0,1 0 0,28-13 0,-41 22-71,-1 0-1,1 0 1,-1 0 0,0-1-1,-1 1 1,1-1-1,-1 0 1,6-9 0,13-15 45,141-125-1169,-161 147 1235,1 1 1,-1-1-1,-1 1 1,1-1-1,-1 0 1,0 0-1,-1 0 1,0 0-1,0 0 1,0-9-1,2-5 16,-1 12 22,0-1-1,1 1 0,0 0 0,0 0 1,1 0-1,0 0 0,1 1 1,0 0-1,0 0 0,12-14 0,-10 14-11,-2 0 0,1 0 0,-1-1 0,0 1 0,-1-1 0,0 0 0,0-1 0,-1 1 0,0-1 0,-1 1-1,0-1 1,0 0 0,-1 0 0,-1-15 0,12-6 41,0 4-26,-7-4-17,-2 0 1,-1 0-1,-3-47 0,0 22 8,0 52-21,0-1 0,0 1 0,-1-1 1,0 1-1,1 0 0,-2-1 0,1 1 0,0 0 0,-1 1 0,0-1 1,0 0-1,-6-5 0,-43-40 101,43 42-84,-2-3-20,0-1-1,-1 2 1,-1 0-1,0 0 1,0 1-1,0 1 1,-1 0-1,0 1 1,-1 1-1,1 0 1,-22-4-1,31 7 14,1 1 0,-1-1 0,1 1 0,-1-1 0,1-1 0,0 1 0,0-1 0,0 1 0,0-1 0,0 0 0,1-1 0,-1 1 0,1-1 0,0 1-1,0-1 1,0 0 0,-2-5 0,0 3-1,1 0-1,-1 0 0,0 1 1,-1-1-1,-7-5 1,-14-1 2,24 12-6,0-1 0,1 0 0,-1 0 0,0 0 1,1-1-1,-1 1 0,1 0 0,-1-1 0,1 0 0,0 1 0,-1-1 0,1 0 0,-2-3 0,-2-2 2,0 1 1,-1 1-1,1-1 0,-1 1 0,0 0 1,-13-6-1,8 4-2,11 6-2,0 1-1,1 0 1,-1-1-1,0 1 1,0-1-1,0 1 1,1-1-1,-1 1 1,0-1-1,1 1 1,-1-1-1,0 0 1,1 1-1,-1-1 1,1 0-1,-1 0 1,1 1 0,-1-1-1,1 0 1,0 0-1,-1 0 1,1 0-1,0 0 1,-1-1-1,2 1 0,-1 0 0,1 0-1,-1 0 1,1 1-1,0-1 1,-1 0 0,1 0-1,0 1 1,-1-1 0,1 1-1,0-1 1,0 0-1,0 1 1,-1-1 0,1 1-1,0 0 1,0-1 0,2 1-1,56-12-39,-50 10 43,6 1 21,-1-1 0,0-1 0,0 0 0,0-1 0,0-1 0,0 0 0,-1 0 0,0-2 0,0 0 0,18-13 0,-30 19-8,0-1 0,0 0 1,0 0-1,-1 1 0,1-1 0,0 0 0,-1 0 0,0 0 0,1 0 1,-1 0-1,0 0 0,0 0 0,0 0 0,0 0 0,0 0 1,-1 1-1,1-1 0,-1-3 0,-14-32 41,-7 12-18,-2 2 0,-1 0 0,-1 2-1,0 1 1,-36-21 0,86 40-305,2 10 292,-1 0 1,-1 2-1,43 24 0,-22-10-24,-24-14 34,-1 1 0,0 1 1,-1 1-1,-1 0 0,0 1 1,-1 1-1,20 25 0,-31-35-8,0 1-1,-1 0 0,0 0 0,0 0 0,0 1 1,-1-1-1,-1 1 0,1 0 0,-1 0 0,2 10 1,32 87 135,-34-95-141,0 0 1,-1 1-1,0-1 0,-1 1 0,0-1 0,0 1 0,-1-1 1,-1 1-1,0-1 0,0 1 0,-1-1 0,0 1 0,-1-1 1,-7 18-1,3-3-18,1 0 1,2 0-1,0 1 1,2-1-1,0 1 0,2 0 1,4 31-1,-3 14 2,10 96 48,-27-48-74,11-116-74,-4 4-124,16-14 135,154-170 410,-147 161-347,0-1 0,23-35 0,15-18-212,-37 56 107,-13 12 126,1 0 0,0 0-1,-1-1 1,1 1 0,-1-1-1,1 1 1,-1-1 0,0 0 0,0 1-1,-1-1 1,1 0 0,-1 0 0,1 0-1,-1-1 1,0 1 0,0 0-1,0 0 1,0-5 0,-1 7-24,0 1-30,-23 25 62,-47 68-15,-63 81 39,104-141-19,-2-1 0,-67 55 1,94-84-12,-22 17-9,1 0 0,-36 38 0,-36 32 55,79-72-45,-1 0-1,-1-1 1,0-1 0,-28 16-1,-89 60-7,128-88 5,0 0 0,0-1 1,-1 0-1,1-1 0,0 1 0,-1-2 1,0 0-1,1 0 0,-1 0 0,0-1 1,-15-2-1,-35 2 0,0 4 2,43-4-2,-1 1 0,1 1 0,-30 6 0,30-5 4,0 0 0,0-1-1,-1-1 1,1-1 0,0-1-1,-1 0 1,1-1 0,0-1-1,0-1 1,0 0 0,1-1 0,-24-10-1,19 9 10,0 0-1,-40-4 1,-21-4 8,79 12-24,0 1 0,0 0 0,0-1 0,1 1 1,-1-1-1,1 0 0,-1 0 0,1 0 0,0 0 0,0-1 0,0 1 0,0 0 1,0-1-1,0 0 0,1 1 0,-1-1 0,1 0 0,0 0 0,0 0 0,0 0 1,0 0-1,0 0 0,0-3 0,-1 0-2,1 1 0,-1-1 0,0 1 0,-1-1 0,1 1 0,-1 0 0,-6-8 0,-37-24 34,41 34-25,1 0 0,-1-1 0,0 1 0,1-1 1,0 0-1,-1 0 0,1 0 0,1 0 0,-1-1 1,1 0-1,0 1 0,0-1 0,0 0 0,1-1 0,-3-6 1,2 4-1,0 0 0,-1 0 0,0 0 0,0 1 0,-1 0 0,0 0 0,-6-8 0,6 9-2,0 0 1,0-1-1,1 1 0,0-1 1,0 0-1,1-1 0,0 1 1,-4-14-1,2-10-44,3 1 1,0-1-1,4-40 0,-1 13 89,1 9-28,-1 36-11,0 1 0,-1-1 1,0 0-1,-1 1 0,0-1 1,-6-23-1,3 18-18,1 0-1,1 0 0,1 0 1,0 0-1,1 0 0,6-34 1,-5 50 6,-1 0 1,1 0 0,1 0-1,-1 0 1,0 0 0,0 0-1,1 0 1,-1 0 0,1 1-1,-1-1 1,1 1 0,0-1-1,0 1 1,0 0 0,-1 0-1,4-2 1,43-19-87,-25 12 68,13-10 34,-11 7-9,1 0 1,43-15-1,-145 49 82,43-11-73,-1-1-1,1-2 1,-52 4 0,49-7-10,0 1 1,-63 19 0,88-21-4,0 2 0,1-1 0,-1 2 0,1-1 0,0 1 0,0 1 1,1 0-1,-1 0 0,2 1 0,-1 0 0,1 0 0,-13 18 0,17-18-9,0 0 0,1 0 0,0 1 0,0-1 0,1 1 0,0 0 0,0 0 0,1 0 1,0 0-1,1 0 0,0 0 0,2 17 0,-1 6-5,-1-32 16,0 0 1,-1 1 0,1-1-1,0 1 1,-1-1 0,1 0-1,-1 0 1,1 1 0,-1-1-1,1 0 1,0 0 0,-1 1-1,1-1 1,-1 0 0,1 0-1,-1 0 1,1 0 0,-1 0-1,1 0 1,-1 0 0,1 0-1,-1 0 1,1 0 0,-1 0-1,1 0 1,-1 0-1,1 0 1,-1 0 0,1 0-1,-1-1 1,1 1 0,-1 0-1,1 0 1,-1-1 0,-17-6-28,15 0-9,0-1 0,0 1 1,0-1-1,1 1 0,0-1 0,1 0 0,0 0 1,0 0-1,0 0 0,1 0 0,0 0 1,3-14-1,-2-6-4,1 0 41,2 1-1,0-1 1,2 1 0,1 0 0,12-28 0,0-6 0,-15 48-14,0 0 0,1 1 0,0-1 0,1 1 0,9-15 0,-15 27 17,0-1 0,0 1-1,0 0 1,1 0 0,-1-1-1,0 1 1,0 0 0,0 0-1,0 0 1,0-1 0,0 1-1,0 0 1,0 0 0,0-1-1,0 1 1,0 0 0,0 0-1,0-1 1,0 1 0,0 0-1,0 0 1,0-1 0,0 1-1,0 0 1,0 0 0,0 0-1,0-1 1,0 1 0,-1 0-1,1 0 1,0-1-1,0 1 1,0 0 0,0 0-1,-1 0 1,1 0 0,0-1-1,0 1 1,0 0 0,-1 0-1,1 0 1,0 0 0,0 0-1,0 0 1,-1 0 0,1-1-1,0 1 1,0 0 0,-1 0-1,1 0 1,0 0 0,0 0-1,-1 0 1,1 0 0,0 0-1,-1 0 1,-14 0-34,15 0 43,-20 1-7,0 2-1,0 0 1,0 1 0,0 1-1,1 1 1,0 1 0,0 0-1,0 2 1,-21 13 0,32-18-8,1 0-1,0 1 1,0 0 0,0 1 0,1-1 0,0 1 0,0 0 0,0 1-1,1 0 1,0 0 0,0 0 0,-4 10 0,-4 11-1,1-1-1,-9 36 1,-1 2 16,16-46-15,0 1 1,2 0-1,0 0 0,1 0 1,2 1-1,0-1 1,2 25-1,-1-29 40,0-16-4,0 0 10,0 0 11,0 0 22,0-3-35,1-10-69,0 1 0,1 0 0,1 0 1,0 0-1,1 1 0,0-1 1,1 1-1,0-1 0,7-10 1,67-98-95,-78 119 131,16-21-23,0 0 1,2 2-1,0 0 0,1 1 1,2 1-1,-1 1 0,2 1 1,0 1-1,48-23 0,-37 24-7,0 1-1,1 2 1,1 1-1,-1 2 1,1 1-1,73-3 1,300 3 5,-379 5 64,50-10-1,-56 7-43,0 1 1,1 1-1,-1 1 1,1 2-1,-1 0 1,28 5-1,-45-3-10,0 0 0,0 0 0,-1 1 0,1 0 0,-1 0 0,0 1 0,0 0 0,0 0 0,0 0 0,8 10 0,-9-9 10,1 0-1,-1-1 1,1 1-1,0-1 1,0 0-1,1-1 1,-1 0-1,1 0 1,11 4-1,-7-3-2,1 0 0,-1 1 1,0 0-1,0 1 0,18 13 0,-3-2 58,2 6-41,-25-20-19,1 1 1,0-1-1,-1 0 0,1 1 1,0-2-1,0 1 0,1 0 1,5 1-1,-1 1 12,0 0 0,0 0 1,0 1-1,8 7 0,25 16-18,-12-12-15,-25-13 14,0-1 1,0 1-1,0-1 1,1-1 0,-1 1-1,1-1 1,0 0 0,0 0-1,0-1 1,0 1-1,12 0 1,22 39 37,-38-39-30,0 1-1,0 0 1,0 0 0,-1 0-1,1 0 1,-1 0-1,0 0 1,1 0 0,-1 0-1,-1 0 1,1 1 0,0-1-1,-1 7 1,1 50 36,-1-41-30,-1-8-1,0 0 0,-1 0 0,0 0-1,-1 0 1,0 0 0,-1-1-1,0 1 1,-1-1 0,0 0 0,-7 11-1,-2 4-13,12-21-39,0 1 1,0-1-1,0 1 1,0 0-1,0 0 0,1 0 1,0-1-1,0 1 0,0 6 1,-9-11-5795,10 0 80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3:01.52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582 239 4386,'0'0'1230,"0"0"-560,0 0-14,0 0 200,0 0 246,0 0-187,0 0-269,0 0 45,0 0-19,-10-10-365,0-2-253,0 0-1,1 0 1,0-1 0,1 0 0,-11-25 0,15 33 32,1 0 1,0 0-1,-1 0 1,0 1 0,0 0-1,0-1 1,-1 2-1,0-1 1,1 0-1,-1 1 1,-6-3 0,-64-32 918,66 34-982,-10-3 42,0 1 0,0 0-1,-1 1 1,1 2 0,-1 0-1,0 0 1,-30 2 0,41 3-51,0 0 1,1 0-1,-1 1 0,1 0 1,-1 1-1,1 0 1,0 0-1,1 1 0,-1-1 1,1 2-1,-10 8 1,-42 24 68,57-37-164,1 1-1,0-1 1,-1 1 0,1-1 0,0 1-1,0-1 1,0 1 0,0 0 0,1 0-1,-1-1 1,0 1 0,1 0-1,-1 0 1,1 0 0,0 0 0,-1 0-1,1-1 1,0 1 0,0 0-1,0 0 1,0 0 0,1 0 0,-1 0-1,1 3 1,0 7-2807,-1-4-3853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3:18.46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412 0 608,'0'0'2609,"0"0"-2224,-143 36-209,111-24-128,3 5 240,2-5-256,3 4-48,1 6 16,-1-1 0,2 1 0,1 2 272,3 2-16,-1 5 112,0 5-368,14-24-224,0-3-944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48:35.80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2984 106 2673,'0'0'987,"0"0"118,0 0-35,0 0-406,0 0-80,0 0 105,-3-5 44,0 1-570,0 0-1,0 0 1,0 1-1,0-1 1,0 1-1,-1 0 1,0 0-1,1 0 1,-1 0-1,0 1 1,-1-1-1,1 1 1,0 0-1,-1 0 1,1 1-1,-1-1 1,1 1-1,-1 0 1,0 0-1,0 1 1,1-1-1,-7 1 1,-7 1-22,0 1 0,-25 6 0,-3-1-41,16-2-93,-56 3 42,-27 11-38,106-18-16,-1 0-1,1 1 1,-1 0 0,-13 5 0,-13 3-1,-168 12 54,189-20-39,0 0 1,1-1 0,-1-1 0,0 0 0,0 0 0,1-1 0,-1-1 0,0 0-1,-18-7 1,22 7-11,-1-1-1,1 2 1,-1-1-1,-18 1 0,-22-5 141,24-2 332,49-3-263,-17 8-153,50-17 64,0 1 0,1 3 1,1 3-1,0 2 0,1 2 0,73 0 1,-131 9-119,0 0 0,0 0-1,-1 0 1,1 0 0,0 0 0,0 0 0,0 0 0,0 0 0,-1 0 0,1 0 0,0 1 0,0-1 0,0 0 0,-1 0-1,1 1 1,0-1 0,0 1 0,-1-1 0,1 1 0,0-1 0,-1 1 0,1-1 0,-1 1 0,1-1 0,0 1-1,-1 0 1,0 0 0,1-1 0,-1 1 0,1 0 0,-1-1 0,1 2 0,6 10 17,12-10-71,-17-2-108,-14 5 132,-8 0 51,1 0 0,-1-2 0,0 0 0,-35 0 0,14 0-12,-15 1 30,7-1-47,-76 15 1,86-12 15,1-1 0,0-2 1,-41-2-1,-20 2 7,89-2-23,-1 1 1,0 0-1,1 1 1,-18 7-1,19-6 9,0-1 0,-1 0 0,1 0 0,-1-1 0,0 0 0,-11 0 0,15-1-10,1 0-1,0 0 0,0 1 1,0 0-1,0 0 0,0 0 0,0 1 1,0-1-1,1 1 0,-1 0 1,1 1-1,0-1 0,-6 7 0,-36 22 99,3-9-78,-59 39 0,68-39-1,-206 119 5,-47 26 13,171-107 1,108-56-43,-1 2 0,1-1 0,0 1 0,0 0 0,-9 11 0,-5 6-13,-15 9 44,-2-1 1,-69 44 0,73-52-14,-60 58 0,14-12 1,-25 6-28,104-75 21,1 1 0,-1-1 1,0 0-1,0 0 0,0 0 0,-1 0 0,1 0 0,0 0 0,0-1 0,0 1 0,-1-1 0,1 1 0,-4-1 0,5 0 1,0 0-1,0 0 1,0 0 0,0-1-1,0 1 1,1 0 0,-1 0-1,0-1 1,0 1-1,0-1 1,1 1 0,-1-1-1,0 1 1,1-1 0,-1 1-1,0-1 1,1 0 0,-1 1-1,1-1 1,-1 0-1,1 1 1,-1-1 0,1 0-1,-1 0 1,1 0 0,0 1-1,-1-1 1,1 0 0,0 0-1,0 0 1,0 0 0,0 1-1,0-1 1,0 0-1,0 0 1,0-2 0,0 3-22,-4 3-46,1-1 0,-1 1 0,1 0 0,-1 0 0,1 0 0,0 0 0,1 1 0,-1-1 0,0 1 0,1 0 0,0 0 0,-2 5 0,-23 28 19,17-33 172,13-17-8,15-22-55,2 5-290,0 2 0,2 0 0,1 2 0,2 0-1,0 2 1,52-39 0,31-4-570,-61 40 503,-39 21 298,0 0 0,0-1-1,-1 0 1,0 0 0,0 0-1,-1-1 1,1 0 0,-2-1-1,1 1 1,-2-1-1,1 0 1,-1 0 0,5-16-1,24-43 56,-28 61-55,0 2 1,1-1 0,-1 1 0,1-1 0,0 1 0,0 1 0,1-1 0,9-4 0,-7 4 4,0-1-1,0 0 1,-1 0-1,12-12 1,27-37 218,-42 50-217,0 1 0,1 0 0,0-1 0,0 2 0,0-1 0,1 1 0,-1 0 0,1 0 0,-1 1 0,1-1 0,0 2 0,9-2 0,-7-1 51,1 1 0,-1-1 0,-1 0 0,1-1-1,0 0 1,11-9 0,15-8 94,9 0-29,85-29 0,-41 8-121,-87 43-39,-1 0-35,0 0 64,0 0 101,0 0 14,44-20 10,-27 7-50,-5 0 109,-19 15-136,0-1 0,0-1 0,0 1 0,0-1 1,-13-2-1,2 1 269,24-12 222,3 7-535,-1 0 1,0 1 0,1 0-1,0 1 1,0 0 0,1 0-1,-1 1 1,15-4 0,4 2-34,53-4 0,-87 11 42,0-1 0,0 1 1,0 1-1,0-1 0,1 1 1,-9 6-1,-10 3 19,-202 74 11,213-81-32,-24 11-1,0 1 1,1 2-1,1 1 1,-54 42 0,-6 5 27,27-21-12,49-30-26,0 1 1,-25 31 0,16-17 5,-101 101-254,119-119 126,0 1 0,0 0 0,-8 18 0,12-20-17,0 0 0,-2-1 0,1 1 1,-2-2-1,-16 19 0,-31 32 158,51-54-226,0-1 0,0 0 0,1 1 1,0 0-1,0 0 0,1 0 0,-5 15 1,8-22-5336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48:39.40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21 1457,'0'0'1600,"0"0"-31,0 0-19,0 0-571,0 0-453,0 0-30,0 0 262,8-19 3326,420 17-3689,-426 2-399,0 1 0,0-1-1,0 1 1,0 0 0,0-1 0,-1 1-1,1 0 1,0 0 0,0 0-1,-1 0 1,1 1 0,-1-1 0,1 0-1,-1 1 1,1-1 0,-1 1 0,2 2-1,8 8-11,77 43 117,-75-48-118,-4 0 32,1-1-1,0-1 1,1 0 0,-1 0 0,1-1 0,0 0 0,22 4 0,-32-7-13,8-1 13,-1 1 0,1 0-1,-1 1 1,1 0 0,-1 0-1,0 1 1,0 0 0,0 0-1,0 1 1,0 0 0,-1 0-1,0 1 1,8 6 0,76 86 409,-31-31-8,-52-57-379,0 0 0,2-1 0,-1 0 0,1 0 0,0-1 0,0 0 0,1-1 0,12 5 0,10 3-9,59 35-1,-30-15-9,-54-29-18,1 1 0,-1 0 0,0 1 0,0 0 0,-1 0 0,0 1 0,10 13 0,24 24 0,-32-34-5,0-1 0,-1 2 1,-1-1-1,9 18 1,-14-27-5,19 41 7,-15-29 5,1 0 0,0-1 0,10 14 0,-1-5-5,-10-12-2,1 0-1,0-1 1,0 0-1,1-1 1,0 0-1,0 0 1,1 0-1,12 7 0,-15-11 8,0 0 0,0 1 0,-1 0 0,1-1-1,6 10 1,-10-11-11,1 1 1,0-1-1,0 0 0,0 0 1,1 0-1,-1 0 0,1-1 1,-1 0-1,1 1 0,0-1 1,0 0-1,0-1 0,0 1 0,8 1 1,-9-2-460,8 0 1137,-7 2-6566,-4-4 3193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48:41.97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4452 24 2945,'0'0'1041,"0"0"-390,0 0-22,0 0 417,0 0 123,0 0-489,-18-3-248,-7-1-294,-103-12 1386,44 16-586,-143 19 0,-57 6-511,149-20-152,53-3-153,-185-1-141,8 0 1,106 17-30,-175-25 27,147 5-12,-40-3-4,17 3 25,108 3-37,66 1 55,0 2 1,-51 11 0,14-1-3,-82 24-12,115-27 5,-1-1 1,-1-1-1,0-3 0,-37 3 0,-76-1-185,-70 2-144,43-27 330,-46 20-57,169 7 42,45-7 24,0-1-1,-1 0 1,0 0-1,-13 0 1,-17-2 36,1-2-1,-1-2 1,1-1 0,0-2-1,-49-16 1,85 23-5,1-1 1,-1 1-1,0-1 0,0 0 1,1 1-1,-1-1 0,0 0 1,1 0-1,-1 0 0,1 0 0,-1-1 1,1 1-1,0 0 0,-1 0 1,1-1-1,0 1 0,0-1 1,0 0-1,0 1 0,0-1 1,0 1-1,1-1 0,-1 0 1,0 0-1,1 0 0,-1 1 1,1-1-1,0 0 0,0 0 0,0 0 1,0 0-1,0 0 0,0 1 1,0-1-1,1-3 0,-1 5 72,0 0-62,0 0-115,0 0-42,0 0-134,0 0-184,0 0-368,1 0-1641,6 0-3721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48:44.88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8 634 5619,'0'0'1896,"0"0"-375,0 0-227,0 0-259,0 0-370,0 0-377,0 0-280,-1 0 0,1-1 1,-1 1-1,1 0 1,-1 0-1,1-1 1,0 1-1,-1 0 0,1-1 1,-1 1-1,1 0 1,0-1-1,-1 1 0,1-1 1,0 1-1,0 0 1,-1-1-1,1 1 1,0-1-1,0 1 0,0-1 1,0 1-1,-1-1 1,1 1-1,0-2 0,61 0 288,0-3-1,0-2 0,113-30 1,173-76 38,-112 33-6,-177 62-324,1 3 1,0 2-1,1 3 1,0 2-1,84 0 1,-5 2 57,257-47 1,-240 27-44,-109 21-42,-1 2 1,73 4 0,-108 1 13,-1 0 0,1 1 0,-1 0 0,0 0 0,0 1 0,0 1 0,-1 0 0,12 8 0,40 17 15,-33-24 15,0 0 0,0-2 0,1-1 0,-1-2 0,1 0-1,33-5 1,13 2-23,124 2-115,-198 1 110,0-1-1,0 1 1,0 0-1,0-1 1,0 1 0,-1 0-1,1 0 1,0 0 0,-1 0-1,1 0 1,0 0-1,-1 0 1,1 0 0,-1 0-1,1 0 1,-1 0 0,0 0-1,1 0 1,-1 0-1,0 0 1,0 0 0,0 0-1,0 2 1,3 32 19,-14-35 214,-633 34-56,256-7-414,332-25 132,0 3 1,1 2-1,0 3 1,0 2 0,1 2-1,1 3 1,-75 33 0,115-44 94,-16 9 21,-1-1 0,-1-2 0,-36 9 1,66-21-29,1 0 21,0 0-26,16-1 112,-1-1 0,1-1 0,-1 0 1,1-2-1,21-8 0,17-5 79,368-72 259,7 31-280,-376 53-116,202-30 41,251-24-63,-503 60-16,4 0-4,1-1 0,0 1 0,0 1 0,0-1 0,7 3-1,-13-3 18,0 1 0,0 0 0,0 0 0,0 0-1,0 0 1,0 0 0,0 0 0,0 0 0,0 1 0,-1-1-1,1 1 1,-1-1 0,1 1 0,-1 0 0,1-1-1,-1 1 1,0 0 0,0 0 0,0 0 0,0 0 0,1 3-1,1 0 37,0-1-1,1 0 1,0 1-1,-1-1 0,2-1 1,-1 1-1,0 0 1,1-1-1,-1 0 0,1 0 1,0 0-1,0-1 1,0 0-1,9 3 0,-31-28 3,-33-9-264,-1 3 0,-2 2 0,-1 2 1,0 3-1,-2 2 0,-1 2 0,-105-18 0,13 19 38,0 6-1,-170 9 1,166 3 164,125-2 43,0-2 0,0-1-1,1-1 1,-1-1 0,-50-20 0,56 19 28,11 4-47,0 0 0,0 1-1,0 0 1,0 1 0,0 1 0,-1-1-1,1 2 1,0 0 0,0 0 0,-1 1 0,-15 5-1,-10 4 0,0 3 0,-35 18-1,-27 11 44,81-36-10,-1-1 0,0 0 0,0-2 0,-1 0 0,-31 2 0,-8-13 208,-37 7-219,96-1-18,-1 0 1,1 0-1,-1 0 0,1 0 0,-1 0 1,1 0-1,0 0 0,0 0 0,-1 0 1,1 0-1,0 0 0,0 0 0,0 0 1,0 0-1,0 0 0,0 0 0,0 0 0,0 0 1,1 0-1,-1 0 0,0 0 0,1 0 1,-1 0-1,1 0 0,-1 0 0,1 0 1,0-1-1,9-4 26,-1 2 0,1-1 1,0 1-1,1 1 0,-1-1 1,1 2-1,-1 0 0,15-2 1,5-1 18,201-51 92,25-5 268,-195 50-349,0 3 0,85-1 1,-115 11-48,1 2-1,-1 1 1,0 1 0,57 20 0,-44-13 24,58 11-1,-15-17 47,-73-7 184,-12 1-12,-4-1 102,-34-1-305,1-1 0,-54-11-1,74 10-116,0 1-1,0 0 0,0 1 0,0 0 1,1 1-1,-1 1 0,-29 5 1,37 0-1346,5-2-997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40.31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 22 1121,'0'0'538,"0"0"103,0 0-28,0 0-170,0 0-120,0 0 240,-5-21 2668,3 21-5021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4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1697,'0'0'1707,"0"0"-245,0 0-413,0 0-110,0 0-238,0 0-338,0 82 1625,1-47-1685,2-1 1,15 67-1,-13-75-231,6 37 127,-3 2 0,0 112 0,-15 48-185,6-203-15,-1-1 0,-2 1 0,-5 20 1,-7 52-3,9 200-31,7-216 3063,0-77-2950,0-11-2745,0 3-703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6 113 208,'0'0'862,"0"0"-449,0 0-306,0 0-16,0 0 152,0 0 343,0-8 47,1-21-315,1-40 6249,-2 63-5059,0 8-467,-3 39-1191,-1 25 536,3-1-1,2 1 1,21 127-1,67 196-1,-57-194-173,-27-125-145,-6 76-1,0-55 330,9-106 533,-3-65-416,-5 74-1364,0-1 0,-1 1-1,0-1 1,0 1-1,-5-13 1,4 11-5810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4434,'0'0'1230,"0"0"-192,0 0 226,0 0-20,0 0-372,-1 21-309,0-2-427,-1 5 68,1 0 0,1 0 0,1-1 0,2 1 0,5 27 0,26 83 417,29 229-1,-45-232-409,5 52 555,-23-177-735,0-5-18,0 0-1,0 0 0,-1 0 0,1 1 0,0-1 0,0 0 0,0 0 1,0 0-1,1 0 0,-1 0 0,0 0 0,0 0 0,1 0 0,-1 0 1,0 0-1,1 0 0,-1 0 0,1 0 0,-1 0 0,1 0 0,0 0 1,-1 0-1,1-1 0,0 1 0,0 0 0,-1 0 0,1-1 1,1 2-1,-2-41 652,0 7-800,0 25-4103,0 7 210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3 528,'0'0'1673,"0"0"-785,0 0-45,0 0 262,0 0-369,0 0-111,0 0-515,0 0 1,0 0-1,0-1 1,0 1-1,-1 0 1,1 0-1,0 0 1,0 0-1,0-1 1,0 1-1,-1 0 1,1 0-1,0 0 1,0 0-1,0 0 1,-1 0-1,1 0 1,0 0-1,0 0 1,-1 0-1,1 0 1,0 0-1,0 0 1,0 0-1,-1 0 1,1 0-1,0 0 1,0 0-1,-1 0 1,1 0-1,0 0 1,0 0-1,0 0 1,-1 0-1,1 0 1,0 0-1,0 1 1,0-1-1,0 0 1,-1 0 0,1 0-1,0 0 1,0 1-1,0-1 1,3 55 631,2-1 0,17 66 0,-6-32-322,-10-47-346,60 283 660,-62-306-712,0 0-1,1 31 1,-4-33-11,0-1 0,1 0 0,1 0 0,6 21 1,-9-36-32,0 0 0,0 0 1,0 0-1,0 1 0,0-1 1,0 0-1,0 0 1,0 0-1,0 1 0,0-1 1,0 0-1,0 0 1,0 0-1,0 1 0,0-1 1,0 0-1,0 0 1,0 0-1,1 0 0,-1 1 1,0-1-1,0 0 1,0 0-1,0 0 0,0 0 1,0 1-1,1-1 0,-1 0 1,0 0-1,0 0 1,0 0-1,0 0 0,0 0 1,1 0-1,-1 0 1,0 1-1,0-1 0,0 0 1,1 0-1,-1 0 1,0 0-1,0 0 0,0 0 1,1 0-1,-1 0 1,0 0-1,0 0 0,0 0 1,0 0-1,1 0 0,-1 0 1,0-1-1,0 1 1,1 0-1,1-11-2367,-2 4-961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3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2945,'0'0'1089,"0"0"-457,0 0-120,0 0 235,0 0 523,0 8-229,-1 101 956,5-1 0,32 188 1,-24-208-1544,-9-53-350,2 0-1,1 0 0,16 48 0,-18-144-3777,-4 49-592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4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1393,'0'0'1456,"0"0"-367,0 0 480,0 0-353,-2 101-79,2-67 31,0 5-416,0 0-207,0-4-193,0-2-176,0-9-48,0-5-112,2-5-16,1-4 0,-1-6-48,0-4-1393,-2 0-5298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1 976,'0'0'1142,"0"0"-301,0 0 188,0 0 116,0 0-361,0 0-333,0 4 2342,-2 22-2475,7 67 39,4 0 0,42 178 0,-3-29-339,-43-192 7,-3 97 0,-4-103 23,3-1 0,1 0 0,10 53 0,42 126 296,-52-210-329,-1 0 0,-1 0-1,1 0 1,-2 0-1,0 1 1,0-1-1,-1 0 1,-1 0 0,0-1-1,0 1 1,-1 0-1,-10 18 1,-5 24 17,25-115-688,-6 47-1740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3874,'0'0'923,"0"0"-510,0 0 158,0 0-112,0 0-123,0 0-42,0 6-38,5 85 748,24 137 1,-20-173-1000,56 540 286,-59-178-171,-9-226-88,2-150 5,-1-1-1,-2 1 1,-17 75 0,16-99 99,1 1 0,1 0 0,-1 24 0,4-41-29,0-1 74,0 0 249,1-18 1168,6-59-936,-6 23-3136,-1 40-2605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8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3298,'0'0'856,"0"0"-248,0 0 62,0 0-83,0 0-99,0 17-53,0 141 883,-1-60-1180,-1-11 578,4 0 0,14 90 0,12-29-619,-12-79-11,-4 1 0,6 124 0,-20-76-98,5 134-24,16-103 109,-10-100-15,3 92 0,-13-126 56,-2-18 175,-2-26-1900,5 11-2060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1:5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1905,'0'0'2420,"0"0"-1287,0 0-364,0 0 45,0 0-33,0 0-156,-1 7-65,-11 85 2019,3-40-2572,-2 79 0,12-14-12,-10 237 29,-8-188 324,8 250 0,18-358 189,-6-45-518,0 0-1,-1 0 1,0 17-1,-2 171 513,1-193 48,2-18 427,2-16-417,-5 20-647,-1 3-79,1 0-1,0 0 0,0 0 0,0 0 0,1 0 1,-1 1-1,0-1 0,1 0 0,0 0 1,0 0-1,0 0 0,0 0 0,0 1 0,1-1 1,3-4-1,-3 3-2330,-2-1-2686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1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1617,'0'0'795,"0"0"-72,0 0 523,0 0 98,0 0-346,0 0-192,2 33 594,-19 531-823,6-2-148,11-452 308,0-101-696,1 1 0,0 0 0,0-1 0,1 0 0,1 1 0,0-1 0,5 13 0,-6-10 55,-1 1 1,0 0 0,-1-1-1,-1 1 1,0 0 0,-2 12-1,-5 16 634,5-35-4,2-15 343,-1-11-2758,0 13-1491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1633,'0'0'990,"0"0"-233,0 0-178,0 0-27,0 0 142,0 13-107,-13 186 2308,-1-90-2768,2-26-144,-1 101 0,-18 274-3283,1-264 6707,27-161-3039,1 0 0,1 0 0,6 47 0,15 11 486,-19-86-846,1-3-3,2-37 911,-4-23-909,0 30-2405,0 12-3703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3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1921,'0'0'1417,"0"0"-524,0 0-295,0 0-75,0 0-88,0 0-198,-11 18 2247,8 4-2212,1 1 0,0-1 0,5 43 0,-1-9 203,10 380 961,0 4-1434,-2-245-847,-10-175-633,0-20-2169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3265,'0'0'1174,"0"0"-440,0 0-166,0 0-21,0 0 16,0 11-125,-12 288 2651,0-36-2838,11-195-230,1 379 22,0-443-31,5 69 11,-5-68 5,1 1 0,0-1-1,1 1 1,-1-1 0,1 0 0,0 0 0,0 1 0,1-1 0,0-1 0,5 9-1,-8-13 9,0 0 0,0 0 1,0 0-1,0 0 0,0 1 0,0-1 0,0 0 0,0 0 0,0 0 0,0 1 0,0-1 0,0 0 0,1 0 0,-1 0 0,0 0 0,0 0 0,0 1 0,0-1 0,0 0 0,0 0 0,1 0 0,-1 0 0,0 0 1,0 0-1,0 0 0,0 0 0,1 1 0,-1-1 0,0 0 0,0 0 0,0 0 0,1 0 0,-1 0 0,0 0 0,0 0 0,0 0 0,1 0 0,-1 0 0,0 0 0,0 0 0,0 0 0,0 0 0,1-1 0,-1 1 0,0 0 1,0 0-1,0 0 0,1 0 0,-1 0 0,0 0 0,0 0 0,0-1 0,0 1 0,0 0 0,0 0 0,1 0 0,-1 0 0,0 0 0,0-1 0,0 1 0,0 0 0,0 0 0,0 0 0,0 0 0,0-1 0,0 1 1,0 0-1,0-1 0,1-16 500,-2 11-1841,1-7-1283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7 608,'0'0'1374,"0"0"-499,0 0-245,0 0 85,0 0 8,0-7 312,-13 319-158,0 3-329,2 5-410,11-280 183,0-40-364,0 0-53,0 0-86,0 0-124,0 0 15,9 10-752,-9-10-310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6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1024,'0'0'910,"0"0"-542,0 0 403,0 0 526,0 0-307,0 22-345,0 180 484,0 420 1646,1-621-3512,0-2-2053,1-4-1559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6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1169,'0'0'728,"0"0"-195,0 0-167,0 0-9,0 0-42,-1 4-3,-6 24 212,2 1-1,2-1 0,0 1 1,2 0-1,4 47 0,-1-5 419,1 151 1164,0 0-4599,-3-229-1877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1 224,'0'0'1942,"0"0"-741,0 0-409,-2 19-66,-11 317 2222,13 73-2631,0-409-330,0 1-1,0-1 1,0 1-1,0 0 0,0-1 1,0 1-1,0 0 0,0-1 1,0 1-1,0-1 1,0 1-1,0-1 0,1 1 1,-1 0-1,0-1 1,0 1-1,1-1 0,-1 1 1,0-1-1,1 1 0,-1-1 1,1 1-1,-1-1 1,0 1-1,1-1 0,-1 0 1,1 1-1,-1-1 0,1 0 1,0 1-1,-1-1 1,1 0-1,-1 0 0,1 0 1,-1 1-1,1-1 1,0 0-1,-1 0 0,1 0 1,-1 0-1,1 0 0,0 0 1,-1 0-1,1 0 1,-1 0-1,1-1 0,1 1 1,-1-1-1084,-1-6-533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2:07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1 192,'0'0'1665,"0"0"-721,0 0-221,-2 21 32,-9 154 766,11 146 86,0-184-5802,0-136 2885,0-1-464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03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2609,'0'0'2038,"0"0"-1437,0 0-249,0 0 286,0 0 181,0 0 32,1 4 4033,14 21-4654,-8-17-193,-1 0-1,1 0 1,0 0-1,1-1 1,0 0-1,0 0 1,1-1-1,0 0 1,0-1-1,0 0 1,0 0 0,1-1-1,0 0 1,0-1-1,0 0 1,0 0-1,0-1 1,1-1-1,18 1 1,-17-1-4,0 0 0,0-1 0,0-1 0,0 0 0,0 0 0,0-2 0,-1 1 0,1-1 0,-1-1 0,1 0 0,-1-1 0,15-8 0,27-21 44,-8 4-31,65-30 0,-93 52-51,-1 2-1,1 0 1,1 0-1,-1 2 1,1 0 0,0 1-1,35-1 1,-38 4 0,0 2 1,0-1 0,0 2-1,-1 0 1,1 1-1,-1 0 1,0 1-1,0 1 1,0 0-1,-1 0 1,18 13 0,1-2-28,-10-6 55,39 27 0,-56-35-49,-1 0-1,0 0 0,0 1 0,0-1 1,-1 1-1,1 0 0,-1 0 0,0 0 0,0 1 1,0-1-1,-1 1 0,1 0 0,-1-1 0,3 11 1,-5-15 25,0 1 1,0 0-1,0-1 1,0 1-1,1 0 1,-1-1-1,0 1 1,0-1-1,0 1 1,0 0-1,0-1 1,0 1-1,-1 0 1,1-1-1,0 1 1,0-1-1,0 1 1,-1 0-1,1-1 1,0 1-1,0-1 0,-1 1 1,1-1-1,0 1 1,-1-1-1,1 1 1,-1-1-1,1 1 1,-1-1-1,1 0 1,-1 1-1,0 0 1,-20 0 163,13-1-101,7-25-12,1 20-39,1 0-1,-1 0 0,1 0 0,0 0 0,1 0 0,-1 1 0,1-1 1,0 1-1,0-1 0,0 1 0,1-1 0,-1 1 0,1 0 0,4-4 0,1 0-5,0 0-1,0 0 1,1 1-1,0 0 0,0 1 1,11-7-1,-4 5-13,0 0 0,0 1 0,1 0 0,0 2 0,0 0 0,0 1 0,1 0 0,18-1 0,4 5-25,-1 2 0,1 1 0,62 13 0,-96-14 21,0-1-1,0 0 1,0-1 0,0 1 0,0-1 0,0 0-1,0-1 1,0 1 0,0-1 0,0 0 0,0-1-1,-1 1 1,1-1 0,0-1 0,-1 1-1,1-1 1,-1 0 0,0 0 0,7-5 0,-10 6 11,6-5-3,0 1-1,0 0 0,1 0 0,-1 1 0,1 0 1,1 0-1,-1 1 0,18-6 0,-27 10-71,-13-14-331,9 13 196,-12-5 443,10-2-3348,5 2-3392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2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13 266 896,'0'0'3605,"0"0"-2487,0 0-326,0 0 272,0 0 6,0 0-19,0 0-264,0 0-234,0 0 44,0 0-108,0 0 23,-2-14 5,-2-1-318,3 10-3,-1-1 0,1 1 0,0 0 1,0-1-1,1 1 0,0-1 0,0 1 0,1-9 0,21 31-135,-5 5 35,0 1 0,-2 0-1,-1 1 1,-1 1 0,0 0-1,12 41 1,-2-10-21,-8-22-38,77 160 65,-79-173-102,0 1 0,1-1 0,2-1 0,0-1 0,0 0-1,28 22 1,-26-31 34,-9-17-15,-8-32-102,-2 21-47,5-79-411,33-175-1,-21 176 38,9-179 0,-25 267 250,1-23-2036,-1 31 2173,0-1 1,0 0-1,0 0 0,0 1 1,0-1-1,0 0 0,0 0 0,0 1 1,0-1-1,-1 0 0,1 1 1,0-1-1,0 0 0,-1 0 1,1 1-1,0-1 0,-1 1 1,1-1-1,-1 0 0,1 1 1,-1-1-1,1 1 0,-1-1 1,1 1-1,-1-1 0,1 1 1,-2-1-1,2 1-4835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2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89 4034,'0'0'1993,"0"0"-889,0 0-541,0 0 24,0 0 240,0 0-192,-9-3 352,71-8 906,-4 3-1214,27-19 84,-63 19-743,0 0-1,1 2 1,0 0-1,0 2 1,39-3-1,-62 34-3772,0-23 959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2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4418,'0'0'659,"0"0"-19,0 0 166,0 0 170,0 0-98,22 0-230,180 0 924,-82 0-446,-119 9-3154,-1-6-1515,0-3 656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25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 3362,'0'0'1739,"0"0"-656,0 0-109,0 0 125,0 0 3,0 0 88,0-6-291,0-20-392,0 20-198,-2 154 1698,5 158 223,-2-295-2229,0 1 0,1-1 0,0 0 1,1-1-1,0 1 0,1 0 0,0-1 0,8 16 1,-11-25-104,0 0 1,-1 0-1,1 0 1,0-1-1,0 1 1,0 0-1,0-1 1,0 1-1,0-1 1,0 1-1,0-1 1,0 1 0,0-1-1,0 0 1,0 1-1,3-1 1,10 1-6308,-14-1 5933,1 0-3472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25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3249,'0'0'1881,"0"0"-987,0 0-350,0 0 422,0 0 96,-1 7-232,-14 426 4245,15-387-4860,10 7-191,-10-53-203,0 0-429,0 0-715,0-1-1078,0-7-2097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26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0 178 464,'0'0'3743,"0"0"-2433,0 0-531,0 0 168,0 0 19,18-17-214,-8 6-649,20-21 387,2 1-1,43-32 1,-71 60-457,-1 0 0,1 1 0,0-1 0,0 1 0,0 0 0,0 1 0,1-1 0,-1 1 0,0-1 0,1 1 0,-1 1 0,1-1 0,-1 1 0,1-1 0,-1 1 0,1 0 0,7 2 0,-3 1 77,0 0-1,0 0 1,-1 1 0,1 0 0,-1 1 0,0 0 0,10 8-1,-6-5-13,0-1 0,0 0 0,1-1-1,0 0 1,0-1 0,0 0-1,1-1 1,0-1 0,-1 0 0,1-1-1,0-1 1,0 0 0,0 0-1,1-2 1,26-3 0,-37 3-80,-1 0 1,1 0 0,-1-1-1,0 1 1,1-1 0,-1 0-1,0 0 1,0 0 0,0-1-1,0 1 1,-1 0-1,1-1 1,0 0 0,3-5-1,-4 5 7,0 0-1,1 0 1,-1 1-1,1-1 1,0 0-1,0 1 0,0 0 1,0 0-1,0 0 1,8-3-1,-8 4-236,7-2 326,-7 1-3003,-3 0-497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2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27 4354,'0'0'704,"0"0"-85,0 0-203,0 0 433,0 0-22,-18-4-64,-3-3-486,13 4-130,0 0-1,-1 0 0,0 1 1,0 1-1,1-1 1,-1 1-1,-14 1 1,19 1-45,-1 0 1,1 0 0,-1 0 0,1 1-1,0-1 1,0 1 0,0 1 0,0-1 0,0 0-1,0 1 1,1 0 0,-1 0 0,1 0-1,0 0 1,0 0 0,0 1 0,0-1 0,1 1-1,-1 0 1,-2 5 0,-1 2-10,-1 1 1,2 0-1,0-1 0,0 2 1,1-1-1,-3 14 1,2 20 119,1-1 0,4 66 1,1-46-49,1-44-68,1 0 1,1-1-1,1 1 0,1-1 0,1-1 1,0 1-1,2-1 0,0 0 1,12 19-1,18 39 448,-7 1-368,-3 1 0,-3 1 0,-5 2 1,-2 0-1,-4 1 0,-4 1 0,0 147 0,-10-161-180,1-21 58,-2-1 1,-13 90-1,11-125-4,-1 1 1,-1-1-1,0 0 0,0-1 0,-1 1 0,-1-1 0,0 0 1,-1 0-1,0-1 0,-1 0 0,0 0 0,-1 0 0,0-1 0,0-1 1,-12 9-1,15-13-17,-1-1 1,0 0-1,0-1 1,0 1 0,0-1-1,0-1 1,-1 1-1,1-1 1,-1-1 0,-10 2-1,-9-1 66,-45-2-1,30-1-67,28 0-2,0 0 1,1 0-1,-1-2 1,1 1 0,0-2-1,0 0 1,0 0-1,0-1 1,1-1 0,0 0-1,0-1 1,0 0-1,1 0 1,-20-19 0,30 26-121,0-1 1,0 0-1,1 0 1,-1 0 0,0 1-1,0-1 1,1 0-1,-1 0 1,1 0 0,-1 0-1,1 0 1,-1 0-1,1 0 1,0-1 0,-1 1-1,1 0 1,0 0-1,0 0 1,0 0 0,0 0-1,0 0 1,0-1-1,0 1 1,0 0 0,0 0-1,0 0 1,1 0-1,-1 0 1,0 0 0,1 0-1,-1 0 1,1 0 0,0 0-1,-1 0 1,2-1-1,0-1-417,0 1-1,0-1 1,0 1-1,1 0 1,-1 0-1,1 0 0,-1 0 1,1 0-1,0 1 1,6-3-1,4-1-5593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33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36 4834,'0'0'1147,"0"0"-437,0 0 72,0 0 224,0 0-177,0 0-199,0 0-243,0 5-128,-1 34 177,-1-20-148,1-1 0,1 1 0,1 0-1,4 19 1,-4-34-258,1 0 0,0-1-1,0 1 1,0 0 0,1-1-1,-1 0 1,1 1 0,0-1 0,0 0-1,0-1 1,0 1 0,0 0 0,1-1-1,-1 0 1,1 0 0,0 0 0,-1 0-1,1 0 1,0-1 0,0 1-1,0-1 1,6 0 0,7 3 90,1 0 0,-1-2-1,34 0 1,-30-1 9,-6 0-77,0-1-1,-1-1 1,1 0 0,28-6-1,-40 6-46,0 0 1,0 0-1,-1 0 0,1 0 0,0 0 1,-1-1-1,1 1 0,0-1 0,-1 0 1,0 1-1,1-1 0,-1 0 0,0-1 1,0 1-1,0 0 0,0-1 0,-1 1 1,1-1-1,-1 1 0,1-1 0,-1 0 1,0 1-1,0-1 0,0 0 0,0 0 1,-1 0-1,1 0 0,-1 0 0,0 0 1,0-4-1,1 1-7,-1 1 1,0 0-1,-1-1 1,1 1-1,-1 0 0,0-1 1,-1 1-1,1 0 1,-1 0-1,0 0 1,0 0-1,-1 0 1,1 1-1,-1-1 0,0 1 1,0-1-1,-1 1 1,1 0-1,-1 0 1,0 1-1,0-1 1,0 1-1,-6-4 0,0-1 20,1 1-1,-1 0 0,-1 1 1,1 0-1,-1 1 1,0 0-1,0 0 0,-1 1 1,-11-3-1,-2 3 26,0 0 1,0 2-1,-35 0 0,51 4-65,0 0 0,-1 1 0,1 0 0,0 0-1,0 1 1,0 0 0,1 0 0,0 1 0,0 0 0,0 1-1,0 0 1,1 0 0,0 0 0,0 1 0,-10 13-1,16-19-112,0 0 0,0 1 0,0-1 0,0 1-1,1 0 1,-1-1 0,0 1 0,1 0 0,-1-1-1,1 1 1,0 0 0,-1 0 0,1-1-1,0 1 1,0 0 0,0 0 0,0 0 0,0-1-1,1 1 1,-1 0 0,1 2 0,6-2-2629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34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5090,'0'0'1126,"0"0"-616,0 0-46,0 0 406,0 0 103,0 0-103,-6 24-99,-4 19-163,2 1-1,-3 83 0,10-114-415,0 26 180,1-37-356,0-1 1,0 0 0,0 1 0,0-1 0,0 0 0,1 1 0,-1-1 0,0 0 0,1 1 0,-1-1 0,1 0 0,-1 1 0,1-1 0,-1 0-1,1 0 1,0 0 0,0 0 0,0 0 0,1 2 0,-1-3 419,0 0-3113,0 0 25,-1 0-3020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3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2433,'0'0'1614,"0"0"-768,0 0-72,0 0 359,0 22 201,0 178 2287,-1-167-3019,-1-24-569,1 0 0,1 0 0,0 1 1,0-1-1,1 0 0,0 0 0,1 0 0,0 0 0,3 9 0,-2-17-1155,-3-1-2795,0 0-418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5:35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5651,'0'0'432,"0"0"-256,0 0 32,0 0 360,0 0 81,51-16 2120,-23 7-2449,-1 2 1,1 0 0,0 2 0,0 2-1,49-1 1,-48 3-266,0-1 0,0-1 0,0-1 0,0-2 0,39-12 0,-59 16-173,-12 5 990,-7 4-1550,4-4-2541,6-3-3208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04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4482,'0'1'94,"0"-1"-1,0 0 1,0 0-1,0 0 1,0 1-1,0-1 1,0 0-1,0 0 1,0 0-1,0 0 1,0 1 0,0-1-1,0 0 1,-1 0-1,1 0 1,0 0-1,0 0 1,0 0-1,0 1 1,0-1-1,-1 0 1,1 0-1,0 0 1,0 0 0,0 0-1,0 0 1,-1 0-1,1 0 1,0 0-1,0 0 1,0 0-1,0 0 1,-1 0-1,1 0 1,0 0-1,0 0 1,0 0 0,-1 0-1,1 0 1,0 0-1,0 0 1,0 0-1,0 0 1,-1 0-1,1 0 1,0 0-1,0 0 1,0 0-1,0-1 1,0 1-1,-1 0 1,1 0 0,0 0-1,0 0 1,0 0-1,0 0 1,0-1-1,0 1 1,0 0-1,0 0 1,-1 0-1,1 0 1,0-1-1,0 1 1,0 0 0,0 0-1,0 0 1,0-1-1,0 1 1,-19 23 995,-18 32-1552,7-6 639,-23 56 1,45-87-120,1 1 1,1 0-1,0 0 1,2 1-1,0 0 1,-2 35-1,5-19 232,1 0 1,2 1-1,1-1 1,2 0-1,14 55 1,-15-78-155,1 0 0,-1-1 0,2 1 1,0-1-1,0 0 0,1-1 0,1 1 1,0-1-1,0-1 0,1 1 0,1-1 0,-1-1 1,2 0-1,-1-1 0,1 1 0,0-2 1,1 0-1,13 6 0,-21-11-47,-3-2-72,0 0-1,-1 0 1,1 1 0,0-1-1,0 0 1,-1 1-1,1-1 1,0 1-1,0-1 1,-1 1 0,1-1-1,-1 1 1,1-1-1,0 1 1,-1-1 0,1 1-1,-1 0 1,1-1-1,-1 1 1,1 0 0,-1-1-1,0 1 1,1 0-1,-1 0 1,0 0-1,0-1 1,0 1 0,1 0-1,-1 0 1,0 0-1,0 1 1,0-2-163,0 0-594,0 0-919,0 0-2275,0 0-4677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0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8 452 3666,'0'0'531,"0"0"-171,0 0 245,0 0 86,0 0-146,0 0-292,-6 16 1225,6 25-269,-1-17-836,0 0 0,2 0 0,0 0 1,2 0-1,1 0 0,1-1 0,13 42 0,116 242 916,-118-247-1273,-15-59 16,-1-1 21,0 0 0,0 0 41,0 0-44,0-10 73,0-46-82,-2 3-14,3 0 0,2 0 0,18-97 0,-14 123-3,8-26-164,-3 0 1,-2-1 0,5-105 0,-13 98 56,0 37 43,-1 1 0,-1-1 0,-6-40 0,-8 37-55,12 25 110,1-1-1,-1 1 1,0-1-1,1 0 0,0 1 1,-1-1-1,1 0 0,-1-6 1,2 8-2,0 1-24,0 0-2,0 0 45,0 0-32,0 0 30,0 0-44,0 0 36,0 0-20,0 0 25,0 0 0,0 0-67,0 0 5,0 0 0,0 0-45,0 0 45,38 0 163,21 1-120,16 0 16,94-12 1,19 1-22,-144 10-1,0-1-1,0-3 0,0-1 1,60-16-1,-77 15 2,0 1 1,1 1-1,0 2 0,38 0 0,-34 2 3,-1-1-1,1-2 0,32-7 1,-39 6 0,0 0 1,0 2-1,46 2 1,-48 1-24,1-1-1,-1-1 1,0 0 0,0-2-1,25-7 1,-23 3-11,0 1-1,0 1 1,0 1-1,1 2 1,26 0-1,-52 28 11,-8 196 1477,8-224-5122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0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43 4370,'0'0'2044,"0"0"-1127,0 0-287,0 0 256,0 0 210,0 0-335,-3-7-425,2 5-326,0-1-1,0 1 1,0 0 0,0 0 0,-1 0 0,1 0-1,0 1 1,-1-1 0,0 0 0,1 1 0,-1-1-1,0 1 1,0-1 0,0 1 0,0 0 0,0-1-1,0 1 1,0 0 0,0 1 0,0-1 0,-1 0-1,1 1 1,0-1 0,-1 1 0,1 0 0,0-1-1,-1 1 1,1 0 0,0 1 0,-1-1 0,1 0-1,0 1 1,-1-1 0,1 1 0,0 0 0,0-1-1,0 1 1,0 0 0,-1 1 0,1-1 0,1 0-1,-3 2 1,-15 10 73,1 1 0,-27 28-1,38-35-54,0 0 0,1 1-1,0-1 1,0 1-1,1 1 1,0-1-1,0 1 1,-6 17-1,11-26-18,1 1-1,-1 0 0,0-1 0,1 1 0,-1 0 0,0-1 0,1 1 0,-1-1 0,1 1 0,-1-1 0,1 1 0,-1-1 0,1 1 0,-1-1 0,1 1 0,-1-1 0,1 0 0,0 1 1,-1-1-1,1 0 0,0 0 0,-1 1 0,1-1 0,0 0 0,-1 0 0,1 0 0,0 0 0,0 0 0,-1 0 0,1 0 0,0 0 0,-1 0 0,1 0 0,1-1 0,37 1 398,-30 0-357,9-1-233,0 1 1,0 0-1,0 1 1,-1 1-1,1 1 1,0 1-1,-1 0 0,0 1 1,22 10-1,-34-13-10,0 1 0,0 0 0,0 0 1,-1 0-1,1 1 0,-1-1 0,4 5 0,-7-7 179,0 0 1,0 0 0,0 0-1,-1 0 1,1 0-1,0 1 1,-1-1 0,1 0-1,-1 0 1,1 0-1,-1 0 1,0 1 0,1-1-1,-1 0 1,0 1-1,0-1 1,0 0 0,0 0-1,0 1 1,0-1-1,0 0 1,0 0 0,-1 1-1,1-1 1,0 0 0,-1 0-1,1 1 1,-1-1-1,1 0 1,-1 0 0,0 0-1,0 0 1,1 0-1,-1 0 1,0 0 0,0 0-1,0 0 1,-1 1-1,-9 6 108,1-1 0,-1 0 0,0-1 1,0 0-1,-1-1 0,-17 6 0,-78 20 995,78-25-896,0 0 0,-1-2 0,-43 1 0,72-5-432,1-2-2615,0 2 364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0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67 261 1233,'0'0'3732,"0"0"-2545,0 0-560,0 0 267,0 0 101,0 0-397,11-21-185,33-62-74,-42 78-275,0 1 0,0-1 0,0 1-1,0-1 1,-1 0 0,0 1 0,0-1 0,0 0 0,0 0 0,-1 0 0,0 0 0,0 1-1,0-1 1,-2-9 0,0-2 88,1 13-131,1 0 1,-1 0-1,0 0 0,0 0 1,0 1-1,0-1 1,0 0-1,-1 0 0,1 1 1,-1-1-1,0 1 1,0 0-1,0-1 0,0 1 1,0 0-1,0 0 1,-1 0-1,1 0 0,0 1 1,-1-1-1,0 0 1,1 1-1,-1 0 1,0 0-1,0 0 0,0 0 1,0 0-1,1 1 1,-1-1-1,0 1 0,0 0 1,0-1-1,0 1 1,0 1-1,0-1 0,0 0 1,0 1-1,0 0 1,0-1-1,0 1 0,-3 2 1,4-2-20,-1 1 1,1-1-1,0 1 0,0-1 1,0 1-1,0 0 1,0 0-1,1 0 0,-1 0 1,0 0-1,1 0 1,0 1-1,-1-1 0,1 0 1,0 1-1,0-1 0,1 1 1,-1-1-1,0 1 1,1 0-1,-1-1 0,1 4 1,-3 66 104,3-57-80,0-13-11,0 1-1,1-1 1,-1 1 0,0-1-1,1 0 1,-1 1 0,1-1-1,0 0 1,0 1-1,0-1 1,0 0 0,0 0-1,1 0 1,-1 0-1,1 0 1,-1 0 0,1 0-1,-1 0 1,3 1-1,1 0 30,-1 0 0,1 0 0,-1-1 0,1 1 0,0-1 0,0 0 0,0-1 0,9 3 0,10-1 103,0 0 0,0-2 0,29-1 0,-30-1-136,-22 1-76,-1 0 1,0 0-1,1 0 0,-1 0 1,0 0-1,1 0 1,-1 0-1,0 0 0,1 0 1,-1 0-1,0-1 0,1 1 1,-1 0-1,0 0 1,0 0-1,1-1 0,-1 1 1,0 0-1,0 0 1,1 0-1,-1-1 0,0 1 1,0 0-1,0-1 1,1 1-1,-1 0 0,0 0 1,0-1-1,0 1 0,0 0 1,0-1-1,0 1 1,0 0-1,1-1 0,-1 1 1,0 0-1,0-1 1,0 1-1,-1 0 0,1-1 1,0 1-1,0 0 0,0-1 1,0 1-1,0-1 1,0-2-2254,0-2-2904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0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6883,'0'0'1177,"0"0"-19,0 0-147,0 0 34,0 0-402,15 12-248,44 42-213,-56-51-171,-1 0 1,1-1-1,-1 1 1,0 0-1,0 0 1,0 1-1,0-1 1,0 0-1,-1 1 1,0-1-1,1 0 1,-1 1-1,0 0 1,-1-1-1,1 1 1,-1 0-1,1-1 1,-1 1-1,-1 7 1,1-2 38,0-8-26,0-1-16,0 0 29,0 0-82,-1 0 39,0-1 1,0 0-1,0 1 1,0-1-1,0 0 1,0 1-1,0-1 1,0 0-1,1 0 1,-1 0-1,0 0 1,1 0-1,-1 1 1,0-1-1,1-1 1,-1 1-1,1 0 1,0 0-1,-1 0 1,1 0 0,0 0-1,0 0 1,-1 0-1,1 0 1,0-1-1,0 1 1,0 0-1,1-1 1,-2-44-299,1 38 188,0 1 15,0 0 1,0-1-1,1 1 0,0 0 1,0 0-1,0 0 0,4-10 1,-4 15 101,0 0 0,0 1 0,0-1 0,0 1 1,1-1-1,-1 1 0,0 0 0,1-1 0,-1 1 0,0 0 1,1 0-1,0 0 0,-1 0 0,1 0 0,0 0 0,-1 1 1,1-1-1,0 0 0,0 1 0,-1-1 0,1 1 0,0 0 1,0 0-1,0 0 0,0 0 0,0 0 0,-1 0 1,1 0-1,0 0 0,0 1 0,0-1 0,0 1 0,-1-1 1,1 1-1,2 1 0,0 1 77,0 1-1,-1-1 1,1 1 0,-1 0-1,1 0 1,-1 1 0,0-1-1,0 1 1,-1-1 0,0 1-1,0 0 1,2 6-1,8 12 160,42 73 398,-37-85-975,-3-10-2623,-11-1-1212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0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6531,'0'0'1086,"0"0"-347,0 0-115,0 0 168,0 0 209,0 0-206,3-3-339,-2 2-431,0 0 0,0 1 0,-1-1 0,1 0 0,0 0 0,0 1 0,0-1 0,0 0 0,0 1 0,0-1 0,0 1 0,0-1 0,0 1 0,0 0 0,0-1 0,0 1 0,1 0 0,-1 0-1,0 0 1,0 0 0,0 0 0,0 0 0,0 0 0,0 0 0,1 0 0,-1 1 0,1-1 0,0 2 49,1 0-1,-1 0 1,0 0 0,1 0-1,-1 1 1,0-1-1,-1 1 1,1-1-1,0 1 1,-1-1 0,2 5-1,7 13 250,0 0-1,2 0 0,0-1 0,1 0 1,1-1-1,0-1 0,1 0 0,2-1 1,30 25-1,-40-37-557,-1-1-1,1 1 1,0-1 0,0 0-1,0-1 1,0 0 0,0 0 0,0 0-1,1-1 1,-1 0 0,1-1-1,-1 0 1,15-1 0,-11 1-921,-8 0-1875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0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1857,'0'0'1251,"0"0"-581,0 0 130,0 0 414,-22 21 3,-65 69-153,80-83-862,1 0 1,-1 0-1,2 1 0,-1 0 0,1 0 1,0 0-1,1 0 0,0 1 0,0 0 1,-3 14-1,-2 5 609,-3 15 456,10-36-1149,1 0 1,-1 0-1,0 0 1,0 0-1,-1-1 0,0 1 1,0-1-1,0 1 0,-1-1 1,-7 9-1,-4-1-129,11-11-22,0 0-1,1 0 1,0 0-1,-1 1 0,1-1 1,0 1-1,0 0 1,1 0-1,-1 0 0,1 0 1,0 0-1,0 0 1,0 1-1,-1 7 0,31-16-5277,-17-6-1228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1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146 122 1761,'0'0'-411,"0"0"-544,0 0 717,0 0 585,-9-13 112,-28-42-109,35 53-282,0-1-1,0 1 1,-1 0 0,1-1 0,-1 1 0,1 1 0,-1-1 0,0 0 0,0 0 0,0 1 0,0 0-1,0 0 1,0 0 0,0 0 0,0 0 0,0 0 0,-6 0 0,-6-2 969,14 3-827,0 0-1,-1 0 1,1-1-1,0 1 0,0-1 1,0 1-1,0-1 1,0 1-1,0-1 1,0 1-1,0-1 0,0 0 1,0 0-1,0 0 1,0 1-1,0-1 0,0 0 1,1 0-1,-1 0 1,0 0-1,1 0 1,-2-2-1,0-2 689,-1 5 2686,1 10-2911,7 15-667,12-1 359,2-1-1,37 38 1,11 12 73,-17-11-152,-4 2 1,55 99 0,-86-134-217,-1 1 0,-1 0 0,-2 1 0,-1 0 0,-2 1 1,-1 0-1,-1 0 0,2 54 0,-6-70-4,-1 1-1,-1 0 1,-1-1-1,0 1 1,-1 0-1,-1-1 1,-1 1 0,0-1-1,-1 0 1,0 0-1,-9 15 1,-14 14 268,-41 48 1,10-14-60,56-70 154,3-7-1103,0-5-3763,5-11 708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1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42 1905,'0'0'3193,"0"0"-2190,0 0-600,0 0 467,0 0 224,0 0-262,-12-4 2314,15 1-3086,1 0-1,0 0 1,1 0 0,-1 0 0,0 1 0,1-1 0,-1 1 0,1 1-1,0-1 1,0 0 0,-1 1 0,8-1 0,63-5 119,-72 7-174,0 0 0,1 0 0,-1 1-1,0-1 1,1 1 0,-1 0-1,0-1 1,0 2 0,0-1 0,1 0-1,-1 1 1,0-1 0,-1 1-1,1 0 1,0 0 0,0 0-1,-1 0 1,1 0 0,-1 1 0,0-1-1,0 1 1,0 0 0,0 0-1,0-1 1,-1 1 0,1 0-1,-1 1 1,1-1 0,-1 0 0,0 0-1,-1 0 1,1 1 0,0-1-1,-1 0 1,0 1 0,0-1 0,0 6-1,0 5 21,0 5 31,0 1 0,-7 37 0,6-49-50,-2 0 1,1-1-1,-1 1 0,0-1 0,-1 0 1,1 0-1,-1 0 0,-1 0 0,1-1 0,-9 9 1,-57 40 137,70-54-112,0-1 5,0 0 22,0 0 40,0-33-134,-1 32 29,1 0 0,1 1-1,-1-1 1,0 0 0,0 1 0,0-1 0,0 1 0,0-1 0,0 0 0,1 1-1,-1-1 1,0 1 0,0-1 0,1 1 0,-1-1 0,0 1 0,1-1 0,-1 1 0,1-1-1,-1 1 1,1-1 0,-1 1 0,1 0 0,-1-1 0,1 1 0,-1 0 0,1 0-1,-1-1 1,1 1 0,-1 0 0,1 0 0,0 0 0,0-1 0,29 4-18,35 22 92,-61-23-80,19 7 27,-1-2 1,2 0-1,-1-1 0,1-2 1,0 0-1,0-2 1,0 0-1,29-3 0,-50 1 9,-1 0 1,1-1-1,-1 0 0,1 0 0,-1 1 0,0-2 0,1 1 0,-1 0 0,0 0 0,0-1 0,0 1 0,0-1 0,0 1 0,0-1 0,0 0 0,0 0 0,-1 0 0,1 0 0,-1 0 0,1 0 0,-1-1 0,0 1 0,0 0 0,0-1 0,0 1 0,0-1 0,-1 1 0,1-1 0,-1 1 0,1-4 0,2-12-887,-1 1 1,-1-1-1,0-19 0,-1 33 112,0-1-3931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1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21 720,'0'0'3108,"0"0"-1544,0 0-230,0 0 0,0 0-32,0 0-217,0 0-180,-3-3-190,2 1-640,-1 1 0,1-1-1,0 1 1,-1 0 0,1 0 0,-1 0 0,0-1 0,1 1-1,-1 1 1,0-1 0,0 0 0,1 0 0,-1 1 0,0-1 0,0 1-1,0-1 1,0 1 0,0 0 0,0 0 0,0 0 0,0 0-1,0 0 1,0 0 0,0 0 0,1 1 0,-1-1 0,0 1 0,0 0-1,0-1 1,0 1 0,1 0 0,-1 0 0,0 0 0,1 0-1,-1 0 1,-2 2 0,-2 3-64,-1 0 1,1 0-1,1 1 0,-1-1 1,1 1-1,0 0 0,1 1 0,-1-1 1,2 1-1,-1 0 0,-4 15 1,5-9 5,0 0 1,1 0-1,0 0 1,1 0 0,1 0-1,2 21 1,-1-30-19,0 0-1,1 0 1,-1 0-1,1-1 1,0 1 0,0 0-1,0-1 1,1 1-1,0-1 1,-1 0-1,2 0 1,-1 0 0,0 0-1,1 0 1,0-1-1,0 0 1,0 0 0,0 0-1,0 0 1,1 0-1,-1-1 1,1 0 0,-1 0-1,1 0 1,6 1-1,7 3 9,1-2-1,-1 0 0,1-1 0,0 0 0,29-1 0,-46-3-2,0 1 1,0 0 0,-1-1-1,1 1 1,0-1-1,0 0 1,0 1-1,-1-1 1,1 0-1,0 0 1,-1 0-1,1 0 1,0-1-1,-1 1 1,0 0-1,1 0 1,-1-1 0,0 1-1,0-1 1,1 0-1,-1 1 1,-1-1-1,1 0 1,0 1-1,0-1 1,0 0-1,-1 0 1,1 0-1,-1 0 1,0 0-1,0 0 1,1 1 0,-1-4-1,1-10-10,-1 1 0,0-1 0,-2-19 0,1 28 9,0 0-7,0 1 0,0-1-1,-1 1 1,0 0 0,0-1 0,-1 1-1,1 0 1,-1 1 0,0-1 0,0 0-1,-1 1 1,1-1 0,-1 1 0,0 0-1,0 1 1,0-1 0,-1 1-1,1-1 1,-1 1 0,0 1 0,0-1-1,0 1 1,0-1 0,-9-1 0,-4-2-31,-1 1 1,1 1 0,-1 0 0,0 1-1,-37 0 1,55 3 15,-1 0-1,0 0 1,0 0 0,0 0-1,0 0 1,1 0 0,-1 0-1,0 0 1,0 1 0,0-1-1,1 1 1,-1-1 0,0 1-1,1 0 1,-1 0 0,0 0-1,1 0 1,-3 1-1,3 1-3,0 0-1,0-1 0,1 1 0,-1 0 0,0 0 0,1 0 1,0 0-1,-1-1 0,1 1 0,0 0 0,1 3 1,-2 10-263,3 35-356,-2-50 471,0 0 1,0 1-1,0-1 1,1 1-1,-1-1 1,0 0-1,1 0 1,-1 1-1,1-1 1,0 0-1,-1 0 1,1 1-1,0-1 1,0 0-1,0 0 1,-1 0-1,1 0 1,0 0-1,1 0 1,-1 0-1,0-1 1,0 1-1,0 0 1,0-1-1,1 1 1,-1-1-1,0 1 1,1-1-1,1 1 1,10 0-3408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19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5587,'0'0'1931,"0"0"-792,0 0-440,0 0-24,0 0-16,0 0-272,-1 6-125,-3 25 233,1 0 1,1 0 0,3 46 0,1-18 55,3 27 406,4 0 0,4 0-1,32 110 1,-38-167-723,-6-19-122,1 1 0,-1 0 0,-1 0-1,0 0 1,-3 20 0,-1 14-3278,5-45 162,1 0-723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2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5587,'0'0'570,"0"0"-41,0 0 506,0 0 512,0 0-226,-14 25-417,-100 191 814,-82 155-288,196-370-1929,-3 5 1354,0-5-7507,3-1 836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20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4370,'0'0'518,"0"0"-145,0 0 291,0 0 134,0 0 368,5 8 10,1 5-871,-1-1 0,-1 1 0,0 1-1,-1-1 1,0 1 0,-1-1-1,0 1 1,-1 0 0,-2 22-1,1-12-83,0 0-1,2 0 1,1 0-1,0-1 1,2 1-1,1-1 1,0 0-1,2-1 1,1 0-1,0 0 1,2 0-1,1-1 0,21 29 1,-29-46-197,-1 1 0,1-1 0,1 0 0,-1-1 0,1 1 1,-1-1-1,1 0 0,0 0 0,0-1 0,0 1 0,1-1 0,-1 0 0,1 0 0,7 1 0,4-1 57,1 0 0,-1-1 1,23-2-1,-12 1 7,-27 0-150,0 0 0,0 0 0,0 0 0,0 0 0,0 0 0,0 0 0,0 0 1,-1 0-1,1 0 0,0-1 0,0 1 0,0 0 0,0-1 0,0 1 0,-1-1 1,1 1-1,0-1 0,0 1 0,-1-1 0,1 1 0,0-1 0,-1 0 0,1 1 0,-1-1 1,1 0-1,-1 0 0,1 1 0,-1-1 0,1 0 0,-1 0 0,0 0 0,1 1 0,-1-1 1,0 0-1,0 0 0,0 0 0,1 0 0,-1 0 0,0 0 0,0 0 0,0 0 1,-1 1-1,1-1 0,0 0 0,-1-2 0,1-2-3348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31.52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456 18 3249,'0'0'699,"0"0"22,0 0 197,0 0 226,0 0 134,0 0-462,5-18 1415,-13 36-2048,-2-1 0,1-1 0,-2 1 1,-20 23-1,-4 7 144,-23 40 433,-3-2 1,-139 145-1,188-220-1112,-11 13 1357,23-23-1083,0 0 0,-1 0 1,1 1-1,0-1 0,0 0 0,0 0 0,-1 0 1,1 1-1,0-1 0,0 0 0,0 0 1,0 1-1,0-1 0,0 0 0,-1 0 0,1 1 1,0-1-1,0 0 0,0 0 0,0 1 1,0-1-1,0 0 0,0 0 0,0 1 0,0-1 1,0 0-1,0 1 0,0-1 0,0 0 1,0 0-1,1 1 0,-1-1 0,0 0 0,0 0 1,0 1-1,0-1 0,0 0 0,1 0 1,-1 0-1,0 1 0,0-1 0,0 0 0,1 0 1,-1 0-1,0 1 0,0-1 0,0 0 1,1 0-1,-1 0 0,0 0 0,0 0 0,1 0 1,-1 0-1,0 0 0,1 1 0,-1-1 1,0 0-1,0 0 0,1 0 0,-1 0 0,0 0 1,0 0-1,1-1 0,-1 1 0,0 0 1,1 0-1,-1 0 0,0 0 0,1 0 0,2 0-5388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32.58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770 5 912,'0'0'2716,"0"0"-1283,0 0-702,0 0 83,0 0 298,3-5 365,-5 6-91,-111 130-533,9-9 135,-45 41-323,-164 230 1,303-377-653,-42 64 7,48-72-21,0-1 1,0 1 0,1-1-1,0 1 1,1 0-1,0 0 1,0 0 0,-1 17-1,0-12-3499,3-19 469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3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82 5202,'0'0'662,"0"0"-11,0 0 379,0 0 168,0 0-91,0 0-237,-1-1-685,1 1 1,0-1 0,0 0 0,-1 1 0,1-1 0,0 1-1,0-1 1,0 0 0,0 1 0,0-1 0,0 1-1,0-1 1,0 0 0,0 1 0,0-1 0,0 0 0,0 1-1,0-1 1,1 1 0,-1-1 0,0 0 0,1 0 0,22-7-32,0 1 1,1 1-1,0 1 1,26-2-1,-2 0 50,41-5-377,168-2-1,-256 14-978,-9 10-1746,-6-6-175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37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3137,'0'0'1377,"0"0"-467,0 0 138,0 0 313,0 0-289,7 0-367,270 2 2482,-126-4-5030,-151 2-3252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3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33 5154,'0'0'966,"0"0"-99,0 0 30,0 0 148,0 0 159,0 0-217,-3-7-344,2 4-574,-6-17 292,3 18-175,3 16-45,-10 401 2791,11-370-2854,-1 8-143,2-18-4155,-1-35-174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3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2913,'0'0'771,"0"0"166,0 0-54,0 0 131,0 0-27,3-5-128,-2 5-808,-1-1 0,0 0 1,0 1-1,0-1 0,1 0 1,-1 1-1,0-1 0,1 0 0,-1 1 1,1-1-1,-1 1 0,0-1 1,1 1-1,-1-1 0,1 1 1,0-1-1,-1 1 0,1 0 0,-1-1 1,1 1-1,0 0 0,-1-1 1,1 1-1,-1 0 0,1 0 0,0-1 1,0 1-1,-1 0 0,2 0 1,0 28 1655,-2-15-1706,-2 59 1542,-16 97 0,14-136-1451,1 0 0,1 0 0,3 0-1,4 43 1,-5-76-97,0 2-14,0 0 0,0 0 0,0 0 0,1-1 1,-1 1-1,0 0 0,1 0 0,-1 0 1,1-1-1,0 1 0,-1 0 0,1-1 0,0 1 1,0-1-1,0 1 0,0-1 0,0 1 1,1-1-1,-1 0 0,0 1 0,1-1 1,2 2-1,-3-4-310,0 0-1,0 0 1,-1 0 0,1-1 0,0 1 0,-1 0 0,1 0-1,-1-1 1,1 1 0,-1 0 0,0-1 0,1 1 0,-1-1 0,0 1-1,0 0 1,0-3 0,0 4 74,0-19-5604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39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5234,'0'0'1140,"0"0"-399,0 0-135,0 0 146,0 0-152,17-11-189,20-11-101,0 1-1,52-18 1,123-25 813,-208 63-1109,0 0-1,0 0 1,0 0 0,0 1-1,0-1 1,0 1 0,0 0-1,0 0 1,0 1 0,0-1 0,0 1-1,0 0 1,5 1 0,-4 1 38,-1 0 1,1 0 0,-1 1 0,1-1 0,-1 1-1,0 0 1,0 0 0,5 8 0,-3-5-14,0-1 1,1 0-1,-1 0 1,1 0-1,0-1 1,1 0-1,-1-1 1,1 1-1,0-1 1,0-1-1,0 0 0,1 0 1,16 3-1,-5-2 11,1-2-1,-1-1 0,0 0 1,0-2-1,24-3 0,-37 3-10,0 0 0,1-1-1,-1 1 1,0-2 0,0 1-1,0-1 1,0 0-1,-1-1 1,1 1 0,-1-1-1,0-1 1,0 1 0,0-1-1,0 0 1,-1 0 0,0-1-1,0 1 1,8-13 0,-11 13-285,1-1 0,-1 1 0,1-1 0,-2 1 0,1-1 0,-1 0 0,1 0 0,-2 0 0,1 1 0,0-8 0,-1 13-4063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802 68 3506,'0'0'1822,"0"0"-622,0 0-261,0 0 51,0 0-88,-4-10-326,-15-30-224,17 38-317,1 1-1,-1-1 0,0 1 0,1-1 1,-1 1-1,0 0 0,0 0 0,0 0 1,0 0-1,0 0 0,0 0 0,0 1 1,-1-1-1,1 1 0,0-1 0,0 1 1,0 0-1,-1 0 0,1 0 0,0 0 1,0 0-1,-1 1 0,-2 0 0,-3-1 97,0 0-76,0 0-1,-1 1 1,1 0 0,0 0 0,0 0-1,0 1 1,0 0 0,0 1 0,0 0-1,1 0 1,-1 1 0,1 0 0,0 0-1,0 1 1,0-1 0,1 1 0,0 1 0,-11 11-1,0 1 52,0 1 1,1 2-1,1-1 0,1 1 0,1 1 0,1 1 1,1 0-1,1 0 0,1 1 0,1 0 0,1 1 0,-5 35 1,0 26 73,5 1 1,4 112 0,3-144-132,-1-24 26,2 0 1,1 0 0,2 0-1,1 0 1,17 58-1,24 32 234,-27-77-106,-2 1-1,-1 1 1,-3 0-1,-2 1 0,7 64 1,-13-57-12,-4 0-1,-1 0 1,-3 0 0,-3 0 0,-1 0-1,-3-1 1,-29 88 0,19-88 119,-28 54 0,41-93-209,-1 0 0,-1 0 1,0-1-1,-1 0 0,0 0 0,-1-1 1,-1-1-1,-19 17 0,24-24-74,-1 0-1,1 0 1,-1 0-1,0-1 0,0 0 1,0-1-1,0 0 1,0 0-1,-1 0 1,1-1-1,-1-1 1,1 1-1,-1-1 1,1-1-1,-1 0 1,1 0-1,-1 0 1,1-1-1,0 0 0,0-1 1,0 0-1,0 0 1,0-1-1,-9-6 1,1-2 13,1-1 1,-24-26 0,35 35-410,0 0 0,0-1 0,1 0 0,-1 1 0,1-1 1,0-1-1,1 1 0,0 0 0,-1-1 0,1 1 0,1-1 0,-1 1 0,0-11 0,2 10-2664,3 4-1187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1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63 142 4242,'0'0'1110,"0"0"-102,0 0 284,0 0 266,0 0-35,0 0-509,-5-4-462,3 2-427,2 1-81,-1 0 0,0-1-1,-1 1 1,1 0 0,0 0 0,0 0 0,0 0-1,-1 0 1,1 0 0,-1 0 0,1 0 0,-1 1-1,1-1 1,-1 1 0,1-1 0,-3 0 0,3 2-32,0-1 1,-1 1 0,1 0-1,0 0 1,0-1 0,-1 1-1,1 0 1,0 0 0,0 0-1,0 0 1,0 0 0,0 0-1,0 1 1,1-1 0,-1 0-1,0 0 1,0 1 0,1-1 0,-1 1-1,1-1 1,-1 0 0,1 1-1,0-1 1,-1 2 0,-7 40 273,7-37-229,1 0 1,-1 0-1,1 1 0,0-1 1,1 0-1,-1 0 1,1 0-1,3 12 1,-2-15-41,0 0 1,0 0-1,0 0 1,0 0 0,0 0-1,0 0 1,1-1 0,0 1-1,-1-1 1,1 0-1,0 0 1,0 0 0,0 0-1,0 0 1,1-1-1,4 2 1,8 2 50,0 0-1,0-1 1,0-1 0,0-1-1,0-1 1,1 0 0,28-2-1,-13 1 0,-31 0-66,1 0 0,-1-1 0,0 1 0,1 0 1,-1 0-1,0-1 0,1 1 0,-1-1 0,0 1 0,1-1 0,-1 0 0,0 1 0,0-1 0,0 0 0,0 0 0,0 0 0,0 0 0,0 0 0,0 0 0,0 0 0,0 0 0,0 0 0,-1 0 0,2-2 0,0-2-14,0 1-1,0-1 0,-1 0 1,0 0-1,0 0 1,0 0-1,0-5 0,0-12-16,-1 1-1,-4-28 0,3 49 33,0-9 28,-1 0 0,0 1 1,-1-1-1,0 1 0,-1 0 0,1 0 0,-1 0 1,-1 0-1,0 0 0,0 1 0,0 0 0,-8-7 1,9 9 41,-1 0 1,0 1 0,0-1 0,0 1 0,0 0-1,-1 0 1,0 1 0,0 0 0,0 0-1,0 0 1,0 1 0,-1-1 0,1 2 0,-1-1-1,0 1 1,-9-1 0,9 2-65,0 0 0,0 0 0,0 1 0,0-1 0,0 2-1,0-1 1,1 1 0,-12 5 0,15-6-26,1 1-1,0-1 1,-1 1-1,1 0 1,0-1-1,0 1 0,0 0 1,1 1-1,-1-1 1,0 0-1,1 0 1,0 1-1,-1-1 1,1 1-1,0-1 1,0 1-1,0 0 1,1-1-1,-1 1 0,0 0 1,1-1-1,0 1 1,0 0-1,0 5 1,0-8-49,0 0 0,0 1 0,0-1 0,0 1-1,0-1 1,0 0 0,0 1 0,0-1 0,1 0 0,-1 1 0,0-1 0,0 1 0,0-1 0,0 0 0,1 1 0,-1-1 0,0 0 0,0 0 0,1 1 0,-1-1 0,0 0-1,0 1 1,1-1 0,-1 0 0,0 0 0,1 0 0,-1 1 0,0-1 0,1 0 0,-1 0 0,1 0 0,-1 0 0,0 0 0,1 0 0,-1 0 0,0 0 0,1 0-1,-1 0 1,1 0 0,-1 0 0,0 0 0,1 0 0,-1 0 0,0 0 0,1 0 0,0 0 0,3-1-1061,19 1-5939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3730,'0'0'2147,"0"0"-855,0 0-359,0 0 36,0 0 373,-2 19-355,-20 275 2001,22-291-3252,-1 24 863,-6-16-4037,4-11-1348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2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12 3298,'0'0'1819,"0"0"-720,0 0-93,0 0 232,0 0-96,5-11 458,-4 49-687,-12 67 395,6-74-731,-1 44 0,6-56-549,-1-15-112,0-1 0,1 1-1,0 0 1,-1 0-1,2-1 1,-1 1-1,0 0 1,1 0-1,-1-1 1,1 1-1,0 0 1,1-1-1,-1 1 1,0-1 0,5 7-1,-6-9-1788,0-1-880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1953,'0'0'1787,"0"0"-1013,0 0-54,0 0 401,0 0 178,7-2-338,330-91 3777,-333 92-4656,-2 0-55,1 0 0,0 0-1,0 0 1,0 1 0,0-1-1,0 1 1,0 0 0,0-1-1,0 1 1,0 1 0,0-1 0,0 0-1,0 1 1,0-1 0,0 1-1,0 0 1,0 0 0,0 0-1,-1 1 1,1-1 0,0 0-1,2 3 1,-3-3-11,0 0 0,0-1 0,0 1 0,0 0 0,1-1 0,-1 1-1,0-1 1,0 0 0,1 0 0,-1 0 0,0 0 0,0 0 0,1 0 0,-1-1 0,0 1 0,0-1 0,0 1 0,0-1-1,1 0 1,-1 0 0,0 0 0,0 0 0,-1 0 0,1 0 0,0-1 0,0 1 0,2-4 0,1 0-753,1 5-3006,-6 0 3711,2 0-6734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5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86 4274,'0'0'1769,"0"0"-385,0 0 38,0 0 30,0 0-297,0 0-411,-5-13-199,-18-40-255,21 51-278,0 0 0,0 0 0,-1 0 0,0 1 0,1-1 0,-1 1 0,0-1 0,1 1 0,-1 0 0,0 0 0,0 1 0,0-1 0,0 0 0,0 1 0,0 0 0,0-1 0,0 1 0,0 1 0,0-1 0,0 0 0,0 1 0,-5 1 0,-7-1 6,-3 0-19,0 2 1,1 0 0,-1 0 0,1 2-1,0 0 1,1 1 0,-1 1-1,1 0 1,0 1 0,1 1-1,0 0 1,0 1 0,1 1-1,0 0 1,1 1 0,-23 27-1,34-36 1,0-1-1,0 1 0,0-1 1,0 1-1,0 0 0,1 0 1,-1 0-1,1 0 0,0 0 1,0 0-1,0 1 0,0-1 1,1 0-1,-1 0 0,1 1 1,0-1-1,0 0 0,0 1 1,1 3-1,0-6 2,-1 0 1,1 0-1,0-1 0,0 1 1,0 0-1,-1-1 0,1 1 1,0-1-1,0 1 0,0-1 1,0 1-1,0-1 0,0 0 1,0 1-1,0-1 0,0 0 0,0 0 1,0 0-1,0 0 0,0 0 1,0 0-1,2 0 0,33-1 183,-26 1-96,93-10 125,-81 6-232,-1 1-1,0 2 1,1 0-1,-1 1 0,31 3 1,-50-2-13,0 0-1,0-1 1,0 1 0,-1 0 0,1 0 0,0 0 0,0 1 0,0-1 0,-1 0 0,1 1 0,0-1-1,-1 1 1,0-1 0,1 1 0,-1 0 0,0-1 0,0 1 0,0 0 0,0 0 0,0 0 0,0 0 0,0 0-1,-1 0 1,1 0 0,-1 0 0,1 4 0,1 7-120,-1 1 0,-1-1 0,-1 17-1,1-9-4,-1-14 132,0 1 0,0-1 0,0 1 0,-1-1 0,0 1 0,0-1 0,-1 0 0,1 0 0,-2 0 0,1 0 0,-1-1 0,0 0 0,-1 1 0,1-1 0,-1-1 0,0 1 0,-1-1 0,1 0 0,-1 0 0,-13 8 0,8-6 39,-1 0-1,0-1 0,0 0 0,-1-1 1,1-1-1,-1 0 0,0 0 0,-1-1 1,1-1-1,0-1 0,-16 1 0,22-2 23,0 0 0,0 0 0,0-1 0,0 0 0,0-1-1,0 0 1,0 0 0,0 0 0,-9-5 0,4-1 0,0 1-1,1-2 1,-18-16 0,23 16-306,10 5-293,15 4-1583,-15 0 1104,9 0-2538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5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85 225 8052,'0'0'1478,"0"0"-1022,0 0-53,0 0 184,0 0 2,12-13-309,-1 0-254,2 1 19,-1-1 0,0-1 0,-1 0 0,-1-1 0,10-17 1,-17 24-82,-1-1 0,1 1 0,-1-1-1,-1 0 1,0 1 0,0-1 0,-1-16 0,0 24 38,0 0-1,-1 1 1,1-1-1,0 0 0,-1 1 1,1-1-1,-1 0 0,1 1 1,-1-1-1,1 0 0,-1 1 1,1-1-1,-1 1 1,0-1-1,1 1 0,-1-1 1,0 1-1,1-1 0,-1 1 1,0 0-1,0-1 1,1 1-1,-1 0 0,0 0 1,0 0-1,0 0 0,1 0 1,-1-1-1,0 1 0,-1 1 1,-34-1-25,28 0 17,3 0 5,-1 0 1,1 0-1,0 1 1,0-1-1,0 1 1,0 0-1,0 1 1,0-1-1,0 1 1,1 0-1,-1 0 1,1 1-1,-1 0 1,1-1-1,0 1 1,0 0-1,0 1 1,0-1-1,0 1 1,1 0-1,-6 8 1,4-4 6,1 0 1,0 1-1,1 0 1,0 0-1,0 0 1,1 0-1,0 0 1,0 1-1,1-1 1,0 1-1,1 9 0,1-15 0,0 0-1,-1 0 1,1 0-1,1-1 0,-1 1 1,1-1-1,-1 1 0,1-1 1,0 1-1,0-1 1,1 0-1,-1 0 0,1 0 1,-1 0-1,1 0 0,0-1 1,0 1-1,0-1 1,0 0-1,1 0 0,-1 0 1,0 0-1,1-1 0,0 1 1,6 1-1,10 4 26,1-1 0,-1-1 0,32 4 1,-6-5-96,58-3 1,-67-1-328,-37 0 380,1 0-87,0 1 1,-1-1 0,1 0 0,0 0-1,-1 0 1,1 0 0,0 0 0,0 0-1,-1 0 1,1 0 0,0 0-1,-1 0 1,1 0 0,0 0 0,-1 0-1,1-1 1,0 1 0,-1 0 0,1 0-1,-1-1 1,1 1 0,0 0 0,-1-1-1,1 1 1,-1-1 0,1 1-1,-1-1 1,1 1 0,-1-1 0,1 1-1,-1-1 1,0 1 0,1-1 0,-1 0-1,0 1 1,0-1 0,1 0-1,-1 1 1,0-1 0,0 0 0,0 1-1,0-2 1,0-5-2859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5987,'0'0'1107,"6"22"165,-4-16-1161,11 40 696,2-2 0,25 52 0,-38-92-750,13 27 323,35 49 0,-50-80-401,0 0 1,0 0-1,0 0 0,0 0 1,0 0-1,0 1 1,0-1-1,1 0 0,-1 0 1,0 0-1,0 0 1,0 0-1,0 0 0,0 0 1,0 0-1,0 0 1,0 0-1,0 0 0,0 0 1,1 0-1,-1 0 1,0 0-1,0 1 1,0-1-1,0 0 0,0 0 1,0 0-1,0 0 1,1 0-1,-1 0 0,0 0 1,0 0-1,0 0 1,0-1-1,0 1 0,0 0 1,0 0-1,0 0 1,1 0-1,-1 0 0,0 0 1,0 0-1,0 0 1,0 0-1,0 0 1,0 0-1,0 0 0,0 0 1,0 0-1,0 0 1,1-1-1,-1 1 0,0 0 1,0 0-1,0 0 1,0 0-1,0 0 0,0 0 1,0 0-1,0 0 1,0-1-1,0 1 1,0 0-1,0 0 0,0 0 1,0 0-1,0 0 1,0-1-1,1-14-535,-3-20 377,-3 11 150,-1 2 195,1-1-1,1 1 0,2-1 0,-1-46 1,4 67-160,-1 0 0,0 1 0,1-1 1,-1 0-1,1 0 0,0 0 0,-1 1 1,1-1-1,0 0 0,0 1 0,0-1 1,0 1-1,0-1 0,1 1 0,-1 0 1,0-1-1,1 1 0,-1 0 0,1 0 1,-1 0-1,1 0 0,0 0 0,-1 0 0,1 0 1,0 1-1,0-1 0,-1 1 0,1-1 1,4 1-1,5-2 54,1 0 0,0 2 0,20 0 0,-15 1 28,-12-1-25,0 1 0,0 0 0,0 0 0,-1 0 0,1 1 0,0 0 0,-1 0 0,1 0 0,-1 0 0,1 1 0,4 3 0,50 43 492,-20-17-396,51 25-541,-89-56-1563,-1-1-2067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7043,'0'0'198,"0"0"76,0 0 60,0 0 256,0 0 36,16 9 28,47 34-171,-59-39-431,-1 0 1,1 0-1,-1 0 1,0 0-1,0 0 1,-1 1-1,1-1 1,-1 1-1,0 0 1,0 0-1,-1-1 0,1 1 1,-1 0-1,0 0 1,0 1-1,-1 6 1,4 13 176,-1-13-118,1 1 0,0-1 0,0 0 0,1-1 0,1 1 0,0-1 0,10 15 0,-12-21-55,0 0 0,1 0 0,0-1-1,0 1 1,0-1 0,1 0 0,-1 0 0,1-1 0,0 1 0,0-2-1,0 1 1,0 0 0,1-1 0,-1 0 0,10 1 0,20 2-670,0-2 0,46-1 1,-80-2-2842,-2 0-2545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7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0 4402,'0'0'944,"0"0"-215,0 0 106,0 0 72,-19 25-77,-122 173 322,123-172-1060,-2 0 0,-1-2 0,0-1 0,-2 0 0,-27 19 0,50-41-191,-1-1 0,1 0 0,-1 1 0,0-1 0,1 1 0,-1-1 0,1 1 0,-1-1 0,1 1 0,0-1 0,-1 1 0,1 0 0,0-1 0,-1 1 0,1-1-1,0 1 1,0 0 0,-1-1 0,1 1 0,0 0 0,0 0 0,0 1 0,0-2-4933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7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4 4834,'0'0'937,"0"0"98,0 0 229,0 0-172,0 0-329,-17 3-259,-52 11-43,67-13-421,0 1 0,0-1 0,0 0 0,0 0 0,0 1-1,1-1 1,-1 1 0,0 0 0,1-1 0,-1 1 0,1 0 0,0 0-1,0 0 1,-1 0 0,1 0 0,1 0 0,-1 0 0,0 0 0,0 1-1,0 3 1,-2 47 766,3-39-509,-1 0-111,0 4-3,1 0 0,0 1 1,1-1-1,1 0 0,5 22 1,-6-35-170,1-1 1,-1 1-1,1-1 1,0 0-1,0 0 1,1 0-1,-1 0 1,1 0-1,0 0 1,0-1-1,0 0 1,0 1 0,0-1-1,1 0 1,0 0-1,0-1 1,-1 1-1,1-1 1,1 0-1,-1 0 1,0 0-1,0 0 1,1-1-1,-1 0 1,1 0-1,5 1 1,-1-1 22,0 1 1,1-1-1,0-1 1,-1 1-1,1-2 1,-1 1-1,1-1 1,17-5-1,-22 5-32,-1-1-1,1-1 1,-1 1 0,0-1-1,0 0 1,0 0-1,0 0 1,0 0-1,-1-1 1,1 1 0,-1-1-1,0 0 1,0 0-1,0 0 1,-1 0-1,1-1 1,-1 1 0,3-8-1,2-12-251,0 0 0,-2 0-1,-1-1 1,0 1 0,-2-1 0,-1 0-1,-2-27 1,1 37 112,0 13 125,0 0 1,-1 1-1,1-1 0,-1 0 0,1 0 1,-1 0-1,1 0 0,-1 0 0,0 1 0,0-1 1,0 0-1,0 1 0,0-1 0,0 1 1,0-1-1,-1 1 0,1-1 0,-1 1 0,1 0 1,-1 0-1,1-1 0,-1 1 0,1 1 0,-1-1 1,0 0-1,0 0 0,0 0 0,1 1 1,-1-1-1,0 1 0,0 0 0,0-1 0,0 1 1,0 0-1,0 0 0,-2 0 0,-4 0 0,0 0-1,0 1 0,1 0 0,-1 0 0,0 1 1,0 0-1,1 0 0,-9 4 0,3 0 2,0 1 0,0 0-1,1 1 1,1 1 0,-1 0 0,-14 15-1,22-20-42,0 0-1,0 1 0,0-1 0,0 1 1,1 0-1,0 0 0,0 0 0,0 1 1,1-1-1,0 0 0,0 1 0,0 0 1,1-1-1,-1 1 0,1 0 0,1 0 1,-1 0-1,1 9 0,0-14-69,0-1 0,1 1 0,-1 0-1,0 0 1,0-1 0,0 1 0,1 0 0,-1-1-1,0 1 1,1 0 0,-1-1 0,0 1 0,1 0-1,-1-1 1,1 1 0,-1-1 0,1 1 0,0 0-1,-1-1 1,1 0 0,-1 1 0,1-1 0,0 1-1,-1-1 1,1 0 0,0 1 0,0-1 0,-1 0-1,1 0 1,0 0 0,0 1 0,-1-1-1,1 0 1,0 0 0,0 0 0,-1 0 0,1 0-1,0-1 1,0 1 0,1 0 0,19 0-4496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8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6291,'0'0'1409,"0"0"-564,0 0-279,0 0 229,0 0 384,0 0 123,7 18-251,14 39-172,-3 2-1,16 88 1,-27-90-701,-1-4 129,13 54 0,-15-91-270,0-1 1,1 0-1,1 0 1,0-1-1,1 0 0,0 0 1,2 0-1,10 13 1,-17-25-265,-1 1 0,1-1 0,1 0 0,-1 0 1,0 0-1,0 0 0,1 0 0,-1 0 1,1-1-1,0 1 0,-1-1 0,1 0 1,0 0-1,0 0 0,0 0 0,0 0 0,0-1 1,0 1-1,0-1 0,0 0 0,3 0 1,-6 0-5537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7491,'0'0'849,"0"0"-737,0 0 464,0 0 609,0 0-369,-71 151-224,44-104-159,-7 1-145,2-5-144,2 0 128,7-2-224,4-3-16,6-7 16,-1-7-96,4-7-32,5-8-192,-3-4-1041,8-5-2128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49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6515,'0'0'811,"0"0"227,0 0 288,11 28 98,33 89-220,-31-85-800,1-1 1,1 0 0,1-1-1,2-1 1,34 42-1,-42-60-492,0 0-1,1-1 1,0 0-1,1-1 1,-1 0 0,2-1-1,-1 0 1,1-1-1,1 0 1,-1-1-1,15 4 1,-26-10-2428,-2 0-2169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5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71 215 2305,'0'0'526,"0"0"141,0 0 416,0 0 245,0 0-154,0 0-27,0 0 358,-11-13-275,-34-43-414,43 54-658,1 0 0,-1-1 0,0 1 0,1-1 0,0 1 0,0-1 0,0 0 0,0 1 0,0-1 0,-1-3 0,3 0 1187,0 10 14,0 11-1352,1 1 0,0 0 0,1-1-1,1 0 1,7 17 0,34 83 290,-31-82-285,-2-4 25,1-1-1,2-1 1,35 51 0,-44-70-44,0 0 1,0-1 0,1 1 0,0-1 0,0-1 0,1 0 0,-1 0 0,1 0 0,1-1-1,-1 0 1,1-1 0,0 0 0,0 0 0,0-1 0,1 0 0,15 3 0,-24-6-14,0 0 1,0-1 0,0 1 0,0 0-1,-1 0 1,1-1 0,0 1 0,0-1-1,-1 1 1,1-1 0,0 1 0,0-1-1,-1 1 1,1-1 0,-1 0-1,1 1 1,0-1 0,-1 0 0,0 0-1,1 1 1,-1-1 0,1 0 0,-1 0-1,0 0 1,1 0 0,-1 1 0,0-1-1,0 0 1,0 0 0,0 0 0,0 0-1,0 0 1,0 0 0,0 1 0,0-1-1,0 0 1,-1-1 0,-3-44-323,3 41 282,-8-81-59,3-105 0,-2-20 18,8 206 91,0 0 0,0 1 0,-1-1 0,0 0 0,0 1 0,0-1 0,0 1 0,-1-1 0,0 1 0,0 0 0,-5-8 0,7 12-43,0 0-145,0 0-416,0 0-130,0 0-24,0 0-59,6 0-2228,1 0-170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55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6387,'0'0'1422,"0"0"-419,0 0-168,0 0 78,0 0-54,9 0 218,349 0 695,-357 2-2050,-1 0 0,1-1 0,-1 1 0,0 0 0,0 0 0,0-1 0,0 1 0,0 0 0,0 0 0,-1-1 0,1 1 0,0 0 0,-1-1 0,1 1 0,-3 3 0,-8-2-5076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6:5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5410,'0'0'678,"0"0"163,0 0 346,0 0 51,0 0-385,17 0-268,-3 0-591,22-1 587,-1 2 1,1 1 0,-1 2 0,68 16-1,-94-17-646,-8-3 33,1 0 0,0 0 0,-1 0 0,1 1-1,-1-1 1,1 1 0,-1-1 0,0 1 0,1 0 0,-1-1 0,1 1 0,-1 0 0,0 0 0,0 0 0,1 0 0,-1 0 0,0 0 0,0 0 0,0 0 0,0 1 0,0-1 0,-1 0-1,1 1 1,0-1 0,-1 1 0,1-1 0,-1 0 0,2 3 0,-8 1-1860,4-4 1178,-6 1-2768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0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1777,'0'0'963,"0"0"-213,0 0 170,0 0 363,0 0-237,0 0-64,0 0 66,0-11-79,0-37 122,0 31 2537,0 285-3316,1-261-314,-1 0-1,2 0 0,-1 0 0,1-1 0,0 1 0,1 0 0,-1-1 1,1 1-1,1-1 0,-1 0 0,1 0 0,0 0 0,8 8 0,0-16-5682,-11-8 499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0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1072,'0'0'1462,"0"0"-864,0 0-54,0 0 478,0 0-8,0 0-184,0 0-121,0 12 2612,0 48-1981,0-32-947,-1-7-225,1 0 0,0 0 1,2 1-1,0-2 0,1 1 1,1 0-1,1-1 0,9 23 1,-12-38-371,9 17 669,-2-15-3368,-9-7-471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0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3730,'0'0'1067,"0"0"-464,0 0-16,0 0 328,0 0 16,17 0-328,131-10 864,246 10 1535,-393 0-2802,-1 0 2,0 0-12,0 0 45,0 0-81,0 0-84,0 0 63,-22 0 254,12 0-7190,10 0 4188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0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3314,'0'0'672,"0"0"-347,0 0-141,0 0 158,0 0 42,0 0-32,-3 9 56,-36 77 826,20-48-139,-18 56-1,26-55-712,3-1 0,1 1-1,-3 46 1,6 120 787,4-159-863,1-32-196,0 0 0,0-1 1,2 1-1,-1-1 0,2 0 0,0 1 1,0-2-1,1 1 0,1 0 1,0-1-1,1 0 0,0-1 1,1 1-1,0-1 0,1-1 0,0 0 1,0 0-1,1 0 0,1-2 1,0 1-1,0-1 0,0-1 1,1 0-1,0 0 0,0-1 0,1-1 1,0 0-1,0-1 0,0 0 1,0-1-1,19 2 0,-26-3 256,-3-1-3920,-3-1-213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06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27 3201,'0'0'617,"0"0"-452,0 0 110,0 0 448,0 0 24,0 0 29,32 0 1764,65-2-232,-34 0-2033,97 9-1,-149-4-315,-18 1-1,-17 0 83,-101-5 46,-132 3-142,223 5 36,22-2-19,21-3-153,35-5 310,1-1 0,67-16 0,-68 10 332,1 2 0,72-2 0,-116 10-526,-1 0-26,-8 6 69,-1 0 50,0-1 0,-1 0 1,1-1-1,-16 6 1,-6-6-3241,31-4-1046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0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29 4434,'0'0'2140,"0"0"-550,0 0-408,0 0 10,0 0-175,0 0-401,3 5 8,10 20 97,-6-12-385,0 0-1,1 0 1,0-1 0,1 1-1,13 12 1,-22-25-311,0 0-1,0 1 1,0-1 0,0 0 0,1 0 0,-1 1-1,0-1 1,0 0 0,0 0 0,1 0-1,-1 1 1,0-1 0,0 0 0,1 0 0,-1 0-1,0 0 1,1 0 0,-1 0 0,0 1 0,1-1-1,-1 0 1,0 0 0,0 0 0,1 0-1,-1 0 1,0 0 0,1 0 0,-1 0 0,0 0-1,1 0 1,-1-1 0,0 1 0,0 0 0,1 0-1,-1 0 1,0 0 0,1 0 0,-1 0 0,0-1-1,3-13 162,-8-18-240,3 25 57,-1 1 0,-1 1 0,1-1 0,-1 0 0,0 1 0,-1 0 0,1 0 0,-1 0 0,0 0 1,0 1-1,0-1 0,-1 2 0,0-1 0,-10-5 0,8 5-55,-1 0 0,0 1 0,0 0 1,-1 0-1,1 1 0,0 1 0,-1-1 0,1 1 1,-18 1-1,25 1 47,-1-1 1,1 1-1,0 0 1,-1 0 0,1 0-1,0 0 1,0 1-1,0-1 1,0 1 0,0-1-1,0 1 1,0 0-1,1-1 1,-1 1 0,1 0-1,-1 0 1,1 0-1,-1 1 1,1-1-1,0 0 1,0 0 0,-1 4-1,-18 61 11,18-61-14,-3 25 15,1-1 0,1 1 1,2 39-1,1-63-7,1-1 0,0 1 0,0-1 1,1 1-1,0-1 0,0 0 0,1 0 0,-1 0 0,1 0 0,0 0 1,1-1-1,0 0 0,0 1 0,0-1 0,0 0 0,1-1 0,-1 1 0,1-1 1,1 0-1,-1 0 0,0-1 0,1 1 0,0-1 0,0 0 0,7 2 1,6 3-13,-1-2 1,1 0-1,0-1 1,1-1-1,-1-1 1,1 0-1,26-1 1,-6 0-60,-28-1-13,0 0-1,0-1 1,0 0 0,0-1-1,0 0 1,20-5-1,-30 5 40,0-1-1,0 1 0,0 0 1,0-1-1,0 0 0,-1 1 0,1-1 1,-1 0-1,1 0 0,-1 0 1,0 0-1,1 0 0,-1 0 0,0 0 1,-1-1-1,1 1 0,0 0 1,-1-1-1,1 1 0,-1 0 1,1-1-1,-1 1 0,0 0 0,0-1 1,0 1-1,-1-1 0,1 1 1,-2-5-1,1-2-65,-1-1 0,0 1 1,-1 0-1,0 0 0,-8-15 0,2 2 3,15 24-131,23 30 157,-27-29 79,13 16 14,-1-2 0,2 0 0,21 19 0,-31-32-20,0 1 0,1-1 0,-1 0 0,1-1 1,0 0-1,-1 0 0,1 0 0,1-1 0,-1 0 0,0 0 0,1-1 1,-1 1-1,15-1 0,-19-1-8,-1 1 0,1-1 1,0 0-1,0 0 0,0 0 1,0-1-1,0 1 0,0-1 1,0 1-1,-1-1 0,1 0 0,0 0 1,-1 0-1,1-1 0,0 1 1,-1-1-1,1 1 0,2-3 0,-3 0-1,-1 0 0,1 0 0,-1 1-1,0-1 1,0 0 0,0 0 0,0-1-1,-1 1 1,0 0 0,1 0-1,-1 0 1,-1-5 0,0 1 28,0 0-1,-1 0 1,0 0 0,0 0-1,-1 0 1,1 0 0,-2 1-1,1-1 1,-1 1-1,0 0 1,-1 0 0,0 0-1,0 1 1,0-1 0,-1 1-1,0 1 1,0-1 0,-8-5-1,5 4 5,0 0-1,-1 1 0,1 0 0,-1 1 0,-1 0 0,1 0 1,-1 1-1,0 0 0,0 1 0,0 0 0,0 1 1,-20-1-1,26 2-14,-1 1-1,0 1 1,1-1 0,-1 1 0,1 0 0,-1 0 0,1 1-1,0 0 1,-1 0 0,1 0 0,0 0 0,0 1 0,0 0-1,1 0 1,-1 0 0,1 1 0,-1-1 0,1 1-1,0 0 1,1 0 0,-1 0 0,1 1 0,-1 0 0,1-1-1,1 1 1,-1 0 0,1 0 0,0 1 0,0-1-1,0 0 1,1 1 0,0-1 0,-1 10 0,1-3-10,2 11-337,-1-22 304,1-1 0,-1 1 0,0-1 0,0 1 1,1-1-1,-1 1 0,1 0 0,-1-1 0,0 1 0,1-1 0,-1 1 1,1-1-1,-1 0 0,1 1 0,-1-1 0,1 0 0,-1 1 1,1-1-1,0 0 0,-1 1 0,1-1 0,0 0 0,-1 0 1,1 0-1,-1 0 0,1 0 0,0 0 0,-1 1 0,1-2 0,1 1 1,18 0-3618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0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3346,'0'0'194,"0"0"49,0 0 275,0 0 458,0 0-146,-21 3-59,-66 10-131,71-10-524,1 1 0,0 1-1,0 0 1,1 1 0,-1 1-1,1 0 1,0 0 0,1 2-1,0 0 1,1 0 0,-16 16-1,23-22-118,3-1 6,-1 0 0,1 0 0,-1 0 1,1 0-1,0 1 0,0-1 0,0 1 1,0-1-1,0 1 0,1-1 0,-1 1 0,1 0 1,0 0-1,0 0 0,0 0 0,0 0 1,0 0-1,0 0 0,1 0 0,0 0 0,-1 0 1,1 0-1,1 5 0,0-8 26,-1 1 1,1 0-1,0-1 0,0 1 1,-1 0-1,1-1 1,0 1-1,0-1 0,0 1 1,0-1-1,0 1 0,0-1 1,0 0-1,0 0 0,0 1 1,0-1-1,0 0 0,0 0 1,0 0-1,0 0 0,2 0 1,29 0 216,-25-1-196,207-6 238,-212 9-314,0 0 1,0-1-1,0 1 0,-1 0 0,1 0 1,-1 0-1,1 0 0,-1 1 0,1-1 1,-1 0-1,0 1 0,0-1 0,0 0 1,-1 1-1,2 4 0,7 16-104,-1-13 124,-5-6-6,1 0 1,-1 0-1,-1 0 0,1 0 0,0 0 0,-1 0 0,0 1 0,0 0 0,0-1 1,-1 1-1,1 0 0,-1 0 0,0 0 0,-1-1 0,1 1 0,-1 8 0,0-11 37,-1 0 0,1 0 0,-1 0 1,0 0-1,1 0 0,-1 0 0,0 0 0,0 0 0,0 0 0,-1 0 0,1-1 0,0 1 0,-1 0 0,1-1 0,-1 1 0,1-1 0,-1 1 0,0-1 0,0 0 0,0 0 0,1 0 0,-1 0 0,0 0 1,0 0-1,0-1 0,-1 1 0,1 0 0,0-1 0,0 0 0,0 1 0,0-1 0,-4 0 0,-14 2 426,-1-2 1,-33-1-1,24-1-137,-76 2 942,103 14-2910,3-12 3,0-1-1516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1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 5090,'0'0'1911,"0"0"-660,0 0-283,0 0 17,0 0-329,0 0-368,0 0-98,1 2 34,-1 7-138,1-1-1,-1 0 1,0 1 0,-1-1 0,0 0 0,0 0 0,-1 0 0,0 1 0,0-2 0,-1 1 0,0 0 0,-1 0-1,-6 11 1,-8 8 83,-1 0 0,-26 29 0,9-12-16,-54 85 171,-5 6-2844,89-129-281,5-6-601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13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3810,'0'0'2225,"0"0"-1417,0 0-352,0 0 217,0 0 412,24 17 55,73 56-220,-90-67-830,0 1 0,-1-1 0,0 1 0,0 1 0,-1-1 0,1 1 0,-2 0 0,1 0 0,-1 1 0,0-1 0,4 17 0,13 23 316,-18-41-430,1 0 0,0-1-1,0 0 1,0 0 0,1 0 0,0-1 0,0 0-1,1 1 1,-1-2 0,1 1 0,0-1 0,0 0-1,1 0 1,-1 0 0,1-1 0,0 0-1,0-1 1,0 1 0,0-1 0,0-1 0,1 1-1,-1-1 1,1-1 0,-1 1 0,11-2-1,-17 1-2840,-1 0-2657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14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72 1585,'0'0'1392,"0"0"-290,0 0 43,0 0 85,0 0 72,0 0-267,-14-10-166,-43-31-183,41 27-79,15 10-10,1 2-40,0 1-394,0 1-22,0 0-98,0 0-33,0 0-12,7 7 76,147 117 666,-95-79-721,-1 2 1,56 60-1,-102-92-8,0 1 0,-1 0 0,-1 0 0,0 2-1,-1-1 1,-1 1 0,-1 0 0,0 0 0,-1 1 0,-2 0 0,4 24 0,0 24 49,-2 129 0,-6-156-65,0-39 8,-1 0 0,1 0 0,0 0 0,-1 0 0,1-1 0,-1 1 0,1 0 0,-1 0 0,1 0 0,-1-1 0,0 1 0,1 0 0,-1-1 0,0 1 0,1-1 0,-1 1 0,0-1 0,0 1 0,0-1 0,0 0 0,1 1 0,-1-1 0,0 0 1,0 1-1,0-1 0,0 0 0,0 0 0,0 0 0,0 0 0,-1 0 0,-42 1 86,21 0-107,17 1-2239,6-2-2748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17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9 400,'0'0'3426,"0"0"-2036,0 0-673,0 0 62,0 0 6,0 0-204,-8-9 1108,8 81-679,-2 2-363,4 0-1,2 0 1,19 92-1,-9-101-507,-4 1 0,-2 0 0,0 81-1,8 144 377,-16-134-543,0-4 418,0-51 2911,0-102-3525,0-1 0,0 1 0,0-1-1,0 0 1,1 1 0,-1-1 0,0 1-1,1-1 1,-1 1 0,0-1 0,1 1-1,-1-1 1,1 1 0,-1-1 0,1 1-1,-1 0 1,1-1 0,-1 1 0,1 0-1,-1-1 1,1 1 0,-1 0 0,1-1-1,0 1 1,0 0 6,6-5-5395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18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6323,'0'0'515,"0"0"-78,0 0 652,0 0 239,0 0-340,-14 20-217,-41 68-59,51-82-588,1 1 0,0-1-1,1 1 1,-1-1 0,1 1 0,1 0 0,-1 0 0,1 0-1,0 0 1,1 0 0,0 0 0,0 0 0,0 0 0,2 9 0,0 4 214,0-14-270,-1 0 1,1 0 0,0 0-1,0 0 1,0 0 0,1 0-1,0-1 1,0 0 0,1 1-1,-1-1 1,1 0 0,0-1-1,1 1 1,-1-1 0,1 1-1,0-1 1,0-1 0,0 1-1,0-1 1,1 0 0,6 3-1,3 2-2,1-1 0,1-1 0,-1 0 0,1-1 0,0-1-1,28 3 1,58-4 97,-103-4-170,1 1 0,0 0 0,0-1 0,-1 1 1,1-1-1,0 1 0,-1-1 0,1 1 0,0-1 0,-1 1 1,1-1-1,-1 1 0,1-1 0,-1 0 0,1 0 0,-1 1 0,1-1 1,-1 0-1,0 0 0,0 1 0,1-1 0,-1 0 0,0 0 1,0 0-1,0 1 0,0-1 0,0 0 0,0 0 0,0 0 0,0-1 1,0-35-172,0 26 82,-1-6 82,-1 1-1,-1-1 1,0 0-1,-1 1 1,0 0-1,-1 0 1,-1 0-1,-1 1 1,0 0-1,-1 0 1,-1 0 0,0 1-1,-18-20 1,22 30 67,0 0 1,-1 0 0,0 1 0,0-1 0,0 1 0,0 1 0,0-1-1,-1 1 1,1 0 0,-1 1 0,1 0 0,-1 0 0,0 0-1,-7 0 1,8 1-192,1 0-1,0 1 0,0-1 0,0 1 1,0 0-1,0 0 0,0 0 1,-9 5-1,12-5-220,-1 0-1,1 0 1,0 1 0,0-1-1,0 1 1,0-1 0,1 1 0,-1 0-1,0 0 1,1-1 0,-1 1-1,1 1 1,-1-1 0,1 0-1,0 0 1,0 0 0,0 1 0,-1 3-1,2-6-5072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1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4178,'0'0'2105,"0"0"-1294,0 0-173,0 0 362,0 0 51,0 0-520,0 6 315,-4 141 2079,0 9-3777,4-155-2617,0-1-3702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2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2385,'0'0'3514,"0"0"-2258,0 0-917,0 0 221,0 0 273,3 106 3691,-5-51-3122,0-35-989,1 0 0,1 1-1,1-1 1,6 38 0,-2-34-306,-5-18-187,1 0 0,0 0 1,0 0-1,1 0 0,0 0 1,0-1-1,3 7 0,-4-12-116,-1 0-2998,1 0 229,-1 0-3632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21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5042,'0'0'718,"0"0"189,0 0 302,0 0-17,0 0-165,10 0-245,20 2-228,9 0-209,-1 0 0,1-3 0,-1-1 0,70-13-1,-63 1-115,-27 7 140,1 1-1,-1 1 0,1 1 0,35-3 1,-54 7-36,0 0 227,0 0-130,0 0-105,0 0-154,0 0 37,0 0-122,0 0-84,0 0 1,0 0-35,4 0-74,-4 0 85,1 0 0,-1-1 0,0 1 0,1 0 0,-1 0 0,0 0 0,1 0 0,-1 0 0,0 0 1,1 0-1,-1 0 0,0 0 0,1 0 0,-1 0 0,0 0 0,1 0 0,-1 0 0,0 0 0,1 0 0,-1 0 1,0 0-1,1 0 0,-1 1 0,0-1 0,1 0 0,-1 0 0,0 0 0,1 1 0,-1-1 0,0 0 0,0 0 1,1 1-1,-1-1 0,0 0 0,0 0 0,0 1 0,1-1 0,-1 0 0,0 1 0,0-1 0,0 1 0,0 6-682,0 4-796,0-4-3038,0-6-2458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4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1 912,'0'0'1137,"0"0"-518,0 0-139,0 0 78,0 0 125,0 0-142,0 0-55,0 0-14,0 0 134,0 0 109,0 0-51,-8 4 51,0-1-1206,-9 7 2924,18-9-2305,1 0 0,-1 0 1,1-1-1,-1 1 1,1-1-1,-1 1 0,1-1 1,0 0-1,-1 1 1,1-1-1,-1 0 0,1 0 1,0 0-1,-1-1 1,1 1-1,1-1 0,154 12 226,-110-6-786,-1-1 0,1-3 1,51-5-1,-98 4-3255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4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2273,'0'0'1086,"0"0"-198,0 0 142,0 0-203,0 0-83,0 0-149,31 14 1750,7-7-2072,1-2-1,-1-1 0,1-2 0,63-5 0,-13 0 214,-64 3-326,16 1 371,-41-1-528,0 0 0,0 1 0,0-1 0,1 0 0,-1 0 0,0 0 0,0 0 0,0 0 0,0 0 0,0 0 0,0 0 0,0 0 0,0 1 0,0-1 0,0 0 0,1 0 0,-1 0 0,0 0 0,0 0 0,0 0 0,0 1 0,0-1 0,0 0 0,0 0 0,0 0 1,0 0-1,0 0 0,0 1 0,0-1 0,0 0 0,0 0 0,0 0 0,0 0 0,-1 0 0,1 0 0,0 1 0,0-1 0,0 0 0,0 0 0,0 0 0,0 0 0,0 0 0,0 0 0,0 0 0,0 0 0,-1 1 0,1-1 0,0 0 0,0 0 0,0 0 0,0 0 0,0 0 0,0 0 0,0 0 0,-1 0 0,1 0 0,0 0 0,0 0 0,0 0 0,0 0 0,0 0 0,-1 0 0,1 0 0,0 0 0,0 0 0,-28 12 46,25-11-259,3-1 32,4 0-912,7 0-722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4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3650,'0'0'1398,"0"0"-763,0 0 2,0 0 49,0 0-265,0 0-282,0 23 1147,0 448 3450,0-460-4795,1-1 0,0 0 0,0 1 1,1-1-1,0 0 0,1 0 1,0 0-1,1 0 0,8 15 1,-12-23-1849,0-1-2475,0-1-1193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4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4946,'0'0'547,"0"0"-371,0 0-21,0 0 229,0 0 64,0 20 1380,16 220 3377,-17-211-5091,2 0 0,0 0 0,2 0 0,1 0 0,2-1 0,9 28 0,-11-38-590,-3-11-6465,-1-7 735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4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2641,'0'0'691,"0"0"-155,0 0 171,0 0 361,0 0-380,0 0-325,18 0 218,43 1 37,176-3 2107,-205-3-2182,1-1 1,57-18-1,24-6 914,-110 29-1460,-4 1-101,0 0 70,-2 18-2071,7-24-1606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5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0 5250,'0'0'1049,"0"0"-534,0 0-14,0 0 332,0 0-14,0 0-408,0 0-214,0 0 59,0 0 118,0 0 90,-29 0 720,6 2-1145,1 1 0,0 0-1,0 2 1,-25 8-1,-45 9 34,53-17-72,19-3-1,0 1 1,0 1-1,0 0 0,-21 9 1,39-13-1,0 1 1,-1 0-1,1 0 1,0 0 0,0 0-1,0 0 1,1 1-1,-1-1 1,0 0-1,0 1 1,1 0-1,-1-1 1,1 1-1,-1 0 1,0 2-1,1-2 21,0 1-1,1-1 1,-1 1-1,1-1 1,0 1-1,0 0 1,0-1 0,0 1-1,0-1 1,0 1-1,1-1 1,0 1-1,-1-1 1,3 5-1,6 17 114,21 40 0,-19-43-14,-1 1 1,11 33 0,-7 4 489,-3 2 0,-3-1 0,1 84 0,0-12-52,17 56-93,-14-112-346,6 131-1,-18 36 8,-13-206-175,11-35 71,1 1-1,-1 1 1,1-1 0,0 0 0,0 0 0,0 0 0,0 1 0,1-1-1,-1 0 1,1 5 0,3-8 1,0-1 0,1 1 0,-1-1 0,0 0 0,0 0 0,0 0 0,1 0 0,-1 0 0,5-4 0,-8 5-20,13-5 3,0 1 0,-1 0 0,2 1 0,-1 1 0,0 0 0,27 0 0,-21 1 0,-1 0 0,36-9 0,-5-7 12,-36 12-10,1 0 1,-1 0-1,1 1 1,0 1-1,23-3 1,-37 6 8,0 0-24,0 0 32,0 0 34,0 0 52,0 0 4,0 0 30,0 0-82,8-17-4656,-8 8 981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5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4818,'0'0'969,"0"0"-558,0 0 122,0 0 291,0 0-170,0 0-248,0 0-38,0 0 35,0 0 101,0 0 37,0 0-119,0 0 5,0 0-64,27 7 706,29-4-668,0-3-1,0-2 0,69-12 0,-115 12-711,-12 2 1087,-3 1-2065,6-2-2993,7-3-1804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5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7347,'0'0'745,"0"0"-422,0 0-54,0 0 251,0 7-61,0-5-367,4 38 242,-4-38-260,0-1 0,1 1 1,-1-1-1,0 0 0,1 1 0,0-1 1,-1 0-1,1 1 0,-1-1 0,1 0 0,0 0 1,0 0-1,0 0 0,0 1 0,0-1 0,0 0 1,0-1-1,0 1 0,0 0 0,1 0 1,-1 0-1,0-1 0,0 1 0,1-1 0,-1 1 1,0-1-1,1 1 0,-1-1 0,1 0 0,1 1 1,-6-35 440,1 31-511,-1 0 1,0 0 0,1 1 0,-1-1 0,0 1 0,-1 0 0,1 0 0,0 0 0,-1 0 0,1 0 0,-1 1-1,1-1 1,-1 1 0,0 0 0,0 0 0,1 1 0,-7-1 0,-69-4 59,77 5-64,0 0-2,0 0 1,-1 0-1,1 0 1,-1 0-1,1 0 1,0 0-1,-1 1 1,1 0-1,0-1 1,-1 1 0,1 0-1,0 0 1,0 0-1,0 0 1,0 0-1,0 1 1,0-1-1,0 1 1,-3 3-1,3-2 1,0 1 0,0 0 0,0 1-1,0-1 1,1 0 0,0 0 0,0 1 0,0-1-1,0 0 1,1 7 0,-2 0 29,1 1 0,1-1 0,0 0 0,1 0 0,0 1 0,0-1 0,1 0 0,5 14 0,-5-19 10,2 1-1,-1 0 1,0-1-1,1 0 1,0 0-1,1 0 0,0 0 1,-1-1-1,2 1 1,-1-1-1,1-1 0,-1 1 1,11 5-1,-2-2-8,-1-1 0,1 0 0,0-1 0,0-1 0,1 0-1,-1-1 1,29 4 0,3-4 39,59-1 0,-101-3-61,-3-1 4,-1 1 0,1-1 1,0 0-1,-1 0 0,1 0 1,0 0-1,-1 1 0,1-1 1,-1 0-1,0 0 0,1 0 1,-1 0-1,0 0 0,1 0 1,-1 0-1,0 0 0,0 0 1,0 0-1,0 0 0,0 0 0,0 0 1,0 0-1,0-1 0,0 1 1,-1 0-1,1-1 0,-8-34 44,-18 8 25,22 24-73,0 1 0,0-1-1,1 0 1,-1 0-1,1 0 1,0 0 0,0-1-1,1 1 1,-4-7 0,6 9 14,1 4-32,-1 1-1,1 0 1,0 0 0,0 0 0,1-1-1,-1 1 1,0 0 0,1-1-1,0 1 1,-1-1 0,1 0-1,0 0 1,4 4 0,30 26 29,-34-31-27,6 4 15,0 0 1,1-1-1,0 0 1,-1 0-1,1-1 1,1 0-1,-1-1 1,0 0-1,1 0 1,-1-1-1,1-1 1,-1 1-1,1-1 1,-1-1-1,16-2 1,-24 2-2,0 1 1,0-1-1,0 0 1,-1 1 0,1-1-1,0 0 1,0 1-1,-1-1 1,1 0 0,0 0-1,-1 0 1,1 0-1,-1 0 1,1 0-1,-1 1 1,1-1 0,-1 0-1,0 0 1,0 0-1,1-1 1,-1 1 0,0 0-1,0 0 1,0 0-1,0 0 1,0-2-1,-1-38 27,1 29-25,0 6-16,-1 0 0,1 0 1,-1 0-1,0 0 0,0 1 0,-1-1 0,0 0 1,0 1-1,0-1 0,-1 1 0,1 0 0,-1 0 1,-1 0-1,1 0 0,-1 0 0,1 0 0,-1 1 1,-1 0-1,1 0 0,-1 0 0,1 1 0,-1-1 0,0 1 1,-7-3-1,0 0-5,0 1 1,0 1-1,0 0 1,-1 1 0,1 0-1,-1 1 1,0 1-1,1 0 1,-1 0-1,-16 2 1,25 0 13,-1-1 0,0 2 0,1-1 1,-1 0-1,1 1 0,0 0 0,0 0 0,-1 0 0,1 0 1,0 1-1,1 0 0,-1-1 0,0 1 0,1 1 0,0-1 1,-4 5-1,5-5-25,0-1 1,0 1 0,0 0-1,0-1 1,1 1 0,-1 0-1,1 0 1,0 0 0,0 0-1,0 1 1,0-1 0,1 0-1,-1 0 1,1 0 0,0 1-1,0-1 1,0 0 0,0 0-1,0 1 1,1-1 0,0 0-1,-1 0 1,1 0 0,2 5-1,-2-7-71,0 0 0,0 0 0,0 1 0,0-1 0,0 0 0,0 0 0,0 0 0,0 0 0,1-1 0,-1 1 0,0 0 0,1 0 0,-1-1 0,0 1 0,1-1 0,-1 1 0,1-1 0,-1 1 0,1-1-1,-1 0 1,1 0 0,-1 0 0,1 0 0,-1 0 0,2 0 0,20 0-3794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7:59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4034,'0'0'1555,"0"0"-688,0 0 171,0 0 371,0 0-174,0 0-619,-12 1-280,2 0-294,1 0 0,0 1 0,0 0 0,1 1 1,-1 0-1,0 0 0,1 1 0,0 0 0,0 1 0,0 0 0,0 0 0,1 0 0,0 1 0,0 0 0,-10 11 0,15-14-26,-1-1-1,1 1 0,-1-1 1,1 1-1,0 0 0,0-1 0,0 1 0,0 0 1,1 0-1,-1 0 0,1 1 0,0-1 0,0 0 1,0 0-1,0 1 0,0-1 0,0 7 1,3-9 26,1-1 0,-1 1 0,0 0 0,1-1 0,-1 0 0,0 1 1,0-1-1,1 0 0,-1 0 0,4-1 0,-3 1 33,28-1 110,-19 0-192,1 1 0,-1 0 0,0 0 0,1 1 0,-1 1 0,0 0-1,0 1 1,0 0 0,0 0 0,21 11 0,-30-12-4,8 3-91,0 1 1,-1 1-1,0 0 0,-1 0 1,10 10-1,-17-14 79,1-1 0,-1 1 0,0 0 0,0 0 0,-1 0 0,1 0 0,0 0 0,-1 0 0,0 1 0,0-1 0,0 0 0,0 1 0,-1-1 0,1 1 0,-1-1 0,0 1 0,0-1 0,0 1 0,0-1 0,0 0 0,-1 1 0,-1 5 0,0-6 42,1-1 0,0 0-1,-1 0 1,1 0 0,-1 0-1,1 0 1,-1-1 0,0 1-1,0 0 1,0-1 0,0 1-1,0-1 1,0 0 0,0 0-1,-1 0 1,1 0 0,0 0-1,-5 1 1,-51 11 514,51-11-423,-25 3 251,0 0 75,0 2-1,-44 14 0,62-12-334,11-4-7469,3-5 437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02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7043,'0'0'1161,"0"0"-385,0 0 278,0 0 66,0 0-365,0 0-232,0 11 118,-2 245 2710,2-187-5673,0-69-876,0 0-2584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0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6419,'0'0'520,"0"0"-157,0 0 227,0 0 111,0 0-44,0 4-17,5 230 3719,11-127-4369,-16-106-1295,0-1-1326,0 0-1813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03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3330,'0'0'618,"0"0"-76,0 0 288,0 0 256,0 0 143,5 0-97,24 0-35,0 0 1,0-3-1,-1 0 1,48-12 0,-47 8-717,-1 2 0,1 1 1,0 1-1,53 2 0,-64 1 90,-18 0-386,0 0-42,0 0-65,0 0 36,0 0 26,0 0-142,0 0-615,0 0-1532,0 0-1903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07.04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132 72 5475,'0'0'568,"0"0"-155,0 0 30,0 0 205,0 0 54,0 0-139,-18 0-173,-56 6 36,72-5-397,0-1 1,1 1-1,-1 0 0,0-1 0,1 1 0,-1 0 0,1 0 0,-1 0 0,1 0 0,-1 0 0,1 1 0,0-1 0,-1 0 0,1 1 0,0-1 0,0 1 1,0-1-1,0 1 0,0-1 0,1 1 0,-1 0 0,0 2 0,-5 37 511,5-31-412,0-1-55,0-1 1,1 1-1,0 0 1,0 0-1,1 0 0,3 16 1,-2-22-54,-1 0 0,0 0 0,1 0 0,-1-1 0,1 1 0,0 0 1,-1-1-1,1 1 0,1-1 0,-1 0 0,0 0 0,1 0 0,-1 0 0,1 0 1,-1 0-1,1-1 0,0 1 0,0-1 0,0 0 0,-1 0 0,1 0 0,5 1 0,17 3 14,1-1 0,0-1-1,0-1 1,0-2-1,0-1 1,48-7-1,-59 5-80,1-1 0,-1-1 1,-1 0-1,1-1 0,-1 0 0,0-1 0,0-1 0,-1-1 0,0 1 0,0-2 0,18-17 0,-29 25 32,0-1 0,0 1-1,0 0 1,0-1-1,0 0 1,-1 1 0,1-1-1,-1 0 1,1 0 0,-1 0-1,0 0 1,0 0-1,-1 0 1,1 0 0,0 0-1,-1 0 1,0 0 0,0 0-1,0 0 1,0 0-1,0 0 1,-1-1 0,1 1-1,-1 0 1,0 0 0,-1-3-1,-1 2 4,1 0 1,-1 0-1,0 0 0,0 0 0,0 1 1,0-1-1,-1 1 0,1-1 1,-1 1-1,0 1 0,0-1 0,0 0 1,0 1-1,-1 0 0,-5-2 0,-10-5 199,-1 2-1,0 1 1,0 0-1,-40-4 1,56 9-156,-1 1 1,0-1-1,1 1 1,-1 1-1,0-1 1,1 1-1,-1 0 1,1 0-1,-1 0 1,1 1-1,-1 0 1,1 0-1,0 0 1,0 1-1,0 0 1,0 0-1,1 0 1,-1 0 0,1 1-1,0 0 1,0 0-1,0 0 1,-6 9-1,3 0 40,1 1 1,1-1-1,1 1 0,0 1 1,0-1-1,1 0 0,1 1 1,1 0-1,0-1 0,2 27 1,-1-34-65,0 0 0,0 0 0,1 0 0,0 0 0,0 0 0,0-1 0,1 1 1,0 0-1,1-1 0,-1 0 0,1 1 0,0-1 0,1 0 0,0 0 1,-1-1-1,2 1 0,-1-1 0,1 0 0,0 0 0,0-1 0,0 1 1,1-1-1,-1 0 0,1 0 0,0-1 0,0 0 0,0 0 0,1 0 1,-1-1-1,1 0 0,0 0 0,-1-1 0,12 2 0,-1-1-91,0-1 0,0 0 0,0-1 0,0-1 0,0-1 0,0 0 0,0-2 0,0 1-1,-1-2 1,0 0 0,24-12 0,-31 13 69,-1-1 0,1 0 0,-1-1 0,0 0 0,-1 0-1,1-1 1,-1 0 0,0 0 0,-1-1 0,0 0 0,0 0 0,-1 0 0,0 0-1,0-1 1,-1 0 0,0 0 0,0-1 0,-1 1 0,-1-1 0,1 1-1,0-14 1,-2 17 39,0 0 0,-1 0-1,1 0 1,-1 0 0,-1 0 0,1 0-1,-1-1 1,0 1 0,-1 0-1,1 1 1,-1-1 0,0 0 0,-4-6-1,2 6 30,0 1-1,0-1 1,-1 1-1,0 0 1,0 0-1,-1 1 1,1-1 0,-1 1-1,0 0 1,-13-5-1,-4-2 43,0 1 0,-1 1 0,-1 2 0,1 0 0,-1 2 0,0 0 0,-1 2 0,1 0 0,-28 2 0,51 1-90,-1 0 1,0 1-1,0-1 0,1 0 1,-1 1-1,0 0 1,1-1-1,-1 1 0,0 0 1,1 1-1,-1-1 1,1 0-1,0 1 0,-1-1 1,1 1-1,0 0 1,0-1-1,0 1 0,0 0 1,0 0-1,-1 3 1,0 0 0,0 0 0,1 1 1,-1-1-1,1 0 0,0 1 1,1 0-1,0-1 0,-1 1 1,2 0-1,-1 5 0,0-1 1,1 0 0,0 0 0,1 0 0,0 0 1,0 0-1,1 0 0,1 0 0,0-1 0,0 1 0,1-1 0,0 0 0,6 11 0,-4-13-14,0 0 0,0 0-1,1-1 1,0 1 0,0-2 0,1 1 0,0-1-1,0 0 1,0 0 0,0-1 0,1 0 0,-1-1-1,13 3 1,-4-2-149,0 0 0,0-2-1,0 0 1,0-1-1,0-1 1,24-2 0,-37 2 33,-1 0 0,1-1 1,0 1-1,-1-1 1,1 1-1,-1-1 0,1 0 1,-1 0-1,0-1 0,1 1 1,-1-1-1,0 1 0,0-1 1,0 0-1,0 0 0,0-1 1,0 1-1,-1 0 0,1-1 1,-1 0-1,1 0 1,-1 0-1,0 0 0,0 0 1,-1 0-1,1 0 0,-1 0 1,1-1-1,-1 1 0,0-1 1,0 1-1,0-1 0,-1 1 1,0-1-1,1-4 0,-1 7 86,0 0-1,0 0 0,0 0 0,0 0 1,0 0-1,0 0 0,0 0 0,-1 0 1,1 0-1,0 0 0,-1 0 0,1 0 1,0 0-1,-1 0 0,1 0 0,-1 1 1,0-1-1,1 0 0,-1 0 0,1 1 1,-1-1-1,0 0 0,0 1 0,1-1 1,-1 0-1,0 1 0,0-1 0,0 1 1,0 0-1,0-1 0,0 1 0,0 0 1,0-1-1,0 1 0,0 0 0,0 0 1,0 0-1,0 0 0,-1 0 0,-26-3-1458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08.59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115 34 4562,'0'0'1003,"0"0"-293,0 0 160,0 0 346,0 0 265,0 0-467,-4-5-326,-8-17-341,12 21-343,0 1 1,0 0-1,0 0 0,0-1 1,-1 1-1,1 0 0,0 0 1,0-1-1,0 1 1,0 0-1,0 0 0,0-1 1,0 1-1,0 0 0,-1 0 1,1-1-1,0 1 1,0 0-1,0 0 0,0 0 1,-1 0-1,1-1 0,0 1 1,0 0-1,-1 0 1,1 0-1,0 0 0,0 0 1,-1 0-1,1 0 1,0-1-1,0 1 0,-1 0 1,1 0-1,0 0 0,0 0 1,-1 0-1,1 0 1,0 0-1,0 0 0,-1 0 1,1 0-1,0 1 0,0-1 1,-1 0-1,1 0 1,0 0-1,0 0 0,-1 0 1,1 0-1,0 0 0,0 1 1,0-1-1,-1 0 1,1 0-1,0 0 0,0 1 1,0-1-1,0 0 1,0 0-1,-1 0 0,1 1 1,0-1-1,0 0 0,-1 1 3,-5 7 11,1 1-1,0-1 1,0 1 0,1 0 0,0 0 0,1 0 0,0 1 0,-4 18 0,3-4 61,2 1-1,-1 37 1,3-59-71,0 1 0,1-1 1,-1 0-1,1 1 0,-1-1 0,1 0 0,0 0 0,1 0 1,-1 0-1,0 0 0,1 0 0,0 0 0,0 0 0,0 0 1,0-1-1,0 1 0,0-1 0,1 1 0,-1-1 1,1 0-1,-1 0 0,1 0 0,0 0 0,0-1 0,0 1 1,0-1-1,0 0 0,0 0 0,0 0 0,1 0 0,5 1 1,10 1 74,1-1 0,0 0 1,0-2-1,23-2 1,-25 2-19,-14-1-54,0 1 0,0 0 0,0-1 0,0 0-1,-1 0 1,1 0 0,0-1 0,0 1-1,-1-1 1,1 0 0,0 0 0,-1 0 0,0 0-1,0-1 1,0 1 0,0-1 0,0 0 0,0 0-1,0 0 1,-1 0 0,0 0 0,1-1-1,-1 1 1,-1-1 0,1 1 0,1-5 0,1-3 5,-1-1 0,0 1 0,-1-1 1,0 0-1,0 1 0,-2-1 1,0-20-1,0 29-15,-1 0 0,1 1 0,0-1 0,-1 1 0,0-1 0,0 0 0,0 1 0,0 0 0,0-1 0,0 1 0,-1-1 0,1 1 0,-1 0 0,0 0 0,1 0 0,-1 0 0,0 0 0,-4-2 0,1 0 8,-1 1 0,0-1-1,1 2 1,-1-1 0,0 1 0,-1 0-1,-10-3 1,1 3 8,0-1-1,0 2 1,0 0 0,0 1 0,-29 4-1,38-2-13,0 0 0,0 1-1,0 0 1,0 0 0,0 1-1,1-1 1,0 1-1,0 1 1,0-1 0,0 1-1,1 0 1,0 1 0,0-1-1,0 1 1,1 0-1,-6 10 1,6-11 6,0 1 1,1 0-1,0 0 0,0 0 1,1 0-1,-1 0 0,1 1 0,1-1 1,-1 1-1,1 0 0,0-1 1,1 1-1,0 0 0,0 0 1,0-1-1,1 1 0,0 0 1,3 10-1,-3-14 1,1 0 0,0 0 0,0-1 0,0 1 0,0-1 1,0 1-1,1-1 0,-1 0 0,1 1 0,-1-1 0,1-1 0,0 1 1,0 0-1,0-1 0,0 1 0,0-1 0,0 0 0,0 0 0,0 0 1,1-1-1,3 1 0,11 2 23,0-1 1,31-1-1,-37-1-31,2-1 9,0 0-1,0 0 0,0-1 1,-1-1-1,1 0 0,-1-1 1,25-11-1,-34 14-8,-1-1 0,1 1 0,-1-1-1,0 0 1,0 0 0,0 0 0,0 0 0,0-1 0,-1 1 0,1-1-1,-1 0 1,1 0 0,-1 0 0,0 0 0,0 0 0,0 0-1,-1-1 1,1 1 0,-1-1 0,0 1 0,0-1 0,0 1 0,0-1-1,0 0 1,-1 1 0,0-1 0,0 0 0,0 1 0,0-1 0,0 0-1,-1 1 1,0-1 0,0 0 0,0 1 0,-2-6 0,1 5 5,-1 1-1,1-1 1,-1 0 0,0 1 0,0 0 0,0-1 0,0 1 0,0 0 0,-1 1 0,0-1-1,1 1 1,-1-1 0,0 1 0,0 0 0,0 1 0,-1-1 0,1 1 0,-6-2-1,-6-1 39,0 1 0,0 0-1,-28-1 1,29 3-8,11 1-31,-1-1 0,0 1 0,0 0 0,0 1 0,1-1 0,-10 3-1,13-3-7,0 1 0,0-1 0,-1 1 0,1 0 0,0 0 0,0 0 0,0 0-1,0 0 1,0 0 0,0 0 0,1 0 0,-1 0 0,0 0 0,0 0 0,1 0-1,-1 1 1,1-1 0,-1 0 0,1 0 0,-1 1 0,1-1 0,0 0-1,0 1 1,-1-1 0,1 0 0,0 1 0,1 1 0,-2 52-1076,1-39-2142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14.4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202 28 5042,'0'0'1222,"0"0"-485,0 0-54,0 0 160,0 0-150,0 0-207,0 0-14,6 0 3233,29 0-3536,34-1 169,-28-1-102,0 2 0,73 10 0,-113-10-238,1 0 1,-1 0 0,0 0-1,0 0 1,0 0 0,0 1-1,1-1 1,-1 0 0,0 1 0,0-1-1,0 1 1,0-1 0,0 1-1,0 0 1,0-1 0,0 1 0,0 0-1,0 0 1,-1 0 0,1-1-1,0 1 1,0 0 0,-1 0-1,1 0 1,-1 0 0,1 0 0,-1 1-1,1-1 1,-1 0 0,1 0-1,-1 0 1,0 0 0,0 0-1,0 1 1,0-1 0,0 1 0,0-1 81,0-1 2,0 0-36,0 0-1,0 0 3,-408 7 270,404-7-265,0-1 0,0 1 1,0-1-1,0 0 0,1 0 1,-1 0-1,0-1 1,1 1-1,-1-1 0,1 0 1,-1 0-1,1 0 0,0 0 1,0-1-1,-5-5 1,-17-11 796,160 14-580,292 17 50,-618 3 635,122-15-986,-4 1 36,-85-9 0,129 5-15,-50 3 1,75 0 9,4-1-44,4-5-117,54 3 251,78 4 0,-94 2-8,1-3 0,-1-1 0,0-2-1,67-13 1,-101 14 19,21-5-142,-28 9-83,-17 5 95,-9 3 52,0-1 1,-1-1-1,0-2 1,-41 5-1,-110-3 52,173-8-201,-17 3-1830,12 6-2675,8-4 307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24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7 2417,'0'0'1091,"0"0"-264,0 0-109,0 0 88,0 0-1,0 0-148,-5-1-145,2 0-425,0 0 1,0 0-1,1 0 1,-1 1-1,0-1 1,0 1-1,0 0 1,0 0-1,0 0 1,0 0-1,1 0 1,-1 1-1,0-1 1,0 1-1,0 0 1,0 0-1,1 0 1,-1 0-1,0 0 1,1 0-1,-1 1 1,1-1-1,-1 1 1,1 0-1,0 0 1,0 0-1,0 0 1,-3 3-1,-11 21 228,2 1 0,1 0 0,1 1 1,1 0-1,1 1 0,2 0 0,0 0 0,-4 47 0,5-4 356,4 0-1,7 104 1,-2-159-587,1 0 1,0-1 0,1 1-1,1-1 1,1 0-1,0 0 1,1-1 0,1 1-1,0-1 1,1-1 0,21 27-1,-14-22 203,1-1-1,1 0 1,1-1 0,0-1-1,1 0 1,1-2-1,32 17 1,-35-27-484,-15-4-2007,-5 0-1916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35.3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143 1 3105,'0'0'3992,"0"0"-1767,0 0-577,0 0-735,0 0-660,0 0-178,-15 1-40,4-1-35,8 0 0,0-1 1,-1 1 0,1 0 0,-1 0-1,1 1 1,-1-1 0,1 1 0,0 0 0,-1 0-1,1 0 1,0 0 0,0 0 0,0 1-1,0-1 1,0 1 0,0 0 0,0 0-1,0 0 1,1 0 0,-1 0 0,1 1-1,-1-1 1,1 1 0,0 0 0,0-1-1,0 1 1,-2 5 0,-4 15 108,2 0 0,0 0-1,1 1 1,1-1 0,1 1 0,2 0 0,0 0 0,1 0 0,5 28-1,-4-46-73,0-1 0,1 0 0,0 1-1,0-1 1,0 0 0,1 0 0,-1 0-1,1-1 1,0 1 0,1-1 0,-1 1-1,1-1 1,0 0 0,0 0 0,0-1-1,0 1 1,1-1 0,0 0 0,-1 0-1,1 0 1,0-1 0,0 0 0,1 0-1,-1 0 1,8 1 0,3 1-3,1-1 0,0-1 0,1 0 0,-1-1 1,0-1-1,0-1 0,17-2 0,-23 1-18,-1 0-1,0-1 1,0 0-1,-1-1 1,1 0 0,-1-1-1,1 0 1,-1 0 0,-1 0-1,1-2 1,-1 1-1,9-9 1,-10 9-9,-1 0 0,-1-1-1,1 1 1,-1-1 0,-1 0 0,1-1-1,-1 1 1,0-1 0,-1 0 0,0 1 0,0-1-1,0-1 1,-1 1 0,0 0 0,0-12-1,-1 12-8,-1 0 1,0 0-1,-1 0 0,1 0 0,-2 1 0,1-1 0,-3-8 0,2 12 4,0 0-1,0 0 1,-1 0-1,1 0 1,-1 0-1,0 0 1,0 1 0,0-1-1,-1 1 1,1 0-1,-1 0 1,0 0 0,-5-2-1,-3-3 17,-1 2 0,0-1 0,0 2 0,0 0 0,-1 0 0,0 2 0,1-1 0,-1 2 0,-1 0 0,1 0 0,0 2 0,0-1 0,-1 2 0,-14 2 0,22-2-10,0 0-1,1 0 0,-1 1 0,0 0 1,0 1-1,1-1 0,0 1 0,-1 0 1,1 1-1,0 0 0,1 0 0,-1 0 1,1 0-1,-1 1 0,2 0 0,-1 0 0,0 1 1,1-1-1,0 1 0,0 0 0,1 0 1,-1 0-1,1 0 0,1 1 0,-1-1 1,1 1-1,0 0 0,1 0 0,-2 13 1,2-14-3,1 0 0,-1 0 1,1 0-1,0 0 1,1 0-1,0 0 1,0 0-1,0 0 0,0 0 1,1 0-1,0-1 1,1 1-1,-1 0 1,1-1-1,4 8 1,-2-8 2,0 0 1,0 0-1,0 0 1,1 0 0,0-1-1,-1 0 1,2 0 0,-1 0-1,0-1 1,1 0 0,-1 0-1,14 3 1,11 1-33,-1-2-1,1 0 1,0-2 0,0-2 0,0-1-1,59-7 1,-81 5-74,0 1-1,0-2 1,0 0 0,0 0 0,-1 0-1,0-1 1,1 0 0,-1-1-1,-1 0 1,13-9 0,-18 12 76,1 0 0,0-1 0,0 0 1,-1 1-1,0-1 0,1 0 0,-1 0 0,0 0 1,-1 0-1,1-1 0,0 1 0,-1 0 1,0-1-1,0 1 0,0-1 0,0 1 0,0-1 1,-1 0-1,0 1 0,0-1 0,0 0 0,0 1 1,0-1-1,-1 0 0,1 1 0,-1-1 0,0 1 1,0-1-1,-2-4 0,-1 2 28,0 0 0,-1 0 0,1 0 0,-1 1 0,0 0 0,0 0 0,-1 0 0,0 0 0,0 1 0,-10-6-1,-70-36 472,80 44-411,-8-5 18,-1 1 1,0 0-1,0 1 0,0 1 1,0 0-1,-1 2 1,0-1-1,1 2 1,-19 0-1,33 1-85,0 0 0,0 0-1,0 1 1,0-1 0,0 0 0,0 1 0,1-1-1,-1 0 1,0 1 0,0-1 0,0 1 0,1-1-1,-1 1 1,0 0 0,0-1 0,1 1 0,-1 0-1,1-1 1,-1 1 0,0 0 0,1 0 0,0 0-1,-1-1 1,1 1 0,-1 0 0,1 0 0,0 0-1,0 0 1,-1 0 0,1 0 0,0 0 0,0 1-1,4 36-2878,7-15-4500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36.6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105 1 3009,'0'0'2015,"0"0"-1434,0 0-207,-8 23 858,-2 0-765,4-9-193,1 0-1,0 1 0,0-1 0,2 1 1,0 0-1,1 0 0,0 0 1,1 18-1,1-26-166,-1 9 161,1-1 0,1 1-1,0 0 1,1-1 0,7 24-1,-7-34-218,-1-1 0,1 1 0,1-1 0,-1 0 0,1 0 0,0 0 0,0 0 0,0 0 0,0-1 0,0 1-1,1-1 1,0 0 0,0 0 0,0 0 0,0 0 0,0-1 0,0 0 0,1 0 0,-1 0 0,1 0 0,-1-1 0,9 2 0,0 0-9,0-1 1,0 0-1,0-1 0,1-1 1,-1 0-1,0-1 1,0 0-1,1-1 1,-1-1-1,0 0 1,-1 0-1,1-1 1,0-1-1,-1 0 1,0-1-1,-1 0 0,1-1 1,-1 0-1,0-1 1,-1 0-1,0-1 1,0 0-1,-1-1 1,0 0-1,0 0 1,-1-1-1,-1 0 1,0 0-1,6-14 0,-11 21-3,1 0-1,-2-1 0,1 1 1,-1-1-1,1 1 0,-1-1 1,0 0-1,-1 0 0,1 1 1,-1-1-1,0 0 0,0 0 1,-1 1-1,0-1 0,1 0 1,-1 0-1,-1 1 0,1-1 0,-1 1 1,0-1-1,0 1 0,0 0 1,0-1-1,-1 1 0,0 1 1,1-1-1,-2 0 0,1 1 1,0-1-1,-1 1 0,1 0 1,-1 0-1,0 0 0,0 1 0,-7-4 1,-17-5-1,-1 2 1,0 1-1,0 1 1,-1 2 0,0 1-1,0 1 1,-1 1-1,1 2 1,-58 7-1,84-7-19,-1 1 0,1 0 0,-1 0 0,1 1 0,0-1-1,0 1 1,0 0 0,0 0 0,0 0 0,0 1 0,0-1 0,1 1-1,0 0 1,-1 0 0,1 0 0,0 1 0,0-1 0,0 1 0,1 0-1,0-1 1,-1 1 0,1 0 0,0 0 0,1 0 0,-1 1 0,-1 6-1,2-5-7,0 0 0,0 1 0,0-1 0,1 0 0,0 1 0,0-1 0,0 1 0,1-1 0,0 0-1,0 1 1,1-1 0,0 0 0,0 0 0,0 0 0,1 0 0,0 0 0,0-1 0,5 8 0,1-4-1,-1-1 1,1 0 0,0 0 0,1 0 0,0-1 0,0-1 0,0 0 0,1 0 0,0-1 0,0 0 0,0-1 0,1-1-1,-1 1 1,1-2 0,15 2 0,12 1-221,0-2-1,0-2 1,56-6 0,-90 5 162,-1-1 1,1 0 0,0 0-1,0 0 1,-1 0 0,1-1-1,0 0 1,7-4 0,-10 5 38,-1 0 0,0 0 0,0 1 0,0-1 0,0 0 0,0 0 0,-1 0 0,1 0 0,0 0 0,0 0 0,0 0 0,-1-1 0,1 1 0,-1 0 0,1 0 0,-1-1 0,1 1 0,-1 0 0,0 0 0,0-1 0,0 1 0,1 0 0,-1-1 0,0 1 0,-1 0 0,1-1 0,0 1 0,0 0 0,0 0 0,-1-1 0,1 1 0,-1 0 0,1 0 0,-1-1 0,0 1 0,1 0 0,-1 0 0,-1-1 0,-5-6 5,0 2 0,0-1 0,0 1 0,-1 0 0,0 1 0,0 0 0,-1 0 0,0 1 0,0 0 0,0 0-1,-12-2 1,-4-4 95,14 5-62,-143-53 1095,132 51-942,-1 1 0,0 1 0,0 1 0,-44-2 0,66 6-184,0 0-1,0 1 1,0-1 0,0 0-1,1 1 1,-1-1 0,0 0-1,0 1 1,0-1 0,1 1 0,-1-1-1,0 1 1,1-1 0,-1 1-1,0 0 1,1-1 0,-1 1-1,1 0 1,-1-1 0,1 1-1,-1 0 1,1 0 0,0 0-1,-1-1 1,1 1 0,0 0-1,-1 0 1,1 0 0,0 0-1,0 0 1,0 0 0,0-1-1,0 1 1,0 2 0,4 36-1352,4-11-2137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28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2177,'0'0'1734,"0"0"-341,0 0-182,0 0 134,0 0-238,0 0-77,6 2 344,32 0-549,0-1 0,62-8 0,20 0-310,-113 5-384,-5 1-2908,-2 1-118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2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19 5731,'0'0'1342,"0"0"8,0 0 88,0 0 16,0 0-355,-4-7-278,1 3-760,2 6 444,2 4-360,1-1 1,-1 1-1,1 0 0,0-1 0,0 1 1,0-1-1,7 10 0,-8-13-94,1 1-1,-1-1 1,1 0 0,-1 0-1,1 0 1,0 0-1,0 0 1,0-1 0,0 1-1,0 0 1,0-1-1,1 0 1,-1 1 0,0-1-1,1 0 1,-1 0 0,1 0-1,-1-1 1,1 1-1,4 0 1,-7-1 165,0 0 67,-4-25 201,4 23-489,0 1 0,0-1 0,0 1 1,0-1-1,0 0 0,-1 1 0,1-1 0,0 1 0,-1-1 0,1 1 0,-1-1 0,1 1 1,-1-1-1,0 1 0,0-1 0,0 1 0,1 0 0,-1 0 0,-1-1 0,0 0 0,-2-2-3,-1 0-1,1 1 0,0 0 1,-1 0-1,0 0 1,0 0-1,0 1 0,0 0 1,0 0-1,0 0 0,-8-1 1,-61-2-82,64 5 89,6 0-2,0 1 1,-1-1 0,1 1-1,0 0 1,0 0 0,0 0-1,-1 0 1,1 1 0,0-1-1,1 1 1,-1 0 0,0 1-1,0-1 1,1 1 0,0-1 0,-1 1-1,1 0 1,0 0 0,0 0-1,0 1 1,1-1 0,-1 1-1,1 0 1,0-1 0,0 1-1,-3 8 1,1 1-7,0 0 0,1 1 0,0-1 1,1 1-1,0-1 0,2 1 0,0 19 0,0-29 7,0 0 0,1-1 0,-1 1 0,1 0 0,0-1 0,0 1 0,1-1 0,-1 1 0,1-1 0,0 0 0,-1 1-1,1-1 1,1 0 0,-1 0 0,0 0 0,1-1 0,3 4 0,0-1 6,0-1-1,1 1 1,-1-1 0,1-1-1,0 1 1,0-1-1,14 4 1,6-1 25,0 0 0,1-2-1,44 1 1,120-4 136,-193-4-180,1 1 0,-1 0-1,1-1 1,-1 1 0,0 0-1,0 0 1,0-1 0,0 1-1,0 0 1,-1 0 0,-1-3-1,-2 0-1,2 2 17,0 0-1,0-1 0,1 1 1,-1-1-1,1 0 0,0 0 0,0 0 1,0 0-1,-1-4 0,3 7-87,3 3 79,0-1 0,0 1 0,0 0 0,0 0 0,0 0 0,0 1 0,-1-1 0,1 1 0,-1-1-1,3 5 1,3 1 11,4 3 5,0-1 1,0 0 0,1-1-1,1 0 1,0-1 0,15 6 0,-22-11-7,0 0 1,1 0 0,-1-1 0,1 0-1,-1-1 1,1 1 0,0-1-1,0-1 1,-1 0 0,1 0 0,0 0-1,0-1 1,0 0 0,10-3 0,-16 2 5,0 1-1,-1-1 1,1 1 0,0-1 0,-1 0 0,1 0 0,-1 1 0,0-1 0,0 0 0,0-1 0,0 1 0,0 0 0,0 0 0,0 0 0,-1 0 0,1-1 0,-1 1-1,1 0 1,-1-1 0,0 1 0,0-3 0,0-1-2,1 0 0,-1 0 0,-1 0 0,1 0 0,-1 0 0,0 0 0,-2-9 0,-1 9-27,1 0 0,-1 1 0,-1-1 0,1 0 0,-1 1 0,0 0 0,0 0 0,-1 1 0,1 0 0,-1-1 0,0 2 0,0-1 0,0 1 0,-11-4 0,4 1-6,0 1 1,-1 1 0,0 0 0,0 1 0,0 1 0,-18-2-1,26 4 28,0-1 0,0 1-1,0 0 1,0 1 0,0 0-1,0 0 1,0 0 0,0 0 0,1 1-1,-1 0 1,0 0 0,-7 5-1,11-5-9,-1 1-1,0-1 0,1 1 0,-1 0 1,1 0-1,0 0 0,0 0 0,0 0 1,1 0-1,-1 1 0,1-1 1,-1 0-1,1 1 0,0 0 0,1-1 1,-1 1-1,0-1 0,1 1 0,0 0 1,0-1-1,1 5 0,-1-5 2,2 24-1190,-1-26 1079,-1 0 0,1 0 0,-1-1 0,1 1 0,-1 0 0,1-1 0,-1 1 0,1 0 0,0-1 0,-1 1 0,1-1 0,0 1 0,0-1 0,-1 1 0,1-1 1,0 0-1,0 1 0,-1-1 0,1 0 0,0 0 0,0 0 0,0 1 0,0-1 0,0 0 0,-1 0 0,1 0 0,1-1 0,17 1-3965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30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13 8980,'0'0'1422,"0"0"-416,0 0 13,0 0-192,0 0-352,0 0-291,-6-4-112,5 3-70,-1 0 0,1 0 1,0 1-1,-1-1 0,1 0 0,-1 0 1,1 1-1,-1-1 0,0 1 0,1-1 0,-1 1 1,1 0-1,-1-1 0,0 1 0,1 0 0,-1 0 1,0 0-1,1 0 0,-1 1 0,0-1 0,-2 1 1,-1 2 2,0 1 0,0-1 0,0 1 1,1 0-1,0 0 0,-5 6 0,-31 23 32,32-27-34,0-1 0,1 1 0,0 0 1,0 1-1,1 0 0,-11 14 0,17-21-8,-1 1 0,1-1 0,0 0-1,0 1 1,0-1 0,0 0 0,0 0 0,0 1 0,0-1-1,-1 0 1,1 1 0,0-1 0,0 0 0,0 0 0,0 1-1,0-1 1,0 0 0,1 1 0,-1-1 0,0 0 0,0 1-1,0-1 1,0 0 0,0 0 0,0 1 0,0-1-1,1 0 1,-1 0 0,0 1 0,0-1 0,0 0 0,1 0-1,-1 1 1,0-1 0,0 0 0,0 0 0,1 1 0,16 4-50,24-4 149,-35-1-70,4 0-27,1 0 0,-1 1-1,0 0 1,1 1 0,-1 0 0,0 0 0,0 1 0,0 0 0,-1 1 0,1 0 0,-1 1 0,0 0 0,0 1-1,-1-1 1,1 2 0,-1-1 0,-1 1 0,9 9 0,8 6-152,-16-17 58,0 2-1,-1-1 1,0 1-1,-1 0 1,0 0-1,0 1 1,0 0-1,4 9 1,-9-15 95,-1-1 1,1 0 0,-1 0-1,0 1 1,0-1-1,1 0 1,-1 1 0,0-1-1,0 0 1,0 1 0,0-1-1,-1 0 1,1 1 0,0-1-1,-1 0 1,1 0 0,0 1-1,-1-1 1,0 0 0,1 0-1,-1 0 1,0 0 0,1 0-1,-1 1 1,0-1 0,0-1-1,0 1 1,0 0-1,0 0 1,0 0 0,0 0-1,0-1 1,0 1 0,-1 0-1,1-1 1,-2 1 0,-55 17 378,41-14-235,-19 5 515,0-1 0,0-2 0,-70 2 0,105-8-628,1 0-45,16-7-4002,-8 0-1624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31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 1809,'0'0'1510,"0"0"-323,0 0 59,0 0-16,0 0-19,-6 12 75,0-2-951,1 1 0,1 0 0,0 0 0,0 0 0,-2 17-1,5-24-227,0 0-1,0 1 0,1-1 0,0 0 0,0 1 0,0-1 0,1 0 0,-1 1 0,1-1 0,0 0 0,1 0 0,-1 1 1,0-1-1,1 0 0,0 0 0,0-1 0,0 1 0,1 0 0,-1-1 0,1 1 0,5 4 0,-1-2-44,1 0-1,0-1 0,0 0 1,0 0-1,0-1 0,1 0 1,0 0-1,0-1 0,0 0 1,0-1-1,13 2 0,8 0 21,1-2-1,35-3 0,-25 1-76,-40 0-12,0 0 1,0 0 0,0 0 0,0-1-1,0 1 1,0 0 0,0-1-1,0 1 1,-1 0 0,1-1 0,0 1-1,0-1 1,0 1 0,0-1-1,-1 1 1,1-1 0,0 0 0,-1 1-1,1-1 1,0 0 0,-1 0-1,1 1 1,-1-1 0,1-2 0,7-28-565,-13-34-339,4 59 910,-1 0 0,-1 0 1,1 0-1,-1 0 0,0 0 0,0 1 1,0 0-1,-1 0 0,0 0 1,0 0-1,0 0 0,-1 1 1,1-1-1,-1 1 0,0 1 0,-1-1 1,1 1-1,-11-6 0,4 3 38,-1 1 0,0 0-1,0 1 1,0 1 0,0-1-1,0 2 1,-25-2 0,10 2-30,18 1-7,0 0 0,0 0 0,-1 1 0,1 0 0,0 1 0,0 0 0,0 1 0,0 0 0,-13 4 0,21-4-23,1-1-1,-1 0 0,1 0 1,-1 1-1,1-1 1,0 1-1,-1 0 0,1-1 1,0 1-1,0 0 1,1 0-1,-1-1 0,0 1 1,0 0-1,1 0 1,-1 0-1,1 0 0,0 0 1,0 0-1,-1 0 1,1 0-1,0 0 1,1 0-1,-1 0 0,0 0 1,1 0-1,-1 0 1,1 0-1,-1 0 0,1 0 1,2 3-1,-1 1-192,0 0-1,1-1 1,0 1-1,1-1 1,-1 0-1,1 1 1,0-1-1,4 4 1,10 3-2837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32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 4002,'0'0'461,"0"0"92,0 0 132,0 0-103,0 0-145,0 0-119,-3 0-118,-11-2-48,10 2 67,8 13 434,5-4-404,0 0 0,1 0 0,0-1 0,0 0 0,23 12 0,33 27 77,-39-21-197,-1 0 1,-1 2-1,-2 1 0,-1 1 1,-1 0-1,-1 2 0,-2 1 0,-1 0 1,-2 1-1,-1 0 0,-2 1 1,-1 1-1,-2 0 0,-2 0 1,-1 1-1,2 57 0,-6-37-85,-1 95 712,-2-138-576,-1 0 0,0 0 1,-1 0-1,0 0 0,-1-1 1,-1 1-1,0-1 0,-9 16 1,12-26-140,0 0 1,0-1 0,1 1-1,-2-1 1,1 0-1,0 1 1,0-1 0,-1 0-1,1 0 1,-1 0 0,1-1-1,-1 1 1,0-1 0,0 1-1,0-1 1,-4 1-1,-2 0 64,0-1 0,0 0-1,0 0 1,-12-1 0,9 0-88,9-6-3418,3 2-969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4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7059,'0'0'1396,"0"0"-465,0 0-208,0 0 26,0 0 36,0 0-276,0 0-301,17 0 249,618-16 1095,-568 8-1562,-66 8-12,-1 0 41,0 0 16,0 0 50,0 0 16,0 0 145,0 0-27,0 0-57,0 0-74,0 0-8,0 0-45,0 0-43,0 0-32,0 0-67,0 0 107,-11 388 1601,11-310-999,2 38 5,-5 0 0,-25 151 0,22-221-538,0 71 0,4-58-39,-4 60 29,-6 230 108,11-292-120,-1-23 52,3 0-1,4 37 0,0-49-122,-4-10 588,-23-11-274,-59-2-252,31-1-43,1 3-1,0 1 0,-74 13 1,77-1 50,46-14-37,31-5-4802,-23 3 1243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48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5154,'0'0'1553,"0"0"-416,0 0-137,0 0 249,0 0-222,0 0-128,0 0 48,7 23-171,47 149 550,-30-98-762,56 151 51,-64-186-561,2-1-1,1-1 1,41 57-1,-66-103-78,2 0 1,-1 0-1,2-1 0,-1 1 1,1-1-1,0 0 1,1 0-1,0 0 0,0-17 1,-1-111-310,3 98 300,0-11 31,-2-12-16,3 1 1,3-1-1,2 1 1,22-94-1,-17 121 11,-6 23-46,-1-1 0,-1 1 1,0-1-1,0 0 0,0-17 0,-2 34-61,0 0 0,0 1-1,1-1 1,-1 0 0,1-1-1,0 1 1,0 0 0,0 0-1,0-1 1,4 5 0,7 7-5172,-5-10-2906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49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4210,'0'0'1387,"0"0"-645,0 0 29,0 0 504,0 0-90,0-1-1059,0 1-1,0-1 1,0 1 0,1-1 0,-1 1 0,0-1 0,0 1-1,0 0 1,1-1 0,-1 1 0,0-1 0,0 1 0,1 0 0,-1-1-1,0 1 1,1 0 0,-1-1 0,0 1 0,1 0 0,-1 0 0,0-1-1,1 1 1,-1 0 0,1 0 0,-1 0 0,1-1 0,-1 1-1,0 0 1,1 0 0,-1 0 0,1 0 0,-1 0 0,1 0 0,0 0-1,149 14 1986,-7-14-1804,-140 29-1844,-3-19-2895,0-6 156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50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5042,'0'0'979,"0"0"-621,0 0 173,0 0 312,0 0-16,35 7 333,231 7 1092,-264-5-3292,-2-8-2228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5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6035,'0'0'1430,"0"0"-192,0 0 24,0 0-377,0 0-418,0 0-221,0 8 335,-4 84 1077,4-1 0,16 132-1,3-151-1264,-3-16-850,-12-16-2824,-4-39 1010,0-1-1909,0 0-2981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51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3201,'0'0'3885,"0"0"-2010,0 0-733,0 0-80,0 0-403,0 3-309,-2 103 2649,5 128-401,7-186-2258,-1-11-1116,-7-14-3212,-2-23 998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51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5154,'0'0'670,"0"0"-171,0 0 147,0 0 325,0 0 58,3-2-292,10-3-377,0 1-1,1 0 1,-1 1 0,1 0 0,-1 1-1,1 1 1,27 0 0,19-3 225,102-26 525,-102 17-796,1 2-1,103-4 1,-164 12-4075,0-1-1327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8:5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0 4754,'0'0'648,"0"0"-301,0 0 150,0 0 156,0 0-138,0 0-213,-4 15 4257,-10-9-4431,-1 0 1,1-2 0,-1 1-1,-19 2 1,-19 5 47,18-4-63,-1-2 1,0-1-1,0-2 1,-57-2-1,-31 3-109,117-4-13,1 1 0,0 0 0,0 0 0,-1 0 0,1 1 0,0 0 0,-9 4 0,15-4 28,0-2 7,0 0-47,0 0 21,0 0-11,0 0-7,17 352 39,-15-101 898,-5-191-681,2-1-1,2 1 1,4 0 0,19 98 0,-18-128-186,-1 1 1,-2 0 0,-1 0-1,-2 34 1,0-41-52,0-23 4,0-1 0,0 0 38,0 0-51,0 0 37,0 0-29,0 0 40,0 0 14,0 0 84,0 0-66,20-16-34,191-24 122,-173 34-121,1 2 0,67 1 0,-106 3-28,0 0-54,0 0 81,0 0 39,0 0 54,0 0 10,0 0-21,0 0-66,0 0-84,0 0 28,0 0-36,0 0-141,0 0-218,0 0-406,0 0-483,0 0-1241,0 0-3171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0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34 1809,'0'0'1577,"0"0"-318,0 0-413,0 0 50,0 0 272,0 0-154,0 0-37,0 0-161,0-6 75,-3-22 1830,2 29-2700,0-1 0,0 0 0,-1 1 0,1-1 0,0 1 0,0 0 0,0-1 0,0 1 0,-1 0 0,1 0 1,0 0-1,1-1 0,-1 1 0,0 0 0,-1 2 0,-4 10 26,2-1 1,-1 1 0,2 0 0,-1 1 0,2-1 0,0 1 0,0 15 0,-8 41 204,4-43-249,-10 41 415,2 1-1,4 0 0,-2 79 0,3-5-271,2-60-86,-8 126-7,-10 289 160,25-290 45,0-120-4010,0-92-1968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0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1873,'0'0'1598,"0"0"-408,0 0-166,0 0-79,0 0-49,0 0 3,8-1-229,28-3-107,-31 4-401,0 0 1,0 0 0,0 1-1,-1 0 1,1 0-1,0 1 1,0-1 0,-1 1-1,1 0 1,-1 0-1,5 3 1,24 9 292,36-3-135,0-2-1,1-4 1,134-6-1,-178-3-177,0-1 0,0-1-1,41-15 1,40-9-58,24 12 1,2 5-1,181 6 1,-272 5 92,50-10 0,-4 1 74,211 2 77,13-2-269,-254 6-76,149-17 34,-5 3 10,251 8 0,-74 5 47,290-20 201,-15 21-211,-121 5 307,-356-9-176,48-1-78,-225 10-26,0 0 13,0 0 109,0 0 19,0 0 102,0 0 2,0 0-35,0 0-55,0 0-52,-23 0 444,17 0-3786,6-2-632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0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 1969,'0'0'3964,"0"0"-2366,0 0-624,0 0 363,0 0-270,0 0-1049,-1-1 0,1 1 0,-1 0 1,1 0-1,0-1 0,-1 1 0,1 0 0,-1 0 0,1 0 0,-1 0 0,1 0 1,-1 0-1,1 0 0,-1 0 0,1 0 0,-1 0 0,1 0 0,-1 0 0,1 0 1,-1 0-1,1 0 0,-1 0 0,1 0 0,-1 1 0,1-1 0,-1 0 0,1 0 1,0 1-1,-1-1 0,1 0 0,-1 1 0,1-1 0,-1 1 0,1 5 4,-1 1 124,1 0 0,0 0 0,0-1 0,1 1 0,-1 0 0,1 0 0,1-1 1,-1 1-1,1 0 0,0-1 0,1 0 0,0 1 0,0-1 0,0 0 0,0-1 0,7 8 0,34 34 257,2-2 0,2-2 0,2-3 0,92 58 0,-138-97-393,-1 1-1,0 0 1,1 0 0,-1 0 0,0 1 0,0-1 0,-1 1-1,1-1 1,0 1 0,-1 0 0,0 0 0,1 0 0,-1 0-1,-1 1 1,1-1 0,0 0 0,-1 1 0,1-1 0,-1 1 0,0 0-1,-1-1 1,1 1 0,0 0 0,-1 0 0,0-1 0,0 1-1,0 0 1,-2 7 0,1-8 14,0 0-1,0 0 0,0 0 1,-1 0-1,1 0 0,-1 0 1,0-1-1,0 1 1,0-1-1,0 1 0,0-1 1,-1 0-1,1 0 0,-1 0 1,-3 2-1,-48 28 120,44-26-124,-28 12 95,0-2 0,-2-1 0,1-3 0,-2 0 0,1-3 0,-44 4 0,80-11-663,9-1-436,12-1-1950,4 0-3409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05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6243,'0'0'603,"0"0"-310,0 0 382,0 0 528,0 0 131,0 0-413,14 21-67,87 159 1114,-93-163-1810,1-1 0,1 0 0,1 0 0,0-1 0,1 0 0,1-1 0,0 0 0,1-1 0,18 13 0,0-3-38,2-2 1,0-1 0,49 20 0,-76-37-364,48 26 834,-54-28-694,0-1 0,0 1 0,0-1-1,0 1 1,0 0 0,0-1 0,0 1 0,0 0-1,0 0 1,0 0 0,-1 0 0,1 0-1,0 0 1,0 0 0,-1 0 0,1 0 0,-1 0-1,1 0 1,-1 0 0,1 1 0,-1-1-1,0 0 1,1 0 0,-1 0 0,0 1-1,0-1 1,0 0 0,0 0 0,0 1 0,0-1-1,-1 0 1,1 0 0,0 1 0,0-1-1,-1 0 1,1 0 0,-1 0 0,1 0 0,-2 2-1,-5-1-3516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0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5891,'0'0'765,"0"0"-220,0 0 410,0 0 275,0 0-198,-4 4-146,-118 166 4015,91-132-4672,-55 71 619,76-95-767,1 0 0,1 1 0,0 0 0,1 0 0,-10 29 0,12-8-1897,5-35 1671,0 0 0,0 0 0,-1-1 0,1 1 0,0 0 0,0 0 0,0 0 0,0 0 0,0 0 0,0 0 1,1-1-1,-1 1 0,0 0 0,0 0 0,0 0 0,1 0 0,-1 0 0,1-1 0,-1 1 0,0 0 0,1 0 0,0-1 0,-1 1 0,1 0 0,-1-1 0,1 1 0,0 0 0,-1-1 0,1 1 1,1 0-1,11-1-6720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0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2497,'0'0'2505,"0"0"-1422,0 0-170,0 0 421,0 0-200,0 0-441,4-18 1113,21 3-1307,0 0-1,31-13 0,-29 16-325,-1-1 1,28-20-1,-37 17-53,9-7 36,-25 23-148,0 0 0,0-1 0,0 1 0,0 0 0,0 0 0,0 0 0,0 0 0,0 0 0,1 0 0,-1 0 0,0 0 0,0 0 1,0 0-1,0 0 0,0 1 0,0-1 0,0 1 0,0-1 0,0 1 0,0-1 0,0 1 0,0-1 0,0 1 0,0 0 0,-1-1 0,1 1 0,0 0 0,0 0 0,0 1 0,21 24 485,36 59 0,-9-12 63,-42-61-283,-6-9-6274,-1-3 1325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0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4322,'0'0'1427,"0"0"-856,0 0 78,0 0 727,0 0-29,0 10-447,-2 3-710,1 40 1040,1-51-1171,0 1 0,1-1 0,-1 1 0,1-1 0,0 1 0,-1-1 0,1 1 0,0-1 0,1 1 1,-1-1-1,0 0 0,1 0 0,-1 0 0,1 0 0,-1 0 0,1 0 0,0 0 0,4 3 0,6 1 10,-1 0-1,1-1 1,0 0 0,1-1 0,-1-1-1,1 0 1,0 0 0,0-1-1,0-1 1,0 0 0,17-2-1,-28-42-185,-1 19 66,0 19 43,-1 0 1,1 0 0,-1 1-1,0-1 1,0 0 0,-1 0-1,1 0 1,-1 0 0,0 0 0,0 0-1,-1 1 1,1-1 0,-1 0-1,0 1 1,-1 0 0,1-1-1,-1 1 1,1 0 0,-7-6 0,9 53 188,15 18-94,8 46 119,-11-35-56,-7-49-63,-1 1 0,1 39 0,-5-62-82,-1 1-1,1-1 1,-1 1-1,1-1 0,-1 0 1,0 1-1,1-1 1,-1 0-1,0 1 1,0-1-1,0 0 0,0 0 1,0 0-1,0 0 1,-1 0-1,1 0 0,0 0 1,0 0-1,-1 0 1,1-1-1,-1 1 1,1-1-1,0 1 0,-1-1 1,1 1-1,-4-1 1,-49 11-38,35-9-166,17-1-1103,2-1-1936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1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1505,'0'0'1531,"0"0"-613,0 0-201,0 0 4,0 0-153,0 0-149,0 0-8,0 0 176,0 0 10,0 0 81,0 0-144,0 0-132,0 0-97,0 0-68,25 1 718,67 8 387,135-2 0,-221-7-1294,-5 0-64,-9 0 181,-66 0-543,73 0-500,1 0-1427,0 0-2561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1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3522,'0'0'1542,"0"0"-787,0 0-3,0 0 347,0 0-293,0 0-227,14-10-150,41-31 68,-51 38-374,0-1 0,1 1 0,-1-1 0,0 0 0,-1-1 0,1 1-1,-1-1 1,0 0 0,0 0 0,0 0 0,-1 0 0,0 0 0,0 0 0,0-1 0,0 1 0,-1-1 0,0 1 0,0-1 0,-1-5 0,0 10-85,0 1 18,0 0-14,0 0-95,2 3 71,-1 0 0,0 0 1,0 0-1,0 0 0,-1 1 0,1-1 1,-1 0-1,1 0 0,-1 1 0,0-1 0,-1 0 1,0 6-1,1 0 172,0 166 3099,0-174-3193,0-1 65,0 0-31,0 0-87,0 0 5,0 0 16,0 0-43,0 0-47,10 0-3571,-2 0 70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14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1745,'0'0'1801,"0"0"-721,0 0-47,0 0 271,0 0-138,0 0-390,0 1-643,-1 0-1,1 0 0,0-1 0,0 1 0,0 0 0,0 0 0,0 0 0,0 0 0,0-1 1,0 1-1,0 0 0,0 0 0,0 0 0,1 0 0,-1-1 0,0 1 0,1 0 1,-1 0-1,0-1 0,1 1 0,-1 0 0,1 0 0,304-1 658,-320 1-1128,-18 0 90,17-5-5345,13 2 46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1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3970,'0'0'1739,"0"0"-882,0 0-86,0 0 98,0 0 108,0 0-251,12 1-134,214 7 2964,-220-3-3534,-3-3-3208,-3-2-1336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16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6739,'0'0'1201,"0"0"-324,0 0 172,0 0 90,0 0-296,15 1-277,-11-6-474,-1-1 0,1 0 0,-1 0 0,0-1 0,0 1 0,-1 0 0,0-1 0,0 0 0,1-11 0,-2 14-71,3-11 105,-3 6-65,2-1 1,-1 1 0,1 0 0,6-12 0,-4 71-16,-7 34 941,0-40-35,7 89 1,-3-125-1112,0-12-754,1-14-3519,-3 9-965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4.25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 17 2385,'0'0'691,"0"0"-133,0 0 223,0 0 276,0 0-286,0-15 896,0 13 3200,-2 85-3317,0-28-619,6 68 0,1-47 189,-5-76-1104,0 0-53,0 0-107,0 0-318,0 0-834,0 0-833,0 0-995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5.44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43 25 1024,'0'0'3936,"0"0"-2936,0 0-811,0 0 353,0 0 245,0 0-357,0-1-399,-1 1 0,1 0 0,0 0 0,0 0 0,-1-1 0,1 1 0,0 0 0,0 0 0,-1 0 0,1-1 0,0 1 0,0 0 0,0-1 0,-1 1 0,1 0 0,0 0 0,0-1 0,0 1 0,0 0 0,0-1 0,0 1 0,0 0 0,0-1 0,0 1 0,0 0 0,0-1 0,0 1 0,0 0 0,0-1 0,0 1 0,0-1 0,2-1 49,0 1 0,0-1-1,0 1 1,0 0 0,0-1 0,0 1-1,0 0 1,1 1 0,-1-1 0,0 0-1,1 0 1,-1 1 0,1 0 0,-1-1-1,0 1 1,1 0 0,-1 0 0,1 0-1,2 1 1,-3 0-77,0 0 1,0 0-1,0 0 1,-1 1-1,1-1 1,0 1-1,-1-1 1,0 1-1,1 0 1,-1-1-1,0 1 1,0 0-1,1 0 1,-2 0-1,1 0 0,0 0 1,0 0-1,-1 0 1,1 0-1,-1 0 1,1 0-1,-1 0 1,0 2-1,3 22 11,-1 0 1,-3 34-1,0-18 42,1-40-55,0 0-1,0 0 1,0 0 0,-1-1 0,1 1 0,-1 0-1,1-1 1,-1 1 0,0 0 0,1-1 0,-1 1-1,0-1 1,0 1 0,0-1 0,0 1 0,-1-1-1,1 0 1,0 0 0,-1 1 0,1-1 0,0 0-1,-1 0 1,1 0 0,-1-1 0,0 1 0,1 0-1,-1 0 1,0-1 0,1 1 0,-3-1-1,-6 2 42,1 0-1,-1-1 0,1 0 0,-13-1 0,21 0-34,0 0-1,0-1 0,0 1 0,0 0 0,0-1 0,0 1 0,0-1 0,0 0 0,0 1 0,0-1 0,0 0 0,0 0 0,1 1 0,-1-1 0,0 0 0,0 0 0,1 0 0,-1 0 0,0 0 0,1 0 0,-1 0 0,1 0 0,0 0 0,-1 0 0,1 0 0,0-1 0,0 1 1,-1-2-1,1 0-7,-1 1 0,1-1 0,0 1 0,-1-1 0,1 0 0,1 1 0,-1-1 0,0 0 0,0 1 1,1-1-1,1-4 0,1 6 11,0-1 0,0 1 0,0 0 0,1 0 0,-1 1 1,0-1-1,0 1 0,0-1 0,1 1 0,-1 0 0,0 0 1,1 1-1,3 0 0,2-1 0,112 0 435,-120 0-440,1 0-1,-1-1 1,1 1-1,-1-1 1,1 1-1,-1-1 1,1 0-1,-1 1 1,1-1-1,-1 0 1,0 0-1,0 0 1,1 0-1,-1 0 1,0 0-1,0-1 1,0 1-1,0 0 1,0 0-1,-1-1 1,1 1-1,1-3 1,2-11-2632,-4 10-3702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5.79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9604,'0'0'657,"0"0"-577,0 0 96,0 0 1152,0 0-719,0 0-241,0 124-208,3-100 144,0-5-128,2-5-32,0 1 16,0-8-128,-2-2-32,2-3-80,-5-2-544,3 0-1169,-3 0-1472,0 0-3122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6.14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6915,'0'0'1297,"0"0"-801,0 0 416,0 0 433,0 0-321,0 0-591,2 146-65,-2-122-128,0-10 144,6 0-352,-1-6 80,-2-4-96,2-4-16,3 0-384,-6 0-1521,1-7-2369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6.53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14 31 5859,'-13'7'608,"13"-7"-496,0 0 416,8 0 321,21 0-129,6 0-224,2 0-112,3-2 273,-3-8-113,0 3 176,0-2 33,-8 4-433,-7 0-192,-9 5-128,-13 0-176,0 0-1281,0 0-4081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57.50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14 132 96,'0'0'990,"0"0"-473,0 0 102,0 0 118,0 0-193,0 0-136,-12 11 615,11-8 6067,44-2-6588,0 1-1,62 12 1,-1 0-129,-75-7-342,-18-5 7,-1 0-1,0 1 0,0 0 0,-1 1 0,1 0 0,-1 0 1,1 1-1,9 6 0,100 78 368,-117-87-386,-1-1 1,1 1-1,-1 0 0,0 0 0,1 0 0,-1-1 0,0 1 0,-1 0 0,1 0 0,0 1 1,0-1-1,0 2 0,-1-1 17,1 0 0,0 0 1,0-1-1,0 1 0,0 0 0,1-1 1,-1 1-1,1-1 0,3 4 0,2 2-9,0 0 1,0 1-1,0 0 0,-1 0 0,0 0 0,-1 1 0,6 13 0,17 30 173,-20-40-49,-1 1 1,0-1 0,5 18 0,13 25 366,-22-50-515,40 81 136,-42-83-139,2 0 1,-1 0 0,0 0 0,1-1-1,0 1 1,0-1 0,0 0-1,3 4 1,-3-5 0,-1 0-1,0 0 1,1 0-1,-1 0 1,0 1-1,0-1 1,-1 1-1,1-1 1,0 1-1,-1 0 1,0 0 0,0 0-1,0 0 1,0 0-1,0 0 1,0 0-1,0 4 1,-1 7 18,1 1 1,1 0-1,0-1 1,1 1 0,1-1-1,0 0 1,1 0-1,11 25 1,3-2 6,-16-31-22,-1 1 0,1-1 0,1 0-1,-1 0 1,1 0 0,0 0 0,0-1-1,1 1 1,5 4 0,44 47-9,-28-40 7,2-1 0,37 17 1,0-1 64,79 35-69,-3 0-17,-118-58 15,0 0 0,1-2-1,0-1 1,0 0 0,0-2 0,1-1 0,-1 0 0,39-3 0,306 0 14,-361-3 17,0 0 0,0-1-1,0 0 1,-1-1 0,0 1-1,0-1 1,0-1 0,0 1-1,9-12 1,13-17 49,-7 10-57,-2-2 0,0 0 0,30-54 0,-25 16-4,-20 50-11,0 0 1,1 0-1,0 1 0,1 0 1,0 0-1,16-20 0,-20 28-5,-1 1 0,0-1 0,0 0-1,-1 0 1,0 0 0,0 0 0,0 0-1,0-9 1,4-16-4,3-3 19,-2-1 0,-1 0 0,-2 0 0,-1-47 0,-1 73-8,0 1 1,0-1 0,1 0-1,5-13 1,2-8-6,-4 14 6,1 1-1,0 0 0,1 0 1,0 1-1,1 0 0,1 0 1,10-11-1,15-26 10,32-56 64,-46 73-123,33-41 0,-30 44 121,-12 15-63,-6 6-22,0 1-1,1 0 0,0 0 0,1 0 1,0 1-1,0 0 0,0 0 1,1 1-1,0 0 0,0 0 1,10-4-1,65-29-13,-68 34 21,4-1 8,-1 0-1,1 1 1,1 0-1,-1 2 0,33-2 1,35-3 1091,-87 15-1070,0-2-3894,0-5-44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0.79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7 2 1297,'0'0'1912,"0"0"-871,0 0-241,0 0 30,0 0-3,0 0-147,0 0-93,0 0 120,0 0 62,0 0-20,0 0-154,0 0-16,-1 0-221,-3-2-164,4 23-100,-1 39 232,0 6 454,3 0 0,13 90-1,-12-138-186,-3-21 282,-5-31-542,4-145-764,2 94 224,9 9 359,-7 75-23,-3 2-5831,0 3-274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51.40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 5 3474,'0'0'1854,"0"0"-1001,0 0-364,0 0-68,0 0-122,0 0-235,0-3-43,0 2 142,0 1 109,21 6 1266,-15-5 1815,-6-1-3396,-24 2-240,23 1 283,0 0 0,0 0-1,0-1 1,0 1 0,1 1 0,-1-1 0,1 0 0,-1 0-1,1 0 1,0 0 0,0 0 0,1 0 0,-1 0-1,1 0 1,-1 0 0,1 0 0,0 0 0,0 0 0,0 0-1,1 0 1,-1 0 0,1 0 0,-1-1 0,1 1-1,0-1 1,0 1 0,0-1 0,4 3 0,3-2 13,1 0 1,0-1 0,1 0 0,-1 0 0,0-1-1,0-1 1,1 0 0,-1 0 0,1-1 0,-1 0-1,14-4 1,-23 5 10,0-1 0,0 1-1,0-1 1,1 0 0,-1 0-1,0 1 1,0-1 0,0 0 0,-1 0-1,1 0 1,0 0 0,0 0-1,0 0 1,-1 0 0,1 0 0,0 0-1,-1 0 1,1-1 0,-1 1-1,1 0 1,-1 0 0,0-1 0,0 1-1,1 0 1,-1 0 0,0-1-1,0 1 1,0 0 0,0-1 0,-1 1-1,1 0 1,0 0 0,0-1-1,-1 1 1,0-2 0,0 0 9,0 1 1,0-1-1,-1 1 1,1 0-1,0-1 1,-1 1-1,0 0 1,1 0 0,-1 0-1,0 0 1,0 0-1,0 1 1,0-1-1,0 1 1,-4-3-1,1 2-8,-1 0 1,1 0-1,-1 0 0,1 1 1,-1 0-1,0 0 0,-8 0 1,14 25-136,0-20 111,1 0 0,0 0-1,1 0 1,-1 0 0,1 0-1,0-1 1,0 1-1,0-1 1,0 1 0,1-1-1,-1 0 1,1 0 0,0 0-1,0 0 1,0 0-1,4 2 1,-3-1-71,1-1 0,-1 1 0,0-1 0,1-1 0,0 1 0,0-1 0,0 1 0,0-1 0,0-1 0,0 1 0,1-1 0,5 1 0,-10-5 77,0 1-1,0-1 1,0 0-1,0 0 1,0 0-1,-1 0 1,1 0-1,-1 0 1,0 0-1,0 0 1,0 0-1,0 0 1,-1-4-1,1 1 13,0 4-15,0-1 0,0 0-1,0 1 1,-1-1 0,1 0 0,-1 1 0,1-1 0,-1 1 0,0-1 0,0 1-1,0-1 1,0 1 0,-1 0 0,1-1 0,-1 1 0,1 0 0,-1 0 0,-3-4-1,1 4-16,0-1-1,0 1 0,0 0 1,-1 0-1,1 0 0,0 0 0,-1 1 1,1 0-1,-1 0 0,-7-1 0,9 1 11,0 0 0,-1 1 0,1-1-1,0 1 1,-1 0 0,1 0 0,-1 0 0,1 0-1,0 1 1,-1-1 0,1 1 0,0 0-1,-6 2 1,7-2 3,1 1 1,0 0-1,-1 0 0,1 0 0,0 0 1,0 0-1,0 0 0,0 0 0,0 0 1,0 0-1,1 0 0,-1 0 0,1 1 1,0-1-1,-1 0 0,1 0 0,0 1 1,0-1-1,0 0 0,1 3 0,-1-4 6,0 0 0,0 0 0,-1 0 0,1 0-1,0 0 1,0 0 0,1 0 0,-1 0-1,0 0 1,0 0 0,0 0 0,1 0 0,-1 0-1,1 0 1,-1 0 0,0 0 0,1 0-1,0 0 1,-1-1 0,1 1 0,-1 0 0,1 0-1,0-1 1,0 1 0,-1 0 0,1-1-1,0 1 1,0 0 0,0-1 0,0 1 0,0-1-1,0 0 1,0 1 0,0-1 0,0 0-1,0 0 1,0 1 0,0-1 0,0 0 0,0 0-1,0 0 1,0 0 0,0 0 0,0 0-1,0-1 1,0 1 0,0 0 0,2-1 0,6 1 121,-8 0 20,-1 0 50,0 0-87,0 0-182,0 0-827,0 0-1545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2.18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5 4162,'0'0'1038,"0"0"-550,0 0 75,0 0 293,0 0-135,0 0-359,0-5 444,0 8 493,0 28-586,1-1-1,1 0 0,8 35 1,-5-38-378,-5-21-278,1 0-1,1 0 1,-1 0 0,1 0-1,0 0 1,2 6 0,-3-10-36,0-1 1,1 1 0,-1-1-1,0 1 1,0-1 0,1 0 0,-1 1-1,1-1 1,-1 0 0,1 0 0,-1 0-1,1 0 1,0 0 0,-1-1 0,1 1-1,0 0 1,0-1 0,-1 1 0,1-1-1,0 0 1,0 0 0,0 1-1,0-1 1,2-1 0,-4 0 53,1 1 0,-1-1 0,1 0-1,-1 0 1,1 0 0,-1 0 0,0 0 0,0 0 0,0 0 0,1 0 0,-1 0-1,0 0 1,0 0 0,0 0 0,0 0 0,-1 0 0,1 0 0,-1-2 0,1-17-640,4 13-2870,3 4-116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3.39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47 11 3618,'0'0'1085,"0"0"-207,0 0 21,0 0 307,0 0-205,0 0-316,-14-10 3250,9 22-3689,-1 0 0,2 0 0,0 1 0,0 0 0,1 0 1,1 0-1,-2 21 0,3 99 1315,3-70-1401,-1-63-598,0 0 1,0 0-1,0 0 0,1 0 1,-1 0-1,0 0 0,0 0 1,0 0-1,1-1 0,-1 1 1,0 0-1,0-1 0,0 1 1,0-1-1,0 1 0,0-1 1,0 0-1,0 1 0,1-2 1,4-7-6398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7.72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4418,'0'0'1569,"0"0"-561,0 0-234,0 0 296,0 0-14,0 0-464,0 0-255,0 0-124,0 29 1190,0-19-1271,0-1-1,1 1 1,0-1-1,0 0 1,1 1-1,0-1 1,1 0-1,4 11 1,-4-15-324,0 0 1,0 0-1,0 0 1,1-1-1,0 1 1,-1-1-1,2 0 1,-1 0-1,0-1 1,1 1-1,-1-1 1,1 0 0,0 0-1,9 4 1,-10-6-3118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8.08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5410,'0'0'545,"0"0"-337,0 0 704,0 0 433,0 0-497,0 0-255,0 105-209,0-91 0,0-2-256,0-5 16,3 0-112,2-2 64,1-3-96,-4-2-800,-2 0-337,0 0-2112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2:59:48.50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24 944,'0'0'3944,"0"0"-2691,0 0-457,0 0 292,28 0 185,-9 0-1014,47 0 811,81-9-1,-41 4-719,-106 5-441,0 0-13,0 0-192,41 0-3429,-38 0 3316,-2 0 274,0 0 0,0 0 0,0 0 0,0 0 1,0 0-1,0 0 0,0 0 0,0 0 0,0 0 0,0 0 0,0-1 1,0 1-1,0 0 0,0-1 0,0 1 0,0 0 0,0-1 1,0 0-1,0 1 0,0-1 0,-1 1 0,2-2 0,0-1-1415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1.31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26 0 2977,'0'0'1537,"0"0"-536,0 0-193,0 0 83,0 0-109,0 0-257,0 0-125,0 0-98,-1 0-113,-1 0 1,1 0 0,0 0-1,0 0 1,-1 0-1,1 1 1,0-1 0,0 0-1,0 0 1,0 1-1,-1-1 1,1 1-1,0-1 1,0 1 0,0 0-1,-1 1 1,0 39 536,0-27-463,1 0 1,1 1 0,1-1-1,0 0 1,3 14-1,-3-26-232,0 1 0,0-2 0,0 1 0,1 0 0,-1 0 0,1 0 0,-1-1 0,1 1 0,0 0 0,-1-1-1,1 0 1,0 1 0,0-1 0,0 0 0,0 0 0,0 0 0,0 0 0,1 0 0,-1-1 0,0 1 0,0-1-1,1 1 1,-1-1 0,0 0 0,1 0 0,-1 0 0,0 0 0,5-1 0,-6 1 137,-1 0-80,27-1-1929,-17-5-549,0-1-3346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2.15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 4 704,'0'0'1740,"0"0"-772,0 0-69,0 0 216,0 0-23,0 0-92,0-4 1751,0 8-590,-2 28-1738,1 41 700,1-69-1055,1 0-1,-1 0 1,1 0-1,-1-1 1,1 1-1,1 0 1,-1 0-1,0-1 0,1 1 1,0-1-1,0 1 1,0-1-1,0 0 1,5 5-1,-7-7-40,0 1 99,0-2-4657,0 0-1005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2.49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1 0 5058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2.83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31 5058,'148'-28'1057,"-147"27"-1021,0 1 1,0 0 0,0-1-1,0 1 1,1 0-1,-1 0 1,0 0-1,0 0 1,0 0 0,0 0-1,1 0 1,-1 0-1,0 0 1,0 0-1,0 1 1,0-1 0,0 0-1,0 1 1,0-1-1,1 1 1,-1-1-1,0 1 1,-1 0 0,1-1-1,0 1 1,0 0-1,0 0 1,1 1-1,-3 20 2094,0-16-1740,1 63 2647,0-39-5338,0-30-4016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3.17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0 102 1633,'0'0'2222,"0"0"-1208,0 0-646,0 0 163,0 0 69,0 0-82,0 0-59,0 0 16,15 4 240,13-1-257,0-2 0,0 0 0,-1-2 0,1-2 1,0 0-1,48-13 0,-16-2 1040,110-49-1,-170 67-1507,1-1 0,0 1 0,-1 0 0,1-1 0,0 1 0,-1 0 0,1 0 0,0 0 0,-1 0 0,1 0 0,0 0 0,-1 0 0,1 0 0,0 0 0,-1 0 0,1 0 0,0 0 0,-1 0 0,1 1 0,0-1 0,-1 0 0,1 0-1,0 1 1,-1-1 0,1 0 0,-1 1 0,1-1 0,0 1 0,-1-1 0,1 1 0,-1-1 0,0 1 0,1-1 0,-1 1 0,1-1 0,-1 1 0,0 0 0,1-1 0,-1 1 0,0 0 0,0-1 0,0 1 0,1 0 0,-1-1 0,0 1 0,0 0-1,0-1 1,0 1 0,0 0 0,0 0 0,0-1 0,0 1 0,-1 0 0,1 0 0,0 2-61,0-1 0,0 1 0,-1-1 0,1 0 0,0 1 0,-1-1 0,1 0 0,-1 0 0,0 1 1,0-1-1,0 0 0,0 0 0,0 0 0,-2 3 0,0-4-704,3-2-2744,0 1 3512,0 0-5788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4.80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188 86 4002,'0'0'688,"0"0"-378,0 0 39,0 0 441,0 0-25,0 0-188,-6-1-6,3 1-259,-1 0 1,1-1 0,-1 0-1,1 1 1,-1-1 0,1-1-1,0 1 1,-1 0-1,1-1 1,0 0 0,0 0-1,0 0 1,0 0 0,0 0-1,-3-4 1,5 5-284,-1 0 0,1 0 0,0 0 0,0 0 0,0 0 0,-1 0 0,1 1 0,0-1 0,-1 1 0,1-1 0,0 1 0,-1-1 0,1 1 0,-1 0 0,1 0 0,0-1 0,-1 1 0,1 0-1,-1 1 1,1-1 0,-1 0 0,1 0 0,-1 0 0,1 1 0,0-1 0,-1 1 0,1-1 0,0 1 0,-1 0 0,1-1 0,0 1 0,0 0 0,0 0 0,-1 0 0,1 0 0,0 0 0,0 0 0,0 0 0,1 0 0,-1 0 0,0 1 0,0-1 0,1 0 0,-1 1 0,0-1 0,1 0 0,0 1 0,-1-1 0,0 3 0,1 55 803,1-58-818,-1 0 0,1 0 0,-1-1 0,1 1 0,-1 0 0,1 0 0,0-1 0,0 1 0,-1 0 0,1-1 0,0 1 0,0-1 0,0 1 0,0-1 0,0 1 0,0-1 0,-1 1 0,1-1 0,0 0 0,0 0 0,0 1 0,0-1 0,0 0 0,0 0-1,0 0 1,0 0 0,2-1 0,39 2 248,-32-2-104,-9 1-134,0 0 1,0 0-1,0-1 1,0 1-1,1-1 1,-1 1-1,0-1 0,0 1 1,0-1-1,0 1 1,0-1-1,0 0 0,0 0 1,0 1-1,-1-1 1,1 0-1,0 0 1,0 0-1,-1 0 0,1 0 1,0 0-1,-1 0 1,1 0-1,-1-1 0,1 1 1,-1 0-1,0 0 1,0 0-1,1 0 0,-1-1 1,0 1-1,0 0 1,0-2-1,0 1-18,0 1 0,0-1-1,0 1 1,0 0 0,0-1-1,0 1 1,0-1 0,0 1 0,-1-1-1,1 1 1,-1-1 0,1 1-1,-1 0 1,1-1 0,-1 1 0,0 0-1,0 0 1,0-1 0,1 1-1,-1 0 1,0 0 0,-1 0 0,1 0-1,0 0 1,0 0 0,-2-1 0,-7 0 4,0 1 1,0-1 0,0 2-1,0-1 1,0 2 0,-18 1-1,27 1-12,0 0 1,0 0-1,0 0 0,1 0 0,-1 0 0,1 0 1,0 0-1,-1 0 0,1 0 0,1 1 1,0 4-1,-1-2-14,0-4 17,0 0 0,1 0 0,-1 0 0,0 0 0,1 0 0,0-1 0,-1 1 0,1 0 0,0 0 0,0 0 0,0-1 0,0 1-1,0 0 1,0-1 0,1 1 0,-1-1 0,1 1 0,-1-1 0,1 0 0,-1 1 0,1-1 0,0 0 0,-1 0 0,1 0 0,0-1 0,0 1 0,0 0 0,0-1 0,0 1 0,-1-1 0,5 1 0,7 1 13,1 0 1,-1-2-1,24 0 0,-19 0-9,-18-1-8,1 1 1,-1 0-1,1 0 0,-1 0 1,1-1-1,-1 1 0,1 0 0,-1-1 1,1 1-1,-1 0 0,1-1 0,-1 1 1,0-1-1,1 1 0,-1-1 0,0 1 1,1-1-1,-1 1 0,0-1 0,1 1 1,-1-1-1,0 1 0,0-1 0,0 1 1,0-1-1,1 0 0,-1 1 0,0-1 1,0 1-1,0-1 0,0 1 0,0-1 1,-1 0-1,1 1 0,0-2 1,-3-16-129,1 14 112,0 1 0,-1-1 1,1 1-1,-1-1 0,0 1 0,0 0 1,0 0-1,0 0 0,0 1 1,-1-1-1,1 1 0,-1 0 0,0 0 1,-7-3-1,2 1 16,0 0 0,0 1 0,-1 0 0,1 0 0,-14-1 0,22 4 11,-1 0 0,1-1 0,0 1 0,-1 0 0,1 0 0,-1 0 0,1 0-1,0 0 1,-1 0 0,1 0 0,-1 1 0,1-1 0,0 0 0,-1 1 0,1-1 0,0 1 0,-1 0 0,1-1 0,0 1 0,0 0 0,0 0-1,-1 0 1,1 0 0,0 0 0,0 0 0,-1 1 0,1 2 4,0-1-1,0 1 1,0 0 0,1 0-1,-1-1 1,1 1 0,0 0-1,0 6 1,0-3-16,0-3 14,0 0 1,1 0-1,-1 0 1,0 0-1,1 0 1,0 0 0,0 0-1,0-1 1,2 5-1,-2-7-7,0 0-1,-1 0 1,1 0 0,0 0-1,0 0 1,0-1 0,0 1-1,0 0 1,0 0 0,0-1-1,0 1 1,0-1-1,0 1 1,0-1 0,0 1-1,0-1 1,1 0 0,-1 0-1,0 1 1,0-1-1,0 0 1,1 0 0,-1 0-1,0 0 1,0-1 0,0 1-1,0 0 1,1 0 0,-1-1-1,0 1 1,0 0-1,0-1 1,0 1 0,0-1-1,0 0 1,1 0 0,-1 0 13,1 0 0,-1-1 0,0 1 0,0 0 0,0 0 0,0-1 0,-1 1 0,1-1 1,0 1-1,-1-1 0,1 1 0,-1-1 0,1 1 0,-1-1 0,0 0 0,1 1 0,-1-3 1,2-36 21,-1 32-22,-1-91 16,-1 98-40,1 1-1,-1-1 1,0 0 0,0 1 0,1-1 0,-1 1 0,0-1 0,0 1 0,0-1-1,0 1 1,0 0 0,0-1 0,0 1 0,0 0 0,0 0 0,0 0 0,0 0-1,0 0 1,0 0 0,0 0 0,0 0 0,0 0 0,-1 0 0,-28 4 11,27-1-4,-1-1 0,1 0 0,0 1 0,-1 0 0,1 0 0,1 0 0,-1 0 0,0 0 0,1 0 0,-1 1 1,1-1-1,0 1 0,0 0 0,1 0 0,-1-1 0,-1 8 0,1-1-7,0 0 1,0 0-1,1 0 1,0 0-1,1 19 0,1-27 5,-1 0 0,1 0-1,-1 0 1,1-1 0,0 1-1,-1 0 1,1 0-1,0-1 1,0 1 0,0-1-1,0 1 1,1-1 0,-1 1-1,0-1 1,1 1 0,-1-1-1,1 0 1,-1 0 0,1 0-1,-1 0 1,1 0-1,0 0 1,0 0 0,-1-1-1,1 1 1,0-1 0,0 1-1,0-1 1,3 1 0,8 1-4,0-1 1,0 0 0,18-2 0,-16 1 25,-6 0-19,0 0 0,0 0 1,0-1-1,0-1 0,0 1 1,13-6-1,-19 7 5,-1-1-1,0-1 1,0 1 0,1 0 0,-1-1-1,0 1 1,0-1 0,0 1-1,0-1 1,-1 0 0,1 0-1,0 0 1,-1 0 0,1 0-1,-1 0 1,0-1 0,0 1-1,0 0 1,0-1 0,0 1-1,0 0 1,-1-1 0,1 1-1,-1-1 1,0 1 0,1-1-1,-1-4 1,0 4-6,0-1 0,0 1 0,0-1 1,0 0-1,0 1 0,-1-1 0,0 1 0,1-1 0,-1 1 1,-1-1-1,1 1 0,0-1 0,-1 1 0,0 0 0,1 0 1,-1 0-1,-1 0 0,1 0 0,0 0 0,-1 1 0,1-1 1,-1 1-1,0-1 0,0 1 0,0 0 0,0 0 0,0 1 1,0-1-1,-1 0 0,1 1 0,-7-2 0,0 0 74,0 0-1,-1 1 0,1 0 0,0 1 1,-1 0-1,1 0 0,-13 2 0,15-1-44,5 0-17,1 1 0,-1-1 0,1 1 0,-1 0 0,1 0-1,-1 0 1,1 0 0,0 0 0,-1 1 0,1-1 0,0 1 0,0-1 0,0 1 0,0 0 0,0 0 0,1 0 0,-1 0 0,1 0 0,-1 0 0,1 1-1,-1-1 1,1 0 0,0 1 0,0-1 0,1 1 0,-1-1 0,0 1 0,1-1 0,-1 1 0,1 3 0,-3 13 91,1 0 0,0 38 0,2-49-37,0 1-41,0 0 0,0 0 1,1-1-1,0 1 1,1 0-1,0-1 1,0 1-1,1-1 1,0 0-1,5 10 1,-6-14-24,1-1 0,0 0 0,-1 1 0,1-1 0,1 0 0,-1 0 0,0-1 0,1 1 0,-1-1 0,1 0 0,0 0 0,-1 0 0,1 0 0,0 0 0,0-1 1,1 0-1,-1 0 0,0 0 0,0 0 0,1-1 0,-1 0 0,9 0 0,-12 0 11,1 1 1,0-1-1,0 0 0,0 0 1,0 0-1,0 0 0,0-1 0,-1 1 1,1 0-1,0-1 0,0 1 1,0-1-1,-1 0 0,1 0 1,0 1-1,-1-1 0,1 0 1,0-1-1,-1 1 0,3-2 0,-3-1 27,1 1-1,-1-1 0,0 1 0,-1-1 0,1 1 0,-1-1 0,1 1 0,-1-1 0,0 0 1,-1-3-1,1-3 60,0 0 1,-1 1-1,0-1 0,0 0 1,-1 1-1,-1-1 1,-6-17-1,7 24-210,1 0 0,-1 0 0,0 0 0,0 0 0,0 0 0,0 1 0,-1-1 0,1 0 0,-1 1 0,1 0 1,-1 0-1,0 0 0,0 0 0,0 0 0,0 0 0,0 1 0,-1-1 0,1 1 0,0 0 0,-1 0 0,1 0 0,-1 1 0,1-1 0,-1 1 0,-5 0 0,9 0-3722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5.67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4594,'0'0'1793,"0"0"-761,0 0-74,0 0 357,0 0 43,0 0-352,6 0-323,29 0 30,128 3 715,-55 10-5855,-97-10 233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6.02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7780,'0'0'832,"0"0"-608,0 0 272,0 0 225,0 0-161,0 0-448,74 0-112,-53 2-16,-13-2-464,-2 0-2882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6.38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22 5571,'0'0'848,"0"0"-144,0 0 305,0 0 31,0 0-239,0 0-369,0 0-96,112 4-240,-91-4-96,-2 0-144,-14 0-640,0 0-2290</inkml:trace>
  <inkml:trace contextRef="#ctx0" brushRef="#br0" timeOffset="1">481 10 3153,'0'0'3074,"0"0"-2706,0 0 16,0 0 321,0 0 207,0 0-736,85-10-176,-83 10-368,1 0-1553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06.74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7459,'0'0'2129,"0"0"-1600,0 0 15,0 0 80,0 0-624,0 0-256,3 0-2817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15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29 5779,'0'0'771,"0"0"-27,0 0 363,0 0 128,0 0-333,0 0-219,2 0 2651,19 0-3293,280-17 199,-305 18-215,0 0 0,0 1 0,0-1 0,0 1 0,0 0 0,0 0 1,-4 3-1,-4 2-7,-11 3 7,-2-1 0,0-1 1,0-1-1,0-1 0,-1-2 0,1 0 1,-1-1-1,0-2 0,0-1 0,0-1 1,0-1-1,-35-7 0,97 10 22,0-1 1,0-1-1,0-2 0,0-2 0,0-1 1,40-13-1,-55 11 76,1 2-1,-1 0 1,1 2 0,37-4-1,-59 8-154,0 0 70,0 0-54,-11 2 82,-1 0 1,1 0-1,-1 2 1,1-1-1,0 1 0,-17 10 1,18-9-58,0-1-1,0 1 1,-1-1 0,1-1 0,-1 0 0,0-1-1,0 0 1,-13 1 0,-244-3 98,268 0-115,-1-1-1,1 1 1,0-1 0,0 1 0,-1-1-1,1 1 1,0-1 0,0 1 0,-1-1-1,1 1 1,0-1 0,0 1 0,0-1-1,0 0 1,0 1 0,0-1 0,0 1 0,0-1-1,0 1 1,0-1 0,0 1 0,0-1-1,0 0 1,1 1 0,-1-1 0,0 1-1,0-1 1,1 1 0,-1-1 0,0 1-1,0 0 1,1-1 0,-1 1 0,1-1 0,-1 1-1,0-1 1,1 1 0,-1 0 0,1-1-1,-1 1 1,1 0 0,-1 0 0,1-1-1,-1 1 1,1 0 0,39-13 10,0 3-1,0 1 1,1 1 0,0 3 0,47-1 0,-87 6-117,-1 0-61,0 0-155,-29 9 119,-8-1-2412,37-8-49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27.49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123 1 3330,'0'0'1285,"0"0"-954,0 0-277,0 0 82,0 0 42,0 0-108,0 0 2,0 5 117,-2 16 229,-2 0-1,0 0 1,-1-1-1,-1 1 1,0-1-1,-2-1 1,-16 31-1,13-29-296,1 0-1,1 1 1,1 0-1,1 1 1,1 0-1,-6 45 0,11-46 33,1 1 0,5 32 0,-4-46-91,1 0 1,0 0 0,1 0-1,0-1 1,1 1-1,0-1 1,0 0 0,9 13-1,0-5 53,0 0-1,1-1 1,0-1-1,1-1 1,1 0-1,0-1 0,0 0 1,2-1-1,29 13 1,-47-24-112,1 0 0,-1 0 0,1 1 0,-1-1 0,1 0 0,-1 0 0,1 1-1,-1-1 1,0 0 0,1 0 0,-1 1 0,1-1 0,-1 0 0,0 1 0,1-1 0,-1 1 0,0-1 0,1 1 0,-1-1 0,0 0 0,0 1 0,1-1 0,-1 1 0,0-1 0,0 1 0,0-1 0,0 1 0,1-1 0,-1 1 0,0 0-1,0-1 1,0 1 0,0-1 0,0 1 0,-1-1 0,1 1 0,0 0 0,0 5-3,-2-6-1953,1 0-2086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27.97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11 4994,'0'0'1492,"0"0"-727,0 0-223,0 0 322,0 0 193,0 0-268,0 0-247,13 0 589,216 0 814,-228 0-2040,-1 0 44,0 0 0,1 0 1,-1 0-1,0 0 0,0 0 0,1 0 1,-1 0-1,0 0 0,0 0 1,0 0-1,1 0 0,-1 0 1,0 0-1,0 0 0,0 0 0,1 0 1,-1 0-1,0-1 0,0 1 1,0 0-1,1 0 0,-1 0 1,0 0-1,0 0 0,0 0 0,0-1 1,0 1-1,1 0 0,-1 0 1,0 0-1,0 0 0,0-1 0,0 1 1,0 0-1,0 0 0,0 0 1,1 0-1,-1-1 0,0 1 1,0 0-1,0 0 0,0-1 0,0 1 1,0 0-1,0-5-3865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28.59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1 147 656,'0'0'5248,"0"0"-3412,0 0-1121,0 0-43,0 0 48,0 1-664,0-1 0,0 1-1,0-1 1,0 1 0,0-1 0,0 1-1,0-1 1,0 1 0,1-1 0,-1 1 0,0-1-1,0 1 1,1-1 0,-1 0 0,0 1-1,0-1 1,1 1 0,-1-1 0,0 0-1,1 1 1,-1-1 0,1 0 0,-1 1-1,0-1 1,1 0 0,-1 0 0,1 1-1,-1-1 1,1 0 0,2-1 25,0 1 1,0-1-1,0 0 1,0 0-1,0-1 1,-1 1-1,1 0 1,0-1-1,-1 0 1,0 0-1,1 0 1,-1 0-1,0 0 1,0 0-1,0 0 1,0-1-1,0 1 1,0-1-1,-1 1 1,1-1-1,-1 0 1,1-3-1,27-68 601,-27 68-624,1-26 1210,-17 213 410,-1 7-48,15-186-1558,0-2-5,0 0-14,0 0 40,0 0-15,0 0-33,0 7-1217,0-2-3635,0-5 904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29.32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 0 5042,'0'0'934,"0"0"-568,0 0-73,0 0 505,0 0 232,0 1-934,-1 0 1,0 0-1,1 0 1,-1 0-1,1 0 1,0 0-1,-1 0 1,1 0 0,0 0-1,0 0 1,-1 1-1,1-1 1,0 0-1,0 0 1,0 0-1,0 0 1,0 0-1,1 0 1,-1 0 0,1 2-1,112 102 1758,-90-84-1580,0-1 0,36 24-1,25 20 80,-79-59-322,1 0 1,-1 1-1,-1 0 0,1 0 0,-1 0 0,0 0 0,0 1 1,-1-1-1,0 1 0,0 0 0,-1 0 0,1 1 0,0 9 1,0 5 251,-1 1 1,-1 0 0,-2 23 0,1-43-255,-1 7 69,0-1 1,-1 1-1,0-1 0,0 1 1,-1-1-1,-1 0 0,1 0 1,-9 15-1,-49 67 1179,28-45-363,-30 43 652,62-75-1786,1-11-7657,0-3 279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38.1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43 5074,'0'0'945,"0"0"-206,0 0 160,0 0 123,0 0-65,0 0-170,17 0 3485,63 0-3584,-51-1-537,-1-2 1,1-1-1,30-9 0,-31 6-43,0 2-1,0 0 1,32 0-1,-38 9-115,-30 5 0,-35 6 118,1-8-60,-1-3 0,-1-1 1,1-2-1,-85-9 1,-22 0-53,123 8-24,46 0 87,46 0 94,252-12 290,-227 12-450,-90 0-43,0 0 67,0 0-49,0 0 33,0 0 21,-25 0 37,3 1 3,1 2-1,-1 0 0,-37 11 1,-3 1-978,0-8-3415,57-7 29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0:59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22 4034,'0'0'1139,"0"0"-400,0 0-109,0 0 359,0 0 180,0 0-73,0-4-266,0-10-120,0 10-195,0 4-91,0 0-61,0 0-163,-10 2-19,4 3-180,0 1-1,0-1 1,0 1 0,0 1-1,1-1 1,0 1-1,1 0 1,-1 0 0,1 1-1,-5 14 1,1-6 3,-23 43 197,-37 106 0,58-133-9,1-1 0,2 2 1,1-1-1,1 1 0,0 47 0,5-29 317,9 66-1,-6-97-368,1 0 1,1-1 0,0 0-1,2 0 1,0 0 0,15 25-1,-3-14 138,2-1 0,1 0 0,1-2 0,1-1 0,54 45 0,-78-70-247,0-1 0,1 0 0,-1 0 0,0 0 0,0 0 0,1 0 0,-1 1 0,0-1 0,0 0 0,1 0 0,-1 0 0,0 1 0,0-1 0,0 0 0,0 0 0,1 1 0,-1-1 0,0 0 0,0 0 0,0 1 0,0-1 0,0 0 0,0 1 0,0-1 0,0 0 1,0 0-1,0 1 0,0-1 0,0 0 0,0 1 0,0-1 0,0 0 0,0 1 0,0-1 0,0 0 0,0 0 0,0 1 0,0-1 0,0-9-3741,5 5-423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0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25 3105,'0'0'1225,"0"0"-246,0 0 374,0 0 85,0 0-673,0 0-359,5 1 189,196 1 2516,-108-2-2607,-92 0-499,-1 0-15,0 0 58,0 0 61,0 0 54,-9 0 394,-305 7 185,372-7-637,-15 2 106,1-2 0,0-2 0,-1-2 0,1-1 0,74-21 0,-223 32 955,75-1-1051,0-2 0,0 0 0,0-2 0,-41-4 0,2 1-730,68 2-954,1 0-2395,0 0-4253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07.01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28 106 4402,'0'0'1024,"0"0"-719,0 0 81,0 0 399,0 0 90,0 0-286,0-3-191,-5-11 341,2 24 430,3-9-1139,0 1-1,0-1 1,0 1 0,0-1-1,0 0 1,0 1-1,0-1 1,0 1 0,1-1-1,-1 0 1,0 1 0,1-1-1,-1 0 1,1 0 0,0 1-1,-1-1 1,1 0-1,0 0 1,0 0 0,0 0-1,0 0 1,0 0 0,0 0-1,0 0 1,2 1 0,3 0 41,0 0 0,0 0 1,0-1-1,0 0 0,0 0 1,1 0-1,-1-1 0,0 0 1,1 0-1,-1 0 0,7-2 1,-10 1-10,-1 0 0,0 1 1,1-1-1,-1 0 0,1 0 0,-1 0 1,0-1-1,0 1 0,0 0 1,0-1-1,0 0 0,0 1 0,0-1 1,0 0-1,-1 0 0,1 0 1,-1 0-1,1 0 0,-1 0 0,0 0 1,0-1-1,0 1 0,0-1 1,0 1-1,0 0 0,-1-1 1,1 1-1,-1-6 0,1 3-29,0 0-1,-1 0 1,0 0 0,0 0 0,0 0-1,0-1 1,-1 1 0,0 0-1,0 0 1,-2-5 0,1 8-30,1 0 0,-1 0 0,1 1 0,-1-1 0,0 1 0,0-1 1,0 1-1,0-1 0,0 1 0,0 0 0,0 0 0,0 0 0,0 0 0,-1 1 0,1-1 1,0 0-1,0 1 0,-1 0 0,1-1 0,-1 1 0,1 0 0,0 0 0,-1 0 1,-2 1-1,0-1 5,0 0 0,0 0 1,0 0-1,-1 1 1,1 0-1,0 0 0,0 0 1,0 1-1,0 0 1,0 0-1,-4 2 0,6-2-4,1 0 0,-1 1-1,1-1 1,0 0 0,0 1-1,0-1 1,0 1-1,0 0 1,0-1 0,1 1-1,-1 0 1,1 0 0,0 0-1,0 0 1,0 1 0,1-1-1,-1 0 1,1 0-1,-1 5 1,1-3-5,-2 3-3,1 1 0,0-1 0,1 1-1,0 0 1,0-1 0,1 1 0,2 11-1,2-19 47,-1 0-1,1 0 1,0 0 0,-1 0-1,1-1 1,-1 0-1,1 0 1,0 0-1,-1 0 1,1-1-1,-1 0 1,1 0-1,8-3 1,-11 2-36,-1 0 0,1 0-1,-1 0 1,1 0 0,-1 0 0,0 0 0,0 0 0,0 0-1,0-1 1,0 1 0,0 0 0,-1-1 0,1 1 0,-1 0-1,0-1 1,0 1 0,0-1 0,0 1 0,0-1 0,0 1-1,0 0 1,-1-1 0,1 1 0,-1 0 0,0-1-1,0 1 1,0 0 0,0 0 0,0-1 0,0 1 0,-1 0-1,1 0 1,-1 0 0,1 1 0,-1-1 0,0 0 0,-3-2-1,2 3-67,2-1 41,-1 2-1,1-1 0,-1 0 0,0 0 1,1 0-1,-1 1 0,0-1 1,0 1-1,1-1 0,-1 1 1,0 0-1,0 0 0,0 0 0,0 0 1,1 0-1,-1 0 0,0 0 1,0 1-1,-2 0 0,3 35 5,2-27 21,-1-6-4,0 0-1,0 1 1,1-1 0,0 0 0,0 0-1,0 0 1,0 0 0,0 0 0,0 0-1,1 0 1,-1 0 0,1 0-1,0 0 1,0-1 0,0 1 0,0-1-1,0 1 1,1-1 0,-1 0 0,1 0-1,0 0 1,-1 0 0,1-1 0,0 1-1,0-1 1,0 0 0,6 2 0,3 1 8,1-1 1,-1 0 0,1-1 0,0 0-1,23-1 1,-34-2-1,-1 1-1,0 0 1,0-1-1,0 1 1,0-1 0,0 0-1,0 1 1,0-1-1,0 0 1,0 0-1,0 0 1,0 0 0,0 1-1,0-1 1,-1 0-1,1 0 1,0-1-1,-1 1 1,1 0-1,-1 0 1,1 0 0,-1 0-1,0 0 1,1-1-1,-1 1 1,0 0-1,0 0 1,0-1 0,0 1-1,0-2 1,2-47 60,-2 41-59,0 5-18,0 0 0,0 0 0,-1 0 0,1 0 0,-1 0-1,0 0 1,0 1 0,0-1 0,0 0 0,-1 1 0,1-1 0,-1 1-1,0-1 1,0 1 0,-1 0 0,1 0 0,0 0 0,-1 0 0,0 0-1,0 1 1,0-1 0,0 1 0,0-1 0,0 1 0,-1 0 0,1 1-1,-1-1 1,1 0 0,-1 1 0,0 0 0,1 0 0,-1 0-1,0 0 1,-5 0 0,2 0 9,1 1 0,-1-1 0,1 1 0,0 0 0,-1 1 0,1-1 0,0 1 0,-1 0 0,1 1-1,0 0 1,-11 4 0,14-4 6,1 0 0,-1 0 0,0 0 0,1 0 0,-1 1-1,1-1 1,0 1 0,0 0 0,0 0 0,0-1 0,0 1-1,0 1 1,1-1 0,0 0 0,-1 0 0,1 0 0,0 1-1,1-1 1,-1 1 0,1-1 0,-1 0 0,1 7 0,0-7 1,-1 3 3,1 0-1,0 0 1,0 0-1,0-1 1,1 1-1,0 0 1,3 11-1,-3-16-8,0 1 0,0 0-1,0-1 1,0 1 0,1-1-1,-1 1 1,1-1 0,-1 1-1,1-1 1,0 0 0,-1 0-1,1 0 1,0 0 0,0 0-1,0 0 1,0-1 0,0 1-1,0-1 1,0 1-1,0-1 1,0 0 0,0 0-1,0 1 1,0-2 0,0 1-1,3 0 1,0 0-6,-1 0 25,-1 0 0,1 0 0,-1 0 0,1 0 0,-1-1 0,1 1 0,-1-1 0,0 0 0,5-1 0,-6 0-3,-1 1 0,0 0 0,0 0 0,0-1 0,0 1 0,0 0-1,0-1 1,0 1 0,-1-1 0,1 1 0,0-1 0,-1 0 0,1 1 0,-1-1 0,0 0 0,1 1 0,-1-1 0,0 0 0,0 1-1,0-1 1,0 0 0,-1-1 0,2 1-7,-1 1 0,0 0 0,0 0 0,0-1 0,0 1 0,0 0 0,-1-1 0,1 1 0,0 0 0,0 0 0,-1 0 0,1-1 0,-1 1 0,1 0 0,-1 0 0,1 0 0,-1 0 0,0 0 0,0 0 0,1 0 0,-1 0 0,0 0 0,0 0 0,-2-1 0,-28-1-15,14 4-34,16-1 33,0-1 1,1 1 0,-1 0 0,0 0 0,0 0-1,0 1 1,0-1 0,0 0 0,0 0 0,1 0-1,-1 1 1,0-1 0,0 0 0,0 1-1,1-1 1,-1 0 0,0 1 0,0-1 0,1 1-1,-1 0 1,0-1 0,1 1 0,-1-1-1,1 1 1,-1 0 0,0 0 0,0 11-6548,1-12 219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08.41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214 142 2321,'0'0'3009,"0"0"-1931,0 0-611,0 0 555,0 0 176,0 0-270,1-3-261,6-21 894,-8 23-1508,1 0 0,0 1-1,-1-1 1,1 1 0,0-1 0,-1 1 0,1-1 0,-1 1-1,1 0 1,-1-1 0,1 1 0,-1-1 0,1 1 0,-1 0-1,0-1 1,1 1 0,-1 0 0,1 0 0,-1 0 0,0-1-1,1 1 1,-1 0 0,0 0 0,1 0 0,-1 0-1,0 0 1,1 0 0,-2 0 0,-23 0 72,22 1 11,-2-2-116,0 1-1,1 0 1,-1 1 0,0-1 0,1 1-1,-1 0 1,1 0 0,-1 1 0,1-1-1,-1 1 1,1 0 0,0 0 0,-7 5 0,8-5-17,1 1 0,-1 0 0,1 0 0,0 0 0,0 0 0,0 0 0,0 0 1,1 1-1,-1-1 0,1 0 0,0 1 0,0-1 0,0 1 0,1-1 0,-1 1 1,1 0-1,0-1 0,0 7 0,0-9 3,0-1 0,1 1 1,-1-1-1,0 1 0,0 0 0,1-1 0,-1 1 1,0-1-1,1 1 0,-1-1 0,0 1 0,1-1 1,-1 0-1,1 1 0,-1-1 0,1 1 0,-1-1 1,1 0-1,-1 1 0,1-1 0,-1 0 0,1 0 1,-1 1-1,1-1 0,0 0 0,-1 0 0,2 0 1,28 4 194,28-9 131,-44 1-174,0-1 0,-1 0 0,1 0 0,20-13 0,-27 14-106,0-1 1,0 1 0,-1-1 0,1 0 0,-1-1 0,0 0-1,0 1 1,-1-2 0,9-11 0,-13 16-47,0 1 0,0-1 0,0 0 1,0 0-1,-1 0 0,1 0 0,-1-1 0,1 1 0,-1 0 1,0 0-1,1 0 0,-1 0 0,0 0 0,0-1 0,-1 1 1,1 0-1,0 0 0,-1 0 0,1 0 0,-1 0 0,-2-4 1,1 3-3,0 0 0,0 1 0,0-1 1,0 1-1,-1 0 0,1 0 0,-1 0 1,0 0-1,0 0 0,0 0 0,0 1 1,-5-3-1,-6-1 30,0 1 1,0 1-1,0 0 1,0 0-1,-18 0 0,16 2 26,1 0 0,-1 1-1,0 1 1,1 0 0,-1 1-1,-19 6 1,30-7-39,1 1 1,0-1-1,0 1 1,0 0-1,1 0 0,-1 1 1,0-1-1,1 1 0,0-1 1,-1 1-1,1 0 1,0 1-1,1-1 0,-1 0 1,0 1-1,1 0 1,0-1-1,0 1 0,0 0 1,0 0-1,1 0 0,-1 0 1,1 1-1,0-1 1,1 0-1,-1 0 0,0 6 1,0-2-13,1-1 1,-1 1-1,1-1 0,0 1 1,1-1-1,0 1 0,2 7 1,-2-13-10,0 0 0,0 1 1,0-1-1,1 0 0,-1 0 1,1 0-1,0 0 0,-1 0 1,1-1-1,0 1 0,0-1 1,0 1-1,0-1 0,1 1 1,-1-1-1,0 0 0,0 0 1,1 0-1,-1 0 0,1-1 1,-1 1-1,1-1 0,3 1 1,9 2 10,0-1 1,0-1 0,0 0 0,0 0 0,23-4 0,-33 3 20,1-1 1,-1 0 0,0 0 0,0-1 0,0 0 0,0 1 0,0-2 0,0 1 0,-1 0 0,1-1 0,-1 0-1,1 0 1,-1 0 0,0-1 0,0 0 0,-1 1 0,1-1 0,5-8 0,-8 10-19,1 0 0,-1 0 0,1 0 0,-1 0 0,0 0 0,0-1 0,0 1 0,0 0-1,0 0 1,0-1 0,-1 1 0,1 0 0,-1-1 0,0 1 0,1-1 0,-1 1 0,0-1 0,-1 1 0,1 0 0,0-1 0,-1 1 0,1-1 0,-1 1 0,0 0 0,0-1 0,0 1 0,0 0 0,0 0 0,0 0 0,0 0 0,-1 0 0,1 0-1,-1 0 1,0 0 0,1 1 0,-1-1 0,0 0 0,0 1 0,0 0 0,0-1 0,0 1 0,0 0 0,-5-1 0,-5-3-30,1 2-1,-1-1 1,0 2-1,-1 0 1,1 0 0,0 1-1,-13 0 1,23 2 13,0-1 1,1 0 0,-1 1-1,1-1 1,-1 1 0,1 0-1,-1-1 1,1 1-1,-1 0 1,1 0 0,0 0-1,-1 0 1,1 0 0,0 0-1,0 1 1,0-1 0,0 0-1,0 0 1,0 1-1,0-1 1,0 1 0,1-1-1,-1 1 1,0-1 0,1 1-1,-1-1 1,1 1 0,0 0-1,-1 2 1,-4 51-79,6-54 77,-1 0 1,1 0 0,0-1 0,0 1-1,-1 0 1,1 0 0,0-1-1,0 1 1,0-1 0,0 1 0,0 0-1,0-1 1,0 0 0,0 1 0,0-1-1,0 0 1,0 1 0,0-1-1,0 0 1,0 0 0,0 0 0,1 0-1,-1 0 1,0 0 0,1-1 0,43 1 13,-34 0 43,-10-1-58,0 1 0,0-1 0,0 1 0,-1-1 0,1 0 0,0 1 0,0-1 0,-1 0 0,1 0 0,0 1 0,-1-1 0,1 0 0,0 0 0,-1 0 0,1 0 0,-1 0 0,0 0 0,1 0 0,-1 0 0,0 0 0,1 0 0,-1 0 0,0 0 0,0 0 0,0 0 0,0 0 0,0 0 0,0 0 0,0 0 0,-1 0 0,1 0 0,0-1 0,-1-1-61,1 0 1,0 0 0,0 0-1,-1 1 1,0-1-1,1 0 1,-1 0-1,0 1 1,0-1-1,-1 1 1,1-1-1,-4-4 1,2 5 39,-1-1 1,0 1-1,0-1 1,0 1-1,0 0 0,-1 1 1,1-1-1,0 1 1,-1 0-1,1 0 0,-1 0 1,0 1-1,1-1 1,-1 1-1,1 0 1,-6 1-1,9-1 23,1 1 0,-1-1-1,0 1 1,0-1 0,1 1 0,-1 0 0,0-1-1,1 1 1,-1 0 0,1 0 0,-1-1 0,1 1-1,-1 0 1,1 0 0,-1 0 0,1 0 0,0-1-1,0 1 1,-1 0 0,1 0 0,0 0 0,0 0-1,0 0 1,0 0 0,0 0 0,0 0 0,0 1-1,0 34 2,0-29-7,0-5 7,0-1-1,0 1 1,1 0 0,-1-1 0,0 1 0,1 0 0,-1-1 0,1 1 0,-1-1 0,1 1 0,0-1 0,0 1-1,0-1 1,0 1 0,0-1 0,0 0 0,0 1 0,0-1 0,0 0 0,1 0 0,1 1 0,0 1-2,1-1 1,0 0-1,0-1 0,0 1 1,1-1-1,-1 0 1,0 0-1,6 1 1,9 0 10,0-1 1,37-3-1,-49 1 6,-6 1-1,1-1 0,-1 1 0,1-1 0,-1 0-1,0 1 1,1-1 0,-1 0 0,0 0 0,1 0 0,-1 0 0,0 0 0,0 0 0,0 0-1,0 0 1,0-1 0,0 1 0,0 0 0,-1-1 0,1 1 0,0 0 0,-1-1 0,1 1 0,-1-1-1,1 1 1,-1-1 0,0 1 0,1-3 0,-1 2-27,1 1 0,-1 0 0,0 0 0,0-1 0,0 1 1,0 0-1,0-1 0,0 1 0,0 0 0,0-1 0,0 1 0,0 0 0,-1-1 0,1 1 0,-1 0 0,1 0 1,-1 0-1,1-1 0,-1 1 0,0 0 0,1 0 0,-1 0 0,0 0 0,0 0 0,0 0 0,0 0 0,0 0 0,0 0 1,0 1-1,0-1 0,-1 0 0,-19-2-1223,4 2-2590,2 1-3904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20.60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5 261 3634,'0'0'2059,"0"0"-968,0 0-101,0 0 342,0 0-129,0 0-382,0 0-250,0 0-272,0 0-40,-5 8 107,6-9 2808,28-29-2495,53-62-233,-75 83-452,-1 0 1,0 0 0,0-1 0,-1 0 0,0 0 0,-1 0-1,0-1 1,4-18 0,-7-8 24,-1 36 15,0 1-4,0 0 4,0 0-55,0 0 42,0 0-61,0 0-5,0 0 13,0 0-32,0 0 16,0 0 19,0 0-27,0 0-6,0 0 12,0 17 36,-2 145 1206,5 188 783,-2-340-1920,0 0 0,1 0 0,1 0-1,0 0 1,0-1 0,1 1 0,0-1 0,8 13 0,-16-50 1013,3 26-1339,1-1 0,0 1 0,0-1 0,0 1 0,1 0 0,-1-1 0,0 1-1,1-1 1,0 1 0,-1 0 0,1-1 0,0 1 0,0 0 0,0 0 0,3-4 0,6 0-3069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2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22 976,'0'0'1254,"0"0"-200,0 0 288,0 0-136,0 0-395,0 0 165,-4-4 89,-10-10-187,11 10-249,3 4-191,0 0-81,0 0-157,0 0-10,0 0-54,0 0 27,0 0-75,0 0 18,0 0-26,10 8 358,16 16-216,-1 1 1,-1 1-1,-1 2 1,28 42-1,-39-51-166,-2 0-1,0 0 0,-2 1 0,0 0 0,-1 0 0,-1 1 0,-1 0 1,5 39-1,-4 23 686,-10 162 1,2-228-558,-1-1 1,-1 0-1,0 1 0,-1-2 1,0 1-1,-1-1 0,-1 0 1,-1 0-1,0 0 0,-1-1 0,-21 25 1,24-28-311,12-11-2010,18-16-2763,-9-2-2718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2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 6515,'0'0'1243,"0"0"-453,0 0-75,0 0-123,0 0-205,0 0 37,10 1-72,87 4 1086,107-7 0,-24-5 515,-183 34-1931,-7 0 112,2 1 1,1 1 0,1-1 0,1 1-1,-1 38 1,0 103 1060,-9 435 422,14-574-1584,0-23-17,0 0 0,1 1-1,0-1 1,1 1 0,0-1 0,3 16 0,-71-21 712,-144-3-850,202 1 99,1 1 0,-1 0 0,1 0 0,0 0 0,0 1 1,0 1-1,-8 4 0,9-4 19,0-1 1,0 0 0,0 0-1,-1 0 1,0-1-1,1 0 1,-1-1 0,-11 1-1,19-2 36,0 0-37,0 0 16,0 0-41,0 0-39,0 0-54,0 0-248,0 0-226,13 0-3669,-5 0 912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35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94 5010,'0'0'1217,"0"0"-598,0 0 61,0 0 339,0 0 291,0 0-429,0 0-94,0 0-16,0 0-67,0 0-664,-1-1 0,1 1-1,0 0 1,0 0 0,0 0 0,-1-1 0,1 1-1,0 0 1,0 0 0,0-1 0,0 1 0,0 0 0,0 0-1,-1-1 1,1 1 0,0 0 0,0 0 0,0-1-1,0 1 1,0 0 0,0-1 0,0 1 0,0 0-1,0 0 1,0-1 0,0 1 0,0 0 0,1-1 0,-1 1-1,0 0 1,0 0 0,0-1 0,0 1 0,0 0-1,1 0 1,-1-1 0,0 1 0,0 0 0,90-11 479,-16 4-334,-1-3 1,133-38-1,-199 45-419,5-1 474,-3 4-5054,-9 0 927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35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4786,'0'0'937,"0"0"-249,22 0 179,23-1 296,-1-2 0,60-12 1,163-35 1509,-266 50-2716,0-1 0,1 0 0,-1 1 0,0-1 0,0 0 0,0 0 0,1 0 1,-1 1-1,0-1 0,0 0 0,0-1 0,0 1 0,0 0 0,-1 0 0,1 0 0,1-2 0,-1 1-3528,1 2-3344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3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22 4866,'0'0'1163,"0"0"-170,0 0 602,0 0 110,0 0-400,-1-4-452,-2-10-364,2 10-169,1 8-109,0 18 347,7 180 2671,-4-173-3093,1-1 1,2 0-1,0 0 0,2 0 0,13 29 0,-15-43-124,-1-1 0,0 1 0,-1 0 0,3 24-1,-4 4-2898,-3-42-669,0 0-1553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36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6723,'0'0'838,"0"0"90,0 0 225,0 0-123,0 0 85,0 14-85,-2 82 512,5 175 2014,1-254-3737,0 0 0,1 0 0,12 24 0,-13-31-6523,-4-28-1862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37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5442,'0'0'854,"0"0"-358,0 0 307,0 0 606,0 0 48,26-6-297,208-47 1239,-152 38-1317,1 4 0,166 1 1,-249 10-937,0 0-52,0 0-52,0 0-52,0 0-17,0 0 43,0 0-32,0 0 32,0 0-61,23-1-1970,-14-1 412,2-2-1553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39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51 2929,'0'0'702,"0"0"192,0 0 309,0 0-69,0 0-355,0 0-187,0-8 358,0-34 869,0 42-1341,0 0 23,0 0-170,0 0 77,-10 0 478,7 0-859,0 1 0,0-1 0,-1 1 0,1 0 0,0 0-1,0 0 1,0 1 0,1-1 0,-1 1 0,0-1 0,0 1 0,1 0 0,-5 4-1,-33 35 67,25-24 30,-10 9 154,2 1 0,2 1 0,0 1 0,2 1 0,-18 36 0,27-44-76,1 1 1,1 0-1,1 0 0,1 1 1,1 0-1,1 0 0,1 0 1,0 33-1,3-24 64,7 60 0,-4-80-223,0 0 1,0 0-1,1 0 0,1-1 0,0 0 0,1 0 0,10 16 0,12 11 132,1-2-1,3 0 1,56 50-1,15 16 224,-93-88-431,0-2 597,-9-13-557,-1-1-1,1 1 0,-1 0 1,1 0-1,-1-1 1,0 1-1,1 0 0,-1-1 1,0 1-1,1-1 1,-1 1-1,0 0 0,1-1 1,-1 1-1,0-1 1,0 1-1,0-1 0,1 1 1,-1-1-1,0 1 1,0-1-1,0 1 0,0-1 1,0 1-1,0-1 1,0 1-1,0-1 0,0 1 1,0-1-1,0 1 0,0-1 1,0 0-1,6-36-655,1 6-3051,-5 15-648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43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5026,'0'0'475,"0"0"141,0 0 233,0 0 215,0 0-317,0 0-213,11-4 98,34-16-66,-43 18-499,1 1 0,-1-1 0,0 0 0,-1 0 1,1 0-1,0-1 0,0 1 0,-1 0 0,1 0 0,-1-1 1,0 1-1,0-1 0,0 1 0,0-1 0,0 0 0,-1 1 1,1-1-1,-1 0 0,1 0 0,-1-4 0,2-8 142,9-29 35,-1 1-1,-2-2 1,3-80-1,-11 124-200,0 1 15,0 0 1,5 28 259,4 113 1898,-8-92-1450,3-1 0,11 58 0,-8-73-469,-4-14-29,1 0 0,1-1 0,1 1 0,0-1 0,10 18-1,-16-35-283,1 0 0,-1-1 0,1 1 0,-1-1 0,0 1-1,1-1 1,-1 1 0,1-1 0,-1 1 0,1-1 0,-1 1-1,1-1 1,0 1 0,-1-1 0,1 0 0,0 1 0,-1-1 0,1 0-1,0 0 1,-1 0 0,1 1 0,0-1 0,-1 0 0,1 0-1,0 0 1,-1 0 0,1 0 0,0 0 0,0 0 0,-1 0-1,1-1 1,0 1 0,-1 0 0,1 0 0,0 0 0,-1-1-1,1 1 1,0 0 0,0-1 0,26-21-6031,-17 12-1143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4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27 5571,'0'0'448,"0"0"-267,0 0 259,0 0 518,0 0 0,0 0-6,0 0-221,0-5-66,0-12-156,0 13-5,0 20 449,-5 162 2443,2 80-1411,6-238-1876,1 0-1,12 38 1,-10-43-5920,-6-29 1497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4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3201,'0'0'2151,"0"0"-1228,0 0-432,0 0 32,0 0 306,0 0-34,4-1-64,232-13 3738,86 2-2804,-321 12-1680,1 0-1,-1 1 1,1-1 0,-1 0 0,1 1-1,-1-1 1,1 1 0,-1-1 0,1 1-1,-1-1 1,0 1 0,1 0 0,-1 0-1,0 0 1,0 0 0,0 0-1,1 0 1,-1 0 0,0 0 0,0 0-1,-1 1 1,1-1 0,0 0 0,0 2-1,3 14-5752,-4-17 3175,0 0-808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49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4 222 6115,'0'0'648,"0"0"-8,0 0 556,0 0 15,0 0-411,-1-3-618,0 0 1,1 0-1,-1-1 0,1 1 1,0 0-1,0 0 0,0-1 1,1-4-1,25-58 93,-14 36-192,18-61-1,-25 305 2896,-5 203 58,0-416-3002,0-1-204,14-32-7549,-7 16-1610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5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2305,'0'0'2393,"0"0"-1262,0 0-640,0 0-139,0 0 289,0 0 148,11 4 60,2 1-622,-1 1 0,1 1 0,-1 0 0,0 0 0,0 2 0,-1-1 0,0 1 0,-1 1 0,0 0 0,11 15 0,12 20 81,-1 2 0,-3 2-1,-2 0 1,-2 2 0,-2 0 0,-3 2 0,19 74-1,-33-100-41,-2 1 1,0-1-1,-2 0 0,-2 41 0,0-54-36,0-8-102,0 0 1,-1-1-1,0 1 1,0-1-1,0 1 0,-1-1 1,1 1-1,-1-1 1,-1 0-1,1 0 0,-1 0 1,-6 9-1,-2-1 292,0-1-1,-1 0 1,-13 10 0,-29 32 706,47-27-996,7-20-3752,0-7 55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5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3762,'0'0'4543,"0"0"-3334,0 0-793,0 0 1086,0 33 622,0-2-1587,6 196 2378,-2-173-2317,2-1 0,3-1 0,18 66 0,-21-100-554,0 0-1,0-1 1,2 0-1,0 0 1,1-1-1,0 0 1,2-1-1,0 0 1,0 0-1,1-1 1,1-1-1,1 0 1,14 11-1,-23-20-33,0 0 0,1-1 0,-1 1-1,1-1 1,0-1 0,0 1 0,0-1-1,0 0 1,0 0 0,0-1 0,12 2 0,-17-4-1,0 0 1,0 0 0,0-1-1,-1 1 1,1 0-1,0 0 1,0-1 0,-1 1-1,1-1 1,-1 1 0,1 0-1,-1-1 1,1 1 0,-1-1-1,0 1 1,0-1 0,0 1-1,0-1 1,0 1 0,0-1-1,-1-1 1,2-4 36,4-413 121,-8 233-150,22-247-625,-17 421-346,2 22-960,6 17-3128,-5-16-2783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1:5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5154,'0'0'1100,"0"0"-508,0 0 72,0 0 486,0 0 235,13 0 1457,55 0-1843,58 1 462,253-11-254,-337 8-1088,-25 1-6000,-19 1 1444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2:00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3586,'0'0'565,"0"0"57,0 0 112,0 0-158,0 0-277,0 0-3,54 12 2449,-26-12-2160,85 0 1073,134-16-1,-168 7-1436,92 3-1,-170 6-199,-1 0 19,0 0 40,0 0 32,0 0 152,-2-1-408,0-1 0,0 1-1,0 0 1,0 0 0,0 0-1,0 0 1,0 0 0,0 0 0,0 1-1,0-1 1,0 1 0,0-1-1,0 1 1,-4 0 0,5 0-472,-7-2-3874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2:07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44 172 400,'0'0'4245,"0"0"-2460,0 0-497,0 0 182,0 0 147,0 0-729,0 0-349,8-14-21,-3 3-419,1 1-1,1 0 1,0 0 0,0 0-1,1 1 1,0 0 0,0 0 0,1 1-1,0 1 1,1-1 0,0 1-1,19-10 1,-15 11-102,0 1 0,0 0 0,1 1-1,-1 0 1,1 1 0,0 1 0,0 0 0,0 1 0,0 1 0,28 2-1,-41-1-6,0 0 0,0 0 0,0 0 0,0 0 0,0 0 0,0 0 0,-1 1 0,1-1 0,0 0 0,-1 1-1,1-1 1,-1 1 0,1 0 0,-1 0 0,0-1 0,0 1 0,0 0 0,0 0 0,0 0 0,0 0 0,-1 0 0,1 0-1,-1 0 1,1 4 0,5 56-16,-5-57 24,0 14 2,-1 1 0,-1-1 0,0 0 0,-2 0 0,0 0 0,-1 0 0,-1 0 0,0-1 0,-11 23 0,-7 8-34,-3-2 0,-1 0-1,-3-2 1,-1-1 0,-2-2-1,-46 46 1,76-86-38,1 1 0,-1-1 0,0 0 0,0 1 0,0-1 0,0 0 0,0-1-1,-1 1 1,1 0 0,0-1 0,-1 0 0,1 0 0,-1 0 0,0 0 0,1-1 0,-1 1 0,0-1 0,1 0-1,-1 0 1,-3-1 0,4 1 41,1-1 0,-1 0-1,1 0 1,0 0 0,0 0-1,-1-1 1,1 1 0,0-1-1,0 1 1,0-1 0,1 0-1,-1 1 1,0-1 0,1 0-1,-1 0 1,1 0 0,-1-1-1,1 1 1,0 0 0,0 0-1,0-1 1,0 1 0,0-1-1,1 1 1,-1-1 0,1 1-1,0-1 1,-1-3 0,-1-30-100,4-61 0,-2 94 133,0 1 0,1 0 0,-1 0 0,1 0 0,-1 0 0,1 0 0,0 0 0,0 0 0,0 0 0,0 0 0,0 0 0,0 1 0,0-1 0,1 0-1,-1 1 1,0-1 0,1 0 0,0 1 0,-1 0 0,1-1 0,0 1 0,0 0 0,0 0 0,-1 0 0,1 0 0,0 1 0,1-1 0,-1 0 0,0 1 0,0-1 0,0 1 0,0 0 0,0 0 0,0 0-1,0 0 1,1 0 0,3 1 0,2-1 37,0 2-1,0-1 1,0 1-1,0 0 1,-1 0-1,1 1 1,-1 0-1,1 0 1,8 6-1,-2 1 139,0-1 0,1-1 0,0-1 0,1 0 0,-1-1 0,1 0-1,1-1 1,-1-1 0,1-1 0,-1 0 0,1-1 0,31-1 0,0-3 173,79-14 0,-91 11-511,-29 4-853,-5 1-1336,-2 0-1271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2:0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 2193,'0'0'4605,"0"0"-2740,0 0-972,0 0 199,0 0 79,-2-17 1395,-1 547 4155,3-529-6756,0-1-40,0 0-312,0 0-789,0 0-1471,0-2-917,0-6-1110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2:0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5699,'0'0'1013,"0"0"-370,0 0-248,0 0 371,0 0-27,0 0-318,0 8 60,16 454 6679,-16-449-7091,0 0-1,2-1 1,-1 1 0,2 0-1,0 0 1,6 18-1,-2-24-45,-6-9-6422,-1-6-300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2:0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1056,'0'0'798,"0"0"56,0 0 48,0 0 103,0 0 39,14-2 23,274-86 6280,-274 85-7278,1 0-1,-1 1 0,1 1 1,-1 0-1,1 1 1,20 3-1,10-1 5,-44-2-38,2 6-4051,-4-4 1032,1-1-4676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2:12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3961 21 5010,'0'0'761,"0"0"-118,0 0 328,0 0-54,0 0-57,-12-2-215,-52-7 1029,-111 1 0,152 8-1672,-34-1 4,-1 2 0,0 3 0,1 2 0,-71 17 0,79-12 2,0-1-1,-1-3 1,-50 1-1,-154-8 29,116-2-6,-238-17-34,164 4 62,-335 17-156,415 2 86,45 2 11,-121 25 0,-47 5 11,98-29 13,-130 13-72,-140-1 1252,427-19-1011,0 0-29,0 0-51,0 0 115,0 0-27,0 0 13,0 0-136,0 0-39,0 0-100,5 119 112,5 0 0,33 147 0,-33-185 186,-3 1 1,-6 140-1,-3-96-27,0-45-108,-4-1 0,-28 140 1,25-160-75,2 0 1,4 121 0,3-115-37,0-65 25,0-1 14,0 0 23,0 0 65,0 0-68,0 0-23,7-21 10,-2 16-59,0 0 1,0 0-1,1 1 0,0 0 0,0 0 0,0 1 1,1 0-1,-1 0 0,12-4 0,64-15-168,2 12 211,151-1 0,-63 7-4,140-1 18,28-3 4,3-20-39,268-16-10,-189 10-8,-147 8 103,644 14-120,-704 13 443,-215-1-237,0 0-94,0 0 27,0 0-16,0 0 3,0 0 34,-1-23 434,0 0-1,3-26 1,0 28-606,-1 1 1,-1-1-1,-1 0 1,-4-20 0,-45-179 35,41 178 10,-6-27 16,3-1 1,-5-123-1,22 17-8,-2-103 26,-7 260-35,-1 0 0,0 1-1,-2-1 1,0 1-1,-15-27 1,14 28-13,2 6 51,-1 0 1,0 1-1,-1 0 1,0 0-1,0 1 0,-16-14 1,-17-20 223,39 40-221,-1 0 1,1-1 0,1 0-1,-1 1 1,0-1-1,1 0 1,-1-6-1,1 7-14,0 0-1,0 0 1,0 0 0,0 0-1,0 0 1,0 1-1,-1-1 1,1 0 0,-1 1-1,-3-4 1,5 4-32,-1 0 0,0 1 0,1-1 0,-1 0 0,1 0 0,-1 1 0,1-1 0,0 0 0,0 0 0,0 0 1,0 0-1,0 1 0,0-1 0,1-3 0,-1 1-3245,0 9-3130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3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 3970,'0'0'2142,"0"0"-1189,0 0-334,0 0 301,0 0 246,0 0-422,0 0-317,0 0 112,-9-13 1051,6 39-1539,0 1-1,2-1 1,1 1 0,4 31-1,-3-55-45,0 1 1,0-1-1,0 0 0,1 1 0,-1-1 0,1 0 0,0 0 0,0 0 0,0 0 0,0 0 0,0-1 0,1 1 0,-1-1 0,1 1 0,0-1 0,0 0 0,0 0 0,0 0 0,0-1 0,0 1 0,0-1 0,0 1 0,1-1 0,-1 0 0,1 0 0,-1-1 0,0 1 0,1-1 0,0 1 0,4-1 1,-5 0-3,0 0 0,0 1 0,-1-1 0,1 0 0,0 0 0,0-1 0,0 1 0,0-1 0,0 1 0,-1-1 0,1 0 0,0 0 0,-1 0 0,1 0 0,0-1 0,-1 1 0,1-1 0,-1 1 1,0-1-1,0 0 0,0 0 0,0 0 0,0 0 0,0-1 0,0 1 0,0 0 0,-1-1 0,1 1 0,-1-1 0,0 1 0,0-1 0,0 0 0,0 0 0,0 1 0,-1-1 0,1 0 0,-1-4 1,0 1-36,0 1 1,0-1 0,-1 1 0,1-1 0,-1 1 0,-1-1 0,1 1 0,-1 0 0,0-1 0,0 1 0,-1 0 0,1 0 0,-1 1 0,0-1-1,-1 1 1,-4-6 0,7 8 37,-3-2 0,3 2-4,-1 0 0,1 0 1,-1-1-1,1 1 0,0 0 1,-1 0-1,1-1 1,0 1-1,1-1 0,-2-3 1,2 5-49,0 1-20,0 0 12,0 0-76,0 3 41,1 14 53,1-1 0,8 30 0,2 19 75,9 58-46,-11-75 14,3 53 1,-13-100-28,1 1 0,-1-1-1,0 1 1,0 0 0,0-1 0,0 1-1,0 0 1,0-1 0,0 1 0,-1-1-1,1 1 1,-1-1 0,1 1 0,-1 0-1,1-1 1,-1 0 0,0 1 0,0-1-1,1 1 1,-1-1 0,0 0 0,-1 0-1,1 1 1,0-1 0,0 0 0,-2 1-1,-1-1-47,0 0 0,0 0 0,0 0 0,0-1 0,0 1 0,0-1 0,0 0 0,-7-1 0,-8 1 219,13 0-94,1 0 0,0-1 0,0 1 1,-1-1-1,1 0 0,-9-4 0,-3-7-979,10-9-4060,7 15-205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3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6243,'0'0'1198,"0"0"-345,0 0 140,0 0 159,0 0-180,42-2 1293,22 2-2279,-42 0-2413,-1 0-3488,-21 0 3172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36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6803,'0'0'1150,"0"0"-440,0 0 149,0 0-107,0 0-58,16-2-246,115-5 270,-129 18-1140,-2-8-3238,0-3-630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37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6355,'0'0'579,"0"0"-414,0 0 129,0 0 549,0 0-54,7 13-231,27 44-248,-32-54-258,0 1 0,1-1 1,-1 0-1,1-1 1,0 1-1,0 0 0,0-1 1,0 0-1,0 0 1,1 0-1,-1 0 0,1 0 1,-1-1-1,1 1 1,0-1-1,4 1 1,3 0 129,-1-1 1,0-1 0,0 1 0,14-3 0,-1 1-1,-22 1-171,0-1-1,0 1 0,0-1 1,0 0-1,0 0 1,0 1-1,0-1 0,0 0 1,0 0-1,0 0 1,0 0-1,0 0 1,-1 0-1,1-1 0,0 1 1,-1 0-1,1 0 1,-1 0-1,1-1 1,-1 1-1,0 0 0,0 0 1,1-1-1,-1 1 1,0 0-1,0-1 1,0 1-1,0 0 0,-1 0 1,1-1-1,0 1 1,0 0-1,-1-2 1,0-2-3,1-1 0,-1 1 1,0-1-1,0 1 0,-1 0 1,1-1-1,-5-7 1,-3-1 110,0 0 0,-1 1 0,0 0 0,-1 1 0,-22-20 1,33 32-118,-1 0 1,1-1 0,-1 1 0,1 0 0,-1 0 0,0-1 0,1 1-1,-1 0 1,1 0 0,-1 0 0,0 0 0,1 0 0,-1 0-1,1 0 1,-1 0 0,0 0 0,1 0 0,-1 0 0,1 1-1,-1-1 1,0 0 0,1 0 0,-1 1 0,1-1 0,-1 0 0,1 0-1,-1 1 1,1-1 0,-1 1 0,1-1 0,-1 0 0,1 1-1,0-1 1,-1 1 0,1 0 0,-15 23-617,11-16-326,-2 1-2317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42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58 4946,'0'0'1041,"0"0"370,0 0 128,0 0 185,0 0-540,0 0-317,0 0-2,-4-10-107,-11-28-99,12 29-187,3 9-195,0 17-50,-7 122 271,0 38-457,8-172-101,-1 1 1,1-1-1,0 0 1,0 1-1,1-1 1,2 6-1,11 13-3304,-12-23-696,-1-1-2735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43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3185,'0'0'1847,"4"-18"-1396,13-60-270,-16 74-108,0 1 0,0-1 0,0 0 0,0 1 0,0-1 0,1 1 0,0 0 0,-1-1 0,1 1 0,0 0 0,1 0 0,-1 0 0,0 0 0,1 1-1,0-1 1,0 1 0,0 0 0,0-1 0,0 1 0,0 0 0,0 1 0,0-1 0,1 0 0,-1 1 0,1 0 0,-1 0 0,1 0 0,0 0 0,-1 1 0,1-1 0,0 1 0,0 0 0,-1 0 0,1 1 0,0-1 0,5 2 0,-8-2-55,1 0 0,-1 1 0,1-1 0,-1 1-1,0-1 1,1 1 0,-1-1 0,0 1 0,1 0 0,-1 0 0,0 0 0,0 0 0,0 0 0,0 0 0,1 0 0,-1 0 0,-1 0 0,1 0 0,0 1-1,0-1 1,0 2 0,11 38 478,-11-23-213,-1 0 0,-3 28 0,2-37-202,-1-1 1,0 1-1,-1-1 0,0 0 0,-1 0 0,1 0 0,-1 0 0,-1 0 1,0-1-1,-7 10 0,1-3-2,-1-1 0,-1 0 0,0-1 1,-15 12-1,28-22-105,1 1 1,-1 0-1,1-1 1,0 1-1,-1 0 0,1-1 1,0 1-1,1-1 1,-1 1-1,0-1 0,1 0 1,3 4-1,2 7-12,8 30 70,-12-31-13,1 0-1,1 1 0,0-2 1,10 18-1,-13-26-15,0 0 1,0-1-1,0 1 0,1-1 0,-1 1 0,1-1 0,-1 0 0,1 0 0,0 0 0,0 0 0,0-1 0,0 1 0,0-1 1,0 0-1,0 1 0,0-1 0,1-1 0,-1 1 0,0 0 0,0-1 0,7 0 0,30-1-974,-40-3-2084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4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6563,'0'0'926,"0"0"-353,0 0-79,-16 16 365,-53 54 195,63-61-876,0 1 0,0-1 1,1 1-1,0 0 0,1 0 0,0 1 1,1 0-1,0-1 0,0 1 0,1 0 1,1 0-1,0 0 0,0 0 0,2 16 1,-1-16-9,-1-2 6,1 1 0,0-1 0,0 1 0,1-1 0,1 1 0,3 14 1,-3-21-144,-1 1 0,1-1 1,0 0-1,1 1 1,-1-1-1,0 0 0,1-1 1,0 1-1,-1 0 1,1-1-1,0 1 0,0-1 1,1 0-1,-1 0 1,0 0-1,1 0 0,-1-1 1,8 3-1,9 1 7,0-1-1,0 0 1,0-1-1,1-2 0,-1 0 1,29-2-1,-11 1-758,-37 0-1626,-1 0-1723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4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8772,'0'0'1297,"0"0"-1073,0 0 336,0 0 384,-56 114-15,44-76-321,4-3-224,0-3-304,4-7-32,2-5-16,0-6-64,0-5 32,0-2-16,-4-1-48,1-3-432,-7-3-432,6 0-2274,0 0-1408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44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7475,'0'0'1310,"0"0"-58,0 0-212,0 0-189,0 0-341,8 2-102,1 1-280,1 1 0,-1 0 0,0 1 0,0 0 0,0 1 0,-1-1 0,0 1 1,0 1-1,7 7 0,10 7-78,-14-12-155,0-1 0,0-1 1,1 0-1,0 0 0,0-1 0,1 0 0,-1-1 0,1-1 0,1 0 0,-1-1 1,0 0-1,25 2 0,-35-5-2630,-3 0-2974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4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8564,'0'0'582,"0"0"143,17 11-34,28 20-459,0 1-1,-3 2 1,-1 3-1,49 53 1,-80-77-171,0 0-1,-1 0 0,-1 1 1,0 0-1,0 0 1,-2 1-1,0 0 1,0 0-1,-2 0 1,0 1-1,0-1 1,-2 1-1,0 0 1,0 24-1,-2-38-59,0 0 0,-1-1 0,1 1 0,0 0 0,-1-1-1,1 1 1,-1-1 0,0 1 0,1-1 0,-1 1 0,0-1 0,0 0 0,0 1 0,0-1 0,0 0-1,0 0 1,0 1 0,-1-1 0,1 0 0,0 0 0,-1 0 0,1-1 0,-1 1 0,1 0-1,-1 0 1,-1 0 0,-18 3-2925,15-4-1873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45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5907,'0'0'1051,"0"0"-403,0 0 19,0 0 430,0 0 31,0 0-186,19 0-230,2 1-574,13 0 535,0-1-1,59-9 1,-57 4 83,-21 5-5399,-15 0-368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45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5090,'0'0'3004,"0"0"-2075,0 0-342,0 0 763,0 0 18,5 2-429,6 1-588,0-1-1,0 0 1,1-1-1,-1 0 1,16-1-1,-12 0-199,0 0 1,0 1-1,22 5 0,14-2-532,-50-3-3794,-1-1-873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50.0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1186 1729,'0'0'205,"0"0"-98,0 0 240,0 0 504,0 0 200,0 0 251,-1 1 8240,0-4-10192,2-9 816,1 1 0,0-1 1,0 0-1,1 1 0,0-1 0,1 1 0,1 0 1,0 0-1,11-18 0,12-29-54,-5-4 115,-15 37-63,1 0 1,2 0 0,14-24 0,17-30 415,-32 56-318,2 1 0,1 0 0,17-23-1,40-27-64,-28 31-172,33-43 81,-31 41-103,-26 25 14,0 0 0,39-27 0,56-13-39,-14 0 68,-93 54-9,0 0 0,0-1 1,0 1-1,-1-1 0,8-8 1,17-15 103,128-76-31,-149 95-1530,-9 9 1343,0 0 1,0 0 0,0 0-1,0 0 1,0 0 0,0 0 0,-1 0-1,1 0 1,0 0 0,0 1-1,0-1 1,0 0 0,-1 0 0,1 0-1,0 0 1,0 0 0,0 0-1,0 0 1,-1 0 0,1 0-1,0 0 1,0 0 0,0 0 0,0 0-1,0 0 1,-1-1 0,1 1-1,0 0 1,0 0 0,0 0-1,0 0 1,0 0 0,-1 0 0,1 0-1,0 0 1,0 0 0,0-1-1,0 1 1,0 0 0,0 0-1,0 0 1,-1 0 0,1 0 0,0-1-1,0 1 1,0 0 0,0 0-1,0 0 1,0 0 0,0-1-1,0 1 1,0 0 0,0 0 0,0 0-1,0 0 1,0-1 0,0 1-1,-14 6-7518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54.2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1897 2721,'0'0'1078,"0"0"184,0 0 131,0 0-193,0 0-191,0 0 26,5-8-272,96-161 3130,16-4-3328,-20 28-506,-69 106 34,2 2 0,67-65 1,26-31 685,-6-1-587,-98 107-100,-15 21-42,0-1 1,0 1-1,1 0 1,0 1-1,8-9 1,34-28 134,55-64 0,-94 96-112,14-15 190,2 0-1,0 1 1,30-22 0,-14 18-30,0 2 0,2 1 0,1 3 0,1 1 0,75-24 0,-108 41-208,-1-1 0,1-1 0,-1 0 0,11-7 0,17-10 95,211-86 865,-197 89-964,233-84 269,-165 63-247,-106 35-32,-6 3-11,0 0-1,0 0 1,0 1-1,0 0 1,16-1-1,-24 3-20,0 0 34,41 0-87,20-2 155,82-12 0,-107 11-76,44 1-1,-44 2 5,49-6 0,165-47 151,-219 50-116,1 2-1,0 1 1,40 5 0,27 1 237,404-21 682,-495 17-964,1-1 0,-1 1 0,1 0 0,-1 1 0,0 0-1,0 0 1,8 5 0,31 11 69,33-3-31,-54-12-35,0 1 0,28 10 0,-6 24 51,7-10-55,63 26 0,-57-28-2,-45-19 11,-1 1-1,0 1 1,22 18-1,-21-15-10,1-1 0,22 13 0,-5-10 29,0-1 1,1-1 0,47 10 0,-76-22-23,70 27 38,-58-20-26,1-1 0,36 9 0,-26-9 23,55 22 0,11 2 30,-89-30-66,0 1 1,-1-1-1,1 1 0,0 0 1,-1 0-1,1 0 1,-1 1-1,1 0 1,-1 0-1,0 0 1,0 1-1,-1-1 1,1 1-1,-1 0 0,0 1 1,0-1-1,0 1 1,-1 0-1,1 0 1,-1 0-1,0 0 1,-1 0-1,1 1 1,2 7-1,-1-4 2,1-2 0,0 1 0,0 0 0,0-1-1,1 0 1,1-1 0,-1 1 0,1-1 0,0 0 0,8 5 0,-6-5 1,-1 0 1,0 1 0,-1 0-1,1 0 1,-1 1 0,-1 0-1,0 0 1,8 12-1,6 16 31,3 0-1,1-2 0,36 39 0,-1 0 19,-50-61-17,-1-3 33,-1 0 0,0 1 0,0-1 0,-1 1-1,-1 1 1,0-1 0,0 1 0,-1 0 0,0 0 0,3 13 0,22 83 136,-21-81-84,-4-10 53,-1 1 0,-1 0 0,1 27 0,-1-13-80,-2-29-93,3 37 89,14 72 0,-8-49 82,-8-49-142,1-1 0,0 1 0,0-1 0,1 0 1,1 1-1,0-1 0,7 12 0,-7-15 8,-1-1 1,0 1-1,0 0 1,0 0-1,-1 0 1,-1 0-1,0 0 1,0 0-1,0 12 0,-1-21-319,-1-8-3970,-4-11-1349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56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17 225 4210,'0'0'1051,"0"0"-221,0 0 189,0 0 104,0 0-339,0 0-50,0 0 325,-3 9 40,0-3-915,1 0 0,0 0 0,0 1 0,1 0-1,-1-1 1,1 1 0,1 0 0,-1-1-1,1 1 1,1 0 0,-1 0 0,1-1-1,0 1 1,1-1 0,-1 1 0,4 8 0,2 0-8,4 10 13,1 0 0,1-1 0,28 41 0,-36-59-185,-1 0 0,1-1 0,0 0 0,1 0 1,-1 0-1,1-1 0,0 0 0,0 0 1,0 0-1,1-1 0,-1 0 0,1 0 0,0 0 1,0-1-1,0 0 0,0 0 0,0-1 1,0 0-1,11 0 0,-17-1 6,0-1 0,-1 1 0,1-1-1,0 1 1,0-1 0,-1 1 0,1-1 0,0 1 0,-1-1-1,1 0 1,-1 1 0,1-1 0,-1 0 0,1 1 0,-1-1-1,1 0 1,-1 0 0,0 0 0,0 1 0,1-1 0,-1 0-1,0 0 1,0 0 0,0 0 0,0 0 0,0 1 0,0-1 0,0-2-1,1-32-38,-2 29 37,2-31-228,-1-13-344,-7-58-1,5 91 406,-1 0-1,-1 0 0,-1 0 0,0 0 0,-1 1 0,-1 0 0,-10-17 0,-16-23-99,32 54 262,1 2-72,5-1 72,0 0 1,0 0 0,0 1-1,0-1 1,0 1-1,0 1 1,9 0-1,8 1 11,152 15 101,-141-15-136,1-1 0,-1-2 0,1-2 0,-1-1 0,0-1 0,0-2 0,46-16 0,-7-10-63,-57 25 95,1 0-1,1 0 1,-1 2 0,1 0 0,0 1 0,0 1 0,1 0 0,32-2-1,-49 7 39,0 0 0,0 0-1,0 0 1,-1 0-1,1 0 1,0 0-1,0 0 1,-1 1-1,1-1 1,-1 0-1,1 0 1,-1 1-1,1-1 1,-1 0-1,0 0 1,0 1-1,0-1 1,0 0 0,0 1-1,0-1 1,0 0-1,0 1 1,0-1-1,0 0 1,-1 1-1,0 0 1,-5 43 551,-2 10 472,8-55-1005,0 0-3,-18 4-2094,10-4-1916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57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0 1761,'0'0'592,"0"0"118,0 0 272,0 0 202,0 0-55,0 0-102,8 13 2067,-9-10-3027,0 1-1,-1 0 0,1-1 0,-1 1 0,0-1 0,0 1 0,0-1 0,0 0 0,0 1 0,-1-1 0,0-1 1,1 1-1,-6 4 0,5-5-53,0 0-1,0 1 1,1 0 0,-1-1 0,1 1-1,0 0 1,-1 0 0,1 0 0,1 0-1,-1 0 1,0 1 0,1-1 0,0 0 0,0 1-1,0-1 1,0 1 0,0 3 0,1-6-45,22-3 145,-16 2-46,1-1 0,-1 1-1,0 0 1,1 0 0,-1 0 0,0 1 0,8 2 0,-13-2-57,1 0 0,-1 0 0,0 0 0,0 0 0,-1 0 0,1 0 0,0 0 0,0 1 0,0-1 0,-1 0 0,1 1 0,-1-1-1,1 1 1,-1-1 0,0 0 0,1 1 0,-1-1 0,0 1 0,0 2 0,0 36 337,0-29-253,-1-9-56,0 0 0,1 0-1,-1 0 1,0 0 0,0-1 0,-1 1-1,1 0 1,0 0 0,-1-1-1,1 1 1,0-1 0,-1 0-1,0 1 1,1-1 0,-1 0 0,0 0-1,0 0 1,0 0 0,0 0-1,1 0 1,-1-1 0,0 1 0,-1-1-1,1 1 1,0-1 0,0 0-1,-3 1 1,-1 0-14,-1 0 0,1 0 0,0-1 0,-1 0 1,1 0-1,-1 0 0,1-1 0,-9-2 0,14 3-171,1 0 0,-1-1 0,1 1 0,0-1 1,-1 1-1,1-1 0,-1 1 0,1-1 0,0 1 0,-1-1 1,1 1-1,0-1 0,-1 0 0,1 1 0,0-1 0,0 0 1,0 1-1,0-1 0,-1 1 0,1-1 0,0 0 0,0 1 1,0-1-1,0 0 0,1 0 0,-1-4-4692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58.4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1 103 4482,'0'0'3073,"0"0"-1688,0 0-630,0 0 355,0 0-174,7-12-509,2-1-364,-5 9-48,-1 0-1,0-1 1,0 0-1,0 1 1,0-1-1,-1 0 1,0-1-1,0 1 1,2-7-1,-5-8 176,-10 18 50,10 2-234,-1 1 0,1 0 0,-1 0 0,1 0 1,-1 0-1,1 0 0,-1 0 0,1 0 0,0 1 1,0-1-1,0 0 0,0 1 0,0-1 0,0 1 1,0-1-1,0 1 0,0-1 0,0 4 0,-1 1 32,1 0 0,0 0 0,0 0-1,0 1 1,1-1 0,0 0 0,0 1 0,2 11-1,-1-16-19,-1 0 0,1 0 0,0-1-1,-1 1 1,1 0 0,0 0-1,0-1 1,0 1 0,1 0 0,-1-1-1,0 1 1,1-1 0,-1 0-1,0 1 1,1-1 0,0 0 0,-1 0-1,1 0 1,0 0 0,-1 0-1,1 0 1,0-1 0,0 1 0,0 0-1,0-1 1,0 0 0,0 1-1,0-1 1,0 0 0,0 0 0,3 0-1,-2 0 1,1 0 26,0 0 1,-1 0 0,1 0-1,0 0 1,0 0-1,-1-1 1,1 0 0,0 0-1,6-2 1,-9 2-46,0-1-1,0 1 1,0 0-1,0-1 1,0 1-1,0-1 1,0 1-1,-1-1 1,1 1-1,0-1 1,-1 0-1,1 1 1,-1-1-1,0 0 1,1 0-1,-1 1 1,0-1-1,0 0 1,0 1 0,-1-1-1,1 0 1,0 0-1,0 1 1,-2-3-1,3-14-206,0 17 204,0 1 0,-1 0 0,1 0 0,0-1-1,0 1 1,0 0 0,-1 0 0,1 0 0,0 0-1,0 0 1,0 0 0,-1 1 0,1-1 0,0 0-1,0 0 1,0 0 0,-1 1 0,1-1 0,0 0-1,0 1 1,-1-1 0,1 1 0,0-1 0,-1 1-1,1-1 1,-1 1 0,2 0 0,15 13-26,-17-14 33,0 0 1,0-1 0,0 1 0,0 0-1,0 0 1,0 0 0,0 0-1,0-1 1,0 1 0,0 0 0,0 0-1,0 0 1,0 0 0,0-1-1,0 1 1,0 0 0,0 0 0,0 0-1,0 0 1,0 0 0,0 0 0,1-1-1,-1 1 1,0 0 0,0 0-1,0 0 1,0 0 0,0 0 0,0 0-1,1 0 1,-1 0 0,0 0-1,0-1 1,0 1 0,0 0 0,0 0-1,1 0 1,-1 0 0,0 0-1,0 0 1,0 0 0,0 0 0,1 0-1,-1 0 1,0 0 0,0 0 0,0 0-1,0 0 1,0 0 0,1 1-1,-1-1 1,0 0 0,0 0 0,0 0-1,0 0 1,0 0 0,1 0-1,2-12 25,-3 11-11,0-1 0,1 0 0,-1 0 0,1 1 0,-1-1 0,1 0 0,0 1 0,-1-1 0,1 1 0,0-1 0,0 1 0,0-1 0,0 1 0,1 0 0,-1 0 0,0-1 0,0 1 0,1 0 0,-1 0 0,1 0 0,-1 0 0,1 1 0,-1-1 0,1 0 0,0 1 0,-1-1 0,1 1 0,0-1 0,-1 1 0,1 0 0,0-1 0,0 1 0,-1 0 0,1 0 0,0 1 0,0-1 0,-1 0 0,1 0 0,0 1 0,-1-1 0,1 1 0,3 1 1,-2 0-105,-1-1 1,1 1 0,0-1 0,0 1 0,-1 0 0,1 0 0,-1 1 0,0-1 0,0 0 0,1 1 0,-1-1 0,-1 1 0,1 0 0,0 0 0,-1-1 0,1 1 0,-1 0 0,0 0-1,0 0 1,0 1 0,-1-1 0,1 0 0,0 3 0,-1-6-3761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58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5683,'0'0'3180,"0"0"-1918,0 0-510,0 0 454,0 0 82,0 0-402,2 8-320,1 2-393,0 0 1,0-1-1,1 1 0,0-1 1,1 0-1,0 0 1,9 12-1,-10-17-100,-1 1 0,2-1-1,-1 1 1,0-1-1,1-1 1,0 1 0,-1-1-1,1 1 1,1-2 0,-1 1-1,0 0 1,1-1 0,0 0-1,-1 0 1,1-1 0,6 1-1,19 3-84,-24-4-7718,-7-1 7613,0 0-4907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59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1 5907,'0'0'1566,"0"0"-587,0 0-77,0 0 242,0 0-63,-7 13-33,-99 159 2671,95-151-3187,8-9-1238,7-7-3679,2-5 442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01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26 1745,'0'0'2489,"0"0"-1427,0 0-182,0 0 430,0 0-213,0 0-150,-4-2-299,-8-5 2043,12 1-1069,27 0-631,52 4-1327,-75 2 530,182-2-92,-184 2-121,-2 0-37,0 0-21,-40 0-89,-37 11 149,53-6 117,0-2 0,-27 1 0,49-4-158,1 0 1,-1 0-1,0 0 0,0 0 1,0 0-1,1 0 0,-1 1 1,0-1-1,0 1 0,1-1 1,-1 1-1,0 0 0,1 0 1,-1 0-1,1 0 0,-1 0 1,1 0-1,-1 0 0,1 0 1,-2 2-1,3-3-668,0 0-1475,0 0-3786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08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4 2273,'0'0'883,"0"0"-688,0 0-158,0 0-21,-5 0-26,-1 1-1321,-4 1 4353,9 1 655,13 1-2285,15 2-1158,0-2-1,1-1 1,53-1 0,-50-2-163,1 2-1,47 7 1,-22 4-86,-35-7 39,1 0 1,-1-2-1,44 2 1,-39-4-25,-2 0 1,38 9 0,-38-5-43,1-2 1,38 2-1,253-6 114,-200 7-141,-81-7 68,87 0-27,146-18 1,-126-14 150,115 21-57,-256 11-66,47 20-69,-21-14 80,1-1 1,0-1-1,0-2 1,42-1-1,46 4 17,-35 0 0,150-10 0,-51-2-4,-89 7 60,0-4-1,137-24 1,-189 23-72,0 1-1,76 2 1,7 1 89,211-2-42,-173 5-41,632-11-596,-730 7 593,0-2 0,97-20 0,-142 22-17,0 1 0,0 0 0,30 3 0,-4 0-3,40-2-10,455 9 520,-199-6-184,71 5 55,-333 0-359,76 3 177,-41-10 224,120 18 1,-72-8-384,-36-4-19,-14 8-15,-54-7 9,79 2 0,155 3 13,-2-1-11,158-4 1853,-447-8-5189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15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83 4834,'0'0'1249,"0"0"-339,0 0 215,0 0 529,0 0-154,0 0-582,0 0-294,0 0-56,0 0 14,0-4-145,-2-6-72,-1 11-151,-9 26-95,-7 45-88,17 58 185,2-127-216,0 0 0,1 0 0,-1-1 0,1 1 0,0 0 1,0 0-1,0 0 0,0 0 0,0-1 0,0 1 0,1 0 1,-1-1-1,1 0 0,0 1 0,0-1 0,0 0 0,0 0 0,0 0 1,1 0-1,-1 0 0,0 0 0,1-1 0,0 1 0,-1-1 1,1 1-1,0-1 0,-1 0 0,1 0 0,0-1 0,0 1 1,5 0-1,9 2 31,-1-1 0,1-1 0,0-1 0,22-1 0,-35 1-20,1-1 1,0 0 0,0 1 0,-1-1-1,1-1 1,0 1 0,-1-1-1,1 0 1,-1 0 0,0 0 0,0 0-1,0-1 1,0 0 0,0 0-1,0 0 1,-1 0 0,1 0 0,-1-1-1,0 0 1,0 1 0,0-1-1,-1 0 1,4-6 0,-2 0 4,0-1 0,0 0 0,-1 0-1,0 0 1,-1-1 0,0 1 0,-1 0 0,0-20 0,-2 26-6,0 0 0,0 0 0,-1 0 0,1 0 0,-1 1 1,0-1-1,0 0 0,0 1 0,-1-1 0,0 1 0,0 0 0,0 0 0,0 0 0,-1 0 1,1 1-1,-1-1 0,-6-4 0,-13-9 312,-47-27 0,47 30-14,14 8-223,-25-14 91,33 20-185,0-1 0,0 1-1,0-1 1,0 1-1,-1 0 1,1-1 0,0 1-1,0 0 1,-1 0-1,1 0 1,0 0 0,0 0-1,0 0 1,-1 0 0,1 1-1,0-1 1,0 0-1,-1 1 1,1-1 0,0 0-1,0 1 1,0 0-1,0-1 1,0 1 0,0 0-1,-2 1 1,-12 18-820,0 1 1,2 1-1,-15 29 1,8-13-3488,15-29-1540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1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8068,'0'0'3145,"0"0"-1707,0 0-371,0 0 377,0 0-25,0 0-565,-4 1-355,3-1-484,0 1 0,0 0 1,0-1-1,-1 1 0,1 0 1,0 0-1,0 0 1,0 0-1,0 0 0,0 0 1,1 0-1,-1 0 1,0 1-1,0-1 0,1 0 1,-1 0-1,1 0 0,-1 1 1,1-1-1,-1 0 1,1 1-1,0-1 0,0 1 1,0-1-1,0 3 1,-1 47 310,2-29-87,-15 168 1043,-2 7-1910,16-196-1277,0-1-1328,0 0-1386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1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24 172 9620,'0'0'1358,"5"-16"-792,-2 1-459,-3 9-64,1 0 0,0 1-1,0-1 1,1 0 0,0 1 0,0-1 0,0 1 0,1 0-1,-1 0 1,1 0 0,1 0 0,-1 0 0,1 1 0,-1-1-1,1 1 1,6-5 0,-3 4 48,1-1 0,-1 1 0,1 0 0,1 1-1,-1 0 1,1 0 0,-1 1 0,1 0 0,0 0 0,0 1 0,1 0 0,-1 1 0,0 0-1,11 1 1,-18 0-92,0 0-1,-1 1 1,1 0-1,-1-1 1,1 1-1,-1 0 1,1 0-1,-1 0 1,1 0-1,-1 0 1,0 0 0,1 0-1,-1 0 1,0 0-1,0 1 1,0-1-1,0 0 1,0 1-1,0-1 1,-1 1-1,1-1 1,0 1-1,-1 0 1,1-1-1,-1 1 1,1 0-1,-1-1 1,0 1-1,0 0 1,0-1-1,0 1 1,0 1-1,0 68 253,-1-59-157,-1 1-43,0-1 0,-1 1 0,0-1 0,-1 0 0,-1 0 0,0 0 0,0-1 0,-1 1 0,-14 19 0,-77 91 160,91-115-201,6-7-9,-89 94 62,89-93-95,0-1-96,0 0-72,2 1 161,0 1 0,0-1-1,0 0 1,0 0-1,1 0 1,-1 0 0,0 0-1,1 0 1,-1-1-1,1 1 1,2-1 0,0 2 12,17 5 77,-1 2-1,0 0 1,0 1-1,-1 2 1,29 20-1,-26-16 2,1-1 0,0-2 1,39 17-1,-55-25-791,-8-5 702,0 0 0,0 0-1,0 0 1,-1 0 0,1 0 0,0 0-1,0 0 1,0 0 0,0 0-1,0 0 1,0 0 0,0 0-1,0 0 1,0 0 0,0 0 0,0 0-1,-1 0 1,1 1 0,0-1-1,0 0 1,0 0 0,0 0 0,0 0-1,0 0 1,0 0 0,0 0-1,0 0 1,0 0 0,0 1 0,0-1-1,0 0 1,0 0 0,0 0-1,0 0 1,0 0 0,0 0-1,0 0 1,0 0 0,0 0 0,0 1-1,0-1 1,0 0 0,0 0-1,0 0 1,0 0 0,0 0 0,0 0-1,1 0 1,-1 0 0,0 0-1,0 0 1,0 1 0,0-1 0,0 0-1,0 0 1,-7 0-3630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19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4482,'0'0'1350,"0"0"-606,0 0-103,0 0 79,0 0 296,0 0-55,1-9-369,0-26-56,1 24 1562,3 15-1734,1 14-457,3 40 547,-3 0 0,-3 0 0,-5 90 0,-1-35 204,3 136 1844,0-249-2430,0 0-29,0 0 26,0 0-15,0 0 71,0 0-18,0 0-14,0 0-18,0 0-118,1-41-4095,5 1 136,-1 27-1558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3906,'0'0'1673,"0"0"-748,0 0-220,0 0 23,-6 18 19,5-18-746,-21 64 1159,3 1 0,-16 98 1,33-144-901,1 1 1,0-1-1,1 0 1,2 1 0,0-1-1,6 29 1,-6-42-242,0 0 0,0 0 0,0 0 1,1 0-1,0-1 0,0 1 0,0-1 1,1 0-1,0 0 0,0 0 0,0 0 1,1-1-1,-1 0 0,1 1 0,0-2 1,0 1-1,0-1 0,1 0 0,-1 0 0,1 0 1,0-1-1,0 1 0,0-1 0,6 1 1,-2-3-2336,-10 0-1147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4802,'0'0'4978,"0"0"-4577,0 0-257,0 0 64,0 0 576,0 0-160,-2 89-319,-14-53 15,-2-2-192,3-2 144,-5-2-48,4-1-112,-2-4-80,2-2-32,0-3-32,0-2-480,14-18-3442,0 0-4162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6563,'0'0'480,"0"0"497,0 0 799,0 0-207,0 0-560,55 107-305,-45-77-128,0-5-176,-2-2-127,2-7 15,0-3-256,0-2 48,-2-8-80,-2 1 0,0-4-48,0 0-416,-6 0-1089,0 0-864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4802,'0'0'3543,"0"0"-2692,0 0-763,0 0 11,0 0 165,22 7 142,-18-6-385,21 6 121,0 2 0,-1 0-1,-1 2 1,1 1 0,37 25 0,-50-29 1,-1 1 0,0 0 1,0 0-1,-1 1 0,0 0 0,-1 1 0,0-1 0,0 2 1,-1-1-1,-1 1 0,0 0 0,-1 0 0,0 1 0,-1 0 1,0 0-1,-1 0 0,-1 0 0,0 0 0,0 1 1,-1 13-1,-1-16-430,-4 46 1330,4-55-1195,-1-1 0,1 1 0,0-1 0,-1 1-1,1 0 1,-1-1 0,0 0 0,1 1 0,-1-1 0,0 1 0,0-1 0,0 0 0,0 0-1,0 1 1,0-1 0,0 0 0,-1 0 0,1 0 0,0 0 0,0 0 0,-1-1 0,1 1-1,-1 0 1,1-1 0,-1 1 0,1-1 0,-1 1 0,1-1 0,-1 0 0,1 1 0,-3-1-1,0 0-7138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5346,'0'0'5315,"0"0"-4979,0 0-288,0 0 320,0 0 192,0 0-79,80 0 63,-57 0-352,3 0 32,-2 0-192,-2 0 48,-2 0-64,-2 0-32,-4 0 16,-5 0-96,-9 0-560,0 0-5939</inkml:trace>
  <inkml:trace contextRef="#ctx0" brushRef="#br0" timeOffset="0.99">90 165 1985,'0'0'4122,"0"0"-2727,0 0-643,0 0 249,0 0 143,3 3-10,0 0-949,0 0-1,1-1 1,-1 0 0,1 1-1,-1-1 1,1-1-1,0 1 1,0 0-1,0-1 1,0 0-1,0 0 1,1 0-1,-1-1 1,0 1 0,5-1-1,80 0 124,-49-2-1877,-38 2-3236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0 346 7267,'0'0'1254,"0"0"-203,0 0 86,0 0-19,0 0-483,0 0-320,0 13-11,0 25-62,1-1 0,2 0 1,2 0-1,1-1 1,2 1-1,22 61 0,-24-86-221,0-1-1,0 0 1,2 0-1,8 11 1,-12-17-17,1 0 1,-1 0 0,0-1 0,1 0-1,0 0 1,0 0 0,0 0 0,1-1 0,-1 0-1,9 4 1,-13-9-20,0 0-1,0 1 0,-1-1 1,1 0-1,-1 0 0,1 0 1,-1 0-1,0 0 1,0 0-1,0 0 0,0 0 1,0 0-1,-1-2 1,1 0-28,3-127-278,-7-145 396,1 259 14,0 1-1,-1 0 1,-1-1-1,-9-18 1,8 22 11,1-1 0,1 1 1,0-1-1,1 1 0,0-1 1,-1-24-1,2 25-55,3 14-48,-1-1 0,0 0 0,0 0 0,0 0 0,0 0 0,0 0 1,0 1-1,1-1 0,-1 0 0,0 0 0,0 0 0,0 0 0,0 0 1,0 0-1,1 0 0,-1 0 0,0 0 0,0 0 0,0 1 0,1-1 1,-1 0-1,0 0 0,0 0 0,0 0 0,1 0 0,-1 0 0,0 0 0,0 0 1,0-1-1,0 1 0,1 0 0,-1 0 0,0 0 0,0 0 0,0 0 1,0 0-1,1 0 0,-1 0 0,0 0 0,0-1 0,0 1 0,0 0 1,0 0-1,1 0 0,-1 0 0,0 0 0,0-1 0,0 1 0,0 0 1,0 0-1,0 0 0,0 0 0,0-1 0,0 1 0,0 0 0,0 0 0,0 0 1,1 0-1,-1-1 0,0 1 0,-1 0 0,1 0 0,0 0 0,0-1 1,0 1-1,0 0 0,0 0 0,0-1 0,14 4 68,36 1-31,0-1 0,0-3 0,1-2-1,-2-2 1,1-3 0,72-18 0,-35 10-64,0 3-1,0 4 0,140 4 1,-68 3 5,-139 0-12,-1-2-1,1 0 0,-1-1 0,1-1 0,25-11 0,-9 4 12,-29 11 9,0 0 0,0 0 0,0 0 0,0 1 0,10 0 0,-4 1-102,-13-1 79,0 0-30,-8 178 796,0-178-2583,1 0-2684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29 1617,'0'0'1566,"0"0"-603,0 0-344,0 0 336,0 0 80,0 0 56,3-5 110,7-13 218,-7 14-413,-8 3-842,0 0 0,0 1 0,0 0 0,0 0 0,0 0-1,0 1 1,0 0 0,-9 2 0,6 2-170,-1 1 0,1-1 0,0 2 0,0-1 0,0 1 0,1 0 0,0 1 0,1-1 0,0 1 0,0 1 0,-5 9 0,11-17-6,-1 0-1,1 0 1,-1 1-1,1-1 1,0 0 0,0 0-1,-1 1 1,1-1-1,0 0 1,0 1-1,1-1 1,-1 0-1,0 1 1,0-1 0,1 0-1,-1 1 1,0-1-1,1 0 1,-1 0-1,1 0 1,0 1-1,-1-1 1,1 0-1,0 0 1,0 0 0,0 0-1,-1 0 1,1 0-1,0-1 1,0 1-1,1 0 1,-1 0-1,0-1 1,0 1 0,0 0-1,2 0 1,6 1 33,0 0 1,0 0 0,-1 0 0,19-1 0,-20-1-12,0 0 0,-1 1 1,1 0-1,0 0 0,-1 0 0,1 1 1,8 3-1,-12-3-27,-1 0 0,1 0 1,-1 0-1,1 0 0,-1 1 1,0-1-1,0 1 0,0 0 1,0-1-1,0 1 0,-1 0 1,1 0-1,-1 0 0,0 0 1,0 0-1,0 1 0,1 3 1,2 59-417,-4-54 429,-1-11 10,1 1-1,-1-1 0,1 1 0,-1-1 1,1 1-1,-1-1 0,0 0 0,0 0 1,0 1-1,1-1 0,-1 0 0,-1 0 1,1 0-1,0 0 0,0 0 0,0 0 1,0 0-1,-1 0 0,1 0 0,0-1 1,-1 1-1,1-1 0,-1 1 0,1-1 1,-1 1-1,1-1 0,-1 0 0,1 1 1,-1-1-1,1 0 0,-3 0 0,-58 1 113,49-1-67,-124 0-22,133 3-1718,4-3-1382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20 197 5202,'0'0'929,"0"0"-46,0 0 269,0 0-34,0 0-104,9-7-339,-1 0-545,-1 0 0,1 0 0,-2 0 0,1-1 1,-1 0-1,0 0 0,-1-1 0,1 1 0,-2-1 0,1-1 0,-2 1 0,1 0 0,-1-1 0,0 0 1,-1 1-1,2-18 0,-5 26-151,1-1 1,0 1 0,-1-1 0,0 1 0,1 0-1,-1-1 1,1 1 0,-1 0 0,0 0 0,0-1-1,0 1 1,0 0 0,0 0 0,0 0-1,0 0 1,0 0 0,-1 0 0,1 0 0,0 1-1,0-1 1,-1 0 0,1 1 0,0-1-1,-1 1 1,1-1 0,-1 1 0,1 0 0,-1-1-1,1 1 1,-1 0 0,1 0 0,-1 0-1,1 0 1,-1 0 0,1 1 0,-1-1 0,-2 1-1,1-1 25,1 1-1,-1-1 1,0 0 0,0 1-1,0 0 1,0 0-1,1 0 1,-1 0-1,0 0 1,1 0-1,-1 1 1,1-1 0,-1 1-1,1 0 1,0 0-1,0 0 1,0 0-1,0 0 1,0 0 0,-3 5-1,2-1 2,1-1 0,0 1 0,0 0 0,1 0 0,-1 1 0,1-1 0,0 0 0,1 0 1,0 0-1,0 1 0,0-1 0,1 0 0,0 0 0,0 1 0,0-1 0,1 0 0,0 0 0,0 0 0,0-1 0,1 1 0,0 0 0,0-1 0,1 0 0,-1 0 0,1 0 0,0 0 1,0 0-1,1-1 0,0 0 0,-1 0 0,1 0 0,1 0 0,-1-1 0,0 0 0,1 0 0,0-1 0,9 4 0,40 6 424,-51-12-678,-1 1-1,1-1 1,-1 0 0,0 0 0,1 0 0,-1-1-1,1 1 1,-1-1 0,1 0 0,-1 0 0,0 0-1,0 0 1,7-4 0,-3 0-6637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7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7043,'0'0'2097,"0"0"-998,0 0-306,0 0 180,0 0-428,0 4-377,-3 8-36,2 0 0,-1 0 0,1 0 1,1 1-1,1-1 0,-1 0 0,2 0 0,0 0 0,0 0 1,8 24-1,-8-108-359,-2 69 190,0 0 0,0 0-1,0-1 1,0 1 0,0 0 0,1 0 0,0-1-1,-1 1 1,1 0 0,0 0 0,1 0 0,-1 0-1,0 0 1,1 0 0,0 1 0,-1-1 0,1 0-1,0 1 1,1-1 0,-1 1 0,0 0 0,1 0-1,-1-1 1,1 2 0,0-1 0,-1 0 0,1 1 0,0-1-1,0 1 1,0 0 0,0 0 0,1 0 0,-1 0-1,4 0 1,-6 1 40,0 1 0,1-1-1,-1 1 1,0-1 0,0 1 0,1 0-1,-1-1 1,0 1 0,0 0 0,0 0-1,0 0 1,0 0 0,0 0 0,0 0-1,0 0 1,-1 0 0,1 0 0,0 1-1,-1-1 1,1 0 0,0 0 0,-1 1-1,0-1 1,1 2 0,11 42 239,-9-32-89,0-1-90,-2-6-24,0 0 0,1 0-1,0 1 1,0-1 0,0 0-1,1-1 1,0 1 0,0 0-1,1-1 1,6 8 0,-3-13-2854,-7-1-1739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7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6723,'0'0'1046,"0"0"-561,0 0-90,0 0 230,0 0-132,14 9-186,44 32-128,-52-35-88,1 1 1,-1-1 0,0 1-1,-1 1 1,1-1 0,-1 1-1,-1 0 1,0 0 0,5 11 0,-6-12 17,0 1 1,1-1-1,0 0 1,0 0-1,1 0 1,10 12-1,-10-14-52,1-1-1,-1 1 1,1-1 0,0 0-1,0 0 1,0-1-1,0 0 1,1 0 0,-1 0-1,13 2 1,-3-2-350,0-1 0,0 0 0,23-2 0,-35 0-2258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5:27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4882,'0'0'1105,"0"0"-353,0 0 0,-89 100 513,71-68-241,2-3-271,-2 1-129,4-5 80,0-2-415,7-5-97,3-4-192,2-3 0,2-4-32,0-3-64,0-4-561,0 0-4865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4.2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1 864,'0'0'0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4.5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2241,'27'26'992,"-24"-26"1,-3 2 512,0-2-945,0 0 208,0 3-111,0-3-337,0 0-112,0 0-32,0 0 320,0 0 0,5 0-256,0 7-176,6 2-64,-8-4 0,-1-5-2737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7.0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1 674 5603,'0'0'437,"0"0"-189,0 0 179,0 0 261,0 0-29,-1 3-656,1 1 4128,2-5-2008,10-23-2065,1 0-1,2 1 1,0 1 0,1 0 0,2 1 0,0 1 0,1 1 0,0 0 0,2 2 0,26-18 0,-39 30-64,-1 1-1,1 1 0,0-1 1,0 1-1,0 1 0,0-1 1,1 2-1,-1-1 0,13 0 1,83 2-96,-51 2 83,-33-2 16,0-1 0,-1 0 0,1-2 0,0 0 0,0-1 0,25-10 0,-34 10 7,0-1-1,0-1 1,0 0-1,-1 0 1,0-1-1,0-1 1,0 0-1,-1 0 1,0 0 0,-1-1-1,12-17 1,-15 19 0,0 0-1,-1 0 1,0-1 0,-1 0 0,1 0 0,-1 0 0,-1 0 0,3-15-1,-2 0 379,-1-46 0,-2 64-302,0 5 18,0 0-55,0 0-94,0 0-42,0 0 37,0 0 16,0 0 0,-8-20 565,6 68-254,1-31-250,0 1-1,0 0 1,2 0 0,0 0-1,6 24 1,-8-41-18,1-1-1,1 1 1,-1 0 0,0 0-1,0 0 1,0 0-1,0 0 1,1 0-1,-1-1 1,0 1 0,1 0-1,-1 0 1,0 0-1,1-1 1,-1 1 0,1 0-1,0-1 1,-1 1-1,1 0 1,-1-1 0,1 1-1,0-1 1,1 2-1,2-21 291,-4-35-128,-5 33-160,-1 0-1,0 1 1,-17-36-1,9 20 10,12 32 5,0-1-1,0 1 0,0-1 0,0 1 0,-1 0 1,1 0-1,-1 0 0,0 0 0,-1 0 0,-3-3 1,27 27 161,-1 2 1,20 28 0,-26-30-170,2-1 0,0 0 0,1-2 0,1 0 0,35 28 0,-52-45 19,1 0 1,-1 0-1,1 0 1,-1 1-1,0-1 1,1 0 0,-1 0-1,1 1 1,-1-1-1,0 0 1,1 1-1,-1-1 1,0 0-1,1 1 1,-1-1-1,0 0 1,0 1-1,1-1 1,-1 0 0,0 1-1,0-1 1,0 1-1,0-1 1,0 1-1,1-1 1,-1 0-1,0 1 1,0-1-1,0 1 1,0-1-1,0 1 1,0-1-1,0 1 1,-1-1 0,1 1-1,0-1 1,0 0-1,0 1 1,0-1-1,0 1 1,-1-1-1,1 0 1,0 1-1,0-1 1,-1 1-1,1-1 1,-1 1-1,-28 14 330,-37 3-390,45-16-119,-34 7 472,53-9-429,0 0 0,0 1 1,0-1-1,0 1 0,0 0 0,0 0 0,0 0 0,0 0 0,0 0 0,0 0 0,0 0 0,1 1 0,-1-1 0,0 0 0,1 1 0,0 0 0,-1-1 0,1 1 0,-1 2 0,1-2-1221,1-1-2740,0-1-1765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7.8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184 186 6371,'0'0'1401,"0"0"-393,0 0 19,0 0 123,0 0-99,0 0-381,2-12-150,0 3-467,1-1 94,-1 0 1,0 0 0,0-1-1,-1 1 1,-1-1 0,1 1 0,-2-1-1,-1-11 1,0 18-108,-1 0 1,1 0-1,-1 1 0,1-1 1,-1 1-1,0 0 1,-1 0-1,1 0 0,0 0 1,-1 0-1,0 1 0,1-1 1,-1 1-1,0 0 1,0 0-1,-1 1 0,1-1 1,0 1-1,-6-1 0,6 1-11,0-1-1,1 2 1,-1-1-1,0 0 1,0 1-1,1-1 1,-1 1-1,0 0 1,0 0-1,0 1 1,0-1-1,1 1 0,-1 0 1,0 0-1,1 0 1,-1 0-1,0 1 1,1-1-1,-1 1 1,1 0-1,0 0 1,-5 4-1,3 2 50,1 1 0,0 0 0,0 0 0,1 0 0,0 0 0,0 1 1,1-1-1,0 1 0,1 0 0,0-1 0,1 1 0,0 0 0,2 16 0,-2 0 230,1-9-134,1 1 0,0 0 0,1-1 1,1 0-1,1 1 0,0-2 0,14 31 1,8 7 378,35 49 1,-36-61-267,-1 0-1,24 60 1,-28-35 540,-14-45-1883,-13-43-5961,1 7 3127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8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1 132 8468,'0'0'584,"0"0"545,0 0 301,0 0-272,0 0-302,22-1-363,151-6 97,-147 4-652,-1 0-1,1-2 1,-1-1 0,0-1-1,0-1 1,-1-2 0,0 0-1,-1-1 1,0-2 0,36-25-1,-55 33-2925,-4 1-4572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8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14 4882,'0'0'4448,"0"0"-3061,0 0-792,0 0 467,0 0 64,-9-4-550,7 2-568,1 1-1,-1 0 1,1 0 0,-1 0 0,0 1 0,0-1-1,1 0 1,-1 1 0,0-1 0,0 1 0,0 0-1,0-1 1,0 1 0,0 0 0,0 0 0,1 0-1,-1 0 1,0 1 0,0-1 0,0 0-1,0 1 1,0-1 0,0 1 0,1 0 0,-1 0-1,-2 1 1,-1 3 27,1 0 0,-1 0-1,1 1 1,0-1 0,1 1 0,-1 0-1,1 0 1,-3 10 0,-2 1 271,1 1 0,1-1 1,0 1-1,2 0 0,0 1 1,1-1-1,1 1 1,0-1-1,2 1 0,0 0 1,4 26-1,-3-42-281,1 1-1,-1-1 1,1 0 0,0 0-1,1 0 1,-1 0 0,0 0 0,1 0-1,0 0 1,-1-1 0,1 1-1,0-1 1,0 0 0,1 0-1,-1 0 1,0 0 0,1 0-1,-1-1 1,1 0 0,-1 0 0,1 0-1,0 0 1,-1 0 0,7 0-1,14 2 76,-1 0 1,37-1-1,-12-2-356,-27 0-5579,-21 0 1009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8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143 1 10917,'0'0'1214,"0"0"-206,0 0-58,0 0-19,0 0-176,-6 9-301,-4 11-295,0 0 0,1 0 0,2 1 0,0 0 0,-5 27 0,4-16-116,-2 0 0,-19 45 0,28-76-87,1 0 1,0 0-1,-1 0 1,1-1 0,-1 1-1,1 0 1,-1 0-1,1-1 1,-1 1-1,0 0 1,1-1-1,-1 1 1,0 0-1,0-1 1,0 1-1,1-1 1,-1 1-1,-1 0 1,-12 0-4568,6-1-189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9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6995,'0'0'1305,"0"0"-46,0 0-106,0 0-188,0 0-23,25 9-51,33 12-80,78 42 0,-123-57-804,0 0-1,0-1 1,0 0 0,1-1-1,0-1 1,-1 0-1,1 0 1,0-2-1,0 0 1,1 0 0,-1-1-1,16-3 1,-30 3-133,1 0 0,-1 0 1,1 0-1,-1 0 1,1 0-1,-1 0 0,1 0 1,-1 0-1,1 0 1,0 0-1,-1 0 0,1-1 1,-1 1-1,0 0 0,1 0 1,-1-1-1,1 1 1,-1 0-1,1-1 0,-1 1 1,0 0-1,1-1 1,-1 1-1,0-1 0,1 1 1,-1-1-1,0 1 0,1 0 1,-1-1-1,0 1 1,0-1-1,0 1 0,1-1 1,-1 1-1,0-2 1,0-5-6489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09.7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1649,'0'0'5154,"0"0"-3516,0 0-1112,0 0-33,0 0 244,93 74 1875,-8-13-1597,-61-45-807,0 1-1,-1 1 1,31 31-1,-48-42-159,0 0 0,0 0 0,-1 0 0,0 1 0,-1 0-1,0 0 1,0 0 0,0 0 0,-1 1 0,0 0 0,-1-1 0,0 1 0,-1 0 0,1 0-1,-1 14 1,-1-14-5,1 2 30,0 0 0,-1 1-1,-1-1 1,0 0 0,0 1 0,-1-1 0,-1 0-1,1 0 1,-2 0 0,0-1 0,0 1 0,-1-1-1,-7 12 1,9-17-2066,3-5-1675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10.1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54 3554,'0'0'936,"0"0"78,0 0 213,0 0 118,0 0-115,0 0-1181,0 0 1,0 0 0,0 0 0,0 0 0,-1 0 0,1 1 0,0-1 0,0 0 0,0 0 0,0 0 0,0 0-1,0 0 1,0 0 0,-1 1 0,1-1 0,0 0 0,0 0 0,0 0 0,0 0 0,0 1 0,0-1-1,0 0 1,0 0 0,0 0 0,0 0 0,0 1 0,0-1 0,0 0 0,0 0 0,0 0 0,0 0 0,0 1-1,0-1 1,0 0 0,1 0 0,-1 0 0,0 0 0,0 1 0,0-1 0,0 0 0,0 0 0,0 0-1,0 0 1,0 0 0,1 0 0,-1 0 0,0 1 0,0-1 0,0 0 0,0 0 0,0 0 0,1 0 0,-1 0-1,0 0 1,0 0 0,0 0 0,0 0 0,1 0 0,-1 0 0,0 0 0,0 0 0,0 0 0,1 0-1,-1 0 1,0 0 0,0 0 0,0 0 0,23 3 787,0-1 0,0-1 0,0-2 0,44-5 0,90-26 811,-63 10-1083,-59 16-1647,-53 14-3943,2-3 2344,3-2-1641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10.4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7716,'0'0'1896,"0"0"-1226,0 0-203,0 0 160,0 0 128,9 1-195,52 7 114,-1-3 0,1-2 0,64-6 1,-9 0-1787,-116 3-1775,0 0-4548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11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75 4018,'0'0'3063,"0"0"-1356,0 0-178,0 0 23,0 0-674,0-5-366,-1 4-481,1-1-1,0 0 1,0 0-1,1 0 0,-1 1 1,0-1-1,0 0 0,1 0 1,-1 0-1,1 1 1,0-1-1,0 0 0,-1 1 1,1-1-1,0 1 0,0-1 1,0 1-1,1-1 1,-1 1-1,0 0 0,2-2 1,2 0 3,-1 0 1,0 0-1,1 1 1,-1 0-1,1 0 1,0 0-1,9-2 0,4 0 37,1 1-1,0 1 0,28 0 0,-42 2-63,0 1 0,-1 0-1,1 1 1,0-1 0,-1 1 0,0-1 0,1 2-1,-1-1 1,0 0 0,0 1 0,0-1 0,0 1-1,0 1 1,-1-1 0,1 0 0,-1 1 0,0-1-1,0 1 1,0 0 0,-1 0 0,5 9 0,1 1 16,-1 1 1,-1 0-1,0 1 1,-1-1-1,4 21 1,-6-11 44,-1 0 0,-1 45 0,-1-37-75,0-29 12,0 1-1,-1-1 1,0 0-1,1 1 1,-1-1-1,-1 0 1,1 1-1,-1-1 1,1 0-1,-1 0 1,0 0-1,-1-1 1,1 1-1,-1 0 1,1-1-1,-1 1 0,0-1 1,0 0-1,-1 0 1,1 0-1,-1-1 1,1 1-1,-9 3 1,4-2 61,0-1 0,0 0 0,-1 0 1,1-1-1,-1 0 0,1 0 0,-1-1 0,0 0 0,0-1 1,1 0-1,-13-1 0,20 1-64,0-1 1,0 1 0,0-1-1,0 1 1,0-1-1,0 1 1,-1-1-1,2 0 1,-1 0 0,0 1-1,0-1 1,0 0-1,0 0 1,0 0-1,1 0 1,-1 0-1,0 0 1,1 0 0,-1 0-1,1-1 1,-1 1-1,1 0 1,0 0-1,-1 0 1,1 0 0,0-1-1,0 1 1,0-1-1,-2-41-29,2 35 15,0-5 16,0 11-32,-1 0 1,1 0-1,0 0 0,0-1 1,1 1-1,-1 0 0,0 0 0,1 0 1,-1 0-1,1-1 0,1-1 1,-1 2 14,0 1 0,0 1 0,1-1 0,-1 0 0,1 0 1,-1 0-1,0 1 0,1-1 0,-1 1 0,1-1 1,-1 1-1,1-1 0,-1 1 0,1 0 0,0 0 1,-1 0-1,1 0 0,-1 0 0,3 1 0,0-1 14,1 1-1,-1 0 1,0 0-1,0 0 1,0 1-1,0-1 1,0 1 0,0 0-1,0 0 1,-1 0-1,1 1 1,-1-1-1,0 1 1,6 6-1,-4-4 38,0-1 1,1 0-1,-1 0 0,1 0 1,10 4-1,1-3 92,0-1 0,1 0 0,-1-1 0,1-1 0,0-1 0,-1-1 0,19-1 0,-1 0 134,-34 1-344,-1-1 0,1 1 0,-1-1 0,1 1 0,-1-1 0,1 1 0,-1-1-1,1 0 1,-1 1 0,0-1 0,1 0 0,-1 1 0,0-1 0,1 0 0,-1 1 0,0-1-1,0 0 1,0 0 0,0 1 0,0-1 0,0 0 0,0 0 0,0 1 0,0-1 0,0 0-1,0 0 1,0 1 0,-1-2 0,1-2-2679,0 0-5375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11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8116,'0'0'701,"0"0"-324,0 0 255,0 0 344,0 0-138,0 0-347,13 0-115,350 0 1964,-362 0-5155,-1 0-3454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12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343 1 7075,'0'0'1662,"0"0"-949,0 0 31,-12 26 697,-77 168 805,-48 59 555,64-128-2163,61-115-1322,1-9-3433,8-1 1773,-3 0-5222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12.5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1761,'0'0'6029,"0"0"-4201,0 0-1287,0 0 262,0 0 139,0 0-427,10-8-133,33-24-6,-42 32-347,1-1 1,-1 0-1,1 1 1,0-1-1,-1 1 1,1 0-1,0-1 1,-1 1-1,1 0 1,0 0-1,0 0 1,-1 0-1,1 0 0,0 1 1,-1-1-1,1 0 1,0 1-1,-1-1 1,1 1-1,0 0 1,-1 0-1,1-1 1,-1 1-1,1 0 1,-1 0-1,0 0 1,1 0-1,-1 1 1,0-1-1,0 0 1,0 1-1,0-1 1,0 0-1,1 3 1,3 2 133,11 15 356,0 0 0,-2 1 0,-1 1 0,-1 0 0,15 38 1,-19-39-306,0-1 0,2-1 0,1 0 1,0 0-1,2-1 0,0-1 1,31 34-1,-38-47-190,0 0 0,1-1 0,-1 1 0,1-1 0,0-1 0,0 1 0,0-1 0,1-1 0,-1 1 0,12 1 0,3-1-451,0 0 0,33-2 0,-53-1 231,0 0 0,0 0-1,0 0 1,0-1-1,0 1 1,0 0 0,0-1-1,0 0 1,0 1-1,0-1 1,0 0 0,0 0-1,-1 0 1,1 0-1,0-1 1,2-2 0,8-11-3722,-4-1-2464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13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10 4994,'0'0'1070,"0"0"-139,0 0 54,0 0 317,0 0-137,-12-8-196,69 7-17,102 1 951,-159 0-1896,1 0 1,-1 1 0,1-1-1,-1 0 1,1 1 0,-1-1 0,1 0-1,-1 1 1,1-1 0,-1 1-1,1-1 1,-1 1 0,0-1-1,1 1 1,-1-1 0,0 1 0,0-1-1,1 1 1,-1 0 0,0-1-1,0 1 1,0-1 0,1 1 0,-1 0-1,0-1 1,0 1 0,0-1-1,0 1 1,0 0 0,-1 0 0,1 27 164,0-19-74,-1 0-59,0 1-1,-1-1 1,0 0 0,0 1-1,-1-1 1,0 0 0,-1-1-1,0 1 1,0-1-1,-1 1 1,0-1 0,-1 0-1,-12 13 1,-25 44 298,41-62-318,1-1 0,-1 1 0,1 0 0,0 0 0,0-1-1,0 1 1,0 0 0,1 0 0,-1 0 0,1 0 0,0 0 0,0 0 0,0 0 0,0 0 0,0 0 0,2 5 0,-1-6-9,0 0 1,0 0 0,0-1-1,0 1 1,0 0-1,1-1 1,-1 1 0,1-1-1,-1 1 1,1-1-1,0 0 1,-1 0 0,1 0-1,0 0 1,0 0-1,0 0 1,0 0 0,0 0-1,0-1 1,0 1-1,0-1 1,0 0-1,2 1 1,37 3 264,1-1 0,43-4 0,-29 0 53,-52-2-3450,-4 2 822,0-2-4335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5042,'0'0'929,"0"0"-593,0 0 48,0 0 496,0 0 241,0 0-529,0 0-480,11 0-64,-11 0 0,0 0 16,0 0-48,0 0-16,0 0-304,0 0-2113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2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51 6595,'0'0'1563,"0"0"132,0 0 17,0 0-308,0 0 170,0 0-275,-2-10-664,-5-30-443,4 39-109,0 9-53,-2 13 17,2 0 41,0 1-1,2 0 1,1 0 0,0 0 0,8 42-1,-7-58-84,0-1 0,1 1-1,-1-1 1,2 1 0,-1-1-1,0 0 1,1 1 0,0-1-1,0-1 1,1 1-1,-1 0 1,1-1 0,0 0-1,0 0 1,1 0 0,-1 0-1,1-1 1,0 1 0,-1-1-1,2 0 1,-1-1-1,0 1 1,0-1 0,1 0-1,0-1 1,-1 1 0,9 0-1,-5 0 10,0-1-1,1 0 0,-1 0 0,1-1 1,-1 0-1,0-1 0,1 0 0,13-3 1,-19 2-8,-1 1-1,0 0 1,1-1 0,-1 0 0,0 0 0,0 0 0,0 0-1,0 0 1,-1-1 0,1 1 0,-1-1 0,1 0 0,-1 0-1,0 0 1,0 0 0,0 0 0,0 0 0,-1 0 0,1-1 0,-1 1-1,0-1 1,0 1 0,0-1 0,0-5 0,1 0-5,-1 0 1,0 0-1,0 0 1,-1 0-1,0 0 1,-1 0-1,-2-10 1,2 14-9,0 1 0,-1-1 1,1 1-1,-1 0 0,0-1 0,0 1 1,-1 0-1,0 0 0,1 0 0,-1 1 1,0-1-1,-1 1 0,1 0 0,-1-1 0,-3-1 1,-8-5 14,-1 1 0,1 1 0,-1 0-1,-1 1 1,0 1 0,0 0 0,0 2 0,0 0 0,-1 0 0,1 2 0,-1 0 0,-35 2 0,52 0-11,-1 0 0,1 0 0,0 0 0,0 0 0,-1 0 0,1 0 0,0 1 0,0-1 0,0 0 0,0 1 0,-1-1 0,1 1 0,0-1 0,0 1 0,0 0 0,0-1 0,0 1 0,0 0 0,0 0 0,1 0 0,-1 0 0,0 0 0,0 0 0,0 0 0,1 0 0,-1 0 0,1 0 0,-1 0 0,1 0 0,-1 0 0,1 0 0,0 1 0,-1-1 0,1 0 0,0 0 0,0 0 0,0 1 0,0-1 0,0 0 0,0 0 0,0 1 0,0-1 0,1 0 0,0 2 0,0 1-18,0 1 0,0-1 0,0 0 0,1 0 0,0 0 0,0 0 0,0 0 1,0-1-1,1 1 0,-1-1 0,1 1 0,4 4 0,6 1-108,0 0-1,0-1 0,0 0 1,1-1-1,0 0 1,16 4-1,-19-7-696,0-1-1,0-1 0,0 1 0,1-2 1,13 1-1,-5-2-5113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2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1 9156,'0'0'1617,"0"0"-603,0 0-478,0 0-2,0 0 210,5 28 139,0-7-761,2 16-37,1 0 1,2-1 0,22 50-1,42 102-23,-65-161-122,-2 1-1,-1-1 1,-1 1-1,-2 1 0,1 31 1,-4-52 30,0 1 0,0 0 0,-1-1 0,0 1 0,0 0 0,-1-1 0,-5 14 0,5-19 35,0 1 1,0-1-1,0 1 1,-1-1 0,0 0-1,1 0 1,-1 0-1,0 0 1,-1-1 0,1 1-1,0-1 1,-1 0 0,1 0-1,-1 0 1,0-1-1,1 1 1,-1-1 0,-5 2-1,-8 0 27,0 0-1,0-1 0,0 0 0,0-2 1,0 0-1,-20-3 0,33 3-29,1-1 1,0 0-1,0 0 0,0 0 1,-1 0-1,1 0 1,0-1-1,0 1 0,1-1 1,-1 0-1,0 0 0,1 0 1,-1 0-1,1-1 0,-1 1 1,1-1-1,0 1 0,0-1 1,0 0-1,1 0 0,-1 0 1,0 0-1,1 0 1,0 0-1,0 0 0,0 0 1,0 0-1,0-4 0,-3-11 0,2-1-1,0 1 1,1-33-1,1 47 0,0-5-4,1 0 1,0 0 0,1 0-1,0 1 1,0-1 0,1 0-1,0 1 1,0 0 0,1 0-1,0 0 1,1 0-1,0 0 1,0 1 0,8-9-1,-8 10-1,0 1 0,1-1-1,-1 1 1,1 1-1,1-1 1,-1 1-1,0 0 1,1 0 0,0 1-1,0 0 1,0 0-1,0 1 1,1-1 0,-1 2-1,1-1 1,-1 1-1,11 0 1,16 1-857,-20 0-2293,-13 0-928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3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10 6915,'0'0'1369,"0"0"-409,0 0-39,0 0 84,0 0-295,-9-4-539,8 3-166,-1 0 0,0 1 0,1-1 0,-1 0 0,0 1 0,1-1 0,-1 1 0,0 0 0,0-1 0,1 1 1,-1 0-1,0 0 0,0 0 0,1 0 0,-1 1 0,0-1 0,0 0 0,1 1 0,-1-1 0,0 1 0,0-1 0,1 1 0,-1 0 0,1 0 0,-1 0 0,1 0 0,-2 1 1,-1 3 24,1 0 1,0 0 0,0 1 0,0-1 0,1 1 0,0-1 0,0 1 0,0 0 0,-1 9 0,-2 15 327,2 1 0,1-1 0,1 0 0,4 42 0,-3-65-321,1 0 0,0 1 0,0-1 0,1 0 0,0 0 0,0 0 0,1 0 0,-1 0 1,2-1-1,-1 1 0,1-1 0,0 0 0,0 0 0,0 0 0,1-1 0,0 1 0,0-1 0,0 0 0,1-1 0,0 1 0,0-1 1,8 5-1,-2-4-150,-1 1 0,1-2 0,-1 1 0,1-2 0,13 3 0,-6-2-1375,0-2-1,32 1 1,-47-3-3344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3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0 7684,'0'0'1670,"0"0"-993,0 0-437,0 0 105,0 0 442,0 0-70,-3 19-349,1-5-311,0-1-24,0 0 1,-1-1-1,0 0 1,0 1-1,-1-1 0,-1 0 1,0-1-1,-8 13 1,-22 32-222,-51 62 0,86-117-226,-5 4 88,0-3-3769,3-2-1363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3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6851,'0'0'1241,"0"0"-729,0 0-67,0 0 329,16 23 32,-2-4-605,115 150 1404,-106-143-1451,1-1 0,1-1 1,1-1-1,48 33 0,-47-46-2280,-27-10-2119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4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3458,'0'0'5213,"0"0"-3903,0 0-1116,0 0-7,0 0-43,4-3 8,-3 2-130,0 0 1,1 1-1,-1-1 0,1 0 0,-1 1 0,1-1 1,0 1-1,-1-1 0,1 1 0,-1 0 0,1-1 1,0 1-1,-1 0 0,1 0 0,0 1 0,-1-1 1,1 0-1,0 0 0,-1 1 0,1-1 0,2 2 1,3 1 11,-1 0 1,0 0 0,0 1 0,0 0-1,8 6 1,6 8 61,-1 0 0,18 23 0,-7-5 73,-3 1 0,-1 1 0,-2 2 1,-1 0-1,-2 1 0,24 69 0,-43-102-133,0-1 0,-1 1-1,0-1 1,0 1 0,0 0-1,-1-1 1,0 1 0,-1 0-1,1-1 1,-5 15 0,5-19-96,-1 0 0,0 0 0,0-1 1,-1 1-1,1 0 0,0-1 0,-1 1 1,0 0-1,1-1 0,-1 0 0,0 1 0,0-1 1,-1 0-1,1 0 0,0 0 0,-1 0 1,1-1-1,-1 1 0,1-1 0,-1 1 1,0-1-1,0 0 0,1 0 0,-1 0 0,0-1 1,0 1-1,0-1 0,0 1 0,-6-1 1,6 0-2612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4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 6515,'0'0'496,"0"0"-112,0 0 433,0 0 848,0 0-145,140-31-751,-95 24-193,-5 2-144,-5 5-112,-11 0-128,-8 0-176,-3 0-16,-3 0 0,-2 0-16,-5 7-144,-3 3-592,0-8-769,0-2-5906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4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 1121,'0'0'5042,"0"0"-3876,0 0-1081,0 0 142,0 0 424,0 0 69,0 0-141,7 0 566,2 0-973,73 0 762,116-14 1,-125 11-2550,-73 3-2248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5.9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1 292 3954,'0'0'1296,"0"0"-578,0 0-102,0 0 238,0 0 99,13 1 2672,16-2-2888,-25 0-719,0 0 0,0-1 1,-1 1-1,1-1 1,-1 0-1,1 0 0,-1 0 1,0-1-1,0 1 1,0-1-1,0 0 1,0 0-1,3-4 0,29-44-11,-31 46-3,-2 1-3,1 0 1,-1 0-1,0 0 0,0 0 1,0 0-1,-1 0 0,1 0 0,-1 0 1,0-1-1,0 1 0,-1-1 1,1-7-1,0 12 34,0 0-6,0-4-23,-1 1 0,1 0 0,0 0 0,-1 0 0,1-1 0,1 1 0,-1 0 0,0 0 0,1 0 0,2-3 0,-4 5-3,42-96-67,-42 97 59,0 0-1,0 0 0,0-1 1,0 1-1,0 0 0,0 0 0,0 0 1,0 0-1,0 0 0,1-1 1,-1 1-1,0 0 0,0 0 0,0 0 1,0 0-1,0 0 0,0 0 1,0-1-1,0 1 0,0 0 1,1 0-1,-1 0 0,0 0 0,0 0 1,0 0-1,0 0 0,0 0 1,1 0-1,-1 0 0,0 0 0,0 0 1,0 0-1,0-1 0,0 1 1,1 0-1,-1 0 0,0 0 1,0 0-1,0 1 0,0-1 0,0 0 1,1 0-1,-1 0 0,0 0 1,0 0-1,0 0 0,0 0 0,0 0 1,1 0-1,-1 0 0,0 0 1,0 0-1,0 0 0,0 1 1,0-1-1,0 0 0,0 0 0,0 0 1,1 0-1,-1 0 0,0 0 1,0 1-1,8 15-62,4 20 114,-2 10 102,-2 2 1,3 92-1,-4-31 186,-3-47 1824,-4-62-2070,2 0-53,-1 0-51,-1-20-2865,0 9-916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29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3346,'0'0'693,"0"0"153,0 0 101,0 0 203,0 0-70,0 0-309,1 0-680,-1-1 0,0 1 0,1-1-1,-1 1 1,1-1 0,-1 1-1,1 0 1,0-1 0,-1 1-1,1 0 1,-1-1 0,1 1 0,0 0-1,-1 0 1,1-1 0,-1 1-1,1 0 1,0 0 0,-1 0 0,1 0-1,1 0 1,37 16 355,-34-13-396,1 0 0,0-1 0,0 1 1,0-1-1,11 2 0,34 1 338,99-5-1,-98-2-373,95 9 0,11 4 40,-19-2-52,-36-3 26,116-6 0,-77-3-33,-107 4 13,0-2 1,0-1-1,-1-2 1,59-13-1,-66 11-6,0 1 0,1 1-1,44 0 1,-43 4 4,1-2 0,56-11-1,-34-2-4,1 3-1,0 2 1,1 2 0,56 0-1,341 3 85,-445 6-85,0 0-1,0 0 0,-1 1 0,1 0 0,0 0 0,-1 0 0,11 6 0,19 7-2,16-6 130,1-1 0,0-3 1,-1-2-1,69-5 1,-33 0-45,-31 2 1956,-37 0-805,-38 0-1025,19-3-5753,0-3-2559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7:34.0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17 201 4578,'0'0'1374,"0"0"-459,0 0-40,0 0 326,0 0 141,0 0-240,-5-4-481,-7-9-87,15 7 722,32 4 837,-11 3-2556,309 0 1296,360-2-700,-377-18 62,49 0 168,151-2-321,-234 14-67,26-2 42,574-21 45,-863 30-62,629-36 109,-297 33-115,-3 0 407,-308 0-375,-21 3 2523,-19-12-2683,0 4-4559,0 2 54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03.98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788 1316 1665,'0'0'1926,"0"0"-1288,0 0-140,0 0 258,0 0 39,0 0-177,8 0-119,4-3-395,-1 0 0,0 0 0,0-1 0,0 0-1,0-1 1,-1 0 0,0 0 0,0-2 0,0 1-1,12-11 1,17-10-17,52-26 0,-6 4-37,-37 17 328,-25 16-227,46-24 1,2 0-104,-54 30-44,0 0 0,1 0-1,0 2 1,0 0 0,1 1 0,26-6-1,-7 3 10,0-2 0,-1-1 0,0-2 0,-1-2 0,53-32 0,-50 27-8,-26 15 8,-1-1-1,0 0 1,21-19 0,-66 29-55,12-2 57,-12 8 22,-1 1 1,2 2-1,-39 19 1,-4 0 1,-316 109 1045,343-125-672,35-12-401,1 2-1,0-1 1,0 2 0,0 0 0,0 0 0,-19 13 0,-47 36 21,67-39-35,10-13 47,0 0 0,0-1-1,0 1 1,0 0 0,0-1 0,-1 1 0,1-1 0,0 0 0,-1 1 0,1-1 0,-1 0 0,-2 2 0,-14 6-19,1 1-1,0 1 1,1 0-1,0 1 0,-19 20 1,22-21-13,-1 1 0,0-1 1,0-1-1,-20 10 0,17-10-15,0 1-1,-22 19 1,20-6-9,17-21 15,1-1 0,-1 1 0,0-1 0,0 1-1,0-1 1,0 1 0,0-1 0,0 0 0,-1 0 0,1 0 0,-1 0 0,1-1 0,-1 1 0,-4 1 0,4-1-7,-1 0 1,1 1 0,0-1-1,0 1 1,0-1 0,0 1 0,0 0-1,0 0 1,1 0 0,-1 1 0,-2 5-1,-16 17-92,-93 67 152,106-85-102,1 0 0,1 0 0,-1 1 1,-6 13-1,-20 25-419,30-43 440,0 1 1,0-1-1,1 1 1,-1-1-1,1 1 1,0 0-1,1-1 1,-1 1-1,-1 9 0,-39 10-1196,22-19 1212,0-1 0,0-1 1,0-1-1,-1-1 1,-37-2-1,23 1 122,32 1-114,0-1 0,0 1 0,1 0 1,-1 0-1,0 1 0,1-1 0,-1 0 0,1 1 1,-1 0-1,1-1 0,0 1 0,-1 0 0,1 0 0,0 0 1,0 1-1,1-1 0,-1 0 0,0 1 0,1-1 1,-2 5-1,1-4 4,0 0 1,0 0-1,-1 1 1,1-1 0,-1-1-1,1 1 1,-1 0-1,0-1 1,-6 4 0,-3 2-12,12-4 19,26 0 42,43-11 29,-16-10-35,0-3 0,-2-1 0,91-54 0,-51 27-77,-46 22 31,-1-1 0,-2-3 1,74-65-1,-104 86 0,0 0 0,1 1-1,0 1 1,21-10 0,36-21 70,48-61 18,-79 63 56,50-36 0,82-45 303,12-7 13,-179 120-370,0 0 0,0 0-1,-1 0 1,1-1 0,-1 0-1,0 1 1,0-1 0,2-7-1,-2 7-65,-1 0 0,1 0 0,0 0 0,0 0 0,0 1 0,1-1 0,-1 1 0,1 0 1,0 0-1,8-6 0,12-3 9,43-19 0,-49 25-17,-1 0-1,0-2 1,0 0-1,0-1 1,19-17 0,-22 17 16,1 0 1,0 1-1,0 0 1,22-9 0,14-7 14,-42 21-59,0 0 1,0 1 0,0 0 0,1 0-1,-1 1 1,1 0 0,0 1 0,-1 0-1,1 1 1,0-1 0,11 3-1,51-5 60,-31-13-80,-36 11-241,-27 13 196,-51 16 127,-151 30 0,142-37 29,-113 37 0,189-51-80,-38 11-3,2 2 0,0 2-1,2 1 1,0 2 0,-62 44 0,91-55 2,8-6 2,0-1 0,-1 0-1,1 0 1,-1 0 0,0 0-1,0 0 1,0-1 0,0 0-1,0 0 1,0 0 0,-1 0-1,-6 1 1,10-3 52,1 0 43,0 0-58,0 0-22,0 0-35,24-1 115,6-5-86,0-2-1,0-1 1,32-16-1,17-5 9,-47 18 7,-1-2-1,0-2 1,32-21 0,6-3-20,-11 8 1,40-21 5,109-43-1,0 26 13,69-28-6,-245 83-10,-19 9-3,-1 0 0,1 1 1,1 0-1,-1 1 1,0 0-1,1 1 0,0 1 1,0 0-1,18 0 1,-13 2 14,10 1-2,0-1 1,0-1-1,-1-2 1,1-1-1,-1 0 0,44-15 1,-4-5-4,1 3 0,0 3 0,88-11 0,-78 25-4,-55 4-8,-1-1-1,1-1 1,22-5-1,28-18 96,-57 18-79,-1 2-1,1-1 0,0 2 0,0 0 0,33-3 0,-61 16-398,-4-1 286,1 0 1,-1-1 0,-1-1 0,0-1-1,1 0 1,-2-1 0,1-1 0,0 0 0,-23-1-1,-23-1 92,-82-11-1,-11 0 84,-62 15 1219,172-13-1179,47 8-120,-1 0 0,0 0 0,0 0 0,0 0 0,0 0 0,0 0 1,0 0-1,0 0 0,1 0 0,-1 0 0,0 0 0,0 0 0,0 0 0,0 0 0,0 0 0,0 0 0,0 0 0,0 0 0,1 0 0,-1 0 0,0-1 0,0 1 0,0 0 1,0 0-1,0 0 0,0 0 0,0 0 0,0 0 0,0 0 0,0 0 0,0-1 0,0 1 0,0 0 0,0 0 0,0 0 0,0 0 0,0 0 0,0 0 0,0-1 0,0 1 1,0 0-1,0 0 0,0 0 0,0 0 0,0 0 0,0 0 0,0 0 0,0-1 0,0 1 0,0 0 0,0 0 0,0 0 0,0 0 0,0 0 0,0 0 0,-1 0 0,15-6 48,28 0 23,0-2 0,-1-2 0,0-2 0,-1-1 1,46-23-1,-48 22-35,1 1 1,1 3-1,77-12 1,-88 17-39,5 0 3,0 1 0,0 2 1,0 1-1,-1 2 0,1 1 1,0 1-1,37 10 0,-45-6 10,1-1 0,-1-1-1,38 3 1,172-7 48,-121-2-33,-45 19-44,81-16 62,-80-3-24,-15 22-31,-18-15 41,0-3-1,60-1 1,21 1 28,-112-1-54,0 0-1,0 0 1,-1 0 0,1 1 0,-1 0 0,0 0-1,11 7 1,-9-5 0,0 0 0,0-1 0,1 0 1,13 5-1,11-1 29,-10-3 27,0 1 0,36 15 0,-2 8 46,-42-21-52,1 1-1,0-2 1,0 0-1,1-1 0,20 5 1,29-2 50,-50-8-88,0 1-1,0 1 1,0 0 0,0 1-1,-1 0 1,0 1 0,17 9-1,-7-1 16,0-2 0,0 0 0,1-2 0,0 0 0,0-2 0,1-1 0,45 4 0,-66-9-26,1 1 0,0-1 0,-1 1 0,1 0 0,-1 0 0,1 1-1,-1 0 1,0 0 0,0 1 0,-1-1 0,1 1 0,-1 0 0,1 1 0,-1 0-1,-1-1 1,6 8 0,-1-4 43,0-1-1,1 0 1,0-1-1,0 0 1,22 10-1,9 5-4,110 62 77,-131-73-103,2-1 0,-1-1 0,1 0 0,1-2 0,31 4 0,-46-8-14,1 1 1,-1-1-1,0 1 0,-1 1 1,1 0-1,0 0 1,-1 0-1,0 1 1,0 0-1,6 6 0,35 21 58,-18-16-12,-1 1-1,-1 2 1,-1 1-1,-1 1 1,44 45-1,-43-35-9,2-3 0,1 0 0,1-2 0,66 44 0,0 3 62,-89-67-109,0 0 0,-1 1 0,0 0 0,0 0 0,0 0 0,8 13 0,-8-11 40,0 0-1,1 0 1,0-1-1,17 15 1,-13-15-35,-1 0 0,0 1-1,0 1 1,-1 0 0,14 18 0,-18-22 9,1 0 0,-1 0-1,1 0 1,0-1 0,1 0 0,-1 0 0,1-1-1,0 0 1,11 4 0,20 11 5,-27-12-14,1 0-1,1-2 0,23 8 0,4 1 35,24 23-27,-40-22 16,-2 1-9,-18-12-14,0 0 0,0 0 1,0-1-1,1 1 1,-1-1-1,1-1 0,0 1 1,0-1-1,12 3 0,-15-2-413,-8 1-4775,0-4-324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04.88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503 41 6867,'0'0'363,"0"0"-24,0 0 581,0 0 484,0 0-452,0 0-584,0 0-104,0 0-58,-42 1 1627,9-13-1831,17 6-7,-1 0-1,0 2 1,0-1 0,-1 2-1,1 0 1,-22 0 0,-103 4 143,-2 1-2757,144-2-569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07.69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7085 194 6259,'0'0'707,"0"0"219,0 0 320,0 0-126,-23 0-368,-4 1-597,-138-1 387,-112-7 2451,242 2-2778,-65-19 1,40 8-209,2 1-1,-1 3 0,0 3 0,-95-5 0,137 14 17,1-2 0,-1 0 0,1-1 0,-28-8 0,43 11-24,-24-5 60,0 2 1,-1 1-1,1 1 0,-48 4 0,2 0 304,-183-17-368,-40 8 8,1-1 34,170-13-9,89 12-18,-1 2 0,-60-3 1,-1298 9 525,1205 14-1132,0-1 95,-107 7 840,239-14-16,-5 3-149,-92 26 1,102-21-150,0-3 0,-100 10 0,-528-8 327,643-15-386,-52-9-1,51 5 170,-54-2-1,5 7 54,-89 3 238,166-1-430,1 1-1,0 1 1,0-1-1,-12 7 1,-22 6-27,10-9-46,-51 1 0,60-6 71,0 0 1,0 2-1,0 1 1,-38 11-1,45-12 18,-1 1 0,0-2 0,1 0 0,-33-1-1,6 0-35,-164 19-1043,131-20 1003,76 0 50,0 0 33,0 0-59,0 0-309,0 0-1041,0 0-1286,0 0-1660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15.6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406 473 3858,'0'0'3468,"0"0"-1664,0 0-892,0 0-403,0 0-36,0 0 71,-8 0-144,-34 0-45,42 0-341,0 1 0,0-1-1,0 1 1,0-1 0,1 1 0,-1-1-1,0 1 1,0-1 0,1 0 0,-1 1-1,0-1 1,1 1 0,-1-1 0,0 0 0,1 1-1,-1-1 1,0 0 0,1 0 0,-1 1-1,1-1 1,-1 0 0,1 0 0,-1 1-1,0-1 1,1 0 0,-1 0 0,1 0 0,-1 0-1,1 0 1,0 0 0,78 5 275,0-3 0,128-14 0,907-120-124,-1108 131-165,40-6-45,69-3 0,-124 22 10,-11 3 64,0-2 0,-1 0 1,0-2-1,-1 0 0,0-1 0,-1-1 1,-34 8-1,17-8 166,0-1 0,-1-3 0,-74 1 0,-48-8 216,-203 5-99,304 3-294,1 2 0,0 3 0,1 3 0,1 2 0,0 2 0,1 4 0,-78 40 0,113-51-2,2 1 0,0 1 1,0 1-1,1 1 0,1 1 1,0 0-1,1 1 0,-28 37 1,44-52-17,0 0 1,1 1-1,-1-1 1,1 0 0,-1 1-1,1 0 1,0-1 0,0 1-1,0-1 1,1 1 0,-1 0-1,1 0 1,-1 0 0,1-1-1,0 1 1,0 4 0,1-5-1,-1-1 1,1 0 0,0 1 0,-1-1 0,1 1 0,0-1 0,0 0-1,0 1 1,0-1 0,0 0 0,0 0 0,1 0 0,-1 0 0,0 0-1,1 0 1,-1 0 0,0 0 0,1-1 0,-1 1 0,1-1-1,1 1 1,10 3 18,0-2-1,1 0 0,-1 0 0,0-2 0,20 0 1,-19 0 10,24-2 29,0-1 0,0-2 0,0-1 0,55-18 0,146-61 142,-226 79-200,590-276 203,-333 147-5,-256 129-202,-2-1 6,1 2-1,-1-1 1,21-4-1,-32 9-35,-5 1-78,-62 5-130,0 2 0,0 4 0,-124 36 1,30-7 204,-243 35 19,18-4 136,270-45-38,-141 53-1,248-76-72,-9 3 15,1 0 1,0 1-1,-27 17 0,41-23-20,0 0 0,-1 1 0,1-1-1,0 1 1,0 0 0,0-1 0,0 1 0,0 0 0,0 0 0,0 0 0,1 1-1,-1-1 1,1 0 0,0 0 0,0 1 0,-1-1 0,1 1 0,1-1-1,-1 1 1,0 0 0,1-1 0,-1 1 0,1 0 0,0-1 0,0 1 0,0 0-1,0-1 1,0 1 0,1 0 0,-1-1 0,1 1 0,1 3 0,0-3-2,-1 0 0,1 0 0,0 0 0,0-1 0,0 1 0,1-1 0,-1 1 0,0-1 0,1 0 1,0 0-1,-1 0 0,1 0 0,0 0 0,6 2 0,50 14-7,-13-10 19,0-2-1,0-2 1,0-2 0,1-2-1,-1-2 1,0-3-1,0-1 1,58-15-1,47-21 78,161-68-1,-141 47-43,799-236 414,-952 294-461,26-8-40,75-11-1,-106 23 36,0 0 1,0 0-1,0 1 0,0 1 1,0 0-1,0 1 0,-1 0 1,1 1-1,0 0 0,19 9 1,17 8 28,1-2 0,0-2 0,87 15 0,161 9 66,-251-37 21,-46-3 185,-1 0 239,0 0 190,-47 0-149,-139 10-783,-4 1 167,146-11 37,-81 1 32,-190-24-1,135-9 100,-88-11 52,269 43-179,-1-1 0,0 1 0,0 0 0,0 0 0,0 0 0,0 0 0,0 0 0,0-1 0,0 1 0,1 0 0,-1 0 0,0 0 0,0 0 0,0-1 0,0 1 0,0 0 0,0 0 0,0 0 0,0 0 0,0-1 0,0 1 0,0 0 0,0 0 0,0 0 0,0-1-1,0 1 1,0 0 0,-1 0 0,1 0 0,0 0 0,0-1 0,0 1 0,0 0 0,0 0 0,0 0 0,0 0 0,0 0 0,-1 0 0,1-1 0,0 1 0,0 0 0,0 0 0,0 0 0,0 0 0,-1 0 0,1 0 0,0 0 0,0 0 0,0 0 0,0 0 0,-1 0 0,1-1 0,0 1 0,0 0 0,0 0 0,-1 0 0,1 0 0,0 0 0,0 1 0,0-1 0,-1 0 0,21-9-32,499-112 129,-234 45-96,153-38-8,-418 109-23,-34 4-22,-2 1 38,-34 0 14,-52-1-20,-1 3 0,0 6 0,-117 22 0,-12 25 46,-308 113 1,539-166-293,8 0 113,25 1 78,44-2 133,19-5 27,126-24 0,-50 5-28,931-22 144,-1074 47-197,-1 2-1,1 1 1,-1 1 0,0 1 0,0 1 0,-1 2 0,48 24 0,-46-20 0,1-2 0,0 0 1,0-2-1,1-1 0,59 9 0,-88-18-3,0 0 1,0 0-1,-1 1 0,1-1 0,0 0 0,-1 1 0,1-1 0,0 1 0,-1-1 0,1 1 0,0-1 0,-1 1 0,1-1 0,-1 1 0,1 0 0,-1-1 1,0 1-1,1 0 0,-1-1 0,1 1 0,-1 0 0,0-1 0,0 1 0,1 0 0,-1 1 0,5 28-31,2 1 95,-5-15 158,-2-15-216,0 0-1,0 0 1,0 0-1,0 0 1,0 0 0,0 0-1,0-1 1,0 1-1,1 0 1,-1 0 0,0 0-1,0 0 1,1 0 0,-1 0-1,1-1 1,-1 1-1,0 0 1,1 0 0,0-1-1,-1 1 1,1 0-1,-1-1 1,1 1 0,0 0-1,-1-1 1,2 1 0,25 13 29,0-1 0,1-1 0,0-2 0,53 12 0,124 12-43,-140-26 76,1 2 0,87 27-1,85 47 75,-174-65-143,162 54 50,-219-70-51,-6-3-3,1 0 0,0 1 0,-1-1-1,1 1 1,-1-1 0,1 1 0,-1-1 0,1 1 0,-1 0 0,1 0 0,-1 0 0,0 0 0,0 0 0,1 0-1,-1 0 1,0 0 0,0 1 0,0-1 0,0 0 0,0 1 0,0-1 0,-1 0 0,1 1 0,0-1 0,-1 1-1,1 0 1,-1-1 0,1 1 0,-1 1 0,0-3 72,0 0-19,0 0 27,0 0-19,0 0 29,-13 0-8,-3-3-42,1-1 0,0-1 0,-25-10 0,-29-10-20,18 14-23,0 2 0,-89-4 1,-108 13-99,111 2-37,-225 16-274,1 0 207,206-16 188,-182-6-36,285-4 99,-91-24 1,103 21-39,-1 1 0,0 2 1,-81-5-1,104 13 0,-7-1-8,0 1 0,0 1 0,0 1 0,0 1 0,1 1 0,-1 2 0,-30 10 0,42-13 10,0 0 0,0-1 0,0 0 0,0-1 0,-1 0 0,1-1 0,-21-3 0,-12 1-16,-38 6 7,-157 29-1,130-15 17,45-12 34,-125-3 1,119-5-43,-86 10 0,130-4-118,21 0-169,20-1 141,72 3 157,162-11-1,-159 0 5,347 3-58,-10 0-439,-142-29 386,-42 1 143,-171 26-62,94-7 40,252-48-1,-359 49-33,0 3 1,0 2-1,66 3 0,-117 3-2,-1 0-1,1 0 1,-1 0-1,1 1 1,-1-1-1,0 1 1,6 4 0,28 6-30,-38-12-46,-1 3-1390,0-2-3494,0-1-4096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28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1 261 1024,'0'0'2220,"0"0"-1059,0 0-321,0 0 40,0 0 244,0 0-161,0-7-110,0-124 5606,0 130-6189,0 1 47,0 0 52,3 8-231,20 111 5,5 26-22,-24-131-122,0-1 0,1-1 1,0 1-1,1-1 0,1 0 0,0 0 0,0-1 0,13 15 0,-17-22 0,-1-1 0,1-1-1,0 1 1,0 0 0,0-1-1,1 1 1,-1-1 0,0 0-1,1 0 1,-1 0 0,1-1-1,0 1 1,0-1 0,0 0-1,0 0 1,-1 0 0,1-1-1,0 1 1,0-1 0,1 0-1,-1 0 1,0 0 0,0-1-1,0 0 1,-1 1 0,8-3-1,-6 0 12,1 0-1,-1 1 1,1-2-1,-1 1 1,0-1-1,0 0 1,0 0-1,-1 0 1,0 0-1,1-1 1,-1 0-1,-1 0 1,1 0-1,-1 0 1,0-1-1,2-5 1,2-10 2,-1-1-1,-1 1 1,-1-1 0,0 0 0,-2 0-1,-1-1 1,-3-41 0,1 17 3,0 36-17,0 0-1,-1 0 1,0 0-1,-1 1 0,0-1 1,-1 0-1,0 1 1,-1 0-1,-8-15 1,8 17-32,1 1 1,-1 0 0,-1 0-1,1 0 1,-1 0 0,0 1-1,-1 0 1,0 0 0,0 1-1,0-1 1,0 2 0,-12-7-1,18 11 23,1 0-1,-1 0 0,1 0 0,-1 0 1,1 0-1,-1 0 0,1 0 1,-1 0-1,1 1 0,-1-1 0,1 0 1,-1 0-1,1 0 0,-1 1 1,1-1-1,-1 0 0,1 1 0,0-1 1,-1 0-1,1 1 0,0-1 1,-1 0-1,1 1 0,0-1 0,-1 1 1,1-1-1,0 0 0,0 1 1,0-1-1,-1 1 0,1-1 0,0 1 1,0-1-1,0 1 0,0-1 1,0 1-1,0-1 0,0 1 0,0-1 1,0 1-1,0-1 0,0 1 0,0-1 1,1 2-1,0 32-54,-1-28 54,3 10 5,1 0 0,0 0 0,2 0 0,-1-1 0,2 0 0,0 0 0,13 21 0,8 18-73,-11-19 62,13 28-461,-2 1 0,32 114 1,-57-167 461,-1 0 1,0 0 0,0 0-1,-1 0 1,-1 0 0,0 0-1,-2 18 1,1-27 26,0-1 0,0 0 0,0 1 0,0-1 0,-1 0 0,1 0 0,0 0 0,-1 0 0,1 0 0,0 0 0,-1 0 1,1 0-1,-1 0 0,0-1 0,1 1 0,-1 0 0,1-1 0,-1 0 0,0 1 0,-2-1 0,-45 6 197,39-5-137,-178 5 229,143-7-344,44 1 10,0 0 0,0 0 0,0 0 0,0 0 0,0 0 0,0-1 0,0 1 0,0-1 1,0 1-1,0 0 0,0-1 0,1 0 0,-1 1 0,0-1 0,0 0 0,0 1 0,1-1 0,-1 0 1,0 0-1,1 1 0,-1-1 0,0 0 0,1 0 0,-1 0 0,1 0 0,0 0 0,-1 0 1,1 0-1,0 0 0,-1 0 0,1-2 0,0 2-273,0-1 1,0 0-1,0 1 1,0-1-1,0 1 1,0-1-1,0 0 1,1 1-1,-1-1 0,1 1 1,-1-1-1,1 1 1,0-1-1,-1 1 1,2-2-1,16-13-7055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28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8084,'0'0'1243,"0"0"-392,0 0-187,0 0 286,0 0-187,7-2-117,36-10 86,85-10 0,-15 4-334,-112 17-439,60-9 274,-35 8-2658,-26 2-2353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29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 6707,'0'0'2001,"0"0"-1217,0 0 129,0 0 495,0 0-255,0 0-97,0 0-559,133 8-209,-107-8-256,3 0-32,3 0 32,3 0-64,-3-3 0,-3-2-448,-21 1-769,0-3-2881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29.7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0 241 6227,'0'0'1846,"0"0"-1024,0 0-129,0 0 788,0 0-38,6-17-450,9-34-874,3 1 0,36-72 0,-51 122-100,-1 11 38,-2 17 193,0-26-210,0 418 4050,0-419-4189,0-1-1000,0 0-2103,-2 0-2136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8:59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206 951 2177,'0'0'1273,"0"0"-337,0 0-250,0 0-6,0 0-64,0 0-173,0 0-327,0 0 0,0-1 0,0 1 1,0 0-1,0 0 0,0 0 0,0 0 0,0 0 0,-1 0 0,1-1 0,0 1 0,0 0 0,0 0 1,0 0-1,0 0 0,0 0 0,0 0 0,0-1 0,1 1 0,-1 0 0,0 0 0,0 0 0,0 0 1,0 0-1,0 0 0,0-1 0,0 1 0,0 0 0,0 0 0,0 0 0,0 0 0,0 0 1,0 0-1,1 0 0,-1 0 0,0-1 0,0 1 0,0 0 0,0 0 0,0 0 0,0 0 0,0 0 1,1 0-1,-1 0 0,0 0 0,0 0 0,0 0 0,0 0 0,0 0 0,1 0 0,-1 0 0,0 0 1,0 0-1,23 47-44,-13-26-54,1 0-1,13 19 1,-12-26-6,1 0 0,0-1 0,1-1 1,0 0-1,1-1 0,0 0 0,1-1 0,0-1 0,1-1 0,22 8 0,-30-13-15,1-1-1,-1-1 0,1 0 0,0 0 1,0-1-1,-1 0 0,19-2 0,7 0 29,-28 1-24,0 1 0,-1-1 0,1 0-1,0-1 1,-1 0 0,1 0 0,-1 0 0,1-1-1,-1 0 1,0 0 0,0 0 0,0-1 0,-1 0 0,1 0-1,-1 0 1,0-1 0,7-8 0,6-9 5,-2 0-1,0-1 1,14-29 0,7-9-1,-26 44-15,-1-1-1,-1 0 1,0-1 0,-2 0-1,0 0 1,-1-1 0,-1 1 0,0-1-1,-2-1 1,0 1 0,-2 0 0,-1-34-1,0 34-23,-5-152-16,2 148 69,-1 0 0,-1 0 0,-1 0 0,-1 1 0,-10-24 0,5 20 2,0 0 0,-2 1 1,-2 0-1,-24-32 0,30 45-15,-1 1-1,-1 1 0,0 0 1,0 1-1,-1 0 0,0 1 1,-1 1-1,0 0 0,-26-11 1,10 8 20,0 2-1,-1 0 1,0 2 0,-52-5-1,-129 6 427,197 6-416,9 0-15,-1 1 0,0 1 0,1-1-1,-1 1 1,1 0 0,0 0 0,-1 1 0,1 0 0,0 0-1,1 1 1,-1-1 0,0 1 0,-6 6 0,1 0-21,1 0 0,-1 1 1,2 0-1,-1 0 0,-8 15 1,15-18-5,1-1 0,0 1 0,0 0 0,0-1 1,1 1-1,0 0 0,0 0 0,1 0 1,0 0-1,2 14 0,-1 7-2,0-22 6,0 0 0,1 0 0,0-1 0,0 1 0,0 0 0,1 0 0,0-1 0,0 0 0,0 1 0,9 10 0,50 60 0,-52-66 0,17 24 19,15 16 23,-41-51-43,-1 0-1,0 0 1,0 1 0,0-1 0,1 0-1,-1 0 1,0 0 0,0 0-1,0 0 1,1 1 0,-1-1 0,0 0-1,0 0 1,1 0 0,-1 0 0,0 0-1,1 0 1,-1 0 0,0 0-1,0 0 1,1 0 0,-1 0 0,0 0-1,0 0 1,1 0 0,-1 0-1,0 0 1,0 0 0,1 0 0,-1 0-1,0 0 1,0-1 0,1 1 0,-1 0-1,0 0 1,0 0 0,1 0-1,-1-1 1,0 1 0,0 0 0,0 0-1,0 0 1,1-1 0,-1 1 0,0 0-1,0 0 1,0-1 0,0 1-1,0 0 1,0 0 0,0-1 0,0 1-1,0 0 1,1 0 0,-1-1 0,0 1-1,0 0 1,0 0 0,0-1-1,-1 1 1,1 0 0,0 0 0,0-1-1,0 1 1,0-26-1749,0 20 216,0-4-3997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02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48 101 4738,'0'0'998,"0"0"-582,0 0-192,0 0 251,0 0 240,0 0-187,11 1-7,-4 0-431,0 0 0,0 1 1,0-1-1,0 1 0,0 0 1,0 1-1,-1 0 0,1 0 1,-1 0-1,1 1 0,-1 0 1,0 0-1,7 8 0,54 65 1598,-38-41-1284,-27-34-378,0 0 0,0-1 0,0 1 0,0-1 0,0 1 0,0-1 0,0 0 0,1 0 0,-1 0 0,0 0 0,1 0 0,-1-1 0,1 1 0,-1-1 0,4 1 0,-5-1-2,-1 0 21,0 0 25,0 0 18,0 0-64,0 0-46,16-10-71,-7-2 101,0-1-1,-1 0 1,0-1 0,-1 1-1,-1-1 1,7-23 0,-1-3-11,9-49 0,-21 73 322,-10 29 325,-7 7-617,10-15-8,-1-2 0,0 1 0,0-1 0,0 0 0,-1 0 1,1-1-1,-1 0 0,1-1 0,-1 0 0,0 0 0,1-1 0,-1 0 0,0-1 1,-10-1-1,3 1 3,0 0 1,-28 4 0,24 2 142,0 0 0,-29 13 0,-23 6 703,69-27-771,7-6-46,8-8 6,-2 12-103,0 0-1,0 0 0,0 1 1,1 0-1,-1 0 0,1 1 1,0 1-1,0 0 0,0 1 1,16-1-1,99 3-723,-107 0 677,-35 1 94,-1 1-1,1 0 1,0 1 0,0 1 0,0 1 0,1 0-1,-1 1 1,1 1 0,-18 12 0,30-13-16,13-3-23,11-3-19,82-6 164,-102 5-102,-1 0 51,0 0 11,0 0-63,-1 0 1,1 0-1,0 0 0,0 0 1,0 0-1,0 0 0,0-1 1,-1 1-1,1 0 0,0 0 1,0 0-1,0 0 0,0 0 0,0 0 1,0 0-1,0-1 0,0 1 1,0 0-1,0 0 0,-1 0 1,1 0-1,0-1 0,0 1 1,0 0-1,0 0 0,0 0 0,0 0 1,0 0-1,0-1 0,0 1 1,0 0-1,0 0 0,0 0 1,1 0-1,-1-1 0,0 1 0,0 0 1,0 0-1,0 0 0,0 0 1,0 0-1,0-1 0,0 1 1,0 0-1,0 0 0,1 0 1,-1 0-1,0 0 0,0 0 0,0 0 1,0 0-1,0-1 0,0 1 1,1 0-1,-1 0 0,0 0 1,0 0-1,17-15 80,36-17-39,-52 31-10,-1 1 50,0 0 75,0 0 80,0 0 59,0 9 5,2-10-330,3 0 293,-6 3 273,-8 9-478,4-4-8,1 0 0,0 0 0,0 0 0,0 1-1,1-1 1,0 1 0,1 0 0,0 0 0,0 0 0,-1 16 0,3-26 8,0 0 1,1 0 0,0 1-1,-1-1 1,1 0 0,0 0 0,0 0-1,0 1 1,0-1 0,0 1-1,0-1 1,1 0 0,-1 1 0,0 0-1,1-1 1,1 0 0,37-28-63,7-8-533,-46 38 513,-1 0 0,0-1 0,1 1 0,-1 0 0,0-1 0,1 1 0,-1-1 0,0 1 0,0 0 0,1-1 0,-1 1 0,0-1 0,0 1 0,0 0 0,1-1 0,-1 1 0,0-1 0,0 1 0,0-1 0,0 1 0,0-1 0,0 1 0,0-1 0,0 1 0,0-1 0,0 1 0,0 0 0,-1-1 0,1 1 0,0-1 0,0 1 0,0-1 0,0 1 0,-1-1 0,-17-4-70,13 5 120,0 0 0,0 1 1,0-1-1,0 1 1,0 0-1,0 1 1,-6 2-1,1 2-8,0 2-1,1-1 1,0 1-1,0 1 1,1 0 0,0 0-1,-12 17 1,-31 34 171,50-60-201,1 0 18,0 0-39,0 0-38,0 0 3,0 0-29,1-3 100,-1 1 1,0-1-1,0 1 1,0-1-1,-1 1 1,1-1-1,-1 0 1,1 1-1,-1-1 1,0 1-1,0 0 1,0-1-1,0 1 1,0 0-1,-1-1 1,1 1-1,-4-4 1,1 3-83,0 1 0,-1-1 1,0 1-1,1 0 0,-1 0 0,0 0 1,-8-1-1,5 0 58,4 2 5,1-1 0,0 0 0,0 0 0,0 0 0,0 0 1,0-1-1,1 1 0,-1-1 0,1 0 0,-1 0 0,1 0 0,0 0 1,0 0-1,0 0 0,1 0 0,-1-1 0,1 1 0,0 0 0,0-1 1,0 0-1,-1-5 0,1 4 29,0 0 0,-1 1 1,1-1-1,-1 1 0,0-1 1,-1 1-1,1 0 0,-1 0 0,-5-8 1,-2 7 131,10 13-182,10 17 29,2-7 22,1 0 0,0-2-1,1 1 1,1-2 0,1 0 0,0-1 0,0 0 0,2-1 0,-1-1 0,2-1 0,0-1 0,0 0 0,30 10-1,-17-14-27,-32-6 77,0 0-17,-28-8 30,24 5-141,0-1 0,0 1 1,0-1-1,1 1 0,0-1 0,0 0 0,0 0 0,0-1 0,1 1 0,-1 0 0,1-1 0,0 0 0,0 1 1,1-1-1,0 0 0,-1 0 0,2 0 0,-1 0 0,1 0 0,-1 0 0,2-9 0,0 2-36,0 0 0,1 0 0,0 0 0,1 0-1,0 1 1,1-1 0,0 1 0,6-11 0,1-1 34,-1 4-47,-7 44 158,-2-4 12,0-18-47,-1 1 0,0-1 0,1 1 1,-1-1-1,0 1 0,0-1 0,-1 1 1,1-1-1,-1 1 0,0-1 1,0 1-1,0-1 0,0 0 0,0 0 1,-1 1-1,0-1 0,1 0 0,-1 0 1,-3 3-1,-5 3-1515,10-9-1710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4.6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1 240,'0'0'288,"0"0"-197,0 0-56,0 0 71,0 0 161,0 0 272,0 0 152,0 0-288,0 0-112,0 0 58,0 0-21,0 0 49,0 0 60,0 0-58,0 0 56,0 0 64,0 0 85,0 0-29,0 0 13,0 0-34,0 0-30,0 0-197,0 0-97,0 0 4,0 0-1,0 0 33,0 0-81,0 0-13,0 0-101,0 0-14,0 0 1,0 0 42,0 0-27,0 0 56,0 0-15,0 0 31,0 0-74,0 0-91,0 0-46,0 0 25,0 0 85,0 0 11,19 36 146,-11-22-2104,-8-12-3474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5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1 592,'0'0'878,"0"0"-179,0 0-195,0 0-74,0 0-163,0 0-147,0 0-88,-6 0-667,6 0-2252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6.2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1 1 2801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6.5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 8 2801,'-40'-6'505,"32"4"-316,8 2 86,0 0 93,0 0-155,0 0-90,0 0 66,0 0-4,0 0 44,0 0 8,0 0-74,0 0-80,0 0-54,0 0 1,0 0-1,0 0-10,0 0 2,0 0 30,0 0 50,0 27 1030,0-23-2371,0-4-1850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7.7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3 800,'0'0'777,"0"0"-278,0 0 173,0 0-66,0 0-44,0 0-148,0-3 1255,0 5 1691,0 20-3326,-1-15-20,1 1-1,0-1 0,0 0 1,0 0-1,1 1 0,0-1 1,1 0-1,-1 0 1,2 0-1,3 10 0,-4-13-206,0 0 0,-1 0-1,1 0 1,-1 0-1,0 0 1,0 0-1,0 6 1,-1-5-3606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8.5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1553,'0'0'939,"0"0"16,0 0 336,0 0-152,0 0-368,0 0-378,0 0-167,0 0-68,0 30 751,1-9-670,0 1-1,1-1 0,2 1 0,0-1 0,1 0 1,1 0-1,1-1 0,1 0 0,0 0 0,21 33 0,-8-19-138,1-2 0,1 0 0,2-2 1,1 0-1,1-2 0,2-1 0,36 26 0,-56-44-857,0 0 1,-1 0 0,0 1 0,0 0-1,11 21 1,-9-15-277,-7-13-1672,-2-1-166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8.9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4338,'0'0'976,"0"0"-389,0 0-117,0 0 13,0 0 40,12 16-147,18 26-271,46 65 3421,-43-78-3060,-29-26-875,1 0 1,-1 1 0,0-1-1,0 1 1,-1-1-1,1 1 1,-1 0 0,4 6-1,-5-6-2835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9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6371,'0'0'1409,"0"0"-1009,0 0-368,0 0 0,0 0 0,0 0-64,64 93 32,-41-78-96,1-3-64,3-5 32,-6-2-129,0-1-159,-18-4-736,0 0-2354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19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8628,'0'0'1265,"0"0"-1217,0 0-48,0 0 32,0 0 32,0 0-16,141 64-32,-107-57-16,1 3-256,4-5-865,-31-5-1152,3 0-416</inkml:trace>
  <inkml:trace contextRef="#ctx0" brushRef="#br0" timeOffset="1">614 173 5795,'0'0'368,"0"0"-160,0 0-16,0 0 304,0 0 193,0 0-81,119 28-512,-97-23 0,-1 2-96,0-2 0,0 2-16,3 0-16,0-2-16,5-2-96,-18-3-400,0 0-1938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0.0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6979,'0'0'1121,"0"0"-1105,0 0-16,0 0 0,0 0-16,0 0 16,72 50-593,-67-48-4865</inkml:trace>
  <inkml:trace contextRef="#ctx0" brushRef="#br0" timeOffset="1">316 259 6163,'0'0'960,"0"0"-848,0 0-96,0 0 144,0 0 64,0 0 177,96 64 31,-75-64-144,0 5-224,-2 0-48,-3 0-32,-3-1-16,0 1 0,0-2-400,-2-1-208,2-2-481,-10 0-112,-3 0-1328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0.4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4242,'0'0'1233,"0"0"-737,0 0-352,0 0 160,0 0 208,0 0-80,61 12 17,-53-12-337,3 0-80,0 0 48,5 0 0,2 2-48,3-2 128,3 0-128,3 0-32,-19 0-480,2 0-4066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0.7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1 196 9140,'0'0'2129,"0"0"-1587,0 0-356,18-2-41,-11 1-145,153-10-326,-148 11 318,2 1-410,0 0 0,0-2 0,0 1 0,0-2 0,-1 0 0,1 0 0,0-1 0,-1-1 0,0 0 0,1-1 0,17-10 0,-18 9 466,0 0 0,0 1 0,0 0 0,1 1 0,0 1 0,26-3 0,-22 3 110,-1 0-1,0-1 1,0 0-1,18-9 1,-25 9-184,4-1-69,-1-1-1,-1 0 1,1-1 0,-1 0 0,0-1 0,-1 0 0,18-17 0,-23 17-1592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1.1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0 229 9156,'0'0'2049,"0"0"-1377,0 0-399,0 0 399,0 0 144,0 0-400,59-4-336,-46-1-80,0-2 0,-2 4-240,-1-2-64,1 1-32,2-4-432,0-3-465,6 1-528,-3-4-240,-11 9-208,1-2-1904</inkml:trace>
  <inkml:trace contextRef="#ctx0" brushRef="#br0" timeOffset="1">412 100 7315,'0'0'1489,"0"0"-432,0 0 15,0 0 449,0 0-673,0 0-352,55-28-464,-41 18-32,4-2-240,3 0-640,1 0 63,7-2-1904,-21 9-640,2-2-81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1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0 340 8308,'0'0'3553,"0"0"-3553,0 0-64,0 0-80,0 0 144,0 0 48,64-34-48,-48 27-160,0 2-224,0-2 160,-3 0 144,8-5 32,-18 5-1265,5-3-3121</inkml:trace>
  <inkml:trace contextRef="#ctx0" brushRef="#br0" timeOffset="1">576 63 11669,'0'0'449,"0"0"-353,0 0-64,0 0-64,0 0-48,0 0-737,40-24-431,-24 17-737,2-3 336,4 1 608,-17 4 33,3-2-2193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1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72 5635,'0'0'5410,"0"0"-4802,0 0-480,0 0-96,0 0 64,0 0-96,80-60-784,-72 55-3106,0-2-1152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2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1 576 10485,'0'0'1985,"0"0"-1553,0 0-320,0 0-112,0 0 208,0 0-80,16-36-128,-6 24-976,17-5 864,7-4-241,3 2-63,-23 9-736,-1 0-2722</inkml:trace>
  <inkml:trace contextRef="#ctx0" brushRef="#br0" timeOffset="1">444 163 8804,'0'0'624,"0"0"-624,0 0-464,0 0 464,0 0 80,0 0-80,85-84-272,-61 70-112,0 2-449,-8 2 369,0 1 160,-1-1 256,-1-2-64,-12 7-880,-2-2-1890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2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1 8548,'0'0'1441,"0"0"-593,0 0 112,0 0-255,0 0-497,0 0-160,-35 0-48,35 0 0,0 0-96,0 0 64,0 0-256,0 0 160,11 0-417,-3 0-1792,-3 0-880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2.9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160 1 816,'0'0'1889,"0"0"-960,0 0 271,0 0-175,0 0-193,0 0-480,-59 52 16,46-42-224,0 2-64,-6 4-80,1-1 17,-1-1-34,6 0-95,7-14-96,6 3-1440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3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19 4882,'0'0'448,"0"0"129,0 0-577,0 0-48,0 0-449,0 0-1215,0 0 511,-8-12 529,10 10 480,12 0 176,-9-1-48,-2 3-417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3.9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1 0 2401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4.2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50 2401,'0'-1'295,"0"-1"-1,0 0 1,1 1 0,-1-1-1,1 1 1,-1-1 0,1 1-1,0-1 1,0 1-1,0 0 1,-1-1 0,1 1-1,0 0 1,2-3 0,18 4 4015,11 3-3588,51-1 152,-42 1-949,0-3 0,58-6 0,-62-7-794,-23 3-2806,-9 5-1754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4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0 318 1697,'0'0'7766,"0"0"-5698,0 0-1417,0 0 296,0 0 395,11 1-417,1 1-909,0-1 0,1 0 0,-1 0 0,1-2 0,-1 0 0,0 0 0,1-1 0,21-6 0,56-24-6853,-85 30 4073</inkml:trace>
  <inkml:trace contextRef="#ctx0" brushRef="#br0" timeOffset="1">558 146 7187,'0'0'2802,"0"0"-1282,0 0-687,0 0 223,0 0-191,0 0-353,61-48-384,-37 36-128,2 2-112,1 1-352,5-1-33,-1 1 305,1-1-672,-3-4-193,-2 2-127,-19 7 335,-3-2-3280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5.0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1 373 7908,'0'0'2740,"0"0"-1604,0 0-472,0 0 734,0 0-165,3-1-665,38-12-685,0-1 0,-1-3 0,40-22 0,-15 8-367,-27 13 230,141-62-6543,-165 73 3555</inkml:trace>
  <inkml:trace contextRef="#ctx0" brushRef="#br0" timeOffset="1">656 110 1793,'0'0'1995,"0"0"-2,0 0-131,0 0 19,0 0-437,22-17 463,68-24-1654,-62 30-2468,39-22-1,-62 28-638,-4 2-796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5.4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1 542 11909,'0'0'1521,"0"0"-1105,0 0-64,0 0 1249,0 0-880,0 0-721,18-2-385,-7-8-799,5-2 512,3-5-1,2 1-287,3-1-801,2 0-32,-2-2 1601,3-2 144,2-3-32,-19 14-176,1-2-3922</inkml:trace>
  <inkml:trace contextRef="#ctx0" brushRef="#br0" timeOffset="1">460 215 9236,'0'0'1505,"0"0"-467,0 0-233,0 0-268,11-12-353,34-39-184,-40 46 1,1 0-1,0 0 1,-1 1 0,1 0 0,1 0 0,-1 0 0,1 1 0,11-5 0,-12 6 0,-1 0 1,1 0 0,-1-1 0,0 0 0,0 0-1,0 0 1,0-1 0,4-4 0,10-11-392,-9 8-568,0 1-1,1 0 1,16-10 0,-12 10-2417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5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1 598 2609,'0'0'4632,"0"0"-2538,0 0-1011,0 0 144,0 0-328,3-8-224,0-4-566,-2 8-100,0 1 1,0-1-1,1 0 1,-1 0-1,1 1 1,0-1-1,0 1 0,0-1 1,0 1-1,0 0 1,1 0-1,0 0 1,-1 0-1,1 0 1,0 0-1,1 1 0,-1 0 1,0-1-1,1 1 1,4-2-1,8-3 19,-1-1 1,-1-1-1,18-14 0,68-68-5169,-25 21 810,-57 55 4756,-1-1 0,-1-1-1,0 0 1,22-33 0,-31 40-373,-2 0 1,1 0-1,-2 0 1,1-1-1,-1 1 1,-1-1-1,0 0 1,0-1-1,-1 1 1,-1 0-1,1-15 0,-3 16 1441,3-13 3523,7 14-7133,-6 9-1066,-3-2-2753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7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1 896,'0'0'4530,"0"0"-2312,0 0-861,0 0-167,0 0-267,0 0-272,0 0-288,0 0-261,0 0-52,0 0 22,0 0 38,0 0-4,0 0 52,0 0-41,0 7 137,0 5-156,0 0 1,1 1-1,0-1 1,0 0-1,2 1 1,-1-1-1,2 0 1,-1-1-1,2 1 1,-1 0 0,2-1-1,-1 0 1,2-1-1,10 16 1,92 116 565,-1 0-3097,-102-135-913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8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10453,'0'0'875,"0"0"-531,0 0-48,0 0 307,0 0 35,15 12-254,11 7-245,1 0 1,0-2-1,34 16 0,-51-27-133,-1 1-1,1-1 1,-1 2-1,-1-1 0,1 1 1,-1 0-1,12 17 1,-10-13-27,1 0 0,21 19 1,-8-15-1506,0-2 1,1 0-1,1-1 0,40 13 1,6 4-529,-71-30 2248,0 0 1,-1 1-1,1-1 0,0 1 0,0 0 1,-1-1-1,1 1 0,-1-1 1,1 1-1,0 0 0,-1 0 0,1-1 1,-1 1-1,0 0 0,1 0 1,-1 0-1,0-1 0,1 1 0,-1 0 1,0 0-1,0 0 0,0 0 1,0 0-1,1-1 0,-1 1 0,-1 0 1,1 0-1,0 1 0,4 19 3278,4-10-3315,0 1 0,1-1 0,0 0 1,1-1-1,0 0 0,1-1 1,13 10-1,1-1 48,2-1 0,34 17-1,-42-26-658,1-1-1,0 0 1,0-2-1,38 6 1,1 0-2473,-41-5 2785,-1 0 0,0 1 0,0 1 1,-1 1-1,0 0 0,-1 1 0,18 15 0,-9-8 710,42 24 0,-57-37-262,0 0 0,0 0 0,1-1 0,-1 0 0,1-1 0,0 0 1,-1 0-1,20 0 0,-24-2-262,1 1 1,0-1 0,0 1 0,0 0-1,-1 0 1,1 1 0,-1 0 0,1 0-1,-1 0 1,0 1 0,1-1-1,-1 1 1,-1 1 0,1-1 0,5 6-1,-2-4-4,8 6-32,1-1 0,0 0 0,0-2 0,1 0-1,0-1 1,1-1 0,20 5 0,13-1-1307,67 3-1,-58-7-1420,-23-2-161,-24-1 143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8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2225,'0'0'454,"0"0"-254,0 0-131,0 0 32,0 0 225,18 8 314,150 58 4050,-151-62-4269,-1 0 0,31 3 0,11 2-1617,-51-7 535,0 0-1,-1 0 1,1 0 0,-1 1 0,0 0-1,8 5 1,-8-4-817,-4 1-291</inkml:trace>
  <inkml:trace contextRef="#ctx0" brushRef="#br0" timeOffset="1">595 366 6499,'0'0'848,"0"0"-47,0 0-337,0 0-16,0 0-192,0 0-208,109 117-16,-88-107-32,3-1-176,-16-9-560,0 0-1761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09:28.9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7219,'0'0'2241,"0"0"-2161,0 0-32,0 0-32,0 0 80,165 45-16,-115-40-80,6 0-96,-3-3-192,-5 3 128,-3-3 160,-6-2-64,-1 0 128,-1 0-80,-5 0 16,-27 0 0,-2 0-2193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0:27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128 118 4322,'0'0'2788,"0"0"-1718,0 0-585,0 0 348,0 0 306,0 0-219,6-30 2266,-13 7-2879,7 22-274,0 0 0,-1 1 0,1-1 0,0 1 0,-1-1 0,1 0 0,0 1 0,-1-1 0,1 1 0,-1-1 0,1 1 0,0 0 0,-1-1 0,0 1 0,1-1 0,-1 1 0,1 0 0,-1-1 0,1 1 0,-1 0 0,0 0 0,1-1 0,-1 1 0,1 0 0,-1 0 0,0 0 0,1 0 0,-1 0 0,0 0 0,1 0 0,-1 0 0,0 0 0,1 0 0,-2 0 0,1 4-39,-1 0 1,1-1 0,0 1 0,0 0-1,0-1 1,0 1 0,1 0 0,-1 0-1,1 7 1,0-7 12,-1 4 2,0 1-16,1 1 1,-1-1 0,2 1 0,-1-1 0,3 13-1,-2-20 6,-1 0-1,1 0 1,0 0-1,-1 0 1,1 0-1,0 0 1,0-1 0,0 1-1,1 0 1,-1 0-1,0-1 1,1 1-1,-1-1 1,1 1-1,-1-1 1,1 0-1,0 0 1,-1 0-1,1 0 1,0 0-1,0 0 1,0 0-1,0 0 1,0-1 0,0 1-1,0-1 1,0 1-1,0-1 1,0 0-1,2 0 1,0 1 21,-1-1 0,1 0 1,0 0-1,-1 0 0,1 0 1,-1-1-1,1 1 0,-1-1 1,1 0-1,-1 0 0,1 0 1,-1 0-1,0-1 0,1 0 1,-1 1-1,3-3 0,-4 1-6,0 0 0,0 0 0,0 0 0,0 0 0,0 0-1,-1 0 1,0 0 0,1-1 0,-1 1 0,0 0 0,-1-1 0,1 1-1,-1-1 1,1 1 0,-1-1 0,0 1 0,-1-5 0,2 5-12,-1-1 1,0 1-1,0-1 1,0 1 0,-1-1-1,1 1 1,-1-1-1,1 1 1,-1-1 0,-1 1-1,1 0 1,0-1-1,-1 1 1,1 0 0,-1 0-1,0 0 1,0 0-1,0 0 1,-1 1 0,1-1-1,-1 0 1,1 1-1,-1 0 1,0 0 0,0 0-1,0 0 1,0 0-1,0 1 1,0-1 0,-1 1-1,1 0 1,0 0-1,-1 0 1,1 0 0,-1 0-1,1 1 1,-1 0 0,1 0-1,-5 0 1,6 0-3,-1-1 0,1 1 0,-1 1 0,1-1 1,0 0-1,-1 1 0,1-1 0,0 1 0,0-1 1,-1 1-1,1 0 0,0 0 0,0 0 0,0 0 1,0 1-1,0-1 0,0 0 0,0 1 0,-2 2 1,1 0 0,1 0 0,0 0-1,0 1 1,0-1 0,1 0 0,-1 1 0,1-1 0,0 1 0,0 5 0,0-7 1,-1 5-5,0 0 1,1 1-1,0-1 0,1 0 1,0 1-1,0-1 1,0 1-1,3 13 1,-2-21 4,1-1 0,-1 1 1,0 0-1,0-1 0,0 1 1,0-1-1,1 1 0,-1-1 0,0 1 1,0-1-1,1 0 0,-1 0 1,0 0-1,1 1 0,-1-1 1,0-1-1,1 1 0,-1 0 0,0 0 1,2-1-1,28-6 144,-26 4-132,-1 0 0,0 0 0,0 0-1,0 0 1,-1-1 0,1 1 0,-1-1 0,0 0-1,0 0 1,0 0 0,0 0 0,-1-1-1,0 1 1,3-8 0,-2 2-7,0 0 1,-1-1-1,0 1 1,0 0-1,-1-1 1,-1-11-1,0 20-16,0 0 1,-1-1-1,1 1 0,-1 0 0,0 0 0,1 0 0,-1 0 1,0 0-1,0 0 0,-1 0 0,1 0 0,0 0 0,-1 0 1,1 0-1,-1 1 0,1-1 0,-1 1 0,0-1 0,0 1 1,0 0-1,0 0 0,0-1 0,0 1 0,0 1 1,0-1-1,0 0 0,0 0 0,0 1 0,-1-1 0,-2 1 1,-5-2-10,-1 0 0,1 1 1,-1 0-1,1 1 1,-16 2-1,22-1 22,1-1 0,0 1 1,0 1-1,-1-1 0,1 0 0,0 1 0,0 0 0,0 0 0,1 0 0,-1 0 0,0 0 0,1 0 0,-1 1 0,1-1 0,0 1 0,0-1 0,0 1 0,0 0 0,0 0 0,0 0 0,1 0 0,0 0 0,-1 1 0,1-1 1,1 0-1,-2 5 0,-1 6 44,1-1 1,0 1-1,1-1 1,0 1-1,2 18 1,-1-30-46,0 0 1,1 1-1,-1-1 1,1 0-1,0 0 1,-1 1 0,1-1-1,0 0 1,0 0-1,1 0 1,-1 0 0,0 0-1,1 0 1,-1 0-1,1-1 1,0 1 0,-1 0-1,1-1 1,3 3-1,0-1 7,0-1 0,0 1-1,1-1 1,-1 0 0,1 0-1,-1 0 1,12 1-1,-5-1 21,-1-1-1,0-1 1,1 0-1,-1 0 1,1-1-1,-1 0 0,23-7 1,-30 7-24,0-1-1,0-1 1,1 1 0,-1 0 0,-1-1-1,1 0 1,0 0 0,-1 0 0,1-1-1,-1 1 1,0-1 0,0 1 0,0-1-1,3-7 1,-5 9-7,0 0 0,0 0 0,0 0 0,-1 0 0,1 0-1,0 0 1,-1 0 0,0 0 0,1 0 0,-1 0 0,0-1 0,0 1 0,0 0-1,0 0 1,-1 0 0,1 0 0,0 0 0,-1-1 0,0 1 0,1 0-1,-1 0 1,0 0 0,0 0 0,0 1 0,0-1 0,-1 0 0,1 0 0,0 1-1,-1-1 1,1 1 0,-1-1 0,0 1 0,-2-3 0,-6-1-7,0 0 0,1 1 0,-2-1 1,1 2-1,0 0 0,-1 0 0,1 1 1,-1 0-1,0 0 0,0 2 0,-20 0 0,30 0 8,0 0 0,0 0 0,0 0 0,0 1 1,0-1-1,0 0 0,0 1 0,0-1 0,0 0 0,0 1 0,0 0 0,0-1 0,0 1 0,0-1 0,1 1 0,-1 0 0,0 0 0,0-1 0,1 1 0,-1 0 0,1 0 0,-1 0 0,0 0 0,0 1 0,-7 33-9,8-30 7,0 0 0,0 0-1,0 1 1,0-1 0,1 0 0,0-1 0,0 1-1,1 0 1,-1 0 0,1 0 0,4 8 0,-1-8 1,0-1 0,0 0 1,0-1-1,0 1 1,0-1-1,1 0 0,0 0 1,0-1-1,-1 0 0,2 0 1,-1 0-1,0-1 0,0 1 1,0-2-1,1 1 0,-1-1 1,0 0-1,1 0 1,6-1-1,-9 1 3,-1 0 1,1-1-1,0 1 0,-1-1 1,1 0-1,-1 0 0,1 0 1,-1 0-1,1-1 0,-1 1 1,0-1-1,0 0 0,0 0 1,0 0-1,0 0 0,0-1 1,0 1-1,-1-1 0,1 1 1,-1-1-1,0 0 0,0 0 1,0 0-1,0-1 0,0 1 1,-1 0-1,0-1 0,1 1 1,-1-1-1,0 1 0,-1-1 1,1 1-1,0-6 0,-1 5-10,-1 0-1,0 0 0,1 0 0,-1 0 0,-1 0 1,1 0-1,-1 1 0,1-1 0,-1 1 0,0-1 1,0 1-1,0-1 0,-1 1 0,1 0 0,-1 0 0,0 0 1,0 1-1,0-1 0,0 1 0,0-1 0,-1 1 1,-5-3-1,1 1 10,0 0-1,-1 0 1,1 1 0,-1 1 0,0-1 0,1 1-1,-1 1 1,0-1 0,-12 1 0,20 2-2,0 0 1,-1 0 0,1 1 0,0-1-1,0 0 1,0 0 0,1 1 0,-1-1-1,0 1 1,0-1 0,1 1 0,-1-1-1,1 1 1,-1-1 0,1 1 0,0-1-1,0 1 1,-1 0 0,1-1 0,0 1-1,1-1 1,-1 3 0,0 0-13,-1-1 0,1 0 0,0 1 0,0-1-1,1 0 1,-1 1 0,1-1 0,0 0 0,0 1 0,0-1 0,2 5 0,-1-6 10,1-1 0,-1 1 0,1-1 0,-1 0 0,1 1 0,-1-1 0,1 0 0,0 0 0,0-1 0,-1 1 0,1 0 0,0-1 0,0 0 0,4 0 0,42-1 27,-48 0-38,1-1 0,-1 1 0,0 0 0,0 0 0,1 0 0,-1-1 0,0 1 0,0-1 0,0 1 0,0-1-1,-1 1 1,1-1 0,0 1 0,-1-1 0,1 0 0,-1 1 0,1-1 0,-1 0 0,0 1 0,1-1 0,-1 0 0,0 0 0,0 0 0,-1 1 0,1-1 0,-1-2 0,2-2-15,-2 0-1,1-1 0,-1 1 0,0 0 0,0 0 0,-4-11 1,3 14 29,0 0 0,0 0 0,-1 1 1,0-1-1,1 0 0,-1 1 0,0 0 1,0 0-1,0 0 0,0 0 0,-1 0 1,1 0-1,0 1 0,-1 0 0,1 0 1,-1 0-1,0 0 0,-5-1 0,-3 1 45,-1 0 0,0 0 0,-26 3 0,39-3-46,-1 1-1,1 0 1,-1 0 0,1 0 0,0 0 0,-1 0-1,1 0 1,-1 0 0,1 0 0,0 0 0,-1 0-1,1 0 1,-1 0 0,1 0 0,-1 0 0,1 0 0,0 0-1,-1 0 1,1 0 0,-1 0 0,1 1 0,0-1-1,-1 0 1,1 0 0,0 0 0,-1 1 0,1-1 0,0 0-1,-1 1 1,1-1 0,0 0 0,-1 1 0,1-1-1,0 0 1,0 1 0,0-1 0,-1 0 0,1 1-1,0-1 1,0 1 0,0-1 0,0 0 0,0 1 0,0-1-1,0 1 1,0 0-10,1 0 0,0 0 0,0-1-1,0 1 1,0-1 0,-1 1 0,1-1 0,0 1 0,0-1-1,0 0 1,0 1 0,0-1 0,0 0 0,0 0 0,0 0-1,0 1 1,0-1 0,2-1 0,-3 1 13,0 0 0,1 0-1,-1 0 1,0-1 0,1 1 0,-1 0-1,0 0 1,1-1 0,-1 1 0,0 0 0,0-1-1,1 1 1,-1 0 0,0-1 0,0 1 0,0 0-1,1-1 1,-1 1 0,0 0 0,0-1 0,0 1-1,0-1 1,0 1 0,0 0 0,0-1 0,0 1-1,0-1 1,0 1 0,0-1 0,0 1 0,0 0-1,0-1 1,0 1 0,0 0 0,-1-1-1,1 1 1,0-1 0,0 1 0,0 0 0,-1-1-1,1 1 1,0 0 0,0-1 0,-1 1 0,1 0-1,0 0 1,-1-1 0,1 1 0,0 0 0,-1 0-1,1 0 1,0-1 0,-1 1 0,1 0 0,-1 0-1,1 0 1,0 0 0,-1 0 0,1 0 0,-1 0-1,0-1-86,0 1 0,-1 0-1,1 0 1,0 0-1,0 0 1,-1 0 0,1 1-1,0-1 1,0 0 0,0 1-1,-1-1 1,1 0-1,0 1 1,0-1 0,0 1-1,0 0 1,0-1 0,0 1-1,0 0 1,0 0-1,0 0 1,0-1 0,0 1-1,1 0 1,-1 0 0,0 0-1,0 2 1,-6 12-2698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0:29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82 7187,'0'0'678,"0"0"-35,0 0-78,0 0 503,0 0-15,0 0-500,-15-1-174,-1-1-334,-4-1 138,0 1 0,0 0 0,0 2 0,-22 2 0,38-1-143,0 1 0,0 0 0,1 0 1,-1 0-1,0 0 0,1 1 0,0-1 0,-1 1 0,1 0 0,0 0 0,0 0 1,1 0-1,-4 5 0,1-2 33,1 0 0,0 1 0,0-1 0,1 1 0,0 0 0,-5 13-1,6-4-41,0 0-1,1 0 1,1 0-1,0 0 1,2 0-1,-1 0 0,2-1 1,0 1-1,8 21 1,3 4 65,2-2 0,26 50 0,-36-77-5,1 1 1,1-1-1,0-1 0,1 1 1,0-1-1,0-1 1,1 0-1,0 0 1,22 14-1,-22-17-46,1-1 1,0-1-1,0 0 1,1-1-1,0 0 1,-1-1-1,1 0 0,0-1 1,0 0-1,1-1 1,17 0-1,15 0 30,-6-1-42,-1 0 0,41-8 0,-65 6-33,-1-1-1,0 0 0,1-2 0,-2 1 0,1-1 0,-1-1 0,1-1 0,-2 1 0,18-14 0,-20 13-3,-1 0-1,0 0 1,-1-1-1,0 0 0,0 0 1,-1 0-1,0-1 0,0 0 1,-1 0-1,0-1 0,-1 0 1,0 1-1,0-1 1,3-17-1,-3-4-185,0 0 0,-2-1 0,-3-50 0,1 75 172,-1 0 1,0 0 0,0 0-1,-1 1 1,0-1 0,0 1-1,0-1 1,-1 1-1,0 0 1,0 0 0,-1 0-1,-5-8 1,1 4 15,-1 1 1,1 0-1,-2 1 1,1-1-1,-1 2 0,-14-9 1,-9-2 168,-1 1 0,0 2 1,-55-17-1,81 30-142,-25-10 31,-1 1 0,0 2 1,0 2-1,-1 1 0,0 1 1,-38 0-1,69 6-55,0 0 0,0 1 1,0-1-1,0 1 0,0 0 0,0 0 1,0 0-1,0 0 0,1 1 0,-1-1 0,1 1 1,0 0-1,0 0 0,0 0 0,0 0 1,1 1-1,-1-1 0,1 1 0,-4 7 1,-2 2-39,1 1 0,1 1 0,0-1 0,-4 19 0,7-20-518,1 1 1,0 0-1,2 25 1,0-33 125,2 1-2343,10-7-3356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0:3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122 158 6003,'0'0'1280,"0"0"49,0 0 194,0 0-34,0 0-419,0 0-347,-5-2-342,1-1-329,3 2-39,-1 0-1,1 0 1,0 0-1,-1 0 0,1 0 1,-1 1-1,0-1 1,1 1-1,-1-1 1,0 1-1,1-1 0,-4 1 1,4 43 592,0-41-576,1 1 0,1-1 0,-1 1-1,0 0 1,1-1 0,-1 1-1,1-1 1,0 1 0,0-1 0,0 1-1,0-1 1,0 1 0,1-1 0,-1 0-1,1 0 1,-1 0 0,1 0-1,0 0 1,0 0 0,0 0 0,0-1-1,0 1 1,0-1 0,0 1 0,1-1-1,-1 0 1,1 0 0,-1 0-1,1 0 1,-1 0 0,1 0 0,-1-1-1,1 1 1,-1-1 0,1 0 0,0 0-1,-1 0 1,1 0 0,0 0-1,-1-1 1,1 1 0,4-2 0,-5-1-16,-1 1 1,0 0 0,0-1 0,0 0-1,0 1 1,-1-1 0,1 1 0,-1-1-1,1 0 1,-1 1 0,0-1 0,0 0-1,0 1 1,-1-1 0,0-4 0,1 0 8,0 3-13,0 1-1,0 0 1,0-1-1,0 1 0,-1 0 1,1-1-1,-1 1 1,0 0-1,0 0 0,0 0 1,-1 0-1,1 0 1,-1 0-1,1 0 0,-1 0 1,0 0-1,-4-3 1,4 4 26,-1 0 1,0 0 0,0 0-1,-1 1 1,1 0 0,0-1-1,-1 1 1,1 0 0,0 1-1,-1-1 1,1 0 0,-1 1-1,1 0 1,-1 0 0,1 0-1,-8 1 1,8 0-16,0 0-1,0 0 1,0 1-1,0-1 1,0 1-1,0-1 1,1 1-1,-1 0 1,0 0-1,1 0 1,-1 1-1,1-1 1,0 1 0,0-1-1,0 1 1,0-1-1,0 1 1,1 0-1,-1 0 1,1 0-1,0 0 1,0 0-1,0 0 1,0 1-1,0 3 1,-2 3 51,1-1 0,0 1 1,1 0-1,0 0 0,1 0 0,0 0 1,2 15-1,-1-23-61,-1-1-1,1 1 1,0 0 0,0-1 0,0 1 0,0-1-1,0 1 1,1-1 0,-1 0 0,0 1-1,1-1 1,-1 0 0,1 0 0,-1 0-1,1 0 1,-1 0 0,1 0 0,0-1 0,0 1-1,-1 0 1,1-1 0,0 1 0,0-1-1,-1 0 1,1 0 0,0 0 0,0 0 0,0 0-1,0 0 1,0 0 0,-1 0 0,4-1-1,-1 0 17,0 1 0,0-1 0,0 1-1,0-1 1,0 0 0,0-1 0,0 1-1,0-1 1,-1 0 0,1 1 0,0-2-1,-1 1 1,6-5 0,-5 1-4,0 0-1,0-1 1,-1 0-1,0 1 1,0-1 0,-1 0-1,0-1 1,0 1 0,0 0-1,-1 0 1,0-1 0,-1 1-1,0-1 1,0 1 0,0-1-1,-3-12 1,2 18-6,-1 1 1,1 0-1,0 0 0,-1 0 0,1 0 1,-1 0-1,1 0 0,-1 0 0,0 0 1,1 1-1,-1-1 0,0 1 0,0-1 1,1 1-1,-1 0 0,0-1 0,0 1 1,0 0-1,1 0 0,-1 0 0,-2 1 0,-43 3 115,42-3-123,0 1 0,1 0 0,-1 1-1,0-1 1,1 1 0,-1 0 0,1 0-1,0 0 1,0 0 0,-5 6 0,7-7-10,0 0 0,1 0 0,-1 0 0,0 0 0,1 0 0,0 1 0,-1-1 0,1 0 0,0 1 0,0-1 0,0 1 0,0-1 0,1 1 0,-1-1 0,1 1 0,0 0 0,-1-1 0,1 1 0,0 0 0,1-1 0,-1 1 0,1 4 0,0-6-4,0 0 0,-1 0-1,1 0 1,0-1-1,0 1 1,0 0 0,0 0-1,0 0 1,0-1 0,1 1-1,-1-1 1,0 1 0,0-1-1,0 1 1,1-1 0,-1 0-1,0 1 1,0-1 0,1 0-1,-1 0 1,2 0-1,34 1-15,-30-1-2,-3 0 15,-1 0 1,0 0 0,1-1 0,-1 1-1,1-1 1,-1 1 0,0-1 0,0 0-1,1 0 1,-1-1 0,0 1 0,0-1-1,0 1 1,0-1 0,-1 0 0,1 0 0,0 0-1,-1-1 1,1 1 0,-1-1 0,0 1-1,0-1 1,0 0 0,0 0 0,0 1-1,-1-1 1,1-1 0,-1 1 0,2-5-1,0-5 4,-1 0-1,0-1 0,0 1 0,-1 0 0,-1-1 0,-1-15 0,0 27 9,1 1-1,0-1 1,-1 0-1,1 1 1,-1-1-1,0 0 1,1 1-1,-1-1 1,0 1-1,0-1 1,0 1-1,0 0 1,0-1-1,0 1 1,0 0-1,-1 0 1,1 0-1,0 0 1,-1 0-1,1 0 1,-1 0-1,1 0 1,-1 0-1,1 1 1,-1-1-1,0 1 1,1-1-1,-1 1 0,0-1 1,1 1-1,-1 0 1,0 0-1,0 0 1,-1 0-1,0 0 9,1 0-1,-1 0 1,1 0-1,-1 1 1,0-1-1,1 0 1,-1 1-1,1 0 1,-1 0-1,1 0 1,0 0-1,-1 0 1,1 0-1,0 0 1,0 1-1,0-1 1,0 1-1,0 0 1,0-1-1,0 1 1,0 0-1,-2 3 1,0 3 23,1 0 1,0 0 0,0 0-1,1 0 1,0 1 0,0-1-1,1 1 1,0-1 0,0 1-1,1-1 1,0 1 0,3 16-1,-2-24-29,0 0 0,0 0 0,1 0 0,-1 0 0,1 0 0,-1 0 0,0 0 0,1 0 0,-1-1 1,1 1-1,0-1 0,-1 1 0,1-1 0,0 0 0,-1 1 0,1-1 0,-1 0 0,1 0 0,0 0 0,0 0 0,2-1 0,0 1 17,0 0-1,1 0 1,-1-1 0,1 0 0,-1 0 0,0 0 0,6-2 0,-7 0-11,1 1 1,-1 0-1,0-1 0,0 0 1,-1 0-1,1 0 0,-1 0 1,1 0-1,-1-1 1,0 1-1,0-1 0,-1 1 1,1-1-1,-1 0 0,1 1 1,0-6-1,0-2 20,0-1 0,-1 1-1,0-1 1,-1-17 0,-1 26-30,0 0 1,0 0 0,0 0 0,0 0 0,0 0-1,-1 1 1,1-1 0,-1 0 0,0 1 0,0-1-1,0 1 1,0-1 0,0 1 0,-1 0-1,1 0 1,0 0 0,-1 0 0,0 1 0,1-1-1,-1 0 1,0 1 0,0 0 0,0 0 0,0 0-1,0 0 1,0 0 0,-4 0 0,4 0 6,-1 0 0,0 0 0,1 1 0,-1-1 0,0 1 1,1 0-1,-1 0 0,0 0 0,1 1 0,-1-1 0,0 1 0,1 0 1,-1 0-1,1 0 0,-1 0 0,1 0 0,-1 1 0,1 0 0,0 0 1,0 0-1,0 0 0,0 0 0,-3 4 0,2-2 7,1 1 0,0 1-1,1-1 1,-1 0 0,1 1 0,0-1-1,0 1 1,1-1 0,0 1 0,0 0-1,0 0 1,1 0 0,0-1 0,0 1-1,0 0 1,2 7 0,-2-9-8,1 0 0,0-1 0,0 1 1,0-1-1,1 1 0,-1-1 0,1 1 0,0-1 1,0 0-1,0 0 0,0 0 0,0 0 0,1 0 0,-1 0 1,1-1-1,0 1 0,0-1 0,0 0 0,0 0 1,0 0-1,1 0 0,-1 0 0,0-1 0,1 1 0,6 1 1,4 0 1,0-1 1,-1-1-1,1 1 1,23-3-1,-35 2-3,1-1-1,0 0 1,-1 0-1,1-1 1,-1 1-1,1 0 1,-1-1-1,1 0 1,-1 1-1,1-1 1,-1 0-1,0 0 1,1-1 0,-1 1-1,0 0 1,0-1-1,0 1 1,0-1-1,0 0 1,0 0-1,0 0 1,-1 0-1,1 0 1,-1 0-1,1 0 1,-1 0-1,0-1 1,0 1-1,0 0 1,0-1-1,1-3 1,-1 1-6,-1 0 1,1 1-1,-1-1 1,0 0-1,0 0 1,-1 0 0,0 1-1,1-1 1,-1 0-1,-1 1 1,1-1-1,-1 0 1,0 1-1,0 0 1,0-1-1,0 1 1,-1 0-1,0 0 1,0 0-1,0 1 1,0-1 0,-1 1-1,1-1 1,-1 1-1,0 0 1,0 1-1,0-1 1,0 1-1,0 0 1,-1-1-1,1 2 1,0-1-1,-1 1 1,0-1-1,1 1 1,-1 1 0,0-1-1,0 1 1,-8-1-1,12 2-4,0-1-1,0 0 1,-1 0 0,1 1 0,0-1-1,0 0 1,-1 1 0,1 0-1,0-1 1,0 1 0,0-1-1,0 1 1,0 0 0,0 0-1,0 0 1,0 0 0,0 0-1,0 0 1,1 0 0,-1 0-1,0 0 1,1 0 0,-1 0-1,0 0 1,1 0 0,0 1-1,-1-1 1,1 0 0,-1 2-1,-3 39-4203,4-35-615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0:33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15 4978,'0'0'2012,"0"0"-577,0 0-261,0 0 88,0 0-214,0 0-447,-12-2-206,5 0-424,-43-7 569,47 9-510,0-1-1,-1 1 1,1 0 0,0 0-1,-1 0 1,1 1-1,0-1 1,-1 1-1,1 0 1,0 0-1,0 0 1,0 0 0,0 0-1,-6 4 1,-2 5-25,1 1 0,0 1 0,1 0 0,0 0 0,0 1 0,2 0 0,-1 0 0,-8 24 0,5-8 20,2 0-1,0 1 1,-5 39 0,10-46 42,2 0 0,0 0 0,2-1 0,0 1-1,6 34 1,-4-43 61,2 1-1,0-1 1,0 0-1,2 0 0,0 0 1,0-1-1,1 0 0,1 0 1,13 17-1,-6-11 57,1-1 0,0-1 0,1 0 0,1-1-1,1-1 1,27 17 0,-32-24-162,1 0-1,-1-1 1,2 0-1,-1-2 1,1 0-1,0 0 1,0-2-1,0 0 1,0 0-1,18-1 1,-21-1-21,-1-1 1,1-1-1,-1 0 1,18-4 0,-24 4-9,-1-1 0,0 0 1,0-1-1,0 1 1,0-1-1,0 0 1,-1 0-1,1 0 0,-1-1 1,0 1-1,0-1 1,5-7-1,1-2-41,0-1-1,0 0 1,-2-1 0,0 0-1,0 0 1,-2-1 0,0 0-1,8-33 1,-9 23 34,-1-1 0,-1-1 0,-1 1 1,-4-52-1,-1 63 14,0 1 1,0 0-1,-2 1 1,0-1-1,0 1 1,-2 0-1,0 0 1,0 0-1,-1 1 1,-1 0-1,-14-15 1,7 9 4,0 1 0,-2 0 1,0 1-1,-1 1 0,-1 1 0,-29-17 1,32 24-64,0 1 0,-1 0 0,0 2 1,0 0-1,-1 1 0,1 0 1,-1 2-1,0 0 0,1 1 0,-27 3 1,42-2-9,1 0 0,0 0-1,-1 1 1,1-1 0,0 1 0,-1 0 0,1-1 0,0 1 0,0 0 0,-1 1 0,1-1 0,0 0 0,0 0 0,1 1 0,-1-1 0,0 1-1,0 0 1,1 0 0,-1-1 0,1 1 0,-1 0 0,1 0 0,0 0 0,0 1 0,0-1 0,-2 4 0,0 2-587,1 1 0,0-1 0,0 0 0,1 1 0,0-1 0,0 13 0,1-3-4971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0:41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7748,'0'0'1712,"0"0"-1023,0 0 175,0 0 80,0 0 1,0 0-305,0 0-144,-6 0-79,6 0-161,0 0 0,0 0-224,0 0-32,0 0 0,0 0-96,0 0-609,0 0-927,0 0-2658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0:46.8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0 727 1201,'0'0'1616,"0"0"-709,0 0-176,0 0 35,0 0-166,0 0-101,0 0-120,1-12 6615,4-37-6699,22-23 302,-20 52-455,0 0 0,1 0 1,21-35-1,7-19 167,-9 25 110,23-60 0,-44 97-380,0 0 1,1 0 0,0 0 0,1 1-1,1 0 1,0 1 0,0 0-1,17-14 1,31-35 30,-54 55-49,0 1 1,0-1 0,-1 0 0,1 1 0,-1-1 0,0-1-1,0 1 1,0 0 0,-1 0 0,2-9 0,-3 13 79,0 0-55,0 0-65,0 0-19,0 0-4,0 0 47,0 0-16,0 0 73,0 0 127,1 2-164,0 1 0,-1-1 0,1 1 0,-1-1 1,1 1-1,-1-1 0,0 1 0,0 0 0,0-1 0,-1 1 0,1-1 0,0 1 0,-1-1 0,0 1 0,0-1 0,0 1 0,0-1 0,0 0 0,-1 3 0,-30 42 54,27-41-48,-54 68 135,27-35-57,-35 56-1,57-79-94,1 1 1,1-1-1,1 1 1,1 1 0,0-1-1,1 1 1,-4 23-1,6 49 14,3-71 35,0 0 1,-1 0 0,-6 33 0,5-47 431,2-7-169,1-16-40,5-29-171,26-137 126,-24 127-240,1 0 0,19-60 0,-22 100-4,0 1-1,1-1 1,0 1 0,1 0-1,1 1 1,1 0-1,0 1 1,1-1-1,0 2 1,1 0-1,15-12 1,-25 22-22,1 1 0,0 0 0,0-1 0,0 1 0,0 1 0,0-1 0,0 0 0,0 1 0,1-1 1,-1 1-1,1 0 0,-1 0 0,1 1 0,5-1 0,-16 22 236,-2-9-179,-1 0 0,0-1 0,-1-1 0,-24 18 0,20-16-5,0 0 1,-21 25 0,15-10 44,2 1 0,1 1 0,1 0 1,2 2-1,-12 32 0,-46 165-4,70-211 26,2-4-2605,0-22-3105,1-4-2833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0:49.0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88 849 2833,'0'0'454,"0"0"-195,0 0 130,0 0 174,0 0 61,0 0-114,0 7-35,0 30 693,0-37-378,0 0-110,0 0-117,0 0-149,0 0 82,0 0 163,0 0-5,0 0-89,0 0-165,0 0-82,0 0-81,0 0 19,0 0-125,0-37 846,2 13-634,2 0 0,0-1 1,1 2-1,1-1 0,15-35 1,3-14 165,-17 46-451,1 0-1,2 1 1,0 0 0,2 0-1,0 1 1,2 1 0,1 0 0,1 1-1,0 1 1,23-22 0,95-117 138,-70 79-160,-57 75-30,0 0 0,0 1 0,0 0 1,15-9-1,11-10 8,-33 25-51,0 0 15,1 5 73,0 0 0,-1 1 0,0-1-1,0 1 1,0-1 0,0 0-1,-1 1 1,0-1 0,0 0-1,-1 0 1,0 1 0,1-1-1,-2 0 1,-4 9 0,3-6 5,-30 61-7,-3-2-1,-2-2 1,-71 87 0,-7 13 103,2-13 36,104-138-184,6-6-6,0 0 1,1-1-1,0 2 1,0-1 0,1 0-1,0 1 1,-2 11-1,3-9 0,-1 0-1,-1-1 1,0 0-1,-7 13 1,6-16 224,5-10-52,8-21 43,16-38-85,-6 14-97,21-101 0,-33 116-33,2-1 0,1 1 0,2 0 0,1 1 0,1 0 0,2 1 0,19-29 0,-10 25 12,2 1-1,31-31 1,-57 65-31,0-1-1,1 1 1,-1 0-1,0 0 1,0-1-1,0 1 1,1 0-1,-1 0 1,0-1-1,0 1 1,1 0-1,-1 0 1,0 0-1,0 0 1,1-1-1,-1 1 1,0 0-1,1 0 1,-1 0-1,0 0 1,1 0-1,-1 0 1,0 0-1,1 0 1,-1 0-1,0 0 1,1 0-1,-1 0 1,0 0-1,1 0 1,-1 0-1,0 0 1,1 0 0,-1 0-1,1 1 1,2 11-128,-7 21 244,-4-9-74,-2 0 0,-1-1-1,0-1 1,-2 1 0,-23 29-1,1 3 8,-16 26 56,4 3-1,-56 140 1,99-211-88,1-5 4,1 0-1,-1-1 0,0 1 1,-1-1-1,1 0 1,-10 12-1,11-60 134,2 33-124,1 0-1,1 1 0,-1-1 0,1 0 0,0 0 0,1 1 1,0-1-1,0 1 0,7-11 0,45-62 55,-33 50-53,0-2 10,7-12-51,3 1 0,2 2 0,48-47 0,-81 88-220,-1 0-42,0 0 82,20-32-1262,27-27-3292,-41 50 801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0:51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1165 3169,'0'0'1767,"0"0"-503,0 0 67,0 0-31,0 0-281,0 0-291,1-30 1868,29-32-1162,-8 22-1080,-3-2-103,3 1 1,1 1 0,1 1-1,3 2 1,38-44 0,-6 2 1127,-44 57-846,34-40 1,6-8-66,-46 56-366,1 0 1,1 1 0,0 0-1,1 1 1,16-14-1,196-165 1264,-204 174-1212,1 1-1,1 0 0,0 2 1,1 0-1,46-19 1,78-12-48,-129 39-103,0 0-1,1 2 0,0 0 1,21-2-1,13-1-32,171-41 699,-227 48-676,-13-1-14,0 1 0,0 1 1,0 0-1,1 1 0,-1 1 0,0 0 0,1 1 0,-20 7 0,-106 59 24,-199 132 0,330-196 2,-11 10-13,1 0-1,1 1 1,0 1-1,2 1 1,0 1 0,-18 26-1,21-26 8,-1 0 0,0-2-1,-2 1 1,0-2 0,-1-1-1,0 0 1,-26 16 0,27-22-16,0 0 0,0 1 0,1 1 0,-23 22 0,34-29 13,0 1-1,1-1 1,0 1 0,0 0 0,0 1-1,1-1 1,0 1 0,0-1 0,0 1-1,1 0 1,0 0 0,0 0-1,1 0 1,0 0 0,0 0 0,1 8-1,1-31 2,1 0 0,0 0-1,1 0 1,1 0-1,0 0 1,8-18 0,4-3-24,39-67 1,-3 24-15,84-100 1,-125 166 41,1 0-1,1 1 1,23-20 0,-30 29-4,-1 0 0,1 1 0,0 0 0,0 0 0,1 0-1,-1 1 1,0 0 0,1 0 0,0 1 0,-1-1 0,1 2 0,0-1 0,7 1 0,6 1-9,1 1 0,-1 0 1,0 2-1,21 6 0,1 1 23,-41-11-8,0-1 0,0 1 0,0 0 0,0 0 0,0 1 0,0-1 0,0 0 1,0 0-1,0 0 0,0 1 0,0-1 0,0 0 0,-1 1 0,1-1 0,0 1 0,0-1 0,0 1 0,0 0 0,-1-1 0,1 1 0,0 0 1,1 1-1,-28 9 59,-9 3-1368,1 1 0,-60 37 0,4-2-3078,81-46-3513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0:53.8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1 285 3314,'0'0'1117,"0"0"-663,0 0 87,0 0 268,0 0-121,0 0-133,40-3 3730,-30-1-3906,0 0 0,0 0 0,0-1 0,-1 0 1,1-1-1,8-7 0,-8 6-144,-1 1 0,1 0-1,0 0 1,1 1 0,18-6 0,-5 4-216,311-101 888,-287 87-737,-30 12-47,2 0 0,-1 2 0,1 0 1,0 1-1,1 1 0,31-4 0,-4 5-77,-23 0 93,0 2 0,0 1 0,0 1 0,0 1 0,0 1 0,39 8 0,-37-1 399,-1 2-1,25 14 1,-27-13-333,-1-1 0,47 14 0,-9-2-5,-58-22-186,1 1-1,-1 0 1,0 0 0,0 1 0,1-1-1,-2 1 1,1-1 0,0 1-1,0 0 1,-1 0 0,0 0-1,0 1 1,0-1 0,3 5-1,-5-7-80,0-1-1,0 0 0,0 0 1,0 0-1,-1 1 0,1-1 0,0 0 1,0 0-1,0 0 0,0 0 1,0 0-1,0 1 0,0-1 0,-1 0 1,1 0-1,0 0 0,0 0 1,0 0-1,0 0 0,0 0 0,-1 0 1,1 1-1,0-1 0,0 0 1,0 0-1,0 0 0,-1 0 0,1 0 1,0 0-1,0 0 0,0 0 1,-1 0-1,1 0 0,0 0 0,0 0 1,0 0-1,0 0 0,-1 0 1,1 0-1,0-1 0,0 1 0,0 0 1,0 0-1,-1 0 0,1 0 1,0 0-1,0 0 0,0 0 0,0 0 1,0-1-1,-1 1 0,1 0 1,0 0-1,0 0 0,0 0 0,0 0 1,0-1-1,0 1 0,0 0 0,0 0 1,0 0-1,0-1 0,0 1 1,0 0-1,0 0 0,0 0 0,0-1 1,-12-10-5464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0:55.4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77 3794,'0'0'1144,"0"0"-159,0 0 226,0 0 136,0 0-146,0 0-179,50 0 2411,196-20-624,-175 21-2765,140 21 0,-201-21 9,-8-1-39,-1-1 0,1 1 0,-1 0-1,1 0 1,-1 0 0,1 0 0,-1 1 0,1-1 0,-1 0-1,0 1 1,1-1 0,-1 1 0,1-1 0,-1 1 0,0 0-1,1-1 1,-1 1 0,0 0 0,0 0 0,0 0 0,0 0-1,2 2 1,-3-3 85,0 0 8,-20 0 213,10-1-312,0-1-1,0-1 1,0 1 0,0-1 0,1-1 0,-1 0-1,-15-9 1,-32-12-38,20 17-40,-1 2 1,0 1 0,0 2-1,0 2 1,-41 3 0,6-1 111,65-1-46,0 0 0,0 1 0,0 0 0,0 0-1,0 1 1,0 0 0,0 1 0,0-1 0,1 1-1,0 1 1,-1-1 0,1 1 0,-7 6 0,61-8-127,-26-4 240,1 0 0,0-1 0,-1-2 0,31-9 0,-29 7 8,0 1-1,1 1 1,34-2-1,-21 5-104,0 2 0,0 1 0,0 2-1,0 2 1,-1 2 0,52 15 0,-63-14-3,-10-5-7,0 2 0,-1 0-1,0 0 1,0 1 0,0 1-1,23 15 1,-37-21-2,0-1 0,1 0 0,-1 0 0,1 1 0,-1-1 0,0 0 0,1 0 0,-1 1 0,0-1 0,0 0 0,1 1 0,-1-1 0,0 0 0,0 1 0,1-1 0,-1 1 0,0-1 0,0 0 0,0 1 0,0-1 0,0 1 0,0-1 0,1 0 0,-1 1 0,0-1 0,0 1 0,0-1 0,0 1 0,-1-1 0,1 0 0,0 1 0,0-1 0,0 1 0,0-1 0,0 1 0,0-1 0,-1 1 0,-17 7 2,-22-4 36,-397-31 221,419 25-281,-28-6 12,79 2 39,77-1 127,-52 2-90,1 3-1,79 7 0,-111 0-58,0 1-1,0 1 0,0 1 0,-1 2 1,0 0-1,0 2 0,-1 1 0,33 23 0,-53-28-392,-11-5-4801,0-3-1480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0:59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11 4770,'0'0'419,"0"0"-131,0 0-53,0 0 85,0 0 16,0 0 238,-5-2 87,-21-4 97,2 4 2903,24 2-3080,0 0 118,0 0-77,0 0 7,0 0-2,0 0 96,0 0-149,25 0 901,-6 1-1075,1 1 0,-1 2 1,0 0-1,-1 1 0,1 0 0,21 11 0,-16-7-159,0-1 0,44 9 0,-61-15-190,0 1-1,0-1 1,-1 1-1,1 1 1,-1-1-1,0 1 1,0 0-1,0 0 1,-1 1-1,1 0 1,-1 0-1,6 7 1,-3-4 49,0 0 0,1 0 0,17 10 0,152 99 161,-75-55-236,38 20 44,-117-70-62,-1 2 0,0 1 0,-1 0 0,31 30-1,-6-13 62,-41-29-55,1 0 0,-1 1-1,0 0 1,0 1 0,0-1 0,-1 1-1,1 0 1,-1 0 0,-1 1 0,7 8 0,68 108 317,-73-113-322,17 27 95,27 62-1,-8-15 75,-31-66-125,0-1 0,2 0-1,20 21 1,-21-24-28,0 1-1,0 0 1,-2 0 0,17 29-1,30 51-10,-43-75 4,-2 1 1,0 0-1,-1 1 0,16 41 0,-18-38 5,2 1-1,20 36 0,10 21 19,3 50 9,-35-103-44,-3-10-3,2 11 15,2-1 0,16 32 0,-3-7 24,-16-37-15,1 0-1,0 0 1,11 16 0,6 7-5,28 63 0,-7-13-10,27 49 45,-73-138-96,0-1 72,0 0-21,0 0 21,-4-3-22,0 1 0,0-1 0,1 0 0,-1 0 0,1 0 0,-1-1 0,1 1 0,0-1 0,1 0 0,-1 0 0,-4-8 0,1 3-15,-10-18 4,1 0-1,0-1 1,-10-31 0,-17-34-32,16 49-82,-50-64-1,43 64 77,-28-51 0,39 42 7,19 45 26,1 0 0,-1 0-1,-1 0 1,0 1 0,0-1 0,0 1-1,-1 0 1,-8-9 0,-94-109-178,86 100 196,14 17-9,0 1 1,1-1-1,0-1 0,1 1 0,0-1 0,-8-17 0,9 17-4,-1 0 0,0 0 0,-1 1 0,1 0 0,-1 0 0,-1 0 0,0 1-1,0 0 1,-11-9 0,-32-35-1,-12-43 128,34 56-84,1-1 1,2 0 0,2-2-1,-23-58 1,40 88-48,0-1 1,0 1-1,-1 0 1,-1 1-1,0-1 1,0 1-1,-1 1 1,-19-16-1,1 4-10,-2 2-1,-33-16 0,56 31 16,-8-5 8,0-1 1,0-1-1,1 0 0,1-1 1,0 0-1,-17-22 0,-32-31 22,53 55-25,1 0 0,-1 0 1,1-1-1,1 0 0,-7-15 0,1 2-15,5 14 0,5 7 5,0 0 0,1 0-1,-1 0 1,0 0-1,1 0 1,0 0-1,-1 0 1,2-1 0,-2-4-1,2 8-124,0 0-220,17 0-749,-12 1 848,0 0 1,0 0 0,1 1-1,-1 0 1,0 0-1,0 0 1,6 4-1,16 13-4714,-25-16 473,-2-3-3661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01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21 4386,'0'0'1032,"0"0"-31,0 0 248,0 0 71,0 0-221,0 0-136,-1-3-138,1 2-719,-1 1 0,1 0 1,0-1-1,-1 1 0,1-1 1,0 1-1,0 0 1,-1-1-1,1 1 0,0-1 1,0 1-1,0-1 0,0 1 1,-1-1-1,1 1 0,0 0 1,0-1-1,0 1 0,0-1 1,0 1-1,0-1 0,0 1 1,1-1-1,-1 1 0,0-1 1,0 1-1,0-1 0,0 1 1,0 0-1,1-1 0,-1 1 1,0-1-1,0 1 0,1 0 1,-1-1-1,0 1 0,1-1 1,-1 1-1,0 0 1,1-1-1,22 8 1236,37 32-1493,-51-34 619,86 54 328,27 18-2,-109-65-608,0 1 0,-1 0 0,-1 1 0,0 0 0,0 1 0,-1 0 0,-1 1 0,9 21 0,-10-20-86,0 0 1,1-1-1,1 0 1,1 0-1,0-1 1,1-1 0,22 20-1,-18-21-153,-23-20-444,-22-26-282,20 19 469,-79-111-1616,75 109 1757,-2 0-1,0 1 0,-1 0 0,-1 2 0,-20-15 1,-5 4 44,31 19 135,1 0 0,-1-1 1,1-1-1,1 1 0,-1-2 0,1 1 0,1-1 0,-1 0 0,1-1 0,-7-10 0,14 18 3,0 0 0,0 0-1,1 1 1,-1-1-1,0 0 1,1 0 0,-1 0-1,1 0 1,-1-1-1,1 1 1,0 0 0,-1 0-1,1 0 1,0 0-1,0 0 1,0 0 0,0-1-1,0 1 1,0 0 0,0 0-1,0 0 1,0 0-1,0 0 1,1-1 0,-1 1-1,0 0 1,1 0-1,-1 0 1,1 0 0,-1 0-1,1 0 1,0 0 0,-1 0-1,1 0 1,0 0-1,0 1 1,0-1 0,-1 0-1,1 0 1,0 1-1,0-1 1,0 0 0,0 1-1,0-1 1,0 1-1,0 0 1,1-1 0,-1 1-1,0 0 1,0-1 0,0 1-1,0 0 1,0 0-1,1 0 1,1 0 0,3 0 17,1 0 1,0 0-1,-1 1 1,1 0 0,-1 0-1,1 0 1,-1 1-1,11 3 1,4 7 167,0 1 0,-1 0 0,0 1 0,-1 2-1,19 19 1,81 94 705,-106-114-840,4 4 29,43 49 276,87 128-1,-144-191-308,1 1-1,-1-1 0,0 1 1,0 0-1,0 0 1,-1 0-1,0 0 1,0 1-1,-1-1 1,1 11-1,-15-23 67,0-3-247,0-1 0,1 0 0,0-1 0,1 0-1,0-1 1,-18-26 0,-50-91-1346,40 62 963,-42-62 76,89 140 855,162 241 1928,-124-172-2110,55 107 320,-119-222-1185,0 4 256,1-2-1,-19-54 0,43 108 487,1-1 0,1 1 0,0-1 0,2-1 0,1 0 0,0 0 0,1-1 0,22 23 0,-3-8 25,1-1 0,2-2 0,44 30 0,-78-59-149,0-1 0,0 1 0,0-1 0,-1 1 0,1 0 0,0-1 0,-1 1 0,1 0 0,0-1 0,-1 1 0,1 0 0,-1 0 0,1 0 0,-1 0 0,1-1 0,-1 1 0,0 0 0,1 0 0,-1 0 0,0 0 0,0 0 0,0 0 0,0 0 0,0 0 0,0 0 0,0 0 0,0 0 0,0 0 0,0 0 0,0-1 0,-1 1 0,1 0 0,0 0 1,-1 0-1,1 0 0,-1 0 0,1 0 0,-1-1 0,1 1 0,-1 0 0,1 0 0,-1-1 0,0 1 0,0 0 0,1-1 0,-1 1 0,0-1 0,0 1 0,1-1 0,-1 1 0,0-1 0,0 0 0,0 1 0,0-1 0,-1 0 0,1 1-91,0-1 0,0 0 0,0 0 0,0 0-1,0 0 1,0 0 0,0 0 0,0 0 0,0 0 0,1 0 0,-1 0 0,0-1 0,0 1 0,0 0 0,0-1-1,0 1 1,0 0 0,0-1 0,1 1 0,-1-1 0,0 0 0,0 1 0,1-1 0,-1 0 0,0 1 0,1-1 0,-1 0-1,1 0 1,-1 1 0,1-1 0,-1 0 0,1 0 0,-1 0 0,1 0 0,0 0 0,0 0 0,-1 0 0,1-1-1,-3-17-3858,3-3-1818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03.4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5122,'0'0'1844,"0"0"-862,0 0-9,0 0 484,0 0-75,0 0-603,13 0 2857,50 3-2881,-35-3-380,24-1 284,0 2 0,0 2-1,0 3 1,61 14 0,-76-13-526,1-2 1,0-1 0,0-2-1,68-5 1,-16 0 444,175 6 397,222-4 309,-100-17-835,-344 16-454,33-1 24,0-3 0,-1-4 0,88-22 1,-124 23 58,1 1 1,-1 1 0,46 0-1,123 6 324,-103 2 93,-105-1-386,0 0-45,0 0 22,0 0-22,0 0 48,0 0-30,0 0 20,0 0 31,-12-7-1718,2 2-3022,4-1-1671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07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4882,'0'0'782,"0"0"-475,0 0-70,0 0 443,0 0 102,0 0-384,18 0 3217,26 0-2324,593 0 1894,-566-4-2995,1-4-1,94-21 0,-75 11 209,34 2 493,0 6 0,161 7-1,-175 3-742,-111 1-136,-1-1 0,1 0 0,0 0 0,0 0 0,0 0 0,0 0 0,0 0 0,0 1 0,0-1 0,0 0 0,0 0 0,0 0 0,0 0 0,0 0 0,0 1 0,0-1 0,0 0 0,0 0 0,0 0 0,0 0 0,0 0 0,0 0 0,0 1 0,0-1 0,0 0 0,0 0 0,0 0 0,0 0 0,0 0 0,0 1 0,0-1 0,0 0 0,1 0 0,-1 0 0,0 0 0,0 0 0,0 0 0,0 0 0,-16 6-2974,11-6-835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15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3330,'0'0'432,"0"0"-80,0 0 227,0 0 259,0 0-179,0 0-142,0 0-34,11 0-72,655 0 4925,-656 0-5310,0-1-3,0 1 0,0 0 0,0 0 0,1 1 0,-1 1 0,0 0 1,0 0-1,-1 1 0,1 0 0,11 6 0,-10-5 56,1 0 1,-1 0 0,1-1 0,0-1-1,0 0 1,21 0 0,2 2 234,111 23-20,-79-25-222,-51-2-66,0 0 0,0 1-1,0 1 1,28 7 0,-26-6 11,0 0 0,0-1 0,0 0 1,1-2-1,18-1 0,32 1 3,272 2 285,-172-4 67,-138 0-245,-1-1 0,1-2 0,43-11 0,-36 6 99,55-5 1,157-9 162,-188 23-323,0 2 0,71 11 0,3 1-58,601-6-40,-617-19 50,-74 6-7,51-1 0,1119 9-46,-1180-2 30,-1-1 1,1-1-1,51-11 0,-42 4 19,63-3 284,-41 7-323,361-12 163,-312 33-96,391-14-44,-382-1-263,-1 0 4246,-125-2-6214,-6 0-2166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20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3474,'0'0'947,"0"0"-208,0 0-139,0 0 62,0 0 165,18 0 40,133-3 1833,177-3-1348,-185 23-1232,-87-16-178,-55-1-401,-1 0-1726,0 0-2535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21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5042,'0'0'675,"0"0"-72,0 0 163,0 0 85,0 0-45,20 0-201,45-1-195,209 5 1709,-150 10-1634,224 15 647,-122-39-421,-183 7-483,-25 2-204,0 2-1,0 0 1,0 1-1,0 0 1,25 8-1,-22-5-14,100 18 23,-81-20 15,75-3 1,-38-2 145,-72 0-2418,-5 2-336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24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68 3986,'0'0'680,"0"0"-213,0 0 261,0 0 265,0 0 181,0 0-185,6 15-143,1 7-627,2 5 375,0 0 0,20 36 0,-28-60-560,0-1 0,1 1 1,-1-1-1,1 1 0,0-1 0,0 0 0,0 1 1,0-1-1,0 0 0,0 0 0,1-1 0,-1 1 0,1 0 1,-1-1-1,1 0 0,-1 1 0,1-1 0,0 0 1,0 0-1,0-1 0,-1 1 0,1-1 0,0 1 0,0-1 1,0 0-1,0 0 0,0 0 0,0 0 0,0-1 1,0 1-1,0-1 0,2-1 0,0 1-13,-1-1 1,0 0-1,0-1 1,-1 1-1,1-1 0,0 1 1,-1-1-1,1 0 0,-1 0 1,0-1-1,0 1 1,0-1-1,-1 1 0,1-1 1,-1 0-1,0 0 0,0 0 1,0 0-1,1-8 0,-1 5-66,0-1-1,0 1 0,-1-1 0,-1 0 0,1 1 0,-1-1 0,0 0 0,-1 1 0,0-1 1,0 0-1,-1 1 0,0-1 0,0 1 0,0 0 0,-1-1 0,-1 1 0,1 1 1,-1-1-1,0 0 0,0 1 0,-1 0 0,0 0 0,0 0 0,-10-8 0,15 13 30,0 1-56,1 20 47,1 0 0,1 0 0,1 0 0,0 0 0,9 21 0,41 92-57,31 8-25,-84-138 81,1 0 0,-1-1 0,0 1 0,0 0 0,0 0 0,0 0 0,0 0 0,0 0 0,-1 0 0,0 0 0,0 0 0,1 0 0,-2 0-1,1 0 1,0 0 0,-1 0 0,1 0 0,-1 0 0,0 0 0,0 0 0,0 0 0,-2 3 0,0-2 34,0-1 1,0 0-1,0 0 0,0 0 1,-1 0-1,0 0 0,1-1 1,-1 1-1,0-1 0,0 0 1,0 0-1,0-1 0,-7 3 1,-12 1 233,1-1 1,-1 0 0,0-2 0,-36 0-1,59-3-248,-1 1 0,0 0 0,1-1 0,-1 1 0,1 0 0,-1-1 0,1 1 0,-1-1-1,1 1 1,-1 0 0,1-1 0,-1 1 0,1-1 0,-1 0 0,1 1 0,0-1 0,-1 1-1,1-1 1,0 0 0,0 1 0,-1-1 0,1 0 0,0 1 0,0-1 0,0 0 0,0 1-1,0-1 1,0 0 0,0 1 0,0-1 0,0 0 0,5-25-3021,5 16-180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24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 5330,'0'0'1465,"0"0"-721,0 0 3,0 0 481,0 0-54,0 0-1153,0 0 1,0 0-1,0 0 1,-1 0 0,1 0-1,0 0 1,0 1 0,0-1-1,0 0 1,0 0-1,0 0 1,0 0 0,-1 0-1,1 0 1,0 0 0,0 0-1,0 0 1,0 0-1,0 0 1,0 0 0,-1 0-1,1 0 1,0 0 0,0 0-1,0-1 1,0 1-1,0 0 1,0 0 0,0 0-1,0 0 1,-1 0 0,1 0-1,0 0 1,0 0-1,0 0 1,0 0 0,0 0-1,0 0 1,0-1 0,0 1-1,0 0 1,0 0-1,0 0 1,0 0 0,0 0-1,-1 0 1,1 0 0,0-1-1,0 1 1,0 0 0,0 0-1,0 0 1,0 0-1,0 0 1,0 0 0,0 0-1,0-1 1,1 1 0,-1 0-1,0 0 1,0 0-1,0 0 1,0 0 0,0 0-1,0-1 1,66 2 704,17-1-389,-28-1-5978,-55 1-1064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25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5891,'0'0'1216,"0"0"-832,0 0 385,0 0 511,0 0 1,0 0-449,87 26-111,-61-26-433,-4 0 192,-2 0-304,-10 0-128,-2 0-48,-4 0-32,0 0-112,-4 0-944,0 0-2770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1:25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0 184 6659,'0'0'947,"0"0"-307,0 0-183,0 0 439,0 0 110,10-12-275,1-2-575,0-1 1,-1 0-1,-1 0 1,0-1-1,9-25 1,-3-14 187,-14 54-403,-1 1 81,0 0 167,0 11 86,3 42 1108,16 91 0,-10-92-1049,-7-45-300,-2-6-3133,0-1-1370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2:37.22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1024 71 4642,'0'0'678,"0"0"-97,0 0 350,0 0 363,0 0-285,0 0-281,-9-1-202,-203-45 2312,-90 24-749,262 21-1962,-5 1 445,-71 7 1,101-5-516,0 1 0,0 1 0,0 0 0,1 1 0,-1 1 0,1 0 0,0 1 0,-19 12 0,22-11-60,-1 1-1,1 0 1,0 0-1,1 1 1,1 0-1,-1 1 1,1 0-1,1 1 1,0 0-1,1 0 0,0 1 1,1-1-1,0 1 1,1 1-1,1-1 1,0 1-1,1 0 1,0 0-1,1 0 1,0 0-1,2 20 1,0-30 2,-1 7-1,0 1 0,1-1 0,1 0 0,0 0 0,0 0 0,1 0 0,1 0 0,0 0 0,0-1 0,1 1 0,0-1 0,8 13 0,10 13 98,2 0-1,1-1 1,2-2 0,33 32 0,-46-52-26,0-1 0,0 0 0,1-1 0,1 0 0,0-2 1,0 0-1,1-1 0,0 0 0,1-1 0,0-1 1,34 7-1,93 3 223,267-3 1,-339-13-305,-50-2-11,0 0 1,0-1-1,-1-1 0,0-2 1,0 0-1,25-11 0,122-61 25,-157 72-8,0 0 0,-1-1 1,0 0-1,0-1 1,-1 0-1,0-1 1,16-16-1,-21 18-3,-1 0 0,1 0-1,-1 0 1,0-1 0,-1 1 0,0-1-1,0 0 1,-1 0 0,0 0 0,0-1-1,0 1 1,-2 0 0,1-11 0,0 6-13,-1 1 0,0-1 1,-1 0-1,0 0 1,-1 0-1,-1 0 1,0 1-1,-1-1 1,0 1-1,-1 0 1,0 0-1,-13-21 1,0 3-47,-2 0 0,-1 0-1,-1 2 1,-50-49 0,56 64 79,0 0-1,0 1 1,-1 0 0,-1 1-1,0 2 1,0-1-1,-1 2 1,0 1-1,-1 0 1,-21-4 0,-5 4-43,0 2 1,1 2-1,-1 2 1,-51 6 0,78-1-189,16-3-4800,3-1 1735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2:43.70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50 1757 2561,'0'0'1558,"0"0"-1072,0 0-142,0 0 608,0 0 153,0 0-417,0-11 7900,-3-33-7726,-1 8-627,4-66 0,2 66-167,-7-67-1,-5 1 264,11 51-292,-6-110 149,-1 62 358,5 59-69,-10-57-1,6 53-119,2-1-1,5-87 1,1 39 83,-4 59-227,0 5-137,2 0 0,0 0 0,2 0 0,9-41 0,-6 41 124,-2-1 1,-1 1 0,-2-1-1,-3-54 1,0 12 2,2 67-190,0 0 0,0 0 0,-1 0 0,1 0 0,-2 0 0,1 0 0,0 0 1,-1 0-1,0 0 0,0 1 0,-5-8 0,6 15-17,0 1-1,0 0 1,1 0 0,-1 0 0,1 0-1,0 0 1,0 0 0,0 3-1,0-4 4,2 16 4,0 0 0,1 1 0,1-1-1,1 0 1,11 28 0,2 10 1,-22-102 12,4 35-14,0 0-1,-1 0 1,0 0 0,-3-11-1,-11-20-689,15 42 679,0 0 0,1 1 0,-1-1 0,1 0 0,-1 0 0,1 0 0,-1 0 0,1 0 0,0 0 0,-1 0 0,1 0 0,0 0 0,0-1 0,0 1 0,0 0 0,0 0 0,0-1 0,0 1 0,0 0 1,0-1-1,0 1 0,0-1 0,0 0 0,0 1 0,1-1 0,-1 0 0,0 0 0,0 1 0,0-1 0,1 0 0,-1 0 0,2-1 0,-3 1 44,0-6 30,-3-38 39,3 42-108,0 1 1,-1 0 0,1 0 0,0 0 0,-1-1 0,1 1 0,-1 0 0,1 0-1,-1 0 1,1 0 0,-1 0 0,0 0 0,0 0 0,1 0 0,-1 0 0,0 0-1,0 0 1,0 0 0,0 1 0,0-1 0,0 0 0,0 1 0,0-1-1,0 1 1,-1-1 0,1 1 0,0-1 0,0 1 0,0 0 0,-3 0 0,2 17-96,-2 131 77,7-1-1,24 169 1,-22-292 22,1 1 0,14 35 0,-13-43 5,-1 1-1,-1 0 1,0 0-1,-2 0 0,4 37 1,-7 142 0,-1-188 3,-1 1-1,0-1 0,0 0 0,-7 17 1,-4 14-29,-10 121 24,17-110 29,-6 178 64,12-229-104,0 0 35,0 0 34,0 0-10,0 0-78,0 0 62,0 0-38,0 0 14,0-20-118,-4-192-67,1-94 76,5 280 62,1 1 0,9-34 0,-6 36 20,-2-1-1,0 1 1,0-28-1,-3-51-32,-2-110-80,-13 88 135,7 73-71,0-58 1,8 91 0,0 14 61,0-1 1,-1 0-1,1 1 0,-1-1 1,0 0-1,-1 1 0,1-1 1,-1 0-1,0 1 0,0-1 1,0 1-1,-4-9 0,5 13-6,0 0 0,-1 0-1,1 0 1,0 0 0,0-1-1,0 1 1,0 0 0,-1 0-1,1 0 1,0 0 0,0 0-1,-1 0 1,1 0 0,0 0-1,0 0 1,0-1 0,-1 1-1,1 0 1,0 0 0,0 0 0,-1 0-1,1 0 1,0 0 0,0 0-1,0 1 1,-1-1 0,1 0-1,0 0 1,0 0 0,-1 0-1,1 0 1,0 0 0,0 0-1,0 0 1,-1 1 0,1-1-1,0 0 1,0 0 0,0 0-1,0 0 1,0 0 0,-1 1 0,1-1-1,0 0 1,0 0 0,0 0-1,0 1 1,0-1 0,0 1-1,-5 19-115,2 31 177,3-45-84,6 420-66,-5-386 95,1 425 122,-4-239-1503,1-208 1101,-1-1-1,0 0 0,-9 31 1,6-31 287,1 1 0,1-1 0,-2 33 0,5-31 487,0-12-1326,0-8-4511,0-8 776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03.14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1391 4210,'0'0'712,"0"0"-74,0 0 125,0 0 253,0 0-55,0 0-150,0 0-155,0 0-109,0 0-115,0 0-16,17-3-53,55-13-59,-62 13-211,0-1 0,0 1-1,0-2 1,-1 0-1,1 0 1,-1 0-1,0-1 1,0-1 0,8-8-1,8-4 47,21-15 12,336-255 191,-308 233-344,2 3-1,2 3 0,121-57 0,267-80-18,263-7 64,-201 63 75,-492 122-94,-22 6 29,-1 0 1,0-1-1,0-1 0,20-9 0,-32 13 40,-1 1 0,1 0 0,-1-1 1,1 1-1,-1 0 0,1-1 0,-1 1 0,1 0 0,-1-1 0,1 1 0,-1 0 0,1 0 0,0 0 0,-1 0 0,1-1 0,-1 1 0,1 0 0,0 0 0,-1 0 0,1 0 0,-1 0 0,1 0 0,0 1 1,-1-1-1,1 0 0,-1 0 0,1 0 0,-1 1 0,1-1 0,0 0 0,0 1 0,1 18 685,-16 31-1279,12-44 771,0 8-266,-1 1 1,2-1-1,-1 1 1,2-1-1,1 16 1,0 2-6,-1-32 12,0 0 5,0 0 11,0 0 39,0-6-52,-2-27-148,-2-1 1,-1 1 0,-12-41-1,9 40 65,1 0-1,1 0 1,-1-46 0,7 80 69,11 33-56,1-10 88,1 0 1,1 0 0,1-1 0,1-1 0,1 0 0,1-2-1,1 0 1,0-1 0,25 18 0,-44-36-31,0 0 0,0 0 0,1 0 0,-1 1 0,0-1 0,0 0 0,0 0 0,0 0 0,0 0 0,0 0 0,0 0 0,1 0 0,-1 1 0,0-1 0,0 0 0,0 0 0,0 0 0,0 0 0,0 0 0,0 1 0,0-1 0,0 0 1,0 0-1,0 0 0,0 0 0,0 1 0,0-1 0,0 0 0,0 0 0,0 0 0,0 0 0,0 0 0,0 1 0,0-1 0,0 0 0,0 0 0,0 0 0,-1 0 0,1 0 0,0 0 0,0 1 0,0-1 0,0 0 0,0 0 0,0 0 0,0 0 0,-1 0 0,1 0 0,0 0 0,0 0 0,0 1 0,-14 4 83,-19 3 13,31-8-93,-15 3 16,-8 1 155,1 1 1,0 1-1,-34 14 0,57-14-843,1-5-3188,0-1-3991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22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241 69 3426,'0'0'981,"0"0"-298,0 0-74,0 0 68,0 0 204,0 0-249,-4-6-179,-3-7-742,6 11 453,0-1 0,0 0 0,-1 0 0,1 0 0,-1 1 0,0-1-1,1 1 1,-1-1 0,0 1 0,-1 0 0,1 0 0,0 0 0,-1 0 0,1 0-1,-1 0 1,1 1 0,-1-1 0,0 1 0,0 0 0,0-1 0,1 2-1,-1-1 1,0 0 0,-1 0 0,1 1 0,-3-1 0,1 1-161,0 0 1,0 0-1,1 0 1,-1 0 0,0 1-1,0 0 1,1 0-1,-1 0 1,0 0 0,1 1-1,-1 0 1,1 0-1,0 0 1,0 0 0,-1 1-1,2-1 1,-1 1-1,0 0 1,0 1 0,1-1-1,0 1 1,0-1-1,0 1 1,0 0-1,-4 6 1,0 3 57,0-1 0,0 1 0,1 0-1,1 0 1,0 1 0,1 0 0,0-1 0,1 1 0,1 1 0,0-1-1,1 0 1,1 26 0,2-5 291,3 0 0,0-1 0,3 1 0,11 34 0,-10-41-284,-1 2 0,-2-1 0,-1 1 0,-1 0 0,0 30 0,-4-60-802,0 0-442,0 0-788,-2 0-1848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23.2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2545,'0'0'2145,"0"0"-1328,0 0-225,0 0 221,0 0 79,0 0-9,13 2 1243,44 5-735,0-3 0,61-4 0,-57-1-4281,-56 1-866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23.8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0 7603,'0'0'873,"0"0"-169,0 0-306,0 0-35,0 0 90,-9 12 110,0 0-290,1 0 0,0 1 0,1-1 1,0 2-1,1-1 0,0 1 0,-5 23 0,4-6 379,2-1 0,1 1 0,1-1-1,1 1 1,4 34 0,-1-61-602,0 1 0,1-1 0,-1 0 1,1 0-1,0 1 0,0-1 0,1 0 0,-1-1 0,1 1 0,0 0 0,0-1 1,0 1-1,0-1 0,1 0 0,-1 0 0,1 0 0,0-1 0,0 1 0,0-1 1,0 0-1,0 0 0,0-1 0,8 3 0,5 2 90,1-1 1,-1-1-1,1-1 1,31 2-1,42-4-87,-90-1-402,-1 0-617,-5-6-3461,-10-5 828,9 8 396,-2-2-2896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24.1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233 1 8020,'0'0'1192,"0"0"-287,0 0-220,0 0 276,0 0-60,-13 19-146,-9 11-463,2 1-1,1 2 1,-16 37-1,28-53-727,1-1 856,-1-1 0,0 1 0,-13 19 0,17-31-637,0-1 0,0 1 1,-1 0-1,1-1 1,-1 0-1,-6 5 0,7-6-337,0 0 0,0-1 0,0 0 0,0 0 1,0 1-1,0-2 0,0 1 0,0 0 0,0-1 0,0 1 0,-5-1 0,3 0-6215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24.5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6099,'0'0'683,"0"0"-342,0 0 158,0 0 133,0 0 246,6-1 51,-4 0-852,1 1-1,-1-1 1,0 1 0,0 0 0,1 0 0,-1 0 0,0 0 0,1 1 0,-1-1 0,0 0 0,0 1 0,1 0 0,-1-1 0,0 1 0,0 0 0,0 0 0,0 0-1,0 1 1,3 1 0,-1 1 127,0-1-1,-1 1 0,0 0 1,1 0-1,-1 0 0,-1 1 1,1-1-1,0 1 1,2 9-1,1 0 205,3 11 135,2 0 1,1-1-1,17 27 0,-25-44-526,0-1 0,1-1 0,0 1 0,0 0-1,0-1 1,0 0 0,1-1 0,0 1 0,0-1 0,1 0 0,-1 0 0,1-1-1,-1 0 1,1 0 0,0 0 0,12 2 0,-9-5-2104,-6 0-2941,-4 0-1413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25.0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4322,'0'0'939,"0"0"80,0 0 347,0 0-139,0 0-226,8 4-307,14 8-202,-1 1 1,-1 1 0,0 0 0,0 2 0,-2 0-1,34 38 1,-33-32-91,-1 1 0,-1 0 0,-1 2 0,-1 0 1,-2 0-1,12 30 0,-19-37-276,-2 1 0,0 0 0,-2 0 1,0 0-1,0 0 0,-3 25 0,1-31-20,-1-8-70,-1 1-1,0-1 0,0 0 1,0 0-1,0 0 0,-1 0 1,0 0-1,0 0 0,0 0 1,-1-1-1,1 0 0,-1 0 1,0 0-1,0 0 0,-1 0 1,1-1-1,-1 0 0,0 0 1,0 0-1,-6 2 0,5-4-1314,4-1-3175,2 0-1973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27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2737,'0'0'2273,"0"0"-1662,0 0-349,0 0 319,0 0 388,0 0-124,2 16 4227,7-14-4841,1 0 0,-1-1-1,1 0 1,0 0 0,-1-1 0,1-1-1,12-1 1,14 0 252,62 2 584,-71 9-301,4-9-1930,-23 0-5225,-8 0 1760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32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6835,'0'0'1582,"0"0"-720,0 0-473,0 0-180,0 0 41,0 0 121,1 15 229,-1-4-536,1 9 194,0 0 1,1 0 0,1 0-1,9 31 1,-11-46-213,1 0 1,0 0-1,-1-1 1,2 1-1,-1-1 0,0 1 1,1-1-1,0 0 1,0 0-1,0 0 0,0 0 1,1-1-1,0 1 1,-1-1-1,1 0 0,1 0 1,-1 0-1,0-1 0,0 1 1,1-1-1,0 0 1,-1 0-1,1-1 0,0 0 1,0 1-1,10 0 1,-6-1-2,1-1 0,-1 0 1,0 0-1,1-1 1,-1 0-1,1-1 1,-1 0-1,0 0 1,9-4-1,-14 4-39,-1 0 0,1 0 1,-1-1-1,1 1 0,-1-1 0,0 1 0,0-1 1,-1 0-1,1 0 0,0-1 0,-1 1 0,0 0 1,0-1-1,0 1 0,0-1 0,0 0 0,-1 0 0,0 0 1,0 0-1,0 0 0,0 0 0,0 0 0,-1-7 1,1 5-13,-1 1 1,0-1 0,0 0-1,-1 1 1,0-1 0,0 1-1,0-1 1,0 1 0,-1-1 0,0 1-1,0 0 1,0 0 0,-1 0-1,0 0 1,0 0 0,0 1-1,0-1 1,-1 1 0,0 0-1,0 0 1,0 0 0,-5-3 0,2 2-5,-1 1 0,0-1 0,0 1 0,0 1 1,0-1-1,0 1 0,-1 1 0,0 0 1,1 0-1,-1 1 0,0 0 0,0 0 1,-13 1-1,19 1 6,0-1 1,-1 1 0,1 0-1,0 1 1,0-1 0,-1 0-1,1 1 1,0 0 0,1 0 0,-1 0-1,0 0 1,0 0 0,1 0-1,-1 1 1,1-1 0,0 1-1,0 0 1,0-1 0,0 1-1,0 0 1,1 0 0,-1 1-1,1-1 1,0 0 0,0 0-1,0 1 1,0 2 0,-3 10-30,0-1 0,2 1 1,0-1-1,0 25 1,2-37 3,0-1-1,0 1 1,0-1 0,1 1 0,-1-1 0,1 1 0,0-1-1,-1 0 1,1 1 0,0-1 0,0 0 0,1 0 0,-1 0 0,0 0-1,1 0 1,-1 0 0,1 0 0,0 0 0,-1 0 0,1-1 0,0 1-1,0-1 1,0 1 0,0-1 0,1 0 0,-1 0 0,4 1 0,2 1-796,1 0 0,0-1 0,0-1 0,0 0 1,0 0-1,14-1 0,-7 0-2859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32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1 6259,'0'0'1433,"0"0"-638,0 0-286,0 0-127,0 0-110,5 15 99,13 29-237,2-1 0,26 41 0,-35-66-218,0 0-1,-1 1 0,-1 0 1,-1 0-1,-1 1 0,-1 0 1,0 1-1,-2 0 0,0-1 0,-1 1 1,0 28-1,-3-45 35,-1 1 0,1-1-1,-1 0 1,0 1 0,0-1 0,0 0 0,0 0 0,-1 0-1,1 0 1,-1 0 0,0 0 0,-1 0 0,1 0 0,-1-1-1,-4 6 1,1-3-18,1-1-1,-1 0 1,-1-1 0,1 0-1,-1 0 1,1 0-1,-1 0 1,-10 3-1,1-2 22,0 0-1,0-2 0,0 1 0,-1-2 1,1 0-1,-1-1 0,-30-2 0,44 0 62,1 1 0,-1-1 0,1 0 0,-1 1 0,1-1 0,-1 0-1,1 0 1,0-1 0,0 1 0,-1 0 0,1-1 0,0 0 0,0 1 0,0-1 0,0 0 0,1 0 0,-1 0-1,1 0 1,-1 0 0,1 0 0,-1 0 0,1-1 0,0 1 0,0-1 0,0 1 0,1-1 0,-1 1 0,0-1-1,1 1 1,0-1 0,-1-4 0,1 1 102,0-1 0,0 1-1,0-1 1,1 1 0,0-1 0,0 1 0,1-1-1,-1 1 1,1 0 0,1 0 0,-1 0 0,5-7-1,8-6-40,0 0-1,1 1 1,2 1-1,-1 0 1,2 2-1,0 0 0,1 1 1,1 0-1,37-17 1,-50 28-833,-7 3-2270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33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3 7219,'0'0'985,"0"0"146,0 0 203,0 0-147,0 0-483,-3-2-357,2 2-340,0 0 0,-1 0 0,1 0-1,0 0 1,0 0 0,0 0 0,0 1-1,0-1 1,0 0 0,0 1 0,0-1 0,0 1-1,0-1 1,0 1 0,0-1 0,0 1-1,0 0 1,0-1 0,0 1 0,1 0-1,-1 0 1,0-1 0,1 1 0,-1 0 0,0 0-1,1 0 1,-1 0 0,1 0 0,-1 0-1,1 0 1,0 0 0,-1 0 0,1 0-1,0 1 1,0 0 0,-17 60 408,12-39-153,-2 5 75,1 0-1,2 1 1,1-1 0,1 1 0,1-1 0,3 34 0,-1-57-314,0-1 1,1 1-1,-1-1 0,1 0 0,0 0 1,0 0-1,0 0 0,1 0 0,-1 0 1,1-1-1,0 1 0,0-1 0,0 0 1,0 1-1,1-2 0,-1 1 0,1 0 1,0-1-1,0 1 0,0-1 0,0 0 1,0 0-1,0-1 0,1 1 1,-1-1-1,1 0 0,4 0 0,16 4-112,0-2 0,0 0 0,38-2 0,-57-1 16,-1 0-319,24 0-692,-19-4-2755,-10-3-387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33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0 8260,'0'0'1617,"0"0"-1425,0 0 112,0 0 768,-65 98-223,43-64-433,-2-2-160,2 1-48,-2-7-128,3-2-32,3-7-16,2-2-64,2-3-80,6-6-256,-2-5-641,10-1-2464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33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9332,'0'0'993,"0"0"-913,0 0 224,0 0 848,0 0-15,63 94-481,-25-67-480,-2 0-16,-2-4-160,-9-3 32,-1-3 0,-8 1-64,-4-3-272,-2-3-736,-2-1-625,-8-11-1360,0 0-993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34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4162,'0'0'1198,"0"0"189,0 0-205,20 14-216,-18-12-942,28 21 607,-1 2 0,-1 1 0,46 54 0,-61-62-494,0 0 1,-2 1-1,0 0 1,0 1-1,-2 0 0,-1 0 1,0 1-1,-2 1 1,0-1-1,-2 1 1,0 0-1,-1 0 1,-1 0-1,-3 39 1,1-54-114,-2 0 0,1 1 1,-1-1-1,0 0 0,-1 0 1,1-1-1,-1 1 0,-1 0 0,1-1 1,-1 0-1,0 0 0,-1 0 0,-6 7 1,0-1-190,-1-1 1,0 0-1,-1-1 1,-25 16-1,33-24-1849,4-2-2559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7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1 117 2705,'0'0'4320,"0"0"-2488,0 0-799,0 0-129,0 0-154,0 0-417,6-9-205,3-3-60,1 0-1,0 1 0,0 0 0,15-11 1,-19 17-49,0 1 1,0 0-1,0 0 0,0 1 1,0 0-1,1 0 1,0 0-1,-1 1 1,1 0-1,0 0 0,0 0 1,0 1-1,9 0 1,-12 0-22,0 1 0,0 0 1,1 0-1,-1 1 0,0-1 0,0 1 1,0 0-1,0 0 0,0 0 1,-1 0-1,1 1 0,0 0 0,0-1 1,-1 1-1,1 1 0,-1-1 1,0 0-1,0 1 0,0 0 0,0 0 1,0 0-1,0 0 0,-1 0 1,1 0-1,-1 1 0,0-1 0,2 6 1,6 11-6,-1-1 0,-1 1 0,0 0 0,-2 1 0,-1 0 0,0 0 0,-2 0 0,0 0 0,-1 1 0,-1-1 0,-1 1 0,-6 36 0,5-51-82,0 0-1,-1 0 1,0 0-1,0-1 1,0 1-1,-1-1 1,0 0-1,-1 0 1,1 0-1,-1 0 1,0 0-1,-1-1 1,1 0 0,-1 0-1,0 0 1,0 0-1,-1-1 1,1 0-1,-1 0 1,0 0-1,0-1 1,0 0-1,-1 0 1,1-1-1,-1 0 1,0 0 0,1 0-1,-1-1 1,-13 2-1,18-3 125,-1 0 1,1-1-1,0 1 0,0 0 0,-1-1 1,1 1-1,0-1 0,0 0 0,0 0 1,0 1-1,0-1 0,0-1 0,0 1 1,0 0-1,0 0 0,0-1 0,1 1 1,-1-1-1,1 0 0,-1 1 1,1-1-1,-1 0 0,1 0 0,0 0 1,0 0-1,0 0 0,0 0 0,0 0 1,1 0-1,-1 0 0,0-5 0,-1-5 214,0 0 0,1 0 0,1-1 0,2-19 0,-2 29-191,0 2-49,0-1 0,0 1 1,1 0-1,-1 0 0,0 0 1,1-1-1,-1 1 0,1 0 1,-1 0-1,1 0 0,0 0 1,-1 0-1,1 0 0,0 0 1,0 0-1,0 0 0,0 0 1,0 1-1,0-1 0,0 0 1,0 0-1,0 1 0,1-1 1,2-1 3,0 1 0,-1-1 0,1 1 0,0 1 1,0-1-1,0 0 0,6 1 0,-2 0 6,-1 0-1,0 0 1,0 1-1,0 0 1,0 1-1,0 0 1,0 0-1,8 3 1,5 7 32,-13-7 35,-1-1 0,1 1 1,0-2-1,0 1 0,0-1 0,1 0 0,-1 0 0,1-1 1,0 0-1,0 0 0,-1-1 0,1 0 0,0 0 0,0-1 1,11-1-1,-18 1-166,-1-1 0,1 1 1,0-1-1,-1 1 0,1 0 1,0-1-1,-1 0 0,1 1 0,0-1 1,-1 1-1,1-1 0,-1 0 0,1 1 1,-1-1-1,0 0 0,1 0 1,-1 1-1,0-1 0,1 0 0,-1 0 1,0 0-1,0 1 0,0-1 1,0-2-1,0 0-3895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8.1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4242,'0'0'2028,"0"0"-972,0 0-112,0 0 398,0 0 70,6 2 997,34 1-947,41-1 0,-43-2-860,50 7-1,-68 4-760,-17-9-4164,-1-2-255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8.5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36 6307,'0'0'1499,"0"0"-1125,0 0-297,0 0 350,0 0 685,2-6-220,5-18-220,-6 18-152,-1 6 8,-3 13 166,-22 32-165,-2 0 0,-2-1 1,-54 62-1,9-12 222,41-57-2080,27-32-1347,6-5-1237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8.8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7684,'0'0'1109,"0"0"25,0 0-445,0 0-52,0 0 6,7 0-43,-4-1-544,0 1 0,0 0-1,0 1 1,0-1 0,0 0-1,0 1 1,0 0 0,0 0-1,0-1 1,-1 2 0,1-1-1,0 0 1,-1 1 0,1-1-1,-1 1 1,3 1 0,3 5 217,0 0 0,0 0 0,11 18 0,27 41 993,-32-43-935,1-1 1,2 0 0,0-1-1,21 19 1,-33-38-327,-1 0 0,1 0 0,-1 0 0,1-1 0,0 0 0,0 0 0,0 0 1,0-1-1,0 1 0,0-1 0,1 0 0,-1-1 0,0 0 0,0 1 0,1-2 0,5 0 1,-2 1-29,-9 0-13,1 0 0,0 0 0,0 0 0,-1 0 0,1 0 0,0 0 0,-1 0 0,1 0 0,0-1 1,0 1-1,-1 0 0,1 0 0,0-1 0,-1 1 0,1-1 0,-1 1 0,1 0 0,0-1 0,-1 1 0,1-1 0,-1 0 1,1 1-1,-1-1 0,0 1 0,1-1 0,-1 0 0,1 1 0,-1-2 0,3-15-3466,-3 4-881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9.5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5442,'0'0'1150,"0"0"-392,0 0-51,0 0 197,0 0 145,7-3-299,22-6-113,0 1 0,1 2 0,-1 1 0,1 1 0,54 0 1,-85 48-270,-1-33-218,-2 0 0,1 0 0,-2-1 1,1 1-1,-1-1 0,-1 0 0,-9 14 0,9-16-39,0 0 0,1 1 0,0 0 0,1 0 0,-1 0-1,2 0 1,-1 1 0,2 0 0,-1-1 0,1 1 0,-1 13 0,3-20-85,0 0 0,0 0 0,0 0 0,0-1 0,0 1-1,0 0 1,1 0 0,0-1 0,-1 1 0,1 0 0,0 0 0,0-1 0,1 1 0,-1-1 0,0 1 0,1-1 0,0 0 0,3 4 0,-2-4 20,1 0-1,0 0 1,-1-1-1,1 1 1,0-1-1,0 0 1,0 0 0,0 0-1,0-1 1,0 0-1,0 1 1,8-2 0,54 1 905,-36 0-8012,-23 0 1053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55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0 2433,'0'0'4138,"0"0"-2545,0 0-838,0 0 344,0 0 149,0 0-303,-4 0-355,-10 1-232,15 0 215,27 4 614,7 1-1043,42 13-60,1-3 0,0-3 0,97 3 0,-174-16-7,-1 0 1,-24-6 74,-23-2-122,0 2-1,-1 2 1,-79 3 0,73 2 130,-1-2 1,-69-11-1,120 12 10,4 0-2794,14 0-2520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59.3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1 278 4882,'0'0'1243,"0"0"-378,0 0 301,0 0 237,0 0-298,0 0-260,2 3-84,-1-2-684,0 0 1,-1 0 0,1 0-1,-1-1 1,1 1 0,0 0-1,0-1 1,0 1 0,-1 0-1,1-1 1,0 1 0,0-1 0,0 1-1,0-1 1,0 0 0,0 1-1,0-1 1,0 0 0,0 0-1,0 0 1,0 1 0,0-1-1,0 0 1,0 0 0,0-1-1,0 1 1,2 0 0,-1-2 29,0 1 0,0 0 0,0-1 0,0 0 0,0 0 0,0 1 0,0-1 0,-1 0 0,1 0 0,0-1 0,-1 1 1,2-3-1,7-15 39,0-1 0,-1-1 0,-1 0 0,9-38 0,-10 32-9,1 0 0,15-32 0,-23 60-138,0 0 0,0 0 0,0 0 0,0 0 0,0-1 0,0 1-1,0 0 1,0 0 0,0 0 0,1 0 0,-1 0 0,0 0-1,0-1 1,0 1 0,0 0 0,0 0 0,0 0 0,0 0 0,0 0-1,0 0 1,0 0 0,1 0 0,-1-1 0,0 1 0,0 0 0,0 0-1,0 0 1,0 0 0,0 0 0,0 0 0,1 0 0,-1 0-1,0 0 1,0 0 0,0 0 0,0 0 0,0 0 0,1 0 0,-1 0-1,0 0 1,0 0 0,0 0 0,0 0 0,0 0 0,1 0 0,-1 0-1,0 0 1,0 0 0,0 0 0,0 0 0,0 0 0,0 1-1,0-1 1,1 0 0,-1 0 0,0 0 0,0 0 0,0 0 0,5 13-136,0 13 56,5 234 2060,-8-75-1082,-2-180-1208,3 17 1488,1-18-575,4-11-1083,-5 5 231,0 1 1,1 0-1,-1 0 0,1 0 0,-1 0 0,1 1 1,0 0-1,-1-1 0,1 1 0,-1 1 1,1-1-1,6 1 0,0 0-14,-7-1 165,22-3-6,-25 2-99,1 1-1,0-1 1,0 0 0,-1 1 0,1-1-1,-1 0 1,1 0 0,0 1 0,-1-1-1,0 0 1,1 0 0,-1 0 0,1 0-1,-1 0 1,0 0 0,0 0 0,1 0-1,-1 1 1,0-1 0,0 0 0,0 0-1,0 0 1,0-2 0,0-8-6917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3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6899,'0'0'782,"0"0"-182,0 0 86,0 0 226,0 0 158,-2 19 331,1-4-1216,-4 71 1725,4 85 1,2-143-1903,2-1 1,1-1-1,0 1 0,2 0 1,1-1-1,2 0 1,0-1-1,14 27 1,-14-46-1880,-8-6-4332,-1 0-106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3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6915,'0'0'1257,"0"0"-865,0 0-155,9-18 305,-3 3-333,-5 9-143,1 0 0,1 0 0,-1 1 0,1-1-1,0 1 1,0 0 0,0 0 0,1 0-1,-1 0 1,1 0 0,1 1 0,-1 0 0,1 0-1,-1 0 1,1 0 0,0 1 0,0 0-1,8-4 1,20-6 286,51-13 0,-74 23-316,0 1 0,1 0 0,-1 1 0,1 0 1,-1 1-1,1 0 0,0 0 0,-1 1 0,17 4 0,-23-4-30,-1 1 1,0 0 0,0-1-1,0 1 1,-1 0 0,1 1-1,0-1 1,-1 0 0,0 1-1,1 0 1,-1-1-1,0 1 1,0 0 0,0 0-1,-1 0 1,1 0 0,-1 0-1,0 1 1,0-1 0,0 0-1,0 1 1,0 3 0,2 10 206,0 0 0,0 35 0,-2-14 127,-2 1 0,-8 49 1,7-77-299,0 1 0,-1-1 0,0 1 0,-1-1 0,0 0 0,-1 0 1,0-1-1,-1 1 0,0-1 0,0 0 0,-16 17 0,20-25-34,1 0 0,-1-1 0,0 1 0,0 0 0,0-1 0,0 1 0,0-1 0,0 1 0,0-1 0,-1 0 0,1 0 0,0 0 0,-1 0 0,1-1 0,-1 1 0,1-1 0,-1 1 0,1-1 0,-1 0 0,1 0 0,-1 0 0,1 0 0,-1 0 0,1-1 0,-1 1 0,1-1 0,-1 0 0,1 1 0,0-1 0,-1 0 0,-2-2 0,1 0-3,-1-1-1,1 1 0,0-1 1,0 1-1,1-1 1,-1-1-1,1 1 0,0 0 1,0-1-1,0 1 0,1-1 1,-1 0-1,-1-6 1,-3-12 93,4 15-10,5 11 16,5 16-60,2 0 0,0-1 0,1 1 0,0-2 0,2 0 0,0 0 0,1-1-1,27 25 1,-30-32-12,0-1 1,1 0-1,0-1 0,0 0 0,1-1 0,0 0 1,0-1-1,1 0 0,-1-1 0,1 0 0,0-1 0,0-1 1,0 0-1,0-1 0,14 0 0,-24-1-128,0 0 0,-1 0 0,1 0 0,0 0 1,0-1-1,-1 1 0,1-1 0,0 0 0,3-2 0,10-12-4619,-12 10-1376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6179,'0'0'1630,"0"0"-486,0 0 30,0 0 6,0 0-343,0 0-338,-13 8-51,4 5-273,0 0 0,1 1 0,0 0 0,1 0-1,-9 27 1,-20 80 1343,32-104-1304,1 1 0,0-1 0,1 1 0,1 0 0,1-1 0,1 1 0,0 0 0,7 31 0,-5-38-111,0 0 0,1 0-1,1 0 1,0-1 0,0 0 0,1 0 0,0 0-1,1 0 1,0-1 0,1 0 0,-1-1 0,2 0-1,-1 0 1,14 9 0,-13-10-95,1 0 0,0-1 0,0 0 0,0-1 0,1 0 0,-1-1 0,1 0 0,1-1 0,-1 0 0,0 0 0,19 1 0,-30-4-117,0 0-139,-4-22-3874,2 8 1941,2 3-2207,0 2-3290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1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 7924,'0'0'520,"0"0"91,0 0 477,0 0 11,0 0-389,-16 14-184,-3 1-366,10-8-73,1 0 0,-1 0 0,1 1 0,0 1 0,1-1 0,0 1 0,0 0 0,1 1 0,-7 13 0,-5 12 284,-9 21-105,-3-1 1,-52 72 0,71-118-443,10-9 63,1 0-1,0 1 1,0-1 0,0 0-1,0 0 1,0 0-1,-1 1 1,1-1-1,0 0 1,0 0 0,0 0-1,-1 0 1,1 1-1,0-1 1,0 0-1,-1 0 1,1 0 0,0 0-1,0 0 1,-1 0-1,1 0 1,0 0-1,0 0 1,-1 0 0,1 0-1,0 0 1,0 0-1,-1 0 1,1 0-1,0 0 1,0 0 0,-1 0-1,1 0 1,0 0-1,0 0 1,-1 0-1,1 0 1,0 0 0,0-1-1,-1 1 1,1 0-1,0 0 1,0 0-1,0 0 1,-1-1 0,1 1-1,0-6-4640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8212,'0'0'1536,"0"0"-1101,0 0-69,0 0 215,0 0 369,18 8-155,59 28-221,-69-31-461,0 1 0,0 1 1,-1-1-1,0 1 0,0 1 1,-1-1-1,0 1 0,0 0 1,-1 0-1,0 1 0,-1 0 1,1 0-1,-2 0 0,1 0 1,1 10-1,2-1 203,7 25 66,13 34 309,-25-72-662,0 0-1,1 0 1,0-1 0,0 1-1,0-1 1,0 1-1,1-1 1,-1 0 0,1 0-1,0-1 1,7 5-1,-7-6-184,0 0 0,0-1 0,0 0 0,0 0 0,0 0 0,0 0-1,0-1 1,0 1 0,7-1 0,-9 0 5,-1 0-1,1 0 1,0 0 0,-1 0 0,1 0-1,0-1 1,0 1 0,-1 0-1,1-1 1,-1 1 0,1-1 0,0 0-1,-1 1 1,1-1 0,-1 0-1,1 0 1,-1 0 0,0 0-1,1 0 1,-1 0 0,0-1 0,0 1-1,0 0 1,1-2 0,2-9-5545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6723,'0'0'790,"0"0"-286,0 0 246,0 0 61,0 0-358,9 5 260,8 5-432,0 1 0,0 1 0,-1 0 0,-1 1 0,0 1 0,25 30 0,-9-5 543,49 78 0,-67-93-649,-1 1 1,-1 0 0,-1 1 0,-1 1 0,-1-1 0,-2 1 0,-1 0 0,0 1-1,-3-1 1,0 1 0,-1 0 0,-5 40 0,2-57-152,0 0 1,0 0-1,-1-1 1,0 1 0,-1-1-1,0 0 1,0 0-1,-1 0 1,-1 0-1,0-1 1,0 0-1,-1 0 1,0-1-1,0 0 1,-16 13-1,20-20-219,2-1-4324,1 0 760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2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5010,'0'0'1868,"0"0"-894,0 0 213,0 0 483,0 0-144,10 0-550,200 2 2974,-115-2-8025,-65 0 508,-30 0-3023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3:4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4002,'0'0'2649,"0"0"-1550,0 0-178,0 0 546,0 0-106,22 18-110,13-11-945,-1-1-1,1-2 1,0-2-1,1-1 1,-1-2 0,42-6-1,-63 6-290,36-6 0,-50 5 69,0 2-3683,0 0 3592,0 0-2922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3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39 7668,'0'0'482,"0"0"313,0 0 326,0 0 282,0 0-218,0 0-150,-7-10-259,3 5-735,3 3-10,-1 0 1,1 0 0,0 1 0,0-1-1,-1 0 1,1 1 0,-1-1 0,1 1 0,-1-1-1,0 1 1,1 0 0,-1 0 0,0 0-1,-3-2 1,-4 15 267,4 24-2,-2 88 1261,12 167 0,-3-262-1428,11 44 1,-12-65-316,1-1 0,1 1 1,-1-1-1,1 1 0,0-1 0,1 0 1,-1 0-1,2-1 0,-1 1 0,10 10 0,-14-16-1904,0-1-1163,0 0-1846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3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6915,'0'0'2161,"0"0"-1190,0 0-245,2-17-160,-1 4-433,-1 9-100,-1-1 1,2 1 0,-1-1 0,0 0 0,1 1 0,0-1 0,0 1-1,1 0 1,-1-1 0,1 1 0,0 0 0,0 0 0,0 0-1,0 0 1,1 0 0,0 1 0,-1-1 0,1 1 0,1-1 0,-1 1-1,6-4 1,14-7 109,0 2 0,1 0 0,1 1 0,36-10 0,-45 17-81,0 0 0,-1 1 0,1 1 0,1 1 0,-1 0 0,0 1 0,0 1 0,25 4 0,-35-4-62,0 1 0,0 1-1,-1-1 1,1 1 0,-1 0 0,0 0 0,0 0 0,0 1-1,0 0 1,-1 0 0,1 0 0,-1 0 0,0 1 0,0 0-1,-1 0 1,1 0 0,-1 0 0,0 0 0,0 1 0,-1-1-1,0 1 1,0 0 0,0-1 0,-1 1 0,0 0 0,0 0-1,0 9 1,1-5 1,-1 0-1,-1 0 1,0 0-1,0 0 0,-1 0 1,0 0-1,-1 0 1,0 0-1,-1 0 1,0-1-1,0 1 1,-1-1-1,0 0 1,-1 0-1,-11 17 1,7-16 10,-1 1 0,0-1 1,-1 0-1,0-1 0,0-1 1,-1 0-1,0 0 0,0-1 1,-1 0-1,0-1 1,0-1-1,-1 0 0,1-1 1,-1 0-1,0-1 0,0-1 1,-1 0-1,-18-1 1,32-1-15,0 1 0,0-1 1,1 0-1,-1 0 1,0 0-1,1 1 1,-1-1-1,0 0 1,0 0-1,1 0 1,-1 0-1,0 0 1,0-1-1,1 1 1,-1 0-1,0 0 1,1 0 0,-1-1-1,0 1 1,1 0-1,-1 0 1,0-1-1,1 1 1,-1-1-1,1 1 1,-1-1-1,0 1 1,1-1-1,-1 1 1,1-1-1,0 1 1,-1-1-1,1 0 1,-1 1-1,1-1 1,0 0-1,-1 1 1,1-1-1,0 0 1,0 1-1,0-1 1,0 0 0,-1 0-1,1-1 1,9 7-140,54 60 360,-49-48-120,2 0 0,0-1 0,1-1 0,1-1 0,37 24 0,19-9 156,-16-7-49,-47-19-444,-4-3-2542,-3 0-1875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4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23 4322,'0'0'4455,"0"0"-3249,0 0-504,0 0 354,0 0-151,-15-5-180,-48-13-276,61 19-434,0-1 0,0 1 1,0-1-1,0 1 0,0-1 1,0 1-1,0 0 0,1 0 0,-1 0 1,0 0-1,1 0 0,-1 0 1,0 1-1,1-1 0,0 1 1,-1-1-1,1 1 0,0-1 1,-1 1-1,1 0 0,0-1 1,0 1-1,1 0 0,-1 0 0,0 0 1,1 0-1,-1 0 0,0 3 1,-3 5 89,-7 15 258,1 1 0,1 1 0,1 0 0,1 0-1,2 0 1,1 1 0,1 0 0,1 48 0,2-71-346,0-1 0,1 0 1,0 0-1,0 0 0,0 0 0,0 0 1,1 0-1,-1 0 0,1 0 1,0-1-1,0 1 0,1-1 0,-1 1 1,1-1-1,0 0 0,-1 0 1,1 0-1,1 0 0,-1-1 0,0 1 1,1-1-1,-1 0 0,1 0 1,0 0-1,-1 0 0,1 0 0,0-1 1,0 0-1,7 1 0,4 2-226,0-1 1,0-1-1,0-1 0,0 0 0,0-1 0,0 0 0,19-4 0,-32 4-139,11-4-1357,-8-4-2650,-3 0-2405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7459,'0'0'1401,"0"0"-633,0 0-378,0 0 378,0 0 185,-13 19-166,-208 348 1606,205-345-6699,16-25-2945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7059,'0'0'528,"0"0"292,3 16 247,0-2-684,0 0 0,0 0 0,1-1 0,1 1 0,1-1 0,0 0 0,0-1 0,13 19 0,5 1 603,43 43 1,-58-66-1224,0 0 1,1-1-1,0 0 0,0-1 0,1 0 1,0-1-1,0 0 0,23 8 0,-32-13-2425,-2-1-1468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5138,'0'0'1606,"0"0"-797,0 0-385,0 0 67,0 0 448,14 16 294,92 121 874,-83-105-1634,-2 2 0,-1 0 0,17 39 0,-30-51-339,-1 0 0,-1 0 0,-1 1 0,-2-1 0,0 1 0,0-1 0,-2 1 0,-4 24 0,3-39-101,-2 0 0,1 0 0,-1 0 0,0-1 0,0 0 0,-1 1 0,0-1 0,-1 0 1,1-1-1,-1 1 0,0-1 0,-1 0 0,0 0 0,0-1 0,0 0 0,0 0 0,-1 0 1,0-1-1,0 0 0,0 0 0,-10 3 0,15-6-127,1-1-4174,1 0-1732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14 7395,'0'0'1516,"0"0"-484,0 0 49,0 0-27,0 0-54,0 0-274,-13-4 397,250 22 942,-220-17-2193,30-1 476,-46 0-390,0 0 1,0 0-1,0-1 0,0 1 0,0 0 1,0 0-1,0-1 0,0 1 1,0 0-1,0-1 0,0 1 0,0-1 1,0 0-1,-1 1 0,1-1 1,0 0-1,0 1 0,0-1 1,-1 0-1,1 0 0,0 1 0,-1-1 1,1 0-1,-1 0 0,1 0 1,-1 0-1,1 0 0,-1 0 0,0 0 1,0 0-1,1 0 0,-1 0 1,0-2-1,0 3-165,-1-1 0,0 1 0,1-1-1,-1 1 1,1 0 0,-1-1 0,0 1 0,1 0 0,-1-1 0,0 1 0,1 0-1,-1 0 1,0 0 0,1 0 0,-1-1 0,0 1 0,0 0 0,1 0 0,-1 0 0,0 0-1,1 1 1,-1-1 0,0 0 0,-1 0 0,-2 1-1485,-8-1-2718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5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5074,'0'0'1780,"0"0"-1041,0 0-238,0 0 537,0 0 267,2 12 669,41-8-1345,0-2 1,50-4-1,-14 0 84,-79 2-689,0 0-53,0 0-35,0 2-2561,0-2-1161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3634,'0'0'1302,"0"0"-619,0 0-59,0 0 390,0 0 106,0 0-95,1 6-262,-1-5-660,-1 1-39,1 1 0,0-1 0,-1 0 0,1 0 0,0 0 0,0 0-1,1 1 1,-1-1 0,0 0 0,1 0 0,-1 0 0,1 0 0,1 4-1,-1-6-11,-1 0 0,0 1 0,1-1 0,-1 0 0,0 0-1,1 0 1,-1 1 0,0-1 0,1 0 0,-1 0-1,1 0 1,-1 0 0,0 0 0,1 0 0,-1 0-1,0 0 1,1 0 0,-1 0 0,1 0 0,-1 0 0,0 0-1,1 0 1,-1 0 0,1 0 0,-1 0 0,0 0-1,1 0 1,-1-1 0,0 1 0,1 0 0,-1 0-1,0 0 1,1-1 0,12-15 467,5-27-656,-16 38 298,3-9-87,-1 0-1,0-1 0,0 1 0,-2 0 0,1-1 1,-1-26-1,-2 41-1,0 8 123,-12 550 4809,12-558-4955,0 0-4,0 0 11,4-25-2743,2 16-957,0 0-3167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0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7123,'0'0'1364,"0"0"-340,0 0 97,0 0 162,0 0-315,0 0-354,9 0 69,14 0-372,270 9 1920,-290-9-2221,-1 0-15,0 0 0,-1 0 1,1 0-1,-1 0 0,1 0 1,-1 0-1,1 0 1,0 1-1,-1-1 0,1 0 1,-1 1-1,1-1 0,-1 1 1,1 0-1,-1-1 0,0 1 1,1 0-1,-1 0 0,0 0 1,1 0-1,-1 0 1,0 0-1,0 1 0,1 1 1,-2-3-215,0 0-555,0 0-1080,0 0-1318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1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0 1233,'0'0'6032,"0"0"-4183,0 0-1460,0 0 339,-15 22 233,-38 57 425,-78 161 0,97-139-975,27-74-417,-1-1-1,-19 41 1,13-50-798,0-14-4579,12-3 463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10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6627,'0'0'1129,"0"0"-617,0 0-400,0 0 149,0 0 550,5 11 158,17 40-309,41 84 1345,-56-123-1869,0 0-1,0-1 0,2 0 1,-1 0-1,1-1 1,1 0-1,0 0 1,17 13-1,19-2 209,-40-19-495,0 0 0,0 1 0,0-1 0,0 1 0,0 1 0,-1-1 0,1 1-1,-1 0 1,0 0 0,7 8 0,-11-11-2442,-1-1-1494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11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5683,'0'0'507,"0"0"-286,0 0 243,0 0 467,0 0 27,12 0 1883,41-2-2246,-46 2-529,24 2 197,-30-1-259,0 0 1,0-1 0,0 1-1,0 0 1,0 0-1,0 0 1,-1 0-1,1 0 1,0 0-1,-1 0 1,1 0-1,-1 0 1,1 1-1,-1-1 1,1 0 0,-1 0-1,0 0 1,0 1-1,0-1 1,0 0-1,0 0 1,0 1-1,0 0 1,1 11 115,-1 0 0,0-1 0,-1 1 0,0 0 0,-1-1 0,-1 1 0,0-1 0,0 0 0,-8 17 0,9-22-34,0 1 1,0-1-1,0 1 0,1 0 0,0 0 0,0 0 0,1 0 0,1 9 0,-1-3 212,36-14 163,-15-1-331,1-1-1,34-8 1,-36 5-271,1 2 0,34-3 0,-54 6-1100,-1 0-2099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4:1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4709 114 5026,'0'0'1246,"0"0"-814,0 0-37,0 0 272,0 0 102,-15 0-134,-137 0 1131,16 0-518,-329 4 1327,-303 8-2159,609-22-415,0-1-7,-40 11 69,-425 4-353,437 16 319,124-11-5,-88 3 0,-53 0-41,63-1 8,76-10-202,-1-3 0,0-3 0,-67-14 0,51 5 206,0 4-1,-1 3 0,0 4 1,0 4-1,0 3 0,-99 17 0,118-14 12,52-7-1,0 1 0,0 0 0,0 1 0,0 1 0,1-1 0,-18 7-1,11-3 78,17-6-87,0 0 0,0 0-1,0 0 1,0 1 0,0-1 0,-1 0 0,1 1-1,0-1 1,0 1 0,0-1 0,0 1-1,0-1 1,0 1 0,1 0 0,-1-1 0,0 1-1,0 0 1,0 0 0,1 0 0,-1 0 0,0 0-1,1 0 1,-1 0 0,1 0 0,-1 0 0,1 0-1,-1 0 1,1 0 0,0 0 0,-1 2-1,-14 42-192,8-28 182,1 1 0,0-1-1,2 1 1,-4 30-1,-10 334 361,12 48 1365,6-298-1563,4-23-114,-4-109-238,6 1 241,1-1 1,-1 0-1,0 0 0,0-1 0,0 1 1,0-1-1,1-1 0,-1 1 0,0-1 1,-1 0-1,12-6 0,30-7-52,2 9 4,87 1-1,15-1 70,428-23-160,-179 22 184,140 0 11,-107 20 45,-287-10-133,-69 1 32,1-4 1,85-11-1,-79 3 60,129 5 0,-131 3-37,-63 1-56,0 1 0,0 1-1,24 7 1,40 5-1,640 3 39,-147-15 1630,-571-4-1649,0 0 0,0 0 0,0-1 0,0 0 0,0 0 0,0 0 0,0-1-1,-1 1 1,1-1 0,-1 0 0,0-1 0,0 1 0,0-1 0,0 1 0,0-1-1,5-8 1,-2 4-39,-5 5 16,1 1 0,-1-1 1,1 1-1,-1-1 1,0 0-1,0 0 0,0 0 1,-1 0-1,1 0 1,-1-1-1,0 1 0,1 0 1,-1-1-1,-1 1 1,1-1-1,-1 1 0,1-1 1,-1 1-1,0-5 1,-1-12 34,-2 0 1,0 1-1,-10-36 1,1 3-75,5 28-19,0 1 0,-2 0 0,0 0 0,-19-31 0,16 32 105,0-1 0,2 0 0,1 0 0,-7-28 0,-2-16 369,12 49-290,0-1-1,2 0 1,0 0-1,1 0 1,0-20 0,3 20-119,1-1 0,0 0 0,2 0 0,0 0 0,1 1 0,1 0 0,1 0 0,15-34 0,-11 30-40,0-2 1,-2 1 0,-1-1-1,0 0 1,-2 0 0,-1-1-1,-1 0 1,-1-46-1,-2 56 130,1 12-100,-1 0-1,0 0 1,0 0-1,0 0 0,0 0 1,0 0-1,-1 0 0,0 0 1,0 0-1,0 1 0,0-1 1,-1 0-1,1 0 0,-1 1 1,0-1-1,0 1 0,0-1 1,-1 1-1,1 0 0,-1 0 1,-4-4-1,-11-2 228,14 11-3640,4 4 347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1 816,'0'25'0,"0"-20"-592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12 592,'0'0'3650,"0"0"-2132,0 0-851,0 0-72,0 0 131,-22-11 1128,15 11-2400,4 0-3729,3 0 999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1 1 2897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20 2897,'-81'-17'2124,"65"14"-1097,16 3-451,0 0-10,0 0-110,0 10-232,-14 226 1333,0 5 2,14-233-2782,0-16-1705,0-2-1474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1185,'0'0'1232,"0"0"-159,0 0 20,0 0-263,0 0-320,0 0-139,-2 2-62,-1 1-248,0 1 0,1-1-1,0 1 1,0-1 0,0 1 0,0 0 0,0 0-1,1 0 1,0 0 0,-2 7 0,-7 54 523,5-34-250,-28 143 773,12-78-587,5 1 1,-7 156-1,23-121-418,8-138-1939,0-7-438,-4-4-1500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3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2625,'0'0'1201,"0"0"-113,-4 20-231,-12 74 742,-2 112 0,-18 214-287,8-139-1111,21-176-316,7-105-61,0 0-283,0-20-4255,0 6 2017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3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4226,'0'0'1222,"0"0"-651,0 0-275,0 0 16,0 0 72,-3 18 30,-19 228 1162,-2 445-559,23-428-1940,1-262-1115,0-1-937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4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3474,'0'0'1656,"0"0"-1013,0 0-293,0 0 138,-8 16 43,5-9-497,-9 17 367,1 1-1,2 0 1,0 0 0,-7 36 0,11-8 74,3 0 0,3 63-1,1-26-118,-3 171 347,5 372-283,-2-572-437,13 78-1,-6-125 274,-9-14-339,0 0 1,0 0 0,0 0-1,0 0 1,0 1-1,0-1 1,0 0 0,0 0-1,0 0 1,0 1-1,0-1 1,0 0 0,0 0-1,0 0 1,0 0-1,1 0 1,-1 1-1,0-1 1,0 0 0,0 0-1,0 0 1,0 0-1,1 0 1,-1 0 0,0 1-1,0-1 1,0 0-1,0 0 1,1 0 0,-1 0-1,0 0 1,0 0-1,0 0 1,0 0-1,1 0 1,-1 0 0,0 0-1,0 0 1,0 0-1,1 0 1,-1 0 0,0 0-1,0 0 1,0 0-1,0 0 1,1 0 0,-1 0-1,0-1 1,0 1-1,0 0 1,0 0-1,1 0 1,-1 0 0,0 0-1,0-1 1,0-5-2389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0 352,'0'0'2153,"0"0"-432,0 0-240,-4 17-380,-8 48-111,-6 95 0,14 378 1010,-2 45-1951,5-541-41,-2 1-1,-1-1 1,-2-1-1,-2 1 1,-15 43-1,22-84-199,1-1-507,0 0-880,0 0-1108,0 0-1277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6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2033,'0'0'867,"0"0"-83,0 0 372,0 0 239,0 0 134,0 0-385,0 11 2095,-29 585-3136,1-48 645,27-95 621,2-452-1856,2-6-6374,-3-3 1219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6 1537,'0'0'3028,"0"0"-1841,0 0-544,0 0-406,0 0-93,0 0-137,0 0 0,0 0-1,0-1 1,0 1 0,0 0-1,0 0 1,0-1-1,0 1 1,0 0 0,0 0-1,0 0 1,0-1-1,-1 1 1,1 0 0,0 0-1,0-1 1,0 1 0,0 0-1,0 0 1,-1 0-1,1 0 1,0-1 0,0 1-1,0 0 1,-1 0-1,1 0 1,0 0 0,0 0-1,0-1 1,-1 1 0,1 0-1,0 0 1,0 0-1,-1 0 1,1 0 0,0 0-1,0 0 1,0 0-1,-1 0 1,1 0 0,0 0-1,0 0 1,-1 0 0,1 0-1,0 0 1,0 0-1,-1 0 1,1 1 0,0-1-1,-6 18 305,2 0 0,0 1 0,1-1 0,1 1 0,0 26 0,-1-4 176,-58 937 1063,45-466 603,24-487-2029,-8-24-147,0-1-1,0 0 1,0 1 0,0-1-1,0 0 1,1 1-1,-1-1 1,0 1-1,0-1 1,0 0-1,0 1 1,0-1-1,1 0 1,-1 1 0,0-1-1,0 0 1,0 1-1,1-1 1,-1 0-1,0 0 1,1 1-1,-1-1 1,0 0-1,0 0 1,1 1 0,-1-1-1,0 0 1,1 0-1,-1 0 1,1 0-1,-1 1 1,0-1-1,1 0 1,-1 0-1,0 0 1,1 0 0,-1 0-1,1 0 1,-1 0-1,0 0 1,1 0-1,-1 0 1,1 0-1,-1-1 1,0 1-1,1 0 1,-1 0 0,0 0-1,1 0 1,-1-1-1,0 1 1,1 0-1,-1 0 1,0-1-1,1 1 1,-1 0-1,0 0 1,0-1 0,1 1-1,0-26-2853,-1 16 672,0-1-1071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7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2033,'0'0'1216,"0"19"327,-11 321 3494,-41 198-2901,45-482-2016,-33 296 180,34-265-259,4-1 0,10 92-1,-7-163-11,1 0 0,0 0-1,1-1 1,1 1 0,0-1 0,1 0-1,0 0 1,12 20 0,-15-81-365,-2-15-1823,0 49-493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2721,'-2'16'985,"-30"526"3111,26 17-2950,2-479-1122,-3 0 0,-24 103 1,-2 10 700,28-121 497,4 103 1,1-155-771,10 48 107,-9-64-539,-1 0 1,2 0-1,-1 0 0,0-1 0,1 1 0,-1 0 0,1-1 0,0 0 0,0 1 0,0-1 0,1 0 0,-1 0 0,1 0 0,0 0 0,3 2 1,-5-5 37,-1 0 0,1 0 1,-1 0-1,0 0 0,1 0 1,-1 0-1,1-1 0,-1 1 1,0 0-1,1 0 0,-1 0 1,0-1-1,1 1 0,-1 0 1,0-1-1,1 1 0,-1 0 1,0-1-1,0 1 0,1 0 1,-1-1-1,0 1 0,0 0 1,0-1-1,1 1 0,-1-1 1,0 1-1,0 0 0,0-1 1,0 1-1,0-1 0,0 1 1,0 0-1,0-1 0,0 1 1,0-1-1,0 1 0,0-1 1,0 1-1,0 0 0,-1-1 1,2-28 237,-1 23-73,-9-98 1114,3 51-2198,3-1-4303,3 46-1887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1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3073,'-33'533'7318,"34"-149"-6264,-4 459-387,1-782-490,-1-30 80,2-1 0,2 1 0,0-1 0,8 41 0,-9-69-246,1 0-1,-1 0 0,1 1 0,-1-1 1,1 0-1,0 0 0,0 0 1,0 0-1,0 0 0,0 0 0,1 0 1,-1 0-1,0-1 0,1 1 1,-1 0-1,1-1 0,0 1 0,0-1 1,-1 0-1,5 3 0,-5-8 74,0 1-1,0-1 0,0 0 0,-1 1 0,1-1 1,-1 0-1,0 1 0,0-1 0,-1-4 0,1 5-48,-3-151 340,-1 88-3479,3 55-1829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20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31 1937,'0'0'1056,"0"0"-87,0 0 119,0 0 60,0 0 148,-1-4-213,0 0-765,-3-18 1661,-1 51-1590,2 0 0,1 0-1,1 0 1,4 39 0,-1 5 84,-3 210 163,3 312-192,45-4-376,-8-417-74,-38-90-3426,-1-46 1438,0-37-1106,0-1-1799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2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2561,'0'0'731,"0"0"-37,0 0-67,0 0 10,0 0-34,5-9-360,4-6-139,14-30 953,-28 92 2278,2-9-3357,-8 79 228,5 195-1,7-186-205,12 306 29,0 3-215,-19 260 2256,6-676-2021,0 0 0,1-1 0,0 1 0,2 0 0,0-1 0,2 1 0,0-1 0,0 0 0,2-1 0,13 26 0,-20-43-51,0 1 0,0 0 0,1-1 0,-1 1 0,0 0 0,1-1 0,-1 1 0,0-1 0,1 1 0,-1-1 0,1 1 1,-1-1-1,1 0 0,-1 1 0,1-1 0,-1 1 0,1-1 0,0 0 0,-1 1 0,1-1 0,0 0 0,-1 0 0,1 0 0,1 1 0,5-13 291,-3-24 111,-6-7-208,-16-85-1,-2-17-1972,20 127-1114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2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1121,'0'0'2000,"0"16"-271,-1 120 1351,-1 53-1293,27 228 0,-8-292-1630,13 90-6,4 259 0,-36-355-273,2 102 859,2-190-381,2-1-1,0 0 1,3 0-1,0-1 0,12 32 1,-18-59-370,0 0 0,0 0 1,0 1-1,0-1 0,0 0 1,1 0-1,-1 0 0,0 0 0,1-1 1,0 1-1,-1 0 0,1-1 1,0 1-1,0-1 0,3 2 0,-5-2-5,1-1-1,-1 0 0,1 0 1,-1 0-1,1 0 1,-1 0-1,1 0 0,-1 0 1,1 0-1,-1 0 0,1 0 1,-1 0-1,1 0 0,-1 0 1,1 0-1,-1-1 0,0 1 1,1 0-1,-1 0 0,1 0 1,-1-1-1,1 1 0,-1 0 1,0-1-1,1 1 1,0-1-1,8-21-644,-7 2-895,0-1 0,-1-32 0,-2 21-557,1 0-946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2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4514,'0'0'1006,"0"0"-467,0 0 170,0 0 247,0 0-436,-7 6-232,4-2-227,-1 0 0,0 0 0,1 0 1,0 0-1,0 0 0,0 1 0,0-1 0,1 1 0,0 0 1,0 0-1,-2 7 0,0 2 143,1 1 0,1-1 0,0 28 0,1 96 193,6-1-1,26 154 1,65 530-322,-95-819-73,4 56 28,2-1-1,22 79 0,-11-110 29,-18-26-121,0-1-1,0 1 0,0 0 1,0-1-1,0 1 0,0 0 1,0-1-1,0 1 1,0 0-1,0-1 0,0 1 1,0 0-1,0 0 0,0-1 1,0 1-1,0 0 1,1-1-1,-1 1 0,0 0 1,0-1-1,0 1 1,1 0-1,-1 0 0,0-1 1,0 1-1,1 0 0,-1 0 1,0 0-1,0-1 1,1 1-1,-1 0 0,0 0 1,1 0-1,-1 0 0,0 0 1,1 0-1,-1 0 1,0 0-1,1-1 0,-1 1 1,0 0-1,1 0 1,-1 0-1,0 1 0,1-1 1,-1 0-1,0 0 0,1 0 1,-1 0-1,0 0 1,1 0-1,-1 0 0,0 1 1,0-1-1,1 0 0,-1 0 1,0 0-1,0 0 1,1 1-1,-1-1 0,0 0 1,0 0-1,1 1 1,-1-1-1,0 0 0,0 1 1,0-13-3184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2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4514,'0'0'974,"0"0"-302,0 0-266,0 0-286,0 0-78,-8 6 12,3 0 9,-1-1 0,0 1 0,1 1 0,0-1 0,1 1 0,-1-1 0,1 2-1,0-1 1,1 0 0,0 0 0,0 1 0,1 0 0,0 0 0,-2 11 0,-12 103 1178,6 1-1,7 187 0,4-167-842,-1 941 1563,-9-1119-7579,8 20-553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4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38 6611,'-19'-17'5231,"19"17"-5140,-1 0-1,1 0 0,-1 0 0,0 0 1,1 0-1,-1 0 0,1 0 1,-1 0-1,0 0 0,1 0 0,-1 0 1,1 0-1,-1 0 0,0 1 0,1-1 1,-1 0-1,1 0 0,-1 1 1,1-1-1,-1 0 0,1 1 0,-1-1 1,0 1-1,-2 3-34,0 0 0,0 1 1,1-1-1,0 1 0,-1-1 0,-1 10 0,2-9 2,-1 3 52,0 0 0,0 0 1,1 1-1,0-1 0,0 1 0,1 0 0,1-1 0,-1 1 1,2 11-1,0-19-79,0 0-1,0 0 1,1 1 0,-1-1 0,0 0 0,1 0-1,-1 0 1,0 0 0,1 0 0,0-1 0,-1 1-1,1 0 1,-1-1 0,1 1 0,0-1 0,-1 0-1,1 1 1,0-1 0,-1 0 0,1 0 0,0 0-1,0 0 1,-1 0 0,3-1 0,44-3 506,-44 3-509,0-1-1,-1 0 1,1-1 0,-1 1 0,1 0-1,-1-1 1,0 0 0,0 0 0,0 0-1,-1 0 1,1 0 0,-1 0-1,1-1 1,-1 1 0,0-1 0,-1 0-1,1 0 1,0 1 0,0-8-1,0 9-10,-1-1-1,-1 0 0,1 0 0,0 0 0,-1-1 0,1 1 0,-1 0 0,0 0 1,0 0-1,0 0 0,-1 0 0,1 0 0,-1 0 0,0 0 0,0 0 1,0 0-1,0 0 0,0 0 0,0 0 0,-1 0 0,1 1 0,-1-1 0,0 1 1,0-1-1,-4-3 0,0 2 20,0 0 1,0 1-1,0 0 0,0 0 1,0 0-1,-1 1 0,1 0 1,-1 0-1,0 0 0,1 1 1,-13 0-1,16 0-42,-1 1 0,1 1-1,-1-1 1,1 0 0,-1 1 0,1 0 0,-1 0 0,1 0 0,0 0 0,-1 0-1,1 1 1,0 0 0,0-1 0,0 1 0,0 0 0,0 0 0,1 1 0,-1-1-1,1 1 1,-1-1 0,1 1 0,0 0 0,0 0 0,-2 3 0,-1 5-22,0 0 1,1 1-1,0 0 1,0 0 0,2 0-1,-1 0 1,2 1-1,-1-1 1,2 1 0,0 12-1,0-22 24,1-1 0,-1 1-1,1-1 1,-1 1 0,1-1-1,0 1 1,0-1 0,0 0-1,0 0 1,0 1 0,0-1 0,1 0-1,-1 0 1,1 0 0,0 0-1,-1-1 1,1 1 0,0 0-1,0-1 1,0 1 0,0-1 0,0 0-1,1 0 1,-1 1 0,0-1-1,1-1 1,-1 1 0,0 0-1,1-1 1,-1 1 0,6 0 0,8 1 59,0-1 0,0 0 0,27-2 0,-39 1-40,0-1 0,1 1 0,-1-1 0,0 0 0,0 0 0,0 0 0,0 0 0,0-1 0,-1 0 0,1 0 0,0 0 0,-1 0 0,1 0 0,-1-1 0,0 0 0,0 1 0,0-1 0,0 0 0,0-1 0,0 1 0,-1 0 0,0-1 0,3-5 0,-2 2 29,0 0 0,-1-1 0,0 1 1,0-1-1,0 1 0,-1-1 1,-1 0-1,1 0 0,-1 1 0,0-1 1,-3-15-1,2 20-12,0-1 0,0 1 0,-1 0 0,1 0 0,-1 0 0,0 0 1,0 0-1,0 0 0,0 0 0,0 1 0,0-1 0,-1 1 0,1-1 0,-1 1 0,0 0 0,0 0 0,0 0 0,0 1 1,0-1-1,0 1 0,-4-2 0,5 2-23,-1 0 1,1 1-1,0-1 0,0 0 1,0 1-1,0-1 1,-1 1-1,1 0 1,0 0-1,0 0 0,-1 0 1,1 0-1,0 1 1,0-1-1,-1 1 0,1-1 1,0 1-1,0 0 1,0 0-1,0 0 0,0 0 1,0 0-1,0 0 1,0 0-1,0 1 1,1-1-1,-1 1 0,1-1 1,-1 1-1,1 0 1,-1 0-1,-1 3 0,-3 9-9,2 0-1,0 0 0,0 1 0,1 0 0,1-1 0,0 1 0,2 0 0,0 27 0,0-38 1,0-2-10,0 1 0,1 0-1,-1-1 1,1 1 0,-1-1-1,1 1 1,0-1 0,-1 1-1,1-1 1,1 1 0,-1-1-1,0 0 1,1 1 0,-1-1-1,1 0 1,-1 0 0,1 0-1,0 0 1,0-1 0,4 4-1,-2-2 5,1-1 0,0 1 0,0-1 0,0 0 0,0 0 0,0-1 0,1 1 0,-1-1 0,11 1 0,-9-1 32,1-1 0,-1 0 0,0 0 1,1-1-1,-1 1 0,0-1 0,0-1 0,0 0 1,0 0-1,0 0 0,0-1 0,0 0 0,-1 0 0,1-1 1,10-7-1,-14 8-14,-1-1 0,1 1 0,-1-1 0,1 1 0,-1-1 0,0 0 0,-1 0 0,1 0 0,-1 0 1,1 0-1,-1 0 0,0 0 0,-1 0 0,1-1 0,-1 1 0,0 0 0,0-1 0,0 1 0,-1 0 0,1 0 0,-1-1 1,-1-3-1,0 2 7,0 0 1,0 1 0,0 0-1,0-1 1,-1 1 0,0 0-1,0 0 1,-1 0-1,1 1 1,-1-1 0,0 1-1,0 0 1,-1 0 0,1 0-1,-7-4 1,5 4 44,-1 1-1,1 0 1,-1 0-1,1 0 1,-1 1-1,0 0 0,0 0 1,0 1-1,0 0 1,0 0-1,0 0 1,0 1-1,-12 1 1,15 0-56,0 0-1,0 0 1,0 0 0,0 1 0,0-1-1,1 1 1,-1 0 0,0 0 0,1 0 0,0 1-1,-1-1 1,1 1 0,0 0 0,0 0-1,0 0 1,1 0 0,-1 0 0,1 1-1,0-1 1,0 1 0,0 0 0,0-1-1,-2 8 1,2-5-14,0 0 0,0-1 0,1 1-1,0 0 1,0 0 0,0 0 0,1 0-1,0 0 1,0 0 0,0 0 0,3 11 0,-2-14 2,0 0 0,0 0 1,0-1-1,1 1 0,-1 0 1,1-1-1,0 1 1,0-1-1,0 0 0,0 1 1,0-1-1,0 0 0,1 0 1,-1 0-1,1-1 0,-1 1 1,1-1-1,0 1 1,0-1-1,0 0 0,-1 0 1,1 0-1,0 0 0,4 0 1,11 2 18,-1-1 1,1 0-1,27-1 1,-39-1-10,1 0-1,0-1 1,-1 0 0,1 0-1,-1 0 1,1-1 0,-1 0-1,0 0 1,0-1 0,0 1-1,0-2 1,8-4 0,-12 7-4,-1-1 0,1 1 1,0-1-1,0 0 0,-1 1 0,1-1 1,-1 0-1,1 0 0,-1 0 0,0 0 1,0-1-1,0 1 0,0 0 0,0 0 1,-1-1-1,1 1 0,-1 0 0,1-1 1,-1 1-1,0-1 0,0 1 1,0 0-1,0-1 0,0 1 0,-1-1 1,1 1-1,-1 0 0,1-1 0,-1 1 1,0 0-1,0 0 0,-1-3 0,-2-1 20,0 1 0,0-1-1,0 1 1,-1 0-1,0 0 1,0 0 0,0 0-1,0 1 1,-11-6 0,3 2 18,0 0 0,0 2 0,0-1 0,-1 2 0,0 0 0,0 1 0,0 0 0,-1 1 0,0 0 0,-17 0 0,30 3-57,1 1 1,0-1 0,-1 1-1,1-1 1,0 1 0,0-1-1,0 1 1,-1 0-1,1 0 1,0 0 0,0 0-1,0 0 1,0 0-1,0 0 1,1 0 0,-1 0-1,0 0 1,0 0-1,1 0 1,-1 0 0,1 1-1,-1-1 1,1 0-1,-1 1 1,1-1 0,0 0-1,0 1 1,-1-1 0,1 0-1,0 1 1,0-1-1,0 0 1,1 1 0,-1 1-1,4 47-1762,-4-49 1699,1 1-315,-1 0 1,1 0 0,-1 0-1,1 0 1,0 0-1,0 0 1,0 0 0,0 0-1,0 0 1,0 0-1,2 2 1,19 15-10547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51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5186,'0'0'2586,"0"0"-1413,0 0-490,0 0-96,0 0-149,0 0-105,-9 10 89,6-7-389,-2 1 58,1 0 1,0 1-1,-1 0 1,1 0-1,1 0 1,-1 0-1,1 1 1,0-1 0,0 1-1,1 0 1,-1 0-1,1 0 1,1 0-1,-1 0 1,1 0 0,0 1-1,0 7 1,1-10 38,-1 0 0,1 0 0,0 0 1,1 0-1,-1 0 0,1 0 1,-1 0-1,1 0 0,0 0 0,1 0 1,-1-1-1,1 1 0,4 7 1,-4-9-74,1 0 1,0 0 0,0-1-1,0 1 1,0-1 0,0 1-1,0-1 1,1 0 0,-1 0 0,0 0-1,1-1 1,-1 1 0,1-1-1,-1 0 1,0 0 0,1 0 0,3 0-1,-4 0-36,-1 0 0,0 0-1,0 0 1,0 0 0,0-1-1,0 1 1,1-1-1,-1 1 1,0-1 0,0 1-1,0-1 1,0 0 0,0 0-1,-1 0 1,1 0 0,0-1-1,0 1 1,-1 0 0,1-1-1,0 1 1,1-3 0,-1 0 19,-1 1 1,1-1-1,-1 0 1,0 1 0,1-1-1,-2 0 1,1 0 0,0 0-1,-1 0 1,0 0-1,0-5 1,0 5-4,1 0-1,-1 0 1,-1 1 0,1-1 0,0 0-1,-1 0 1,0 1 0,0-1-1,0 0 1,0 1 0,0-1-1,-1 1 1,0 0 0,1-1 0,-1 1-1,-1 0 1,1 0 0,0 0-1,-1 0 1,1 1 0,-1-1 0,0 1-1,0-1 1,0 1 0,0 0-1,0 0 1,-1 0 0,1 1-1,-1-1 1,1 1 0,-1 0 0,1 0-1,-1 0 1,0 0 0,1 1-1,-7-1 1,5 0-29,0 1 0,0-1-1,0 1 1,0 0 0,0 0 0,1 1-1,-1 0 1,0 0 0,0 0 0,0 0-1,1 1 1,-1-1 0,1 1 0,-1 1-1,1-1 1,0 0 0,0 1 0,0 0-1,-5 4 1,4-1 8,0 0 0,1 0-1,0 0 1,0 0 0,0 1 0,0-1-1,1 1 1,0 0 0,1 0 0,0 0-1,-3 15 1,3-13 20,1-1 0,-1 0 0,2 1 0,-1-1 0,1 1 0,0-1-1,3 17 1,-2-23-15,0 1-1,0 0 0,0 0 0,0-1 1,1 1-1,-1-1 0,1 1 0,0-1 1,-1 1-1,1-1 0,0 0 0,0 0 1,1 0-1,-1 0 0,0 0 0,1-1 1,-1 1-1,1-1 0,-1 0 0,1 1 1,0-1-1,0 0 0,0 0 0,-1-1 1,6 2-1,0-1 29,0 0 0,0 0 0,0 0 0,0-1 0,0 0 0,0 0 1,0-1-1,0-1 0,0 1 0,0-1 0,0 0 0,10-5 0,-14 5-22,0 0 0,0 0-1,0-1 1,-1 1 0,1-1 0,-1 0 0,1 0-1,-1 0 1,0-1 0,0 1 0,0-1-1,-1 1 1,1-1 0,-1 0 0,0 0-1,0 0 1,-1 0 0,1-1 0,-1 1-1,0 0 1,0-1 0,0 1 0,0-7-1,0 5 11,-1-1 0,1 1 0,-1-1 0,-1 1 0,0 0 0,1-1 0,-2 1-1,1 0 1,-1 0 0,0 0 0,0 0 0,-1 0 0,0 0 0,-6-10 0,6 13-20,0 0 1,0 0-1,-1 0 1,1 1 0,-1-1-1,1 1 1,-1 0 0,0 0-1,0 0 1,0 0 0,0 1-1,0 0 1,-1 0-1,1 0 1,0 0 0,0 0-1,-1 1 1,1 0 0,0 0-1,-1 0 1,1 1 0,0-1-1,-7 3 1,7-2-16,-1 0 1,1 0-1,0 1 1,0 0-1,0 0 0,0 0 1,0 0-1,1 1 1,-1-1-1,1 1 0,-1 0 1,1 0-1,0 0 1,0 1-1,0-1 0,1 1 1,-1 0-1,1-1 1,0 1-1,0 0 0,-2 5 1,0 2-5,0 0 1,1 0-1,0 1 0,1-1 1,0 0-1,1 1 1,0 13-1,1-23 4,0 1 0,1 0 1,-1-1-1,1 1 0,0-1 0,0 0 1,0 1-1,0-1 0,0 0 0,0 1 1,1-1-1,-1 0 0,1 0 0,0 0 1,-1 0-1,1 0 0,0-1 0,0 1 1,0-1-1,0 1 0,0-1 0,1 0 0,-1 1 1,0-1-1,1 0 0,-1 0 0,1-1 1,-1 1-1,1-1 0,-1 1 0,1-1 1,4 0-1,9 2 70,1-1 0,-1 0 1,31-4-1,-42 2-63,0 1 1,0-1-1,0 0 1,0 0-1,0-1 1,-1 0-1,1 1 1,0-1 0,-1-1-1,0 1 1,1-1-1,-1 0 1,0 0-1,0 0 1,-1 0-1,1-1 1,-1 1-1,1-1 1,-1 0-1,0 0 1,-1 0-1,1-1 1,2-5-1,-1 0 10,-1 0 0,0 0 0,0-1-1,-1 1 1,-1-1 0,0 1 0,0-1-1,-1 1 1,0-1 0,-2-11 0,1 19-13,0 0-1,1 0 1,-1 1 0,0-1 0,0 0 0,-1 0 0,1 1 0,-1-1 0,1 1 0,-1-1 0,0 1-1,0 0 1,0-1 0,0 1 0,0 0 0,0 0 0,-1 1 0,1-1 0,-1 0 0,1 1-1,-1-1 1,0 1 0,1 0 0,-1 0 0,0 0 0,0 0 0,0 1 0,0-1 0,0 1 0,0 0-1,1 0 1,-6 0 0,3-1 4,-1 1-1,0 1 1,0-1-1,0 1 1,1 0-1,-1 0 1,0 1-1,1-1 1,-1 1-1,1 0 1,0 1-1,0-1 1,-1 1-1,2 0 1,-10 7-1,8-3 2,0 0 0,1 0 0,0 0 0,0 0 0,0 1-1,1 0 1,0 0 0,1 0 0,0 0 0,0 1-1,1-1 1,0 1 0,0 0 0,1 0 0,0 0 0,0-1-1,2 16 1,-1-22-7,1 0 0,0 0 0,0-1 0,-1 1 0,1 0 0,0-1 1,0 1-1,1 0 0,-1-1 0,0 0 0,0 1 0,1-1 0,-1 0 0,1 1 0,-1-1 0,1 0 0,-1 0 0,1 0 0,0-1 0,-1 1 0,1 0 0,0-1 0,0 1 0,0-1 0,0 1 0,-1-1 0,1 0 0,0 0 0,2 0 0,63 1 80,-60-1-70,-2-1 0,-1 0 1,1 0-1,0 0 1,-1 0-1,1-1 1,-1 0-1,0 0 1,1 0-1,-1 0 1,0-1-1,0 1 1,-1-1-1,1 0 1,0 0-1,-1-1 1,0 1-1,0-1 1,0 1-1,0-1 1,0 0-1,3-8 1,-3 7-13,-1-1 1,1 1 0,-1-1-1,0 0 1,-1 0-1,1 0 1,-1 0 0,0-1-1,-1 1 1,0 0-1,0 0 1,0 0-1,0-1 1,-1 1 0,0 0-1,-3-9 1,3 12-3,-1 0 0,0 1 1,1-1-1,-1 0 0,0 1 0,0-1 0,0 1 1,-1-1-1,1 1 0,0 0 0,-1 0 1,0 0-1,1 0 0,-1 1 0,0-1 1,0 1-1,0 0 0,0-1 0,0 1 1,0 1-1,0-1 0,-1 0 0,1 1 1,0 0-1,0-1 0,-6 2 0,4-1 2,1 0 1,-1 0-1,0 1 0,1-1 0,-1 1 0,1 0 0,-1 1 1,1-1-1,0 1 0,-1 0 0,1 0 0,0 0 0,0 0 1,0 1-1,1 0 0,-1 0 0,-6 6 0,5-2 2,0 0 0,0 1-1,1 0 1,0 0 0,0 0 0,1 0 0,0 1-1,1-1 1,-1 1 0,2 0 0,-1-1-1,1 1 1,1 0 0,-1 0 0,1 0-1,3 16 1,-2-23-4,0 1-1,1 0 0,0-1 1,-1 0-1,1 1 0,0-1 1,0 0-1,0 0 0,0 0 1,1 0-1,-1 0 0,0-1 1,1 1-1,-1-1 0,1 1 1,0-1-1,-1 0 0,1 0 1,0 0-1,0-1 0,0 1 1,0 0-1,-1-1 0,7 0 1,8 2 16,0-1 0,30-3 0,-45 1-12,1 1 0,-1-1-1,1 0 1,-1 0 0,0 0 0,0 0-1,1 0 1,-1 0 0,0-1-1,0 1 1,0-1 0,0 0 0,-1 1-1,1-1 1,0 0 0,-1 0 0,1 0-1,-1 0 1,0 0 0,1 0-1,-1-1 1,0 1 0,0 0 0,-1-1-1,1 1 1,0-1 0,-1 1 0,0 0-1,1-1 1,-1-3 0,1-8-28,0-1-1,-1 1 1,-3-29 0,2 40 24,0 0-1,0 0 1,-1 0 0,1 0 0,0 0-1,-1 0 1,0 0 0,0 1-1,0-1 1,0 1 0,0-1 0,0 1-1,-1 0 1,1 0 0,-1 0 0,1 0-1,-1 0 1,0 0 0,0 1-1,0-1 1,0 1 0,0 0 0,-5-1-1,6 1 2,0 1 0,1-1-1,-1 1 1,0-1 0,0 1-1,0 0 1,0 0 0,0 0-1,1 0 1,-1 0 0,0 0-1,0 0 1,0 1 0,0-1-1,0 1 1,1-1 0,-1 1-1,0 0 1,1 0 0,-1 0-1,0 0 1,1 0 0,-1 0-1,1 0 1,-1 0 0,1 0-1,0 1 1,-1-1 0,1 1-1,0-1 1,0 1 0,0-1-1,0 1 1,0 0 0,1-1-1,-1 1 1,0 0 0,1 0-1,-1 0 1,1 0 0,0 2-1,-2 32-1144,2-34-2279,0-2-2836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1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60 3105,'0'0'758,"0"0"-291,0 0 11,0 0 282,-4 17 259,-2 4-680,3-11-170,1 0 0,-1 0 0,2 0 1,-1 0-1,1 0 0,1 13 0,1-20-53,-1 0-1,1-1 1,0 1-1,0 0 1,0 0-1,0-1 1,0 1-1,1-1 1,-1 1 0,1-1-1,0 1 1,0-1-1,0 0 1,0 0-1,0 0 1,0 0-1,5 3 1,-5-4-51,0 1 1,0-1-1,0 0 1,0 1-1,0-1 1,0 0-1,0-1 1,0 1 0,1 0-1,-1 0 1,0-1-1,0 1 1,1-1-1,-1 0 1,1 0-1,-1 0 1,0 0-1,1 0 1,-1 0 0,0-1-1,1 1 1,-1-1-1,3-1 1,-3 0 5,0 1 1,0-1-1,0 0 0,-1 0 1,1 0-1,-1 0 0,0-1 1,1 1-1,-1 0 1,0-1-1,0 1 0,0 0 1,-1-1-1,1 1 1,-1-1-1,1 1 0,-1-1 1,0-2-1,2-56 439,-3 45-453,2-2 106,-1 9-147,1 1 0,-1-1-1,-1 0 1,0 0-1,0 1 1,-3-11 0,3 17-2,1 1 1,-1-1-1,0 1 1,0-1-1,1 1 1,-1 0-1,0-1 1,-1 1-1,1 0 1,0 0-1,0 0 1,0 0-1,-1 0 1,1 0 0,0 0-1,-1 0 1,1 0-1,-1 1 1,1-1-1,-1 0 1,1 1-1,-1 0 1,0-1-1,1 1 1,-1 0-1,0 0 1,1 0 0,-1 0-1,0 0 1,1 0-1,-1 0 1,1 0-1,-1 1 1,0-1-1,1 1 1,-1-1-1,1 1 1,-1 0-1,-2 1 1,-2 1 1,1 0 0,0 0 0,-1 1 0,1 0 0,1 0 0,-1 0 0,0 1 0,1-1 0,0 1 0,0 0 0,-4 8 0,-34 62-8,19-14 33,22-57-34,0 1 0,0-1-1,0 1 1,0-1 0,1 0-1,0 1 1,0-1 0,0 1-1,1-1 1,-1 1 0,1-1-1,2 5 1,-2-7 0,0-1 0,0 0 0,0 0 0,1 0 0,-1 1 0,0-1 0,1 0-1,-1-1 1,1 1 0,-1 0 0,1 0 0,0-1 0,-1 1 0,1-1 0,0 1 0,-1-1 0,1 0 0,0 0 0,-1 1-1,1-1 1,3-1 0,42-1 210,-42 2-183,7-3 53,-1 1 0,1-1 0,-1-1 0,1 0 1,-1 0-1,0-1 0,0-1 0,-1 0 0,0 0 0,0-1 0,0 0 0,-1-1 0,0 0 0,-1-1 1,1 1-1,-2-2 0,1 1 0,-1-1 0,9-17 0,-15 25-54,0 1 0,0-1-1,-1 0 1,1 0 0,0 1-1,-1-1 1,1 0 0,-1 0-1,0 0 1,1 0 0,-1 0-1,0 1 1,0-1 0,0 0 0,0 0-1,-1 0 1,1 0 0,-1 0-1,1 0 1,-1 1 0,1-1-1,-1 0 1,0 0 0,0 1-1,0-1 1,0 0 0,0 1 0,0-1-1,0 1 1,-1-1 0,1 1-1,-1 0 1,1 0 0,-1-1-1,1 1 1,-1 0 0,1 0-1,-1 1 1,0-1 0,0 0 0,1 0-1,-1 1 1,0-1 0,-2 1-1,-5-2 57,1 1-1,-1 1 0,1-1 0,-1 1 0,1 1 1,-1-1-1,1 2 0,-17 3 0,10 1-63,1 1 0,0 0 0,0 0 0,0 2-1,1 0 1,0 0 0,1 1 0,0 1 0,1 0 0,0 0-1,0 1 1,2 1 0,-1 0 0,2 0 0,-14 26 0,20-34-26,0-1 0,1 1 0,0-1 0,-1 1 0,2-1 0,-1 1-1,0 0 1,1-1 0,0 1 0,0 0 0,0-1 0,1 1 0,1 5 0,-1-8 1,0 0 1,0 0-1,0 0 0,0 0 0,0 0 0,1 0 0,-1-1 0,1 1 0,-1 0 1,1-1-1,0 1 0,0-1 0,-1 0 0,1 0 0,0 1 0,0-1 1,0 0-1,0-1 0,1 1 0,-1 0 0,0-1 0,0 1 0,0-1 0,1 1 1,-1-1-1,0 0 0,3 0 0,6 0 6,0 0 0,0 0-1,0-1 1,-1-1 0,1 0 0,0 0-1,-1-1 1,1 0 0,-1-1 0,15-7 0,-20 8 6,0 0 0,-1 0 1,1 0-1,-1-1 1,0 1-1,1-1 1,-2 0-1,1 0 0,0-1 1,-1 1-1,0-1 1,0 0-1,0 0 1,-1 0-1,1 0 0,-1 0 1,0 0-1,-1-1 1,1 1-1,-1-1 1,0 1-1,0-9 0,-1 9-7,0-1-1,0 0 1,0 0-1,-1 1 0,0-1 1,0 0-1,0 1 0,-1-1 1,0 1-1,0-1 0,-1 1 1,1 0-1,-1 0 0,0 0 1,0 0-1,-1 0 1,1 1-1,-1 0 0,0-1 1,0 1-1,-1 1 0,1-1 1,-1 1-1,0-1 0,0 1 1,0 1-1,0-1 0,0 1 1,-12-4-1,17 6-9,-1 0-1,0 0 0,0 0 0,0 0 1,1 0-1,-1 0 0,0 0 1,0 1-1,0-1 0,1 0 1,-1 0-1,0 1 0,0-1 0,0 0 1,1 1-1,-1-1 0,0 1 1,1-1-1,-1 0 0,0 1 1,1 0-1,-1-1 0,1 1 0,-1-1 1,0 2-1,-12 27-73,2 31-67,10-13-2656,1-42-1458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24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5042,'0'0'1273,"0"0"-625,0 0-192,0 0 169,-3 21 362,-6 48-384,2 0 0,4 0 1,3 1-1,13 100 0,1-70-495,4-1 0,52 163 0,-70-262-260,1 0-1,-1 0 1,0 0 0,0 0-1,0 0 1,0 0 0,0 0-1,0 0 1,0 0 0,1 0-1,-1 0 1,0 0 0,0 0-1,0 0 1,0 0 0,0 0 0,0 0-1,0 0 1,1 0 0,-1 0-1,0-3-690,0-11-3036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6:2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4578,'0'0'1059,"0"0"-645,0 0 151,-1 16 596,-4 339 4862,5-287-5649,0-50-308,0-1 0,2 0 0,4 25 0,-4-37-67,-1 0 0,0 0 0,1 0 0,0 0 0,0-1 0,0 1 0,1 0 0,0-1 0,0 0 0,0 1 0,0-1 0,0 0 0,1-1 1,0 1-1,6 4 0,4-5-2758,-13-3 379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1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43 5458,'0'0'2706,"0"0"-1634,0 0-463,0 0 303,0 0 214,0 0-601,-8 7-170,5-5-317,-1 0 0,1 1-1,0 0 1,1 0 0,-1 0 0,0 0 0,1 0-1,0 0 1,0 1 0,0-1 0,0 1-1,0 0 1,1-1 0,-1 1 0,1 0 0,0 0-1,0 0 1,1 0 0,-1 0 0,1 0-1,0 0 1,0 0 0,0 0 0,1 0-1,-1 0 1,1 0 0,0 0 0,0 0 0,0 0-1,1-1 1,-1 1 0,1 0 0,0-1-1,0 1 1,0-1 0,0 0 0,4 4-1,-4-5-3,1 1 0,0-1 0,-1 0 0,1 0 0,0 0 0,0 0-1,0-1 1,0 1 0,1-1 0,-1 0 0,0 1 0,1-2-1,-1 1 1,0 0 0,6 0 0,-8-1-17,1 0 0,-1 0 0,1 0 0,-1 0 0,1-1 1,-1 1-1,1 0 0,-1 0 0,0-1 0,1 1 0,-1-1 0,0 0 0,1 1 1,-1-1-1,0 0 0,0 0 0,1 0 0,-1 0 0,0 0 0,0 0 0,0 0 1,0 0-1,0 0 0,-1 0 0,1 0 0,0-1 0,0 1 0,-1 0 0,1-1 1,-1 1-1,1 0 0,-1-1 0,0 1 0,1-1 0,-1-2 0,1-3 68,-1-1-1,1 1 0,-2-1 0,1 1 0,-1-1 1,0 1-1,0-1 0,-1 1 0,0 0 0,-1-1 0,1 1 1,-1 0-1,-1 1 0,-5-11 0,5 12 33,0 0-1,-1 1 0,1-1 0,-1 1 1,0 0-1,0 0 0,0 0 1,0 1-1,-1 0 0,1 0 0,-1 0 1,0 1-1,0 0 0,0 0 1,0 0-1,0 1 0,-12-1 1,14 1-84,0 0 1,0 1-1,0 0 1,0 0-1,0 0 1,-1 1-1,1-1 1,0 1-1,0 0 1,-6 2-1,8-2-222,1 0 0,-1 0 0,1 0 0,0 0 0,-1 1 0,1-1 0,0 0 0,0 1 0,0-1 0,0 1 0,0-1 0,0 1 0,0-1 0,0 1 0,0 0 0,1-1 0,-1 1 0,1 0 0,0 0 0,-1-1 0,1 1 0,0 0 0,0 0 0,0 0 0,0 2-1,0 0-6052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28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66 9156,'0'0'2391,"0"0"-1687,0 0-520,-3 18 299,-20 353 3975,22-371-4440,0-1 1,0 1-1,0 0 1,1-1-1,-1 1 0,0 0 1,0-1-1,1 1 1,-1-1-1,0 1 1,1-1-1,-1 0 0,1 1 1,-1-1-1,0 0 1,1 1-1,-1-1 1,1 0-1,0 0 0,-1 0 1,-5-19-185,0-1 1,2 1 0,1-1-1,0 0 1,1-22-1,7-107-714,-3 141 825,0 0 0,0 0 0,1 0 0,0 1 0,0-1 0,1 1 0,0-1 0,1 1 0,0 1 0,11-15 0,-14 18 42,1 1-1,-1 0 0,1 0 0,0 1 0,0-1 0,0 1 1,0-1-1,0 1 0,0 0 0,1 0 0,-1 0 0,1 1 1,0-1-1,-1 1 0,1 0 0,0 0 0,0 0 0,0 0 1,-1 1-1,1-1 0,0 1 0,0 0 0,0 0 0,0 1 0,0-1 1,0 1-1,0 0 0,4 1 0,-4 1 9,-1-1 0,0 0 0,0 1 0,0 0 0,0-1 0,0 1 0,0 1 0,-1-1 0,1 0 0,-1 0 0,0 1 0,0-1 0,0 1 0,-1 0 0,1 0 0,-1 0 0,0-1 0,1 5 0,1 6-7,0 0 1,-1 1-1,0 25 1,-1-35 12,-1-1-1,-1 0 1,1 0 0,0 1 0,-1-1 0,0 0-1,0 0 1,0 0 0,-1 0 0,1 0 0,-1 0-1,0 0 1,0 0 0,-4 4 0,2-4 1,0 0-1,0-1 1,-1 1 0,1-1 0,-1 0 0,0 0-1,0 0 1,0 0 0,-1-1 0,-6 2 0,3-1 10,-34 8 149,42-11-177,1 0 24,4 19-267,25 42 269,-24-48-8,1 0 0,0 0 1,16 24-1,-19-33-13,-1-1-1,1 0 0,0 0 0,-1-1 1,1 1-1,1-1 0,-1 1 0,0-1 1,1 0-1,-1 0 0,1-1 0,-1 1 1,1-1-1,0 1 0,0-1 0,-1 0 1,1 0-1,0-1 0,4 1 0,-4-1-18,-1 1 0,0-1 0,1 0-1,-1 0 1,0 0 0,1 0 0,-1-1 0,1 1-1,-1-1 1,0 0 0,0 0 0,0 0-1,1-1 1,-1 1 0,0-1 0,0 1 0,-1-1-1,4-2 1,-3-1-4,0 0 0,0 1 0,-1-1 0,0 0-1,1-1 1,-2 1 0,1 0 0,-1-1 0,0 1 0,1-9 0,3-84 1106,-6 103-1063,1 1 0,1 0 0,-1 0 0,1 0 0,0 0 0,1-1 0,-1 1 0,1 0 0,0-1 0,0 1 0,1-1 0,0 0 0,0 0 0,0 0 0,0 0 0,1-1 0,0 1 0,0-1 0,0 0 0,0 0 0,1 0 0,-1 0 0,1-1 0,0 0 0,0 0 0,1 0 0,-1-1 0,0 0 0,1 0 0,0 0 0,-1-1 0,1 1 0,0-2 0,0 1 0,-1 0 0,13-1 0,-15 0-10,0 0 0,0 0-1,1 0 1,-1 0-1,0 0 1,1-1-1,-1 0 1,0 1-1,0-1 1,0 0-1,0-1 1,6-2-1,-7 2-6,-1 0-1,1 0 0,-1 0 0,0 0 1,0 0-1,0-1 0,0 1 1,0 0-1,0-1 0,-1 1 0,1-1 1,-1 1-1,1-1 0,-1 1 1,0-1-1,0 1 0,-1-5 0,2 2-11,-1-1-1,0 1 0,0 0 1,-1 0-1,1 0 0,-1 0 1,0 0-1,-1 0 1,1 0-1,-1 0 0,0 1 1,0-1-1,0 1 0,-1-1 1,1 1-1,-1 0 0,0 0 1,-1 0-1,1 0 0,0 0 1,-1 1-1,0-1 0,0 1 1,0 0-1,-1 1 0,1-1 1,0 1-1,-1-1 0,0 1 1,0 1-1,1-1 0,-1 1 1,0-1-1,-8 1 0,5 0 35,0 0-1,-1 0 0,1 1 0,0 1 0,0 0 0,0 0 1,0 0-1,0 1 0,0 0 0,0 0 0,0 1 0,1 0 1,-8 5-1,11-6-28,1 0 1,0 1-1,0 0 1,-1 0-1,2 0 1,-1 0-1,0 0 1,0 0-1,1 1 1,0-1-1,0 1 1,0-1-1,0 1 1,0 0-1,1 0 1,0 0-1,0 0 1,0 0-1,0 0 1,1 0-1,-1 1 1,1-1-1,0 0 1,0 0-1,1 0 1,-1 1-1,2 5 1,-2-9-100,1 0-1,-1 0 1,0 0 0,0 0 0,0-1-1,0 1 1,1 0 0,-1 0 0,0 0-1,1 0 1,-1 0 0,1 0-1,-1-1 1,1 1 0,0 0 0,-1 0-1,1-1 1,0 1 0,-1 0-1,1-1 1,0 1 0,0-1 0,-1 1-1,1-1 1,0 1 0,0-1 0,0 0-1,0 1 1,0-1 0,0 0-1,0 0 1,-1 0 0,1 1 0,0-1-1,2 0 1,18 0-5203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2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26 210 10389,'0'0'741,"0"0"-338,0 0 78,0 0 300,-5 15-20,-15 51-292,20-64-461,-1 1-1,1-1 1,0 0 0,0 0-1,0 0 1,1 0 0,-1 0-1,0 0 1,1 0 0,-1 0-1,1 0 1,0 0 0,0 0 0,0-1-1,0 1 1,0 0 0,0 0-1,0-1 1,0 1 0,1-1-1,-1 1 1,2 1 0,36 19 120,-29-17-94,0 0-224,0-1 0,0 0 1,0 0-1,1-1 0,0 0 1,0-1-1,0 0 0,19 0 0,-27-36-3577,-3 30 3461,-1-22 34,0 11 438,1-1 1,1 1 0,1-15-1,-1 27-92,-1-1 1,1 1-1,0 0 0,0 0 0,0 0 0,0 0 1,0 1-1,0-1 0,1 0 0,0 0 0,-1 1 1,1-1-1,0 1 0,0-1 0,0 1 0,1 0 1,-1 0-1,1 0 0,-1 0 0,4-2 0,-3 3-30,-1 0 0,1 0 0,0 0 0,0 0 0,0 1 0,0-1 0,-1 1 0,1-1 0,0 1-1,0 0 1,0 0 0,0 0 0,0 1 0,0-1 0,0 1 0,0 0 0,4 1 0,42 28 229,-14-6-131,-35-24-110,0 0-1,0 0 1,0 0-1,0-1 0,0 1 1,0 0-1,0 0 0,0 0 1,0 0-1,0 0 1,0 0-1,1 0 0,-1 0 1,0 0-1,0 0 0,0 0 1,0 0-1,0 0 1,0 0-1,0 0 0,0-1 1,0 1-1,0 0 0,0 0 1,0 0-1,0 0 1,0 0-1,0 0 0,0 0 1,0 0-1,0 0 1,1 0-1,-1 0 0,0 0 1,0 0-1,0 0 0,0 0 1,0 0-1,0 0 1,0 0-1,0 0 0,0 0 1,0 0-1,-9-11 268,-15-11-242,17 18 6,0 0 0,0 1 0,0 0 0,0 0 0,0 1 0,0-1 0,-1 2 0,1-1 0,-1 1 0,0 0 0,1 0 0,-1 1 0,0 0 0,-7 2 0,12-1-39,0 0 0,1 0 1,-1 1-1,1-1 0,-1 1 1,1-1-1,0 1 0,0 0 1,0 0-1,0 0 0,0 0 1,0 0-1,1 1 0,-1-1 1,1 1-1,-1-1 1,1 1-1,0-1 0,0 1 1,0 0-1,0-1 0,0 1 1,1 0-1,-1 0 0,1-1 1,0 6-1,-2 4 63,1 1 1,1-1-1,0 0 0,3 24 0,-2-32-68,1 0 0,-1 1-1,1-1 1,0-1-1,0 1 1,1 0-1,-1 0 1,1-1 0,0 1-1,0-1 1,0 0-1,0 0 1,0 0-1,1 0 1,-1-1 0,1 1-1,0-1 1,0 0-1,8 3 1,-6-2-24,-1-1 1,1 0-1,0 0 1,0-1-1,0 0 1,0 0-1,0 0 1,1 0-1,-1-1 1,0 0 0,0-1-1,0 1 1,0-1-1,7-2 1,-10 1-29,0 0 0,1 0 1,-1 0-1,0-1 0,-1 0 1,1 1-1,0-1 1,-1 0-1,1 0 0,-1 0 1,0-1-1,0 1 1,0 0-1,0-1 0,-1 1 1,1-1-1,-1 0 0,0 0 1,1-5-1,11-76-168,-13 85 201,2-19-53,1-11-36,-2 0 0,-2-38 1,1 62 113,0 0 0,-1-1 0,0 1 0,0 0 1,-1 0-1,1 0 0,-1 1 0,-1-1 0,1 0 0,-1 1 0,0-1 0,0 1 1,-1 0-1,1 0 0,-1 0 0,0 1 0,-7-6 0,11 9-8,0 1-1,-1-1 1,0 1-1,1-1 1,-1 1-1,1-1 1,-1 1-1,0-1 1,1 1-1,-1-1 1,0 1-1,0 0 1,1 0-1,-1-1 1,0 1-1,0 0 1,1 0-1,-1 0 1,0 0-1,0 0 1,1 0-1,-1 0 1,0 0-1,0 0 1,0 0-1,1 0 1,-1 0-1,0 1 1,0-1-1,1 0 1,-1 1-1,0-1 1,1 0-1,-1 1 1,0-1-1,1 1 1,-1-1-1,1 1 1,-1-1-1,1 1 1,-1 0-1,1-1 1,-1 1-1,1-1 1,-1 1-1,1 0 1,0 0-1,-1-1 1,1 1-1,0 0 1,0 0-1,0-1 1,-1 1-1,1 0 1,0 0-1,0-1 1,0 1-1,0 0 1,0 0-1,1 1 1,0 62-68,0-49 189,1 3-88,0-1 0,2 1 0,0-1 0,1 1 0,0-1 0,2-1 0,8 17 0,-3-8-48,2-1-1,0-1 0,35 42 1,-48-64-19,0 0 0,0 0 1,0 0-1,0 0 0,0 0 1,0-1-1,0 1 1,0 0-1,0-1 0,0 1 1,0 0-1,1-1 0,-1 0 1,0 1-1,0-1 1,1 0-1,-1 1 0,0-1 1,1 0-1,-1 0 1,0 0-1,0 0 0,1-1 1,-1 1-1,0 0 0,1 0 1,-1-1-1,0 1 1,0-1-1,0 1 0,1-1 1,-1 1-1,0-1 0,0 0 1,0 0-1,0 1 1,1-3-1,7-4-250,-1-2-1,0 1 1,12-18 0,9-8-140,-28 34 418,0 0 0,-1 0 1,1 0-1,-1 0 0,1 0 0,-1 0 0,1 0 0,-1 0 1,1 0-1,-1 0 0,1 0 0,0 0 0,-1 0 1,1 0-1,-1 0 0,1 1 0,-1-1 0,1 0 1,-1 0-1,1 1 0,-1-1 0,1 0 0,-1 0 1,0 1-1,1-1 0,-1 1 0,1-1 0,-1 0 0,0 1 1,1-1-1,-1 1 0,0-1 0,0 1 0,1-1 1,-1 1-1,0-1 0,0 1 0,0-1 0,0 1 1,1 0-1,-1-1 0,0 1 0,0-1 0,0 2 0,10 37 850,-6-24-584,-3-12-252,1 1 0,0-1 0,0 0 0,1-1 0,-1 1 0,1 0 0,-1-1 0,1 1 0,0-1 0,0 0 0,0 0 0,0 0 0,0 0 0,0 0 0,1-1 0,-1 1 0,0-1 0,1 0 0,0 0 0,-1-1-1,7 2 1,-1-1-134,0 0 0,0 0-1,0-1 1,1 0-1,-1-1 1,0 0 0,12-2-1,-12-5-2080,-8-2-1743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0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11781,'0'0'1425,"0"0"-1297,0 0 352,0 0 385,0 0-417,0 0-336,0 0-112,122-8-64,-109 14-1377,-3 1-4129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0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5763,'0'0'2804,"0"0"-1246,0 0-48,5 19-163,0 4-909,-3-8-103,1-1-1,0 1 0,1 0 0,1-1 0,0 0 0,10 17 0,-12-26-252,1-1 1,0 1-1,0-1 0,0-1 0,0 1 0,1 0 1,0-1-1,-1 0 0,1 0 0,0-1 0,0 1 1,1-1-1,-1 0 0,0 0 0,1-1 0,-1 0 0,1 0 1,0 0-1,-1 0 0,1-1 0,0 0 0,-1 0 1,1-1-1,0 1 0,6-3 0,-11 2-65,0 0-1,0 0 1,0 0 0,0 0-1,0 0 1,0 0 0,0 0-1,0 0 1,0 0 0,-1-1-1,1 1 1,0 0 0,-1-1-1,1 1 1,-1 0 0,1-1-1,-1 1 1,0-1 0,1 1-1,-1-1 1,0 1 0,0-1-1,0 1 1,-1-3-1,0-42 79,0 41-91,0-1-2,-1 1 0,1-1-1,-1 0 1,-1 0 0,1 1-1,-1 0 1,0-1 0,0 1 0,0 0-1,-1 0 1,0 1 0,0-1-1,0 1 1,-1 0 0,-5-5 0,6 6-37,1 0 0,-1 0 1,1 1-1,-1-1 1,0 1-1,0 0 0,0 0 1,-1 0-1,1 1 1,0-1-1,-1 1 0,1 0 1,0 0-1,-1 1 1,1-1-1,-1 1 0,1 0 1,-1 0-1,0 1 1,1-1-1,-6 2 0,8-1-113,0 1 1,0-1-1,0 0 0,0 0 0,0 1 0,0-1 0,1 1 0,-1 0 0,0 0 0,1-1 0,-1 1 0,1 0 0,0 0 0,0 0 0,0 0 0,0 1 0,0-1 0,0 0 0,0 0 0,1 1 0,-1-1 0,1 0 0,-1 5 0,1 1-3573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99 1201,'0'0'10332,"0"0"-7554,0 0-2146,0 0 323,0 0 75,-13-6-265,-37-20-482,49 26-280,1-1 0,-1 1 0,1 0 0,-1 0 0,1 0 1,-1 0-1,1 0 0,-1 0 0,0 0 0,1 0 0,-1 0 0,1 0 0,-1 0 0,1 0 0,-1 1 0,1-1 0,0 0 0,-1 0 0,1 0 0,-1 1 0,1-1 0,-1 0 0,1 1 0,0-1 0,-1 0 1,1 1-1,-1-1 0,1 0 0,0 1 0,-1-1 0,1 1 0,0-1 0,0 1 0,0-1 0,-1 1 0,1-1 0,0 1 0,0-1 0,0 1 0,0-1 0,0 1 0,0-1 0,0 1 0,0-1 1,0 1-1,0-1 0,0 1 0,0-1 0,0 1 0,0 0 0,3 25 28,-2-21-29,1-1 0,0 0 0,0 0 0,0 0 0,0 0 1,1-1-1,0 1 0,0-1 0,0 1 0,0-1 0,0 0 0,1 0 0,-1 0 0,1-1 0,0 1 0,0-1 1,0 0-1,0 0 0,0 0 0,9 2 0,0 1-128,0-1 1,0-1-1,1 0 1,-1-1-1,25 1 0,-36-3 16,1 0-1,-1 0 1,1 0 0,0 0-1,-1 0 1,1-1-1,-1 1 1,1-1-1,-1 0 1,1 0 0,-1 0-1,0 0 1,1 0-1,-1 0 1,0-1-1,3-1 1,-3 0 46,0 1-1,0-1 1,-1 0 0,1 0 0,-1 0-1,1 0 1,-1-1 0,0 1-1,0 0 1,-1 0 0,1-1-1,0-4 1,1-15 57,-1 0 0,-2-33 0,1 55 19,0-1-1,0 1 1,0 0 0,-1-1 0,1 1-1,-1 0 1,1-1 0,-1 1 0,1 0-1,-1-1 1,0 1 0,1 0 0,-1 0 0,0 0-1,0 0 1,0 0 0,0 0 0,0 0-1,0 0 1,0 0 0,0 0 0,0 1 0,0-1-1,-2 0 1,-1-1-1,1 1 0,-1 0-1,0 0 1,0 0 0,0 0 0,0 1 0,1 0 0,-9 0-1,6 0-12,-1 1-1,1-1 0,-1 1 1,1 1-1,0-1 1,0 1-1,-1 0 0,1 1 1,0-1-1,-9 7 1,11-5-42,0-1 1,1 1 0,0 0 0,-1 0 0,1 0-1,1 0 1,-1 1 0,1-1 0,-1 1 0,1-1-1,0 1 1,1 0 0,-1 0 0,1 0 0,0 0-1,1 0 1,-1 0 0,1 0 0,0 0 0,1 8-1,-2-13-68,1 1-1,0 0 0,0-1 0,0 1 0,1-1 0,-1 1 0,0 0 0,0-1 0,0 1 0,0-1 0,0 1 0,1 0 1,-1-1-1,0 1 0,1-1 0,-1 1 0,0-1 0,1 1 0,-1-1 0,1 1 0,-1-1 0,0 0 0,1 1 0,-1-1 1,1 1-1,-1-1 0,1 0 0,0 0 0,-1 1 0,1-1 0,-1 0 0,1 0 0,-1 0 0,1 1 0,0-1 0,-1 0 0,1 0 1,-1 0-1,1 0 0,0 0 0,-1 0 0,2-1 0,14 1-4356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10357,'0'0'1246,"0"0"-491,0 0-211,0 0 107,0 0 155,-9 16 269,7-12-1019,-4 7 79,0 1 0,0-1 0,1 1 0,1 1 0,0-1 0,0 1 0,2-1 0,-1 1 0,0 22 0,2-10 33,2-1 1,0 0 0,2 0 0,8 38-1,-9-54-149,1-1-1,0 0 0,0 0 0,1 0 0,-1 0 0,1 0 0,1-1 0,-1 0 0,1 0 0,0 0 0,1-1 0,0 1 0,-1-1 1,1 0-1,1-1 0,-1 0 0,1 0 0,12 6 0,-4-5 18,1 0-1,0-1 1,0-1 0,0 0-1,0-1 1,1-1 0,30-2-1,-37 1-13,-6 0-7,0 0 1,1-1 0,-1 1 0,0-1 0,1 0-1,-1 0 1,0-1 0,0 1 0,0-1-1,0 0 1,0 0 0,-1 0 0,1-1-1,0 1 1,-1-1 0,4-3 0,-1-1-143,-1 1 1,0-1 0,0 0 0,0 0-1,-1 0 1,0 0 0,0-1-1,2-8 1,0-2-212,-1 0 0,-1-1-1,0 0 1,-1 0 0,-1 0 0,-1-34 0,-2 51 343,1 1 0,-1 0 0,1-1 0,-1 1 0,1 0 0,-1 0 0,0 0 0,0-1 0,1 1 0,-1 0 0,0 0 1,0 0-1,0 0 0,0 0 0,0 1 0,0-1 0,-1 0 0,1 0 0,0 1 0,0-1 0,-1 1 0,1-1 0,0 1 0,0-1 1,-1 1-1,1 0 0,-1 0 0,1-1 0,0 1 0,-1 0 0,1 0 0,0 1 0,-1-1 0,1 0 0,0 0 0,-3 1 0,-2 0 29,1 0 0,-1 0-1,1 0 1,0 1 0,-1-1-1,1 1 1,0 1 0,-7 3-1,5-1 54,0 1-1,1-1 0,0 1 1,1 0-1,-1 1 0,1-1 0,0 1 1,1 0-1,-1 0 0,2 1 0,-1-1 1,1 1-1,0 0 0,0 0 0,1 0 1,0 0-1,1 1 0,0-1 0,0 0 1,1 16-1,0-22-75,0 0 0,0 0-1,1 0 1,-1 0 0,1 0 0,-1 0 0,1 1 0,0-1 0,0-1-1,0 1 1,0 0 0,1 0 0,-1 0 0,0 0 0,1-1-1,-1 1 1,1-1 0,-1 1 0,4 1 0,0 0 13,0 0 0,0 0-1,0-1 1,0 0 0,1 0 0,0 0 0,6 1 0,10 1 57,0-2 1,41 1-1,-62-3-79,5 0-400,26 0 1053,-22-4-6382,-10-1-3127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2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3794,'0'0'5440,"0"0"-3445,0 0-1024,0 0-104,0 0-122,0 5-236,0 19 234,1 0-1,7 36 0,-7-51-706,1-1 0,0 0 1,1 1-1,0-1 0,0 0 0,1 0 0,0-1 0,0 1 0,1-1 0,0 0 0,6 8 0,-10-15-37,-1 0 0,0 0 0,0 0 0,0 0 0,0 1-1,0-1 1,0 0 0,1 0 0,-1 0 0,0 0 0,0 0 0,0 0 0,0 1-1,1-1 1,-1 0 0,0 0 0,0 0 0,0 0 0,0 0 0,1 0 0,-1 0 0,0 0-1,0 0 1,0 0 0,1 0 0,-1 0 0,0 0 0,0 0 0,0 0 0,0 0 0,1 0-1,-1 0 1,0 0 0,0 0 0,0 0 0,1-1 0,-1 1 0,0 0 0,0 0 0,0 0-1,0 0 1,0 0 0,1 0 0,-1-1 0,0 1 0,0 0 0,0 0 0,0 0-1,0 0 1,0 0 0,0-1 0,0 1 0,1 0 0,2-18-149,-2-31-107,-1 41 260,0-11 21,-1 11-52,1-1 1,0 1 0,0-1-1,1 1 1,0 0-1,1-1 1,3-11-1,-3 18 13,-1 0 0,0 0 0,1 0 1,-1 1-1,1-1 0,-1 0 0,1 1 0,0-1 0,0 0 0,0 1 0,0 0 0,0 0 1,0-1-1,0 1 0,0 0 0,0 1 0,1-1 0,-1 0 0,0 1 0,0-1 0,1 1 1,-1 0-1,1 0 0,-1-1 0,0 2 0,1-1 0,-1 0 0,0 0 0,1 1 0,-1-1 0,4 2 1,-3 0 11,0-1 1,0 0 0,-1 0 0,1 1-1,0 0 1,-1-1 0,0 1 0,1 0 0,-1 0-1,0 0 1,0 1 0,0-1 0,0 0-1,2 4 1,26 44 13,-22-35-28,-3-6 21,1-1 1,-1 1 0,2-1 0,-1 0 0,1 0 0,9 7 0,-13-12-16,0-1-1,0 0 1,0 0 0,1 0 0,-1 0-1,0 0 1,1-1 0,-1 0-1,1 1 1,-1-1 0,1 0-1,0-1 1,-1 1 0,1-1 0,0 0-1,-1 0 1,1 0 0,0 0-1,0 0 1,4-2 0,-7 1 8,0 1 0,-1-1 1,1 0-1,0 0 0,-1 1 1,1-1-1,0 0 0,-1 0 1,1 0-1,-1 0 0,1 0 1,-1 0-1,0 0 0,1 0 1,-1 0-1,0 0 0,0 0 1,0 0-1,0 0 0,1 0 0,-2 0 1,1-2-1,0-30-138,0 25 56,1-22-317,0 18 218,-1 0 1,0 1-1,0-1 0,-1 0 0,-4-17 0,4 26 168,0 1 0,0-1-1,0 1 1,0-1 0,0 1-1,-1 0 1,1 0-1,-1-1 1,1 1 0,-1 0-1,0 0 1,0 1-1,0-1 1,0 0 0,0 1-1,0-1 1,0 1 0,-1-1-1,1 1 1,-1 0-1,1 0 1,-1 0 0,1 1-1,-1-1 1,1 0 0,-1 1-1,0 0 1,1-1-1,-5 1 1,0 0 11,1 0-1,-1 0 1,1 0-1,-1 1 0,1 0 1,0 0-1,-1 1 1,1-1-1,0 1 1,0 1-1,0-1 1,0 1-1,-6 4 1,9-4-9,0 0 1,-1 0 0,1 0-1,1 0 1,-1 1 0,0-1-1,1 1 1,0 0 0,0 0-1,0 0 1,0 0 0,1 0-1,-1 0 1,1 0 0,0 1-1,0-1 1,1 0 0,-1 1-1,1-1 1,0 7 0,0-6-108,0-5 40,0 1-1,0 0 0,-1-1 1,1 1-1,0 0 0,0-1 0,0 1 1,0 0-1,0-1 0,0 1 1,0 0-1,1-1 0,-1 1 0,0 0 1,0-1-1,0 1 0,1 0 0,-1-1 1,0 1-1,1-1 0,-1 1 1,0-1-1,1 1 0,-1-1 0,1 1 1,-1-1-1,1 1 0,-1-1 1,1 1-1,-1-1 0,1 0 0,-1 1 1,1-1-1,0 0 0,-1 1 1,1-1-1,0 0 0,14 1-3554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9748,'0'0'1478,"0"0"-365,0 0-107,0 0-40,0 0-19,-5 19 136,3-10-962,-2 6 78,0 0-1,1 1 0,1-1 0,1 1 1,0 0-1,1-1 0,3 29 0,68 259 597,-76-328-6943,-3-10 4288,-1 11-2692,2 9-290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3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4082,'0'0'2494,"0"0"-1088,0 0-480,0 0-43,0 0 168,7-1-58,34 1-803,1 1 0,-1 3 0,73 15 0,-108-17-159,0 0 0,0 0 0,-1 1 0,1 0 0,-1 0 0,0 0 0,0 1 0,0-1 1,-1 1-1,1 0 0,-1 1 0,0-1 0,0 1 0,0 0 0,3 6 0,-4-6 3,-1-1 0,1 0 0,0 0 0,0 0-1,1 0 1,-1-1 0,1 1 0,0-1 0,-1 0 0,2 0 0,-1 0 0,0 0 0,1-1 0,-1 0 0,1 0 0,-1 0 0,1 0 0,0-1 0,0 0-1,0 0 1,7 1 0,-10-2-33,0 0 0,0 0 0,0 0 0,1 0 0,-1 0 0,0-1 0,0 1-1,0 0 1,0-1 0,0 0 0,0 1 0,0-1 0,-1 0 0,1 0 0,0 0 0,0 0 0,2-2-1,-2 0-14,-1 0 0,1 0-1,-1 0 1,1 0 0,-1 0 0,0 0-1,0-1 1,0 1 0,0 0-1,0-6 1,2-7-201,-1 0 0,-1 0 1,0 0-1,-1 0 0,-3-26 0,3 40 208,0 0-1,-1 1 0,0-1 1,1 0-1,-1 1 0,0-1 1,0 1-1,0-1 1,0 1-1,0-1 0,0 1 1,0-1-1,0 1 0,-1 0 1,1 0-1,-1 0 0,1 0 1,-1 0-1,1 0 0,-3-1 1,0 0 11,-1 1 0,1-1 0,-1 1 0,1 0 1,-1 1-1,0-1 0,-8 0 0,4 2-2,1-1 0,0 1 0,-1 0 0,1 1 0,0-1 0,0 2 0,0-1 0,-13 7 0,17-7-93,0 0 1,0 1-1,0-1 0,0 1 0,0 0 1,1 0-1,-1 0 0,1 1 1,0-1-1,0 1 0,0 0 0,1 0 1,-1 0-1,1 0 0,-2 5 1,3-3-4195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3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9364,'0'0'2468,"0"0"-1625,0 0-416,0 0 437,0 0 27,2 7-314,0 4-464,-2-8-91,0 0-1,1 0 1,-1 0-1,1 1 1,0-1-1,0 0 1,0 0-1,0 0 1,0 0-1,1-1 1,-1 1-1,1 0 1,0-1-1,0 1 1,0-1-1,0 1 1,0-1-1,1 0 1,-1 0-1,1 0 1,-1 0 0,5 2-1,3 1-177,0-1-1,0 0 0,0 0 1,1-1-1,0-1 1,0 0-1,0 0 1,18 0-1,-27-2 67,-1 0 0,1-1 0,-1 1 0,0-1 0,1 1-1,-1-1 1,0 0 0,0 1 0,0-1 0,1 0 0,-1 0-1,0 0 1,0 0 0,0 0 0,0 0 0,-1 0 0,1 0-1,0-1 1,0 1 0,-1 0 0,1 0 0,0-1 0,-1 1-1,1-2 1,13-43-185,-9 25 241,-1 10 73,0 0 0,1 0 0,0 0 0,1 1 1,0 0-1,1 0 0,0 0 0,15-15 1,-20 23-31,0 0 1,0 0 0,1 1-1,-1-1 1,0 0 0,1 1 0,0-1-1,-1 1 1,1 0 0,0 0-1,-1 0 1,1 0 0,0 0 0,0 1-1,0-1 1,0 1 0,0 0-1,0 0 1,0 0 0,0 0 0,0 1-1,0-1 1,-1 1 0,1-1-1,0 1 1,0 0 0,0 0 0,-1 1-1,1-1 1,0 0 0,-1 1-1,0 0 1,1-1 0,-1 1 0,0 0-1,0 0 1,0 0 0,0 1-1,3 4 1,-4-7 61,-1 1 0,1 0-1,-1-1 1,0 1 0,1 0-1,-1-1 1,0 1 0,0 0-1,1-1 1,-1 1 0,0 0-1,0 0 1,0-1 0,0 1-1,0 0 1,0-1 0,0 1-1,0 0 1,0 0 0,0-1-1,-1 1 1,1 0 0,0 0 0,0-1-1,-1 1 1,1 0 0,0-1-1,-1 1 1,1-1 0,-2 2-1,-19 21-237,6-8 291,11-9-86,0 1 1,1 0-1,0 0 1,0 1-1,1-1 1,0 0-1,0 1 1,1 0-1,-1-1 1,2 1-1,-1 0 1,1-1-1,1 12 1,0-16-32,-1-1 1,1 0-1,0 0 1,0 0-1,0 0 1,0 0-1,0 0 0,0 0 1,0 0-1,1 0 1,-1-1-1,1 1 1,-1-1-1,1 1 1,0-1-1,-1 1 1,1-1-1,0 0 0,0 0 1,0 0-1,0 0 1,0 0-1,0 0 1,0 0-1,1-1 1,-1 1-1,0-1 1,4 1-1,9 1 44,0 0 1,29-1-1,-40-1-42,7 1 21,1-1 1,-1-1-1,1 0 1,-1-1 0,0 0-1,1-1 1,-1 0 0,15-7-1,-22 8-80,0 0 0,-1 0-1,1-1 1,-1 0 0,1 1-1,-1-1 1,0 0 0,0-1-1,0 1 1,0-1 0,-1 1-1,0-1 1,1 0 0,-1 0 0,0 0-1,-1 0 1,1 0 0,-1 0-1,0 0 1,0 0 0,0-1-1,-1 1 1,1-1 0,-1 1-1,0-6 1,0 10 10,0 0 32,2 23 259,-1-20-196,0 1 1,0-1-1,1 0 1,-1 0-1,1 0 1,-1 0-1,1 0 1,0 0-1,0 0 1,0 0 0,1-1-1,-1 1 1,1-1-1,-1 0 1,1 1-1,0-1 1,0 0-1,0-1 1,0 1-1,0-1 1,0 1-1,0-1 1,7 2-1,30 1-3044,-38-4-797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4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11 3922,'0'0'8019,"0"0"-7234,0 0 143,0 0 385,0 0-417,0 0-880,-25-11 64,35 29-80,-3-12-1873,-1-1-6306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19 12518,'0'0'861,"0"0"-548,0 0 177,2 17 727,-2 0-816,0-8-212,0 0-1,0 0 1,1-1-1,1 1 1,-1 0 0,1-1-1,1 1 1,-1-1 0,1 0-1,7 14 1,-8-19-144,1-1-1,-1 1 1,0-1 0,1 1 0,-1-1 0,1 0 0,0 0-1,0 0 1,0 0 0,0-1 0,0 1 0,0-1-1,0 1 1,0-1 0,1 0 0,4 0 0,57 4 405,-55-6-395,-9 1-46,1-1-1,-1 1 1,0-1 0,1 0-1,-1 0 1,0 0 0,0 0-1,0 0 1,0 0-1,0 0 1,0 0 0,0 0-1,0 0 1,0-1 0,0 1-1,-1 0 1,1-1 0,0 1-1,-1 0 1,0-1-1,1 1 1,-1-1 0,0 1-1,1-1 1,-1 1 0,0-1-1,0 1 1,0-2 0,2-51-1653,-2 49 1087,0 3 526,1-6 0,-1 1-1,0-1 1,-1 1-1,0-1 1,0 0-1,-4-12 0,3 17 37,1 1 1,0 0-1,-1 0 0,1 0 0,-1 0 0,1 0 0,-1 0 0,0 1 0,0-1 0,0 1 0,0-1 0,0 1 0,0-1 0,0 1 0,-1 0 0,1 0 0,0 0 0,-1 0 0,1 1 0,0-1 0,-1 1 0,1-1 0,-1 1 0,-3 0 0,0-1 20,0 1 0,0 0-1,0 0 1,0 0 0,0 1-1,0 0 1,0 0 0,1 1-1,-1-1 1,0 1 0,1 0-1,-1 1 1,-4 2 0,7-3-110,0 0 0,0 1 0,0-1 0,1 1 0,-1-1 0,1 1 1,0 0-1,-1-1 0,-2 7 0,4-6-390,-1 1 0,0 0 0,1 0 0,0 0 0,0 0 0,0 0 0,0 0 0,1 0 0,0 6 0,0-4-6344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11013,'0'0'2521,"0"0"-1568,0 0-278,0 0 410,6 6-124,36 51-3,-15-19-737,-24-49-563,0 0-1,1 0 0,1 1 1,7-14-1,-9 20 291,0 0 0,1 0 0,-1 0 0,1 0 0,0 1 0,0-1 0,1 1 0,-1 0 0,1 0 0,-1 1 0,1-1 0,0 1 0,0 0 0,0 1 0,0-1 0,0 1 0,0 0 0,0 0 0,1 0 0,-1 1 0,0 0 0,1 0 0,5 1 0,-9 1 87,0-1 1,0 1-1,0 0 1,0 0-1,0 0 1,0 1-1,-1-1 1,1 0-1,-1 1 1,1-1-1,-1 1 1,0-1-1,0 1 1,0 0-1,-1-1 1,1 1-1,0 0 1,-1 4-1,10 22 382,-8-27-351,0 1 1,0-1-1,0 1 1,0-1-1,1 0 1,-1 0-1,1 0 0,-1 0 1,1 0-1,0-1 1,0 1-1,0-1 1,0 1-1,0-1 1,0 0-1,0-1 0,4 2 1,58 0 248,-42-2-297,-19 0-30,1-1 0,-1 1 1,1-1-1,-1 0 1,0 0-1,1 0 0,-1-1 1,7-3-1,-9 5-202,-1-1 0,1 0 0,0 0 0,-1 0 0,1 0 0,-1 0 0,0-1-1,1 1 1,-1 0 0,0-1 0,0 1 0,0-1 0,0 1 0,0-1 0,0 1 0,0-1 0,0 0 0,-1 1 0,1-1 0,-1 0-1,1 0 1,-1 0 0,0-2 0,0-7-5850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5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11189,'0'0'2081,"0"0"-1649,0 0-416,0 0 993,0 0 575,-83 105-799,51-62-641,6-4-128,2-1-16,20-30-784,4-6-3410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7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0 686 6995,'0'0'1716,"0"0"-348,9-19-234,58-152 1518,-54 128-2487,-3-1-1,-1-1 1,-2 1-1,-2-1 1,-1-56-1,-4 88-59,-1 0-1,0 0 0,0 1 1,-1-1-1,-6-19 0,6 26-100,-1 0-1,1 1 0,-1-1 1,0 0-1,-1 1 0,1 0 0,-1 0 1,0 0-1,-1 0 0,1 1 1,-1-1-1,0 1 0,-6-4 0,10 7-8,1 1-1,0 0 0,-1 0 1,1 0-1,-1-1 0,1 1 0,-1 0 1,1 0-1,-1 0 0,1 0 1,-1 0-1,1 0 0,0 0 0,-1 0 1,1 0-1,-1 0 0,1 0 0,-1 0 1,1 0-1,-1 0 0,1 0 1,-1 0-1,1 0 0,-1 1 0,1-1 1,0 0-1,-1 0 0,1 1 1,-1-1-1,1 0 0,0 0 0,-1 1 1,1-1-1,0 0 0,-1 1 1,1-1-1,0 1 0,0-1 0,-1 0 1,1 1-1,0-1 0,0 1 1,0-1-1,0 1 0,-1-1 0,1 1 1,0-1-1,0 1 0,-6 29-83,6-24 85,-10 90 9,5 1 1,9 128-1,-3-205 50,1 1 1,1-1 0,1 0-1,1 1 1,1-2-1,1 1 1,0-1-1,1 0 1,16 26-1,-19-37-34,0 0-1,1 0 1,0-1-1,0 0 1,1 0-1,0 0 1,0-1-1,1 0 1,0 0-1,0-1 1,0 0-1,0 0 1,1-1-1,0 0 0,0-1 1,0 0-1,0 0 1,0-1-1,1 0 1,-1 0-1,20-1 1,-27-1-11,0 0 1,1 0 0,-1 0-1,1-1 1,-1 1-1,0-1 1,1 0-1,-1 0 1,0 0 0,0 0-1,0 0 1,0 0-1,0 0 1,0-1 0,0 1-1,0-1 1,0 1-1,0-1 1,2-3 0,-1 0 0,0 0 1,0-1 0,0 1-1,0-1 1,-1 1 0,0-1-1,2-10 1,0-7-2,-1-1-1,-1 1 1,-1-24-1,-1 45-8,0-66-505,0 67 330,0 20-290,0-7 464,0 1-1,1-1 1,1 0-1,0 1 1,1-1 0,0 0-1,1 0 1,0-1-1,6 13 1,-7-19-5,0 0 0,0 0 0,0-1 0,0 1 0,1-1 0,0 0 0,0 0 0,0 0 0,0-1 0,1 1 1,-1-1-1,1 0 0,0 0 0,0-1 0,0 1 0,0-1 0,1 0 0,-1-1 0,0 1 0,1-1 0,-1 0 0,1-1 0,5 1 0,-6-1-129,-1 1-128,0 0 0,0-1 0,0 0 0,0 0 0,0 0 0,0-1 0,7-1 0,-11-4-2964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12534,'0'0'2289,"0"0"-1521,0 0-416,0 0 289,0 0-81,0 0-512,-30 45 128,48 8-176,1 3 0,-1 3-848,-12-40-1506,-4 1-5553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8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9652,'0'0'1212,"0"0"-810,0 0-4,0 0 157,0 0-3,15 15-221,-3-5-282,9 9 10,0 1 0,-1 1 0,-1 1 0,17 26 0,-36-48-78,0 0-1,0-1 1,0 1 0,0 0-1,0 0 1,0 0 0,0 0-1,0 0 1,0-1 0,0 1-1,0 0 1,0 0 0,0 0-1,0 0 1,1 0 0,-1 0-1,0-1 1,0 1-1,0 0 1,0 0 0,0 0-1,0 0 1,0 0 0,0 0-1,1 0 1,-1 0 0,0 0-1,0-1 1,0 1 0,0 0-1,0 0 1,0 0 0,1 0-1,-1 0 1,0 0-1,0 0 1,0 0 0,0 0-1,0 0 1,1 0 0,-1 0-1,0 0 1,0 0 0,0 0-1,0 0 1,0 0 0,0 0-1,1 0 1,-1 1 0,0-1-1,0 0 1,0 0-1,0 0 1,0 0 0,0 0-1,1 0 1,-1 0 0,0 0-1,0 0 1,0 1 0,0-1-1,0 0 1,0 0 0,0 0-1,0 0 1,0 0 0,4-22-428,-3-34 587,-1 52-143,0 0 3,0 0 0,0 0 1,0 0-1,1 0 0,-1 0 0,1 0 0,0 0 0,0 1 0,1-1 1,-1 0-1,1 1 0,2-5 0,-2 6-6,-1 1 1,0 0-1,1-1 0,-1 1 0,1 0 0,-1 0 1,1 0-1,0 0 0,-1 0 0,1 1 1,0-1-1,0 0 0,-1 1 0,1-1 0,0 1 1,0 0-1,0 0 0,0-1 0,0 1 1,-1 0-1,1 1 0,0-1 0,0 0 1,0 0-1,0 1 0,0-1 0,-1 1 0,4 1 1,-2 0 18,0 0 0,1 0 0,-1 0 1,0 0-1,0 1 0,0 0 0,0-1 1,-1 1-1,1 0 0,-1 0 0,1 1 0,-1-1 1,0 0-1,0 1 0,1 5 0,24 62 424,-24-61-378,0 0-31,-3-8-22,0 1 0,1 0 0,-1-1 0,1 1-1,0-1 1,0 1 0,0-1 0,0 1 0,0-1 0,0 0 0,0 0 0,1 1 0,0-1 0,-1 0-1,4 3 1,-5-5 34,0 0 14,0-33 183,0 31-240,0-1 1,0 0-1,0 0 0,0 0 0,0 0 0,1 0 0,0 0 1,-1 1-1,1-1 0,0 0 0,0 0 0,0 1 1,0-1-1,1 1 0,-1-1 0,1 1 0,0-1 0,0 1 1,3-4-1,-1 4-9,0 0-1,0 0 1,1 0 0,-1 1-1,0 0 1,0-1 0,1 2 0,-1-1-1,1 0 1,-1 1 0,1 0-1,5 0 1,-7 1 6,-1 0-1,1-1 1,-1 1 0,1 0-1,-1 0 1,1 0 0,-1 1-1,0-1 1,1 1-1,-1-1 1,0 1 0,0 0-1,0 0 1,0 0 0,-1 0-1,1 0 1,0 0-1,-1 0 1,2 3 0,-1-2 10,0 0 0,-1 0 0,1 0 0,1-1 0,-1 1 0,0-1 0,1 0 0,-1 0 0,1 1 0,0-2 0,0 1 0,0 0 0,-1 0 0,2-1 0,-1 0 0,5 2 0,-4-2-68,0 0 0,-1-1-1,1 1 1,0-1 0,-1 0-1,1 0 1,0-1 0,-1 1-1,1-1 1,-1 0 0,1 1-1,-1-1 1,1-1 0,-1 1-1,1-1 1,-1 1 0,0-1-1,0 0 1,0 0-1,3-3 1,-3 1-26,0 0-1,-1 0 0,1-1 1,-1 1-1,-1-1 0,1 1 1,0-1-1,-1 1 1,0-1-1,0 0 0,-1 0 1,1 0-1,-1 0 0,-1-8 1,5 23 420,0-1 1,1 1-1,0-1 1,10 14 0,-12-18-236,0-1-1,1 1 1,-1-1 0,1 0 0,0 0 0,0 0 0,1 0 0,-1 0 0,1-1 0,-1 0 0,1 0 0,0-1 0,0 1 0,1-1 0,-1 0 0,0 0-1,7 1 1,-6-3-81,1 1 32,1 0 0,-1-1 0,0 0 0,0 0 0,1-1 0,9-1 0,-15 1-56,0 0-1,-1 1 1,1-1-1,0 0 1,-1 0-1,1 0 1,-1 0-1,1 0 1,-1-1-1,0 1 1,1 0-1,-1-1 1,0 1-1,0-1 1,0 1-1,0-1 1,0 1-1,0-1 1,-1 0-1,1 1 1,-1-1-1,1 0 1,-1 0-1,1 0 1,-1 1-1,0-1 1,0 0-1,0 0 1,0 0 0,0-2-1,0-6-592,-1-18-2054,-6 13-2193,1 9 74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88 10213,'0'0'-1105,"0"0"857,0 0 333,4 3 100,0-1-219,1 0 1,-1 0-1,0 0 1,1-1 0,-1 1-1,1-1 1,-1 0 0,1 0-1,-1-1 1,1 1 0,9-1-1,-11-37 567,-3 33-351,-1 1-82,1 0-1,0 0 1,-1 1-1,1-1 1,-1 0-1,0 0 1,0 1-1,0-1 1,0 0-1,0 1 1,0-1-1,-1 1 1,0 0-1,1-1 1,-1 1-1,0 0 1,0 0-1,0 0 1,0 0-1,0 0 1,-1 1-1,1-1 1,0 1-1,-1-1 1,1 1-1,-1 0 1,0 0-1,1 0 1,-1 0-1,0 1 1,0-1-1,0 1 1,-4-1-1,6 2-102,0-1-1,0 1 1,0-1 0,0 1-1,1-1 1,-1 1-1,0-1 1,0 1 0,1 0-1,-1 0 1,0-1-1,1 1 1,-1 0 0,1 0-1,-1 0 1,1-1-1,-1 1 1,1 0 0,0 0-1,-1 0 1,1 0-1,0 0 1,0 0 0,0 0-1,0 0 1,0 0-1,0 0 1,0 2-1,-1 37-1771,1-32-107,0 7-6004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94 9428,'0'0'1121,"-13"-16"109,-37-51-243,39 57 487,8 16-1201,8 16-399,-5-21 154,67 184 1231,-15-51 5,68 242 1495,-110-336-2650,-9-24-5439,-1-26 1211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3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7219,'0'0'2609,"0"0"-1616,0 0-129,0 0-79,157-16 159,-94-2-496,3 0-224,-5 4-224,-5 0-16,-42 10-576,-8 4-5555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0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157 135 7011,'0'0'3071,"0"0"-1590,0 0-155,0 0 584,0 0-331,10-18 57,-6 5-1617,-2-1 1,0 0-1,0 0 1,-1 0-1,-2-20 1,1 34-23,-1-1 1,1 0-1,-1 0 1,1 0-1,-1 0 1,1 1-1,-1-1 1,0 0-1,1 1 1,-1-1-1,0 0 1,0 1-1,0-1 0,1 1 1,-1-1-1,0 1 1,0-1-1,0 1 1,0 0-1,0-1 1,0 1-1,0 0 1,0 0-1,0 0 1,0 0-1,1 0 0,-1 0 1,-2 0-1,-36 0-22,29 0 4,5 1 14,0-1 0,0 1 1,0 1-1,0-1 0,1 1 1,-1 0-1,0 0 0,1 0 1,0 0-1,-1 1 0,1 0 0,0 0 1,0 0-1,1 0 0,-1 1 1,1-1-1,0 1 0,-1 0 0,2 0 1,-1 0-1,0 1 0,1-1 1,0 0-1,0 1 0,0 0 0,1-1 1,-1 1-1,1 0 0,0 0 1,0 0-1,1 0 0,0 9 0,0-12-4,0 0-1,1 0 1,-1 0-1,1 1 0,0-1 1,0 0-1,0 0 1,0 0-1,0 0 0,0-1 1,0 1-1,1 0 1,-1 0-1,1-1 0,-1 1 1,1-1-1,-1 1 1,1-1-1,0 1 0,0-1 1,0 0-1,0 0 1,0 0-1,0 0 0,0-1 1,0 1-1,0 0 1,0-1-1,0 0 0,5 1 1,9 2-19,0-2 1,0 1-1,18-2 1,-24 0 34,4 0-22,2 0-18,-1 0 0,1 0 0,-1-2 0,1 0 0,19-5 0,-31 6-1,-1-1 0,0 1 0,0 0 0,1-1-1,-1 0 1,0 1 0,-1-1 0,1-1 0,0 1 0,0 0-1,-1 0 1,1-1 0,-1 0 0,0 1 0,0-1-1,0 0 1,0 0 0,0 0 0,-1 0 0,0-1-1,1 1 1,-1 0 0,0-1 0,0 1 0,-1-1-1,1 1 1,-1 0 0,0-1 0,0-5 0,0-8 19,-1 14 17,1-1 1,0 0 0,0 1 0,0-1-1,1 0 1,-1 0 0,1 1-1,0-1 1,1-4 0,0 7-8,-1-1-1,0 1 1,0 0 0,1 0 0,-1 0 0,0 0 0,1 0 0,-1 0-1,1 0 1,-1 0 0,1 0 0,0 1 0,-1-1 0,1 1 0,0-1-1,-1 1 1,1 0 0,0-1 0,0 1 0,-1 0 0,1 0 0,0 0-1,2 1 1,7-1 16,-1 0-1,0 0 1,0 2-1,1-1 1,-1 1-1,0 1 1,17 6-1,-20-6 13,-1 0 0,0 1-1,-1 0 1,1 0-1,-1 1 1,1-1 0,-1 1-1,-1 0 1,1 1 0,-1-1-1,0 1 1,6 10-1,-7-12 3,-1 1-1,0 0 1,0-1-1,0 1 1,0 0-1,-1 0 0,0 0 1,0 0-1,0 0 1,-1 0-1,0 7 1,0-10-17,0 0 1,0 0-1,-1-1 1,1 1-1,-1 0 1,1-1-1,-1 1 1,0 0-1,1-1 0,-1 1 1,0-1-1,0 1 1,0-1-1,0 0 1,0 1-1,-1-1 1,1 0-1,0 0 1,0 0-1,-1 0 1,1 0-1,-1 0 1,1 0-1,-1 0 1,0 0-1,1-1 1,-1 1-1,0-1 1,1 1-1,-1-1 1,0 0-1,1 1 1,-1-1-1,-3 0 1,-8 0 51,5 1-43,0 0 0,-1-1 0,1 0 1,-16-3-1,23 3-2,0 0 0,-1 0 1,1-1-1,0 1 1,0-1-1,0 1 0,0 0 1,0-1-1,0 0 0,0 1 1,0-1-1,0 0 1,0 1-1,0-1 0,0 0 1,0 0-1,1 0 1,-1 0-1,0 0 0,1 0 1,-1 0-1,0 0 1,1 0-1,-1 0 0,1 0 1,0 0-1,-1-1 1,1 1-1,0 0 0,0 0 1,0 0-1,0 0 0,0-1 1,0 1-1,0 0 1,0 0-1,0 0 0,0-1 1,1 1-1,-1 0 1,1-1-1,0 1-5,-1 0-1,1 0 1,0 0-1,0 0 1,0 0-1,0 0 1,0 0-1,0 0 1,0 1-1,0-1 1,0 0 0,0 1-1,0-1 1,0 1-1,0 0 1,1-1-1,-1 1 1,0 0-1,0-1 1,1 1 0,-1 0-1,2 0 1,36-1-41,-30 1 44,52 0-11,3-2 490,1 3-1,-1 3 1,92 18-1,-143-16-378,-13-5-7668,-3-1 23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6147,'0'0'1531,"0"0"-589,0 0-38,0 0 297,0 0-89,0 0-261,0 19 115,0-12-880,0 5 130,0 1 0,1 0 0,0 0 1,4 17-1,-3-25-186,0-1 1,0 1 0,0 0 0,0-1-1,1 0 1,-1 1 0,1-1 0,0 0-1,1 0 1,-1-1 0,1 1-1,-1-1 1,1 0 0,7 5 0,-3-3 5,1 0 1,-1-1-1,1 1 1,0-2-1,0 1 1,1-1-1,-1-1 1,17 3-1,4-2 14,43-2 0,-53-1 5,-16 0-55,0 0 0,0 0 0,0 0 0,0-1 1,0 0-1,0 0 0,0 0 0,0 0 1,-1-1-1,1 1 0,0-1 0,-1 0 1,1 0-1,-1 0 0,0-1 0,0 1 1,0-1-1,0 0 0,0 1 0,0-1 1,-1-1-1,0 1 0,1 0 0,-1-1 0,2-4 1,-2 3-7,0 0 1,-1 0-1,0 0 1,0 0-1,0 0 1,0 0-1,-1-1 1,0 1-1,0 0 1,0-1-1,-1 1 1,1 0-1,-1 0 1,-1 0-1,1 0 1,-1 0-1,0 0 1,0 0-1,-3-6 1,1 5 42,-1 0 1,1 0 0,-1 1 0,0-1 0,0 1 0,-1 0 0,1 0 0,-1 1 0,0 0 0,-1 0 0,1 0 0,-1 1 0,1 0 0,-9-3 0,11 5-32,1-1 1,0 1-1,-1 0 0,1 1 0,-1-1 1,1 1-1,-1-1 0,1 1 0,-1 0 1,1 0-1,-1 1 0,1-1 0,-1 1 0,1 0 1,-1 0-1,1 0 0,0 0 0,-1 0 1,1 1-1,0-1 0,0 1 0,0 0 1,0 0-1,0 0 0,1 1 0,-1-1 1,1 1-1,-1-1 0,1 1 0,-4 5 1,2 0-245,0 0 0,0 0 0,1 1 0,0-1 1,0 1-1,1-1 0,0 1 0,1 0 0,0 0 1,0 0-1,1 0 0,0 0 0,0 0 0,4 15 1,-4-24 91,0 1 0,1-1 0,-1 1 0,0-1 0,1 1 0,-1-1 0,0 1 0,1-1 0,-1 0 0,1 1 0,-1-1 0,1 1 0,-1-1 0,1 0 0,-1 1 0,1-1 0,-1 0 0,1 0 0,-1 0 0,1 1 0,-1-1 0,1 0 0,0 0 0,0 0 0,16 1-6276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98 9364,'0'0'515,"-8"-16"-213,-25-48-28,33 63-230,0 0 0,0 0 0,0 1 0,-1-1 0,1 0 0,0 0 0,-1 0 0,1 0 0,0 1 0,-1-1 0,1 0 0,-1 0 0,0 1 0,1-1 0,-1 0 0,1 1 0,-1-1 0,0 1 0,0-1 0,1 1 0,-1-1 0,0 1 0,0-1 0,0 1 0,1 0 0,-1-1-1,-1 1 1,-2 15 351,4-10-449,-5 29 396,2 1-1,2-1 1,1 1 0,2 0 0,1-1-1,11 46 1,-11-65-240,2 1 0,0-1-1,1 0 1,0 0 0,1-1 0,1 0-1,0 0 1,1 0 0,1-1-1,0-1 1,0 0 0,1 0 0,1-1-1,0 0 1,1-1 0,15 10 0,-13-12-62,1 0 0,1 0 0,-1-2 0,1 0 0,0-1 0,0-1 0,31 4 1,-38-6-26,-1-1 1,1-1 0,0 1 0,0-2 0,-1 1-1,1-1 1,0-1 0,-1 0 0,1 0 0,-1-1-1,0 0 1,0-1 0,0 0 0,0 0 0,11-8-1,-14 7-5,-1 0 0,0-1 0,0 0 0,0 0 0,-1 0 0,0 0 0,0-1-1,-1 1 1,1-1 0,-2 0 0,1 0 0,-1 0 0,0-1 0,0 1 0,-1 0 0,0-1 0,0 1-1,-1-1 1,0 1 0,0-1 0,0 1 0,-1-1 0,-1 1 0,1-1 0,-5-12 0,4 14 4,0 1 0,0-1 0,-1 0 1,0 0-1,0 1 0,0 0 1,0-1-1,-1 1 0,0 0 1,0 1-1,0-1 0,-1 1 1,0 0-1,1 0 0,-1 0 0,-1 1 1,1-1-1,0 1 0,-1 1 1,0-1-1,0 1 0,1 0 1,-1 0-1,-1 1 0,1-1 1,0 1-1,0 1 0,0-1 0,-1 1 1,1 0-1,-7 2 0,9-2 2,0 1-1,1 0 1,-1 0-1,0 0 0,1 1 1,-1-1-1,1 1 1,-1 0-1,1 0 1,0 0-1,0 1 0,0-1 1,0 1-1,0-1 1,1 1-1,-1 0 0,-2 3 1,1 1 35,0-1 1,1 1-1,0 0 0,0 0 0,0 0 1,1 1-1,0-1 0,-2 12 1,3-9-8,-1-1 1,2 1 0,-1 0-1,1 0 1,1-1-1,0 1 1,0 0 0,1-1-1,0 1 1,1-1-1,0 0 1,1 0 0,-1 0-1,8 12 1,-2-11-25,-1 0 0,2 0 0,-1-1 1,1-1-1,1 1 0,-1-2 0,1 1 0,1-2 1,-1 1-1,1-2 0,0 0 0,1 0 0,-1-1 0,20 4 1,8 0 8,1-3 0,1-1 0,53-2 0,-87-2-67,0 0-1,0 0 1,0-1 0,0 0 0,-1 0-1,1-1 1,0 0 0,11-4 0,-11-4-2062,-8 1-2187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8516,'0'0'1702,"0"0"-726,-4 18-2,-11 62 382,15-75-1208,-1 0 1,1 0 0,0 1 0,1-1-1,-1 0 1,1 0 0,0 0 0,1 0 0,-1 0-1,1 0 1,0-1 0,0 1 0,0-1 0,1 1-1,0-1 1,4 6 0,3 2 52,1 0-1,1-1 1,21 16 0,-5-4-228,-28-23-98,-6-25-1335,-1 2 1276,2 0 0,1 0 0,0-1 0,0-26 0,4 48 180,0 1 1,0-1 0,0 1-1,0 0 1,0-1-1,0 1 1,1 0-1,-1-1 1,0 1 0,1 0-1,-1 0 1,1-1-1,-1 1 1,1 0 0,0 0-1,-1 0 1,1-1-1,0 1 1,0 0-1,0 0 1,0 0 0,0 0-1,1 0 1,0 0 9,0 0 0,0 1 1,0-1-1,0 1 1,0 0-1,-1 0 1,1 0-1,0 0 0,0 0 1,0 0-1,0 0 1,0 1-1,0-1 0,0 0 1,0 1-1,2 1 1,0 0-3,1 0 0,-1 0 0,0 1 0,0 0 1,0-1-1,0 2 0,-1-1 0,1 0 1,-1 1-1,0-1 0,0 1 0,3 5 1,33 59 62,-26-42 21,-6-14-66,0 0 0,0 0 0,1-1 0,15 17 0,-19-25-17,-1 1 0,1-1 0,0-1 0,0 1 0,0 0 0,0-1 0,1 0 0,-1 0 0,1 0 0,-1-1 0,1 1 0,-1-1 0,1 0 0,0 0 0,0-1 0,8 0 0,-9 1 18,0-1 0,1 0-1,-1 0 1,0-1 0,1 0-1,-1 1 1,0-1 0,1-1 0,-1 1-1,0-1 1,0 1 0,6-5-1,-7 4-3,-1-1 0,0 1 0,0-1-1,0 1 1,0-1 0,0 0-1,-1 0 1,1 0 0,-1 0 0,0 0-1,0 0 1,0 0 0,0-1-1,0 1 1,-1 0 0,1 0 0,-1-1-1,0-2 1,2-16-14,-2 0 1,0 1-1,-3-27 0,2 43-5,0-1 1,0 1-1,0 0 1,-1-1-1,0 1 1,0 0-1,0 0 1,0 0-1,-1 0 1,0 0-1,0 1 1,0-1-1,-1 1 1,0 0-1,1 0 0,-1 0 1,-9-6-1,10 8 1,-1 0-1,1 0 0,-1 0 1,1 1-1,-1 0 0,0-1 1,0 1-1,1 1 0,-1-1 1,0 0-1,0 1 0,0 0 1,0 0-1,0 0 0,0 0 1,0 1-1,1 0 0,-1 0 0,0 0 1,0 0-1,1 0 0,-1 1 1,0-1-1,1 1 0,0 0 1,-1 0-1,1 0 0,0 1 1,0-1-1,0 1 0,0 0 1,1 0-1,-1 0 0,1 0 1,-3 4-1,-1 1-18,0 1 0,0 0 0,1 1 0,1-1 0,-1 1-1,2 0 1,-1 0 0,1 0 0,1 0 0,0 0 0,-2 19 0,4-24-12,0-1-1,0 0 1,1 0-1,-1 0 1,1 1-1,0-1 1,3 8 0,-3-11-143,0 0 1,-1 1 0,1-1-1,0 0 1,0 0 0,0 0-1,0 1 1,0-1 0,0 0-1,1 0 1,-1-1 0,0 1-1,1 0 1,-1 0 0,0-1-1,1 1 1,-1 0 0,1-1-1,-1 1 1,1-1 0,-1 0 0,1 0-1,-1 1 1,3-1 0,18 0-5994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62 149 7603,'-8'-19'2684,"-3"-12"-1800,-6-17-97,-9-3 3014,28 79-2794,-2-10-963,11 60 428,41 140 0,-18-87-7,-16-45-137,-10-42-217,2 0-1,30 80 0,-39-122-186,0 1-17,0 0-1,0 0 0,0 0 1,1 0-1,0 0 0,-1 0 1,1 0-1,0-1 0,0 1 1,0-1-1,1 1 0,-1-1 1,1 0-1,2 2 0,-5-4-2205,0-2-708,0-10-2425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8756,'0'0'317,"0"0"318,0 0 289,0 0-199,17-1-231,30 0-361,17-2-3,104 8-1,-164-4-121,-1-1 0,0 1-1,0 0 1,0-1 0,0 1 0,0 1 0,-1-1 0,1 0-1,0 1 1,0-1 0,-1 1 0,1 0 0,-1 0 0,0 0-1,1 0 1,-1 0 0,0 1 0,0-1 0,0 0 0,-1 1-1,3 3 1,-1 2 109,0 1 0,0 0-1,0 1 1,-1-1 0,1 14 0,10 38 565,-11-58-648,-1 0-1,1 1 1,-1-1-1,1 0 1,0 0-1,0 0 0,0 0 1,1 0-1,-1-1 1,1 1-1,-1-1 1,1 1-1,0-1 0,4 3 1,-3-3 1,0-1 1,1 1-1,-1 0 1,0-1-1,0 0 1,1 0-1,-1 0 1,1-1-1,-1 0 1,0 1-1,1-1 0,-1-1 1,9 0-1,-10 0-21,0 0-1,0 1 0,0-1 1,-1 0-1,1 0 0,0-1 1,-1 1-1,1 0 0,-1-1 1,1 0-1,-1 0 0,0 1 1,1-1-1,-1 0 0,0-1 1,0 1-1,-1 0 0,1-1 1,0 1-1,-1-1 0,2-2 1,0-3-10,0-1 1,-1 1-1,0 0 1,0-1 0,-1 1-1,0-1 1,0 1-1,-1-1 1,0 1 0,-1-1-1,-1-11 1,1 16-3,0 1 1,0 0-1,-1-1 1,1 1-1,-1 0 1,1 0-1,-1 0 1,0 0 0,0 0-1,0 0 1,-1 0-1,1 1 1,-1-1-1,1 1 1,-1 0-1,0-1 1,0 2-1,0-1 1,0 0-1,0 0 1,-1 1-1,1 0 1,0-1-1,-1 1 1,1 1-1,-1-1 1,1 0-1,-1 1 1,-5 0-1,1-2-28,-1 1-1,1 1 1,0 0-1,-1 0 1,1 1-1,0 0 1,0 0-1,0 1 0,0 0 1,0 0-1,0 1 1,0 0-1,1 0 1,-1 1-1,1 0 1,0 0-1,0 1 1,-11 10-1,10-3-2427,8-2-3757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3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75 158 7491,'0'0'2586,"0"0"-1967,0 0-502,0 0 208,0 0 225,-12 10-222,-39 35-224,50-44-103,0-1 1,0 1-1,0 0 0,1 0 0,-1 0 0,0 0 0,0 0 1,0 1-1,1-1 0,-1 0 0,1 0 0,-1 0 1,1 1-1,-1-1 0,1 0 0,0 1 0,-1-1 0,1 0 1,0 1-1,0-1 0,0 0 0,0 1 0,0-1 0,0 0 1,1 1-1,-1-1 0,0 0 0,1 1 0,-1-1 1,1 0-1,-1 0 0,1 0 0,0 1 0,-1-1 0,1 0 1,0 0-1,0 0 0,0 0 0,0 0 0,0 0 1,0 0-1,0-1 0,0 1 0,2 1 0,4 2 29,1 0-1,-1 0 1,1-1-1,-1 1 1,10 1 0,-15-5 3,13 4-7,1-1-1,-1-1 0,1 0 0,30-2 1,-44 0-22,-1 0-6,1 0 0,-1 0 0,0-1 0,0 1 0,1-1 0,-1 1 0,0-1 1,0 1-1,0-1 0,0 0 0,0 0 0,0 1 0,0-1 0,0 0 0,0 0 0,0 0 0,0 0 0,-1 0 0,1 0 0,0 0 0,-1-1 0,1 1 0,-1 0 1,1 0-1,-1 0 0,1-1 0,-1 1 0,0 0 0,1-2 0,4-45-161,-5 38 109,1 3 7,0-15 136,1-1 1,1 1-1,12-43 0,-14 61-68,0 0 0,0 0 0,1 0 1,-1 0-1,1 1 0,0-1 0,0 0 0,0 1 0,1 0 0,-1-1 1,1 1-1,0 0 0,0 0 0,0 0 0,0 1 0,1-1 1,-1 1-1,0 0 0,1 0 0,0 0 0,0 0 0,-1 1 0,1-1 1,0 1-1,0 0 0,0 0 0,1 0 0,5 1 0,-4-1 22,1 1-1,-1 0 0,1 1 0,0 0 1,-1 0-1,0 0 0,1 1 1,-1 0-1,0 0 0,0 0 0,0 1 1,6 3-1,-22-9 141,0 1 0,0 0 0,0 0 0,0 1-1,-1 0 1,1 1 0,-1 0 0,-16 2 0,24-1-178,0 0 0,0 0 0,0 1-1,0-1 1,0 1 0,0-1 0,1 1 0,-1 0 0,1 0 0,-1 0-1,1 0 1,0 1 0,-1-1 0,1 1 0,0-1 0,1 1 0,-1 0-1,0-1 1,1 1 0,-1 0 0,1 0 0,0 0 0,0 0 0,1 1-1,-1-1 1,0 4 0,-2 8 63,1 0 1,1-1-1,1 1 0,1 21 0,-1-33-59,0-1 0,1 1-1,-1 0 1,1-1 0,0 1-1,0-1 1,0 1 0,0-1-1,0 1 1,0-1 0,1 0-1,-1 0 1,1 1-1,0-1 1,0 0 0,-1 0-1,1-1 1,4 4 0,0-1 1,-1-1 0,1 0 1,0-1-1,0 1 0,0-1 1,0 0-1,11 2 0,2-1 13,0-1-1,0-1 1,0-1 0,30-3-1,-46 3-19,1-1 0,-1 1 0,1-1-1,-1 0 1,0 1 0,1-2 0,-1 1 0,0 0-1,0 0 1,0-1 0,0 0 0,0 0-1,0 0 1,-1 0 0,1 0 0,0 0-1,-1-1 1,0 1 0,0-1 0,0 0-1,0 1 1,0-1 0,0 0 0,0 0-1,-1 0 1,2-4 0,0-6-40,-1 0 0,0-1 1,0 1-1,-1-1 0,-2-21 0,1 15-78,0 18 64,1 42 6,1-33 69,0 0-1,0-1 1,1 1 0,0-1-1,0 0 1,0 0 0,1 0 0,0 0-1,0-1 1,0 1 0,1-1-1,8 8 1,-10-10-39,0-1-1,0 1 0,0-1 1,0 0-1,1 0 1,-1 0-1,1 0 1,-1-1-1,1 1 1,0-1-1,-1 0 1,1 0-1,0 0 1,0-1-1,0 1 1,0-1-1,0 0 1,-1 0-1,1 0 1,0-1-1,0 1 0,0-1 1,0 0-1,4-2 1,-7 3-215,0 0 0,-1-1 0,1 0 0,0 1 0,0-1 1,0 0-1,0 1 0,0-1 0,-1 0 0,1 0 0,0 0 0,-1 1 0,1-1 1,-1 0-1,1 0 0,-1 0 0,1 0 0,-1 0 0,0 0 0,1 0 0,-1 0 0,0 0 1,0-2-1,1-7-7062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8452,'0'0'1777,"0"0"-753,0 0 225,0 0 47,0 0-1136,0 0 80,0 19-207,15 5-66,-9-17-2448,0 0-5602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35 5298,'0'0'1337,"0"0"269,5 16 235,-2-1-1408,-1-3-11,1 0 0,0 0-1,1 0 1,0 0 0,1 0-1,0-1 1,0 0 0,2 0-1,6 10 1,-9-18-292,0 0 0,-1 0 0,1-1-1,0 1 1,0-1 0,0 0 0,0-1 0,1 1 0,-1-1-1,0 1 1,1-1 0,-1-1 0,1 1 0,-1 0 0,8-1-1,-9 0-104,-1 0 0,0 0 0,1 0 0,-1 0 0,0-1 0,0 1 0,1 0 0,-1-1 0,0 0 0,0 0 0,0 1 0,0-1 0,0 0 0,0-1 0,0 1 0,0 0 0,0 0 0,0-1 0,0 1 0,-1-1 0,1 0 0,-1 0 0,1 1 0,-1-1 0,0 0 0,0 0 0,0 0 0,0 0 0,0 0 0,1-3 0,0-3-27,-1 0 0,0-1-1,0 1 1,-1 0 0,0-1-1,0 1 1,-1 0 0,0 0 0,0-1-1,-1 1 1,0 0 0,-1 0 0,-4-10-1,5 14-27,-1 0-1,0 0 1,0 1-1,0-1 1,0 1-1,-1-1 1,1 1-1,-1 0 0,0 0 1,0 0-1,0 1 1,0-1-1,0 1 1,-1 0-1,1 0 1,-1 1-1,1 0 1,-1-1-1,1 1 1,-1 1-1,0-1 1,0 1-1,0-1 1,-5 2-1,6-1 4,0 0 0,-1 0 0,1 0 0,0 1 0,0 0 1,0 0-1,0 0 0,0 0 0,0 1 0,0-1 0,0 1 0,1 0 0,-1 0 0,1 1 0,-1-1 0,1 1 0,0-1 1,0 1-1,-5 6 0,5-5-171,0 2-1,0-1 1,0 0 0,1 0 0,0 1-1,0 0 1,0-1 0,0 1 0,1 0-1,0 0 1,1 0 0,-1 0 0,1 6 0,1-4-2310,2-4-1817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7427,'0'0'1892,"0"0"-822,0 0 72,0 0 136,0 0-347,8 0-272,-5 0-565,0 0 1,0 0 0,0 1 0,-1-1 0,1 1 0,0-1 0,0 1-1,-1 0 1,1 0 0,0 0 0,-1 0 0,1 0 0,-1 1 0,4 2-1,-3-1 106,1 1 0,-1 0 0,0 0-1,0 0 1,0 0 0,0 1 0,-1-1-1,0 1 1,3 6 0,-1 5 386,-3-13-520,0 1 1,0 0-1,0-1 1,0 1 0,1 0-1,-1-1 1,1 0-1,0 1 1,0-1-1,4 5 1,-4-35-4061,-1 10 3578,0 11 340,1 0 0,0 0 1,1 1-1,-1-1 0,1 1 1,0 0-1,0-1 0,1 1 1,0 1-1,0-1 0,0 1 1,0-1-1,1 1 0,-1 0 1,11-6-1,-7 4-51,0 1 1,1-1-1,-1 2 1,1-1-1,0 1 1,1 1-1,-1 0 1,1 0-1,10-2 1,-19 5 125,1 0 1,-1-1-1,0 1 1,1 0-1,-1 0 1,0 0-1,1 0 1,-1 0-1,0 0 1,1 1-1,-1-1 0,0 0 1,1 1-1,-1-1 1,0 1-1,0-1 1,1 1-1,-1 0 1,0-1-1,0 1 1,0 0-1,0 0 1,0 0-1,0 0 0,0 0 1,1 1-1,-1 2 64,1-1 0,-1 1 0,-1 0 0,1 0 0,0 0 0,-1-1 0,0 1 0,0 4 0,0-4 12,1 9 209,-2-4 15,2 1 1,-1 0 0,2-1-1,-1 1 1,1-1-1,3 11 1,-3-18-224,-1 1 0,0 0 0,1-1 0,0 1 0,-1-1 0,1 1 0,0-1-1,0 0 1,0 0 0,1 0 0,-1 0 0,0 0 0,1-1 0,-1 1 0,1-1 0,0 1 0,0-1 0,-1 0 0,1 0 0,0 0-1,0-1 1,0 1 0,0-1 0,4 1 0,11 1 102,0-1 1,0 0-1,0-2 0,18-2 0,-31 3-238,0-1 0,1 0 0,-1-1 0,0 1 0,1-1 1,-1 0-1,0 0 0,0 0 0,0-1 0,-1 0 0,1 0 0,-1 0 0,1 0 0,-1-1 0,0 0 0,6-7 0,-6-1-2538,-4 1-1652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11733,'0'0'1585,"0"0"-1297,0 0-256,0 0 1153,0 0 752,-70 119-1153,56-83-304,2-4-432,2 0-16,-1-3-32,1 1-160,6-24-2273,0-3-6563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7:4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5362,'0'0'379,"0"0"227,0 0 285,14 16 197,-2-3-803,8 6 491,-2 2 1,0 0 0,29 46-1,-43-57-599,-1-1-1,0 1 1,0 0-1,-1 0 1,0 0-1,0 0 1,-1 12-1,-1 65 1050,-1-68-497,1-31-706,-2 0 1,0 0-1,0 1 0,-6-17 0,4 16-37,1 0 1,0 0-1,1 0 1,-1-18-1,2 10 7,1 13 5,0 1 1,0 0-1,0-1 1,1 1-1,0 0 1,1-7-1,-1 10 1,1 1-1,-1-1 1,0 1 0,1-1 0,0 1-1,-1 0 1,1 0 0,0 0-1,0 0 1,0 0 0,1 0 0,-1 0-1,0 0 1,1 1 0,-1-1 0,5-1-1,14-6 466,1 0-1,0 1 1,24-5-1,-84 13-5404,38 0 347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10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96 6979,'0'0'2161,"0"0"-1232,0 0-270,0 0 389,0 0 107,0 0-200,0 0-325,2-27 378,2 22-983,1-1-1,-1 1 1,1 0-1,0 0 1,0 1-1,1-1 1,-1 1-1,1 0 1,0 1 0,9-5-1,-11 6-16,1 0 0,-1 0 0,1 0 0,0 0 0,0 1 0,0 0 0,0 0 0,0 0 0,0 1 0,0-1 0,0 1 0,0 0 0,1 1 0,8 1 0,-11 0-6,0 0 1,0 0-1,0 0 0,-1 0 1,1 0-1,0 1 0,-1-1 1,0 1-1,1 0 0,-1 0 0,0 0 1,0 0-1,-1 0 0,1 0 1,-1 1-1,1-1 0,-1 0 1,0 1-1,-1-1 0,1 1 1,0 5-1,2 12 29,-1-1 0,-1 28 0,-1-45-28,-1 23 35,-1 0 0,-1 0 1,-1-1-1,-2 1 0,-17 48 0,16-55-46,-1 0-1,-1 0 1,-1-1-1,0 0 0,-2-1 1,0 0-1,0 0 0,-17 14 1,27-28-27,0-1 0,-1 0 1,1 0-1,0 0 0,-1-1 0,0 1 1,1 0-1,-1-1 0,0 0 0,0 0 1,0 0-1,0 0 0,0 0 1,0 0-1,0-1 0,0 1 0,0-1 1,0 0-1,-5 0 0,6-1 11,0 0-1,0 1 1,0-1-1,0 0 1,0 0-1,1 0 0,-1 0 1,0-1-1,1 1 1,-1 0-1,1-1 1,-1 1-1,1-1 1,0 1-1,-1-1 1,1 0-1,0 1 1,0-1-1,0 0 1,0 0-1,1 0 0,-1 0 1,0 0-1,1 0 1,0 0-1,-1 0 1,1 0-1,0-4 1,-1 0-59,-1-50-344,1 54 418,1-1 0,0 1 0,1 0 0,-1-1 0,0 1-1,1 0 1,-1-1 0,1 1 0,-1 0 0,1 0 0,0-1 0,0 1 0,0 0-1,1 0 1,-1 0 0,0 0 0,1 0 0,1-2 0,-1 4 5,-1-1-1,0 1 1,0-1 0,0 1 0,1 0-1,-1 0 1,0-1 0,1 1 0,-1 0-1,0 0 1,0 0 0,1 0 0,-1 0 0,0 1-1,1-1 1,-1 0 0,0 1 0,0-1-1,0 1 1,1-1 0,-1 1 0,0-1-1,0 1 1,0 0 0,0 0 0,0-1 0,2 3-1,28 31 136,-16-15-90,-9-14-22,0-1 1,-1 0-1,1 0 1,1 0-1,-1 0 0,0-1 1,1 0-1,0-1 0,0 1 1,8 1-1,3-1-36,0-1 1,34-1-1,-51-1-1661,-1 0-4709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10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6579,'0'0'950,"0"0"-614,0 0 499,0 0 670,0 0-265,0 0-565,8 4-61,15 3-63,-1-2-1,1-1 1,1-1 0,-1-1-1,0-1 1,26-2 0,46 1-1143,-94 0-1497,-1 0-2071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10.8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241 0 6483,'0'0'1988,"0"0"-1420,0 0-280,0 0 718,0 0 493,-3 12-461,-2 7-657,-2 0 1,0 0-1,-1-1 1,0 0-1,-14 19 1,-35 60 567,35-56-851,-30 39-1,50-77-302,-22 27 455,6-19-4224,13-11-76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11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6947,'0'0'1027,"0"0"-336,0 0 232,0 0-120,0 0 105,5 14 92,17 58 133,-9-26 251,1-1 0,35 74 0,-16-75-866,-31-42-514,0 0 1,0 1 0,0-1-1,1-1 1,-1 1 0,0 0-1,1 0 1,0-1 0,-1 0-1,1 1 1,0-1 0,0 0-1,0-1 1,0 1 0,5 1-1,-7-3-129,-1 1 0,1 0 0,-1 0 0,1-1 0,-1 1 0,1 0 0,-1-1 0,1 1 0,-1-1 0,1 1 0,-1-1-1,0 1 1,1 0 0,-1-1 0,0 1 0,1-1 0,-1 0 0,0 1 0,0-1 0,0 1 0,1-1 0,-1 1 0,0-1 0,0 0-1,0 1 1,0-1 0,0 1 0,0-1 0,0 1 0,0-1 0,0 0 0,0 1 0,-1-1 0,1-1-262,0-12-4010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11.7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6403,'0'0'341,"0"0"73,0 0 840,0 0 576,0 0-840,3 0-721,138 0 2455,-140 1-2702,0-1-1,0 1 0,0-1 1,0 1-1,0 0 0,0-1 1,0 1-1,0 0 0,0 0 1,0 0-1,0-1 0,-1 1 1,1 0-1,0 0 1,-1 0-1,1 0 0,-1 1 1,1-1-1,-1 0 0,1 0 1,-1 0-1,0 0 0,0 0 1,0 1-1,1-1 0,-1 0 1,0 0-1,-1 2 1,1 46 536,0-35-290,-2-1-143,1 0-1,-2 0 1,0-1-1,0 1 1,-1-1 0,-1 1-1,0-1 1,-1 0-1,-7 12 1,-5 10-53,18-33-51,0-1 0,0 0 0,-1 1 1,1-1-1,0 0 0,0 1 0,0-1 0,0 1 0,0-1 0,0 1 0,0-1 1,0 0-1,0 1 0,0-1 0,0 1 0,0-1 0,0 0 0,0 1 0,0-1 1,0 1-1,1-1 0,-1 0 0,0 1 0,0-1 0,0 0 0,1 1 0,-1-1 1,0 0-1,0 1 0,1-1 0,-1 0 0,0 1 0,1-1 0,18 7 345,28-6 85,-41-1-254,106 0 696,-111 0-959,-1 0-223,0 0-1007,0 0-1591,0 0-2144,0 0-4214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15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1 207 6275,'0'0'1577,"0"0"-852,0 0-106,0 0 216,0 0-77,0 0-203,4 7-35,11 19-82,-15-25-398,0-1 0,1 1 0,-1 0 1,1-1-1,-1 1 0,1 0 1,-1-1-1,1 1 0,-1-1 0,1 1 1,-1-1-1,1 1 0,0-1 0,-1 0 1,1 1-1,0-1 0,-1 0 0,1 1 1,0-1-1,0 0 0,-1 0 1,1 0-1,0 0 0,0 1 0,-1-1 1,1 0-1,0 0 0,0 0 0,-1-1 1,1 1-1,0 0 0,0 0 0,-1 0 1,1-1-1,0 1 0,0 0 1,-1 0-1,1-1 0,0 1 0,-1-1 1,1 1-1,0-2 0,18-20 176,-14 11-193,0 0-1,-1 0 1,0-1-1,-1 1 1,0-1 0,2-23-1,-1-73 1348,-4 97-937,0 10-273,0 1-80,-1 5-65,0-1 1,0 1-1,1-1 0,0 1 0,0-1 0,0 1 1,0 0-1,2 6 0,-1 7 46,-1 464 3089,0-481-3086,1 1 0,-1-1 0,0 0-1,0 0 1,0 1 0,0-1-1,0 0 1,0 1 0,-1-1 0,1 0-1,0 0 1,-1 1 0,1-1 0,-1 0-1,1 0 1,-1 1 0,-1 1-1,1-4-42,1-1-1,-1 1 1,0 0-1,1 0 0,-1-1 1,0 1-1,1 0 1,-1-1-1,1 1 1,0-1-1,0 1 0,-1 0 1,1-1-1,0 1 1,0-1-1,1-1 0,-2-10-2458,1 8-531,0 0-3424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2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5090,'0'0'473,"0"0"-132,0 0 411,0 0 436,0 0-71,0 0-167,-6 2-16,-16 7-48,16-7-283,6-2 64,0 0 2,0 0 4,0 0-212,27 0 436,267 0 973,-294 0-1908,0 0-4,0 0-68,0 0-194,0 0-72,-15 8-6625,11-7 422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2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2257,'0'0'459,"0"0"-11,0 0 136,0 0 404,0 0 57,0 0-138,11 22 1905,3-19-2428,-1 0 0,1-1-1,0-1 1,0 0 0,0-1-1,-1 0 1,17-3-1,18 1 313,16 1-35,13 0-9,-26 3-4150,-51-2 240,0-2-2771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2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5058,'0'0'339,"0"0"-75,0 0 254,19 1 464,152 7 1203,-129-9-1108,0-2-1,50-9 1,-91 11-1064,-1 1-1,1 0 0,0 0 0,-1-1 0,1 1 0,0 0 1,0 0-1,-1 0 0,1 0 0,0 0 0,-1 0 1,1 0-1,0 0 0,-1 0 0,1 0 0,0 0 0,-1 1 1,1-1-1,0 0 0,-1 0 0,1 1 0,0-1 0,-1 0 1,1 1-1,-1-1 0,1 1 0,-1-1 0,1 1 1,-1-1-1,1 1 0,-1-1 0,1 1 0,-1-1 0,0 1 1,1 0-1,-1 0 0,0 0-153,0 0 0,0-1 0,0 1 0,0-1 0,-1 1 1,1 0-1,0-1 0,0 1 0,-1-1 0,1 1 0,0-1 0,-1 1 0,1-1 1,-1 1-1,1-1 0,-1 1 0,1-1 0,-1 0 0,1 1 0,-1-1 0,1 1 0,-1-1 1,1 0-1,-1 0 0,1 1 0,-1-1 0,0 0 0,1 0 0,-1 0 0,0 0 1,1 0-1,-1 0 0,1 0 0,-1 0 0,0 0 0,0 0 0,-7 0-5832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2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0 656,'0'0'1420,"0"0"-943,0 0-298,0 0 146,0 0 358,10 4 291,10 1-78,-1 0 0,1-1 0,0-2 0,32 2 0,-24-5-169,205 9 1792,-223-6-2693,-14 0-69,-17 1-3288,17-3-751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58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18 143 5042,'4'-10'7571,"7"-8"-3862,-3 4-3699,1 1 0,0 0 0,1 0 0,0 1 0,1 0 0,14-11-1,-22 21-16,0 0 0,0 0-1,0 1 1,0-1 0,0 1-1,0 0 1,1 0 0,-1 0-1,0 1 1,1-1 0,-1 1-1,0-1 1,1 1 0,-1 0-1,1 0 1,-1 1-1,0-1 1,1 1 0,-1 0-1,0 0 1,1 0 0,-1 0-1,0 0 1,0 1 0,0-1-1,0 1 1,0 0 0,0 0-1,3 3 1,-1 0-6,-1-1 1,1 1-1,-1 0 0,0 0 0,-1 1 1,1-1-1,-1 1 0,0 0 1,0 0-1,-1 0 0,0 0 1,0 0-1,0 0 0,1 11 1,-1 3 21,-1 0 0,-1 0 0,0-1 1,-1 1-1,-2 0 0,0-1 0,-1 1 1,0-1-1,-2 0 0,0-1 0,-1 1 1,-1-1-1,-1 0 0,-15 22 0,17-29 2,0 1-32,-1 0-1,0-1 0,-18 19 1,24-28 11,0 1 0,-1-1 0,1 0 0,-1 0 0,0-1 0,0 1 0,1 0 0,-1-1 0,0 0 0,0 0 1,0 1-1,-1-2 0,1 1 0,0 0 0,0-1 0,0 1 0,-1-1 0,1 0 0,0 0 0,0 0 0,-1-1 0,-3 0 0,4-1-9,0 0-1,0 0 0,0 0 0,0-1 1,0 1-1,0-1 0,1 0 1,-1 0-1,1 0 0,0 0 1,0 0-1,0 0 0,0 0 1,0-1-1,-1-4 0,-19-57-900,22 64 900,0 1-1,1 0 1,-1 0-1,0-1 1,0 1 0,0 0-1,0 0 1,0-1-1,1 1 1,-1 0 0,0 0-1,0 0 1,0-1-1,1 1 1,-1 0 0,0 0-1,0 0 1,1 0-1,-1 0 1,0-1 0,0 1-1,1 0 1,-1 0-1,0 0 1,1 0 0,-1 0-1,0 0 1,0 0-1,1 0 1,-1 0 0,0 0-1,1 0 1,-1 0-1,0 0 1,0 0 0,1 0-1,-1 0 1,0 1-1,0-1 1,1 0 0,-1 0-1,0 0 1,0 0-1,1 1 1,-1-1 0,17 6 140,-17-6-158,62 25 374,110 30 0,-158-55-479,-10-4-3561,-2-5-4652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5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6483,'0'0'2209,"0"0"-1294,0 0-581,0 0 180,0 0 468,15 1-235,112 3 792,-66-4-4759,-59 0-3009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8:5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1 281 5875,'0'0'992,"0"0"-573,0 0 141,0 0 339,0 0 510,24-27 1987,-14 9-3212,-1-1 0,-1 0 0,-1-1 1,-1 0-1,0 0 0,-2 0 0,0-1 0,-1 1 0,-1-1 0,-2-34 0,0 55-85,0 23 18,-1 50 1507,-19 126-1,14-148-922,1 97 0,5-134-633,0-13-28,0-1 0,0 0 51,0-26-1262,0 9-2999,0 10-331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0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36 544,'0'0'5371,"0"0"-3384,0 0-1002,0 0 559,0 0 60,-1-2 2379,10-1-3220,88-10 380,-46 5-1028,72-2 1,-122 10-932,-13 5-4488,-4-1-1529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6915,'0'0'1614,"0"0"-672,0 0-350,0 0 449,0 0-19,8 1-379,67 8-87,0-3 0,91-6 1,-89 0-2042,-75 0-559,-2-2-1710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0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2385,'0'0'3772,"0"0"-2422,0 0-792,0 0 661,-7 16 366,-14 36-654,-8 21 371,-3-1 0,-42 67 0,61-116-1289,-15 22 138,8-26-2794,19-19-758,-2 0-2999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1233,'0'0'2747,"0"0"-1514,0 0-184,0 0 114,0 0-163,6 11 214,-1 1-826,0 1 0,-1 0 0,0 0-1,-1 0 1,0 0 0,-1 1 0,0 26 0,-2-28-132,0 1 0,1 0 0,0 0 0,1-1 0,0 1-1,7 17 1,-8-27-229,0 0 0,1 0 0,-1 0 0,1 0-1,0 0 1,0 0 0,0 0 0,0 0 0,1-1 0,-1 1-1,1-1 1,0 0 0,0 0 0,-1 0 0,1 0-1,0 0 1,1-1 0,-1 1 0,0-1 0,0 0 0,1 0-1,-1 0 1,1 0 0,-1 0 0,0-1 0,1 0-1,6 0 1,10 0-629,-11 0-4206,-5 0-2457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3394,'0'0'1856,"0"0"-1165,0 0-245,0 0 402,0 0 137,15-4-342,-9 3-571,10-4 147,-1 1 0,1 0-1,0 2 1,0 0 0,0 0-1,20 2 1,-34 0-182,-1 1 0,0-1 1,0 1-1,0 0 0,0-1 0,0 1 0,0 0 0,0 0 0,0 0 1,0 0-1,0 0 0,-1 0 0,1 0 0,0 0 0,-1 0 0,1 0 1,-1 0-1,1 0 0,-1 1 0,1-1 0,-1 0 0,0 0 0,1 1 1,-1-1-1,0 0 0,0 0 0,0 1 0,0-1 0,0 0 0,0 1 1,-1-1-1,1 0 0,0 0 0,-2 3 0,2 0 60,-1 1-1,0-1 1,0 1-1,0-1 1,-1 1-1,0-1 1,0 0 0,-3 5-1,-17 13 42,19-20-134,0 1 0,0-1 0,0 1 1,0 0-1,0 0 0,0 0 1,1 1-1,-1-1 0,1 1 0,0-1 1,0 1-1,0 0 0,1 0 0,-1-1 1,1 1-1,0 0 0,0 1 1,0 5-1,3-9-3,1 0 0,0 0 1,-1 0-1,1 0 0,0 0 0,0-1 1,0 0-1,0 1 0,0-1 0,0 0 0,0 0 1,4-1-1,-2 1 2,25 1 50,-21 0 55,0 0 1,-1 0 0,1-1-1,0 0 1,0-1-1,0 0 1,0 0 0,-1-1-1,14-5 1,-21 6 61,-1 1-127,0 0-131,-5 0-2094,-4 0-1401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5763,'0'0'1811,"0"0"-733,0 0 112,0 0-80,0 0-187,0 0-192,0 5-152,0 7 670,6-11-404,18-21-50,25-42-515,-41 50-229,0 0 0,-1-1 0,-1 0 0,0 0 0,0 0 0,-2-1 0,1 1 0,3-28 0,-24 249 1508,-2 9 374,18-216-1885,0-1-21,0 0 5,0 0-3,0 0-122,0 0-369,0 0-901,1 0-2025,2 0-1470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5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6643,'0'0'1430,"0"0"-451,0 0 24,0 0-16,0 0-56,0 0-181,16-1-243,247-3 1390,-263 4-2244,0 2-4511,-2 1-998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1745,'0'0'712,"0"0"24,0 0 313,0 0 389,0 0-227,10 6-467,-2-2-514,0 0-1,0 0 0,0 0 0,0-1 0,0-1 1,1 1-1,0-1 0,-1-1 0,1 0 0,11 1 1,182-15 4094,-200 13-4294,0 1-1,0-1 1,0 0 0,0 1-1,-1 0 1,1-1-1,0 1 1,0 0 0,0 0-1,-1 0 1,1 0-1,2 2 1,8 4-1094,0-3-4059,-10-4-499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7988,'0'0'485,"0"0"-207,0 0 423,0 0 516,0 0-435,-5 6-446,-24 32 758,-40 73 1,47-72-972,-1-1 1,-2-2 0,-33 38 0,56-73-345,-11 11 205,5-8-3675,6-4-1730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6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4642,'0'0'1099,"0"0"-354,0 0 669,0 0 405,0 0-490,2 17-444,3 18 6,1-1-1,21 63 0,-21-85-666,0-1 0,1 1-1,0-1 1,1-1 0,0 0 0,1 0 0,0 0-1,20 16 1,-25-21-446,-4-4-4147,0-1 458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7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4786,'0'0'731,"0"0"-179,0 0 182,0 0 376,0 0-75,4-1-72,13-5-391,1 2-1,0 0 0,0 1 0,1 1 1,-1 1-1,26 1 0,-42 0-559,-1 1-1,1-1 1,-1 1 0,0 0-1,0 0 1,1-1-1,-1 1 1,0 0-1,0 0 1,0 0-1,0 0 1,0 1-1,0-1 1,0 0-1,0 0 1,-1 1 0,1-1-1,0 0 1,-1 1-1,1-1 1,-1 0-1,1 1 1,-1-1-1,0 1 1,1-1-1,-1 1 1,0-1-1,0 1 1,-1 2-1,2 1 32,-1 0-1,1 1 1,-2-1-1,1 0 1,0 1-1,-1-1 1,-2 8-1,-2-5 6,1-1 0,-1 0 0,0 0 0,0 0 0,-1-1 0,-9 8 0,11-10-35,-1 0-1,1 0 1,0 0-1,0 1 1,0-1-1,0 1 1,1 0 0,0 0-1,0 0 1,0 0-1,1 1 1,-1-1-1,1 1 1,1 0-1,-1 0 1,-1 9 0,6-14-5,0 0 1,-1 0-1,1 0 1,0 0-1,0 0 0,-1-1 1,1 0-1,0 1 1,0-1-1,0 0 1,0-1-1,4 1 1,-2 0 27,19-2 202,0 0 0,0-2 0,0 0-1,0-2 1,26-9 0,-48 14-221,8-1 70,-8 2-2671,-13 0-1490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4866,'0'0'435,"0"0"-200,0 0 304,0 0 757,0 0 41,0 0-299,6 3-355,-3-1-664,3 1 320,1 0 0,-1 0 0,0 0 0,-1 1 0,1 0 0,-1 0 0,1 1 0,-1-1 0,0 1 0,-1 0 0,1 1 0,3 5 0,9 22 339,1-1 1,2-1-1,1 0 1,1-2-1,49 50 1,-67-75-1405,-2-2-7291,-2-2 139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0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1857,'0'0'1206,"0"0"-689,0 0 148,0 0 418,0 0-93,0 0-265,-33 25 1940,18-11-2301,0 1 0,1 0 0,1 2 0,1-1 0,0 2 0,-16 31-1,20-33-309,-1 0 1,0 0-1,-2 0 0,0-2 0,0 1 0,-2-1 0,0-1 0,-23 19 0,18-23-97,18-9 101,-1 1 0,0-1 0,0 0-1,1 0 1,-1 1 0,0-1 0,1 1 0,-1-1-1,0 1 1,1-1 0,-1 1 0,0-1 0,1 1 0,-1 0-1,1-1 1,-1 1 0,1 0 0,0-1 0,-1 1 0,1 0-1,0-1 1,-1 1 0,1 0 0,0 0 0,0 0 0,0-1-1,-1 1 1,1 0 0,0 0 0,0 0 0,0-1 0,0 1-1,1 0 1,-1 0 0,0 0 0,1 1 0,-1 0 45,0 0 0,0 0 0,-1-1 0,1 1-1,0 0 1,-1 0 0,1 0 0,-1 0 0,1 0 0,-1-1 0,0 1 0,0 0 0,-1 1 0,0-5 1083,8-13-2015,-1 8-2655,-1 2-4915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0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 3682,'0'0'4455,"0"0"-2558,0 0-1155,0 0 5,0 0 45,0 0-162,0 0-113,0 0-202,0 0-99,-4-6 43,0 15-99,0 0 0,1 0 0,0 0 0,0 0-1,1 0 1,-1 11 0,-4 12 170,0-7-211,2 0 0,0 1 0,2-1 1,0 1-1,2 0 0,3 35 1,1-51 149,1-6-1598,-1-6-4684,-1-1-249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0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2513,'0'0'448,"0"0"478,0 0 219,0 0-108,0 0-356,11 5-4,24 3 26,1 0-1,-1-2 0,1-2 0,61-1 0,-56-1-226,-29 0-293,1-1 0,0-1 0,-1 0 0,1-1 0,17-3 0,-29 3-57,-1 1-3372,0 0 2949,0 0-2683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1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1217,'0'0'4001,"0"0"-2576,0 0-187,0 0 243,0 0-75,20 0-302,149-7 363,-83 8-979,-33 1-3513,-51-2-974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12 236 7716,'0'0'760,"0"0"-101,-2 15 453,-8 235 2730,11-244-3809,0 1-1,0 0 1,1-1 0,-1 0-1,2 1 1,-1-1 0,1 0 0,-1 0-1,8 11 1,-8-14-20,0 0 0,0 0 0,0 0 0,1-1 1,-1 1-1,1-1 0,-1 1 0,1-1 0,0 0 0,0 0 1,0 0-1,0 0 0,0-1 0,1 1 0,-1-1 0,0 0 0,1 0 1,-1 0-1,1 0 0,4 0 0,-8-1-26,3-54-792,-1 8 318,12-42-19,5-169-1,-15 122 669,-4 135-154,0 0-26,25-4 119,19 2 21,65-12 0,-65 7-117,69-2 0,-106 10-16,0 0 0,0 0 0,0 1 0,0 0 0,0 0 0,0 1 0,-1 0 0,1 0 1,-1 0-1,12 9 0,-12-7 16,0-1 0,0 0 1,1-1-1,0 0 0,0 0 1,0 0-1,0 0 0,0-1 1,1-1-1,-1 1 0,9 0 1,25-2 412,-40 0-143,-1 0 136,0 0 227,0 0-113,0 0-61,0 0-266,-3 12-107,-2 5-63,-1-2 91,1 1-1,1 0 0,1 0 1,0 1-1,0 26 1,3-34-4,0-6-3685,0-3-3172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2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3201,'0'0'307,"0"0"283,0 0 450,0 0 404,0 0 39,0 0-250,7-3-316,1-2-762,0 0-1,-1 0 0,1-1 1,-1 1-1,-1-2 0,1 1 1,-1-1-1,0 0 0,0 0 1,-1-1-1,0 0 0,8-16 1,4-16-24,-3 8-13,-9 24 139,-3 9 226,-3 227 2921,-2-87-1434,3-141-1906,0 0 29,0 0-40,0-29-3236,0 21-568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5539,'0'0'624,"0"0"-256,0 0 478,0 0 338,0 0-141,96 0 2794,7-2-2093,-52 1-2511,0 0-6133,-56 1 647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4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1825,'0'0'6915,"0"0"-5971,0 0-191,0 0 95,0 0 225,118 0-369,-91 0-128,1 0-256,0 0-144,0 0-160,-6 0-32,-5 0 16,-1 0-48,-4 0-208,-2 0-240,2 0-80,-12 0-993,0 0-2593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4242,'0'0'1459,"0"0"-704,0 0 35,0 0 186,0 0 289,0-5-313,-1 3-888,1 1-1,0-1 0,0 1 0,0-1 1,1 1-1,-1 0 0,0-1 0,1 1 0,-1-1 1,0 1-1,1 0 0,0-1 0,-1 1 1,1 0-1,0-1 0,0 1 0,-1 0 0,1 0 1,0 0-1,0 0 0,0 0 0,0 0 1,1 0-1,-1 0 0,0 0 0,0 1 0,1-1 1,-1 0-1,0 1 0,1-1 0,-1 1 0,0-1 1,1 1-1,-1 0 0,1-1 0,-1 1 1,1 0-1,-1 0 0,0 0 0,1 0 0,-1 1 1,1-1-1,-1 0 0,1 0 0,-1 1 1,0-1-1,1 1 0,-1 0 0,0-1 0,1 1 1,-1 0-1,0-1 0,0 1 0,0 0 1,2 2-1,7 7 61,-1 1 1,0 0 0,-1 0-1,0 1 1,-1 0 0,0 0 0,-1 1-1,7 22 1,23 39 543,-32-68-631,1 1-1,0-1 1,0 0-1,0 0 1,1-1 0,-1 1-1,1-1 1,1-1 0,-1 1-1,1-1 1,0 0 0,0 0-1,10 3 1,5 0 29,0-1 1,1-1-1,26 3 1,21 4-382,-69-12 135,-1 0 0,0 0-1,1 0 1,-1 1 0,1-1-1,-1 0 1,1 0 0,-1 0-1,1 0 1,-1 0 0,1 0 0,-1 0-1,0 0 1,1 0 0,-1 0-1,1-1 1,-1 1 0,1 0-1,-1 0 1,1 0 0,-1-1 0,0 1-1,1 0 1,-1 0 0,0-1-1,1 1 1,-1 0 0,0-1-1,1 1 1,-1 0 0,0-1 0,1 1-1,-1 0 1,0-1 0,0 1-1,0-1 1,1 1 0,-1-1-1,0 1 1,0 0 0,0-1 0,0 0-1,1-10-3098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25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1 3073,'0'0'1804,"0"0"-604,0 0-106,0 0 254,-11 19 34,-89 149 1437,66-115-2106,-2-2 0,-2-1 0,-3-2 0,-55 51 0,95-98-684,1-1-37,0 0-35,0 0 11,1 0 41,0 1 0,-1-1 0,1 0-1,0 0 1,0 1 0,0-1-1,0 0 1,0 0 0,0 0-1,0 0 1,0 0 0,0 0-1,0-1 1,-1 1 0,1 0 0,0 0-1,0-1 1,0 1 0,0 0-1,0-1 1,-1 1 0,1-1-1,0 1 1,0-1 0,1 0 0,16-14-180,-9 4-1547,-3 2-1854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36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3106 2497,'0'0'2916,"0"0"-1931,0 0-452,0 0 510,0 0 374,0 0-240,0 0-321,0 0-315,13-4-66,1 0-225,-1-1-1,0-1 0,0 0 1,0-1-1,0 0 0,-1-1 0,-1 0 1,15-13-1,40-45 292,-7 8-324,69-86 1,-110 121-201,-2-1 1,-1-1 0,-1 0 0,-1-1 0,-1 0-1,-1-1 1,12-46 0,68-291 844,-66 257-845,-19 70-5,3 1 1,0 0-1,28-65 0,-32 92-11,169-375-61,-149 317 41,-3 0 0,-2-2-1,19-135 1,-24 25 27,-6 71 5,27-137 1,-27 200-13,-1 1 16,2 0 0,2 1-1,2 0 1,2 0 0,23-44-1,-36 83 12,0 0-1,0 0 0,1 1 0,-1 0 0,1 0 0,-1 0 1,1 0-1,0 0 0,0 1 0,0-1 0,1 1 1,-1 0-1,0 0 0,8-1 0,73-14 63,-47 10 119,10-6-19,-36 8-153,-1 2 1,1 0-1,-1 0 0,1 1 1,16 0-1,-11 15-220,-11-6 404,-13-8 1099,6 2-1324,1-1-1,-1 0 1,1 0 0,-1 0 0,1 0-1,-1 0 1,1 0 0,-1 1-1,1-1 1,-1 0 0,1 0 0,-1 1-1,1-1 1,-1 0 0,1 1 0,-1-1-1,1 0 1,0 1 0,-1-1 0,1 1-1,0-1 1,-1 0 0,1 1 0,0-1-1,0 1 1,0-1 0,-1 1 0,1-1-1,0 2 1,-1 0-18,-16 30-44,1 1 0,2 1-1,2 0 1,1 1 0,1 0-1,-8 63 1,30-127-214,2-29 416,-8-164-120,-7 158-245,1 63 217,0 1 0,0 0 1,0-1-1,0 1 0,0 0 0,0-1 1,-1 1-1,1 0 0,0-1 0,0 1 1,0 0-1,0-1 0,0 1 1,0 0-1,0-1 0,0 1 0,1 0 1,-1-1-1,0 1 0,0 0 0,0 0 1,0-1-1,0 1 0,1 0 1,-1-1-1,0 1 0,0 0 0,0 0 1,1-1-1,-1 1 0,0 0 0,0 0 1,1-1-1,-1 1 0,0 0 1,0 0-1,1 0 0,8 11-235,5 22 137,-8-16 74,15 39 41,-20-54-2,0 0 0,0 0 0,0 0 0,1 0 0,-1 0 1,0-1-1,1 1 0,-1-1 0,1 1 0,0-1 1,0 1-1,-1-1 0,1 0 0,0 0 0,0 0 0,0 0 1,0 0-1,0-1 0,0 1 0,0 0 0,0-1 1,1 1-1,1-1 0,-4-3 455,-12 4-436,3 4-18,1 1-1,0 0 1,0 0-1,0 1 1,0 0-1,-6 9 1,9-10 8,0 0 0,0-1 0,-1 0 0,0 1 0,0-2 0,0 1 0,0-1-1,-1 0 1,1 0 0,-1-1 0,0 0 0,0 0 0,-9 2 0,-1-2 36,11-2-54,0-1 0,1 1 0,-1 0 0,0 1 0,1-1 0,0 1-1,-1 0 1,1 1 0,-6 3 0,10-5-98,0 0 0,1 0 0,-1 0-1,1 0 1,0 0 0,-1 0 0,1 0 0,0 0 0,0 0 0,0 0 0,-1 0-1,1 1 1,0-1 0,1 0 0,-1 0 0,0 0 0,0 0 0,0 0-1,1 0 1,-1 0 0,0 0 0,1 0 0,-1 0 0,1 0 0,-1 0 0,1 0-1,0 0 1,-1 0 0,1 0 0,1 1 0,12 2-4194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3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0 173 144,'0'0'1886,"0"0"-1176,0 0-281,0 0 321,9-15 368,2-3-711,23-50 1134,-27 41 1124,-7 24-2493,0 1 0,1-1 0,0 0 0,-1 0 1,1 0-1,0 0 0,1 1 0,-1-1 0,0 0 1,1 1-1,-1-1 0,5-3 0,-6 5-166,0 1 0,0 0 0,0-1 0,0 1 0,1 0 0,-1-1 0,0 1-1,0 0 1,0 0 0,1-1 0,-1 1 0,0 0 0,0 0 0,1 0 0,-1-1 0,0 1 0,1 0 0,-1 0-1,0 0 1,1 0 0,-1 0 0,0-1 0,1 1 0,-1 0 0,0 0 0,1 0 0,-1 0 0,0 0 0,1 0 0,-1 0-1,1 0 1,-1 0 0,0 1 0,1-1 0,-1 0 0,0 0 0,1 0 0,-1 0 0,0 0 0,1 0 0,-1 1 0,0-1-1,0 0 1,1 0 0,-1 1 0,0-1 0,1 1 0,5 25 316,-6 55 418,0-57-410,-2 18 2,-12 66 1,7-67-68,-2 68 0,9-51-86,0-58-145,0 0 73,0 0 0,0 0 130,0-32 78,12-289-310,-10 303 10,-3 12-20,2 0 0,-1-1 0,1 1 0,0 0 0,0 0 0,0 0 0,1-1 0,0 1-1,0 1 1,1-1 0,0 0 0,0 1 0,5-9 0,-6 13 0,-1 1-1,0-1 0,1 0 1,-1 0-1,1 1 1,-1-1-1,0 1 1,1-1-1,0 1 0,-1 0 1,1 0-1,-1 0 1,1-1-1,-1 1 1,1 1-1,-1-1 0,1 0 1,0 0-1,-1 0 1,1 1-1,-1-1 1,1 1-1,1 1 0,1-1 14,-1 1-1,1-1 0,-1 1 0,0 0 0,0 1 0,0-1 1,0 0-1,3 4 0,8 13 8,0 0 0,-2 1 0,0 1 0,13 32 0,-13-26 0,2-1 0,16 26 0,-9-31 13,-10-7 234,-34-15-141,10-2-108,-1 1 0,-1 0-1,1 1 1,0 1 0,0 0 0,-14 2 0,23-1-17,1-1-1,-1 1 1,1 0-1,0 1 1,0-1-1,0 1 1,0-1 0,0 1-1,0 1 1,0-1-1,1 0 1,-1 1-1,1 0 1,-1 0 0,1 0-1,0 0 1,0 0-1,1 1 1,-1-1-1,1 1 1,-1 0 0,1 0-1,-2 5 1,55-61 372,-35 31-353,-7 10 4,0 0 0,-1-1 0,11-20 0,-18 29-17,-1 3-42,0 0-72,0 0-40,-6 24 229,-36 43 46,35-58-107,-1 1-1,2 1 1,-1-1 0,1 1-1,1 0 1,0 0 0,-6 23 0,12-39-222,5-35 1246,-4 10-6898,-2 28-1780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7315,'0'0'1129,"0"0"135,0 0 89,1 18-358,-1 30-483,2 109 1693,0-132-1954,0-1-1,2 1 1,0 0-1,11 30 1,-5-22-178,-10-25-2998,0-8-276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2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2273,'0'0'2905,"0"0"-1867,0 0-256,0 0 496,0 0-51,17-5-50,-2 1-1051,41-12 1392,1 3-1,101-11 1,-45 23-1024,-112 1-561,-1 0-107,-10 13-3611,0-8 282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3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3778,'0'0'1195,"0"0"-357,0 0 165,0 0 293,0 0-239,2 23 1587,8-20-2419,0 0-1,0-1 1,0 0 0,0 0 0,0-1 0,0-1 0,0 1-1,0-2 1,16-1 0,10 0-88,29 1 102,70 2 325,-118 2-348,-4-1-1246,-4-2-3735,-7 0-3807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4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1 323 1297,'0'0'2401,"0"0"-947,0 0-360,0 0 210,0 0 59,0 0 9,5 1-241,-2 0-1066,0-1-1,1 0 1,-1 0 0,1 1-1,-1-2 1,0 1 0,1 0-1,-1-1 1,0 0 0,1 0-1,-1 0 1,0 0 0,0 0-1,0 0 1,0-1 0,0 0-1,0 1 1,0-1 0,-1 0-1,1-1 1,0 1 0,-1 0-1,0-1 1,0 1 0,0-1-1,0 0 1,0 0 0,3-5-1,12-19-50,-1 0-1,-1-1 0,-1 0 1,-2-1-1,-1-1 0,-1 0 1,10-50-1,-22 321 5054,4-112-3848,4-30-1073,-6-98-192,0-1-1,0 0 1,0 0-1,0 1 0,0-1 1,0 0-1,0 0 1,0 1-1,0-1 0,0 0 1,0 1-1,0-1 1,0 0-1,0 0 0,0 1 1,0-1-1,0 0 1,0 0-1,0 1 0,1-1 1,-1 0-1,0 0 1,0 0-1,0 1 0,0-1 1,1 0-1,-1 0 1,0 0-1,0 1 0,0-1 1,1 0-1,-1 0 1,0 0-1,0 0 0,1 0 1,-1 0-1,0 0 1,0 1-1,1-1 0,10-7-1708,7-14-4652,-12 9-3077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9668,'0'0'1574,"0"0"-920,0 0-40,0 0 525,0 0 56,3 0-659,46-1 539,-22-1-767,0 2 0,46 5 0,-68-2-327,-5-3-9039,0 0 9040,0 0-6297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3746,'0'0'1662,"0"0"-640,0 0 416,0 0 288,0 0-339,2 6-483,-2-4-815,1 0 0,0-1 0,0 1 0,-1 0 0,1-1 0,0 1 0,0 0 0,1-1 0,-1 1 0,0-1 0,0 1 0,1-1 0,-1 0 0,1 0-1,-1 0 1,1 0 0,3 2 0,40 8 2321,-38-10-2288,8 2-23,91 13 781,-37-11-4321,-67-5 629,-2 0-2730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5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8068,'0'0'1870,"0"0"-1144,0 0-422,0 0 104,0 0 51,6-1-128,-3 0-311,-1 1 0,0-1 0,0 1 0,1-1 0,-1 1 0,0 0 0,1 0 1,-1 0-1,0 0 0,0 1 0,1-1 0,-1 1 0,0-1 0,0 1 0,1 0 0,-1-1 1,0 1-1,0 0 0,0 1 0,0-1 0,0 0 0,0 1 0,-1-1 0,1 1 1,0-1-1,-1 1 0,1 0 0,-1-1 0,0 1 0,1 0 0,-1 0 0,0 0 0,0 0 1,0 1-1,0-1 0,0 2 0,13 33 540,-6-15-203,1-1 1,1 0 0,1 0 0,15 22-1,-21-36-288,0-1-1,0 0 0,1-1 0,0 1 0,0-1 1,0 0-1,0-1 0,1 0 0,0 0 1,0 0-1,0-1 0,0 0 0,1 0 0,-1 0 1,1-1-1,12 1 0,78 6 334,-88-9-578,1 0 0,-1 0-1,1-1 1,-1-1 0,0 0-1,0 0 1,11-4 0,-16 1-2457,-3 0-1772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0 2849,'0'0'3178,"0"0"-1599,-13 18-416,-97 142 2700,69-104-2595,29-44-1032,2 1-1,0 1 0,0 0 0,1 0 1,1 1-1,0 0 0,2 1 0,-1 0 1,-5 22-1,12-25-78,8-21-1848,-2 2-380,-2 1-2397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7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0 6643,'0'0'1852,"0"0"-983,0 0-445,0 0 219,0 0 457,-8 20-225,-157 296 1368,54-122-2128,110-193-259,-10 14 145,3-9-3046,6-6-1696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8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6275,'0'0'533,"0"0"-311,0 0-81,0 0 187,0 0 158,5 2 312,-1-1-681,-1 1 1,0 0 0,1 0 0,-1 0-1,0 0 1,0 0 0,0 0-1,-1 1 1,1 0 0,-1-1 0,1 1-1,-1 0 1,0 0 0,0 0 0,0 1-1,0-1 1,-1 0 0,1 1-1,-1-1 1,0 1 0,0-1 0,0 1-1,0 6 1,4 23 1057,-1 1 0,-1 0 0,-4 64 1,-1-54-117,7 62 0,-4-99-1023,0-1-1,1 1 1,0-1 0,0 1-1,0-1 1,1 0 0,0 0-1,0 0 1,1 0 0,0-1-1,0 1 1,0-1 0,10 9-1,-11-11-58,1 0 1,-1 0-1,1 0 0,0 0 0,0-1 1,0 0-1,0 0 0,1 0 0,-1 0 1,0-1-1,1 1 0,0-1 0,-1 0 1,1-1-1,-1 1 0,1-1 0,0 0 1,0 0-1,-1 0 0,9-2 0,-12 2-167,0-1-1,0 1 0,0 0 0,0-1 1,0 1-1,0-1 0,0 1 0,-1-1 1,1 0-1,0 1 0,0-1 0,-1 0 1,1 0-1,0 1 0,-1-1 0,1 0 1,-1 0-1,1 0 0,0-1 0,3-5-3621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6355,'0'0'958,"0"0"-403,0 0 152,0 0 274,0 0 183,0 0-193,24 0-182,9 1-541,135-3 1460,-93-6-894,-71 7-838,-4 0-182,-9 2-2926,-6 0-784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9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3121,'0'0'3036,"0"0"-1720,0 0-209,0 0 451,0 0-115,9 2-509,48 4 747,107 0 0,-60-5-7772,-104-1-1198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4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6355,'0'0'1174,"0"0"-227,0 0 464,0 0 91,0 0-363,14 4 684,200-1-292,-212-2-3830,-2 0-2187,0-1-4467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50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6771,'0'0'582,"0"0"-316,0 0 220,0 0 520,0 0-3,13-10-557,1-1-360,0-1 0,0-1 0,-1 0 0,-1-1 0,0 0 0,-1-1 0,18-30 0,-23 33 175,-1 1-1,0-1 1,-1 1 0,0-1 0,-1 0 0,0-1-1,1-19 1,-4 32 185,0 23-246,-1 47 759,-1-34-299,2 0 0,0 0-1,3 0 1,1 0 0,2-1 0,16 58 0,-22-93-670,0 0-1,1 1 0,-1-1 0,0 0 1,0 0-1,1 0 0,-1 0 1,0 0-1,0 0 0,1 1 0,-1-1 1,0 0-1,0 0 0,1 0 1,-1 0-1,0 0 0,1 0 0,-1 0 1,0 0-1,0 0 0,1 0 1,-1-1-1,0 1 0,1 0 0,-1 0 1,0 0-1,0 0 0,1 0 1,-1 0-1,0 0 0,0-1 0,1 1 1,-1 0-1,0 0 0,0 0 1,0-1-1,0 1 0,1 0 1,-1 0-1,0-1 0,0 1 0,0-1 1,11-10-3604,0-1-1513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50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0 8756,'0'0'1329,"0"0"-897,0 0 272,-64 95 417,27-56-321,-3 4-160,4 0-207,4-2-65,3-2-192,5-7-160,4-5 32,6-4 32,-2-5-160,4-4 0,-2-3-256,-1-4-1233,13-7-912,-2 0-2321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51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6291,'0'0'587,"0"0"-184,0 0 117,0 0 390,9 17 594,1-1-1107,-5-8-221,0 0 1,-1 0-1,0 0 0,0 1 1,-1-1-1,0 1 1,0 0-1,-1 0 0,0 0 1,0 1-1,-1 15 0,-1-23-151,0 23 454,0 0 1,2 0 0,1 1-1,9 38 1,-11-60-454,0 1 0,1 0 0,-1 0 0,1-1 0,0 1 0,1-1 0,-1 1 0,1-1 0,0 0 0,0 0 0,0 0 0,0 0 0,1-1 0,-1 1 0,1-1 0,0 0 0,0 0 0,0-1 0,1 1 0,-1-1 0,1 0 0,-1 0 0,1 0 0,0 0 0,-1-1 0,1 0 0,0 0 0,0 0 0,0-1 0,5 0 0,3 1-266,27-1 128,-39 0-86,0 0 0,0 0 0,0 0 0,0 0 0,0 0 0,0 0 0,0-1 1,0 1-1,0 0 0,0 0 0,0-1 0,0 1 0,0-1 0,0 1 0,0-1 0,0 1 0,0-1 0,-1 0 0,1 1 0,0-1 0,0 0 0,-1 0 0,1 0 1,0 1-1,-1-1 0,1-1 0,0-9-6894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51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9156,'0'0'1105,"0"0"-833,0 0 928,0 0-271,0 0 159,0 0-656,81-23-31,-45 17-337,-3 6 208,-3-1-160,-6 1-48,-4 0-64,-2 0-16,-8 0-32,0 0-208,-9 0-385,-1 1-1231,0 1-3683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5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6659,'0'0'1857,"0"0"-577,0 0-175,0 0 448,0 0-609,0 0-288,62 2-351,-40-2 47,3 0-144,1-2 0,0 2-128,0 0-48,-2 0-64,-5 0-32,-1 0-80,0 0-673,-18 0-1327,4-1-4884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19:52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1 350 8964,'0'0'1571,"0"0"-869,0 0 112,0 0 146,0 0-266,15-18-433,-5 7-230,11-12 24,-1-2 0,-1 0 1,-2 0-1,20-37 0,15-88 764,-44 139-148,-1 21-434,1 28-12,-8-33-72,9 70 1244,-4 1 0,-7 109 0,0-60 47,2-125-1332,0 0 8,0 0-67,0-2-161,-1-1-1,1 1 1,-1 0-1,1-1 1,0 1 0,0-1-1,0 1 1,0 0-1,0-1 1,1 1-1,0-3 1,4-16-4353,0 11-294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1:3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1 628 5442,'0'0'1233,"0"0"-430,0 0-13,0 0 186,0 0 259,0 0-197,0-11-315,0-52 753,0 63-983,0 0-7,0 0-134,0 20 936,6 4-1244,0 1 0,2-1 0,0 0-1,2-1 1,19 37 0,-3-7 16,-3-2 3,74 145 65,-87-178-123,1-1 0,1-1-1,0 0 1,2 0 0,0-2 0,0 1 0,1-2 0,25 18 0,-36-29 3,0 1 0,0-1 0,1 0 0,-1 0 0,1 0 0,0 0 0,-1-1 0,1 0 0,0 0 0,0 0 0,9 0 0,-13-3-8,0 1 0,-1-1 0,1 1 0,0-1 0,-1 1 0,1-1 0,-1 1 0,1-1 0,-1 0 0,0 1 0,0-1 0,1 1 0,-1-1 0,-1 0 0,1 1 0,0-1 0,-1-2 0,1 0-16,18-455-2662,-1-164 2456,-17 511 820,1 114-772,0 1 1,0-1-1,0 0 0,0 0 1,0 0-1,1 0 1,-1 0-1,1 0 1,0 0-1,0 0 0,-1-1 1,1 1-1,0-1 1,0 1-1,5 2 0,4 3-5076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1:40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3410,'0'0'1208,"0"0"-194,0 0 152,0 0 322,0 0-239,0 0-321,23 3 1919,48 4-1769,1-3 0,83-6 0,-39 0-588,-60 2-297,-31 0-4563,-26-1 2142,-3-1-1902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1:4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5458,'0'0'1089,"0"0"144,0 0 295,0 0-106,23 2-219,-19-2-1137,179 12 2310,153-12 868,-324 1-3211,-2 0-160,-8-4-3362,-2-3 178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1:42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5779,'0'0'1686,"0"0"-902,0 0-269,0 0 184,0 0 27,0 0 61,0 24-59,0 426 2764,-1-410-3422,-1-26-55,2 1 1,0 0-1,1-1 1,0 1-1,5 22 1,-2-31-2484,-3-14-1056,-1-6-1185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1: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7443,'0'0'1017,"0"0"-430,0 0 24,0 0 659,-4 21-128,-2 13-764,2 0 1,2 1 0,1-1 0,6 65 0,10-10 385,4-1 0,35 100-1,-43-168-694,2 11-95,-13-30-230,0-1-496,0-7-3658,0-8-1252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1:43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5795,'0'0'1053,"0"0"-87,0 0 184,0 0 59,24-4-270,83-14-294,170-31 969,-132 26-1147,-11 4-427,-125 17 7,-8 2-32,0 0-1,0 0 1,-1 0 0,1 0 0,0 0-1,-1 0 1,1 0 0,0-1-1,-1 1 1,1 0 0,0 0 0,-1 0-1,1-1 1,0 1 0,-1 0-1,1-1 1,-1 1 0,1-1-1,0 1 1,-1-1 0,1 1 0,-1-1-1,1 1 1,-1-1 0,0 1-1,1-1 1,-1 0 0,0 1-1,1-1 1,-1 0 0,0 1 0,0-1-1,1 0 1,-1 1 0,0-1-1,0 0 1,0 1 0,0-1-1,0 0 1,0 1 0,0-1 0,0 0-1,-1 0 1,1 0 6,0 1-55,0 0-132,0 0-229,6 0-5277,-4 0-893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1:45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950 35 2961,'0'0'1750,"0"0"-746,0 0-337,0 0 277,0 0-48,0 0-245,-1-26 1983,-39 21-2415,-1 3 0,0 1 1,-43 5-1,76-3-184,0 1-1,0 0 1,1 1-1,-1-1 1,1 1-1,0 1 0,-1 0 1,2 0-1,-1 0 1,0 1-1,1 0 1,-10 9-1,8-6 11,-1 0 0,2 0 0,-1 1-1,1 0 1,0 1 0,1 0 0,0 0 0,-5 12-1,5 3 167,0 1 0,2-1 0,1 1-1,1 0 1,1 0 0,5 49 0,-2 0 213,-3 31 109,5-1-1,30 187 1,70 321 716,-95-537-1171,1-14 23,-4 1 1,-2-1 0,-5 69 0,1-126-93,-1 0 1,1 0-1,-1 0 0,0 0 1,-1 0-1,1 0 0,-1 0 1,0 0-1,0 0 0,-1-1 1,1 1-1,-1-1 0,0 0 1,0 0-1,0 0 0,-1 0 1,0 0-1,1-1 0,-1 1 1,-8 4-1,3-4 16,0 0-1,0 0 1,0-1 0,0-1-1,-1 1 1,1-1 0,-1-1-1,1 0 1,-1 0-1,-11-1 1,16 0-23,-17 1 11,0-2 1,-1 0 0,1-1 0,0-1 0,0-1 0,-25-8 0,17 2-26,-1 1-1,0 1 1,-1 1 0,1 2 0,-1 2 0,-46 0-1,-25 3 45,102 0-45,1 0-27,0 0-85,33-1-148,-30 1 132,32-5-747,-10-4-4336,-15 5-1977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56 4914,'0'0'1316,"0"0"-599,0 0-175,0 0 376,0 0 135,0 0-367,0 0-200,0 0-126,-11 0 2228,287-3-668,-275 3-1890,-1 0-1,8-24-1587,-8 20 1004,0-7-719,0 3-2649,0 3-3770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1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6451,'0'0'864,"0"0"-93,0 0-58,0 0 335,0 0 270,0 6-275,1 20-325,-1-26-679,0 0 0,0 1 1,0-1-1,0 1 0,0-1 0,1 1 0,-1-1 1,0 0-1,0 1 0,1-1 0,-1 1 0,0-1 1,0 0-1,1 1 0,-1-1 0,0 0 1,1 1-1,-1-1 0,1 0 0,-1 0 0,0 1 1,1-1-1,-1 0 0,1 0 0,-1 0 0,0 0 1,1 1-1,-1-1 0,1 0 0,-1 0 0,1 0 1,-1 0-1,1 0 0,-1 0 0,1 0 1,-1 0-1,0 0 0,1-1 0,-1 1 0,1 0 1,-1 0-1,1 0 0,-1 0 0,0-1 0,1 1 1,-1 0-1,1 0 0,-1-1 0,1 1 1,18-13 416,-1-36-228,7-17-118,-23 62-111,0 1 0,0 0 0,0 0-1,0 0 1,0 0 0,0 0 0,1 0 0,-1 1-1,1-1 1,0 1 0,0 0 0,0 0 0,0 0-1,7-3 1,-9 4 6,0 1-1,1-1 1,-1 1-1,0 0 1,1-1-1,-1 1 1,1 0-1,-1 0 1,0 0-1,1 0 1,-1 0-1,1 0 1,-1 1-1,0-1 1,1 0 0,-1 1-1,0-1 1,1 1-1,-1-1 1,0 1-1,1 0 1,-1 0-1,0-1 1,0 1-1,0 0 1,0 0-1,0 0 1,0 0-1,0 0 1,0 0-1,0 0 1,-1 1-1,1-1 1,0 0-1,-1 0 1,1 1-1,-1-1 1,1 0 0,-1 1-1,0-1 1,1 2-1,1 8 104,0 0 0,0 0 0,-1 0 0,0 13 0,-1-16-8,-2 93 774,0-67-524,1 1 0,2-1-1,6 38 1,-7-71-339,0 0 0,1 1 1,-1-1-1,0 0 0,1 0 1,-1 0-1,1 0 0,0 1 0,-1-1 1,1 0-1,0 0 0,0 0 1,-1 0-1,1 0 0,0-1 0,0 1 1,2 1-1,-3-2-14,1 0-1,-1 0 1,1 1-1,-1-1 1,1 0 0,-1 0-1,1 0 1,-1-1-1,1 1 1,-1 0 0,1 0-1,-1 0 1,1 0-1,-1 0 1,1 0 0,-1-1-1,0 1 1,1 0-1,-1 0 1,1-1 0,-1 1-1,0 0 1,1-1-1,-1 1 1,0 0 0,1-1-1,-1 1 1,0-1-1,1 1 1,-1 0 0,0-1-1,0 1 1,0-1-1,0 1 1,1-1 0,-1 1-1,0-1 1,0 1 0,0-1-1,0 1 1,0-1-1,0 1 1,0-1 0,0 1-1,0-1 1,0 1-1,-1-1 1,4-60-3841,-3 39-236,0-1-5297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2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0 262 5795,'0'0'1211,"0"0"-405,0 0 207,0 0 292,0 0-201,0 0-322,19-36 2422,31-69-2516,6-16-645,-58 130-64,1-1 0,1 1 0,0 0-1,0-1 1,1 11 0,1 18 130,-7 274 1817,5-311-1881,0 0 17,0 0-4,0 0 94,0 0-48,0 0 6,8-19-1820,24-2-4213,-19 11-1777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6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3426,'0'0'1547,"0"0"-664,0 0-107,0 0 294,0 0 104,0 0-195,0 0-291,0 0-194,0 0-24,0 0-78,0 0-80,0 0-93,0 0-57,0 0-42,0 0-37,-10 3 112,4 1-164,0 0 0,1 1 1,-1 0-1,1 0 0,0 0 0,1 1 0,-1 0 0,1 0 1,-4 7-1,-32 63 327,27-41-73,1 0 1,1 1-1,2 0 0,2 1 1,1-1-1,2 2 1,2-1-1,4 72 1,-1-95-207,1 1 0,1-1 0,1 0 0,0 0 0,1 0 0,0-1 1,1 0-1,0 0 0,1 0 0,9 12 0,-10-16 25,1 1-1,0-1 1,1-1 0,-1 1-1,2-1 1,-1 0-1,1-1 1,0 0 0,1-1-1,-1 0 1,1 0 0,1-1-1,11 5 1,-21-10 69,-1 0-93,0 0 16,0 0-16,0 0-13,0 0 40,0 0-22,1-35-2082,-2 15-2126,1 11-1151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3746,'0'0'1326,"0"0"-174,0 0 150,0 0 342,0 0-110,7 2-569,-5-1-937,0 0 0,0-1 0,0 1 0,0-1 0,0 0 0,0 0-1,0 1 1,0-1 0,0 0 0,0-1 0,0 1 0,0 0 0,0-1 0,0 1-1,-1-1 1,1 1 0,0-1 0,0 0 0,0 0 0,0 0 0,-1 0-1,3-2 1,1-2-2,0 0 0,0 0 0,-1 0 0,0-1 0,0 0 0,0 0 0,2-6 0,12-21 47,-4 8-48,0 0 0,-1-1 1,-2-1-1,-1 0 0,11-46 0,-24 118 1022,4 73 0,1-32-313,-2-49-420,-2-24-195,2 1 1,-1-1 0,2 1-1,0-1 1,1 0 0,0 0-1,0 1 1,2-1 0,0-1-1,5 14 1,-8-26-191,-1 1 0,1-1 0,-1 1 0,1-1 0,0 0 1,-1 1-1,1-1 0,0 0 0,-1 1 0,1-1 0,0 0 0,0 0 0,-1 0 1,1 0-1,0 1 0,0-1 0,-1 0 0,1 0 0,0-1 0,0 1 0,-1 0 1,1 0-1,0 0 0,-1 0 0,1-1 0,1 1 0,18-11-5357,-10-3-2797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8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4882,'0'0'782,"0"0"-339,0 0 253,0 0 553,0 0-19,0 4-366,0-3-794,0 0 0,-1 0 0,1 0-1,0 0 1,0 0 0,0 0 0,0 0 0,0 0 0,0 0 0,0 0-1,1 0 1,-1 0 0,0-1 0,1 1 0,-1 0 0,0 0 0,1 0-1,-1 0 1,1 0 0,-1 0 0,1-1 0,0 1 0,-1 0 0,2 1-1,1-1 94,0 0 1,0 0-1,-1-1 0,1 1 0,0 0 0,0-1 0,0 0 0,0 0 0,5 0 1,66 1 1180,118-5-442,-190 4-906,-1 0 0,1 0 0,-1 0 0,1 0-1,-1 0 1,1 0 0,-1-1 0,0 1 0,1-1 0,-1 1 0,1-1 0,-1 1 0,0-1 0,0 0 0,1 0 0,-1 1 0,0-1-1,0 0 1,0 0 0,0 0 0,0 0 0,0-1 0,0 1 0,1-2 0,1-15-4587,-3 13 429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8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 8468,'0'0'1566,"0"0"-747,0 0-288,0 0 42,0 0-42,-3 5-264,-41 81 718,-107 155 0,60-104-290,87-131-704,2-3 0,0 1 1,0 0-1,0-1 0,0 1 0,0-1 0,-1 0 0,0 0 0,0 0 0,0 0 0,0 0 0,0-1 0,0 1 0,-1-1 0,1 0 0,-6 3 0,9-27-5484,0 8 1529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3217,'0'0'2386,"0"0"-727,0 0-437,0 0 90,0 0-244,15 30-103,47 97-263,-58-117-601,0 1-1,-1 0 1,0-1-1,-1 1 1,0 0-1,-1 0 1,0 0-1,-1 0 1,0 1-1,-2 13 1,0 20 322,2-32-301,1 1 1,0-1-1,1 0 1,0 0-1,1 0 1,1-1-1,8 21 1,-10-29-117,0 0 0,0 0 1,1 0-1,-1-1 0,1 1 0,0-1 0,0 1 1,0-1-1,1 0 0,-1 0 0,1-1 1,0 1-1,-1-1 0,1 1 0,0-1 0,1 0 1,-1-1-1,0 1 0,0-1 0,1 0 1,-1 0-1,1 0 0,-1-1 0,1 1 0,5-1 1,4 0-109,37-3-373,-49 2 125,1 1 1,-1-1-1,0 0 0,1 0 0,-1 0 1,0 0-1,0 0 0,1 0 0,-1-1 0,0 1 1,0-1-1,-1 0 0,1 1 0,0-1 0,0 0 1,-1 0-1,3-4 0,1-1-4681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3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6051,'0'0'1147,"0"0"-392,0 0 56,0 0 363,0 0-232,13-3 949,23 2-1088,-20 0-457,0 0 0,0 2 1,22 2-1,-36-2-342,-1-1 1,0 1-1,1 0 1,-1 0-1,0 0 0,1 0 1,-1 0-1,0 0 1,0 0-1,0 0 0,0 1 1,0-1-1,0 0 1,0 1-1,0-1 0,0 0 1,-1 1-1,1-1 1,-1 1-1,1-1 1,-1 1-1,0 0 0,1-1 1,-1 1-1,0 2 1,2 49 206,-3-41-145,2-5-29,-2-1 1,1 1-1,-1-1 0,0 1 1,0-1-1,-1 1 0,0-1 1,0 1-1,-5 8 0,-1-2 20,0-1 0,0-1 0,-13 14 0,14-18-36,6-5-24,-1-1 0,1 0 0,0 0-1,0 0 1,0 1 0,0-1 0,0 0 0,0 1 0,0-1 0,1 1 0,-1-1 0,0 1 0,1 0 0,0-1 0,-1 1 0,1 0 0,0-1 0,-1 1 0,1 0 0,0-1 0,0 1 0,1 2 0,0-3 5,0 0 1,-1 0-1,1 1 0,0-1 1,0 0-1,1 0 1,-1 0-1,0 0 0,0 0 1,0 0-1,1-1 1,-1 1-1,0 0 0,1-1 1,-1 1-1,1-1 1,-1 1-1,1-1 1,1 1-1,13 1 42,0 0 1,-1-1 0,29-1-1,-29-1-32,44 1-1290,-59 0-811,0 0-1705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40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2337,'0'0'1025,"0"0"223,0 0-93,0 0-96,0 0 134,11 25-118,1 7-683,-5-12-65,1 0 0,2 0-1,-1-1 1,2 0 0,20 25 0,6 9 68,-2 1 1,-2 2-1,-2 1 0,-4 1 1,-1 1-1,-4 2 0,-2 0 0,-3 2 1,-2 0-1,-3 0 0,-3 1 0,1 95 1,-10-154-386,1 17 27,-2 0 0,0 0 1,-1-1-1,-1 1 1,-7 21-1,9-38-29,-1-1-1,1 1 0,-1-1 0,0 1 1,0-1-1,-1 0 0,1 0 1,-1 0-1,0 0 0,0-1 1,0 1-1,0-1 0,-1 0 0,1 0 1,-1 0-1,0 0 0,0 0 1,0-1-1,0 0 0,-1 0 0,1 0 1,0 0-1,-1-1 0,0 0 1,1 0-1,-1 0 0,0 0 1,1-1-1,-9 0 0,12 0-39,0 0 0,1 1-1,-1-1 1,0 0 0,0 0-1,1-1 1,-1 1 0,0 0-1,0 0 1,1 0 0,-1 0-1,0-1 1,0 1 0,1 0-1,-1-1 1,0 1 0,1 0-1,-1-1 1,1 1 0,-1-1-1,0 1 1,1-1 0,-1 1 0,1-1-1,-1 0 1,1 1 0,0-1-1,-1 0 1,1 1 0,0-1-1,-1 0 1,1 1 0,0-1-1,0 0 1,-1 0 0,1 1-1,0-1 1,0 0 0,0 0-1,0 1 1,0-1 0,0 0 0,0 0-1,0 1 1,1-1 0,-1 0-1,0 0 1,1-1 0,-1-6-903,0-9-2491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4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47 6515,'0'0'590,"0"0"-433,0 0 147,0 0 649,0 0 90,-1 0-1008,1 0-1,0 0 1,0 0 0,0 0 0,0-1 0,-1 1-1,1 0 1,0 0 0,0 0 0,0 0 0,0 0 0,0-1-1,-1 1 1,1 0 0,0 0 0,0 0 0,0-1-1,0 1 1,0 0 0,0 0 0,0 0 0,0-1 0,0 1-1,0 0 1,0 0 0,0-1 0,0 1 0,0 0-1,0 0 1,0 0 0,0-1 0,0 1 0,0 0 0,0 0-1,0 0 1,0-1 0,0 1 0,0 0 0,1 0-1,-1 0 1,0-1 0,0 1 0,0 0 0,0 0 0,0 0-1,1 0 1,-1 0 0,0-1 0,0 1 0,0 0-1,1 0 1,-1 0 0,0 0 0,0 0 0,0 0 0,1 0-1,-1 0 1,0 0 0,9-5 50,-1 0 0,1 1 0,0 0 0,0 0 1,0 1-1,0 1 0,1-1 0,-1 1 0,11 0 0,4 0-18,-1 1 0,40 3-1,-59-1-59,0 0 0,1 0 0,-1 1-1,0 0 1,1-1 0,-1 2 0,0-1 0,0 0 0,-1 1-1,1 0 1,-1 0 0,1 0 0,-1 0 0,0 0 0,0 1-1,0 0 1,0-1 0,-1 1 0,0 0 0,1 0-1,-2 0 1,1 1 0,0-1 0,1 6 0,3 8 54,-1 1 1,-1-1-1,-1 1 0,2 30 1,-3-37-26,-1 1 0,-1 0-1,0 0 1,0 0 0,-2-1 0,1 1 0,-2-1 0,1 1 0,-2-1 0,0 0 0,0 0 0,-1 0 0,-1 0 0,-13 20 0,11-19-24,-2-1 0,0-1 0,-17 16 0,25-24-6,0-1 0,0 0 0,0-1-1,0 1 1,-1 0 0,1-1-1,-1 1 1,1-1 0,-1 0-1,1 1 1,-1-1 0,0-1 0,0 1-1,0 0 1,1-1 0,-1 1-1,0-1 1,0 0 0,0 0-1,0 0 1,0 0 0,0-1 0,1 1-1,-1-1 1,0 1 0,-3-3-1,5 2-6,0 0 0,0 0 0,0 0 0,0-1 0,0 1 0,0 0 0,1-1-1,-1 1 1,1 0 0,-1-1 0,1 1 0,-1-1 0,1 1 0,0-1 0,0 1 0,0-1 0,0 1-1,0-3 1,1-36-157,-1 26 39,0 9 78,0 0 0,0 1 0,0-1 0,1 0 0,-1 0 0,1 0 0,1 1 0,-1-1 0,3-5 0,-3 8 33,0 0 1,0 1-1,1 0 0,-1-1 1,1 1-1,-1 0 1,1 0-1,0-1 0,0 1 1,-1 0-1,1 1 0,0-1 1,0 0-1,0 1 1,0-1-1,0 1 0,0-1 1,0 1-1,0 0 0,0 0 1,0 0-1,0 0 1,0 0-1,4 1 0,0 1 12,0 0 1,0 1-1,0 0 0,-1 0 0,1 1 0,0 0 0,-1 0 1,0 0-1,0 0 0,-1 1 0,1-1 0,-1 1 0,6 8 1,13 12 14,-11-13 15,1 0 0,1-1 0,20 13 0,-27-21 20,0 1-1,0-1 1,0-1-1,0 1 1,1-1-1,-1 0 1,1-1 0,-1 0-1,1 0 1,9 0-1,-10-3-28,1 1 0,-1-1 0,0 0 0,0 0 0,0-1 0,0 0 0,0 0-1,0-1 1,-1 1 0,0-1 0,0-1 0,0 0 0,0 1 0,-1-2 0,1 1 0,-1-1-1,-1 1 1,7-11 0,3-3-22,-2 0 0,0-1 0,-2-1 0,16-40 1,-12-1-682,-13 35-4034,-1 24-4177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4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13 2753,'0'0'1980,"0"0"-844,0 0-157,0 0-10,0 0-321,0 0-232,1 0-368,-1-1-1,0 1 0,0-1 0,0 1 1,0-1-1,0 1 0,0-1 0,0 1 1,0-1-1,0 1 0,0-1 0,0 1 1,0-1-1,0 1 0,0-1 0,0 1 1,-1-1-1,1 1 0,0-1 0,0 1 1,-1-1-1,1 1 0,-1-1 0,-8 10 175,0 0 0,1 1 0,0 0 0,0 1 0,1-1 0,1 2 0,-8 14 0,-12 21 3,-52 90 104,42-70-282,25-46 51,1 0-1,0 0 1,2 1 0,0 0-1,2 0 1,-6 36-1,4-11 57,-7 36 464,-7 163 0,22-225-416,1 1 0,1-1 1,1 1-1,0-1 0,2 0 0,8 24 0,-9-33-87,2-1 0,-1 1 0,1-1 0,1 0 0,0 0 1,1-1-1,0 0 0,0 0 0,1-1 0,0 0 0,20 14 0,107 84 237,-127-100-351,1-1 1,0 0-1,0 0 0,1-1 0,0 0 0,0-1 0,0 0 0,0-1 0,23 4 0,-67-21 935,-45-39-972,48 34-17,-48-39 0,69 50 9,0-1 1,1 0 0,0-1-1,0 1 1,1-2-1,1 1 1,-1-1-1,-8-21 1,13 26 27,-6-11-47,2 0 0,0 0 1,0-1-1,2 0 0,0 0 1,1 0-1,0-24 0,3 24-3,0-1 0,2 0 1,0 0-1,1 1 0,1-1 0,11-32 0,39-129-218,-2 7-222,-42 146 450,1 0 0,2 1 0,1 0 0,20-29 0,-4 11 34,-18 25-20,1 0 1,30-33-1,-32 41 61,-2-1 0,0 0 0,0 0 0,-1-1 0,-1 0 0,0 0 0,5-15 0,-12 27 6,1 0-1,-1 1 1,0-1-1,1 1 1,-1-1-1,0 0 1,0 1-1,0-1 1,1 0-1,-1 1 1,0-1-1,0 0 1,0 0-1,0 1 0,0-1 1,-1 0-1,1 1 1,0-1-1,0 0 1,0 1-1,0-1 1,-1 1-1,1-1 1,0 0-1,-1 1 1,1-1-1,0 1 1,-1-1-1,1 1 1,-1-1-1,1 1 1,-1-1-1,1 1 0,-2-1 1,0 0-8,0 0-1,0 1 1,-1-1-1,1 1 1,0-1 0,0 1-1,-1 0 1,1 0-1,0 0 1,-5 1 0,-2 0-31,1 1 0,-1 0 0,0 1 0,1 0-1,-10 4 1,0 6 9,1 1 0,0 0-1,0 2 1,2 0 0,0 0-1,-20 29 1,12-16 2,17-21 10,0 1 0,1 0-1,0 1 1,0 0-1,1 0 1,0 0-1,0 0 1,-1 11-1,-12 90 89,12-74-75,1-6 49,-5 59 99,8-99 7,0-9-174,0 0 0,1 0 0,1-1 0,1 1 0,7-29 1,12-5-484,2 2 1,2 1-1,3 1 0,1 1 1,42-50-1,-57 82 341,-12 14 140,-1-1-1,1 1 1,0-1 0,-1 0 0,1 0 0,-1 0 0,1 0-1,-1 0 1,0 0 0,0 0 0,0 0 0,0 0 0,0 0-1,0-1 1,-1 1 0,1 0 0,-1-4 0,0 6 11,0 0-15,0 0 16,0 0 21,0 0 50,-6 29 70,-86 117 86,56-93-98,-55 111 0,165-269-265,-54 73 11,-12 19 39,1 1 0,-2-1 0,0-1 0,0 1 1,-1-1-1,-1-1 0,0 1 0,-1-1 1,-1 1-1,0-1 0,1-16 0,-21 57 177,-148 262 977,142-242-811,3 1 0,1 1 0,3 0 1,-16 77-1,26-78-62,2 0 0,2 0 0,7 80 0,-4-114-187,0 1 1,1 0-1,1-1 0,0 0 1,1 0-1,1 0 1,0 0-1,0 0 0,2-1 1,-1 0-1,1-1 1,1 1-1,0-1 0,1-1 1,0 1-1,0-1 0,1-1 1,14 10-1,2 0 160,-22-16-179,-1 0 0,1 0 0,0-1 0,-1 1 0,1-1 0,0 0 0,1 0 0,-1 0 0,0-1 0,0 1 0,1-1 0,-1 0 0,1-1 0,-1 1 0,1-1 0,4 0 0,0 1 12,-1 1 0,0 0 0,0 0 0,0 0 0,0 1 0,0 0 0,9 6 0,-4-3-9,-10-6-4499,-3-8 1207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5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80 5539,'0'0'1470,"0"0"-697,0 0-52,0 0 178,0 0-131,0 0-144,0 0-277,0 0-147,-8 14 150,0-2-224,3-7-60,1 1 1,1 0-1,-1 0 1,1 1-1,0-1 0,0 1 1,0-1-1,1 1 1,0 0-1,1 0 1,0 0-1,-1 10 0,1-3 102,0-2-43,1-1 0,0 1 0,1 0 0,0 0 0,3 12 0,-3-20-106,0-1-1,1 1 0,-1-1 1,1 1-1,0-1 1,0 0-1,0 0 0,0 0 1,0 0-1,1 0 1,-1 0-1,1-1 1,0 1-1,0-1 0,0 0 1,0 0-1,0 0 1,0 0-1,1 0 1,4 1-1,3 1 11,1-1 0,0 0-1,-1-1 1,1 0 0,0-1 0,0 0-1,0-1 1,0 0 0,0-1-1,0 0 1,0-1 0,0-1 0,-1 1-1,1-2 1,-1 0 0,1 0 0,-1-1-1,-1 0 1,1-1 0,-1 0 0,14-11-1,-16 9-18,0 1-1,0-1 0,-1 0 0,0-1 1,-1 0-1,0 0 0,0 0 1,-1-1-1,0 0 0,0 0 0,-1 0 1,-1-1-1,0 1 0,0-1 0,-1 0 1,0 1-1,-1-1 0,-1 0 1,1 0-1,-3-20 0,1 28-2,1-1 1,-1 0-1,0 0 0,0 1 0,0-1 0,0 1 1,-1-1-1,1 1 0,-1-1 0,0 1 0,0 0 1,0 0-1,-1 0 0,1 0 0,-1 0 0,0 1 0,1-1 1,-1 1-1,0-1 0,-1 1 0,1 0 0,0 1 1,0-1-1,-1 0 0,1 1 0,-1 0 0,0 0 1,1 0-1,-6-1 0,-7-1 2,0 0-1,1 2 0,-1 0 1,0 0-1,-30 4 1,36-1-8,1 1 0,0-1 0,0 1 0,1 1 0,-1 0 1,1 0-1,0 1 0,0 0 0,0 0 0,0 1 0,1 0 0,0 0 0,0 1 1,1 0-1,0 0 0,-10 14 0,8-9-6,1 0 1,0 0 0,0 0-1,1 1 1,1 0 0,0 0-1,1 0 1,0 1-1,1-1 1,-2 26 0,4-32-21,1-1 0,0 1 0,0 0 0,1 0 1,0 0-1,0-1 0,0 1 0,4 8 1,-4-13-124,0 0 1,1 0-1,-1 0 1,1 0-1,-1 0 1,1 0-1,0-1 1,-1 1-1,1 0 1,0-1-1,0 0 1,1 1-1,-1-1 1,0 0 0,0 0-1,1 0 1,-1 0-1,0-1 1,1 1-1,-1-1 1,0 1-1,1-1 1,-1 0-1,1 0 1,-1 0-1,4 0 1,12 0-4551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5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206 190 5587,'0'0'936,"0"0"-229,-26-23-45,-7-10-380,1 1 481,-54-41 0,74 60-232,-3-2 979,13 16-354,6 12 292,122 331 2070,-126-343-3509,7 19 162,71 193 910,-63-178-926,1-2-1,2 1 1,43 59-1,-8-44 22,-52-49-202,-1 0-49,0 0-176,0-9-2385,0-19-3641,0 18-2167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51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6627,'0'0'1347,"0"0"-701,0 0-136,0 0 205,0 0-227,-6 4-205,-1 1-189,1 0 1,-1 1-1,1 0 1,0 0-1,1 0 1,0 1-1,0 0 1,-4 7-1,-38 73 730,6-11-209,-154 220 614,181-286-1238,14-10-83,-1 1 0,1-1 0,0 0 0,-1 0 0,1 0 0,0 0 0,-1 0 0,1 0 0,0 1 0,-1-1 0,1 0 0,0 0 0,-1 0 0,1 0 0,0 0 0,-1 0 0,1-1 0,0 1 0,-1 0 0,1 0 0,0 0 0,-1 0 0,1 0 0,0 0 0,-1 0 0,1-1 0,0 1 0,0 0 0,-1 0 0,1 0 0,0-1 0,0 1 0,-1 0 0,1 0 0,0-1 0,0 1 0,-1 0 0,1-1 0,0 1 0,0 0 0,0-1-1,0 1 1,0 0 0,0-1 0,0 1 0,0 0 0,-1-1 0,1-12-4382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2:5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3073,'0'0'2193,"0"0"-1491,0 0-318,0 0 497,0 0 162,2 7-93,14 40-322,3-1 0,1 0 0,2-2 0,29 43 1,-38-66-453,1-2 0,0 0 1,2 0-1,0-2 1,1 0-1,1-1 1,0 0-1,1-2 1,1 0-1,38 19 1,-26-30-1347,-21-3-1857,-6 0-1145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0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3298,'0'0'1229,"0"0"-372,0 0 85,0 0 367,0 0-119,0 0-213,-20 26-276,-68 83-132,74-89-347,1 0 1,0 1 0,2 0-1,0 1 1,2 1 0,0-1 0,1 1-1,2 1 1,-6 29 0,6 2 212,2 0 1,5 81-1,0-86-249,0-31-75,1-1 0,0 1 0,2-1 0,0 0 0,1 0-1,1 0 1,0-1 0,2 0 0,9 17 0,-10-21-60,0-1 0,1-1 0,1 1 0,0-1 0,0 0 0,1-1 0,0 0 0,1-1 0,0 0-1,1-1 1,0 0 0,18 9 0,-17-13-125,-11-13-2283,-3 2 624,1-2-3894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12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 3265,'0'0'1209,"0"0"-278,0 0 88,0 0 345,0 0-401,26 3-62,201 8 1410,-173-9-1571,-36-2-292,-40 1-102,-331 4-69,352-5-261,1 0-21,3 0 32,-1 1-1,1-1 1,-1 1-1,1-1 1,0 0-1,-1 0 1,1 0-1,0 0 1,4-1-1,6 0 82,52-1 133,-1-3 0,77-15 0,-202 41-521,44-14 154,1-1-1,-2 0 0,1-1 0,-1-1 1,-20 2-1,13-6-2549,25 0-982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1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 3217,'0'0'2065,"0"0"-1064,0 0-73,0 0 436,0 0-25,0 0-480,-4-5-102,4 5-737,0 0 0,0 0 0,1 0 0,-1 0 0,0 0 0,0 0 1,0 0-1,0 0 0,0 0 0,0 0 0,0 0 0,0 0 0,0 0 0,0 0 0,0 0 0,0 0 0,0 0 0,0 0 0,0 0 0,0 0 1,0 0-1,0 0 0,0 0 0,0 0 0,0 0 0,0 0 0,0 0 0,0 0 0,0 0 0,1-1 0,40 29 128,0 1-1,-2 1 0,-1 3 0,-2 1 1,-1 1-1,34 46 0,-53-59-9,-1 1-1,0 0 0,-2 0 1,-1 2-1,0 0 1,-2 0-1,-1 1 0,-1 0 1,-2 0-1,0 1 1,-1 0-1,1 50 1,-6-57 3,1-4-19,0 0 1,-2 1-1,1-1 1,-2 0-1,0 0 1,-1 0-1,-1 0 1,0 0-1,-1-1 1,-13 29-1,1-16 339,-2-1-1,0 0 1,-2-1-1,-38 38 1,58-63-376,1-1-69,0 0-144,0 0-302,1-6-3555,1-5-249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1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4642,'0'0'1102,"0"0"-72,0 0 250,0 0 100,0 0-220,0 0-362,3-6-339,-2 3-437,0 1 1,0 0-1,0 0 1,1 0-1,-1 0 0,0 0 1,1 0-1,0 1 1,-1-1-1,1 0 1,0 1-1,0 0 0,0-1 1,0 1-1,0 0 1,3-2-1,2 2 12,0-1 0,-1 1 0,1 0 0,0 0 0,-1 1 0,9 0 0,-14 0-35,1 0 0,-1 0 1,0 0-1,1 0 1,-1 0-1,1 0 0,-1 0 1,0 0-1,1 1 1,-1-1-1,1 1 0,-1-1 1,0 1-1,0 0 1,1-1-1,-1 1 0,0 0 1,0 0-1,0 0 1,0 0-1,0 0 0,0 0 1,0 0-1,0 0 0,0 0 1,0 0-1,0 2 1,1 2 0,-1 0 1,0 0 0,0 0-1,-1 0 1,0 0 0,0 9-1,0-9 5,-1 5 10,0-1 0,0 0 1,-1 0-1,-1 0 0,1 0 0,-2 0 1,1 0-1,-1-1 0,0 1 0,-1-1 1,0 0-1,0-1 0,-1 1 0,0-1 1,0 0-1,-1 0 0,-13 10 0,1-6 33,19-11-44,-1 0 0,1 0 0,-1 0 0,1 0 1,0 0-1,-1 0 0,1 0 0,0-1 0,-1 1 0,1 0 0,0 0 0,-1 0 0,1 0 1,0-1-1,-1 1 0,1 0 0,0 0 0,0-1 0,-1 1 0,1 0 0,0-1 0,0 1 0,0 0 1,-1-1-1,1 1 0,0 0 0,0-1 0,0 1 0,0 0 0,0-1 0,0 0 0,0-41 144,1 34-178,-1 7 32,0 0 1,0 0-1,0 0 1,0 0-1,0-1 1,0 1-1,1 0 1,-1 0-1,0 0 1,1 0-1,-1 0 1,1-1-1,-1 1 1,1 0-1,-1 0 1,1 0-1,0 1 1,0-1-1,-1 0 1,1 0-1,0 0 1,0 0-1,0 1 1,0-1-1,0 0 1,0 1-1,0-1 1,2 0-1,-2 1 4,0 0 0,1 0 0,-1 1 1,0-1-1,1 0 0,-1 1 0,0-1 0,0 1 0,1-1 0,-1 1 0,0 0 0,0-1 0,0 1 0,0 0 0,0 0 0,0 0 0,0 0 0,0 0 0,0 0 0,-1 0 1,1 0-1,0 0 0,0 0 0,0 2 0,3 4 29,0-1-1,1 0 1,-1 0 0,2 0 0,-1 0 0,1-1 0,-1 1 0,1-1 0,1-1-1,-1 1 1,1-1 0,0-1 0,0 1 0,0-1 0,8 3 0,3-2 101,0 0 0,0-1 0,0 0 0,0-2 0,23-1 0,-40 0-197,0-1 0,0 0-1,-1 1 1,1-1 0,-1 0 0,1 0 0,0 0 0,-1 0 0,0 1 0,1-1 0,-1 0 0,0 0 0,1 0-1,-1 0 1,0 0 0,0 0 0,0 0 0,0 0 0,1 0 0,-2 0 0,1 0 0,0 0 0,0 0 0,0 0 0,0 0-1,-1-1 1,1-4-2638,0 2-4045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1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5138,'0'0'1529,"0"0"-742,0 0-104,0 0 374,0 0-12,7 0-92,225 0 2688,-130 0-9675,-104 0 597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1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4562,'0'0'950,"0"0"-289,0 0 4,0 0 127,0 0-69,5 0-139,49 6 407,0-4 0,63-4 0,-22 0 164,-94 2-966,-1 0-96,0 0 17,0 0-33,0 0-117,0 0-117,0 0-257,0 0-858,0 0-2258,0 0-3454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21.4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160 146 2641,'0'0'1542,"0"0"-917,0 0-308,0 0 331,0 0 265,-14 10 10,-47 29-318,55-35-453,0 1-1,0 1 1,0-1-1,0 1 0,1 0 1,0 0-1,1 1 1,-1 0-1,1-1 0,0 1 1,1 1-1,-1-1 1,2 0-1,-1 1 0,-2 14 1,1 1 224,2 1 1,0-1-1,4 42 1,-1-19 211,0-35-477,0 0 1,1 0-1,0 0 0,1-1 0,0 1 0,1-1 0,0 1 1,1-1-1,9 16 0,-2-8 0,0 0 0,0 0 0,2-2 0,17 17 1,-24-27-95,0 0 1,1 0-1,0-1 1,0 0 0,0 0-1,1-1 1,0 0 0,0 0-1,0-1 1,0-1-1,0 1 1,15 1 0,3-2-70,0 0 0,0-2 0,30-3 0,-48 2 56,0 0-1,0-1 1,-1 0-1,1 0 1,0-1 0,-1 0-1,0 0 1,0-1 0,0 0-1,0-1 1,0 0-1,-1 0 1,0 0 0,0-1-1,0 0 1,8-11 0,-6 6 3,-2 0 0,1 0 0,-2-1 1,1 0-1,-2 0 0,1 0 0,-2-1 1,0 0-1,0 0 0,2-16 0,31-154-185,-36 175 141,0 0 1,-1-1-1,0 1 1,0 0-1,-1-1 1,0 1-1,-1 0 1,0 0-1,0 0 1,0 0 0,-1 0-1,0 0 1,-1 1-1,-5-9 1,4 5-55,-1 0 1,0 1-1,-1 0 1,0 0 0,-1 0-1,0 1 1,0 0-1,-1 1 1,-1 0 0,1 0-1,-1 1 1,0 0-1,0 1 1,-1 0-1,0 1 1,0 0 0,-23-7-1,-27-7 131,-90-43 0,145 60-81,0 1 0,1-1 0,-1 1-1,0 0 1,0 1 0,0-1 0,0 1 0,0 0-1,0 1 1,0-1 0,0 1 0,0 1 0,0-1-1,0 1 1,1 0 0,-1 0 0,1 0 0,-1 1-1,1 0 1,0 0 0,0 0 0,0 1 0,0 0-1,1 0 1,-1 0 0,-4 6 0,4-5-200,0 1-210,-1-1 0,1 0 0,0 1 1,0 0-1,1 0 0,-1 1 0,1-1 0,1 1 1,-1 0-1,1 0 0,1 0 0,-3 8 0,5-10-1325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22.1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223 0 3474,'0'0'1787,"0"0"-557,-13 22-246,9-15-922,-103 188 2566,21 19-1311,79-195-1298,1-7-439,7-21-973,6-21-3149,-4 20-108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22.4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215 1 3330,'0'0'947,"0"0"-555,0 0-13,0 0 397,0 0 270,0 8-19,-2 3-772,1 0-1,-1 0 1,-1-1 0,0 1 0,-1-1-1,0 1 1,-5 9 0,-47 76 1357,5-9-993,32-50-395,10-23-163,1 1 0,0 1 0,1 0-1,1 0 1,0 0 0,2 0 0,-1 1-1,2 0 1,-2 20 0,5-37-173,0 0-427,0 0-1142,0 0-1534,0-2-1979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24.0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269 122 1121,'0'0'2249,"0"0"-1252,0 0-519,0 0 144,0 0 253,0 0 141,-25 7-370,-80 25-134,99-30-445,0 1 0,0 0 0,0 0 0,0 0 0,1 1 0,0-1 0,0 1 0,0 1 0,0-1 1,0 1-1,1 0 0,0 0 0,0 0 0,0 0 0,1 1 0,-5 10 0,0-2 60,2-2 63,0 1-1,0-1 1,1 1-1,1 0 1,1 0 0,-1 1-1,0 14 1,0 12 755,3 45-1,1-61-577,0-18-310,1 0 1,-1 0-1,1 0 1,0 0-1,1 0 1,0 0-1,0-1 1,0 1-1,0-1 1,1 1-1,0-1 1,0 0-1,6 7 1,-2-4 9,0 0 0,1 0 1,0-1-1,1 0 0,0 0 0,0-1 1,10 5-1,1-1-9,0-1-1,1-1 1,0 0 0,0-2 0,0-1-1,43 6 1,-48-10-48,11 2 26,0-1 0,44-3 1,-64 1-34,0-1 1,0 0-1,0-1 1,0 0 0,0 0-1,0 0 1,-1-1-1,1 0 1,-1 0 0,0 0-1,0-1 1,0 0-1,0-1 1,0 1-1,4-6 1,9-15-109,-1 0-1,-2-2 1,0 0-1,-2-1 1,-1 0-1,9-31 1,3-1-35,-15 36 109,0-1 0,-2 1 0,-1-1-1,-1-1 1,-1 1 0,-1-1 0,-2 0 0,0 0-1,-3-32 1,1 55 28,-1 1-1,1-1 1,-1 0 0,0 0-1,1 0 1,-1 1-1,-1-1 1,1 0 0,0 1-1,-1-1 1,1 1-1,-1-1 1,0 1 0,0 0-1,0 0 1,-4-4-1,0 1 11,0 1-1,0 0 0,-1 1 0,1-1 0,-1 1 1,-10-3-1,-8-2-6,0 3 1,-47-6-1,-19 0-859,-134 3 0,221 8 845,1 1 1,0-1 0,0 1-1,0 0 1,0 0 0,0 0-1,0 0 1,0 1-1,0-1 1,1 1 0,-1 0-1,0-1 1,1 1 0,-1 0-1,1 1 1,0-1-1,0 0 1,0 1 0,0-1-1,0 1 1,-2 4 0,-3 7-172,0 0 1,1 0 0,-5 20 0,1-4-325,3-13-108,-5 15-1565,1 0 0,-8 38 0,19-64-953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24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229 0 2817,'0'0'907,"0"0"6,0 0 183,-19 23 334,-6 4-937,11-11-172,-1 0 0,2 1-1,0 0 1,1 1-1,1 1 1,-10 22 0,3-1 384,1 0 0,-15 57 0,27-75-492,0 0 1,2 0-1,0 0 1,1 0-1,2 0 1,3 35-1,-3-56-256,0 0 0,0-1 0,0 1-1,0-1 1,1 1 0,-1-1 0,0 1 0,1-1 0,-1 1-1,0-1 1,1 1 0,-1-1 0,0 1 0,1-1-1,-1 1 1,1-1 0,-1 0 0,1 1 0,-1-1 0,1 0-1,-1 1 1,1-1 0,0 0 0,-1 0 0,1 0-1,-1 0 1,1 1 0,0-1 0,-1 0 0,1 0 0,-1 0-1,1 0 1,0 0 0,-1 0 0,1 0 0,-1-1 0,1 1-1,0 0 1,-1 0 0,1 0 0,-1-1 0,1 1-1,-1 0 1,1 0 0,-1-1 0,1 1 0,-1-1 0,1 1-1,-1 0 1,1-1 0,-1 1 0,0-1 0,1 0-1,2-33-5307,-3 19 885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24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233 0 4802,'0'0'1230,"0"0"-414,0 0-405,0 0 46,0 0 410,-11 27 122,-68 176 1071,65-170-1729,-2 0 0,0-1 0,-25 33 0,-7 14-284,43-67 664,4-8-2433,0-2-4833,7-12 3935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28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7043,'0'0'1139,"0"0"-765,0 0-134,0 0 374,0 0 117,0 0-347,0 0-176,0 0 16,0 0 51,0 0 37,0 0-24,0 0 46,0 0-49,3 0-50,20 0-146,-3-1-58,0 1 0,0 1-1,0 1 1,0 0 0,29 8-1,-45-8-30,0-1-1,1 1 1,-1 0-1,0 0 1,0 1-1,0-1 1,0 1-1,0 0 1,0 0-1,-1 0 1,0 0-1,1 0 1,-1 1-1,0 0 1,-1 0-1,1 0 1,-1 0-1,0 0 1,0 0 0,0 0-1,0 1 1,-1-1-1,1 1 1,-1-1-1,-1 1 1,1 0-1,0-1 1,-1 1-1,-1 7 1,1-7 6,-1 0 1,1 0 0,-2 0 0,1 0-1,0 0 1,-1 0 0,0-1 0,0 1-1,-1 0 1,1-1 0,-1 0 0,0 1-1,0-1 1,0 0 0,-1-1 0,-5 6-1,4-4 3,-1 0-1,1-1 0,-1 0 0,-1 0 0,1 0 1,0-1-1,-1 0 0,0 0 0,1-1 1,-1 1-1,-10 1 0,16-5-6,0 1 1,0-1-1,0 1 0,0-1 1,0 0-1,0 1 1,0-1-1,0 0 0,0 0 1,0 0-1,0 0 0,1 0 1,-1 0-1,0 0 0,1 0 1,-1 0-1,1 0 0,-1 0 1,1 0-1,-1 0 0,1 0 1,0 0-1,0-1 1,-1 1-1,1 0 0,0 0 1,0 0-1,0 0 0,0-1 1,1 1-1,-1 0 0,0 0 1,1-2-1,-1 1 2,-1 0 0,1-1 1,1 1-1,-1 0 0,0-1 0,0 1 1,1 0-1,0 0 0,-1-1 0,1 1 0,0 0 1,0 0-1,0 0 0,0 0 0,0 0 0,1 0 1,-1 0-1,3-2 0,-2 3-4,0 0-1,0 0 1,0 0 0,0 1-1,0-1 1,0 0-1,0 1 1,0 0 0,0 0-1,0-1 1,0 1 0,0 0-1,0 0 1,0 1-1,0-1 1,0 0 0,0 1-1,0 0 1,0-1-1,0 1 1,0 0 0,0 0-1,-1 0 1,3 1 0,1 2-3,0 1 0,-1 0 1,0 0-1,0 0 0,0 0 0,4 8 1,-5-8 0,0 0 1,0 0 0,0-1 0,1 1-1,0 0 1,0-1 0,0 0-1,0 0 1,1-1 0,6 5-1,-1-4-3,-1-1-1,1 0 1,-1-1-1,1 0 1,0 0-1,0-1 1,0-1-1,0 1 0,0-2 1,0 1-1,14-4 1,-19 4-19,1-1 1,-1 0-1,1 0 1,-1-1 0,0 0-1,0 0 1,0 0-1,0-1 1,0 1 0,0-1-1,0 0 1,-1 0-1,0-1 1,0 0 0,0 1-1,0-1 1,0-1-1,-1 1 1,1 0 0,-1-1-1,4-7 1,-6 3-1727,-1 2-2183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30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1985,'0'0'907,"0"0"-301,0 0 135,0 0 217,0 0-275,0 0-299,2 2 3787,17 5-3766,55 0 794,115-5 1,-97-4-422,-92 2-749,0 0 30,-15 1 128,-26 12-116,35-10-187,0 0 0,-1-1 1,1 0-1,-1-1 0,1 1 1,-11 0-1,17-2-447,0 0-109,0 0-633,0 0-1240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3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23 4754,'0'0'1505,"0"0"-481,0 0 78,0 0 296,0 0-192,-7-11 862,13 9-2037,0-1 1,0 2-1,0-1 1,0 1-1,1 0 0,-1 0 1,1 0-1,-1 1 1,0 0-1,1 1 1,10 1-1,7-1 19,-14-1-48,0 0 0,0 1 0,0 0 0,0 0 0,18 5 0,-25-5-4,0 0 1,-1 1-1,1-1 0,-1 0 1,0 1-1,1-1 0,-1 1 1,0 0-1,0 0 0,0 0 1,0 0-1,0 0 1,-1 0-1,1 0 0,-1 0 1,1 1-1,-1-1 0,0 1 1,0-1-1,0 1 0,0 0 1,0-1-1,-1 1 0,1 0 1,-1-1-1,1 6 0,0 6 7,0-1 0,-1 1 0,-1 0 0,0-1 0,-1 0 0,0 1 0,-1-1 0,-1 0 0,0 0-1,0 0 1,-8 14 0,0-2 20,-8 16 0,-38 57 1,51-88-28,-1 1 0,0-2 0,0 1 1,-1-1-1,0 0 0,-1-1 0,1 0 1,-2-1-1,1 0 0,-16 8 0,25-15 3,1 1-1,-1-1 0,0 1 1,1-1-1,-1 1 1,0-1-1,0 1 1,1-1-1,-1 0 0,0 0 1,0 1-1,0-1 1,1 0-1,-1 0 1,0 0-1,0 0 0,0 0 1,0 0-1,1 0 1,-1 0-1,0 0 0,0 0 1,0-1-1,1 1 1,-1 0-1,0 0 1,0-1-1,1 1 0,-1-1 1,0 1-1,0-1 1,1 1-1,-1-1 1,1 1-1,-1-1 0,0 1 1,1-1-1,-1 0 1,1 1-1,-1-1 1,1 0-1,0 1 0,-1-1 1,1 0-1,0 0 1,-1 0-1,1 1 0,0-1 1,0 0-1,0 0 1,0 0-1,0 0 1,0 1-1,0-1 0,0 0 1,0 0-1,0 0 1,0 1-1,0-1 1,1-1-1,0-3-8,-1 1 0,1-1-1,0 1 1,1-1 0,-1 1 0,1 0 0,0-1 0,0 1-1,4-6 1,9-7-2,0 2-1,24-19 0,-39 34 11,1-1 1,0 1-1,0-1 0,-1 1 0,1 0 1,0-1-1,0 1 0,0 0 0,0 0 1,0 0-1,-1-1 0,1 1 1,0 0-1,0 0 0,0 0 0,0 1 1,0-1-1,0 0 0,-1 0 0,1 0 1,0 1-1,0-1 0,0 0 0,-1 1 1,1-1-1,0 1 0,0-1 0,-1 1 1,1-1-1,0 1 0,-1-1 0,1 1 1,0 0-1,-1-1 0,1 1 0,-1 0 1,1 0-1,-1-1 0,0 1 0,1 0 1,-1 0-1,0 0 0,1-1 1,-1 1-1,0 0 0,0 0 0,0 0 1,0 0-1,0 0 0,0 1 0,0-1 3,3 7 8,0-1 0,1 1 0,0-1 0,0 0 0,0 0 0,1 0 0,0 0 0,0-1 0,11 10 0,-12-13-5,1 0 0,0 0 0,0 0 0,0 0 1,0-1-1,1 0 0,-1 0 0,1 0 1,-1-1-1,1 1 0,0-1 0,-1-1 0,1 1 1,8-1-1,-11 0-6,1 0 9,0 0 1,-1 0-1,1 0 0,0 0 0,0 0 0,0-1 0,-1 0 0,1 0 1,0 0-1,3-1 0,-5 0-5,-1 0 0,1 0-1,-1 1 1,0-1 0,1 0 0,-1 0 0,0-1 0,0 1 0,0 0 0,0 0 0,-1 0-1,1-1 1,-1 1 0,1 0 0,-1-1 0,0 1 0,0-5 0,10-61-510,-4 40-2729,-4 22-1914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32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14 2433,'0'0'4493,"0"0"-2479,0 0-907,0 0 75,0 0-64,-3-4-376,2 4-727,1-1 0,-1 0 0,1 1 1,0-1-1,-1 1 0,1-1 0,-1 0 0,0 1 1,1-1-1,-1 1 0,1-1 0,-1 1 1,0 0-1,1-1 0,-1 1 0,0 0 1,1-1-1,-1 1 0,0 0 0,0 0 0,1-1 1,-1 1-1,0 0 0,0 0 0,1 0 1,-1 0-1,0 0 0,0 0 0,0 0 0,1 1 1,-1-1-1,0 0 0,0 0 0,1 0 1,-1 1-1,0-1 0,1 0 0,-1 1 1,-1 0-1,1 2 16,-1-1 0,1 1 0,0-1-1,0 1 1,0 0 0,0-1 0,1 1 0,-1 0 0,1 0 0,0 0 0,0-1 0,0 7 0,-1 7 38,1-14-36,0 1 0,0 0 0,0-1 0,0 1 0,0 0 0,0 0 0,1-1 0,0 1 0,-1 0 0,2 3 0,-1-5 4,1 0 0,-1 0 0,0 0 1,0 0-1,1 0 0,-1-1 0,0 1 1,1 0-1,-1-1 0,1 1 0,-1 0 1,1-1-1,-1 0 0,1 1 0,-1-1 1,1 0-1,-1 0 0,1 0 0,-1 0 1,1 0-1,2-1 0,-3 1-26,0 0 0,0-1 1,0 1-1,0-1 0,0 1 0,0-1 0,0 0 0,0 1 1,0-1-1,0 0 0,-1 0 0,1 1 0,0-1 0,0 0 1,-1 0-1,1 0 0,0 0 0,-1 0 0,1 0 0,-1 0 0,1 0 1,-1-1-1,0 1 0,1 0 0,-1 0 0,0 0 0,0 0 1,0 0-1,0-3 0,2-40 112,-2 39-34,-2 4-79,-1-1 0,0 1 1,0 0-1,0 1 0,0-1 1,1 1-1,-1-1 0,0 1 0,0 0 1,0 0-1,0 0 0,-5 1 0,6-1-2,-4 0-13,-2 0 10,0 0-1,0 0 1,1 1 0,-1 0 0,-12 3 0,18-3-11,1-1 1,0 1-1,0-1 1,-1 1-1,1-1 1,0 1 0,0 0-1,0 0 1,-1 0-1,1 0 1,0 0-1,0 0 1,1 0-1,-1 0 1,0 0-1,0 0 1,0 0-1,1 1 1,-1-1 0,1 0-1,-1 0 1,1 1-1,-1-1 1,1 0-1,0 1 1,0-1-1,-1 1 1,1-1-1,0 0 1,0 1 0,0-1-1,1 1 1,-1-1-1,0 0 1,1 1-1,-1-1 1,0 0-1,2 3 1,-1-3 3,-1 0 0,1 0-1,0 0 1,0 0 0,0-1 0,0 1 0,0 0 0,0 0-1,0-1 1,0 1 0,0 0 0,0-1 0,0 1 0,0-1 0,1 0-1,-1 1 1,0-1 0,0 0 0,0 0 0,1 0 0,-1 0-1,2 0 1,34 1 1,-27-2-7,-7 2 6,0-1 0,0 0 0,0 0 0,0 0 0,0 0 0,0-1-1,0 1 1,0-1 0,0 0 0,0 0 0,3-1 0,-5 0 3,1 0 0,-1 1 0,0-1 0,-1 0 0,1 0 0,0 1 0,0-1 0,-1 0 0,1 0 0,-1 0-1,1 0 1,-1 0 0,0 0 0,0 0 0,0 0 0,0 0 0,-1-3 0,-3-16-364,-9 17-3537,12 4-4483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35.7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203 0 4226,'0'0'595,"0"0"-155,0 0 152,0 0 387,0 0 38,-23 22-198,-71 67-133,87-82-510,0 0-1,1 0 1,-1 0 0,2 1 0,-1 0 0,1 0 0,0 1 0,1-1 0,0 1 0,0 0 0,1 1-1,0-1 1,1 0 0,0 1 0,0-1 0,1 1 0,0 14 0,-2 6 107,-5 202 647,8-208-785,0-19-116,0 0-1,1 0 1,-1 0-1,1-1 0,0 1 1,0 0-1,1 0 1,-1-1-1,1 1 1,0-1-1,1 0 0,-1 1 1,1-1-1,-1 0 1,1 0-1,0-1 1,1 1-1,-1-1 0,1 1 1,0-1-1,-1 0 1,1-1-1,0 1 1,1 0-1,-1-1 1,0 0-1,1 0 0,-1-1 1,1 1-1,8 1 1,13 2 176,0-1 0,1-1 1,-1-1-1,40-3 0,-33 0-149,-27 1-81,0 0-1,0 0 1,0-1-1,0 0 1,-1 0 0,1-1-1,0 0 1,0 0-1,-1 0 1,1 0 0,-1-1-1,10-6 1,-7 2-25,-1 0 0,1 0 0,-1-1 0,0 0 0,-1 0 0,10-15 0,-8 6 18,0 0 1,0 0-1,-2-1 1,0 0 0,4-20-1,14-42 77,-18 58-8,-1 0 0,-1 0 0,-1 0 0,-1-1 1,0 1-1,-2-1 0,-4-36 0,4 49-9,0 6-21,0 0 0,-1-1 0,1 1 0,-1-1 0,0 1 0,0 0 0,0 0 0,-1-1 0,0 1 0,1 0 0,-1 0 0,-1 0 0,1 1 0,0-1 0,-1 1 0,0-1 0,0 1 0,0 0 0,0 0 0,0 0 0,-1 0 0,0 1 0,-4-4 0,-1 2-14,-1 1-1,0 0 1,1 0 0,-1 1 0,0 0 0,0 0 0,-1 1 0,-19 1 0,19 0 4,0 1 0,-1 0 1,1 1-1,0 0 0,0 0 0,0 1 0,-19 8 0,5 2-12,-47 31 0,41-25-6,-4 1-681,15-5-2996,19-14-130,1-1-2309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36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208 0 4210,'0'0'760,"0"0"-154,0 0 88,-14 23 357,-87 152 344,76-129-1291,13-27-78,1 1 0,1 1 1,0 0-1,2 0 0,-6 24 0,13-44-238,0 4 507,1-3-3035,2-2 950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36.8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309 0 672,'0'0'609,"0"0"234,0 0 13,-13 21 198,1 0-711,-83 130 2142,68-115-2042,14-21-216,2 0 1,-1 1 0,2 0 0,0 1 0,1 0-1,1 1 1,-9 26 0,-24 74-266,14-46-244,24-50-33,13-28-277,-4 1 326,0-1 1,-1 0 0,0 0-1,0-1 1,0 1 0,-1-1-1,0 0 1,4-8 0,-2-2-1933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37.4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210 0 5763,'0'0'909,"0"0"-186,0 0-202,-8 22 63,3-8-465,-7 21 303,-2-2 0,-28 52 0,12-33 124,2 0 1,-27 75 0,42-99-457,10-22-3302,3-6 3197,0 0-3651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42.08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293 191 2545,'0'0'1844,"-13"21"-726,1-2-919,-82 146 2571,82-141-2467,1-1 0,1 1 0,1 1 0,1-1 1,1 2-1,1-1 0,-3 38 0,8-63-284,0 0 7,0 0-12,1 0-38,0 0-86,0 0-82,0-3 147,0 1-1,0-1 1,1 0-1,-1 0 1,0 1-1,1-1 1,0 0-1,0 1 1,0-1-1,0 1 1,0-1-1,0 1 1,1-1-1,-1 1 1,3-3-1,0-2-146,42-79-1244,122-247-3595,-157 306 5513,-4 12-69,0-1 0,0 1-1,14-20 1,-17 30-213,0 1 0,0-1 0,0 1 0,0 0 1,1 0-1,0 0 0,0 1 0,0 0 0,0-1 1,0 2-1,1-1 0,-1 1 0,9-3 0,-9 19 4033,-5 27-4680,0-36 802,0 14-252,0 0-1,1 0 1,1 0-1,0 0 1,2 0 0,0 0-1,1 0 1,1-1-1,0 0 1,2-1 0,0 1-1,21 31 1,210 263 807,-239-311-915,0-1 1,1 0-1,-1 0 1,1 1 0,-1-1-1,0 0 1,1 0 0,-1 1-1,1-1 1,-1 1-1,0-1 1,0 0 0,1 1-1,-1-1 1,0 1-1,0-1 1,1 0 0,-1 1-1,0-1 1,0 1-1,0-1 1,0 1 0,0-1-1,0 1 1,0-1-1,0 1 1,0-1 0,0 1-1,0-1 1,0 1 0,0-1-1,0 1 1,0-1-1,-1 1 1,-17 0-257,1-2 177,-184 12-378,182-10 463,0 0 0,0-2 0,0 0 0,-1-1 0,2-1 0,-1-1-1,0 0 1,-19-8 0,8 4-6,-2 1 0,1 2 0,-1 2 0,0 0 0,1 2 1,-43 4-1,69-2 4,0 0 0,0 0 1,1 0-1,-1 0 1,0 1-1,1 0 1,-1 0-1,1 0 1,0 1-1,-7 4 0,-26 12 8,36-18 11,20 1 33,-5-3 39,0-1 0,0 0 0,1-1 1,14-5-1,27-6-1279,-18 10-2531,-35 4-3774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42.61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188 1 3458,'0'0'1278,"0"0"-633,0 0-223,0 0 450,0 0 353,-12 20-241,-89 167 1297,84-155-1886,9-19-214,0 1 0,1-1 0,1 1 0,0 0 1,1 1-1,1 0 0,0-1 0,-3 28 0,6-36-505,-1 6 644,6-8-7196,3-4 2103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43.05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106 0 3506,'0'0'624,"0"0"142,0 0 399,0 0 265,0 0-418,-11 13-327,-35 41-165,41-47-342,1 0-1,0 0 0,0 0 1,0 0-1,1 1 0,0 0 1,0 0-1,1 0 1,0 0-1,1 0 0,-2 12 1,1 1 209,1-21-396,-7 66 775,10-41-3281,-2-25-3709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44.68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45 29 2513,'0'0'1035,"0"0"22,0 0 162,0 0 22,0 0-30,0 0 40,0 0-48,0 0-96,0 0-197,-1 0-787,1 1 1,-1-1-1,0 0 0,0 0 0,1 1 1,-1-1-1,0 0 0,1 1 0,-1-1 0,0 1 1,1-1-1,-1 1 0,1-1 0,-1 1 1,1-1-1,-1 1 0,1-1 0,-1 1 1,1 0-1,-1 0 0,1 45-80,31-46 458,-30-3-489,1-1 0,-1 1-1,0-1 1,-1 0-1,1 1 1,-1-1 0,1 1-1,-1-1 1,0 0 0,-1-6-1,1 9-7,0-1 0,0 0-1,0 0 1,0 0 0,0 0-1,-1 1 1,1-1-1,-1 0 1,1 0 0,-1 0-1,1 1 1,-1-1 0,0 0-1,0 1 1,0-1 0,0 1-1,0-1 1,0 1-1,0-1 1,-1 1 0,-1-2-1,0 3-114,0-1-1,0 1 0,0 0 0,0 0 0,-1 1 0,1-1 1,0 1-1,0-1 0,0 1 0,0 0 0,-3 1 0,5-1 52,0-1 0,1 1 0,-1-1 0,0 1 0,0-1 0,1 1 0,-1 0 0,0-1 0,1 1 0,-1 0 0,0 0 0,1-1 0,-1 1 0,1 0 0,0 0-1,-1 0 1,1 0 0,-1-1 0,1 1 0,0 0 0,0 0 0,0 0 0,-1 0 0,1 0 0,0 0 0,0 0 0,0 0 0,1 0 0,-1 0 0,0 0 0,0 0 0,0 0-1,1-1 1,-1 1 0,0 0 0,1 0 0,-1 0 0,1 0 0,-1-1 0,2 2 0,1-1-2904,6-1-1697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45.89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177 72 5426,'0'0'1833,"0"0"-1128,0 0-401,0 0 672,0 0 537,-4 21-574,1-2-784,-4 21 393,-22 69 0,-41 126 2089,60-190-2543,2 0 1,2 1-1,0 62 1,6-108-119,0 0-19,1-12-239,1 0-1,-2 0 1,1 1-1,-4-22 1,2-4 51,4-13-51,2 1 1,2 0 0,3 0-1,21-65 1,-16 60 322,46-195 885,-61 249-908,0 0 0,0-1 1,0 1-1,0 0 1,0-1-1,0 1 1,0 0-1,1-1 0,-1 1 1,0-1-1,0 1 1,0 0-1,1 0 0,-1-1 1,0 1-1,0 0 1,0-1-1,1 1 0,-1 0 1,0 0-1,1-1 1,-1 1-1,0 0 1,1 0-1,-1 0 0,0 0 1,1-1-1,-1 1 1,0 0-1,1 0 0,-1 0 1,1 0-1,-1 0 1,0 0-1,1 0 0,-1 0 1,0 0-1,1 0 1,-1 0-1,0 0 0,1 0 1,-1 0-1,1 1 1,-1-1-1,0 0 1,1 0-1,-1 0 0,0 0 1,1 1-1,-1-1 1,0 0-1,0 0 0,1 1 1,-1-1-1,0 0 1,0 0-1,1 1 0,-1-1 1,0 0-1,0 1 1,0-1-1,1 0 1,-1 1-1,0-1 0,0 0 1,0 1-1,0 0 1,15 27 231,-4 9 163,10 61 1,-15-63-374,1-1 0,20 55 0,-11-54-15,1-1 1,2-1-1,1-1 1,1-1-1,2 0 1,43 43 0,-60-67-51,2 1 44,0 1 1,-1 0-1,0 0 0,8 15 1,-14-23-17,0 0-1,-1 0 1,1 1 0,0-1 0,-1 0 0,1 1 0,-1-1 0,1 1 0,-1-1 0,0 1 0,0-1 0,1 1 0,-1-1-1,0 1 1,0-1 0,-1 1 0,1-1 0,0 1 0,0-1 0,-1 1 0,1-1 0,-1 1 0,1-1 0,-1 0 0,0 1 0,1-1-1,-1 0 1,0 1 0,0-1 0,0 0 0,0 0 0,0 0 0,0 0 0,0 0 0,-1 0 0,1 0 0,0 0 0,-1-1 0,1 1-1,0 0 1,-2 0 0,-3 1-70,0 0 0,0-1 0,1 1 0,-1-1 0,0-1 0,0 1 0,0-1 0,0 0 0,0 0 0,0-1 0,-10-2 0,-73-22-115,19 4 205,45 16-25,0 1 0,0 1 0,0 1-1,0 2 1,-43 3 0,63-2-18,1 0 1,-1 1-1,1-1 0,-1 1 1,1 0-1,0 0 0,0 1 1,0-1-1,0 1 0,-6 5 1,33-5-2372,-18-3 2118,-2 0-74,1 0 0,0 0 1,-1 0-1,1 0 0,-1-1 0,1 0 0,0 0 0,-1 0 0,0 0 0,1 0 0,3-3 0,11-5-3786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46.29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128 0 2449,'0'0'3004,"0"0"-1979,0 0-593,0 0 216,0 0 387,-11 21 70,-11 23-105,-31 89 1,38-92-578,-5 20 331,14-22-5034,6-39-42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46.68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46 0 5122,'0'0'1025,"0"0"-161,0 0-223,0 0 271,-22 124 304,14-97-463,6-4-273,-4-3-240,4-4-48,2-4-128,-3-2-32,3-5-32,0-3-16,-3-2-80,3 0-1200,0 0-5315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4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2945,'0'0'1641,"0"0"-1163,0 0-46,0 0 686,0 0 112,0 0-262,0 8-104,-1 107 2106,5 212 90,-4-326-3075,0 1 0,0 0 0,0-1 0,0 1 1,1-1-1,-1 1 0,0 0 0,1-1 0,-1 1 0,1-1 1,-1 1-1,1-1 0,0 1 0,-1-1 0,1 0 0,0 1 0,0-1 1,0 0-1,0 0 0,0 1 0,1-1 0,-1 0 0,0 0 1,0 0-1,1 0 0,-1-1 0,1 1 0,2 1 0,-3-2-133,0 0 1,1-1-1,-1 1 0,0 0 0,0-1 0,0 1 1,0 0-1,1-1 0,-1 0 0,0 1 0,0-1 0,0 0 1,0 1-1,0-1 0,0 0 0,-1 0 0,1 0 1,0 0-1,0 0 0,0 0 0,-1 0 0,1 0 1,-1 0-1,1 0 0,-1 0 0,1 0 0,-1-1 0,0 1 1,1 0-1,-1 0 0,0 0 0,0-1 0,0 1 1,0 0-1,0-3 0,2-8-3803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50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16,'0'0'2329,"0"0"-1611,0 0-398,0 0 694,0 0 370,5 4 764,9-1-1513,1-1 1,0 0-1,-1-2 1,1 1 0,26-4-1,8 1 45,-10 2-150,-12 1-44,0-1-1,0-1 1,0-2 0,27-5-1,-50 7-442,-3 1-184,-35 8-1192,2 1-4810,32-9 1106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53.90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115 204 2337,'0'0'795,"-10"21"-3,-8 20 566,1 1 0,-20 80 0,24-54-94,-6 108-1,20-198-1603,0 0 0,2 0 0,1 0 0,1 0 0,0 1 0,15-35 0,66-119-1820,-57 122 2137,36-92 0,-63 138 262,-1 0 0,0 0 1,0 0-1,-1 1 0,1-1 0,-2-7 1,0 8 196,1 1 1,0-1-1,0 1 0,1-1 1,-1 1-1,1-1 0,0 1 1,4-9-1,5 35-89,7 43 373,70 209 1796,-63-215-2425,3-1 0,2-2-1,3-1 1,2-1 0,74 87 0,-66-87-51,-41-51-8,-1-1 45,-6-2 214,-3-1-290,-1-1 1,1 0-1,0 0 1,0-1-1,1-1 1,-1 1-1,-14-12 1,-36-16-20,39 25 9,0 1 0,0 1-1,0 1 1,-1 1 0,-22 0-1,-108 4-1,65 1-7,-2 0-177,87-2 83,1 0-211,0 0-498,0 0-174,0 0 309,0 0-990,0 0-2299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54.36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147 1 4450,'0'0'827,"0"0"-40,-8 26-43,-59 194 2290,37-142-2160,21-57-788,0 0 0,1 1 1,-7 36-1,14-54-434,1-3-1130,1-9-1026,-1-3-369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54.74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149 0 4754,'0'0'347,"0"0"32,0 0 21,-7 20 211,2-6-501,-57 140 1325,25-102-1055,31-45-534,0 0-1,1 0 0,0 0 1,0 1-1,-5 11 1,10-18-1530,0-1-1400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55.14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57 0 4594,'0'0'2689,"0"0"-2064,0 0-385,0 0 624,0 0 401,-40 131-257,34-100-400,1-4-143,2-6-129,1-7-64,2-4-16,0-5-144,0-3-112,0-2 0,0 0-80,0 0-864,0-7-2418,0-7-4225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3:5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4066,'0'0'1587,"0"0"-960,0 0 24,0 0 294,0 0-52,0 0-271,11-5-246,33-18 24,-38 21-183,0 0 0,0 1 0,0-1 0,0 1 0,0 1 0,0-1 0,0 1 0,0 0 0,1 0 0,-1 1-1,0-1 1,7 3 0,-12-2-211,0 0-1,0-1 0,0 1 0,0 0 0,-1 0 1,1 0-1,0 0 0,0 0 0,-1 0 1,1 0-1,-1 1 0,1-1 0,-1 0 0,1 0 1,-1 0-1,0 1 0,1-1 0,-1 0 1,0 0-1,0 1 0,0-1 0,0 0 0,0 2 1,-1 40 115,1-31-80,0-6-30,1 0-1,-1 0 1,0 0-1,0 0 0,-1 0 1,0 0-1,0-1 1,0 1-1,0 0 1,-1 0-1,0-1 0,-1 1 1,1-1-1,-1 1 1,0-1-1,0 0 1,-1 0-1,1 0 0,-1-1 1,-9 9-1,9-11-492,4-2 472,-1 0 1,1 0-1,-1 0 1,1 0-1,0 1 0,-1-1 1,1 0-1,0 0 0,0 0 1,-1 0-1,1 0 0,0 1 1,-1-1-1,1 0 1,0 0-1,0 0 0,-1 1 1,1-1-1,0 0 0,0 0 1,-1 1-1,1-1 0,0 0 1,0 1-1,0-1 1,0 0-1,0 1 0,-1-1 1,1 0-1,0 1 0,0-1 1,0 0-1,0 1 0,0-1 1,0 0-1,0 1 1,0-1-1,0 0 0,0 1 1,0-1-1,0 0 0,1 1 1,-1-1-1,0 0 0,0 1 1,0-1-1,0 0 0,0 1 1,1-1-1,-1 0 1,0 0-1,0 1 0,1-1 1,-1 0-1,1 1 0,1 1 13,1 0 0,0 0 0,-1 0 0,1 0 0,0-1 0,0 1 0,0-1 0,1 0 0,-1 0 0,0 0 0,0 0 0,1-1 0,-1 1 0,5-1 0,55 1 247,-40-2-134,7 0-35,-21 0-75,1 1 0,-1 0-1,0 0 1,0 0 0,1 2 0,-1-1-1,0 1 1,0 0 0,0 1 0,9 4-1,-13-5 10,0 0 0,-1 0-1,1-1 1,0 1 0,0-1-1,0 0 1,0 0 0,5 0-1,-8-1-7,0 0 0,0 0 0,0 0 0,0 0 0,0 0 0,0 0 0,0-1 0,0 1 0,0-1-1,-1 1 1,1-1 0,0 0 0,0 0 0,-1 0 0,1 0 0,0 0 0,-1 0 0,1 0 0,-1 0-1,1-1 1,-1 1 0,2-3 0,4-6-150,-5 6-36,1 1 0,-1-1 0,1 0 0,-1 0 0,0 0 0,0-1-1,-1 1 1,1 0 0,-1-1 0,1-6 0,-2 8-4303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0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51 2545,'0'0'2540,"0"0"-1326,0 0-355,0 0 291,0 0 168,0 0-374,0 0-368,0 0-239,0-8-81,0-34 413,0 42-375,0 0-19,0 0-59,0 0 42,0 0-23,0 0-19,0 0-45,-2 0-145,1 0 0,-1 0 0,0 0 0,1 0 0,-1 1 0,1-1 0,-1 0-1,0 1 1,1 0 0,-1-1 0,1 1 0,-1 0 0,-1 1 0,-10 10-4,0 0 0,1 1 0,0 0 0,1 1 0,1 0 0,0 0 0,1 1 0,-9 22 0,-5 13 92,-21 71 1,29-66-66,3 1 1,1 1-1,3-1 1,3 1 0,2 1-1,8 95 1,-2-130-12,0 0 0,2 0 1,1 0-1,0 0 0,2-1 1,1 0-1,0-1 0,17 27 1,-17-32 29,1 0 1,1 0-1,1-1 1,0 0 0,1-1-1,1-1 1,0 0-1,0 0 1,2-2-1,26 17 1,-30-22 63,-10-6-30,0 1 1,0-1 0,0 1 0,0 0 0,-1 0 0,1 0-1,0 0 1,0 0 0,-1 1 0,1-1 0,-1 0-1,1 1 1,-1-1 0,0 1 0,3 2 0,-4-36-6888,0 26 1679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09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0 327 560,'0'0'3490,"0"0"-2055,0 0-493,0 0 72,0 0-326,3-4-221,53-89 1274,26-47-390,-71 115-1177,-9 18-151,1 0 0,0 0 1,0 1-1,1 0 0,0-1 1,0 1-1,7-8 0,-11 14-22,1-1 1,-1 1-1,0 0 0,1-1 0,-1 1 0,0 0 1,1 0-1,-1-1 0,0 1 0,1 0 0,-1 0 1,1-1-1,-1 1 0,1 0 0,-1 0 1,0 0-1,1 0 0,-1 0 0,1 0 0,-1 0 1,1 0-1,-1 0 0,1 0 0,-1 0 0,1 0 1,-1 0-1,1 0 0,-1 0 0,0 0 0,1 0 1,-1 0-1,1 1 0,-1-1 0,0 0 0,1 0 1,-1 1-1,1-1 0,-1 0 0,0 1 1,1-1-1,-1 0 0,0 1 0,1-1 0,-1 0 1,0 1-1,0-1 0,0 1 0,1-1 0,-1 0 1,0 1-1,0-1 0,0 1 0,0-1 0,0 1 1,0-1-1,0 1 0,1 0 0,3 26 195,-4-26-192,1 71 961,-3-1 1,-17 113 0,13-128-552,3 79 0,3-106-386,0-28-12,0-1 16,0 0 62,0-7-300,8-29-4692,-6 29-704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1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3858,'0'0'2782,"0"0"-1720,0 0-491,0 0 424,0 0 150,0 0-350,0 0-232,0 0-123,0 0 13,0 0-47,0 0-54,0 0-53,0 0-64,0 0-49,0 0-95,22 0 67,328 7 204,-361-7-2595,11 0-1435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16.12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284 15 8900,'0'0'1734,"0"0"-581,0 0 87,0 0 270,0 0-539,4-9-336,-1 4-655,-2 7 206,-2 11-18,0 1 0,-1-1 0,-1 0 0,0 0 0,-1 0 0,0 0 1,-1-1-1,-10 19 0,-65 101 223,32-58-270,5-7-93,-29 54-411,64-106-207,5-12-6400,3-3 1729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16.55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6451,'0'0'1393,"0"0"-782,0 0-126,0 0 566,0 0 369,14 13-495,1 0-672,-1 2-1,0-1 0,-1 2 1,0 0-1,-1 0 0,12 24 0,4 12 410,-17-32-479,0 0 1,-2 0 0,0 1-1,8 28 1,-15-36-185,0-4-10,0 1 0,1 0 0,-1-1 0,2 0-1,0 1 1,0-1 0,0-1 0,11 16-1,-14-23-76,-1 0 0,1-1 0,0 1 0,0-1-1,-1 1 1,1-1 0,0 1 0,0-1-1,0 0 1,0 1 0,0-1 0,0 0-1,-1 0 1,1 0 0,0 0 0,0 0-1,0 0 1,0 0 0,0 0 0,1 0-1,3 0-2203,-5 0-1716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17.21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23 4418,'0'0'744,"0"0"-221,0 0 0,0 0 208,0 0 120,18-4-96,56-13-192,-73 16-498,0 1 0,0 0 0,0 0 0,1 0 0,-1 0 0,0 0 0,0 0 0,0 0 0,1 0 0,-1 0 0,0 1 1,0-1-1,0 0 0,0 1 0,0-1 0,1 1 0,-1 0 0,0-1 0,0 1 0,0 0 0,0-1 0,-1 1 0,1 0 0,0 0 0,0 0 0,0 0 0,-1 0 0,1 0 0,0 0 0,-1 0 0,1 0 0,-1 0 0,1 0 0,-1 0 0,0 1 0,1-1 0,-1 0 0,0 0 0,0 0 0,0 0 0,0 1 0,0-1 0,0 0 0,0 0 0,0 0 0,-1 2 0,1 6 55,-1-1 0,0 0 0,-1 1-1,-3 13 1,-13 16 187,15-33-286,0 1 0,0-1 0,0 1 0,1 0 0,0-1 0,0 1 0,0 0 0,1 0 0,-1 1 0,2-1 0,-1 0 0,1 0 0,0 0 0,0 8 0,1-12-15,1-1 1,-1 0-1,0 0 1,0 0-1,1 0 1,-1 0 0,0 0-1,1-1 1,-1 1-1,1 0 1,-1-1-1,1 1 1,-1-1-1,1 1 1,-1-1-1,1 0 1,0 0-1,-1 0 1,4 0-1,36 2 94,-38-2-87,22 1 69,-19 0-38,0 0 0,0-1 0,0 0 0,0 0 0,0 0 0,0 0 0,0-1 0,0 0 0,0 0 0,-1-1 0,1 0 0,0 0 0,6-3 1,-11 4 5,-1 1-2,0 0-144,0 0-429,0 0-262,0 0-689,0 0-2622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21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2465,'0'0'5931,"0"0"-3671,0 0-1553,0 0-19,0 0-59,-3 0 212,6 0-540,143 0 1228,-144 3-1514,-1 0 0,0 0 0,0 0 0,0 1 0,-1-1 0,1 0 1,-1 0-1,0 1 0,1-1 0,-2 0 0,1 1 0,-1 4 0,1 0 45,-1 0-12,1 1 0,-1-1-1,-1 1 1,1-1 0,-1 0-1,-1 0 1,0 1 0,0-2-1,0 1 1,-1 0 0,0-1-1,-1 1 1,0-1 0,0-1-1,-12 13 1,-33 49 128,50-67-174,0-1 0,0 1 0,0-1 0,0 1 0,0-1 0,0 1 0,0-1 0,0 1 0,0 0-1,0-1 1,0 1 0,1-1 0,-1 1 0,0-1 0,0 1 0,1-1 0,-1 1 0,0-1 0,0 1 0,1-1 0,-1 1 0,0-1-1,1 0 1,-1 1 0,1-1 0,-1 0 0,1 1 0,-1-1 0,1 0 0,-1 1 0,1-1 0,-1 0 0,1 0 0,-1 0 0,1 1-1,-1-1 1,1 0 0,-1 0 0,1 0 0,-1 0 0,1 0 0,0 0 0,-1 0 0,1 0 0,0 0 0,31 3 220,-30-3-183,132 0 945,-131 1-1095,0-1 0,0 1 0,0 0 0,0 0 0,0 1 0,0-1 0,0 1-1,5 2 1,20 9-4790,-17-10-1507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20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 3586,'0'0'1424,"0"0"-711,0 0-113,0 0 363,0 0-21,0 0-313,0 0-563,0 0-1,0-1 0,0 1 1,-1 0-1,1 0 0,0-1 1,0 1-1,0 0 0,-1 0 0,1 0 1,0-1-1,0 1 0,0 0 1,-1 0-1,1 0 0,0 0 1,0-1-1,-1 1 0,1 0 0,0 0 1,0 0-1,-1 0 0,1 0 1,0 0-1,-1 0 0,1 0 1,0 0-1,0 0 0,-1 0 0,1 0 1,0 0-1,-1 0 0,1 0 1,0 0-1,0 0 0,-1 0 1,1 1-1,0-1 0,0 0 0,-1 0 1,1 0-1,0 0 0,-1 1 1,1 8 55,1 1 1,-1 0-1,2-1 1,-1 1 0,1-1-1,1 0 1,0 0-1,0 1 1,0-2-1,1 1 1,1 0 0,-1-1-1,9 10 1,11 21 31,-1 0 1,-2 2-1,-1 0 0,-3 2 1,-1-1-1,-2 2 1,-3 0-1,-1 1 0,-2 0 1,-2 0-1,1 67 1,-7-77-102,1 3 59,-2-1 0,-8 55 0,7-81-88,-1 0 1,0 0-1,0 0 1,-1-1-1,0 1 1,-1-1-1,-1 0 1,1 0 0,-1-1-1,-1 1 1,0-1-1,-12 12 1,16-18-7,0 0 0,-1 0 1,1-1-1,-1 1 0,0-1 1,0 0-1,1 0 0,-1 0 1,-1 0-1,1-1 0,0 0 1,0 1-1,0-2 0,-1 1 1,-7 0-1,11-2-211,0-1 0,0 0 1,1 1-1,-1-1 0,1 0 0,0 1 0,-1-1 0,1 0 0,0 1 1,0-1-1,0 0 0,0 0 0,0 1 0,1-3 0,-1 0-889,0-15-4637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21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79 5042,'0'0'2703,"0"0"-1388,0 0-176,0 0 206,0 0-86,0-1-1082,-1 0 1,1 0-1,0 0 0,0 1 1,0-1-1,0 0 0,0 0 0,0 0 1,0 0-1,0 0 0,0 0 1,1 0-1,-1 0 0,0 0 0,0 1 1,1-1-1,-1 0 0,1 0 1,0-1-1,180-34 582,-77 13-587,-77 22-665,-27 6-1548,-14 2-1252,-3-2-4126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2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6979,'0'0'2244,"0"0"-1033,0 0-573,0 0-70,0 0 123,4 1-51,25 3-87,0-1 1,0-2-1,52-3 0,0 0-157,-94 4-4475,10-2-1419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29.9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1 313 5074,'0'0'1721,"0"0"-816,0 0-142,0 0 421,0 0-170,0 0-409,4-2-218,7-4-192,0-1 1,0-1-1,0 0 0,-1 0 0,0-1 0,16-19 0,49-72 195,-52 67-367,36-42-1,-47 61-248,2-1 1252,-13 16-992,-1 0 0,1-1 1,-1 1-1,1 0 0,-1-1 1,0 1-1,1 0 0,-1 0 1,0-1-1,0 1 0,1 0 1,-1 0-1,0-1 0,0 1 1,0 0-1,0 0 0,0 0 0,0-1 1,0 1-1,0 0 0,0 0 1,-1 0-1,1-1 0,0 1 1,0 0-1,-1 1 0,-11 68 640,6-40-534,-4 54-1,8-44-100,2 0 1,2 0-1,1-1 1,15 66-1,-14-86 444,0 0 0,-2 1 0,1 35 0,-3-55-395,0 0-59,0 0-10,9-22-3818,3 3 277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31.3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1 304 4690,'0'0'1500,"0"0"-521,0 0 37,0 0 395,0 0-314,0 0-443,2-5-217,28-43 456,64-76 1,-17 25-912,-71 87 8,3-3-8,-6 14 50,-1 9 52,-23 285 793,-1 8 722,21-299-1058,-1-6-1520,0-9-2654,2-1-2666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35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4722,'0'0'1459,"0"0"-661,0 0 75,0 0 450,0 0-235,10 0 3432,41-2-4536,-19 0 62,-24 1-44,1 0 0,0 1 1,0 0-1,0 0 0,0 1 0,14 3 0,-22-2-8,1 0-1,-1 0 0,0 0 1,0 0-1,0 0 1,0 0-1,-1 0 1,1 0-1,-1 0 0,1 1 1,-1-1-1,0 0 1,1 0-1,-1 1 0,0-1 1,-1 0-1,1 0 1,0 1-1,-1 2 1,0 4 14,0 0 19,-1 0 0,0 0-1,0 0 1,-1 0 0,-1 0-1,1-1 1,-1 0-1,-1 1 1,1-2 0,-1 1-1,-1 0 1,0-1 0,-10 11-1,5-6 22,1 1-1,-16 29 0,20-32 74,7-15 213,0-11-255,-1 15-76,0-1 1,0 0-1,0 1 0,0-1 1,0 0-1,0 1 1,0-1-1,0 1 0,1-1 1,-1 0-1,1 1 1,-1-1-1,1 1 0,-1-1 1,1 1-1,0 0 0,0-1 1,0 1-1,0 0 1,2-3-1,-2 4-9,0 0-1,0-1 1,0 1 0,0 0 0,0 0-1,1 0 1,-1 0 0,0 0-1,0 0 1,0 0 0,0 1-1,0-1 1,0 0 0,0 0 0,0 1-1,0-1 1,0 1 0,0-1-1,0 1 1,0-1 0,0 1 0,1 0-1,8 8-37,0-1-1,0 1 0,14 17 1,-21-23 72,2 3-23,0 0-1,1 0 1,0-1 0,0 0 0,0 0 0,1-1 0,-1 0-1,1 0 1,0 0 0,1-1 0,-1 0 0,12 3-1,1-3 7,1 0-1,-1-1 0,33-2 1,-41 0-142,-9 1 154,-1-1 0,0 0 0,1 0 0,-1 0 0,1 0 0,-1-1 0,1 1 0,-1-1 0,0 1 0,4-2-1,-5 0-205,0 1 0,1 0-1,-1 0 1,0-1-1,-1 1 1,1-1-1,0 1 1,0-1 0,0 1-1,-1-1 1,1 1-1,-1-1 1,1 0-1,-1 1 1,0-1 0,0 0-1,0-3 1,3-6-3467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3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3458,'0'0'381,"0"0"150,0 0 646,0 0 162,0 0-133,0 0-163,21 0-75,371 0 3883,-391 0-4798,-1 0-13,0 0-24,0 0-123,0 0-410,0 0-777,1 0-1219,6 0-3077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3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67 2545,'0'0'4445,"0"0"-2906,0 0-880,0 0 312,0 0 11,0 0-320,-5-3-265,4 3-369,1-1 0,-1 1 0,0-1 0,0 1-1,1 0 1,-1-1 0,0 1 0,1-1 0,-1 0-1,0 1 1,1-1 0,-1 1 0,1-1 0,-1 0 0,1 0-1,-1 1 1,1-1 0,0 0 0,-1 0 0,1 1 0,0-1-1,-1 0 1,1 0 0,0 0 0,0 0 0,0 1-1,0-1 1,0 0 0,0 0 0,0 0 0,0 0 0,0 0-1,0 1 1,1-1 0,-1 0 0,0 0 0,0 0 0,1 1-1,-1-1 1,2-1 0,1-1 26,0 0 0,1 0 0,0 0 0,0 1 0,0-1 0,0 1 0,0 0 0,0 0 0,5-1 0,-7 2-45,0 0 1,-1 0-1,1 0 1,0 1-1,0-1 1,0 0-1,0 1 1,1-1-1,-1 1 0,0 0 1,0 0-1,0 0 1,0 0-1,0 0 1,0 0-1,0 1 1,0-1-1,1 0 0,-1 1 1,0 0-1,0 0 1,-1-1-1,1 1 1,0 0-1,0 1 1,0-1-1,-1 0 0,1 0 1,0 1-1,-1-1 1,1 1-1,-1-1 1,0 1-1,1 0 1,-1-1-1,0 1 0,0 0 1,0 0-1,0 0 1,-1 0-1,1 0 1,0 0-1,0 3 1,2 11 48,-1 0 1,0 1-1,-2-1 0,-1 29 1,0-18-15,1-2-20,-2 0 1,0 0-1,-2 0 0,-1 0 0,-12 36 0,15-52-39,-1 0 0,-1 0 1,1-1-1,-2 0 0,1 0 0,-1 0 0,0 0 1,-1-1-1,1 1 0,-2-1 0,1-1 1,-1 1-1,0-1 0,0-1 0,0 1 1,-1-1-1,0 0 0,-11 4 0,11-7-74,-1 0 0,0 0 0,0-1-1,0 0 1,-17-1 0,19 0 101,7-1-42,-1 0 0,1 0 0,-1 0 0,1 0 0,0 0 0,-1 0 0,1 0 0,0 0 1,0 0-1,0 0 0,-1 0 0,1 0 0,0 0 0,1 0 0,-1 0 0,0 0 0,0 0 0,0 0 0,1 0 0,-1 0 0,0 0 0,1 0 0,-1 0 0,1-1 0,6-1 38,-1 0 1,0 1 0,1 0-1,0 0 1,-1 1-1,1-1 1,0 2 0,0-1-1,0 1 1,0 0 0,-1 0-1,1 1 1,0 0-1,8 2 1,-4 0 40,0 0 0,0 1 1,-1 0-1,1 1 0,-1 0 0,0 1 0,16 12 1,-24-16-43,0-1 0,0 1 0,1-1 1,-1 0-1,0 0 0,0 0 0,1 0 1,-1-1-1,1 1 0,-1 0 0,1-1 1,2 0-1,11 1-2553,-14-1-4748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3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24 9396,'0'0'1361,"0"0"-860,0 0-266,0 0 139,0 0-89,0 54 1265,3-40-612,5-14-232,5-20-413,-10-31-241,-3 36-21,-1 14-23,1 1 0,-1-1 1,0 1-1,1-1 0,-1 1 1,1 0-1,-1-1 0,0 1 0,1 0 1,-1-1-1,0 1 0,1 0 1,-1 0-1,0 0 0,1 0 0,-1 0 1,0 0-1,0 0 0,1 0 0,-1 0 1,0 0-1,1 0 0,-1 0 1,0 0-1,1 1 0,-1-1 0,0 0 1,-1 1-1,1-1-9,-1 1 0,1-1 0,-1 1 0,1-1 0,-1 1 0,1-1 0,-1 1 0,1 0 0,-1 0 0,1-1 0,0 1 0,0 0 0,-1 0 0,1 1 0,-1 0 0,0 7-26,0 1-1,1-1 1,0 0 0,0 1-1,1-1 1,1 1 0,1 13-1,0-22 29,0 0-1,0 0 0,0 0 1,0-1-1,0 1 0,0 0 1,1-1-1,-1 1 0,0-1 1,0 0-1,0 0 0,1 0 1,-1 0-1,0 0 1,0 0-1,4-1 0,1 0 45,-6-37 70,-1 34-131,0 0 24,0 1 1,0 0-1,0 0 1,0 0-1,0-1 0,-1 1 1,1 0-1,-1 0 1,0 0-1,-2-6 0,2 8-2,-1 0-1,0 0 1,1 0-1,-1 0 1,0 0-1,0 0 1,0 0-1,1 1 1,-1-1-1,0 0 1,0 1-1,0 0 1,0-1 0,0 1-1,0 0 1,0 0-1,0 0 1,-4 1-1,4-1-6,1 0 0,-1-1 0,0 1 0,1 0 0,-1 0 0,0 1 0,1-1 0,-1 0 0,1 0 0,-1 1 0,0-1-1,1 1 1,-1 0 0,1-1 0,-1 1 0,1 0 0,-1 0 0,1 0 0,0 0 0,0 0 0,-3 2 0,3 0-75,0 0 0,0 0 1,1 0-1,-1 1 0,1-1 0,-1 0 0,1 0 0,0 1 1,1 4-1,-1 2-277,5-9-2782,-2-1-1419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41.63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68 6163,'0'0'741,"0"0"-383,0 0 109,0 0 179,0 0-153,5-5 3318,7-2-3524,-12 6-261,1 1 1,0 0-1,-1 0 1,1 0-1,-1 0 0,1-1 1,-1 1-1,1 0 1,-1-1-1,1 1 1,-1 0-1,1-1 0,-1 1 1,0-1-1,1 1 1,-1 0-1,0-1 1,1 1-1,-1-1 0,0 1 1,1-1-1,-1 1 1,0-1-1,0 0 0,0 1 1,1-1-1,-1 1 1,0-1-1,0 1 1,0-1-1,0 0 0,0 0 1,0-27 303,-1 16-1687,1 12-764,-3 0-2262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42.28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343 0 4002,'0'0'731,"0"0"-536,0 0-70,0 0 507,0 0 836,-4 14-268,-4 13-508,-1 0-1,-1 0 1,-2-1-1,-28 47 1,-130 183 466,130-209-1268,30-37-1072,1 0 0,0 1 0,-12 18 1,21-27-1095,0-2-651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42.73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5122,'0'0'1446,"0"0"310,0 0 362,0 0-1141,6 23-441,-3-10-417,5 24 420,0 1 0,2 57 1,-9-57-39,-2-22-329,1 0 0,1 0-1,0 0 1,1 0 0,1-1 0,1 1-1,9 27 1,-12-42-167,0 1 0,0-1 0,0 0 0,0 1 0,0-1-1,0 0 1,0 0 0,1 0 0,-1 0 0,1 0 0,-1 0 0,1 0 0,-1 0 0,1-1-1,-1 1 1,1 0 0,-1-1 0,1 0 0,0 1 0,-1-1 0,3 0 0,40 0-2577,-25-1-1284,-13 1 100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43.47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30 2273,'0'0'3055,"0"0"-1911,0 0-333,0 0 230,0 0-198,3-3-334,0 0-415,0 1 0,0-1-1,0 1 1,1 0-1,-1 0 1,1 0-1,-1 1 1,1-1 0,0 1-1,0 0 1,0 0-1,0 0 1,0 0-1,0 1 1,7-1 0,5 0 273,0 1 0,0 0 1,17 3-1,-32-2-337,0 0 0,0-1-1,0 1 1,0 0 0,0 0 0,0-1 0,0 1-1,0 0 1,-1 0 0,1 0 0,0 0-1,-1 0 1,1 0 0,-1 0 0,1 0 0,-1 0-1,1 0 1,-1 1 0,0-1 0,1 0-1,-1 0 1,0 0 0,0 1 0,0-1 0,0 0-1,0 2 1,-1 44 487,0-32-507,0 15 10,-1-22-18,2 1 0,-1-1 0,1 1 1,0-1-1,1 0 0,0 1 0,2 9 1,-2-17-2,0 0 1,0 0-1,0 0 1,0 0-1,1-1 1,-1 1-1,0 0 1,0-1-1,0 1 1,1 0-1,-1-1 1,0 1 0,1-1-1,-1 0 1,0 0-1,1 1 1,-1-1-1,1 0 1,2 0-1,35-1 113,-26 1-47,86 0 354,-98 0-672,-1 0-1213,0 0-2901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44.34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369 39 6211,'0'0'1566,"0"0"-491,0 0 6,0 0-1,0 0-320,1-6-394,4-26 13,-31 49 40,-14 25-172,1 1 1,3 2 0,-35 54 0,-7 10-98,65-93-207,1 0-1,0 1 1,2 1-1,-1 0 1,2 0-1,-8 23 1,17-40-87,0 2-766,-1-2-5587,1-1 916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44.79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4034,'0'0'1110,"0"0"-385,0 0 156,0 0 437,0 0 144,5 23-318,50 155 822,-36-128-1251,-8-17-421,1-1 0,2 0 0,1-1 0,26 40 0,-22-49-236,-18-22-133,-1 0 0,0 0-1,1 0 1,-1 1-1,0-1 1,1 0-1,-1 0 1,0 0 0,1 0-1,-1 0 1,0 0-1,1 1 1,-1-1-1,1 0 1,-1 0 0,0 0-1,1 0 1,-1 0-1,1-1 1,-1 1 0,0 0-1,1 0 1,-1 0-1,0 0 1,1 0-1,-1 0 1,0-1 0,1 1-1,-1 0 1,0 0-1,1 0 1,-1-1 0,0 1-1,1 0 1,-1-1-1,0 1 1,0 0-1,1-1 1,-1 1 0,0 0-1,0-1 1,0 1-1,0 0 1,0-1-1,1 1 1,-1 0 0,0-1-1,0 1 1,0-1-1,0 1 1,0 0 0,0-1-1,0 1 1,0 0-1,0-1 1,0 1-1,0-1 1,-1 1 0,1 0-1,0-1 1,0 0-1,2-13-5745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45.55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10 1 3217,'0'0'2241,"0"0"-1315,0 0-349,0 0 388,0 0-31,-9 0 1779,26 0-2562,-14-1-114,0 1 0,1 0 0,-1 0 0,0 0 0,0 1 0,0-1 0,0 1-1,1-1 1,2 2 0,-5-1-16,0 0 0,0 0-1,1 0 1,-1 0 0,0 0-1,0 1 1,0-1 0,-1 0-1,1 0 1,0 1 0,0-1-1,-1 1 1,1-1 0,-1 1-1,1-1 1,-1 1-1,1-1 1,-1 1 0,0-1-1,0 1 1,0-1 0,0 3-1,2 6 65,-1 1 0,-1-1-1,1 1 1,-2-1 0,1 1-1,-1-1 1,-1 1 0,0-1-1,-1 0 1,-4 14 0,6-24-88,1 1 1,0-1-1,0 0 1,-1 1 0,1-1-1,0 0 1,0 1 0,0-1-1,0 0 1,-1 1-1,1-1 1,0 1 0,0-1-1,0 0 1,0 1 0,0-1-1,0 0 1,0 1-1,0-1 1,0 1 0,0-1-1,0 0 1,0 1 0,0-1-1,1 1 1,-1-1 0,0 0-1,0 1 1,0-1-1,0 0 1,1 1 0,-1-1-1,0 0 1,0 0 0,1 1-1,-1-1 1,0 0-1,1 1 1,-1-1 0,0 0-1,1 0 1,-1 0 0,0 1-1,1-1 1,-1 0-1,0 0 1,1 0 0,-1 0-1,0 0 1,1 0 0,0 0-1,21 1 90,-19-2-80,114 1 269,-98 0-3857,-20 0-517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49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4 256,'0'0'5549,"0"0"-3148,0 0-1203,0 0-24,0 0-40,0 0-1062,0 0 0,-1 1 0,1-1 0,0 0 0,0 0 0,0 0 0,0 0 0,0 0 0,-1 0 0,1 0 0,0 0 0,0 0 0,0 0 0,0 0 1,0 1-1,-1-1 0,1 0 0,0 0 0,0 0 0,0 0 0,0 0 0,-1 0 0,1 0 0,0 0 0,0-1 0,0 1 0,0 0 0,0 0 0,-1 0 0,1 0 0,0 0 0,0 0 0,0 0 0,0 0 0,0 0 0,-1 0 0,1 0 0,0-1 0,0 1 0,0 0 0,0 0 0,0 0 0,0 0 0,0 0 1,0-1-1,-1 1 0,1 0 0,0 0 0,0 0 0,0 0 0,0 0 0,0-1 0,0 1 0,0 0 0,0 0 0,0 0 0,0 0 0,0-1 0,0 1 0,0 0 0,0 0 0,0 0 0,0 0 0,1-1 0,-20 17-56,1 0 0,1 1-1,0 1 1,1 0 0,1 1-1,-12 22 1,-71 134 144,89-155-115,2 0 0,0 1 0,1 0 0,1 0 0,1 1 0,-3 34 0,5-4 144,7 84 0,-3-125-146,0 0 0,1 1-1,0-1 1,1 0 0,0-1 0,1 1-1,0-1 1,0 0 0,1 0 0,1 0-1,-1-1 1,2 0 0,-1 0-1,1-1 1,1 0 0,17 13 0,-14-12-39,0 0 1,1-1 0,0-1-1,0 0 1,1-1 0,0 0-1,0-1 1,0 0 0,1-1-1,-1-1 1,1-1 0,24 2-1,-36-5-178,0 1-1,0-1 1,0 1 0,0-1-1,0 0 1,0-1-1,0 1 1,0 0-1,0-1 1,0 0-1,-1 1 1,1-1 0,-1 0-1,0 0 1,1-1-1,-1 1 1,0 0-1,0-1 1,0 0-1,0 1 1,-1-1 0,3-4-1,8-10-3552,-2 6-3877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50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40 704,'0'0'368,"0"0"-109,0 0 526,0 0 151,0 0 6,0-6 80,0-18 23,-1 23-877,1 1-1,0-1 1,-1 0 0,1 1-1,-1-1 1,1 1-1,-1-1 1,1 1-1,-1-1 1,1 1-1,-1 0 1,1-1-1,-1 1 1,0 0-1,1-1 1,-1 1-1,0 0 1,1-1-1,-1 1 1,0 0-1,1 0 1,-1 0-1,0 0 1,1 0-1,-1 0 1,0 0-1,1 0 1,-2 0-1,1 0 733,1 18-891,0 4 12,0 1-1,5 26 1,-3-40-12,0 0-1,1 0 1,0 0 0,0 0-1,1-1 1,0 1 0,0-1-1,9 12 1,37 43 42,-28-37 30,32 51 0,-48-68-75,-1 1 1,0 0-1,-1 0 1,0 0-1,-1 0 1,0 1-1,0 0 1,-1-1-1,1 19 1,-1 8 94,-2-1 1,-2 1 0,0 0 0,-3-1-1,-1 1 1,-15 47 0,16-68 7,0 0 0,-1-1 0,-1 0 0,-1 0 0,0-1 0,-13 19 0,16-28-201,1-1-1,-1 1 1,1-1-1,-1 0 1,-1 0-1,1 0 0,-11 5 1,9-6-434,1-1 0,-1 1 1,1-2-1,-1 1 0,0-1 0,0 1 1,0-2-1,-9 1 0,15-1-5450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5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46 544,'0'0'1137,"0"0"-334,0 0 211,0 0 410,0 0-116,0 0-63,-4 0-55,-10-1 4362,15-3-2354,32-7-1632,53-9-2173,-59 16 581,0 1 0,39 0 0,-65 4 15,-1-1 0,1 0 0,-1 0 0,1 0-1,0 0 1,-1 1 0,1-1 0,-1 0 0,1 1-1,0-1 1,-1 0 0,1 1 0,-1-1 0,1 1-1,-1-1 1,1 1 0,-1-1 0,0 1 0,1-1 0,-1 1-1,1-1 1,-1 1 0,0-1 0,0 1 0,1 0-1,-1-1 1,0 1 0,0 0 0,0 0 0,3 30-141,-4-23 149,1 1 1,-2 0 0,1-1 0,-6 16-1,-1-10 43,-1-1-1,0 0 0,-1 0 0,-1-1 1,0 0-1,0-1 0,-25 19 0,2-2 114,92-27 280,-6-13-247,-43 9-366,0 0-1,1 1 1,0 0-1,0 1 1,10-1-1,-7 9-5235,-5-7 43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53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73 4466,'0'0'1075,"0"0"-365,0 0 317,0 0 563,0 0-211,0 0-506,-1-11-345,-1-36 27,-2 33 1554,0 21-902,-12 128 542,3 172 0,13-306-1760,0-27-2990,0-1-1735,0 18-354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53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5795,'0'0'645,"0"0"-178,0 0 427,0 0 136,0 0-262,8 0-93,243-15 4599,-155 13-5097,-96 2-159,-5 2-6447,0-2 1085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5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5843,'0'0'2246,"0"0"-1168,0 0-574,0 0 307,0 0 102,0 0-244,0 0-594,0 0 0,0 0 0,0 0 0,0 1 0,1-1 0,-1 0 0,0 0-1,0 0 1,0 0 0,0 0 0,0 0 0,1 0 0,-1 0 0,0 0 0,0 0 0,0 0 0,0 0 0,1 0 0,-1 0-1,0 0 1,0 0 0,0 0 0,0 0 0,0 0 0,1 0 0,-1-1 0,0 1 0,0 0 0,0 0 0,0 0-1,0 0 1,0 0 0,1 0 0,-1 0 0,0 0 0,0-1 0,0 1 0,0 0 0,0 0 0,0 0 0,0 0 0,0 0-1,0-1 1,0 1 0,0 0 0,1 0 0,-1 0 0,0 0 0,0 0 0,0-1 0,0 1 0,0 0 0,0 0-1,0 0 1,0 0 0,-1-1 0,1 1 0,0 0 0,0 0 0,0 0 0,0 0 0,0-1 0,270-1 1296,-269 2-1507,-1 0-195,0 0-576,0 0-835,-1 0-670,-4 0-1155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4:5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5811,'0'0'1056,"0"0"102,0 0 328,0 0-272,0 0-376,19 1-238,283 3 2839,-284 4-3380,2 0-953,-5-14-2492,-6-7-4009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00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1 363 6627,'0'0'1235,"0"0"-120,0 0 433,0 0-14,0 0-526,0 0-463,8 0-95,-4-1-391,0 1 0,-1 0-1,1-1 1,0 1 0,-1-1-1,1 0 1,-1-1 0,1 1-1,-1 0 1,0-1 0,0 0-1,1 0 1,-1 0 0,3-3-1,3-3 151,-2 1 0,1-2 0,-1 1-1,10-16 1,4-7-109,-1 0 1,-2-2-1,-1 0 1,-1-1-1,14-46 1,-26 48-45,-3 21 11,-1 19 55,0 402 2605,1-388-2544,1 0-1,0 1 1,10 37 0,-12-60-211,0 0 0,1 1 0,-1-1 0,1 0-1,-1 0 1,0 1 0,1-1 0,-1 0 0,1 0 0,-1 1 0,1-1 0,-1 0 0,1 0-1,-1 0 1,1 0 0,-1 0 0,1 0 0,-1 0 0,1 0 0,-1 0 0,1 0 0,-1 0-1,1 0 1,-1 0 0,1 0 0,-1 0 0,0-1 0,1 1 0,-1 0 0,1 0 0,0-1-1,13-5-2315,0-6-2301,1-2-4621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0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29 5619,'0'0'1670,"0"0"-470,0 0 204,0 0-12,0 0-439,0 0-305,0 0-610,0 0 1,0 0-1,-1 0 0,1 0 1,0-1-1,0 1 0,0 0 1,0 0-1,0 0 0,0 0 1,0-1-1,0 1 0,0 0 1,0 0-1,0 0 1,0-1-1,0 1 0,0 0 1,0 0-1,0 0 0,0-1 1,0 1-1,0 0 0,0 0 1,0 0-1,0 0 0,0-1 1,0 1-1,0 0 0,0 0 1,0 0-1,1-1 0,-1 1 1,0 0-1,0 0 1,0 0-1,0 0 0,0 0 1,1 0-1,-1-1 0,0 1 1,0 0-1,0 0 0,0 0 1,1 0-1,-1 0 0,0 0 1,0 0-1,0 0 0,1 0 1,-1 0-1,0 0 1,0 0-1,0 0 0,1 0 1,-1 0-1,0 0 0,0 0 1,0 0-1,0 0 0,1 0 1,-1 0-1,0 0 0,75-7 970,109 2-1,-149 5-698,-34 0-338,-1 0 39,0 0 57,0 0 77,0 0-32,0 0 83,0 0-248,0 0-406,0-3-3455,0-3-1099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08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34 4258,'0'0'1427,"0"0"-501,0 0-35,0 0 403,0 0 163,0 0-350,0 0-227,8-2 2917,29-12-3821,-28 10 6,0 1 0,0 0 0,0 1 1,0 0-1,1 1 0,-1 0 0,1 0 0,9 1 1,-17 0 6,0 1 1,0-1-1,0 1 0,0 0 1,0-1-1,-1 1 1,1 0-1,0 0 1,-1 0-1,1 1 1,-1-1-1,1 0 1,-1 1-1,1-1 0,-1 0 1,0 1-1,0 0 1,0-1-1,1 1 1,-2 0-1,1-1 1,0 1-1,0 0 1,-1 0-1,2 3 0,11 54-62,-13-58 71,3 14-27,0 0 1,-2 0-1,0 1 0,0-1 1,-2 0-1,0 0 0,0 1 0,-2-1 1,0 0-1,0 0 0,-1-1 1,-1 1-1,-1-1 0,0 0 0,-1 0 1,0-1-1,-1 0 0,0 0 1,-1-1-1,-21 21 0,21-22-28,-1-1 0,0-1 0,-1 0-1,0-1 1,0 0 0,-1 0 0,0-1-1,-20 8 1,29-60-914,7 17 912,-4 27 56,0 0 0,1 0 0,-1-1 0,0 1-1,0 0 1,1 0 0,-1 0 0,1 1 0,-1-1 0,1 0-1,-1 0 1,1 0 0,0 0 0,-1 0 0,1 1-1,0-1 1,0 0 0,-1 0 0,1 1 0,0-1 0,0 1-1,0-1 1,0 1 0,0-1 0,1 0 0,0 4 9,0 0-1,-1-1 1,1 1 0,-1 0 0,0 0 0,0 0 0,0 1-1,-1-1 1,1 0 0,-1 0 0,1 4 0,0-1 20,1 5 0,1 0 0,0-1 0,0 1 1,1-1-1,1 0 0,0 0 0,0 0 1,1 0-1,12 15 0,-14-21-19,1 1 0,0-1 0,-1 1 1,2-1-1,-1-1 0,0 1 0,1-1 0,0 0 0,-1 0 0,1 0 0,0-1 1,1 0-1,-1-1 0,0 1 0,0-1 0,1 0 0,-1 0 0,8-1 0,6 0-15,44-3 136,-61 3-134,0-1 0,0 0 0,0 0 0,0 0 0,0 0 0,0 0 0,0-1 0,-1 1 1,1-1-1,0 0 0,-1 0 0,0 0 0,1 0 0,-1 0 0,0 0 0,0-1 1,2-3-1,-1-2-1174,-3 3-2568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0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9 3554,'0'0'1358,"0"0"-860,0 0-185,0 0 412,0 0 300,0 0-369,3-6 899,-1 4-190,-3 6-857,-7 17-362,0 0-1,-2-1 0,0 0 0,-1 0 1,-19 24-1,-10 19 421,-26 46 546,28-48-514,-50 107 0,83-157-497,5-9-6117,0-2-1803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09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4274,'0'0'979,"0"0"-637,0 0 135,0 0 441,0 0 213,2 14-138,86 374 6044,-85-377-6927,0 0 0,0 0 0,1-1 0,0 0 0,1 0 0,0 0 0,1 0 0,0-1 0,0 0 0,1 0 0,0 0 0,14 11 0,-21-20-454,0 0-864,0 0-1716,0 0-961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09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39 2977,'0'0'2978,"0"0"-1863,0 0-421,0 0 303,0 0 185,-4-2-381,3 2-720,-1-1-47,1 1 0,0-1-1,-1 1 1,1-1 0,0 1 0,-1-1-1,1 0 1,0 0 0,0 0-1,0 0 1,0 1 0,0-1-1,0-1 1,0 1 0,0 0 0,0 0-1,-1-1 1,4 0 15,-1 1 0,1 0 0,-1 0-1,1 0 1,0 0 0,-1 0 0,1 0 0,0 1 0,-1-1 0,1 0 0,0 1 0,0 0 0,0-1-1,-1 1 1,1 0 0,2 0 0,-2 0-18,44-5 132,76 2 1,-85 3-62,-35 0-99,-1 0-1,1 0 0,-1-1 1,1 2-1,0-1 1,-1 0-1,1 0 1,0 0-1,-1 1 0,1-1 1,-1 1-1,1-1 1,-1 1-1,1 0 1,-1 0-1,1-1 1,-1 1-1,0 0 0,0 0 1,1 0-1,-1 1 1,0-1-1,0 0 1,0 0-1,0 1 0,1 1 1,0 2 7,-1 0 0,0 0 0,0 0 0,-1 0 0,0 0 0,1 0 1,-2 7-1,1 1 51,0-8-29,0 0 0,-1 0 0,1-1 0,-1 1 0,0 0 0,0 0 0,0-1 0,-1 1 0,0-1-1,0 1 1,0-1 0,0 0 0,-5 7 0,0-3 9,0-1 1,-1 0-1,1-1 0,-15 10 0,13-10 33,1 0 0,-1 1 0,2 0 0,-1 0 0,1 1 0,-10 12 0,17-20-57,0 1 0,0-1 0,-1 0 0,1 0 0,0 1 0,0-1 0,0 0 0,0 0 0,0 1 0,-1-1 0,1 0 0,0 1 0,0-1 0,0 0 0,0 1 0,0-1 0,0 0 0,0 1 0,0-1 0,0 0 0,0 0 0,0 1 0,0-1 0,0 0 0,0 1-1,1-1 1,-1 0 0,0 1 0,0-1 0,0 0 0,0 0 0,1 1 0,-1-1 0,0 0 0,0 0 0,1 1 0,14 4 318,25-4 110,-35-1-260,175 0 1941,-180 14-8446,0-11-3084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10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5170,'0'0'2033,"0"0"-1310,0 0-373,0 0 354,0 0 491,0 0-296,81 11 2108,-7-3-1997,141-5 0,-124-4-709,-90 1-311,-1 0-28,0-14-2594,0 9-1152,0 1-3305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1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3714,'0'0'2022,"0"0"-816,0 0-214,0 0 25,0 0-3,-4 8 127,-15 54 371,2 0 0,2 1 0,-9 105 1,20-12 286,4-110-1123,0-45-537,9-9-3989,4-5-368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1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5442,'0'0'1406,"0"0"-426,0 0 327,0 0 272,0 0-512,0 0-557,1-6-297,-1 4-186,1-1-1,0 1 1,-1 0 0,1 0-1,0-1 1,0 1-1,0 0 1,1 0-1,-1 0 1,0 0-1,1 1 1,3-4-1,-5 4-7,1 1-1,-1-1 1,1 1-1,0 0 1,-1-1-1,1 1 1,0 0-1,-1-1 1,1 1-1,0 0 1,-1 0-1,1 0 1,0 0-1,0-1 1,-1 1-1,1 0 1,0 0-1,-1 1 1,1-1-1,0 0 0,1 0 1,-1 1 22,1 0-1,-1 0 1,1-1 0,-1 1-1,0 1 1,1-1-1,-1 0 1,0 0 0,0 0-1,1 1 1,-1-1 0,0 0-1,1 4 1,14 24 559,-2 1-1,-1 1 1,9 36 0,6 10-40,-19-53-451,2 9 39,2 0 0,1-1 0,2-1-1,0 0 1,3-1 0,32 41 0,-46-66-137,0 0 1,0-1-1,0 0 0,0 0 0,1-1 0,0 1 0,-1-1 1,1 0-1,1-1 0,-1 0 0,0 1 0,12 1 1,3-1 84,0-1 0,35-2 0,-38 0-26,-17 0-74,0 0-1,0 0 0,0 0 0,0 0 0,0 0 0,0 0 0,0 0 0,0-1 1,0 1-1,0 0 0,0-1 0,-1 1 0,1-1 0,0 1 0,0-1 0,0 1 0,0-1 1,-1 0-1,1 1 0,0-1 0,-1 0 0,1 0 0,0 1 0,-1-1 0,1 0 1,-1 0-1,0 0 0,1 0 0,-1 0 0,1 0 0,-1 1 0,0-3 0,1-35-3118,-2 21-657,1 5-1345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14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0 3970,'0'0'1521,"0"0"-374,0 0-112,0 0-203,0 0 25,-11 6 26,-1 1-537,0 2-1,0-1 1,1 1 0,0 1 0,0 0 0,1 1-1,-15 20 1,-140 180 2957,-88 128-1841,253-338-1467,-1-1 1,1 0-1,-1 1 1,1-1-1,0 0 0,0 1 1,-1-1-1,1 0 0,0 1 1,-1-1-1,1 1 0,0-1 1,0 1-1,0-1 0,0 1 1,-1-1-1,1 0 0,0 1 1,0-1-1,0 1 0,0-1 1,0 1-1,0-1 0,0 1 1,0-1-1,0 1 0,0-1 1,0 1-1,1-1 0,-1 1 1,0-1-1,0 0 0,0 1 1,1-1-1,-1 1 1,1 0-1,17-4 70,21-16-425,-18 3-2054,-5 2-2156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15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 5442,'0'0'1316,"0"0"-228,0 0 270,0 0 67,0 0-390,0 0-1004,0 0-1,0-1 1,0 1-1,0 0 1,0 0-1,0 0 1,0 0-1,0 0 1,0 0-1,0-1 1,0 1-1,0 0 1,0 0-1,0 0 1,0 0-1,0 0 1,0 0-1,0 0 1,0-1-1,0 1 1,0 0 0,0 0-1,0 0 1,0 0-1,1 0 1,-1 0-1,0 0 1,0 0-1,0 0 1,0-1-1,0 1 1,0 0-1,0 0 1,0 0-1,1 0 1,-1 0-1,0 0 1,0 0-1,0 0 1,0 0-1,0 0 1,0 0 0,1 0-1,-1 0 1,0 0-1,0 0 1,0 0-1,0 0 1,0 0-1,0 0 1,1 0-1,-1 0 1,0 0-1,0 1 1,0-1-1,0 0 1,0 0-1,0 0 1,0 0-1,0 0 1,1 0-1,-1 0 1,0 0 0,0 0-1,0 0 1,0 1-1,0-1 1,-1 27 542,-2 0 1,0 0-1,-10 37 1,10-51-558,1 1 0,1 0 0,1 19 0,2-32-2,0 0-1,1 0 1,-1 0 0,1-1-1,0 1 1,-1-1-1,1 1 1,0-1 0,-1 0-1,1 0 1,0 0 0,4-1-1,-3 1-11,208-7-18,-212 7-312,0 0-294,0 0-560,0 0-787,0 0-643,0 0-1349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16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4402,'0'0'1419,"0"0"-389,0 0 200,0 0-29,0 0-470,-3 2-387,0 0-261,0 0 0,1 1-1,-1 0 1,1 0 0,0-1 0,0 1 0,0 0 0,0 1 0,0-1 0,1 0 0,-1 0 0,1 1-1,0-1 1,0 1 0,0 5 0,-12 73 1339,9-48-665,-6 40 2138,1 136 0,9-210-2807,0 0 32,0 0-56,0 0 18,0 0-7,0 0-43,0 0-120,10-31-5242,-4 19 271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11 313 9588,'0'0'1823,"0"0"-903,0 0 329,0 0 234,0 0-445,0 0-342,0 0-168,0 0-106,0 0-217,0 0-263,0 0 56,0-1 0,0 1 0,0 0 1,0 0-1,-1 0 0,1-1 0,0 1 1,0 0-1,0 0 0,0 0 1,-1 0-1,1-1 0,0 1 0,0 0 1,0 0-1,-1 0 0,1 0 0,0 0 1,0 0-1,-1 0 0,1 0 1,0 0-1,0-1 0,0 1 0,-1 0 1,1 0-1,0 0 0,0 0 0,-1 1 1,1-1-1,0 0 0,0 0 1,-1 0-1,1 0 0,0 0 0,0 0 1,0 0-1,-1 0 0,1 0 0,0 0 1,0 1-1,0-1 0,-1 0 1,1 0-1,0 0 0,0 0 0,0 1 1,0-1-1,0 0 0,-1 0 0,1 0 1,0 1-1,0-1 0,0 0 1,0 0-1,0 0 0,0 1 0,0-1 1,0 0-1,0 0 0,0 1 0,0-1 1,0 0-1,0 0 0,0 1 1,0-1-1,0 0 0,4 17 44,1 0-1,1-1 0,0 1 1,16 28-1,-1-2-24,25 67 2,-15-33 2,4-2 1,69 115-1,-104-190-22,0 0 0,0 0 0,0 1 0,0-1 0,0 0 0,0 0 1,1 1-1,-1-1 0,0 0 0,0 0 0,0 0 0,0 1 0,0-1 0,1 0 0,-1 0 0,0 0 0,0 0 0,0 0 1,1 1-1,-1-1 0,0 0 0,0 0 0,0 0 0,1 0 0,-1 0 0,0 0 0,0 0 0,1 0 0,-1 0 0,0 0 0,0 0 1,1 0-1,-1 0 0,0 0 0,0 0 0,1 0 0,-1 0 0,0 0 0,0 0 0,0 0 0,1 0 0,-1 0 0,0 0 1,0-1-1,1 1 0,-1 0 0,0 0 0,0 0 0,0 0 0,0 0 0,1-1 0,-1 1 0,0 0 0,0 0 0,0 0 1,0-1-1,0 1 0,0 0 0,1 0 0,-1 0 0,0-1 0,0 1 0,0 0 0,0 0 0,0-1 0,0 1 0,0 0 1,0-1-1,5-34-151,-4-64-186,-1 78 280,6-137-53,37-222 1,-10 153 200,-29 230-458,6 17-736,8 24-3314,-13-31-3383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3217,'0'0'2927,"0"0"-1468,0 0-704,0 0 259,0 0 182,0 0-1116,0 0 0,0 0 0,0 0 0,0 0 0,0 1 0,0-1 0,0 0 0,0 0 0,0 0 0,0 0 0,0 0 0,0 0 0,0 0 0,0 0 0,0 0 0,0 0 0,-1 0 0,1 1 0,0-1 0,0 0 0,0 0 0,0 0 0,0 0 0,0 0 0,0 0 0,0 0 0,0 0 1,0 0-1,-1 0 0,19 7 358,0-1 0,0-1 0,0 0 1,0-1-1,35 2 0,100-4 709,-84-3-871,-68 1-444,-1 0-368,0 1 247,-1 0 0,1 0 1,0 0-1,-1 0 0,1 0 0,-1 0 1,1 0-1,-1 0 0,1 0 1,-1-1-1,1 1 0,-1 0 0,0 0 1,0 0-1,1-1 0,-1 1 0,-2 1 1,-12 2-5149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5330,'0'0'1425,"0"0"-422,0 0 371,0 0 504,0 0-442,12 5-425,3 2-738,0-1 1,0-1 0,1-1-1,-1 0 1,1-1 0,33 3-1,10-5 417,4 0-483,82 11 1,-142-11-373,24 2-196,-6-2-3296,-14-1-537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4114,'0'0'1166,"0"0"66,0 0 332,0 0 87,0 0-429,-1 4-520,-5 36 1412,-3 61 0,1-3-676,2-34-763,4 73 1,2-92-1370,-2-38-2296,-1-6-709,3-1-2128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4930,'0'0'1374,"0"0"-579,0 0-325,0 0 149,0 0 371,0 10 13,9 388 5224,-9-387-6170,4 45 134,-4-54-195,1 1 0,-1 0 0,1-1 0,-1 1 0,1-1 1,0 1-1,0-1 0,0 1 0,0-1 0,1 0 0,-1 1 0,1-1 0,-1 0 0,1 0 0,0 0 0,2 3 0,3-4-1942,-5-6-3295,-2-7-2464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5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2737,'0'0'1657,"0"0"-1011,0 0-268,0 0 297,0 0 406,-11 0 1592,114 16 27,198-14-886,-148-3-1398,-152 1-357,-1 0 0,0 0 21,0 0-21,0 0-6,0 0-34,16 0-2799,-11 0-3175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6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61 3185,'0'0'1470,"0"0"-562,0 0 249,0 0 327,0 0-52,-1-8-343,-2-27-254,3 34-790,0 0 1,-1 0-1,1 1 1,-1-1-1,1 0 1,-1 0-1,1 0 0,-1 0 1,0 0-1,1 0 1,-1 1-1,0-1 1,0 0-1,0 1 0,1-1 1,-1 0-1,0 1 1,0-1-1,0 1 1,0 0-1,0-1 0,0 1 1,0 0-1,0-1 1,0 1-1,0 0 1,-2 0-1,-31 0 972,25 0-988,0 1-17,1 1-1,-1 0 0,1 0 1,-1 0-1,1 1 0,0 1 1,0-1-1,0 1 0,1 0 0,-1 1 1,1 0-1,0 0 0,1 1 1,-1-1-1,-9 12 0,9-9 5,-1 0-1,1 1 0,1 0 0,-1 0 0,2 0 1,-1 1-1,1-1 0,1 1 0,0 1 1,0-1-1,1 1 0,-3 12 0,4 1 191,1-1 0,1 0 0,1 0 0,1 0 0,2 0 0,0 0 0,1-1-1,1 0 1,1 0 0,19 41 0,2-1 190,-3 0 0,-2 2 0,-3 1 0,19 112 0,-28-105-350,32 248 43,-36-237-49,-7 154 1,-1-229-27,0 0 1,-1-1-1,1 1 0,-1-1 1,0 0-1,-1 0 0,0 0 1,0 0-1,-1 0 0,0 0 1,0-1-1,0 0 0,-1 0 1,0 0-1,0 0 0,0-1 1,-1 0-1,0 0 0,0 0 1,0-1-1,-1 0 0,1 0 1,-1 0-1,0-1 0,0 0 1,0-1-1,-1 1 0,1-1 1,0-1-1,-1 1 0,-11-1 1,-34 3 55,13-1-36,0-2 1,-69-7-1,107 6-46,0 0 0,0-1 0,0 1-1,0-1 1,0 0 0,1 0 0,-1 0 0,0 0-1,0 0 1,1 0 0,-1 0 0,1 0 0,-1-1-1,1 1 1,-1-1 0,1 1 0,0-1 0,0 1-1,-2-4 1,-4-22-5613,7 20-749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7411,'0'0'1582,"0"0"-493,0 0-25,0 0-82,0 0-309,0 0-185,0 0-476,-1 0 0,1 0 0,0 0 0,0 0 1,0 0-1,0 1 0,0-1 0,0 0 0,0 0 0,-1 0 1,1 0-1,0 0 0,0 1 0,0-1 0,0 0 0,0 0 1,0 0-1,0 0 0,0 0 0,0 1 0,0-1 0,0 0 1,0 0-1,0 0 0,0 0 0,0 0 0,0 1 0,0-1 1,0 0-1,0 0 0,0 0 0,0 0 0,0 1 1,0-1-1,0 0 0,0 0 0,0 0 0,1 0 0,-1 0 1,0 0-1,0 1 0,0-1 0,0 0 0,0 0 0,0 0 1,0 0-1,1 0 0,-1 0 0,0 0 0,0 0 0,0 0 1,0 1-1,0-1 0,1 0 0,-1 0 0,0 0 0,11 3 189,0 0-1,0 0 1,0-1-1,0 0 1,0-1-1,1 0 1,-1-1-1,0 0 1,12-2-1,7 1 82,98 0 726,4 0-4617,-132 1-166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8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4114,'0'0'752,"0"0"150,0 0 125,0 0 19,0 0-134,0 12 515,0-11 2442,1-9-3845,0 0 0,1 0 1,0 0-1,0 0 0,1 0 0,0 1 0,1-1 0,0 1 0,0 0 1,0 0-1,8-10 0,-5 7 13,0-1 0,-1 0 0,0 0 0,5-15 0,-2 63 1072,-2 29-511,-4-25-74,-3-24-238,1-1 1,1 0-1,0 1 1,8 28-1,-7-32-1542,-2-4-3763,-1-5-1402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39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41 5571,'0'0'2411,"0"0"-799,0 0-220,0 0 22,0 0-242,0 0-297,-7 12-206,-21 38-39,22-33 2044,11-16-2113,11-13-635,8-37 170,-22 43-86,0-1 0,1 1-1,0 0 1,0 0 0,0 0-1,1 0 1,9-10 0,-12 15-42,1 5-163,2 70 1027,-7 103 0,0-42 140,3-108-710,0-20 22,0-18-238,8-48-1996,5 18-5576,-8 27-1815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25 2449,'0'0'1305,"0"0"-241,0 0-50,0 0 213,0 0-173,0 0-318,1-4-271,0 3-361,-1 1 0,0-1 0,1 1 0,-1-1 0,0 1 0,1-1 1,-1 1-1,0-1 0,0 0 0,1 1 0,-1-1 0,0 1 0,0-1 1,0 1-1,0-1 0,0 0 0,0 1 0,0-1 0,0 1 0,0-1 1,0 0-1,0 1 0,0-1 0,-1 1 0,1-1 0,0 0 0,0 1 1,-1-1-1,1 1 0,0-1 0,-1 1 0,1-1 0,0 1 1,-1-1-1,1 1 0,-1-1 0,-20 13 670,-31 40-1181,49-49 621,-14 16-112,1 0-1,1 2 1,1 0 0,0 0 0,2 2 0,0-1 0,2 1 0,0 1 0,2 0-1,1 0 1,0 1 0,2 0 0,1 0 0,1 0 0,0 31 0,2 4 186,8 79 1,-3-109-174,1 0 1,2 0 0,1-1-1,17 44 1,0-22 219,56 89 0,-17-34 35,-58-96-329,-3-11-23,-3-18-2397,-1 7-2149,1 8-1603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3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4962,'0'0'977,"0"0"-126,0 0 235,0 0 133,0 0-48,0 0-357,1 0-662,0 0 0,0-1 0,0 1 1,0 0-1,1-1 0,-1 1 0,0-1 0,0 1 1,0-1-1,0 1 0,-1-1 0,1 0 1,0 1-1,0-1 0,0 0 0,0 0 0,1-1 1,15-24 4,-1-1 0,-1 0 0,-1-1 0,13-39 0,8-16-115,-25 64-62,-5 17-42,-5 29 24,-1 1 270,-5 355 3196,6-384-3509,1 1 1,-1 0-1,0 0 1,0 0-1,0 0 1,0 0-1,1 0 1,-1 0-1,0 0 1,0 0-1,0 0 1,0 0-1,1 0 1,-1 0-1,0 0 1,0 0-1,0 0 1,1 0-1,-1 0 1,0 0-1,0 0 1,0 0-1,0 0 1,1 0-1,-1 0 1,0 0-1,0 1 1,0-1-1,0 0 1,0 0-1,1 0 1,-1 0-1,0 0 0,0 0 1,0 1-1,0-1 1,0 0-1,0 0 1,0 0-1,1 0 1,-1 1-1,0-1 1,0 0-1,7-15-4836,-7 14 4530,5-7-7400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8980,'0'0'1107,"0"0"-440,0 0 179,0 0 349,0 0 158,18 0-454,317 0 1217,-335 0-2210,7 0-1752,-5 0-3359,3 0-1708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4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10213,'0'0'891,"0"0"-488,0 0-70,0 0 449,0 0-83,9-16-478,33-47-175,-40 60-46,0 0 0,1 1 0,0-1 0,-1 1 0,1 0 0,0 0 0,0 0 0,1 0 0,-1 1 0,0-1 0,0 1 0,1 0 0,-1 0 1,1 0-1,-1 0 0,1 1 0,-1-1 0,1 1 0,0 0 0,-1 0 0,1 0 0,-1 1 0,7 1 0,6-1-28,-14-1 27,0 1 0,0 0 0,0 0 1,0 0-1,0 0 0,-1 0 0,1 0 0,0 0 1,-1 0-1,1 1 0,-1-1 0,1 1 1,-1-1-1,0 1 0,0 0 0,0-1 0,0 1 1,0 0-1,0 0 0,0 0 0,0 0 0,-1 0 1,1-1-1,-1 1 0,1 0 0,-1 0 0,0 3 1,9 62 23,-9-63-21,0 252-53,0-250 24,0-1 0,-1 1 0,0 0 0,0-1-1,-1 0 1,1 1 0,-1-1 0,0 0 0,-1 0 0,1 0 0,-6 8 0,6-10-21,-1-1 0,1 1 0,0-1 0,-1 0 0,1 1 0,-1-1 0,0 0 0,1-1-1,-1 1 1,0 0 0,0-1 0,0 0 0,-1 1 0,1-1 0,0-1 0,0 1 0,-1 0 0,1-1 0,-6 1 0,6-1 45,0-1 1,1 1-1,-1-1 0,0 0 0,1 0 1,-1 0-1,1 0 0,-1 0 1,1-1-1,0 1 0,0 0 1,-1-1-1,1 0 0,0 0 0,0 0 1,0 1-1,1-2 0,-1 1 1,0 0-1,1 0 0,-1-1 1,1 1-1,0 0 0,0-1 1,0 1-1,0-1 0,0 0 0,1 1 1,-1-1-1,0-4 0,-2-11 2,1 0 0,0 0 0,2-25-1,0 39-10,1 3 3,1 0 0,-1 0 0,1 0 0,0 0 0,0 0 0,-1 1 0,1-1 0,0 0 1,0 1-1,0 0 0,0-1 0,0 1 0,0 0 0,0 0 0,0 0 0,0 0 0,2 0 1,43 4 23,10 20 48,-45-17-32,1-1 1,0-1-1,0 0 1,0-1 0,1 0-1,0-2 1,14 3-1,41-3 15,-40-1-2818,-25-1-2924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7123,'0'0'2689,"0"0"-1995,0 0-555,0 0 114,0 0 750,6 13 126,145 239 3188,-141-236-4016,-3-5-210,0-1 0,1 0 0,0 0 0,1-1 0,0 0 0,0 0 0,1-1 0,0 0 0,0-1 0,1 0 0,16 8 0,-11-9-95,0 0 1,0-1-1,0 0 0,0-2 1,1 0-1,0 0 0,0-2 1,18 0-1,-34-1-1007,-1 0-1398,0-1-1585,0-7-3713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5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0 8420,'0'0'2265,"0"0"-1459,0 0-646,0 0 93,0 0 321,-11 17 229,-137 171 1056,106-135-1089,1 0-1,-40 74 0,77-120-769,1-1-1,0 1 1,0-1-1,1 1 1,0 0-1,0 0 1,1 0-1,0 1 1,0-1 0,0 0-1,2 10 1,2-16-387,1 0 1,0 0-1,-1 0 0,1-1 1,0 1-1,0-1 1,0 0-1,-1 0 0,8-2 1,-5-2-3411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19 3714,'0'0'2713,"0"0"-1416,0 0-436,0 0 265,0 0 88,-17-5 1761,31 1-2832,-1 1 1,1 0 0,0 1 0,0 1 0,0 0-1,0 1 1,0 1 0,24 3 0,-35-3-143,-1-1 0,1 1 0,-1-1 0,0 1 0,1 0 0,-1 0 0,0 0 0,0 0 0,0 0 0,0 1 0,0-1 0,0 1 0,0-1 0,0 1 0,0 0 0,-1 0 0,1-1 0,-1 1 0,1 0 0,-1 1 0,0-1 0,0 0 0,0 0 0,0 0 0,0 1 0,1 2 0,0 5 33,0 0 0,-1 1 0,1-1 0,-2 20 0,-1-26-17,0 1 0,-1-1-1,0 1 1,1-1 0,-2 0 0,1 1-1,0-1 1,-1 0 0,0-1-1,0 1 1,0 0 0,0-1 0,0 0-1,-6 5 1,4-4-8,-1 1 0,2 1 0,-1-1 0,1 0-1,-1 1 1,2 0 0,-1 0 0,-3 8 0,5-6 2,1 0 0,0 0 0,0 0 0,1 0 0,0 0 0,0 0 0,2 9 0,-1-16 0,-1 0 0,1 0 0,0 0 0,-1 0 0,1 0 0,0 0-1,0 0 1,0 0 0,0-1 0,0 1 0,0 0 0,0-1 0,0 1 0,0-1 0,0 1 0,1-1 0,-1 1 0,0-1 0,0 0 0,0 0 0,1 1 0,-1-1-1,0 0 1,0 0 0,2 0 0,39 0 106,-33 0-78,68 0 145,-77 0-184,24-5-4332,-24 5-1271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9604,'0'0'657,"0"0"-377,0 0 216,0 0 144,8 4-301,11 4-170,0-2 0,1 0 0,-1-1 0,1-1 0,29 3-1,117 1 877,-108-6-934,9 1 140,39 1-3343,-105-4-966,-1 0-2812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6915,'0'0'1548,"0"0"-783,0 0-10,0 0 520,0 0-306,0 19-230,-2 372 3393,2-306-3299,0-84-753,0-1 37,0 0-66,0 0 13,0 0 8,0 0-8,0-33-5976,0 23 1481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7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6899,'0'0'1166,"0"0"-427,0 0 269,0 0 49,0 0-449,-2 10-146,-5 18-86,-1-1 0,-1 0 0,-2-1 1,-1 0-1,-19 32 0,-29 66 299,53-104-675,1-1 1,1 1-1,1 0 1,-2 30-1,2-37-469,0-10-2620,2-3-2047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8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6051,'0'0'843,"0"0"155,0 0 207,0 0 4,0 0-67,13 26-206,42 83-138,-13-3 563,-38-92-1255,1 0 0,0-1 0,1 1 1,0-1-1,1 0 0,0-1 0,1 0 0,1 0 1,0 0-1,20 19 0,-22-25-196,1 1 0,-1-2 0,1 1 0,0-1 0,1 0 0,-1-1 0,1 0 0,0 0 0,0-1 0,0 0 0,1-1 0,-1 0 0,1 0 0,15 0 0,-25-2-2970,0 0-2879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6515,'0'0'859,"0"0"-333,0 0-19,0 0 79,0 0-172,0 5 168,-2 26 369,-8 45 0,5-42-160,-2 52 0,10-85-769,-1 0 1,1-1 0,0 1-1,0 0 1,0-1 0,0 1-1,0-1 1,0 0-1,0 0 1,4-1 0,-5 1-8,57 0 131,-15-2-121,-1 3 0,62 8 0,-96-9-1337,-9 0 1088,1 0-1,-1 0 1,0 0-1,0-1 1,1 1-1,-1 0 1,0 0-1,1-1 0,-1 1 1,0 0-1,0 0 1,0-1-1,1 1 1,-1 0-1,0-1 1,0 1-1,0 0 1,0-1-1,1 1 1,-1-1-1,0 1 1,0 0-1,0-1 0,0 1 1,0 0-1,0-1 1,0 1-1,0-1 1,0 1-1,0 0 1,-1-1-1,1-6-4628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4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5731,'0'0'1125,"0"0"39,0 0 327,0 0 54,-4 24-425,-1 1-839,-4 19 702,-7 80 0,16 100 1572,3-219-2829,-1-5-2922,-2 0 805,0 0-3316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5:5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4562,'0'0'1147,"0"0"-282,0 0-12,0 0 324,0 0 13,1 5-408,2 3-635,-1 1 1,-1 0-1,1 0 1,-2 0-1,1 0 1,-1-1-1,0 1 1,-1 0 0,0 0-1,-1 0 1,0 0-1,-3 8 1,-4 9-5,-2-1 0,-22 38 0,-11 24 257,44-87-383,0 0-1,0 1 1,-1-1-1,1 0 1,0 1-1,0-1 1,0 0-1,0 0 1,-1 1-1,1-1 0,0 0 1,0 1-1,0-1 1,0 0-1,0 1 1,0-1-1,0 0 1,0 1-1,0-1 1,0 0-1,0 1 0,0-1 1,0 0-1,0 1 1,0-1-1,0 0 1,1 0-1,-1 1 1,0-1-1,0 0 1,0 1-1,0-1 0,1 0 1,-1 0-1,0 1 1,0-1-1,1 1 1,13-5 595,16-16-4931,-25 14-4995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0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2529,'0'0'2129,"0"0"-1144,0 0-150,0 0 413,0 0-15,0 0-219,0 0-246,0 0-128,0 0-534,-1 0 1,1 0-1,0 0 0,-1 0 1,1 0-1,0 0 0,-1 1 0,1-1 1,0 0-1,-1 0 0,1 0 0,0 0 1,-1 1-1,1-1 0,0 0 0,-1 0 1,1 1-1,0-1 0,0 0 0,0 1 1,-1-1-1,1 0 0,0 1 0,0-1 1,0 0-1,0 1 0,-1-1 0,1 0 1,0 1-1,0-1 0,0 0 0,0 1 1,0-1-1,0 1 0,1 13-63,1 0 0,1 0 0,0 0 1,1-1-1,0 1 0,1-1 0,1 0 0,0 0 0,1-1 0,13 20 0,5 4 110,2-1 1,36 36-1,37 24-18,-64-63-115,-1 2 1,43 52-1,-69-73-18,0 0 0,0 0 1,-2 1-1,1 0 0,-2 1 0,0-1 0,-1 1 0,0 0 0,-1 1 0,-1-1 0,3 24 0,-4-9 29,-1 0 0,-1 0 0,-6 41 0,4-56-18,-1-1 1,-1 1 0,-1-1-1,0 0 1,-1-1-1,0 1 1,-1-1-1,-16 23 1,16-28 7,0 0 0,-1 0 0,0-1 0,-1 0 0,0-1 0,0 0 0,0 0 0,-1 0 0,0-2 0,0 1 0,-17 5 1,13-6-11,1 2 0,0 0 0,1 0 0,-1 1 0,1 1 1,-13 10-1,24-18-112,1 0 1,0-1-1,-1 1 1,1 0-1,0-1 1,-1 1-1,1 0 0,0-1 1,0 1-1,-1 0 1,1-1-1,0 1 1,0-1-1,0 1 1,-1 0-1,1-1 1,0 1-1,0-1 1,0 1-1,0-1 0,0 1 1,0-1-1,0 1 1,0 0-1,0-1 1,0 1-1,0-1 1,0 1-1,0-1 1,0 1-1,1 0 1,-1-1-1,0 1 1,0-1-1,0 1 0,1 0 1,-1-1-1,0 1 1,0-1-1,1 1 1,6-7-4254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2785,'0'0'3925,"0"0"-3026,0 0-830,0 0 177,0 0 479,0 0 294,-6 25-266,-17 81-164,23-102-549,-1 1-1,1-1 1,0 1-1,0 0 0,0-1 1,1 1-1,0-1 1,0 1-1,0-1 0,0 1 1,1-1-1,-1 1 1,1-1-1,1 0 0,-1 0 1,0 0-1,1 0 1,0-1-1,0 1 0,0-1 1,0 1-1,0-1 0,1 0 1,0 0-1,4 3 1,3 0 30,0 0 0,0-1 0,0 0 0,1-1 0,-1 0 0,1 0 0,13 1 0,-9-2-24,0-1-1,0 0 0,1-1 1,-1-1-1,0-1 1,17-2-1,-29 3-35,0-1-1,0 1 1,0-1 0,-1 0-1,1-1 1,0 1-1,0-1 1,-1 1 0,1-1-1,-1 0 1,1 0-1,-1-1 1,0 1-1,0-1 1,0 0 0,0 1-1,-1-1 1,1-1-1,-1 1 1,1 0-1,-1 0 1,0-1 0,0 0-1,-1 1 1,1-1-1,-1 0 1,0 1 0,0-1-1,1-5 1,-1 2 60,0 0 1,-1 0 0,1 0-1,-1 0 1,-1 0-1,1 0 1,-1 1 0,0-1-1,-1 0 1,-3-9 0,2 11-14,1 0 0,-2 0 1,1 0-1,-1 0 1,1 1-1,-1 0 1,0 0-1,-1 0 0,1 0 1,-1 0-1,0 1 1,-8-5-1,-3 0-20,0 0 0,0 1 1,0 0-1,-1 2 0,0 0 0,0 0 0,0 2 0,0 0 1,-1 1-1,0 1 0,1 1 0,-1 0 0,-21 4 0,34-3-42,1 0 1,0 0-1,-1 1 0,1 0 0,0 0 0,0 0 1,0 0-1,1 1 0,-1-1 0,0 1 0,1 0 0,0 0 1,0 0-1,-1 1 0,2-1 0,-1 1 0,0 0 0,1-1 1,0 1-1,-4 8 0,3-3-24,0-1 0,1 0 0,0 1 0,0-1-1,1 1 1,0-1 0,0 1 0,1 0 0,1-1 0,0 11 0,0-16-106,-1 0 1,1 0-1,-1 1 1,1-2 0,0 1-1,0 0 1,0 0-1,1 0 1,-1 0-1,1-1 1,0 1-1,-1-1 1,1 1 0,0-1-1,0 0 1,1 1-1,-1-1 1,0 0-1,1-1 1,-1 1-1,1 0 1,0-1 0,0 1-1,-1-1 1,1 0-1,0 0 1,0 0-1,0 0 1,0-1-1,0 1 1,0-1 0,6 1-1,17-1-4184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4210,'0'0'1083,"0"0"-288,0 0 374,0 0 101,0 0-209,0 0-223,-3 13 232,1 7-721,1 1-1,1-1 1,0 1-1,2-1 1,0 0 0,1 1-1,2-1 1,6 19-1,112 422 4511,-121-454-4961,15 47 458,-17-52-431,1-1 1,-1 1 0,1 0-1,0 0 1,0-1-1,0 1 1,0 0 0,0-1-1,0 1 1,0-1-1,0 0 1,1 1 0,-1-1-1,1 0 1,-1 0-1,1 1 1,-1-1 0,1 0-1,-1-1 1,1 1-1,0 0 1,0 0 0,2 0-1,-3-1-20,-1 0-1,0 0 1,0 0 0,1 0-1,-1 0 1,0-1-1,1 1 1,-1 0 0,0 0-1,0 0 1,1 0 0,-1 0-1,0-1 1,0 1-1,0 0 1,1 0 0,-1 0-1,0-1 1,0 1-1,0 0 1,1 0 0,-1-1-1,0 1 1,0 0-1,0 0 1,0-1 0,0 1-1,0 0 1,0-1-1,0 1 1,0 0 0,0 0-1,0-1 1,0 1 0,0 0-1,0-1 1,0 1-1,0 0 1,0 0 0,0-1-1,0 1 1,0-5-906,2-14-3500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2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5843,'0'0'2729,"0"0"-1707,0 0-630,0 0 296,0 0 233,0-2 162,12 0-1027,-5 3-5,0 1 1,0 0-1,0 0 1,0 0 0,0 1-1,-1 0 1,1 0-1,-1 1 1,0-1-1,0 2 1,0-1-1,7 7 1,11 11 456,29 34-1,-50-52-445,27 33 652,28 48 1,-37-53-429,1-1 0,50 55 0,-69-83-282,0 0 1,1 0 0,-1-1-1,1 1 1,0-1 0,-1 1-1,1-1 1,0 0 0,0-1-1,1 1 1,-1-1 0,0 1-1,0-1 1,1-1 0,-1 1-1,1-1 1,-1 1 0,0-1-1,1 0 1,-1-1 0,1 1-1,-1-1 1,0 0-1,1 0 1,-1 0 0,0-1-1,0 0 1,6-3 0,4-2-118,-2-1 0,1-1 0,-1 0 0,-1-1 0,1-1 0,-2 1 0,11-14 0,-11 12-518,-5 8 145,-1 0 0,0 0 0,0-1 0,0 0-1,-1 0 1,0 0 0,0 0 0,0-1-1,4-9 1,-7 7-3921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3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4914,'0'0'4592,"0"0"-3104,0 0-818,-8 20 173,-78 165 3260,68-151-3684,1 0 0,-22 66 0,33-80-518,1 0 0,1-1 0,1 1 0,1 0 0,0 1 0,2-1 0,2 23-1,-2-43-33,0 1-1,0 0 0,0-1 0,0 1 0,1 0 0,-1-1 0,0 1 0,0 0 1,1-1-1,-1 1 0,1-1 0,-1 1 0,0-1 0,1 1 0,-1-1 0,1 1 0,-1-1 1,1 1-1,0-1 0,-1 0 0,1 1 0,-1-1 0,1 0 0,0 1 0,-1-1 1,1 0-1,0 0 0,-1 0 0,1 0 0,0 1 0,-1-1 0,1 0 0,0 0 0,-1 0 1,1 0-1,0-1 0,-1 1 0,1 0 0,0 0 0,0-1 0,6 1-2404,1 0-4268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6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15 189 4530,'0'0'1742,"0"0"-483,0 0-141,0 0 248,0 0-21,0 0-326,-2-20-235,-7-63-10,6 75 1268,2 24-1725,2 30-459,11 19 402,2 1 0,4-2 0,30 76 1,-25-79 80,53 98 0,-58-128-302,1 0-1,1-2 1,2-1-1,42 45 1,-62-71-42,0 0-2,1 1 1,-1-1-1,1 0 1,-1 0-1,1 0 1,0 0-1,0 0 0,0 0 1,0-1-1,0 1 1,0-1-1,0 0 0,5 1 1,-8-19 60,0-879-1121,0 895 940,0 1-139,0 0-200,1 4-75,0 2 132,0 1 0,1-1 0,0 0 0,0 0 1,1 0-1,0 0 0,0 0 0,0-1 0,6 8 0,1 2-3346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7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8580,'0'0'1011,"0"0"-491,0 0-7,0 0 279,0 0-112,-4 3-328,-7 10-145,16-5 263,35-2 537,224-5 532,-263-1-1779,-1 0-430,0 0-752,-1 0-496,-1 0-475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5346,'0'0'1609,"0"0"-651,0 0 32,0 0 429,0 0-168,25 0-426,142 4 293,-158-3-1058,1 0 1,0 1 0,0 0 0,-1 1 0,19 7 0,-18-6-710,0-1 0,0 1 0,0-2 0,0 0 0,1 0 0,11 1 0,-20-3-5135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9636,'0'0'1070,"0"0"-702,0 0-42,0 0 429,0 0 371,0 17-171,0 333 2009,-1-347-3022,1 0 1,0 0-1,0 0 0,0 0 1,1 0-1,-1 0 0,1 0 1,-1 0-1,1 0 1,0 0-1,0 0 0,1 0 1,-1-1-1,0 1 0,1 0 1,0-1-1,-1 1 1,1-1-1,3 4 0,-4-6-1972,-1 0-1961,0 0-2641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5042,'0'0'2380,"0"0"-1604,0 0-541,0 0 197,0 0 526,4 4 53,-2 0-857,1 1 0,-1 0-1,0-1 1,0 1-1,0 0 1,0 0 0,-1 0-1,0 1 1,0-1 0,-1 0-1,1 10 1,-3 76 1379,0-45-726,0 29 32,0-41-580,1 1 0,6 52 0,3-76-48,-3-2-4322,-5-9 549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0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 2353,'0'0'1022,"0"0"-238,0 0 283,0 0 105,0 0 111,-2-3 1594,9 1-2521,208-12 767,7-1 51,-208 23-1038,-11-6-4708,-3-2-1626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1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45 1169,'0'0'2110,"0"0"-603,0 0-98,0 0 458,0 0 102,9-17 4021,13 10-5923,0 1 0,0 1 0,1 1 0,-1 1 0,31 0 1,-49 4-69,-1-1 0,1 1 1,0 0-1,0 0 1,-1 0-1,1 1 1,-1-1-1,1 1 1,-1 0-1,0 0 1,0 0-1,1 1 0,-1-1 1,-1 1-1,1-1 1,0 1-1,-1 0 1,1 0-1,-1 0 1,0 1-1,0-1 1,0 0-1,-1 1 0,1-1 1,-1 1-1,2 6 1,2 5 18,-1 0 0,0 1 0,-1 0 0,-1-1 0,1 22 0,-2-11 22,0 0 0,-1 0 0,-1 0 0,-2 0 0,-1 0 0,-1 0 0,-1 0 0,-17 45 0,16-55-26,0-1-1,-1 0 1,-1-1 0,0 0 0,-2 0-1,-11 12 1,18-22 0,0 0 0,0 0 0,-1 0 0,0-1 0,1 1 0,-1-1 0,0-1 0,-1 1 0,1-1 0,0 0 0,-1 0 0,0 0 0,1-1 0,-1 0 0,0 0 0,1 0 0,-1-1 0,0 0 0,0 0 0,-10-1 0,14 0-16,0 0 0,0 0 0,0 0 0,0 0 0,0 0 0,0-1 0,1 1 0,-1 0 0,0-1 0,1 1 0,-1-1 0,1 0 0,0 1 0,0-1 0,-1 0 0,1 0 0,0 0 0,0 0 0,1 0 0,-1 0 0,0 0 0,1 0 0,-1 0 0,1 0 0,-1-5 0,-3-59-152,4 58 143,0-5 9,-1 12-7,1 0 0,0 0 0,-1 0 0,1 1 0,0-1 0,0 0 1,0 0-1,-1 0 0,1 0 0,0 0 0,0 0 0,0 0 1,1 0-1,-1 0 0,0 1 0,0-1 0,0 0 0,1 0 0,-1 0 1,0 0-1,1 0 0,-1 1 0,1-1 0,-1 0 0,1 0 0,-1 1 1,1-1-1,0 0 0,-1 1 0,1-1 0,0 1 0,-1-1 0,1 1 1,0-1-1,0 1 0,0-1 0,-1 1 0,1 0 0,0-1 0,0 1 1,0 0-1,0 0 0,0-1 0,0 1 0,-1 0 0,1 0 1,0 0-1,0 0 0,1 1 0,3-1-1,0 1 0,0-1 0,-1 1 0,1 1 0,-1-1 0,1 1 1,-1-1-1,1 1 0,-1 0 0,0 1 0,6 3 0,45 39-4,-19-13 30,-26-25 4,1 0 1,0-1 0,0 0 0,0-1 0,1 0-1,0-1 1,0 0 0,0-1 0,0 0 0,0-1-1,1 0 1,-1-1 0,1-1 0,17-1 0,-27 1-14,0-1 0,1 1 0,-1-1 1,0 0-1,0-1 0,0 1 0,0 0 0,0-1 1,-1 0-1,1 1 0,0-1 0,-1 0 1,1-1-1,-1 1 0,4-5 0,36-46-47,-30 35 5,-1 5-160,-6 7-276,-1 0 0,0 0 1,0 0-1,0 0 0,0-1 1,2-6-1,0-8-6092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44 3298,'0'0'1267,"0"0"-224,0 0-128,0 0 326,0 0 135,0 0-90,10-7-208,33-22-112,-32 22 21,-11 7 2293,-4 11-3201,-24 33 74,-47 56 0,6-9-67,39-46-110,2 0 1,1 2-1,3 1 1,2 1-1,-17 53 0,28-81-767,9-17-6859,2-4 7640,0 0-4123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2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6435,'0'0'624,"0"0"126,0 0 541,0 0 227,0 0-285,22 20-446,73 65-216,-59-49-143,42 54-1,-52-59-93,32 31 0,-19-12-77,-33-41-256,0-1 1,0 1-1,1-1 1,15 14-1,-19-20-198,0-1 0,0 1-1,-1-1 1,1 0 0,0 0-1,1 0 1,-1 0 0,0 0 0,0 0-1,0-1 1,0 0 0,1 0-1,-1 0 1,5 0 0,-1 0-1200,4 0-3544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5731,'0'0'1064,"0"0"-301,0 0-93,0 0 77,0 0-163,0 0-208,12-10-8,-4 2-261,1 1-1,0 0 0,1 0 0,0 1 0,0 1 0,0 0 1,1 0-1,-1 0 0,1 2 0,0-1 0,0 1 1,1 1-1,-1 0 0,17 0 0,-28 2-101,1 0-1,-1 0 0,1 1 1,-1-1-1,1 0 1,-1 1-1,1-1 1,-1 0-1,0 1 1,1-1-1,-1 1 1,1-1-1,-1 0 0,0 1 1,1-1-1,-1 1 1,0-1-1,0 1 1,1-1-1,-1 1 1,0 0-1,0-1 1,0 1-1,0-1 0,1 1 1,-1-1-1,0 1 1,0 0-1,0-1 1,-1 2-1,1 25 281,0-18-124,0-4-118,-1 0-1,1 1 0,-1-1 0,-1 0 0,1 1 0,-1-1 1,1 0-1,-1 0 0,-1 0 0,1-1 0,-1 1 0,-4 6 1,-48 49 151,43-48-135,-1 1 0,-17 23 1,30-38 46,1 0 0,0 0 0,-1 1 0,1-1 0,0 0 0,0 0 0,0 0 0,0 0 0,0 1 0,1-1 0,2-2 0,5-2-106,1 0 0,0 1-1,0 0 1,0 1 0,1 0-1,-1 0 1,1 1 0,0 1-1,0 0 1,0 0 0,0 1-1,0 1 1,0 0 0,1 0-1,17 4 1,-26-4 11,-1 0 0,1 1 0,0-1 0,0 1 0,0 0 0,-1 0-1,1 0 1,-1 0 0,1 1 0,-1-1 0,1 1 0,-1 0 0,0-1 0,1 1 0,-1 0 0,0 0 0,0 0-1,0 1 1,-1-1 0,1 0 0,-1 1 0,1-1 0,-1 1 0,0-1 0,2 5 0,-1 4 54,0 0 0,0 0 0,-1 0 0,0 0 0,-1 14-1,0-14-41,-1-7-2,0 1 0,0 0 0,-1-1 0,1 1 0,-1-1 0,0 0-1,0 0 1,-1 0 0,1 0 0,-1 0 0,0 0 0,0 0 0,0-1-1,-1 0 1,1 1 0,-1-1 0,1 0 0,-1-1 0,0 1 0,0-1-1,-1 0 1,-6 3 0,-5 2 67,1 0 0,-2-1 1,1-1-1,-34 7 0,-7-8-98,34-3-5111,20-1-2111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5394,'0'0'1567,"0"0"-332,0 0 213,0 0 204,0 0-348,0 0-362,0 0-245,3 0-247,47 0 193,56 2 8,0-5 0,0-4 0,127-26 0,175-76-403,-381 105-858,-21 7-918,-14 6-255,-7-3-872,1 1-1638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5090,'0'0'1678,"0"0"-688,0 0 43,0 0 370,0 0-461,9-3-382,23-10-360,0 2 0,1 1 0,0 2 0,0 1 0,1 2 1,62-2-1,-96 8-201,1-1 1,0 1-1,-1 0 1,1 0 0,-1 0-1,0 0 1,1 0-1,-1-1 1,1 1-1,-1 0 1,0 0 0,0 0-1,0 0 1,0 0-1,1 0 1,-1 0 0,0 0-1,-1 0 1,1 0-1,0 0 1,0 0-1,0 0 1,0 0 0,-1 0-1,0 1 1,-6 28 144,-2-20-39,0 0 0,0-1-1,0 1 1,-2-2 0,1 0 0,-1 0 0,0-1 0,0 0-1,-1-1 1,0 0 0,0-1 0,-1 0 0,-22 5-1,43-12-45,0-1 0,-1 0 0,1-1 0,0 0 0,10-8 0,-9 6-79,0 1-1,0 0 0,0 0 0,1 1 0,-1 0 0,18-4 0,-22 7-8,0 0-1,0 0 1,0 1-1,0 0 1,0 0-1,1 0 0,-1 0 1,0 1-1,0 0 1,0 0-1,0 1 0,0-1 1,0 1-1,0 0 1,-1 0-1,9 6 0,-10-5 22,1 0-1,-1 0 1,0 1-1,-1 0 0,1-1 1,-1 1-1,1 0 1,-1 0-1,0 1 0,-1-1 1,1 0-1,-1 1 1,0-1-1,0 1 0,0-1 1,0 1-1,-1-1 1,0 1-1,0 5 1,0-4 69,0 0 0,0 0 1,0 1-1,0-1 1,-1 0-1,0 0 1,-1 0-1,1-1 1,-1 1-1,0 0 1,-1 0-1,1-1 1,-1 1-1,0-1 1,0 0-1,-1 0 0,0 0 1,1-1-1,-2 1 1,1-1-1,0 0 1,-1 0-1,0 0 1,-7 4-1,3-2 156,-2 4 172,-1-1 1,1-1 0,-2 0 0,1 0-1,-1-2 1,0 1 0,0-2-1,-1 0 1,1 0 0,-26 4 0,16-6-218,13-2 17,-1 1 1,1-2-1,-1 1 0,1-2 1,-12-1-1,20 2-322,0 0-1,0-1 1,0 1-1,1-1 1,-1 0-1,0 1 1,0-1 0,1 0-1,-1 0 1,0 0-1,1 0 1,-1 0-1,1-1 1,-1 1 0,1 0-1,0-1 1,0 1-1,0-1 1,-1 1-1,1-1 1,1 0 0,-1 1-1,0-1 1,0 0-1,1 0 1,-1 0-1,1 1 1,-1-1 0,1 0-1,0 0 1,0 0-1,0 0 1,0-2-1,0-12-2488,0 6-129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1537,'0'0'3276,"0"0"-1350,0 0-507,0 0-29,0 0-205,0 0-545,0 11-45,-1 83 1216,6 158 1440,-3-222-3128,2 0-1,2-1 1,0 0 0,2 0-1,1-1 1,18 38-1,-25-56 381,-2-7-1902,1-1-3467,-3-6 472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6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4322,'0'0'1793,"0"0"-593,0 0-159,0 0-225,170 16 113,-111-16-193,-1 0-160,0 0-80,4-12-63,-7-4 95,-7 1-112,-11 6-48,-18 4-368,-11 5 0,-8 0-176,0 0-544,0 0-2274,-11 0-2128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73 6867,'0'0'1540,"0"0"-241,0 0-69,0 0-179,0 0-320,0 0-184,2-16-115,1-1-390,2-23 409,-1 79-90,-5-15-174,-2 0 1,0 0 0,-1-1 0,-1 1-1,-9 23 1,-49 116 395,5-16-347,49-121-262,5-18-123,1 1-1,0 0 0,0-1 1,1 1-1,-1 14 0,3-22-1589,0-1-678,0 0-2196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2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2961,'0'0'2015,"0"0"-964,0 0-166,0 0 145,0 0-21,6 11 327,86 135 1095,68 117 677,-129-212-2693,-24-42-495,0 1 0,0 0 0,-2 0 0,1 0 0,-1 1 1,-1 0-1,0 0 0,4 16 0,-8-25-586,2 3-518,2-4-4820,-2-1 321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29 6467,'0'0'1409,"0"0"-105,0 0 286,0 0-98,0 0-513,-1-1-898,1 0-1,0 0 1,0 0 0,0 0 0,0 0-1,0 0 1,1 0 0,-1 0 0,0 0 0,0 0-1,1 0 1,-1 0 0,0 0 0,1 0-1,-1 0 1,1 0 0,0-1 0,14-1 52,0 0 1,0 1 0,0 1-1,0 0 1,0 1 0,24 3-1,10-1-17,-48-2-121,-1 0 71,-42 0 446,-115 0-509,156 1-8,0-1-1,0 0 1,-1 1-1,1-1 1,0 1-1,0-1 1,-1 1-1,1 0 1,0-1-1,0 1 1,0 0-1,0 0 1,0 0-1,0 0 1,0 0-1,0 0 1,1 0-1,-1 0 1,0 0-1,0 0 1,1 0-1,-1 1 1,1-1-1,-1 0 1,1 0-1,0 1 1,-1-1 0,1 0-1,0 1 1,0 1-1,0 50-103,1-33 105,0-12 4,2 0 1,-1 1-1,1-1 0,0 0 0,1 0 0,0-1 0,4 8 0,-7-13-6,3-1-22,0 0 0,0 0-1,0-1 1,0 1 0,0-1 0,0 0 0,0 0-1,0 0 1,6-1 0,1 0 35,176 1-188,-185 0 165,1 0-1,-1 1 1,1-1 0,-1 0 0,1 1-1,-1 0 1,0-1 0,1 1 0,-1 0-1,0 0 1,1 1 0,-1-1 0,0 0-1,0 1 1,0-1 0,0 1 0,0 0-1,-1-1 1,1 1 0,0 0 0,-1 0 0,0 0-1,1 1 1,-1-1 0,0 0 0,0 0-1,0 1 1,0-1 0,0 0 0,0 5-1,2 7 0,-1 0 0,-1 0 0,0 0 1,-1 19-1,0-18 26,0-11-3,0 0 1,-1 0 0,1 0-1,-1 0 1,0-1-1,0 1 1,0 0 0,0 0-1,0-1 1,-1 1-1,0-1 1,0 1 0,0-1-1,0 0 1,0 0-1,-1 0 1,-4 4 0,2-2 19,-1-1 0,1 0 0,-1 0 1,0-1-1,-1 0 0,1 0 1,0 0-1,-1-1 0,-7 2 1,-15 1 73,1 0 0,0-3 0,-51 0 0,65-2-103,13-2-2862,1 2-1676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30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3730,'0'0'2414,"0"0"-1232,0 0-456,0 0 365,0 0-51,0 0-405,4 0 54,246 19 2427,-118-16-2520,-1-6-1,249-37 1,-358 36-723,14-4-424,0 2 0,60-3 1,-96 15-5773,-2 0 288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3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22 1537,'0'0'3375,"0"0"-2492,0 0-299,0 0 1049,0 0 5,67 5 2689,-23-7-3759,0-2 0,55-12 0,-78 12-511,-37 6-342,0-1-1,-29-2 1,33 0 276,1 0 0,-1 1 0,0 0 0,1 1 1,-1 0-1,0 1 0,1 0 0,0 1 0,-22 8 0,23-7 11,0 2-1,0 0 0,1 0 0,-13 11 0,20-15-6,-1 1 0,1-1 0,0 1-1,-1 0 1,1 0 0,1 0 0,-1 0-1,0 0 1,1 1 0,-1-1 0,1 0 0,0 1-1,0-1 1,1 1 0,-1-1 0,1 1 0,-1 5-1,1-3-2,1 0-1,-1 0 1,1 0 0,0 0-1,1 0 1,-1 0-1,1-1 1,5 12-1,-3-10 13,0 15 16,-3-17-232,10-16 36,-6 7 153,-1 0-1,1 1 1,0 0 0,0 0-1,0 0 1,0 1-1,1-1 1,-1 1 0,0 1-1,1-1 1,0 1-1,-1 0 1,1 0 0,0 0-1,7 1 1,1 0-236,0 0 0,1 0 0,-1 2 0,0 0-1,17 4 1,-27-5 136,0 0 0,1 0 0,-1 1 0,0 0 0,0 0 0,0 0 0,0 0 0,0 1 0,0-1 0,-1 1 0,6 5 0,-7-6 100,-1 1 0,1-1-1,-1 1 1,0-1 0,0 1-1,0 0 1,0-1 0,0 1-1,-1 0 1,1 0 0,-1-1 0,1 1-1,-1 0 1,0 0 0,0 0-1,-1 0 1,1-1 0,-1 1-1,-1 5 1,2-6 41,-2 1 0,1-1 1,0 0-1,0 0 0,-1 0 0,1 0 0,-1 0 0,0 0 0,1 0 0,-1 0 1,0 0-1,0-1 0,0 1 0,0-1 0,-3 2 0,-42 20 507,23-11-254,9-3-9,-2 0 0,1-1 0,-1-1 0,0 0 0,-1-2 0,1 1-1,-1-2 1,0-1 0,-1 0 0,-32 0 0,-71-17 811,121 14-1105,1 0-123,17 0-6045,-2 0-2543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33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 6003,'0'0'1414,"0"0"-120,0 0-267,0 0 93,0 0-250,0 0-582,-4-2-170,4 2-116,0 0 0,0 0 0,0-1 1,0 1-1,0 0 0,0 0 0,-1 0 1,1 0-1,0 0 0,0 0 0,0 0 1,0-1-1,-1 1 0,1 0 0,0 0 1,0 0-1,0 0 0,-1 0 0,1 0 1,0 0-1,0 0 0,0 0 0,0 0 1,-1 0-1,1 0 0,0 0 0,0 0 1,0 0-1,-1 0 0,1 0 0,0 0 1,0 0-1,0 0 0,-1 0 0,1 1 1,0-1-1,0 0 0,0 0 0,0 0 1,0 0-1,-1 0 0,1 0 0,0 1 1,0-1-1,0 0 0,0 0 0,0 0 1,0 0-1,-1 1 0,1-1 0,0 0 1,0 0-1,0 0 0,0 0 0,0 1 1,0-1-1,0 0 0,0 0 0,0 0 1,0 1-1,0-1 0,0 0 0,0 0 1,0 0-1,0 1 0,0-1 0,0 0 1,0 0-1,1 1 0,12 22 197,36 42 158,-38-50-299,28 33 245,-3 2 0,-2 2 0,-3 1 0,-1 1 0,-4 1 0,-1 2 1,26 94-1,-27-46 212,-5 2-1,-5 0 1,1 205 0,-15-302-395,-1-1-1,0 1 1,-1 0-1,0-1 1,0 0 0,-1 1-1,0-1 1,-1 0-1,0-1 1,-1 1-1,0-1 1,0 1-1,0-1 1,-1-1-1,0 1 1,-1-1-1,0 0 1,0-1 0,0 1-1,-1-2 1,0 1-1,0-1 1,0 0-1,-1 0 1,-14 4-1,23-9-355,-1 1 693,0 0-4135,1-1-1292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15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5202,'0'0'1676,"0"0"-596,0 0-143,0 0-1,0 0 41,0 0-116,-7 26-130,2-1-554,-2 6 68,-1-1-1,-2 0 1,-17 39 0,-21 33 794,4-8-87,-49 145-1,90-226-1059,-2 9 119,2-15-4660,0-7 1205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1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4834,'0'0'1500,"0"0"-735,0 0-119,0 0 370,0 0 41,0 0-377,0-4-405,0 4-244,0 0 0,0 0 0,0 1 0,1-1 0,-1 0 0,0 0-1,0 0 1,0 0 0,0 0 0,1 0 0,-1 0 0,0 0 0,0 0 0,0 1 0,0-1 0,1 0 0,-1 0 0,0 0 0,0 0 0,0 0 0,1 0-1,-1 0 1,0 0 0,0 0 0,0 0 0,1 0 0,-1-1 0,0 1 0,0 0 0,0 0 0,0 0 0,1 0 0,-1 0 0,0 0 0,0 0 0,0 0-1,0 0 1,0-1 0,1 1 0,-1 0 0,0 0 0,0 0 0,0 0 0,0-1 0,0 1 0,18 37 1165,15 54 744,-15-35-1118,1 4-76,35 77 0,-46-120-682,1 0 0,1-1 0,0 0 1,1-1-1,0 0 0,2-1 1,-1 0-1,30 24 0,-35-34-47,-4-2 6,1 0 0,-1 1-1,0-1 1,0 0-1,0 1 1,-1 0-1,1-1 1,-1 1 0,3 4-1,-5-7 63,0 0 68,0 0 1,0 0 44,0 0-73,0 0-13,0 0-58,0 0-252,0 0-786,0 0-1044,0 0-1856,0-2-2319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1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5218,'0'0'1564,"0"0"-374,0 0 29,0 0-13,0 0-294,0 0-370,4 5-177,0-1-298,-1 0-1,1-1 1,0 1-1,0-1 0,1 0 1,-1-1-1,1 1 1,-1-1-1,1 1 0,0-2 1,0 1-1,0 0 1,0-1-1,0 0 1,0 0-1,0 0 0,0-1 1,8 0-1,231 1 1866,-128-1-6161,-116 0-1413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3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31 3970,'0'0'600,"0"0"-122,0 0 109,0 0 106,0 0 220,0-5-212,0-10-414,0 4 3828,-24 16-2175,13 8-1902,0 0 0,2 1 0,0 0 0,0 1 0,1 0 0,-6 16 0,-5 8 61,-18 34 585,-47 134-1,70-165-494,3 0 1,1 1-1,3 1 0,-5 84 0,12-102-161,2 105 138,0-117-151,0 0 0,1 0 0,0 0 0,1 0 1,1-1-1,0 1 0,7 13 0,8 7 296,1-1-1,1-1 0,2-1 0,1-1 1,2-2-1,0 0 0,2-1 0,1-2 1,43 27-1,-70-49-350,1-1 0,0 0 0,0 0 1,0 0-1,0 0 0,1 0 0,5 0 0,17-2-7783,-14-4-3118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4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 4210,'0'0'907,"0"0"-152,0 0 251,0 0 245,0 0-229,0 0-411,0-8 2895,0 5-1256,1 6-1238,39 304 400,-12 759 1589,-28-958-2724,2-16 7,-5 105 505,1-181-639,-1 0-1,-1 0 1,-1-1 0,0 1 0,-12 21 0,11-23-63,0-1 1,1 1 0,0 0 0,1 0-1,0 0 1,1 1 0,-1 21 0,4 5 112,0-41-160,0 0-16,0 0 2,0 0 4,0 0 28,0 0-12,0 0 45,0-24-260,0 21 15,0 0 1,0 0-1,1 0 0,-1 0 0,1 0 0,-1 0 0,1 0 0,0 0 0,2-4 0,14-13-5118,-6 10-648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4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5907,'0'0'1302,"0"0"-817,0 0-101,0 0 505,0 0 125,0 0-291,0 0-161,0 0-529,0 0-1,0 0 0,-1 0 0,1 0 0,0 0 0,0 0 0,0 0 0,0 0 0,0 0 1,0 0-1,-1 0 0,1 0 0,0 0 0,0 0 0,0 0 0,0 0 0,0 0 0,0 0 0,-1 1 1,1-1-1,0 0 0,0 0 0,0 0 0,0 0 0,0 0 0,0 0 0,0 0 0,-1 0 1,1 0-1,0 0 0,0 1 0,0-1 0,0 0 0,0 0 0,0 0 0,0 0 0,0 0 1,0 0-1,0 1 0,0-1 0,0 0 0,0 0 0,0 0 0,0 0 0,0 0 0,0 0 0,0 1 1,0-1-1,0 0 0,0 0 0,0 0 0,0 0 0,0 0 0,0 1 0,0-1 0,0 0 1,0 0-1,0 0 0,8 4 238,0-1 0,0 0 0,0 0 0,0 0 0,0-1 0,1-1 0,-1 1 1,14-1-1,77-2 247,-48-1-309,-29 3-159,-8-1-48,-1 1 0,0-1 0,0-1 0,0-1-1,1 0 1,-1 0 0,12-5 0,-25 7-52,1 0 0,-1 0 0,0 0-1,0 0 1,0-1 0,0 1 0,0 0 0,1 0 0,-1 0 0,0 0 0,0 0 0,0 0 0,0 0 0,0-1 0,0 1-1,0 0 1,0 0 0,0 0 0,0 0 0,0 0 0,0-1 0,1 1 0,-1 0 0,0 0 0,0 0 0,0 0-1,0 0 1,0-1 0,0 1 0,0 0 0,-1 0 0,1 0 0,0 0 0,0-1 0,0 1 0,0 0 0,0 0-1,0 0 1,0 0 0,0 0 0,0-1 0,0 1 0,0 0 0,0 0 0,-1 0 0,1 0 0,0 0 0,0 0-1,0 0 1,0 0 0,0-1 0,0 1 0,-1 0 0,1 0 0,0 0 0,0 0 0,0 0 0,0 0 0,-1 0 0,-7-4-3914,0 3-688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46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8516,'0'0'696,"0"0"-512,0 0 211,0 0 878,0 0-19,12-3-555,-4 2-634,-1-1 1,0 0-1,0 0 1,0 0 0,0-1-1,-1 0 1,1-1-1,-1 1 1,0-1 0,0-1-1,0 1 1,0-1-1,-1 0 1,0 0 0,0 0-1,0-1 1,-1 0 0,1 0-1,-1 0 1,-1-1-1,5-10 1,-3 4 255,0-1-1,-2 0 1,0 0-1,0 0 1,0-26-1,-4 124 679,3 110 458,0-165-1229,1 0 0,2 0 0,1-1 1,14 44-1,-19-91-9179,-1 5-1902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47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0 249 5747,'0'0'1013,"0"0"-324,0 0 191,0 0 494,0 0-232,0 0-331,4-3-197,12-10-342,-1 0 1,-1-1-1,-1-1 1,0 0-1,0 0 1,-2-2 0,0 1-1,-1-1 1,0-1-1,-2 0 1,10-28-1,-15 35 63,2-6 304,-5 24-462,-2 35-52,0-10 197,-1 1 0,-2-1 0,-11 42 0,7-42 223,3 1-1,1 0 0,-2 44 0,7-76-373,0-1-30,0 0 60,0 0-44,0 0-21,0 0-11,0 0-282,0 0-1049,0 0-1713,0 0-1125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6:56.82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206 104 6483,'0'0'1438,"0"0"-987,0 0-214,0 0 425,0 0 304,0 0-203,1-17-254,0-50-127,-1 66-369,0 0 0,0 1 0,0-1 1,0 0-1,0 0 0,-1 0 0,1 1 1,0-1-1,0 0 0,-1 0 0,1 1 0,0-1 1,-1 0-1,1 0 0,-1 1 0,1-1 1,-1 1-1,1-1 0,-1 0 0,0 1 0,1-1 1,-1 1-1,0-1 0,1 1 0,-1 0 1,0-1-1,0 1 0,1 0 0,-1-1 0,0 1 1,0 0-1,1 0 0,-1 0 0,0 0 0,0-1 1,0 1-1,1 0 0,-1 1 0,0-1 1,0 0-1,0 0 0,0 0 0,1 0 0,-1 1 1,0-1-1,0 0 0,1 1 0,-1-1 1,0 0-1,1 1 0,-2 0 0,0 0 20,-4 2-28,-1 0 0,1 1 0,0 0 0,0 0 1,1 0-1,-1 1 0,1 0 0,0 0 0,0 1 0,1-1 0,-1 1 0,-5 10 0,-43 80 42,53-95-45,-9 17 38,1 1 0,1 0 1,-8 36-1,13-45-5,0 1 1,1-1-1,0 1 0,1-1 1,0 1-1,1-1 1,0 0-1,0 1 0,4 11 1,-3-18-27,0 0 0,0 0-1,0 0 1,0 0 0,1 0 0,-1-1 0,1 0 0,0 1 0,0-1 0,1 0 0,-1 0 0,1-1 0,-1 1 0,1-1 0,0 0-1,0 1 1,0-2 0,0 1 0,0 0 0,0-1 0,0 0 0,1 0 0,5 0 0,13 3 34,0-2 1,1 0-1,27-3 1,-34 1 5,4-1-53,0-2-1,1 0 1,-1-1-1,-1-1 1,1-1-1,-1 0 1,0-2-1,33-17 1,-27 10-127,-1-1-1,0 0 1,-1-2 0,-1-1 0,36-38 0,-52 50 107,-1-1-1,-1 1 1,1-1 0,-1 0-1,0 0 1,-1 0 0,0-1-1,-1 0 1,1 0 0,-1 0-1,-1 0 1,3-18 0,-5 23 25,0 0 1,0-1-1,0 1 1,-1-1-1,1 1 1,-1 0 0,0 0-1,0-1 1,-1 1-1,1 0 1,-1 0-1,0 0 1,0 0 0,0 1-1,-1-1 1,1 0-1,-1 1 1,0 0-1,0 0 1,0 0 0,0 0-1,-1 0 1,1 0-1,-1 1 1,0 0-1,0-1 1,0 2 0,0-1-1,-5-2 1,-6-1 113,-1 0 1,1 1-1,-1 1 1,0 1 0,1 0-1,-1 1 1,0 0-1,0 1 1,0 1 0,0 1-1,-29 6 1,21-1 48,1 0 0,0 1 1,0 2-1,1 0 0,0 1 1,-39 29-1,42-27 43,0 2 1,1 1-1,0 0 1,-24 30-1,37-40-177,0 0-1,1 0 0,0 1 0,0-1 0,1 1 1,0 0-1,0 0 0,0 0 0,1 0 1,0 0-1,1 1 0,-1-1 0,1 1 1,1-1-1,0 1 0,0-1 0,0 1 0,3 12 1,-2-17-32,-1 0 1,2-1 0,-1 1-1,0-1 1,0 1 0,1-1-1,0 1 1,-1-1 0,1 0-1,0 0 1,0 0 0,0 0-1,0 0 1,1-1 0,-1 1-1,0 0 1,1-1 0,-1 0 0,1 1-1,-1-1 1,1 0 0,5 1-1,5 1-2,1 0 0,-1-1 0,20 0 1,-31-2 3,24 2-6,1-2 0,0-1-1,49-8 1,-64 7-36,-1-1 0,1 0 0,-1-1 0,0 0-1,-1-1 1,1 0 0,-1-1 0,0 0 0,0-1 0,-1 0 0,12-11-1,-18 16 39,0-1-1,-1 1 1,1-1-1,-1 0 1,0 0-1,0 0 1,0 0-1,0 0 1,-1 0-1,1-1 1,-1 1-1,0-1 1,0 1-1,0-1 1,0 1-1,0-1 1,-1 0-1,0 1 1,0-1-1,0 0 1,0 1-1,0-1 1,-1 0-1,0 1 1,1-1-1,-3-5 1,0 4 15,0-1 0,0 1 0,0 0 0,-1 0 0,1 0 0,-1 1 1,0-1-1,-1 1 0,1 0 0,-1 0 0,0 0 0,0 1 0,0-1 1,-10-3-1,-2 0 15,-1 1 1,0 2-1,-1 0 0,1 0 1,-1 2-1,1 0 1,-1 1-1,0 1 0,-20 3 1,34-3-40,0 1 0,-1-1 1,1 1-1,0 0 0,0 1 0,0-1 1,0 1-1,-6 3 0,9-4-165,0 0 1,0 0-1,0 1 0,0-1 1,0 1-1,1-1 0,-1 1 1,1 0-1,-1-1 1,1 1-1,0 0 0,0 0 1,0 0-1,0 0 0,0 0 1,0 0-1,0 0 0,0 0 1,1 1-1,-1-1 0,1 4 1,-1 13-6226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00.2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766 32 9396,'0'0'1534,"0"0"-589,-23-5-340,19 4-566,-32-7 468,1 1-1,-1 2 1,-37 0-1,64 6-483,0 0-1,0 1 1,0 0 0,0 0-1,1 1 1,-1 1-1,1-1 1,0 1 0,0 1-1,0-1 1,1 1-1,0 1 1,-1-1-1,2 1 1,-1 0 0,1 1-1,0 0 1,-9 13-1,1-1-23,0 2 0,2 0 0,0 0-1,2 1 1,-15 43 0,20-50-11,1 1 1,1 0 0,0 1-1,2-1 1,0 1-1,1 24 1,0-39 10,0 0 1,0 0 0,1 0-1,-1 0 1,1 0-1,-1 0 1,1 0 0,0 0-1,0 0 1,0 0-1,0-1 1,0 1-1,0 0 1,0 0 0,1-1-1,-1 1 1,1-1-1,-1 1 1,1-1 0,1 2-1,2-1 2,-1 1 1,1-1-1,-1 0 0,1 0 0,0-1 0,0 1 1,0-1-1,6 1 0,11-1 29,0 0 0,1-1-1,21-3 1,-34 2-4,1 0 2,0-1 0,0 0 0,0 0 1,-1-2-1,1 1 0,-1-1 1,0-1-1,0 1 0,0-2 0,-1 1 1,15-13-1,-18 13-8,0 0-1,-1 0 1,0 0-1,0-1 1,0 1 0,-1-1-1,0-1 1,0 1 0,-1 0-1,0-1 1,0 0-1,0 0 1,-1 0 0,0 0-1,0 0 1,0 0 0,-1 0-1,0-11 1,-2 13-5,1 2 0,-1-1 0,0 0 0,-1 0 0,1 0 0,-1 0 0,1 1 0,-1-1 0,0 0 0,-1 1 0,1 0 0,0 0 0,-1-1 0,0 2 0,0-1 0,0 0 0,0 0 0,0 1 0,-1 0 0,1-1 0,-1 1 0,1 1 0,-6-3 0,-9-4 91,-1 0 0,0 1 0,-26-5 0,10 6-58,-1 2 0,1 1 0,-1 1 0,1 2 0,-48 7 0,67-5-49,0 1-1,0 1 1,0 0 0,1 1-1,0 1 1,0 1-1,0 0 1,0 1-1,1 0 1,1 1-1,-24 20 1,31-24-10,0 0-1,0 0 1,1 1 0,0 0 0,0 0-1,1 0 1,0 1 0,0-1-1,0 1 1,1 0 0,0 0 0,0 1-1,0-1 1,1 0 0,1 1-1,-1-1 1,1 1 0,0 0 0,1 0-1,0-1 1,0 1 0,1 0-1,-1-1 1,2 1 0,-1 0-1,1-1 1,3 9 0,-2-11 3,0 0-1,0-1 1,0 1 0,0 0-1,1-1 1,0 0 0,0 0 0,0 0-1,0 0 1,1-1 0,-1 0-1,1 1 1,0-2 0,0 1 0,9 3-1,3 1-18,1-1-1,1 0 1,25 4-1,12-4-57,1-2-1,105-6 1,-146 2-107,0-1 0,0-1 0,0-1 0,0 0 0,-1-1 0,1-1 1,18-8-1,-29 11 138,0-1 0,0 1 0,-1-1 0,1 0 1,-1-1-1,0 1 0,0-1 0,0 1 0,0-1 0,-1-1 1,1 1-1,-1 0 0,0-1 0,-1 1 0,1-1 1,-1 0-1,0 0 0,0 0 0,0 0 0,-1 0 0,1-1 1,-2 1-1,1 0 0,0-1 0,-1-6 0,0 4 57,1 2 20,-1 0 1,0 0-1,0 0 1,0-1-1,-1 1 1,0 0 0,0 0-1,0 0 1,-1 0-1,0 1 1,0-1-1,0 0 1,-1 1-1,0-1 1,0 1 0,-7-9-1,-4-2 142,-1 1-1,-1 1 1,0 0-1,-1 1 0,-1 1 1,0 0-1,0 2 1,-1 0-1,0 1 1,-1 1-1,0 0 1,0 2-1,-1 0 1,1 2-1,-1 0 1,-38-2-1,54 6-164,1 1 0,-1-1 1,1 1-1,-1 0 0,1 0 0,-1 0 0,1 0 0,0 1 0,0 0 1,0 0-1,0 0 0,0 0 0,0 1 0,0-1 0,1 1 0,-1 0 1,1 0-1,0 0 0,0 1 0,0-1 0,0 1 0,1 0 0,-1 0 1,1 0-1,0 0 0,0 0 0,1 0 0,-1 0 0,1 1 1,-1 5-1,-4 13-27,2 1 0,1 0 0,1 0 1,2 33-1,0-47 31,0 0-16,0 0 1,0 0 0,1 0 0,0 0 0,1 0-1,0 0 1,1 0 0,0 0 0,1-1-1,0 1 1,0-1 0,1 0 0,0-1 0,0 1-1,1-1 1,0 0 0,1 0 0,0-1-1,0 1 1,0-2 0,1 1 0,0-1-1,16 10 1,-7-7-12,0-1 1,1-1-1,0 0 0,0-2 0,0 0 0,1-1 0,-1 0 0,1-2 1,0 0-1,0-1 0,0-1 0,0-1 0,30-4 0,-26 1-111,1-1 0,-1-2 0,0 0 0,-1-1 0,1-1-1,-2-1 1,1-1 0,-1-1 0,-1 0 0,23-20 0,-29 20 110,0-1 1,-1 0 0,-1-1-1,0-1 1,-1 0 0,11-18-1,-18 27 61,-1 0 0,0 0 0,0-1-1,0 0 1,-1 1 0,0-1-1,0 0 1,0 0 0,-1 0 0,0 0-1,-1 0 1,0 0 0,0 0-1,0 0 1,-1 0 0,0-1 0,0 1-1,-1 1 1,-3-11 0,2 11 46,-1 0 0,0 1 0,0 0 1,-1-1-1,0 2 0,0-1 0,0 0 0,0 1 1,-1 0-1,1 0 0,-1 1 0,0 0 0,0 0 0,0 0 1,-1 0-1,-11-2 0,-5-1 118,0 0 1,-1 2-1,-37-3 0,28 5 1,1 1-1,-1 1 0,0 2 0,-41 7 0,67-8-199,-1 0 0,1 1-1,0 0 1,0 0 0,0 1-1,1 0 1,-1 0-1,0 1 1,1-1 0,0 1-1,0 1 1,0-1 0,0 1-1,1 0 1,0 0 0,0 1-1,0 0 1,1-1-1,0 2 1,0-1 0,0 0-1,1 1 1,0 0 0,0-1-1,-2 12 1,2-2-264,2 0 0,0 0 0,1 0 0,3 28 0,-3-42 28,0-1-1,0 1 1,0-1 0,1 1-1,-1-1 1,0 0 0,1 1-1,-1-1 1,1 0 0,0 1-1,-1-1 1,1 0 0,0 0-1,0 1 1,0-1 0,0 0-1,2 2 1,25 12-10600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05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14 352 9188,'0'0'1273,"0"0"-201,0 0 46,0 0 88,0 0 109,0 0-290,-2-9-388,-7-26-282,7 26-85,2 9-105,1 12-82,8 16 30,1-1-1,1 0 1,1 0 0,31 48 0,-6-9 190,23 41-58,4-2 1,119 146-1,-174-229-250,-5-7-249,-15-18 164,7 1 59,1-1 1,0 0 0,0 0-1,1 0 1,-1-1 0,1 1-1,0-1 1,-1 1 0,2-1-1,-1 0 1,0 0 0,1 1-1,-1-1 1,0-9 0,-9-63-316,11 69 325,-7-117-226,11-133 0,5 172 165,30-133-1,-4 35 136,-31 136 177,-4 47-73,0 0 14,0 0-56,0 10-193,0-4-74,0 0 0,0-1 0,1 1 1,0-1-1,0 1 0,3 8 0,8 6-4801,-2-10-4390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0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60 8564,'0'0'1462,"0"0"-683,0 0 104,0 0 184,0 0-112,-4 1-333,4-1-589,0 0 0,0 0 0,0 0-1,1 0 1,-1 1 0,0-1 0,0 0 0,0 0 0,0 0 0,0 0-1,0 0 1,0 0 0,0 1 0,0-1 0,0 0 0,0 0 0,0 0 0,0 0-1,1 1 1,-1-1 0,0 0 0,0 0 0,-1 0 0,1 0 0,0 1-1,0-1 1,0 0 0,0 0 0,0 0 0,0 0 0,0 0 0,0 1 0,0-1-1,0 0 1,38 2 552,58-5-100,-56-2-329,-1-2 1,42-14 0,54-10 0,-113 30-121,-21 2-4616,-14 3 829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06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7219,'0'0'1321,"0"0"-443,0 0 87,0 0 247,0 0-105,10 2-277,85 2 667,-58-5-1059,-1 3 0,38 6 0,-48-3-606,20 4-65,-12-7-3853,-28-2-86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0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9492,'0'0'870,"0"0"-531,0 0 88,0 0 480,0 0-238,-1 4-471,-4 38 619,2 0 0,2 0 0,4 44 0,-1 2 157,-2-25-492,0-3-897,0-21-5023,0-49 852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07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7988,'0'0'1363,"0"0"-944,0 0-78,0 0 590,-3 27 227,-23 208 1555,23-203-2318,0-1 0,2 0 0,1 1 0,5 33 0,5-38-4261,-10-27-384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0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6643,'0'0'766,"0"0"-486,0 0-19,0 0 780,0 0 74,14-1-424,463-1 5016,-286 2-4376,-194 3-6176,-2-3 915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1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8 4850,'0'0'2038,"0"0"-600,0 0-13,0 0 213,0 0-264,0 0-304,-1-3 2467,-12-1-2973,-554 11-471,562-7-112,1 0 1,-1 0-1,1 1 0,-1-1 1,0 1-1,1 0 0,0 1 1,-1-1-1,1 1 0,0 0 0,0 0 1,-1 0-1,2 1 0,-1-1 1,-5 5-1,7-1-56,1 1 0,-1-1 0,1 0 0,1 1 0,-1-1-1,1 1 1,0-1 0,1 1 0,1 6 0,-1 12 103,2 31 21,11 67-1,-1-22 42,36 289 161,-43-27 13,-9-206-182,3-73-34,3 0-1,16 97 0,-3-57 198,-6 0 1,-7 158-1,-3-180-143,-11 13-30,11-114-86,0-1 89,0 0 72,0 0 7,0 0-4,0 0 34,0 0-80,1-3-102,1 1 1,-1 0-1,1 0 1,0 0-1,-1 0 1,1 0-1,0 0 1,0 0-1,0 0 1,1 1-1,-1-1 0,0 1 1,1 0-1,-1 0 1,1 0-1,-1 0 1,1 0-1,-1 0 1,1 0-1,-1 1 1,1 0-1,3-1 0,64-5-45,22 8 44,-19-1 8,132-13 0,-204 11-225,0-1-1,0 0 1,0 0-1,0 1 1,-1-1-1,1 0 1,0 0-1,-1 0 1,1 0-1,-1 0 1,0 0-1,0 0 1,0 0-1,0 0 1,0 0-1,0 0 1,0 0-1,-2-3 1,2-5-1423,0-1-2838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4338,'0'0'454,"0"0"218,0 0 544,0 0 54,0 0-114,0 0 81,0 4-236,0-3-908,0 0 0,0 0 0,0 0 0,0 0-1,1 0 1,-1 0 0,0 0 0,0 0 0,1 0 0,-1 0 0,1 0 0,-1 0 0,1 0 0,-1-1 0,1 1-1,0 0 1,-1 0 0,1-1 0,0 1 0,-1 0 0,1-1 0,0 1 0,0 0 0,0-1 0,0 1 0,0-1-1,0 0 1,-1 1 0,3 0 0,1 0 136,1-1-1,-1 1 1,0-1 0,0 0-1,0 0 1,0 0 0,1 0-1,5-2 1,-7 1-190,0-1 0,0 1 0,0-1 0,0 1 0,0-1 0,0 0 0,0 0 0,-1 0 0,1-1 0,-1 1 0,0-1 0,1 1 0,-1-1 0,2-3 0,28-47 56,-27 44-68,24-48 11,-3-1 0,27-83 0,-53 136-64,0 5-54,-2 60 505,-14 79-1,-3 31 954,17-123-1029,0 3 205,5 78 0,-2-123-534,-1 0-1,1 0 1,1-1-1,-1 1 1,1-1-1,0 1 1,0-1-1,0 0 1,0 0-1,1 0 1,0 0-1,0 0 1,0 0-1,0-1 1,5 5-1,-6-46-2047,-2 35 1467,0 1 0,1 0 0,0 0 0,-1 0 0,1-1 0,0 1 0,0 0 0,0 0 0,0 0 0,0 0 0,1 0 0,-1 0 0,3-2 0,9-5-8504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6211,'0'0'2462,"0"0"-1323,0 0-346,0 0 298,0 0-285,0 0-289,10 0 220,6 0-524,34 1 668,0-2 1,1-3 0,68-13 0,-106 15-984,-1-1 0,1 2 0,19 0 0,-29 13-2787,-3-8-940,0-4-2875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61 2833,'0'0'1905,"0"0"-189,0 0-81,0 0-234,0 0-342,-5-5 4511,6 0-5772,2 1 241,0 0 0,0 1 0,1-1 0,-1 1 0,1-1 0,-1 1 0,1 1 0,0-1 0,0 0 0,1 1 0,-1 0 0,0 0 0,1 0 0,0 1 0,6-2 0,-8 1-44,0 2 0,0-1 0,0 0 0,0 0-1,0 1 1,0 0 0,0-1 0,0 1 0,0 0 0,0 1 0,0-1-1,0 0 1,0 1 0,0 0 0,-1 0 0,1 0 0,0 0 0,0 0 0,0 0-1,-1 1 1,1-1 0,-1 1 0,1 0 0,-1 0 0,4 4 0,-2 1 12,0 0 0,0 1 1,-1 0-1,0 0 1,-1 0-1,0 0 1,0 0-1,-1 1 1,1 8-1,-1 82 166,-1-60-175,0-27 10,0 17-3,-1 0-1,-7 45 0,7-67-5,-1 0-1,1 0 1,-1 0-1,-1 0 1,1-1 0,-1 1-1,0-1 1,-1 1-1,1-1 1,-1 0 0,0-1-1,-1 1 1,0-1-1,0 1 1,0-1 0,-6 4-1,9-7 3,0-1-1,-1 1 0,1-1 0,0 0 0,-1 1 1,1-1-1,-1-1 0,1 1 0,-1 0 1,0 0-1,1-1 0,-1 0 0,0 1 1,1-1-1,-1 0 0,0 0 0,1 0 0,-1-1 1,0 1-1,1-1 0,-1 0 0,0 1 1,1-1-1,-1 0 0,1 0 0,0-1 1,-1 1-1,1 0 0,0-1 0,0 0 1,-1 1-1,1-1 0,1 0 0,-1 0 0,0 0 1,0 0-1,1 0 0,-1-1 0,1 1 1,0 0-1,0-1 0,-1 1 0,2-1 1,-1 1-1,-1-6 0,0-6-123,0 0 1,1-1-1,1 1 0,0 0 0,2-18 1,-1 31 114,0-1 0,0 1 0,-1 0 0,1-1 0,0 1 0,0 0 0,0 0 0,0 0 0,1 0 0,-1 0 0,0 0 0,0 0 0,1 0 0,-1 0 0,0 0 0,1 1 0,-1-1 0,1 0 0,-1 1 0,1 0 0,-1-1 0,1 1 0,0 0 0,-1 0 0,1 0 0,-1 0 0,1 0 0,-1 0 0,4 1 0,-1-1-9,0 0 1,0 0-1,1 1 1,-1 0-1,0-1 1,0 2-1,0-1 1,0 0-1,-1 1 1,7 3-1,-2 3 8,0 0-1,-1 1 1,0 0 0,9 14-1,-9-11 45,1-1-1,0-1 0,13 15 1,-18-22 14,0-1 0,0 1 0,1-1 0,-1 0 0,0 0 0,1 0 0,-1 0 0,1 0 0,0-1 0,0 0 0,-1 0 0,1 0 0,0 0 0,0 0 0,8-1 0,34 0 282,-26 0-4098,-20 0-2532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18 8500,'0'0'960,"0"0"-583,0 0-33,0 0 443,0 0-382,0 0-191,-3 5 111,2-4-265,0 1 1,1 0-1,-1-1 0,0 1 1,0 0-1,1 0 0,-1 0 0,1 0 1,0-1-1,-1 1 0,1 0 1,0 0-1,0 0 0,0 0 0,1 3 1,0-3 11,0 0 1,0 0-1,0 0 1,0-1 0,1 1-1,-1 0 1,1-1-1,-1 1 1,1-1-1,0 0 1,-1 1 0,1-1-1,0 0 1,0 0-1,0 0 1,4 1-1,-5-1-44,1 0-1,-1-1 1,0 1-1,1 0 1,-1-1-1,1 1 0,0-1 1,-1 1-1,1-1 1,-1 0-1,1 0 0,0 0 1,-1 0-1,1 0 1,-1 0-1,1 0 0,0 0 1,-1 0-1,1-1 1,-1 1-1,1-1 0,1 0 1,-2-1-15,0 1-1,-1 0 1,1-1 0,0 1 0,-1 0 0,1-1-1,-1 1 1,0-1 0,1 1 0,-1-1-1,0 0 1,0 1 0,0-1 0,0 1 0,0-1-1,0 1 1,-1-1 0,1 1 0,0-1-1,-1 1 1,1-1 0,-1 1 0,0 0-1,-1-3 1,1 1 20,-1 1 1,1-1-1,-1 0 0,0 1 0,0-1 1,0 1-1,0 0 0,-1 0 0,1 0 1,-1 0-1,1 0 0,-1 0 0,0 1 1,1-1-1,-1 1 0,0 0 0,0 0 1,-4-1-1,1 0 47,0 1 1,0-1-1,1 2 0,-1-1 1,0 0-1,0 1 0,0 0 1,0 1-1,-6 0 1,10 1-76,1-1 0,-1 0 0,1 1 0,-1-1 0,1 1 0,0-1 0,0 1 1,-1 0-1,1-1 0,0 1 0,1 0 0,-1 0 0,0 0 0,0 0 0,1 0 1,-1-1-1,1 1 0,0 0 0,0 0 0,0 4 0,-1-1 1,0 0-1,1 0 1,0 0-1,0 0 1,0 0-1,0 0 1,3 7 0,-2-10-4,1-1-1,0 1 1,-1-1 0,1 0 0,0 0 0,0 0 0,0 0 0,0 0 0,0 0 0,0 0 0,0-1 0,1 1 0,-1-1 0,0 1 0,0-1 0,0 0 0,1 0 0,2 0-1,1 0 60,0 1 0,0-1-1,0-1 1,-1 1-1,13-4 1,-17 4-49,1-1 0,-1 0 1,0 0-1,0 0 0,0 0 1,0 0-1,0 0 0,0 0 1,0 0-1,0-1 0,0 1 1,0 0-1,0 0 0,-1-1 1,1 1-1,-1-1 0,1 1 1,-1-1-1,1 1 0,-1 0 1,0-4-1,1-35 42,-1 28-96,0 11 16,0 0 1,0 1 0,0-1-1,-1 1 1,1-1 0,0 0-1,-1 1 1,1-1 0,0 1-1,-1-1 1,1 1 0,0-1-1,-1 1 1,1-1 0,-1 1-1,1-1 1,-1 1 0,1-1-1,-1 1 1,1 0 0,-1-1-1,0 1 1,1 0 0,-1 0-1,1-1 1,-1 1-1,0 0 1,1 0 0,-1 0-1,0 0 1,1 0 0,-1 0-1,0 0 1,-30 0-1754,20 0-340,3 0-1408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1 364 5843,'0'0'1734,"0"0"-1153,0 0-106,0 0 136,0 0-24,14-14-315,-11 11-260,15-13 22,-2-1 0,0-1 0,-1 0 0,0-1 0,11-22 0,-19 24 129,-1 0 0,0-1 0,-2 0 0,0 0 0,-1 0 0,0 0-1,-2 0 1,0-1 0,-3-22 0,2 27 532,0 13-231,0 1-101,0 8-8,-5 437 5538,5-439-5993,0 0-1,0 0 0,1-1 1,0 1-1,0 0 0,0 0 0,3 6 1,-4-12-1634,0 0-1561,0 0-985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7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5891,'0'0'813,"0"0"252,0 0 733,0 0-261,0 0-857,4-5-413,2-1-145,0 0 0,0 0-1,1 1 1,-1-1 0,1 1 0,1 1 0,-1 0 0,1 0 0,-1 0 0,1 1 0,0 0-1,1 0 1,-1 1 0,0 0 0,1 1 0,-1 0 0,1 0 0,12 1 0,-20 1-94,0 0 0,0 0 0,0 0 0,0 0 0,0 0 0,0 0 0,-1 0 0,1 0 0,0 1 0,0-1 0,-1 0 0,1 1 0,-1-1 0,1 0 0,-1 1 1,0-1-1,0 1 0,1-1 0,-1 0 0,0 1 0,0-1 0,0 1 0,-1-1 0,1 1 0,0 1 0,-3 42 569,2-39-559,0-1 0,-1 0 1,1 0-1,-1 0 0,-1 0 1,1 0-1,-1-1 0,0 1 1,0-1-1,0 1 0,0-1 1,-1 0-1,0 0 0,0-1 1,0 1-1,-6 3 0,-13 14 255,26-21-280,-1 1 0,0-1-1,0 0 1,0 0 0,1 0 0,-1-1-1,0 1 1,0-1 0,0 1 0,1-1 0,-1 0-1,0 1 1,0-1 0,0 0 0,0 0-1,2-2 1,0 1-1,5-2-21,0 1 0,0 0-1,1 1 1,-1 0 0,1 0-1,0 1 1,-1 0 0,1 1-1,16 1 1,-23 0 5,-1-1-1,0 1 1,0 0-1,1 0 1,-1 0 0,0 1-1,0-1 1,0 0-1,0 1 1,0-1 0,0 1-1,-1 0 1,1 0 0,0 0-1,-1 0 1,0 0-1,1 0 1,-1 0 0,0 0-1,0 0 1,0 1-1,0-1 1,0 0 0,-1 1-1,1-1 1,-1 0-1,0 1 1,1 2 0,1 14 172,0-1-1,-1 29 1,-1-38 3,0-6-131,-1-1 0,1 1 0,-1-1 0,1 0 0,-1 1 1,0-1-1,0 0 0,0 1 0,-1-1 0,1 0 0,0 0 0,-1 0 0,1 0 0,-1 0 0,0 0 1,0-1-1,1 1 0,-1 0 0,0-1 0,-1 0 0,1 1 0,0-1 0,0 0 0,0 0 0,-1 0 0,1 0 1,-1-1-1,1 1 0,0-1 0,-1 1 0,-4-1 0,-13 3 156,0-2 0,1 0 1,-23-2-1,17 0-108,-14 1-1823,38 0-1068,1 0-1106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58 5298,'0'0'1177,"0"0"-598,0 0 19,0 0 522,0 0 38,0 0-390,-15 0 1265,113 1-1113,-2 1 31,0-5 0,129-18 0,-83-6-445,-139 25-516,-3 2-6,-20-1-644,-12 0-680,13-4-4581,16 5-565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1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25 5587,'0'0'285,"0"0"211,0 0 905,0 0 141,0 0-707,6 0 350,19-2-284,47-8 1,-47 5-590,1 2 0,25-1 0,-50 4-308,-1 0 1,1 1-1,0-1 0,-1 0 0,1 1 0,-1-1 0,1 0 0,-1 1 0,1-1 0,-1 1 0,0-1 0,1 1 0,-1-1 0,0 1 0,1-1 0,-1 1 0,0 0 0,1-1 0,-1 1 0,0-1 0,0 1 0,0 0 0,0-1 0,1 1 0,-1-1 0,0 1 0,0 0 0,0-1 1,-1 2-1,2 25 92,-1-22-49,-1 1 2,1 0 1,-1 0 0,1 0 0,-2 0 0,1-1 0,-1 1 0,1-1-1,-2 1 1,1-1 0,0 1 0,-1-1 0,0 0 0,-1 0 0,-6 8-1,-3 0 212,0-1-1,-1 0 0,-21 14 0,-17 15 769,52-41-925,0 0-13,0 0-35,5-1-57,1 0 1,0-1-1,-1 0 1,0 0 0,1 0-1,-1-1 1,0 0 0,0 0-1,8-6 1,13-8-15,-22 15 8,0 0-1,0 0 1,0 0 0,1 0-1,-1 1 1,0 0 0,1 0 0,-1 0-1,1 0 1,-1 1 0,1-1-1,-1 1 1,1 0 0,-1 1 0,1-1-1,-1 1 1,1 0 0,-1 0-1,0 0 1,1 1 0,-1-1-1,0 1 1,0 0 0,0 0 0,0 1-1,0-1 1,-1 1 0,1 0-1,-1 0 1,1 0 0,-1 0-1,0 1 1,4 6 0,3 1 7,-2 1 0,1 0 0,-1 0 0,-1 1 0,0 0 0,-1 0 0,0 1 0,-1 0 0,-1 0 0,0 0 0,-1 0 0,-1 1 0,2 16 0,-4-29 5,0 0 1,-1 0-1,1 0 1,0 0-1,-1 0 1,1 0-1,-1 0 1,0-1-1,0 1 1,1 0-1,-1 0 1,0-1-1,-1 1 1,1 0-1,0-1 1,0 1-1,-1-1 1,1 0-1,-3 3 1,-1-1 16,1 0 0,-1-1 0,0 1 0,0-1 0,0 0 0,0 0 0,-7 1 0,-6 0 213,0 0-1,0-1 1,-26 0-1,3-2 300,21 2-361,1-2 0,0 0 0,0-1 0,0-1 1,0 0-1,0-2 0,1 0 0,-22-9 0,40 13-262,0 0-1,0 0 1,0 0 0,0 0 0,-1 0-1,1 0 1,0-1 0,0 1-1,0 0 1,0 0 0,0 0-1,0 0 1,-1-1 0,1 1 0,0 0-1,0 0 1,0 0 0,0 0-1,0-1 1,0 1 0,0 0-1,0 0 1,0 0 0,0-1 0,0 1-1,0 0 1,0 0 0,0 0-1,0-1 1,0 1 0,0 0-1,0 0 1,0 0 0,0 0 0,0-1-1,1 1 1,-1 0 0,0 0-1,0 0 1,0 0 0,0-1 0,0 1-1,0 0 1,1 0 0,-1 0-1,0 0 1,0 0 0,0 0-1,0-1 1,1 1 0,-1 0 0,0 0-1,0 0 1,0 0 0,0 0-1,1 0 1,-1 0 0,0 0-1,0 0 1,0 0 0,1 0 0,-1 0-1,0 0 1,0 0 0,0 0-1,1 0 1,-1 0 0,0 0-1,0 0 1,12-4-5324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2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53 7684,'0'0'1392,"0"0"-399,0 0-134,0 0 93,0 0-5,0 0-240,-7-9-320,-21-26-48,21 26-96,7 68-48,5 173 1759,-2-191-1603,2-1 0,2 0 0,20 65 0,-23-92-419,8 34-1160,-12-46-1438,0-1-954,0 0-2228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2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8100,'0'0'1032,"0"0"-146,0 0 240,0 0-139,0 0-646,22 0-114,345-20 824,-340 18-867,-7 0-165,0 2-1,0 0 1,24 3 0,-43-2-102,-1-1 0,1 0-1,-1 0 1,0 1 0,1-1 0,-1 1 0,1-1-1,-1 0 1,0 1 0,1-1 0,-1 1 0,0-1-1,1 1 1,-1-1 0,0 1 0,0-1 0,0 1-1,1-1 1,-1 1 0,0 0 0,0-1-1,0 1 1,0-1 0,0 1 0,0-1 0,0 1-1,0 0 1,0-1 0,0 1 0,0-1 0,-1 2-1,1 2-2960,0-4-664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2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0 359 5875,'0'0'2270,"0"0"-1013,0 0-545,0 0 296,0 0-108,9-17-415,59-128-18,-37 81-231,-20 45-57,-1-1 0,-1-1 0,-1 0 0,7-30 0,-22 177 3644,-3 169-136,10-249-3404,0-31-226,1-1-1,1 1 1,0-1-1,2 0 1,-1 1-1,1-2 1,1 1-1,1 0 1,0-1-1,12 21 1,-14-134-11441,-4 81 4586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28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49 4530,'0'0'1852,"0"0"-756,0 0-301,0 0-13,0 0 42,0 0-237,-4-4-109,-12-11 71,12 11-34,4 4-19,0 0-42,0 0 5,27 2 2896,81-14-2890,-57 5-371,-125 0-591,54 7 133,9-1 237,0 1 0,0 0 0,-1 1 0,1 0 0,-20 6 0,28-6 126,-1 1 0,0 0 0,1 0 1,-1 0-1,1 0 0,0 0 0,-1 1 0,1 0 0,1-1 0,-1 1 0,0 0 1,1 1-1,-1-1 0,1 0 0,0 1 0,0-1 0,0 1 0,1 0 1,-1-1-1,-1 6 0,0 7 1,-1 0 1,2 1-1,0-1 0,1 0 1,2 29-1,0-12-77,0-33 101,1-1-1,-1 1 1,1 0 0,-1-1-1,0 1 1,1-1 0,-1 1-1,0-1 1,1 0 0,-1 1-1,0-1 1,0 0 0,0 0-1,2-2 1,3-1-47,-1 1 1,1-1-1,0 1 0,0 0 1,0 1-1,0 0 0,1 0 1,-1 0-1,1 0 1,12 0-1,69 2-46,-78 0 64,-7 1-5,1-1-1,-1 1 0,0 0 1,1 0-1,-1 1 0,0-1 1,0 1-1,0-1 1,0 1-1,0 0 0,0 0 1,0 1-1,-1-1 1,1 0-1,-1 1 0,0 0 1,1-1-1,-1 1 0,0 0 1,-1 0-1,1 0 1,0 0-1,-1 1 0,0-1 1,0 0-1,0 1 0,1 3 1,0 4-34,1-1 0,-2 0 1,1 0-1,-2 1 0,1-1 0,-1 1 1,-1-1-1,-2 14 0,2-22 49,0-1 0,0 1 0,0 0 0,0 0 0,-1-1 0,1 1 0,0 0 0,-1-1 0,0 1 0,1-1 0,-1 0 0,0 0 0,0 0 0,1 1 0,-1-2 0,0 1 0,0 0 0,0 0 0,0-1 0,0 1 0,-1-1 0,-1 1 0,-56 8 170,50-8-137,-80 2 16,89-3-905,1 0-3044,0 0-5625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29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2833,'0'0'1265,"0"0"-566,0 0 221,0 0 444,0 0 156,0 0-284,21 1-212,294 8 2607,114-25-1131,-192 8-3199,-236 10-2145,-6 6 1910,-9-4-228,-1-1-1,1 0 0,-25 0 1,20-2-1581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3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6931,'0'0'1529,"0"0"-721,0 0-221,0 0 483,0 0-19,10 0 403,3 0-1111,30 2 169,0-3 1,0-2-1,0-1 1,61-15-1,-92 16-513,22-6 65,-28 5-130,-18 2-152,-29 6 239,0 0 0,-75 20 0,85-17 9,26-6-29,1 0 0,0-1 0,0 1-1,0 1 1,0-1 0,0 1 0,0-1-1,1 1 1,-1 0 0,0 0 0,1 1-1,0-1 1,-1 1 0,1 0 0,0 0-1,0 0 1,1 0 0,-1 0-1,1 0 1,-1 1 0,1 0 0,0-1-1,0 1 1,1 0 0,-1 0 0,1 0-1,0 0 1,0 0 0,0 0 0,0 0-1,1 0 1,0 0 0,0 1 0,0-1-1,1 6 1,-1-9-1,-1 9 10,1 1 0,0 0 0,1-1 0,0 1 1,1-1-1,0 1 0,0-1 0,1 0 0,5 12 0,-6-18 0,0 1-1,0-1 0,-1 1 1,0 0-1,0-1 1,0 1-1,0 0 0,-1 0 1,0 8-1,0-12 10,0-1 45,0 0 40,0 0 5,27-36-266,-19 29 129,1 0 0,0 0 1,0 1-1,1 0 0,0 1 0,0 0 1,0 0-1,0 1 0,1 1 1,-1 0-1,1 0 0,22-2 1,-23 4-10,0 1 1,0-1-1,-1 2 1,1-1-1,0 1 1,0 1-1,-1 0 1,1 0-1,0 1 1,-1 0-1,0 1 1,0 0-1,0 0 1,14 10 0,-15-9-135,-1 0 1,1 1 0,-1 0 0,-1 0 0,1 1 0,-1 0 0,0 0-1,0 0 1,-1 1 0,0 0 0,0 0 0,-1 0 0,0 0 0,-1 1-1,0 0 1,0 0 0,-1 0 0,0 0 0,0 0 0,-1 0 0,0 17-1,-1-22 182,0-1-1,0 0 0,0 0 1,-1 1-1,1-1 0,-1 0 1,0 0-1,0 0 0,0 0 1,0 0-1,0 0 0,-1 0 1,0 0-1,1 0 0,-1-1 0,-3 4 1,1-2 15,-1 0 0,0 0-1,0-1 1,0 0 0,-1 0 0,1 0 0,-1 0 0,-6 1 0,-11 3 277,0-2 0,-1 0 0,0-1 0,0-2 0,0 0 0,0-2 0,0 0 0,0-2 0,-37-7 0,14-5 37,36 10-413,1 0-1,-1 1 1,0 1-1,0-1 1,-15 0-1,25 3-1079,1 0-1885,0 0-4392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37.9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242 61 2449,'0'0'3007,"0"0"-1663,0 0-594,0 0-6,0 0-15,0 0-196,-4 0-226,-36 0 2628,39 0-2807,1 0 8,0 0 96,0 0-56,0 0-8,0 0-37,0 0 48,0 0-19,6 1 232,22 6-73,0-1-1,1-2 1,48 3 0,95-9 139,-67 0-206,-66 2-164,-32 0 102,-26 0 7,-85-1-88,-131-19 1,167 14-88,-93 2 0,120 4-32,-15 10 16,55-10-41,8 0-80,25 0 270,123 1 321,284-35 0,-413 29-470,-1 0-18,0 2-1,30-1 0,-54 4-29,-1 0-12,-16 0 217,-617-10 243,584 15-446,49-5-6,0 0-42,0 0-53,1 1 131,0 0 0,0 0 1,0 0-1,0-1 1,0 1-1,0 0 0,0 0 1,0-1-1,0 1 0,1-1 1,-1 1-1,0-1 1,1 1-1,-1-1 0,0 0 1,1 1-1,-1-1 0,0 0 1,3 0-1,1 1-3,45 6 71,1-2 1,0-2-1,53-4 0,-49 0-50,-1 2 0,79 11-1,-119-7-269,-22-1 226,-24-1 132,-55-3 6,-144-2-49,182-2-20,0-1-1,-78-20 1,122 24-24,4 1-5,0 0 0,0 0 0,0 0 0,0 0 0,0 0 0,-1-1 0,1 1 0,0 0 0,0-1 0,0 1 0,0-1 0,0 1 0,0-1 0,0 0 0,0 1 0,0-1 0,0 0 0,1 0 0,-1 0 0,0 0 0,0 1 0,1-1 0,-1 0 0,0-2 0,1 2-116,0 1-10,0 0-36,47 20 125,-40-16 35,0-1 0,1 1 0,-1-1 0,0-1 0,1 0 1,14 3-1,336 5 63,-270-10-133,-75-2 99,-17 0 43,-23 0 24,-18 12-47,-1-3 1,-91 3-1,7-7-264,425-19 264,-222 13-449,-89 24-2070,10-17 2126,1 0 0,-1-1 0,-1 0 0,1 0 1,0-1-1,-1 1 0,1-2 0,-1 1 0,0-1 0,-13 2 0,8-3-3033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4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5619,'0'0'1269,"0"0"-132,0 0-115,0 0-16,0 0-286,0 0-291,-17-1 73,12 5-427,0 1 1,0 0-1,0 0 0,1 0 0,-1 1 1,1-1-1,1 1 0,-5 8 1,-6 7 188,-40 62 1325,-78 161-1,120-217-1431,2 0-1,0 1 0,2 1 1,1-1-1,-6 53 1,5 148 685,8-225-827,2 43 151,3-1 0,1 0 0,3 0 0,1 0-1,2-1 1,3-1 0,1 0 0,3-1 0,33 60 0,-43-89-72,0-1 0,0 0 0,1 0 0,1-1 0,0 0 0,0-1 0,1 0 0,1-1 0,0 0-1,0-1 1,1-1 0,0 0 0,1-1 0,-1 0 0,1-1 0,1-1 0,-1 0 0,1-1 0,-1-1 0,1 0 0,0-1 0,1-1 0,21-1 0,-27 1-154,-4-2-509,-6-6-5792,-1 2 526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4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4914,'0'0'1281,"0"0"-313,0 0-7,0 0 141,0 0-110,0 0-237,0 0-173,25 16 1435,3-13-1371,1-1 0,-1-2-1,31-2 1,-10-1-332,154-6-21,-202 9-294,-1 0-1,0 0 0,0 0 1,1 1-1,-1-1 0,0 0 1,1 0-1,-1 0 0,0 0 0,0 0 1,1 0-1,-1 1 0,0-1 1,0 0-1,1 0 0,-1 0 1,0 1-1,0-1 0,0 0 1,1 0-1,-1 1 0,0-1 0,0 0 1,0 0-1,0 1 0,0-1 1,1 0-1,-1 1 0,0-1 1,0 0-1,0 1 0,0-1 1,0 0-1,0 0 0,0 1 1,0-1-1,0 0 0,0 1 0,0-1 1,-1 1-1,1 1-5510,-2-2 1678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49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0 289 3201,'0'0'2994,"0"0"-2135,0 0-504,0 0 474,0 0 305,0 4-163,1-3-928,-1 1-1,0-1 0,0 0 0,0 0 1,1 0-1,-1 0 0,0 0 0,1 0 0,-1 0 1,1 0-1,-1 0 0,1 0 0,0 0 1,-1 0-1,1 0 0,0 0 0,0 0 0,-1-1 1,1 1-1,0 0 0,0-1 0,0 1 1,0 0-1,0-1 0,0 1 0,0-1 1,0 0-1,0 1 0,1-1 0,-1 0 0,0 0 1,0 1-1,0-1 0,0 0 0,0 0 1,0 0-1,1 0 0,-1-1 0,0 1 0,0 0 1,0 0-1,0-1 0,0 1 0,0-1 1,0 1-1,0-1 0,0 1 0,0-1 1,0 1-1,0-1 0,0 0 0,0 0 0,0 1 1,-1-1-1,1 0 0,0 0 0,-1 0 1,1 0-1,0 0 0,-1 0 0,1 0 0,-1 0 1,1-2-1,16-31 50,-2 0 0,-1-2 1,-1 0-1,-2 0 0,-2-1 0,6-49 1,-16 203 1769,-2 42-301,-11 163 869,14-321-2182,0-1 32,0 0 102,0 0-22,0 0 56,0 0-50,0 0-140,0 0-84,0 0-84,0 0-76,0 0 18,0 2-8089,0-2 2241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3906,'0'0'1283,"0"0"-680,0 0 13,0 0 534,0 0 16,0 0-291,-6 3-157,-19 6-38,19-6 48,6-3-7,0 0-9,0 0-146,0 0-148,0 0-76,8 2 253,42 4-107,0-3 0,87-5 0,-38 0-357,13 2 5,-112 0-128,0 0-13,0 0 8,0 0-134,0 0-536,4 0-3431,3 0-122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6803,'0'0'446,"0"0"125,0 0 277,0 0-64,0 0-239,0 0-252,13-13 3,44-41 43,-51 50-280,0 1 0,0-1-1,0 1 1,0 0 0,0 1 0,1 0 0,-1 0-1,1 0 1,0 1 0,-1-1 0,1 2-1,0-1 1,0 1 0,0 0 0,-1 0 0,9 2-1,11-1 136,-22-1-186,-1 1 0,0-1 1,0 0-1,1 1 1,-1 0-1,0 0 0,0 0 1,0 0-1,0 0 1,0 1-1,0-1 1,-1 1-1,1 0 0,0-1 1,-1 2-1,1-1 1,-1 0-1,0 0 0,1 1 1,-1-1-1,0 1 1,-1-1-1,1 1 1,0 0-1,-1 0 0,0 0 1,1 0-1,-1 0 1,0 0-1,0 6 0,3 9 21,-1 1-1,-1 0 0,-1-1 0,-1 24 0,0-24-5,-2 10-32,-1-1-1,-2 1 1,0 0 0,-2-1 0,-1 0 0,-1-1 0,-1 0 0,-2 0-1,0-1 1,-2 0 0,0-1 0,-2-1 0,-21 25 0,34-44 18,0 0 0,0-1 1,-1 1-1,1-1 0,-1 0 0,0 0 1,0 0-1,0 0 0,0-1 0,0 1 1,-1-1-1,1 0 0,-1 0 1,1-1-1,-1 0 0,0 1 0,1-2 1,-1 1-1,0 0 0,-8-1 0,12 0 0,0 0 0,0-1-1,1 1 1,-1 0-1,0-1 1,1 1-1,-1 0 1,0-1-1,1 1 1,-1-1 0,1 1-1,-1-1 1,0 1-1,1-1 1,-1 1-1,1-1 1,0 0 0,-1 1-1,1-1 1,-1 0-1,1 1 1,0-1-1,0 0 1,-1 1-1,1-1 1,0 0 0,0 0-1,0 1 1,0-1-1,0 0 1,0-1-1,0-32 346,0 25-192,0-62 121,3 70-303,1 1 1,-1-1-1,1 0 1,0 1-1,-1-1 1,1 1-1,-1 0 0,1 1 1,0-1-1,-1 0 1,6 2-1,46 23 43,-39-17-7,1 0-1,0-1 1,1-1 0,23 5 0,-11-6-21,-10 0-33,0-1-1,0-1 0,0-1 0,1-1 0,39-3 0,-52-2-1113,-2-3-1866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3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4338,'0'0'536,"0"0"-229,0 0 320,0 0 638,0 0-132,0 0-484,-5 1-420,-2 0-105,0 1 1,0 0-1,1 1 0,-1-1 1,1 1-1,-1 1 0,1-1 1,0 1-1,1 0 0,-1 0 1,1 1-1,-1 0 0,1 0 0,1 0 1,-1 0-1,1 1 0,0 0 1,0 0-1,-4 9 0,-5 8 458,1 1 1,1 0-1,1 1 0,-6 28 0,7-15 103,3 1-1,1 0 1,1 1 0,3 50-1,1-83-588,1 1 0,-1 0 1,1-1-1,1 1 0,-1-1 0,1 0 0,1 1 0,-1-1 0,1 0 1,1 0-1,-1 0 0,1-1 0,0 1 0,10 11 0,-5-9 85,1 0-1,0 0 0,1-1 0,-1 0 0,2-1 1,-1 0-1,23 9 0,-33-14-985,9 7 2163,-9-6-4621,-2-2-4154,1-1 326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9332,'0'0'849,"0"0"-705,0 0 32,0 0 848,0 0 17,0 0-97,75 0-175,-28 0-65,-1-7-208,-9 2-112,-11-5-368,-7 5-16,-9 3-160,-10 2-880,0 0-2418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9556,'0'0'835,"0"0"-594,0 0 31,0 0 184,9-17-216,69-131-702,-69 118 1327,-12 74 258,-13 73 0,9-71-135,-5 81 1,11-98-779,-1 7 54,5-14-5567,-3-22-924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3778,'0'0'2814,"0"0"-2024,0 0-398,0 0 849,0 0 109,0 0-537,16 18-343,100 108 557,-100-110-670,-1 2 1,-1-1-1,0 2 0,-2 0 0,0 0 1,-1 2-1,-1-1 0,14 40 0,-15-28-64,-1 1-1,-2 0 1,-1 0-1,-1 1 1,-2 43-1,-2 84-649,0-160-1068,0-1-1309,0-2-1185,0-8-4042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6099,'0'0'1651,"0"0"-298,0 0-198,0 0 198,0 0-219,3-3-342,2 0-681,1 1-1,-1-1 1,1 1 0,0 0 0,0 0-1,0 0 1,0 1 0,0 0-1,0 0 1,0 1 0,0 0 0,0 0-1,0 0 1,1 1 0,-1 0 0,0 0-1,11 4 1,-12-4-89,0 1-1,-1-1 1,1 1 0,-1 1-1,1-1 1,-1 1 0,0-1-1,0 1 1,0 0 0,-1 1-1,1-1 1,-1 1 0,1-1-1,-1 1 1,0 0 0,-1 0-1,1 0 1,-1 1 0,0-1-1,0 1 1,0-1 0,0 1-1,1 8 1,-2-8 5,-1 0 1,1 0-1,-1 0 1,-1 0-1,1 1 1,-1-1-1,1 0 1,-1 0-1,-1 0 0,1 0 1,-1 0-1,0-1 1,0 1-1,0 0 1,-1-1-1,1 1 1,-1-1-1,-7 8 0,2-4 52,-1 0 0,1-1-1,-2 0 1,1 0-1,-1-1 1,1 0-1,-18 7 1,26-13 38,1 0-58,18 0 130,144-19 553,-161 19-735,0 1 0,0-1 0,0 0 0,0 1 0,0-1 0,0 1 0,-1-1 0,1 1 0,0-1 1,0 1-1,0 0 0,-1-1 0,1 1 0,0 0 0,-1 0 0,1-1 0,0 1 0,-1 0 0,1 0 0,-1 0 0,1 0 0,-1 0 0,0 0 0,1 0 0,-1 0 0,0 0 0,0 0 0,0 0 0,0 0 0,0 0 0,0 1 1,1 42 233,-1-33-164,0-3-27,-1 1-1,1-1 0,-1 1 0,-1-1 0,0 0 1,0 1-1,-1-1 0,1 0 0,-2 0 1,1-1-1,-1 1 0,-1-1 0,1 0 1,-1 0-1,0 0 0,-1 0 0,0-1 1,0 0-1,0 0 0,0-1 0,-11 7 0,8-9 20,1 0-1,-1 0 1,0-1-1,0-1 1,0 1-1,0-2 1,0 1-1,0-1 1,0 0-1,-16-3 1,-10 1-879,28 2 97,-2 0-516,2 0-3205,3 0-3706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7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5362,'0'0'1284,"0"0"-521,0 0-91,0 0 398,0 0-70,0 0-405,27 5-125,17 2-270,4 2 183,57 3 0,418-4 2534,-308-11-2166,186 3-65,-400 0-769,-4 0-69,-102 0-5005,91 0 1568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53 48,'0'0'8310,"0"0"-5711,0 0-1727,0 0 110,0 0 203,0 0-1117,-1-1 1,1 1-1,-1 0 1,1 0 0,0 0-1,-1 0 1,1 0-1,-1-1 1,1 1-1,-1 0 1,1 0 0,-1-1-1,1 1 1,0 0-1,-1-1 1,1 1-1,0 0 1,-1-1-1,1 1 1,0-1 0,-1 1-1,1-1 1,0 1-1,0 0 1,0-1-1,-1 1 1,1-1 0,0 1-1,0-2 1,7-3 14,0 1-1,0 0 1,0 0 0,1 0 0,-1 1 0,1 0 0,0 1 0,0 0 0,0 0 0,0 0 0,9 0 0,96-3 46,-107 5-122,-4 0-8,1 0 0,-1 1-1,0-1 1,0 0 0,0 1 0,0 0 0,0-1 0,0 1 0,0 0-1,0 0 1,-1 0 0,1 0 0,0 0 0,0 1 0,-1-1 0,1 0 0,-1 1-1,1-1 1,-1 1 0,0 0 0,1 0 0,-1-1 0,0 1 0,0 0-1,0 0 1,0 0 0,-1 0 0,1 0 0,0 0 0,-1 0 0,0 0-1,1 0 1,-1 0 0,0 0 0,0 5 0,0-3 10,0 1 1,0 0-1,-1 0 0,1-1 1,-1 1-1,0 0 1,0-1-1,-1 1 0,1-1 1,-1 1-1,0-1 1,0 0-1,0 0 0,-1 0 1,-4 6-1,-9 3 27,-2 0-1,1-1 1,-2-1 0,1 0-1,-37 14 1,84-35-10,1 1 1,0 1 0,0 2-1,0 1 1,1 1 0,0 2-1,49 2 1,-77 1-34,1 0 1,-1-1-1,0 1 0,1 1 0,-1-1 1,0 0-1,0 1 0,0 0 0,0 0 0,0 0 1,0 0-1,0 0 0,-1 0 0,1 1 1,-1-1-1,1 1 0,-1 0 0,0 0 1,0 0-1,0 0 0,-1 0 0,1 0 0,-1 0 1,1 0-1,-1 1 0,0-1 0,-1 1 1,2 3-1,-1-2 13,0 1 1,0-1 0,0 1-1,-1-1 1,0 1-1,0 0 1,0-1 0,0 1-1,-1-1 1,0 1 0,0-1-1,-1 0 1,0 1-1,0-1 1,0 0 0,0 0-1,-6 9 1,-4-3 135,1 0 1,-1-1 0,-1 0-1,0-1 1,-1 0 0,0-1-1,0-1 1,0 0 0,-1-1 0,0 0-1,-29 6 1,-19 1 685,-98 10 1,148-22-850,-33 1 85,46-2-88,0 0-80,0-3-313,1 0 0,0 0 0,0 0-1,0 0 1,0 0 0,0 0 0,1 0 0,-1 0 0,1 1 0,-1-1-1,1 0 1,0 1 0,0-1 0,1 1 0,-1 0 0,5-4 0,11-8-4823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7555,'0'0'1412,"-2"22"-124,-4 425 6767,6-442-8017,-1 17 62,1 1 1,1-1-1,1 1 1,1-1-1,1 0 1,8 26-1,-10-46-722,-1-6-4526,-1-8-1698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7:5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8164,'0'0'1424,"0"0"-495,0 0 335,0 0 417,0 0-224,169-10-657,-105 6-192,3-6-175,-6 5-145,-8 1-176,-14 1-112,-9 3-32,-6 0-16,-1 0-176,-1 0-369,2 0-1247,-22 0-1394,-2 0-3761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0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7940,'0'0'301,"0"0"-200,0 0 118,-22 23 763,-73 80 576,87-93-1350,1 0 0,0 1 1,0 0-1,1 0 0,1 1 0,0-1 1,1 1-1,0 0 0,-5 22 0,3-9 157,-4 24 528,2 0 0,3 1 0,1 0 0,4 69 1,1-109-795,0 0 0,1-1 0,0 0 0,0 1 1,1-1-1,0 0 0,0 0 0,1 0 0,0-1 0,1 0 1,0 1-1,0-1 0,1-1 0,0 1 0,0-1 1,1 0-1,0-1 0,0 1 0,0-1 0,1-1 0,0 1 1,0-1-1,14 6 0,0-1 33,0-1 1,0-1-1,1-1 1,0-1-1,1-1 1,-1-1-1,1-1 0,37 1 1,-60-4-405,-1 0-1030,0-3-3112,0-2 645,0-2-4234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9412,'0'0'1153,"0"0"-833,0 0 0,0 0 977,0 0-145,0 0-511,103 17-49,-47-12-128,2-5 176,-2 0-191,-14 0-145,-7 0-304,-14 0 0,-10 0-224,-11 0-1041,0 0-5618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0 261 6867,'0'0'1321,"0"0"-105,0 0 342,0 0-277,0 0-435,5-16-422,53-120-32,-52 123-347,0 0-1,-1 0 1,-1 0-1,0-1 1,-1 1 0,2-15-1,-5 27 47,2 16 104,-2 291 4556,0-95-4625,1-211-4190,1 0 1232,-2 0 1772,3 0-7579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4866,'0'0'46,"0"0"148,0 0 193,0 0 221,0 0 217,21 9-14,65 30 96,-78-34-705,0 0 0,0 1 1,0 0-1,-1 0 0,0 0 0,0 1 0,-1 0 0,0 0 1,0 1-1,0 0 0,-1 0 0,0 0 0,5 14 1,-2-2 85,-1 0 0,-1 1 0,-1 0 0,2 26 0,1 44 1419,-6 161 0,-5-116-924,5-98-675,-1-24-82,0 0 0,-1-1 0,-1 1 0,0-1 0,-5 24-1,5-34-24,0 0 0,0 0 0,0 0 0,-1 0-1,1-1 1,-1 1 0,1-1 0,-1 1 0,0-1-1,0 1 1,0-1 0,-1 0 0,1 0 0,0 0-1,-1 0 1,0-1 0,1 1 0,-1-1-1,0 1 1,0-1 0,1 0 0,-1 0 0,0 0-1,0 0 1,0-1 0,0 1 0,0-1 0,-1 0-1,1 0 1,-4 0 0,0 0-198,5 1-3,0-1-1,0 0 1,0 1-1,0-1 0,0 0 1,-1 0-1,1 0 1,0-1-1,0 1 1,0 0-1,0-1 0,0 0 1,0 1-1,0-1 1,0 0-1,0 0 0,-2-1 1,0-9-3308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14 6275,'0'0'2062,"0"0"-488,0 0-251,0 0-154,0 0-259,5-2-238,14-2-156,1 1-1,-1 0 1,1 2-1,0 0 1,32 3-1,10 0 164,-61-2-633,-1 0 13,-21 3 2,-9 1-18,8-2-56,1 0 0,0 2 0,0 0 0,0 2 0,1 0 0,-30 14 0,47-18 6,1 1-1,-1-1 1,1 1 0,0-1 0,0 1 0,0 0-1,0 0 1,1 0 0,-1 0 0,1 0-1,0 0 1,-1 0 0,2 1 0,-1-1-1,0 0 1,1 1 0,-1-1 0,1 0 0,0 1-1,0-1 1,0 1 0,1-1 0,0 4-1,0 5 32,1 0-1,1 1 0,0-1 0,0-1 0,6 13 0,-1-1 7,-8-20-28,1-1 1,0 1-1,0-1 0,0 1 0,0-1 1,0 1-1,0-1 0,0 1 0,1-1 1,2 3-1,-3-4 10,1 0 0,-1-1 0,1 1 0,-1 0 0,0-1 0,1 0 0,-1 1 0,1-1 0,-1 0 0,1 0 0,-1 0 0,1 0 0,-1 0 0,1 0 0,-1 0 0,1-1 0,-1 1 0,1 0 0,-1-1 0,1 1 0,-1-1 0,1 0 0,-1 1 0,2-2 0,26-12 57,-22 9-77,0 2 0,0-1 0,1 1-1,0 0 1,-1 1 0,1 0 0,0 0-1,0 0 1,0 1 0,9 0 0,-8 0-7,-1 1 0,1 0 1,-1 0-1,1 1 0,-1 0 1,0 0-1,0 1 0,1 0 1,-1 1-1,0-1 0,0 2 1,-1-1-1,1 1 0,-1 0 1,8 6-1,-6-3-3,0 0 0,0 1 0,0 0 0,-1 1 0,-1 0 0,0 0 0,11 18 0,-15-22 10,0 1 0,0 0 0,-1 0 0,0 0 0,0 0 0,-1 0 0,1 0 0,-1 1 0,-1-1 0,1 0 0,-1 1 0,0-1 0,0 0 0,-1 1 0,-2 10 0,1-13 17,0 0 1,0-1 0,0 1-1,-1-1 1,1 1 0,-1-1-1,0 0 1,0 0 0,0 0-1,0 0 1,0 0 0,-1-1-1,1 0 1,-1 0 0,0 0-1,0 0 1,-4 2 0,-71 23 293,57-23-276,-1-1-1,0 0 1,0-2-1,-32-2 0,18 1-3263,35 0-1205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3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4930,'0'0'2036,"0"0"-1380,0 0-482,0 0 119,0 0 129,0 0-113,0 0 153,17 3 298,41 7 249,0-2-1,1-2 1,-1-3 0,68-6 0,-28 2-2,345-36 1174,6 0-1956,-449 39-301,0-1 0,0 1 1,0-1-1,0 1 0,0-1 0,-1 1 0,1-1 0,-1 0 0,1 1 0,-1-1 1,0 1-1,1-1 0,-1 0 0,0 0 0,-1 2 0,-2 0-257,0 0 0,0 0 1,-1 0-1,1 0 0,-1-1 0,0 0 0,0 0 0,1 0 0,-1-1 0,0 1 0,-1-1 0,1-1 0,-7 2 0,-4-2-3023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4482,'0'0'3226,"0"0"-1543,0 0-450,0 0 213,0 0-233,11 0 148,51 0-15,1-2 1,98-17-1,-43-1-1602,-402 20-1913,282 1 2167,0-1-1,-1 1 1,1-1-1,0 1 1,0-1-1,0 1 1,0 0-1,0 0 1,0 0-1,0 1 1,0-1-1,1 0 1,-1 1-1,0-1 1,1 1-1,-1-1 1,1 1-1,-1 0 1,1 0-1,0-1 1,0 1-1,0 0 1,0 0-1,0 0 1,0 0-1,0 1 1,1-1-1,-1 0 1,1 0-1,-1 4 1,-1 9-11,0 0-1,1 0 1,0 19 0,1-26 20,-2 30 35,1-28 37,0 0-1,1 1 0,0-1 0,0 0 1,1 1-1,4 15 0,-5-26-54,0 1 0,0 0 0,0-1 0,1 1 0,-1 0 0,0-1 0,1 1 0,-1-1 0,0 1 0,1 0 0,-1-1 0,1 1 0,-1-1 0,1 1 0,-1-1 0,1 0 0,-1 1 0,1-1 0,0 0 0,-1 1 0,1-1 0,-1 0 0,1 1 0,0-1 0,-1 0 0,1 0 0,0 0 0,-1 0 0,1 0 0,0 0 0,0 0 0,-1 0 0,1 0-1,0 0 1,-1 0 0,1 0 0,0 0 0,-1-1 0,1 1 0,0 0 0,-1 0 0,1-1 0,0 0 0,32-23 963,-11 7-1159,-4 10 154,0 1-1,0 1 1,1 0 0,0 2-1,0 0 1,26-1 0,7 4-33,57 5 1,-102-4 31,1 0 0,0 0-1,-1 1 1,1-1 0,-1 2 0,1-1 0,-1 1 0,0 0 0,0 1 0,0 0 0,0 0-1,11 9 1,-14-9 8,0 1-1,0-1 1,0 1-1,-1-1 1,0 1-1,0 0 1,0 0-1,0 1 0,-1-1 1,0 0-1,0 1 1,0 0-1,-1-1 1,0 1-1,0 0 1,0 0-1,-1 9 1,0-2 11,1 2-1,-1 0 1,-1 0-1,-1-1 0,-4 25 0,3-33 5,1 0 0,-1 0-1,1 0 1,-2 0 0,1-1-1,-1 1 1,1-1 0,-1 0-1,-1 0 1,1-1 0,-1 1-1,0-1 1,-10 7 0,4-4 32,-1 0 1,0 0 0,0-1 0,0-1 0,-1 0-1,0-1 1,0 0 0,-26 4 0,-3-4 231,-65-2 1,79-2-182,23 0-76,0 0 1,0 0-1,0-1 1,0 0 0,0 0-1,0 0 1,0 0-1,0-1 1,0 0 0,1 0-1,-1 0 1,1-1-1,-1 0 1,1 1 0,0-2-1,0 1 1,0 0-1,1-1 1,-1 1-1,-4-7 1,6 6-468,0 1-1,1 0 1,-1-1-1,1 1 1,0-1-1,0 1 1,0-1-1,0 0 1,0 0-1,1 1 1,0-6-1,0 5-4017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3794,'0'0'637,"0"0"-42,0 0 134,0 0 172,0 0 236,0 0 66,-2 26-362,-1 5-479,3 46 1,0-72-295,1 1 0,0-1 0,0 0 0,1 0 0,0 0 0,0 0 0,0 0-1,0-1 1,1 1 0,0 0 0,0-1 0,0 0 0,0 0 0,1 0 0,-1 0 0,7 5 0,5 6 167,34 38 433,-20-23-320,-1 0 1,-2 2-1,-1 1 1,-2 1-1,27 51 1,-35-48-95,-1 0 0,-2 0 1,-2 2-1,-1-1 1,5 66-1,-9-29 383,-3 0-1,-9 80 1,4-127-453,-2-1 1,-1 0-1,-1-1 1,-1 1-1,-1-1 0,-2-1 1,0 0-1,-2 0 1,0-1-1,-2-1 0,-1 0 1,0-1-1,-2-1 1,-1-1-1,0 0 0,-28 21 1,45-40-165,-2 3 26,0-1 1,-1 0-1,0 0 0,1 0 0,-1-1 1,0 1-1,0-1 0,-1 0 0,-4 1 1,9-3 14,1 0-32,0 0-61,0-4-218,1 0 1,0 1-1,0-1 0,0 1 0,0 0 0,1-1 0,-1 1 1,1 0-1,0 0 0,0 0 0,0 0 0,0 0 0,1 0 1,-1 1-1,4-4 0,14-13-4445,-18 18 3986,13-11-8640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07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2769,'0'0'3549,"0"0"-2288,0 0-780,0 0 444,0 0 284,-1 7-187,0-6-982,1 1 1,0-1-1,0 0 1,0 1-1,0-1 0,0 0 1,0 1-1,0-1 1,0 0-1,0 0 1,0 1-1,1-1 0,-1 0 1,1 1-1,-1-1 1,1 0-1,-1 0 1,1 0-1,0 0 0,-1 1 1,1-1-1,0 0 1,0 0-1,0 0 1,0 0-1,0-1 1,0 1-1,0 0 0,0 0 1,2 0-1,5 2 148,-1-1 0,0-1-1,1 1 1,-1-1 0,14 0 0,380 3 2625,-220-6-2113,-183 27 178,-19 33-155,12-38-393,2 1 0,-9 37 0,3 51 314,4 0 0,8 133 0,2-123-133,12 415 714,-7-422-1095,12 129 31,-12-165 18,-5 99 0,-2-76-44,1-99-97,0 0 4,0 0-26,-16 8 19,-276-16-120,292 7-230,-1 0-1,0 0 1,0 0 0,1 0 0,-1 0 0,1 0-1,-1 0 1,1 0 0,-1 0 0,1 0 0,-1-1-1,1 1 1,0 0 0,0 0 0,0-1 0,0 1 0,0 0-1,0 0 1,0 0 0,0-1 0,0 1 0,1-2-1,0-2-1390,-1 0-3451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14.43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245 1 5234,'0'0'926,"0"0"-112,0 0 74,0 0-15,-16 22-236,-49 72-154,61-86-405,-1 0 0,2 0 0,-1 1 0,1-1 0,0 1 0,1 0 0,0 0 0,0 0 0,1 0 0,0 0 0,1 0 0,0 1 0,1-1 0,1 11 0,0 16 102,-2-30-164,0-1 0,0 1 0,0 0 0,1 0 0,0-1 0,0 1 0,1-1 0,-1 1 0,1-1 0,0 1 0,1-1 0,4 8 0,-4-10 10,-1 0 1,1-1 0,0 1-1,0-1 1,0 1 0,0-1-1,1 0 1,-1-1 0,0 1 0,1 0-1,0-1 1,-1 0 0,1 0-1,0 0 1,-1 0 0,1-1 0,0 1-1,0-1 1,0 0 0,4-1-1,-3 2 10,1-1-1,0 0 0,-1-1 0,1 1 0,0-1 0,-1 0 1,1-1-1,0 1 0,-1-1 0,0 0 0,1-1 0,5-3 1,-7 3-28,-1-1 0,1 1 0,-1-1 1,0 0-1,0 0 0,0 0 1,0-1-1,-1 1 0,1-1 1,-1 1-1,0-1 0,-1 0 0,1 0 1,1-7-1,1-5 25,-1 1 0,0-1 0,-1 0 0,-1-1 0,0 1 0,-1 0 0,-1 0 0,-5-23 0,5 33 10,-1 0 1,0 0-1,0 0 0,-1 1 0,0-1 0,0 1 0,0-1 0,-1 1 0,0 0 0,0 0 0,-1 1 1,0-1-1,0 1 0,0 0 0,0 0 0,-1 1 0,0 0 0,0 0 0,0 0 0,0 0 0,-1 1 1,-8-3-1,11 5-43,0-1 1,-1 1-1,1 0 0,-1 0 1,1 1-1,-1-1 1,1 1-1,-1 0 1,1 0-1,-1 1 1,1-1-1,-1 1 0,1 0 1,0 0-1,-1 0 1,1 1-1,0 0 1,0 0-1,0 0 0,0 0 1,0 0-1,0 1 1,1 0-1,-1 0 1,1 0-1,0 0 1,0 0-1,0 1 0,0-1 1,0 1-1,-1 4 1,-6 7-8,2 1 1,0 1-1,1-1 0,0 1 1,2 1-1,-6 25 1,7-15 6,1-1-1,0 55 1,3-68-2,0-11 2,1-1-1,-1 1 1,0-1 0,1 1 0,-1 0-1,1-1 1,0 1 0,0-1 0,0 0-1,0 1 1,0-1 0,1 0 0,-1 1-1,1-1 1,-1 0 0,1 0 0,0 0-1,0-1 1,0 1 0,0 0-1,0-1 1,0 1 0,1-1 0,-1 0-1,0 1 1,1-1 0,-1 0 0,1 0-1,-1-1 1,1 1 0,-1-1 0,1 1-1,-1-1 1,1 0 0,0 0 0,2 0-1,2 0 17,-1 0 0,1 0 0,-1-1 0,1 1 0,-1-2 0,1 1 0,-1-1 0,0 0 0,0 0 0,0 0 0,0-1 0,0 0 0,-1-1-1,6-3 1,0-3-5,0 0-1,-1-1 1,-1 0 0,0 0-1,-1-1 1,0-1-1,0 1 1,-2-1-1,1 0 1,-2-1-1,0 1 1,0-1-1,-1 0 1,-1-1-1,-1 1 1,0 0-1,0-1 1,-2-25 0,0 36-6,0 1 1,-1 0 0,1 0-1,-1-1 1,0 1 0,0 0 0,0 0-1,0 0 1,0 0 0,-1 0-1,1 0 1,-1 0 0,0 1 0,0-1-1,0 1 1,0-1 0,-4-2-1,1 0 15,-2 0-1,1 1 0,0 0 0,-1 0 0,0 1 0,1-1 0,-11-2 0,-2 0 93,0 2 0,0 0-1,0 0 1,-1 2 0,-21 0-1,38 2-89,0 0 0,0 0 0,0 0-1,0 0 1,0 0 0,0 1 0,0 0 0,0-1-1,0 1 1,1 0 0,-1 0 0,0 1-1,1-1 1,-1 0 0,0 1 0,1 0 0,0 0-1,-1 0 1,1 0 0,-3 4 0,0 1-19,2 0 1,-1 1 0,1-1 0,0 1-1,1 0 1,-3 11 0,3-13 6,-6 30-7,1 0-1,2 0 1,1 1 0,2 0-1,2-1 1,4 39 0,-4-72-11,1 0 0,-1 0 1,1 0-1,-1-1 0,1 1 1,0 0-1,0 0 1,1 0-1,-1-1 0,1 1 1,-1 0-1,1-1 0,0 1 1,0-1-1,0 0 1,0 0-1,0 0 0,0 0 1,1 0-1,-1 0 1,4 2-1,0-2 15,0 1-1,0-1 1,0-1-1,0 1 1,0-1 0,0 0-1,0 0 1,1-1 0,6 0-1,-14-41 37,-2 27-55,-2 0 1,0 1 0,-1 0-1,0 0 1,-1 0-1,0 1 1,-1 0 0,0 0-1,-1 1 1,-15-15-1,16 20-2242,8 6-1188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15.77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72 5 176,'0'0'6438,"0"0"-4742,0 0-1482,0 0-107,0 0-11,-9 8-56,5-4-11,-1 0 0,1 1-1,0-1 1,0 1 0,1-1 0,0 1 0,0 0 0,0 0 0,0 1 0,1-1 0,-1 1 0,1-1 0,1 1 0,-1 0 0,1-1-1,0 1 1,1 0 0,-1 7 0,0 5 296,0 2 259,1-1 1,2 30 0,-1-47-561,0-1 1,-1 1 0,1 0 0,0-1 0,0 1 0,0-1 0,0 0 0,0 1 0,0-1 0,0 0 0,1 0 0,-1 0-1,0 0 1,1 0 0,-1 0 0,1 0 0,-1 0 0,1 0 0,-1-1 0,1 1 0,0 0 0,-1-1 0,1 0 0,0 1-1,0-1 1,-1 0 0,4 0 0,57 1 336,-45-2-280,-11 1-78,0 0 1,1-1-1,-1 0 1,0 0-1,0-1 1,0 0-1,0 0 1,0 0-1,-1-1 1,1 0-1,-1 0 1,1 0-1,-1-1 1,0 1-1,0-1 1,-1 0-1,1-1 1,-1 1-1,0-1 1,0 0-1,-1 0 1,1 0-1,-1-1 1,0 1-1,0-1 1,-1 0-1,0 1 1,0-1-1,0 0 1,-1 0-1,2-9 1,-3 12-24,0 0 0,0 0 0,-1 0 0,1 0 1,0 0-1,-1 0 0,0 0 0,0 0 0,0 0 1,0 0-1,0 0 0,0 1 0,-1-1 0,0 0 0,-3-3 1,0 1 23,-1 0 0,1 1 1,-1 0-1,0 0 1,-10-5-1,10 6 9,6 3-12,-68-30 240,65 28-233,1 1-1,-1 0 0,0 1 1,0-1-1,0 0 0,0 1 1,-1 0-1,1-1 0,0 1 1,0 0-1,0 1 0,0-1 1,0 1-1,0-1 0,0 1 1,0 0-1,0 0 0,0 0 1,0 0-1,1 1 0,-1-1 1,-3 3-1,-1 5-21,0-1 0,0 1 0,1 1 0,0-1 0,1 1 0,0 0 0,0 1 0,1-1 0,0 1 0,1-1 0,0 1 0,1 0 0,1 1 0,-1-1 0,1 12 0,3-22-17,0 0 0,-1 0 0,1 0 0,0-1 0,0 1 0,0 0 0,0-1 0,0 0 0,0 1 1,0-1-1,0 0 0,0 0 0,0 0 0,0 0 0,0 0 0,0 0 0,2-1 0,2 0 22,1 1 5,0 0 0,0-1 0,0 0-1,-1-1 1,1 1 0,0-1 0,-1 0-1,1-1 1,-1 0 0,0 0 0,0 0-1,8-6 1,-10 6-1,-1 0 0,1 0-1,-1 0 1,0 0 0,0-1 0,0 1-1,0-1 1,-1 0 0,1 0 0,-1 0 0,0 0-1,0 0 1,-1 0 0,1 0 0,-1-1-1,0 1 1,0-1 0,0 1 0,0-8-1,-2 8 26,1 1 0,-1 0 0,0 0 0,0-1 0,0 1 0,-1 0 0,1 0 0,-1 0 0,0 0 0,1 0 0,-1 1 0,-1-1 0,1 0 0,0 1 0,-1 0 0,1-1 0,-1 1 0,1 0 0,-1 0 0,0 0 0,-4-1 0,2 0 29,0 0 0,-1 1-1,1-1 1,-1 1 0,1 0-1,-1 1 1,0 0 0,0-1-1,0 2 1,0-1 0,1 1-1,-8 0 1,12 1-57,0 0 1,0 0-1,0 1 1,0-1-1,0 0 1,0 1-1,1-1 0,-1 0 1,0 1-1,1-1 1,-1 1-1,1-1 1,-1 1-1,1-1 0,0 1 1,0 0-1,0-1 1,0 1-1,0-1 1,0 1-1,0-1 0,0 1 1,1 1-1,-1 1-29,-1 23-739,1-1-2311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16.83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17 27 5250,'0'0'1340,"0"0"-612,0 0 406,0 0 549,0 0-319,0 0-681,-3-3-366,3 3-313,0 0-1,0 0 1,-1 0 0,1-1-1,0 1 1,0 0 0,0 0-1,0 0 1,-1 0 0,1 0-1,0 0 1,0 0 0,0-1-1,-1 1 1,1 0 0,0 0-1,0 0 1,-1 0 0,1 0-1,0 0 1,0 0-1,0 0 1,-1 0 0,1 0-1,0 0 1,0 0 0,0 0-1,-1 0 1,1 0 0,0 0-1,0 1 1,0-1 0,-1 0-1,1 0 1,0 0 0,0 0-1,0 0 1,-1 0 0,1 1-1,0-1 1,0 0 0,0 0-1,0 0 1,0 0 0,-1 1-1,1-1 1,0 0 0,0 0-1,0 0 1,0 1-1,0-1 1,0 0 0,0 0-1,0 0 1,0 1 0,0-1-1,0 0 1,0 0 0,0 1-1,-4 27 241,3 53 312,2-57-310,-1-11-190,0 1 0,2-1 1,0 0-1,0 0 0,1 0 0,0 0 1,2 0-1,-1-1 0,1 0 1,1 0-1,0 0 0,1-1 0,0 0 1,16 19-1,-15-22-45,0 0-1,0 0 1,1-1-1,0 0 1,1-1 0,-1 0-1,1 0 1,0-1-1,1-1 1,-1 1 0,1-2-1,0 1 1,0-2-1,0 1 1,0-1 0,1-1-1,17 0 1,-24-1-5,1 0 1,-1-1-1,1 1 1,-1-1-1,1 0 1,-1-1-1,0 0 1,1 1-1,-1-2 1,0 1-1,0 0 1,-1-1-1,1 0 1,0 0-1,-1-1 1,0 1-1,0-1 1,0 0-1,0 0 1,0 0-1,-1-1 1,0 1-1,0-1 1,0 0-1,0 0 1,-1 0-1,0 0 1,0 0-1,2-10 1,2-11 34,-1 0 1,-1 0-1,-1-1 1,-2-47 0,-1 67-8,0 0 0,-1 0 0,0 0-1,0 1 1,-1-1 0,1 1 0,-1-1 0,-1 1 0,1-1 0,-1 1 0,0 0 0,-1 0 0,1 1 0,-1-1 0,-1 1 0,1 0 0,-1 0 0,1 0 0,-1 0 0,-8-5 0,4 4 73,0 1-1,1 1 1,-2-1-1,1 1 1,0 1 0,-1 0-1,0 0 1,1 1 0,-1 0-1,0 0 1,0 1 0,0 1-1,-12 0 1,20 1-107,0-1 0,0 1 1,0 0-1,0-1 0,1 1 0,-1 0 1,0 0-1,1 0 0,-1 0 0,1 0 1,-1 1-1,1-1 0,-1 0 0,1 1 0,0-1 1,0 1-1,0 0 0,0-1 0,0 1 1,0 0-1,0-1 0,0 1 0,1 0 1,-1 0-1,1 0 0,-1 0 0,1 0 0,0 0 1,0 3-1,-4 69-87,5-59 36,-1-7 35,1 1-1,1-1 1,-1 0 0,2 1-1,-1-1 1,1 0-1,0 0 1,1 0-1,-1-1 1,2 1-1,-1-1 1,1 0 0,0 0-1,1 0 1,-1-1-1,1 0 1,11 9-1,-11-10-36,0 0-1,0-1 0,1 1 0,0-1 1,0-1-1,0 1 0,0-1 0,0 0 0,1-1 1,0 0-1,-1 0 0,1 0 0,0-1 1,0 0-1,0-1 0,-1 0 0,1 0 1,0-1-1,13-2 0,-18 2 45,-1-1 1,0 1-1,0-1 0,0 0 1,0 0-1,0 0 0,0 0 1,0 0-1,-1 0 0,1-1 1,-1 1-1,0-1 1,0 1-1,1 0 0,-2-1 1,1 0-1,0 1 0,0-1 1,-1 0-1,1 1 0,-1-1 1,0 0-1,0-3 0,1-1 19,-1 0 0,0 0 0,0 0-1,0 0 1,-1 0 0,0 0-1,-1 0 1,-3-11 0,1 11 16,0 0-1,-1 1 1,-1-1 0,1 1 0,-1 0 0,0 0-1,0 0 1,0 1 0,-1 0 0,0 0 0,0 1-1,-13-6 1,9 4 32,-1 1 1,1 1-1,-1 0 0,0 0 0,0 1 0,0 1 1,0 0-1,-14 0 0,23 2-57,-1 0-1,1 0 1,0 1 0,0-1-1,0 1 1,0 0-1,0 0 1,0 0 0,0 0-1,0 0 1,0 1 0,0-1-1,0 1 1,1 0 0,-1-1-1,1 1 1,-1 1-1,1-1 1,0 0 0,0 1-1,-2 2 1,1 0-182,0 0 1,1 0-1,-1 0 1,1 1-1,1-1 1,-1 0-1,1 1 0,0 0 1,0-1-1,0 1 1,1 8-1,0 15-3938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21.9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565 167 8116,'0'0'1142,"0"0"-721,0 0-288,0 0 134,0 0 160,0 0-144,-25-13-131,-79-40-117,102 52-36,0 0 1,1 0-1,-1 0 0,0 0 1,0 0-1,-1 1 1,1-1-1,0 0 1,0 1-1,0 0 0,0-1 1,-1 1-1,1 0 1,0 0-1,0 0 1,0 1-1,0-1 0,-1 0 1,1 1-1,0-1 1,0 1-1,0 0 1,0 0-1,0 0 0,-3 2 1,3-1-3,0 1 0,-1-1-1,1 1 1,1 0 0,-1 0 0,0 0 0,1 0 0,0 0 0,-1 1-1,0 4 1,-2 4-11,-5 12 21,1 0 1,1 1-1,2 1 1,0-1-1,2 1 0,0-1 1,2 1-1,1 0 1,3 29-1,-2-49 6,0-1 0,0 0 0,0 0-1,1 0 1,0 0 0,0 0 0,0 0-1,0-1 1,1 1 0,0-1-1,0 1 1,0-1 0,0 0 0,1 0-1,0 0 1,0-1 0,0 1 0,0-1-1,0 0 1,1 0 0,-1-1 0,1 1-1,0-1 1,9 3 0,-3-1 38,-1-1 0,1-1 0,0 1 0,0-2 0,0 0 0,0 0 0,0-1 0,0 0 0,0-1 0,0 0 0,12-4 0,-16 3-36,0-1 0,-1 0 0,1 0 0,-1-1 0,0 0 0,0 0-1,0-1 1,-1 1 0,1-1 0,-1 0 0,0-1 0,-1 1-1,1-1 1,-1 0 0,0 0 0,-1 0 0,1-1 0,4-12 0,-6 13 22,0 1 0,0-1 0,0 1 1,0-1-1,-1 0 0,0 0 0,-1 0 1,1 0-1,-1 0 0,0 0 1,0 0-1,-1 0 0,0 0 0,0 0 1,0 1-1,-1-1 0,0 0 0,0 0 1,0 1-1,-1 0 0,0-1 0,0 1 1,-5-7-1,-3 1 61,0 1 0,-1 1 0,0-1 1,0 2-1,-1 0 0,0 0 0,-1 1 0,1 1 0,-1 0 1,0 1-1,-1 1 0,-22-4 0,-9 0 98,-1 3 1,-79 1-1,117 4-192,0 1 0,0 0 0,0 0 0,1 1 0,-1 0 0,0 1 0,1 0 0,0 0 1,0 1-1,0 0 0,0 0 0,0 1 0,1 0 0,0 0 0,0 1 0,0 0 0,1 0 0,0 1 0,0-1 0,0 1 0,1 0 1,0 1-1,0 0 0,-5 13 0,3-6 6,1 1-1,1-1 1,0 2 0,1-1 0,0 0 0,2 1-1,0 0 1,1-1 0,0 1 0,1 0 0,1 0-1,5 24 1,-4-34-7,-1-1-1,1 1 1,1 0-1,-1-1 1,1 0-1,0 1 0,1-1 1,-1 0-1,1-1 1,1 1-1,-1-1 1,1 0-1,8 8 1,-5-6 6,1-1 1,0 0-1,1-1 1,-1 0-1,1 0 1,0-1 0,1 0-1,10 2 1,7 0 10,1-1 0,0-2 0,0 0 0,0-2-1,47-5 1,-63 3-22,-1-1-1,0-1 1,0 0-1,0 0 0,0-1 1,0-1-1,-1 0 1,0-1-1,0 0 0,10-7 1,-14 8 0,-1 1 0,0-1 0,0 0 0,-1-1 1,0 1-1,0-1 0,0 0 0,0-1 0,-1 1 1,0-1-1,-1 1 0,1-1 0,-1 0 0,-1-1 0,1 1 1,-1 0-1,1-11 0,-1 10 7,-2-1-1,1 0 1,-1 0 0,-1 0 0,0 0-1,0 0 1,0 1 0,-1-1-1,-1 0 1,1 1 0,-2-1 0,1 1-1,-9-15 1,3 10 16,-1 1 0,0 0-1,-1 0 1,-1 1 0,1 1 0,-1 0-1,-15-9 1,-14-10 249,-1 3 0,-45-22-1,69 39-124,0 2 0,0 0 0,-1 1 0,0 1 0,0 0-1,0 2 1,-1 0 0,-21 0 0,38 3-141,0 0 1,-1 0-1,1 0 0,0 0 1,0 1-1,-1-1 0,1 1 1,0 0-1,0 0 0,0 0 1,0 1-1,0-1 0,0 1 1,0-1-1,1 1 0,-5 3 1,4-1-7,0-1 1,1 1 0,0-1 0,0 1 0,0 0 0,0 0 0,1 0-1,-1 0 1,1 0 0,0 0 0,0 1 0,0 4 0,-1 7-5,0 1 1,1-1-1,0 1 0,2-1 1,0 1-1,6 30 1,-5-38 3,1 0 1,0 1 0,0-1-1,1-1 1,1 1-1,-1-1 1,1 1 0,1-1-1,0-1 1,0 1-1,0-1 1,1 0 0,8 6-1,0-1 11,1 0 0,0-2-1,1 0 1,0-1 0,1-1-1,0 0 1,0-1 0,1-1 0,26 5-1,-3-5-11,0-1 0,0-2 0,54-3 0,-81-1-49,1 0-1,-1-1 1,1-1 0,-1 0 0,0-2-1,0 1 1,27-14 0,-36 15-18,0 0 0,0 0-1,0-1 1,-1 0 0,1 0 0,-1 0 0,0-1-1,0 0 1,-1 0 0,1 0 0,-1 0 0,0-1 0,0 1-1,-1-1 1,0 0 0,0 0 0,0-1 0,-1 1 0,0 0-1,2-13 1,-3 11 34,0 1-1,-1-1 1,0 1-1,0 0 1,0-1-1,-1 1 1,-1-1-1,1 1 1,-1 0-1,0 0 1,-1 0-1,-4-10 1,-1 3 46,-1 1 1,-1 0 0,0 1-1,-21-20 1,-109-99 605,117 113-299,0 0 1,-1 2-1,-1 1 1,-42-19-1,64 33-279,-1-1 0,1 1 0,0 0 0,-1 0 0,1 0 0,-1 1 0,1-1 0,-1 1-1,1 0 1,-6 0 0,7 0-32,1 1-1,0-1 1,0 0-1,-1 1 1,1-1 0,0 1-1,0-1 1,0 1-1,0 0 1,0 0-1,0-1 1,0 1-1,0 0 1,0 0-1,0 0 1,0 0 0,0 0-1,1 0 1,-1 0-1,0 2 1,-2 4-27,1 0 0,1 0 0,-1 1 0,1-1 1,1 1-1,-1 0 0,2 13 0,-1-7-4,1 4-28,1 0 0,1-1 0,1 1 0,0-1 0,1 0 0,1 0 0,0 0 0,1-1 0,1 0 0,1 0 0,0-1 0,1 0 0,1 0 0,0-1 0,1-1 0,0 0 0,1-1-1,0 0 1,1-1 0,1 0 0,-1-1 0,2-1 0,-1 0 0,2-1 0,-1-1 0,1-1 0,-1 0 0,2-1 0,-1-1 0,1 0 0,34 2 0,-47-6-40,0 0-1,1 0 1,-1 0 0,0-1-1,1 1 1,-1-1-1,0 0 1,0-1 0,0 0-1,7-2 1,-10 2 80,0 0 0,0 0 0,0 0 0,0 0-1,0-1 1,-1 1 0,0 0 0,1-1 0,-1 1 0,0-1 0,0 1 0,0-1 0,0 1 0,-1-1 0,1 0 0,-1 1 0,1-1-1,-1 0 1,0 0 0,0-4 0,0-2 32,1 1-1,-1 0 0,-1-1 1,1 1-1,-1 0 1,-1-1-1,0 1 1,0 0-1,0 0 0,-1 0 1,0 0-1,-1 1 1,0-1-1,0 1 1,0 0-1,-1 0 0,0 1 1,-1-1-1,1 1 1,-8-7-1,-6-2 67,0 0 0,-1 1 1,0 1-1,-1 1 0,0 0 0,-1 2 0,0 1 1,-1 0-1,0 2 0,0 1 0,-1 0 1,1 2-1,-1 1 0,0 0 0,-30 2 0,47 1-88,0 0 0,0 0 0,1 1-1,-1 0 1,0 0 0,1 0 0,-1 1-1,-11 5 1,15-6-7,0 1 0,1 0 1,-1 0-1,1 0 0,-1 0 0,1 1 1,0-1-1,0 1 0,0-1 0,0 1 0,0 0 1,1 0-1,-1 0 0,1 0 0,0 0 1,-1 0-1,2 0 0,-1 0 0,0 0 0,0 5 1,-2 46-808,3-20-1408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22.9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299 14 4994,'0'0'2593,"0"0"-725,0 0-526,0 0-224,0 0-275,0 0-400,-22-3-257,2-1-171,0 1-1,-32-1 0,48 5-13,0 0 1,0 0-1,0 0 0,0 0 1,0 1-1,1-1 0,-1 1 0,0 0 1,1 0-1,-1 0 0,1 1 0,0 0 1,0-1-1,0 1 0,0 0 1,0 0-1,1 0 0,-1 1 0,1-1 1,-4 8-1,-4 3 4,-1 0 40,0 1 0,0 0 1,2 0-1,0 1 0,0 1 0,2-1 0,0 1 0,1 1 1,0-1-1,2 1 0,0 0 0,1 0 0,-1 20 0,4-33-11,0 3 17,0 0-1,0 1 1,1-1 0,0 0 0,0 0-1,5 15 1,-5-20-39,1-1 0,-1 1 0,1-1 1,0 1-1,-1-1 0,1 0 0,0 0 0,1 0 0,-1 0 0,0 0 0,1 0 0,-1-1 0,1 1 1,-1-1-1,1 0 0,0 0 0,-1 0 0,1 0 0,0 0 0,0 0 0,0-1 0,5 1 0,2 1 9,1-1-1,-1-1 0,0 1 0,0-2 0,0 1 0,1-1 1,-1-1-1,0 0 0,0 0 0,0-1 0,-1 0 0,1-1 0,-1 0 1,0-1-1,0 0 0,0 0 0,0-1 0,-1 0 0,0 0 1,0-1-1,-1 0 0,0 0 0,0-1 0,-1 0 0,0 0 1,0-1-1,-1 1 0,0-1 0,0-1 0,-1 1 0,0-1 0,-1 1 1,0-1-1,-1 0 0,2-12 0,-3 13-6,1 1 0,-2 0 0,1 0 0,-1-1 0,-1 1 0,0 0 0,0 0 0,0 0 0,-4-11 0,3 15 16,0 0 0,0 0 0,-1 0-1,0 0 1,1 1 0,-1-1 0,-1 1 0,1 0 0,0 0 0,-1 0 0,0 0-1,1 0 1,-1 1 0,0-1 0,0 1 0,-1 0 0,-5-1 0,0-1 2,1 0 0,-1 1 1,1 1-1,-1 0 0,0 0 1,0 1-1,0 0 0,0 0 1,0 1-1,-14 2 0,19-1-20,0 0-1,-1 1 0,1-1 1,0 1-1,0 0 1,0 0-1,0 1 0,0 0 1,1-1-1,-1 2 1,1-1-1,-1 0 0,1 1 1,0 0-1,1 0 1,-1 0-1,1 0 0,0 1 1,0-1-1,-3 6 1,2-2-9,0 1 1,1 0 0,0 0 0,0 0-1,1 0 1,0 0 0,1 0 0,0 1-1,0-1 1,1 0 0,0 1 0,2 10-1,-1-14 2,0 1-1,0 0 0,1-1 0,0 0 1,1 1-1,-1-1 0,1 0 0,0 0 1,1 0-1,-1-1 0,1 1 0,0-1 1,1 0-1,-1 0 0,1 0 1,0-1-1,9 7 0,-2-4 10,0-1-1,0 0 1,0 0-1,1-1 1,0-1-1,0 0 1,0-1-1,15 1 1,10 0 5,62-2 0,-88-2-9,0-1 0,-1-1 0,1 0 0,-1-1 0,0 0 0,0 0 0,0-1 1,0-1-1,-1 0 0,1 0 0,-1-1 0,-1-1 0,12-8 0,-16 11-4,0 0 0,-1 0 0,0-1 0,0 1 0,0-1 1,-1 0-1,0 0 0,0 0 0,0 0 0,0 0 0,-1-1 0,0 1 0,0-1 1,0 0-1,-1 0 0,0 1 0,0-1 0,0 0 0,-1 0 0,0 0 0,0 0 1,0 0-1,-1 0 0,0 0 0,0 0 0,-1 1 0,-3-11 0,1 8 8,0 1 0,0 0 0,-1 0 0,0 0 0,-1 0 0,1 1 0,-1 0 0,0 0 0,-1 0 0,0 1 0,-7-5 0,-9-5 126,-1 1-1,-28-13 1,40 22-57,0 0 0,-1 1-1,1 1 1,-1-1 0,0 2-1,0 0 1,0 1 0,0 0 0,0 0-1,-16 3 1,27-2-85,1 1-1,-1 0 1,0-1-1,0 1 1,1 0-1,-1 0 1,0 0-1,1 0 1,-1 0 0,1 0-1,-1 1 1,1-1-1,0 1 1,-1-1-1,1 1 1,0-1-1,0 1 1,0-1 0,0 1-1,0 0 1,1 0-1,-1-1 1,1 1-1,-1 0 1,1 0 0,-1 0-1,1 0 1,0 0-1,0 3 1,-1 8-579,0-1 0,2 1 1,1 17-1,2-8-4144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24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301 17 6355,'0'0'1657,"0"0"-513,0 0-394,-24-1 224,-80 1-137,97 1-754,0 1 0,1 1 0,-1-1 1,0 1-1,1 0 0,0 0 0,0 1 0,0-1 0,0 2 0,0-1 0,1 1 0,0-1 0,0 1 0,0 1 0,0-1 0,1 1 0,0 0 0,0 0 0,1 0 0,-4 8 0,-1-1 118,0 1 3,1 1 0,1 1 0,0-1 0,1 1 0,1 0-1,0 0 1,1 0 0,1 0 0,1 1 0,0-1 0,2 20 0,-2-32-181,1 1 0,0-1 1,1 1-1,-1-1 0,1 0 0,0 1 1,0-1-1,1 0 0,-1 1 1,1-1-1,0 0 0,0 0 0,0 0 1,0-1-1,1 1 0,-1 0 1,1-1-1,0 0 0,0 0 0,1 0 1,-1 0-1,0 0 0,1 0 0,0-1 1,0 0-1,0 0 0,0 0 1,0 0-1,7 2 0,9 1 32,0-2-1,1 0 0,-1-1 1,1 0-1,24-3 0,-25 1-30,-4-1-9,0 0-1,-1-1 1,1 0-1,0-2 0,0 0 1,-1 0-1,0-2 1,0 0-1,-1 0 1,17-11-1,-24 13-52,0 0-1,0-1 1,0 0-1,-1 0 1,0-1-1,0 0 1,0 0-1,-1 0 1,1-1-1,-2 1 1,1-1-1,-1-1 1,0 1-1,0 0 1,-1-1-1,0 0 0,0 0 1,-1 0-1,0 0 1,-1 0-1,1-10 1,-1 10 2,-1 0 1,-1 0-1,1 0 1,-1 0 0,-1 1-1,1-1 1,-1 0-1,-1 1 1,0-1-1,0 1 1,0 0-1,-1 0 1,1 0-1,-2 0 1,1 1 0,-1 0-1,0 0 1,0 0-1,-1 0 1,0 1-1,0 0 1,0 0-1,-14-8 1,6 4 120,0 0-1,0 1 1,-1 0 0,0 1 0,0 1 0,0 0 0,-1 1 0,0 1-1,0 0 1,-1 1 0,1 1 0,-1 1 0,1 0 0,-33 3-1,44-1-62,-1 0 0,0 0 0,0 1 1,1-1-1,-1 1 0,0 0 0,1 1 0,0-1 0,0 1 0,0 0 0,0 1 0,0-1 0,0 1 0,-7 7 0,6-3-4,-1 0 1,1 0 0,1 1-1,0 0 1,0 0-1,1 0 1,0 0 0,-3 11-1,0 3-3,2 0 0,1 0-1,1 0 1,1 0-1,0 1 1,4 41 0,-1-57-19,0-1 0,1 0 0,-1 0 0,2 1 0,-1-1 0,1 0 0,0-1 0,0 1 0,0 0 0,1-1 0,0 0 0,1 0 0,-1 0 0,1 0 1,0-1-1,1 0 0,-1 0 0,1 0 0,0-1 0,0 0 0,1 0 0,-1 0 0,1-1 0,0 0 0,0 0 0,13 3 0,6 0 10,0-1-1,0-1 0,0-1 0,1-1 1,-1-2-1,36-3 0,-40 1-21,-1-2 0,0 0 0,0-2 0,0 0 0,-1-1-1,34-17 1,-42 18 9,0 0 1,0-1-1,0-1 0,-1 0 0,0 0 0,-1-1 1,0-1-1,0 0 0,-1 0 0,0 0 0,11-19 1,-17 22 5,0 0 1,0 0 0,-1-1 0,1 1-1,-2 0 1,1-1 0,-1 1 0,0-1-1,-1 0 1,1 1 0,-2-1 0,1 0-1,-1 1 1,0-1 0,-1 1 0,1-1-1,-1 1 1,-1 0 0,0 0 0,0 0-1,0 0 1,-1 0 0,0 1 0,0-1-1,-1 1 1,1 0 0,-1 0 0,-1 1-1,1 0 1,-1 0 0,-10-7 0,-4-2 119,-1 0 1,-1 2 0,0 1 0,-1 0 0,0 2 0,0 1 0,-1 0-1,0 2 1,-1 1 0,1 1 0,-1 1 0,0 1 0,-33 1 0,49 1-102,1 1 1,-1 0 0,0 0-1,1 1 1,0 0 0,-1 0-1,1 0 1,0 2-1,0-1 1,0 1 0,1 0-1,-1 0 1,1 1 0,0 0-1,0 0 1,1 1 0,-1 0-1,1 0 1,1 0 0,-1 1-1,-8 14 1,6-8-211,2-1 1,0 2-1,0-1 0,2 0 1,-1 1-1,2 0 1,0 0-1,0 1 0,1-1 1,1 0-1,1 1 0,1 21 1,1-21-3739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8:25.5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305 0 6099,'0'0'1166,"0"0"-278,0 0 254,0 0 419,-25 6-444,-82 21-447,99-25-626,0 1 0,0-1 1,0 2-1,1-1 0,-1 1 0,1 0 0,0 0 0,0 1 0,1 0 1,-1 0-1,1 1 0,0 0 0,1 0 0,-1 0 0,-7 12 0,0 0 34,7-11-14,1 1 0,0 0 0,1 0 0,0 0 0,0 1 0,1-1 0,-4 18 0,6-23-33,0 1 0,0-1 0,1 0 0,-1 0 0,1 1 0,0-1 0,0 0 0,0 1 0,0-1 0,1 0 0,-1 1 0,1-1 0,0 0 0,0 0 0,0 0 0,0 0 0,1 0 0,-1 0 0,1 0 0,0 0 0,-1 0 0,1-1 0,1 1 0,-1-1 0,3 3 0,3 0 14,0-1-1,0 1 1,0-2-1,1 1 0,0-1 1,0-1-1,0 0 1,0 0-1,17 1 0,6-1 80,46-3-1,-70 0-115,-1 0-1,1-1 1,-1 1-1,1-1 0,-1 0 1,0-1-1,0 0 1,0 0-1,0-1 0,-1 0 1,9-6-1,-11 8-2,-1-1-1,1 0 1,-1-1 0,0 1-1,0 0 1,0-1 0,0 0-1,0 0 1,-1 0-1,1 0 1,-1 0 0,0 0-1,-1-1 1,1 1 0,-1-1-1,0 1 1,0-1 0,0 1-1,0-7 1,-1 4 1,0 0 0,-1 0 1,0 0-1,0 0 0,0 0 1,-1 0-1,0 0 0,0 0 0,-1 1 1,-6-12-1,7 15 7,0 0 0,0 1 0,0-1 0,0 1 0,-1-1 0,1 1 0,-1 0 0,0 0 0,1 1 0,-1-1 0,0 0-1,0 1 1,0 0 0,0-1 0,-1 1 0,1 0 0,0 1 0,0-1 0,-1 1 0,1-1 0,0 1 0,-1 0 0,1 0 0,0 0 0,-1 1 0,-3 0 0,3 1-9,1-1 1,-1 0-1,1 1 1,0 0-1,0 0 1,0 0 0,0 0-1,0 0 1,0 1-1,0-1 1,1 1-1,-1 0 1,1 0 0,0 0-1,0 0 1,0 0-1,0 0 1,0 1-1,1-1 1,0 1-1,-2 4 1,-1 3-455,1-1 0,0 1 1,1 1-1,0-1 0,-1 21 0,3-21-4648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0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4658,'0'0'766,"0"0"-217,0 0 481,0 0 435,0 0-387,0 0-563,0 0-235,-17 0 374,16 0 3184,417 0-28,-419 9-6163,1-6 1689,0-1 1,0 1-1,-1-1 0,0 0 0,1 0 0,-1 0 1,0 0-1,0 0 0,-5 2 0,-8 2-8140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0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5154,'0'0'2441,"0"0"-1355,0 0-107,0 0 617,0 0 21,7 1-353,59 5-137,1-2-1,77-6 1,-33 0-1089,19 2-76,-129 0-12,-1 0-1,0 0-34,0 0-342,0 0-913,0 0-716,0 0-1402,0 0-3695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03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6483,'0'0'2076,"0"0"-935,0 0-31,0 0 45,0 0-367,-1 1-724,0 1 0,0-1 0,1 1 0,-1 0 0,0-1 0,1 1 0,0-1 0,-1 1 0,1 0 0,0-1 0,-1 1 0,1 0 0,0-1 0,0 1 0,1 0 0,-1 0 0,1 2 0,-1 441 4858,0-424-4879,2 0 0,1 0-1,0 0 1,2 0 0,13 38-1,-17-54 731,-1-3-3364,0-1-3858,0-3 179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04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8724,'0'0'1569,"0"0"-793,0 0-490,0 0 271,0 0 822,0 32-85,0 199 376,0-167-987,-3-27-458,3-1-1,1 1 1,2-1-1,1 0 1,2 0-1,16 53 1,-19-82 452,0-2-2694,-2-4-5573,-4-1-1958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0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4274,'0'0'1550,"0"0"-363,0 0-205,0 0 13,0 0 62,4-3-126,8-4-553,0 1-1,0 1 1,1 0 0,-1 1 0,1 0 0,0 1 0,16-2-1,19-5 584,-8-1-579,1 3 1,1 2 0,-1 1-1,43 1 1,-8 5-325,85-3 65,-111-9-39,-49 10-67,1 1 1,0 0 0,0-1-1,0 0 1,-1 1 0,1-1-1,0 0 1,-1 0 0,1 0-1,0 0 1,-1 0 0,1-1 0,-1 1-1,0 0 1,1-1 0,-1 1-1,0 0 1,0-1 0,0 0-1,0 1 1,0-1 0,0 0-1,-1 1 1,2-4 0,-3 4-4,1 0 1,-1 0 0,0 1-1,1-1 1,-1 0 0,0 0-1,1 0 1,-1 0-1,0 1 1,0-1 0,0 0-1,0 1 1,0-1 0,0 0-1,0 1 1,0-1 0,0 1-1,0 0 1,0-1-1,0 1 1,0 0 0,0 0-1,0 0 1,0-1 0,-1 1-1,1 0 1,-1 1 0,-38-3-1550,36 2 616,3 0-3430,1 0-3924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0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 7059,'0'0'1881,"0"0"-1049,0 0-290,0 0 616,0 0-158,0 0-605,-6 0-317,-31-1 44,1 3 1,0 0 0,-42 10-1,40-7 14,0-2-1,-50-2 1,60-1-118,28 39 150,3 7 68,1 1 0,13 54 1,4 29 78,-5 554 1545,-19-442-1321,3 278 781,0-519-1285,0-1 2,0 0 22,35-24 528,-27 18-582,1 1 0,0 0 0,0 1 0,1 0 0,-1 0 0,1 1 0,0 0 0,0 1 0,0 0 0,15-1 0,15 1 24,55 4 1,-28 1-19,97-3 5,-163 0-42,-1 0-14,0 0 66,0 0 22,0 0 38,0 0-44,0 0-47,0-17-6713,0 7-2403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09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7315,'0'0'1372,"0"0"-425,0 0-160,0 0 34,0 0-82,0 0-194,0 0 87,4 0-53,0-1-498,0 0-1,0-1 1,-1 1-1,1-1 1,-1 1 0,1-1-1,-1 0 1,0 0 0,0-1-1,0 1 1,0-1-1,0 1 1,0-1 0,-1 0-1,1 0 1,-1 0 0,0 0-1,4-7 1,7-13 227,18-44 1,-6 13-158,-23 50-152,9-14 115,-10 30 80,-2 12-114,1 260 2378,0-157-9108,0-127 1109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1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6099,'0'0'1270,"0"0"-617,0 0 212,0 0 407,0 0-415,-1 1-762,1-1 0,0 0-1,-1 0 1,1 1 0,0-1 0,-1 0 0,1 0 0,0 1 0,-1-1 0,1 0 0,0 1 0,0-1 0,-1 0 0,1 1-1,0-1 1,0 1 0,0-1 0,0 0 0,-1 1 0,1-1 0,0 1 0,0-1 0,0 0 0,0 1 0,0 0 0,19 4 339,0 0 1,0-2-1,1 0 1,-1-2 0,27 0-1,-21 0 84,0 0 0,37 7 0,-60-7-584,-1-1 48,-1 0 0,0 0 0,0 0 0,0 0 1,1 0-1,-1 0 0,0 0 0,0 0 0,0 0 0,1 0 0,-1 0 0,0 0 0,0 1 0,0-1 0,1 0 1,-1 0-1,0 0 0,0 0 0,0 0 0,0 1 0,0-1 0,0 0 0,1 0 0,-1 0 0,0 1 0,0-1 0,0 0 1,0 0-1,0 0 0,0 1 0,0-1 0,0 0 0,0 0 0,0 0 0,0 1 0,0-1 0,0 0 0,0 0 1,0 0-1,0 1 0,0-1 0,0 0 0,0 0 0,0 1 0,0-1-3437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15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1249,'0'0'3564,"0"0"-2404,0 0-498,0 0 611,0 0 101,0 0-481,0 0-244,12-27 3979,-6 21-4609,0 1-1,1 0 1,-1 0-1,1 0 0,0 1 1,1 0-1,-1 0 0,1 1 1,0 0-1,0 0 1,0 1-1,0 0 0,0 1 1,0 0-1,0 0 0,1 0 1,14 2-1,-20 0-23,-1-1-1,1 1 1,-1 0 0,0 1-1,1-1 1,-1 0-1,0 1 1,0-1 0,0 1-1,0 0 1,0 0-1,0 0 1,0 0-1,-1 0 1,1 0 0,-1 0-1,1 0 1,-1 1-1,0-1 1,0 1 0,0-1-1,0 0 1,-1 1-1,1 0 1,-1-1 0,1 1-1,-1-1 1,0 4-1,3 14-3,-1 0-1,-1 29 0,-1-42 9,0 10 12,0 0-1,-2 1 0,0-1 0,-1 0 0,-1-1 0,-8 24 0,9-32-11,-1 1 1,0-1 0,0 0-1,-1-1 1,0 1-1,0-1 1,-1 0-1,0 0 1,0 0 0,-1-1-1,1 0 1,-2-1-1,1 1 1,-10 4 0,17-9-6,-1 0 1,0-1-1,0 1 1,0-1-1,1 1 1,-1-1-1,0 1 1,0-1-1,0 0 1,0 0 0,0 1-1,0-1 1,0 0-1,1 0 1,-1 0-1,0 0 1,0 0-1,0 0 1,0 0 0,0 0-1,0 0 1,0-1-1,0 1 1,0 0-1,0 0 1,0-1-1,1 1 1,-1-1 0,0 1-1,0-1 1,0 1-1,1-1 1,-1 1-1,0-1 1,1 0-1,-1 1 1,0-1 0,1 0-1,-1 0 1,1 0-1,-1 1 1,1-1-1,0 0 1,-1 0-1,1 0 1,0 0 0,-1 0-1,1 0 1,0 0-1,0-1 1,-1-3-4,0 0 0,1 0 0,0 0 0,0-1 0,0 1 1,0 0-1,1 0 0,1-6 0,1 10-7,1 0-1,-1 1 1,0-1 0,0 1-1,1-1 1,-1 1-1,0 0 1,1 1 0,-1-1-1,0 0 1,0 1 0,1 0-1,-1-1 1,4 3 0,50 39 30,-51-36-11,0 0 0,1 0 1,0-1-1,0 0 0,0 0 0,0-1 0,1 0 0,0 0 1,-1-1-1,2 0 0,-1 0 0,0-1 0,10 2 0,-5-3 26,0 0-1,1-1 1,-1 0-1,0-1 1,0-1-1,0 0 1,21-6-1,-30 7-53,-1-1 0,1 1-1,0-1 1,-1 0 0,1 0 0,-1-1-1,1 1 1,-1-1 0,0 1 0,0-1-1,0 0 1,-1 0 0,1 0 0,-1-1-1,1 1 1,-1-1 0,0 1 0,-1-1-1,1 0 1,0 0 0,-1 1 0,0-1-1,0 0 1,0 0 0,-1 0 0,1-1 0,-1 1-1,0-6 1,-1-8-2920,-3 17-206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1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3554,'0'0'1790,"0"0"-987,0 0 11,0 0 303,0 0-234,123 14 2567,204-9-2090,-255-5-3715,-72 0-1089,0 0-2303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1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34 7571,'0'0'726,"0"0"-304,0 0 245,0 0 394,0 0-244,-2 2 87,9 1-632,4-4-51,0 0 0,1-1 0,-1 0 0,0-1 0,18-7-1,-16 5-120,0 1 0,0 1-1,24-4 1,-34 7-101,-1 0 0,1-1-1,-1 1 1,0 1 0,1-1 0,-1 0 0,0 1 0,0-1-1,1 1 1,-1-1 0,0 1 0,0 0 0,0 0 0,1 0 0,-1 1-1,0-1 1,-1 0 0,1 1 0,0-1 0,0 1 0,0-1 0,-1 1-1,1 0 1,1 3 0,1 2 3,-1 0-1,0-1 0,-1 1 1,1 0-1,-1 1 1,1 13-1,-2-19 7,0 1 0,-1 0 0,1 0 0,-1-1 0,0 1 0,0 0 0,0 0 0,0 0 0,-1 0 0,1-1 0,-1 1 0,1 0 0,-1 0 0,0-1 0,0 1 0,0-1 0,-1 1 0,1-1-1,0 1 1,-1-1 0,0 0 0,0 1 0,1-1 0,-1 0 0,0 0 0,-1 0 0,-1 1 0,-5 2 27,0-1 0,0-1 0,0 1 0,-1-2-1,1 1 1,-18 1 0,78-18 942,-32 7-937,1 2 0,1 0 0,-1 0 0,33-1 0,-51 6-37,1 0 1,-1 0-1,0 0 1,0 0 0,0 0-1,0 1 1,1-1-1,-1 1 1,0-1 0,0 1-1,0 0 1,0 0-1,0 0 1,-1 0 0,1 0-1,0 0 1,0 1-1,-1-1 1,3 2 0,-2 0 6,0 1 1,0-1 0,-1 0-1,0 1 1,1-1 0,-1 1-1,0-1 1,0 1 0,-1-1-1,1 8 1,0-3 85,0 1 0,0 0 0,-1 0 0,0 0 0,-1 0 0,-3 13-1,3-18-48,0-1 0,-1 1 0,1 0 0,-1-1 0,0 1 0,0-1 0,0 0 0,-1 0 0,1 0 0,-1 0 0,0 0 0,0 0 0,0-1 0,0 1 0,0-1 0,-6 3 0,-4 4 182,-1-1-1,1-1 1,-1 0-1,0-1 1,-1-1 0,1 0-1,-1-1 1,0 0 0,-1-1-1,1-1 1,0 0-1,-24-1 1,36-2-212,1 0-1,-1 0 1,1 0-1,-1 0 1,1 0-1,0-1 1,0 1-1,-1-1 1,1 1-1,0-1 1,0 0-1,0 0 1,-2-2-1,-18-14 100,17 17-6111,5 1 2284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18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22 6355,'0'0'1291,"0"0"-413,0 0 381,0 0 120,0 0-554,0 0-273,0-4-10,0-10-19,0 10-177,0 8-154,-3 216 3614,1-105-3638,1 0-4512,1-115-112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1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4386,'0'0'1089,"0"0"-417,0 0 326,0 0 330,0 0-149,0 0-266,27 0 1976,85-3-869,-42 1-931,128 11 1,-193-8-1696,22 3 1885,-20-1-3506,-5 0-3401,-2-9-2426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2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1 265 5603,'0'0'965,"0"0"463,0 0 493,0 0-302,0 0-672,0 0-403,0 0-82,11-6-27,-4 4-358,-1-2 0,1 1 0,-1-1-1,1 0 1,-1 0 0,0-1 0,-1 0 0,1 0 0,-1 0 0,0-1 0,0 0 0,-1 1 0,1-2 0,-1 1 0,-1 0 0,1-1 0,-1 0 0,3-11 0,-4 13-70,6-25 4,-2-1 0,5-53 0,-13 187 308,-1-31 588,4-1-1,18 138 0,-13-188-774,-4-17-4364,-2-4-47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2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8596,'0'0'1665,"0"0"-1038,0 0 13,0 0 339,0 0-144,-1 1-800,1-1 0,0 0-1,-1 1 1,1-1 0,0 0 0,-1 1 0,1-1-1,0 1 1,0-1 0,-1 1 0,1-1-1,0 1 1,0-1 0,0 0 0,0 1 0,0-1-1,0 1 1,0-1 0,0 1 0,0-1 0,0 1-1,0-1 1,0 1 0,0-1 0,0 1-1,0 0 1,4 1 44,1 0 0,-1-1 0,1 1 0,-1-1 0,1 0 0,0 0 0,-1 0-1,1-1 1,0 0 0,0 0 0,7 0 0,-1 0 84,296 1 2144,-160-2-2522,-147 33-4038,-7-26 1348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2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6115,'0'0'2534,"0"0"-1373,0 0-406,0 0 427,0 0-67,12 0-307,185 0 1305,-196 0-2075,-1 0 20,0 0-2,-6 0 0,-20 0-73,12-1-28,0 1 0,0 1 0,-20 3 0,29-3 34,0 0 0,0 1 0,0 0 0,0 0-1,0 0 1,1 1 0,-1-1 0,1 1 0,-1 0 0,1 0 0,0 1 0,-7 7 0,6-5 0,0 0 0,1 0 0,0 1 0,0 0 1,0 0-1,1 0 0,0 0 0,0 0 0,1 0 0,-3 13 0,2 3 6,1-1-1,1 31 0,1-52 7,0-1 11,-1 1 1,1-1-1,0 0 0,0 1 1,0-1-1,0 0 1,0 1-1,0-1 1,0 0-1,0 1 0,0-1 1,0 0-1,0 0 1,0 1-1,0-1 0,1 0 1,-1 1-1,0-1 1,0 0-1,0 0 1,0 1-1,0-1 0,1 0 1,-1 0-1,0 1 1,0-1-1,0 0 0,1 0 1,-1 0-1,0 1 1,0-1-1,1 0 1,-1 0-1,0 0 0,0 0 1,1 1-1,-1-1 1,0 0-1,1 0 0,-1 0 1,0 0-1,1 0 1,-1 0-1,0 0 1,1 0-1,-1 0 0,0 0 1,0 0-1,1 0 1,-1 0-1,0 0 0,1 0 1,-1-1-1,0 1 1,0 0-1,1 0 1,-1 0-1,0 0 0,0-1 1,1 1-1,-1 0 1,0 0-1,1-1 0,20-17 2,-11 10-19,0 3-6,1 1 1,-1-1-1,1 2 1,0 0-1,1 0 1,-1 1-1,0 0 1,1 1-1,0 0 1,-1 1-1,21 2 1,-1-1-43,-28-1 45,0-1 0,1 1-1,-1 1 1,0-1 0,1 0 0,-1 1 0,0 0-1,0-1 1,0 1 0,0 0 0,0 1-1,0-1 1,0 1 0,0-1 0,0 1 0,0 0-1,-1 0 1,1 0 0,-1 0 0,1 1-1,-1-1 1,0 1 0,0-1 0,0 1 0,0 0-1,-1-1 1,3 6 0,-1 3-35,0-1 1,-1 1-1,0 1 1,-1-1-1,0 0 0,-1 20 1,-1-28 48,0 0 1,0-1-1,0 1 1,0 0-1,0 0 1,-1-1 0,0 1-1,1 0 1,-1-1-1,0 0 1,0 1-1,0-1 1,-1 0-1,1 0 1,0 0-1,-1-1 1,0 1-1,1 0 1,-1-1-1,0 0 1,0 0 0,1 1-1,-7 0 1,-7 4 80,0-1 0,-34 6 1,-125 22 675,142-32-1772,19-1-4300,14 0-635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28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6 5154,'0'0'1548,"0"0"-719,0 0-55,0 0 360,0 0-96,0 0-446,1-1 1923,15-3-2154,304 4 1435,-697 14-1893,377-14-7,0 0 46,0 0 10,0 0-35,0 0 43,0 0-13,8 3 10,44 5 87,0-2 0,1-2-1,102-6 1,-49 0 10,-324 4 888,217-2-1070,1 0-750,0-1-2243,0-5-3487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3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4642,'0'0'763,"0"0"-136,0 0 251,0 0-46,0 0-429,0 0-182,12-13 506,-8 11 3570,-6 178-1781,1 119-224,1-299-2337,0 0 1,0 0 0,0 0 0,0 0 0,1 0-1,-1 0 1,1 0 0,0 0 0,0 1 0,1-1-1,-1 0 1,1 0 0,2-4 0,2-5-2742,-4 0-1906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3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0 304 720,'0'0'3325,"0"0"-1954,0 0-400,0 0 531,0 0 160,0 0-376,0 0-382,0 0-247,4 0-108,1-1-486,-1 0 1,1-1-1,-1 0 0,1 1 0,-1-1 0,0-1 0,0 1 0,0-1 1,0 0-1,0 1 0,0-2 0,-1 1 0,0 0 0,1-1 0,3-5 1,50-69 764,-53 72-818,4-6 0,0 0 0,-1 0 0,0-1 0,-1 0 0,0-1 0,-1 1 0,-1-1 0,0 0 0,-1 0 0,3-28-1,-6 41 10,0 1 19,0 22 196,-14 137 1617,1 5-503,13-27-505,0-137-757,0 0-30,0 0 21,0 0-18,0 0-3,0 0-16,0 0 2,0 0-2,0 0 6,0 0-41,0 0 8,8 0-640,-2 0-3180,-1 0-840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5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5 135 5410,'0'0'1559,"0"0"-538,0 0 183,0 0 55,0 0-235,-1-15-314,-2-47-353,3 60-327,0 0-1,1 0 1,-1-1-1,1 1 1,0 0-1,-1 0 1,1 0-1,0 1 1,0-1-1,1 0 1,-1 0-1,0 0 1,0 1-1,1-1 1,-1 1-1,1-1 1,0 1-1,-1-1 1,1 1-1,0 0 1,0 0-1,0 0 1,0 0-1,2-1 1,41-10 876,-38 11-821,-1 0 0,1 0 0,-1 0 0,1 1 0,-1 0-1,1 0 1,-1 1 0,14 3 0,-18-3-79,1 0 1,-1 1-1,1-1 0,-1 1 0,0 0 0,1 0 0,-1 0 0,0 0 0,0 0 0,-1 0 1,1 0-1,0 1 0,-1-1 0,1 1 0,-1-1 0,0 1 0,0 0 0,0 0 1,0-1-1,0 1 0,0 5 0,2 5 5,-1-1 0,0 1 1,-1 0-1,-1 0 0,0-1 0,0 1 0,-2 0 1,1 0-1,-2-1 0,1 1 0,-2-1 0,0 0 1,0 0-1,-1 0 0,-1 0 0,1-1 0,-2 0 1,0 0-1,-10 11 0,8-10 5,0 1-5,-1 0 0,-1 0 0,0-1 1,-21 18-1,30-36-2,1-1 1,0 1-1,0 0 0,0-1 1,1 1-1,0-12 0,0 17-5,0-19-83,0 20 48,0 4 7,1-1 1,-1 0 0,1 1 0,0-1 0,0 0 0,0 0 0,0 0 0,1 0 0,2 4 0,1-2 39,0 0 0,0 0 0,1 0-1,-1-1 1,1 0 0,0 0 0,1 0 0,-1-1 0,1 0 0,-1 0 0,1-1 0,0 0 0,0 0-1,0 0 1,10 0 0,14 1 62,0-1-1,42-4 0,-21 1-179,-52 1-824,0 0-1301,0 0-2640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5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5875,'0'0'901,"0"0"-439,0 0 210,0 0 553,0 0 15,0 6-194,-1-5-1010,1 0-1,0 0 1,0 0 0,1 0-1,-1 1 1,0-1 0,0 0-1,0 0 1,1-1-1,-1 1 1,0 0 0,1 0-1,-1 0 1,1 0 0,-1 0-1,1 0 1,0 0-1,-1-1 1,1 1 0,0 0-1,0 0 1,-1-1-1,3 2 1,28 8 643,56-9 390,-51-2-598,74-1 391,121 4 920,-224-2-1974,0 1 1,-1 0 0,1 0 0,0 1 0,-1 0 0,1 0 0,-1 0 0,1 1 0,-1 0 0,0 0 0,0 0 0,6 6 0,-11-8-3894,-1-1-3860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29:54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34 6707,'0'0'1878,"0"0"-643,0 0 49,0 0 207,0 0-266,-14 0 575,34-1-1654,1-1 0,0-2 0,22-5 0,-22 3-108,0 2-1,0 1 1,26-1-1,-36 3-14,14 3-68,-25-1 40,1-1 1,0 1 0,0-1 0,-1 1-1,1-1 1,-1 1 0,1 0-1,0-1 1,-1 1 0,1 0-1,-1-1 1,0 1 0,1 0-1,-1 0 1,1-1 0,-1 1 0,0 0-1,0 0 1,1 0 0,-1-1-1,0 1 1,0 0 0,0 0-1,0 0 1,0 0 0,0 1-1,0 4 12,0 1 0,-1-1 0,0 0-1,0 1 1,0-1 0,0 0 0,-1 0-1,0 0 1,-1 0 0,1 0-1,-1-1 1,0 1 0,0-1 0,-1 0-1,0 1 1,0-2 0,0 1 0,0 0-1,-1-1 1,0 0 0,0 0-1,-7 4 1,5-2 21,-1 0 0,0 0 0,0-1-1,0 0 1,0-1 0,-1 0 0,0 0 0,0-1 0,0 0-1,0-1 1,-1 0 0,1 0 0,-19 0 0,28-2-24,0 0 0,-1-1 0,1 1 0,0 0 1,0 0-1,0 0 0,0-1 0,0 1 0,-1 0 0,1 0 1,0-1-1,0 1 0,0 0 0,0 0 0,0-1 1,0 1-1,0 0 0,0 0 0,0-1 0,0 1 0,0 0 1,0 0-1,0-1 0,0 1 0,0 0 0,1 0 1,-1-1-1,0 1 0,0 0 0,0 0 0,0-1 0,0 1 1,0 0-1,1 0 0,-1 0 0,0-1 0,0 1 0,0 0 1,1 0-1,-1 0 0,0 0 0,0-1 0,0 1 1,1 0-1,-1 0 0,1 0 0,11-12-54,0 6 32,1 0-1,0 1 1,1 1 0,-1 0-1,1 1 1,0 0-1,0 1 1,0 1-1,0 0 1,0 1-1,0 0 1,19 3-1,-28-1 12,-1 0 1,0 0-1,0 0 0,0 1 0,0-1 0,-1 1 0,1 0 0,-1 0 1,1 0-1,-1 1 0,0-1 0,-1 1 0,1-1 0,0 1 0,-1 0 0,0 0 1,0 0-1,2 5 0,0 1 3,-1 0 0,0-1 0,0 1 0,-1 1 1,0-1-1,1 20 0,-4-28 8,0 0 0,0 0-1,1 0 1,-1-1 0,0 1 0,-1 0 0,1-1 0,0 1-1,0-1 1,-1 1 0,1-1 0,-1 0 0,1 1 0,-1-1-1,0 0 1,1 0 0,-1 0 0,0 0 0,0-1 0,1 1-1,-1 0 1,0-1 0,-2 1 0,-49 13 293,-22-1 736,-1-3-1,-120-1 1,196-9-1041,-1-1 1,0 1 0,1 0-1,-1 0 1,1-1-1,-1 1 1,0 0-1,1-1 1,-1 1-1,1-1 1,-1 1 0,1-1-1,-1 1 1,1-1-1,0 1 1,-1-1-1,1 1 1,0-1 0,-1 0-1,1 1 1,0-1-1,0 1 1,-1-1-1,1 0 1,0 1 0,0-1-1,0 0 1,0 1-1,0-1 1,0 0-1,0-1 1,0-29-2918,1 20-705,-1 6-593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0:26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77 3378,'0'0'2315,"0"0"-1589,0 0-390,0 0 491,0 0 102,0 0-270,-25-5 4813,15 3-5838,-1 1 380,-3 0-40,18 0 692,316 1 230,-319 0-920,-1 0-5,-12 0 114,-198-33 14,204 32-97,-14-1-5,-1-1-1,1-1 1,0-1 0,-24-9 0,95 9 1,26 6 112,92 14 1,-158-15-91,-9 0-18,-1-1 0,1 1 0,0 0 1,-1 0-1,1 0 0,0 0 1,-1 0-1,1 1 0,0-1 0,-1 1 1,1-1-1,-1 1 0,1-1 1,-1 1-1,4 1 0,-5-1 11,0-1 25,0 0 66,0 0-19,0 0 115,0 0 8,-48 2 187,-237-2-2582,284 0 2208,1 0 0,0 0-45,0 0-37,0 0-59,17 0 42,270 16 519,-281-16-423,-5 0-8,0 0 0,-1-1 0,1 1 0,0 0 0,0 0 0,0 0 0,0 0 0,-1 0 0,1 0 0,0 0 1,0 0-1,0 0 0,0 0 0,-1 0 0,1 0 0,0 1 0,0-1 0,0 0 0,-1 1 0,1-1 1,0 1-1,0-1 0,-1 0 0,1 1 0,0 0 0,-1-1 0,1 1 0,-1-1 0,1 1 0,0 1 0,-30 3-146,-158-2-339,109-4 580,78 1-81,2-1-7,1 0 0,-1 0 0,1 0 1,-1 0-1,1 1 0,-1-1 1,1 1-1,0 0 0,-1 0 1,1 0-1,0 0 0,4 1 1,-2-1 5,245 0 43,-249 0-47,-1 0 40,0 0 7,0 0-12,-33-1 245,24-1-6270,9-7-3991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0:53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3217,'11'7'5744,"-5"10"-3611,-3 26-2386,-2-26 1055,7 59-121,3 0 0,28 106 0,-30-142-2297,-9-40-1122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0:5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5058,'0'0'243,"0"0"-110,0 0 57,0 0 226,0 0 59,0 0-96,20 9-174,-6-3-157,2 2 77,1 0 1,1-2-1,-1 0 1,1 0-1,0-2 0,0 0 1,22 1-1,111-5 1628,-148 0-9015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0:54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6899,'0'0'736,"0"0"-455,0 0-71,0 0 324,0 0 152,0 0-198,0 4 733,0-8 266,2-5-1444,-1-1-1,1 1 1,1 0 0,-1 0 0,2 0 0,-1 0 0,8-13-1,14-41 109,-20 42-115,-1 6 346,0 0 0,-2-1 0,2-18 0,-4 34-129,0 0-98,0 0-120,0 0-57,0 19-60,-21 374 2587,21-388-2650,-7 20 594,6-24-621,0-1-1,1 1 1,-1 0-1,0-1 0,0 1 1,1-1-1,-1 0 1,0 1-1,0-1 0,0 1 1,0-1-1,0 0 1,1 0-1,-1 0 0,0 1 1,0-1-1,0 0 1,-2 0-1,-4 0-3906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0:5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4610,'0'0'1363,"0"0"-290,0 0 61,0 0 226,25 0-194,194 2 902,-144-3-1535,-30-1-3,1 2 0,71 10 0,-108-10-5497,-9 0-737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0:56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36 7155,'0'0'582,"0"0"-382,0 0 219,0 0 568,0 0-136,-6 0 232,56-3 171,1-2 0,94-23 0,-150 29-1779,-49 9-1120,-61 3 0,101-14 1479,9 0 209,0 0 0,0 1 0,0 0 0,0 0 1,0 0-1,0 0 0,-9 3 0,11 48 658,-9 4-495,8-38-22,0 1 0,1 0 0,-1 28 0,42-84 334,-33 35-520,1-1 1,0 1-1,0 1 1,1-1 0,-1 1-1,1 0 1,-1 1-1,1-1 1,9 0 0,65 1-11,-49 2 11,-29-1-6,1 0 1,0 1 0,0 0-1,0-1 1,-1 1-1,1 1 1,0-1-1,-1 0 1,1 1 0,-1 0-1,1 0 1,-1 0-1,0 0 1,0 1-1,0-1 1,0 1 0,0-1-1,-1 1 1,1 0-1,-1 0 1,0 1-1,0-1 1,0 0 0,0 1-1,0-1 1,-1 1-1,0-1 1,1 1-1,0 7 1,1 1 6,-1 0 1,0 1-1,-1-1 1,0 1-1,-1 0 0,0-1 1,-1 1-1,-4 15 0,4-24 38,0 0 0,0 0-1,-1 0 1,0 0-1,0 0 1,0 0-1,0-1 1,0 1-1,-1 0 1,0-1 0,0 0-1,0 0 1,0 0-1,0 0 1,-1 0-1,1-1 1,-1 1-1,1-1 1,-1 0-1,0 0 1,0-1 0,0 1-1,0-1 1,0 0-1,-8 2 1,-9 0 380,-1 0 0,0-1 0,-41-2 0,35-1-244,15 0-88,0 0 0,0-1 1,0-1-1,1 0 0,-1 0 0,-16-9 0,-34-8 141,60 20-175,2 0-3207,1 0-337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0:58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2913,'0'0'3196,"0"0"-2318,0 0-726,0 0 240,0 0 217,0 0-9,12 14 331,-7-11-786,0 1 0,0-1 0,1 0 0,-1-1 1,1 1-1,0-1 0,0 0 0,-1 0 0,1-1 0,1 0 0,6 1 0,73 2 966,-75-4-978,232 0 2549,-242 0-2568,-1 0 4,0 0-73,0 0 6,0 0-8,0 0 18,0 0 6,0 0-33,0 0 1,0 0-64,0 6 82,8 897 3373,2-699-3290,1 0-40,-11-72 189,-34-132-157,-149 0-61,182 0-110,1 0-42,10 0-772,61 0-1160,-36 0-3188,-10 0-6416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0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9 356 4818,'0'0'5725,"0"0"-3996,0 0-1200,0 0 220,0 0 220,0 0-284,0 0-413,-2-4-165,-5-9 37,14 31 294,16 37 354,35 63 49,273 489 138,-329-604-981,2 4-1,0-1-1,0 0 0,1 0 1,0-1-1,0 1 1,9 6-1,-14-12 3,0 0 1,0 0-1,0 0 1,0 0-1,0 0 1,0-1-1,0 1 1,0 0-1,1 0 0,-1 0 1,0 0-1,0 0 1,0 0-1,0-1 1,0 1-1,0 0 1,0 0-1,0 0 0,0 0 1,1 0-1,-1 0 1,0 0-1,0 0 1,0 0-1,0 0 1,0 0-1,0-1 1,1 1-1,-1 0 0,0 0 1,0 0-1,0 0 1,0 0-1,0 0 1,1 0-1,-1 0 1,0 0-1,0 0 0,0 0 1,0 0-1,0 1 1,1-1-1,-1 0 1,0 0-1,0 0 1,0 0-1,0 0 0,0 0 1,0 0-1,1 0 1,-1 0-1,0 0 1,0 0-1,0 1 1,0-1-1,0-2 3,-5-634 51,8 587-89,3 1 0,19-81-1,-14 83 14,-2-1 1,-2 0-1,1-49 0,-8 81-42,0-31 26,0 45 24,1 0-1,-1 0 0,-1 0 1,1 0-1,0 0 0,0 0 0,0 0 1,0 0-1,-1 0 0,1 0 1,0 0-1,-1 0 0,1 0 1,-1 0-1,1 0 0,-1 1 0,1-1 1,-1 0-1,0 0 0,0 1 1,1-1-1,-1 0 0,0 1 1,0-1-1,0 0 0,1 1 0,-1-1 1,0 1-1,0-1 0,0 1 1,0 0-1,-2-1 0,3 1-675,0 34-4252,0-13 1717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39 6467,'0'0'1136,"0"0"-98,0 0 112,0 0 45,0 0-376,-3-1-261,189-7 2796,-85-5-2950,-53 5-447,68 0-1,-115 8-570,-1 0-1592,0 0-1740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0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9252,'0'0'1556,"0"0"-700,0 0 96,0 0 142,0 0-504,0 0-582,-1 1 0,1-1 0,0 0 0,0 1 1,0-1-1,-1 1 0,1-1 0,0 1 0,0-1 0,0 1 0,0-1 0,0 0 1,0 1-1,0-1 0,0 1 0,0-1 0,0 1 0,0-1 0,0 1 1,0-1-1,1 1 0,-1-1 0,0 0 0,0 1 0,0-1 0,1 1 0,-1-1 1,0 0-1,0 1 0,1-1 0,-1 0 0,0 1 0,1-1 0,-1 0 1,0 1-1,1-1 0,-1 0 0,1 0 0,-1 1 0,1-1 0,23 5 185,-1-1 1,1-1-1,-1 0 0,1-2 0,36-3 0,-8 0 110,39-6 587,-46 2-1552,0 4-3928,-44 2-1909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0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6515,'0'0'1897,"0"0"-929,0 0 372,0 0 527,0 21-304,-16 364 3309,14-350-4848,1-24-76,0 0 1,1 0 0,0 0-1,1 0 1,0-1 0,0 1 0,5 15-1,1-22-2173,-6-4-2886,-1 0-201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0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4994,'0'0'2145,"0"0"-904,0 0-451,0 0 151,0 0 113,0-5-440,1 0-358,-1 14 27,3 35 367,1 63 1039,-4 0-101,0 15-1031,0-41-5442,0-83-869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05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3362,'0'0'683,"0"0"400,0 0 72,0 0 211,0 0-184,19 0-283,0 0-782,44 0 1165,-1-1 1,122-21-1,-98-4-426,-60 16-755,1 2 0,1 1 0,-1 1 0,1 1 0,31-1 0,-56-3-79,-3 8-1954,0 1-637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17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69 4418,'0'0'886,"0"0"-238,0 0 248,0 0 353,0 0-88,0 0-404,0 0-188,0 0-52,0 0 38,0-10-195,1-3-285,3-30 200,-4 43-207,0 0 0,0 0 1,0 0-1,0 0 0,0 0 0,0 0 1,0 0-1,0 0 0,0 0 1,0 0-1,-1 0 0,1 0 1,0 0-1,0 0 0,0 0 0,0 0 1,0 0-1,0 0 0,0 0 1,0 0-1,0 0 0,-1 0 1,1 0-1,0 0 0,0 0 1,0 0-1,0 0 0,0 0 0,0 0 1,0 0-1,0 0 0,0 0 1,0 0-1,0 0 0,-1 0 1,1 0-1,0 0 0,0 0 0,0-1 1,0 1-1,0 0 0,0 0 1,0 0-1,0 0 0,0 0 1,0 0-1,0 0 0,0 0 0,0 0 1,0 0-1,0-1 0,0 1 1,0 0-1,0 0 0,0 0 1,0 0-1,0 0 0,-13 11 592,-14 19-1002,-5 9 333,2 2-1,-46 83 1,64-100 16,1 0 0,2 0 0,0 0 1,1 1-1,1 1 0,2-1 0,-4 38 0,6-20 187,3-1-1,8 82 0,-5-104-84,1 0 0,2 0 0,0-1 0,0 1 0,2-1 0,1-1 0,0 0 0,14 20 0,0-5 74,1-2 1,1-1-1,51 46 1,-66-72-651,-9-15-2340,-1 6 1748,0-7-2628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1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17 123 5282,'0'0'921,"0"0"-107,0 0 447,0 0 156,0 0-408,0 0-273,-1-1-657,1 0 1,-1 0-1,1 0 0,-1 0 1,1-1-1,0 1 0,-1 0 1,1 0-1,0 0 0,0-1 1,0 1-1,0 0 0,0 0 1,0 0-1,0-1 0,0 1 1,1 0-1,-1-2 0,7-5-16,-1-1 0,1 1 0,0 1 1,1-1-1,0 1 0,0 0 0,0 1 0,1 0 0,0 0 0,0 1 0,1 1 0,0-1 0,14-4 0,-22 9-71,1-1 0,-1 0-1,1 0 1,-1 1-1,1 0 1,-1-1 0,1 1-1,0 0 1,-1 0-1,1 1 1,0-1 0,-1 0-1,1 1 1,-1 0-1,1-1 1,-1 1 0,1 0-1,-1 0 1,0 1-1,1-1 1,-1 0 0,3 3-1,-2 0 8,1-1 0,-1 1 0,0 0 0,0 0 0,-1 1 0,0-1 0,1 0 0,-1 1 0,0-1 0,-1 1 0,2 6 0,2 13 34,-2 0 0,0 0 0,-1 44 0,-2-65-32,0 11 6,-1 0 0,-1-1-1,0 1 1,0-1 0,-1 1 0,-1-1-1,-1 0 1,0 0 0,0-1 0,-1 1-1,-1-1 1,0 0 0,0-1-1,-1 0 1,-1 0 0,0-1 0,0 0-1,-1 0 1,-1-1 0,1 0 0,-1-1-1,-20 11 1,27-17 3,1-1 0,-1 0 0,0 0 0,0 0 1,1 0-1,-1 0 0,0-1 0,0 1 0,0-1 0,0 0 0,-7-1 0,9 0-12,1 1 1,0 0-1,-1 0 0,1-1 0,0 1 0,-1-1 0,1 1 1,0-1-1,-1 0 0,1 1 0,0-1 0,0 0 1,0 0-1,0 0 0,0 0 0,0 0 0,0 0 1,0 0-1,0 0 0,0 0 0,1 0 0,-1 0 1,0-1-1,1 1 0,-1 0 0,1-1 0,-1 1 0,1 0 1,0-1-1,-1 1 0,1 0 0,0-3 0,0 2-5,0 1-1,-1-1 0,1 0 0,0 0 1,0 0-1,1 0 0,-1 1 0,0-1 1,0 0-1,1 0 0,0 0 0,-1 1 1,1-1-1,0 0 0,-1 1 0,1-1 0,0 1 1,0-1-1,1 1 0,-1-1 0,2-1 1,0 2-10,0 0 1,0 0 0,1 0-1,-1 0 1,0 1 0,0 0-1,1 0 1,-1 0 0,0 0 0,5 0-1,12 1-1,-6 0 23,0 1-1,0 0 1,0 2-1,0-1 1,-1 2-1,1 0 1,-1 0-1,0 1 1,19 12-1,-12-7 6,1-1 0,33 12 0,-45-20 9,-1 0 0,1 0 1,-1-1-1,1 0 0,0-1 1,-1 0-1,1 0 0,14-3 0,-21 2 7,0-1 0,1 0 0,-1 0 0,0 0 0,0-1 0,0 1 0,0 0 0,0-1 0,-1 1 0,1-1 0,-1 0 1,1 1-1,-1-1 0,0 0 0,0 0 0,1-4 0,10-51-68,-12 57-263,0 1-844,0 0-2477,0 0-4300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2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1457,'0'0'819,"0"0"149,0 0 281,0 0-115,0 0-174,0 0 43,10 6 5371,-1-5-6612,88-2 692,157-23-1,-240 23-146,-10 1-848,-7 0-2850,2 0 563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23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7267,'0'0'2052,"0"0"-1233,0 0-646,0 0-61,0 0 51,0 4-69,1 12 37,-1 0 0,-1 1 0,-1-1 1,0 0-1,-1 0 0,-1 0 0,0-1 1,-1 1-1,-11 22 0,-35 52 384,51-89-528,8-2 27,0 0 1,0 0-1,0-1 0,0 0 1,0-1-1,0 0 1,0 0-1,8-5 0,-9 4-10,1 1 0,0-1 0,-1 1 0,1 1 0,1 0 0,-1 0 0,0 0 0,10 0 0,156 12-1906,-172-10-1732,-2 0-1984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23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6275,'0'0'1750,"0"0"-1128,0 0-505,0 0 48,0 0 364,0 0 212,-1 14-140,-3 279 2824,-2-236-4065,6-56-1358,0-1-2578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24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6419,'0'0'1070,"0"0"-451,0 0 197,0 0 115,0 0-403,21 7 230,-3-2-502,0-1 0,0 0 0,1-2 0,-1 0 0,1-1-1,0-1 1,24-2 0,8 0-14,5 1-91,89-16 0,-49 14-918,-70 3-3826,-30 0 1487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2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7571,'0'0'1193,"0"0"-507,0 0 31,0 0 41,0 0-320,0 0-273,0 0-29,0 0 32,0 0-37,0 0 0,0 0-14,8-1 235,41-18 198,-43 15-547,1 0 1,0 1 0,0 0 0,0 0 0,1 1 0,-1 0-1,0 0 1,1 1 0,-1 0 0,1 0 0,0 1-1,-1 0 1,14 2 0,-19-1-5,-1 0-1,0 0 1,1 0-1,-1 0 1,0 0-1,0 1 1,0-1-1,0 0 1,0 1-1,0-1 1,0 1-1,0-1 1,-1 1-1,1-1 1,-1 1-1,1 0 1,-1-1-1,1 1 1,-1 0-1,0 0 1,0-1-1,0 1 1,0 3-1,-1 48 36,0-46-27,0-4-2,1 1 0,-1-1 0,0 0 0,0 0-1,-1 0 1,1 0 0,-1 0 0,1-1 0,-1 1 0,0 0-1,0-1 1,0 1 0,-1-1 0,1 1 0,0-1 0,-1 0-1,1 0 1,-5 2 0,3-1 88,-1-1-1,1 1 1,-1-1-1,0 1 1,0-1-1,0-1 1,0 1 0,0-1-1,-1 0 1,-8 1-1,14-2 12,0 0-37,4-16-103,-4 15 34,0 0 0,0 0 0,1 0-1,-1 0 1,0 1 0,0-1 0,1 0 0,-1 0 0,0 0 0,1 0-1,-1 0 1,1 1 0,-1-1 0,1 0 0,-1 0 0,1 1-1,0-1 1,-1 0 0,1 1 0,0-1 0,-1 1 0,3-2 0,4-2-21,1 0 1,1 1 0,-1 0 0,0 0 0,1 0 0,-1 1 0,1 1 0,0-1 0,0 1 0,0 1-1,-1 0 1,1 0 0,10 2 0,-16-1 14,-1 0-1,1 0 1,-1 0 0,1 0 0,-1 0-1,1 1 1,-1 0 0,0-1-1,0 1 1,0 0 0,0 0-1,0 0 1,0 0 0,-1 0-1,1 0 1,-1 1 0,1-1 0,-1 1-1,0-1 1,0 1 0,0-1-1,0 1 1,0 5 0,3 3 11,-2 0 1,0 0-1,0 0 1,0 18 0,-1-5 10,0-17 10,-1-1 0,1 0 0,-2 1 0,1-1 0,-1 0 0,-1 8 1,1-12-3,0-1 0,1 1 0,-1 0 0,0-1 0,0 1 0,0-1 0,0 1 0,0-1 0,-1 0 0,1 1 0,0-1 0,-1 0 0,1 0 0,-1 0 0,1 0 0,-1 0 0,1 0 0,-1 0 0,0 0 0,1-1 0,-1 1 0,0-1 0,0 1 0,1-1 0,-4 1 0,-32 3 286,1-2 0,0-1 0,-43-4 0,49-3 384,21 1-1783,15-2-6041,0 6-31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2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32 6883,'0'0'774,"0"0"-617,0 0 78,0 0 16,0 0 138,-4-5 276,3 3-455,0 0 0,0 0 0,0 0 0,0 0 0,-1 0 0,1 0 0,-1 0 0,1 1 0,-1-1 0,0 1 0,1-1 0,-1 1 0,-3-2 0,3 5-180,0 1 1,0 0-1,0-1 1,0 1-1,1 0 1,-1 0 0,1 0-1,0 0 1,-1 0-1,2 1 1,-1-1-1,-1 4 1,1-1 20,-12 44 463,2 1 0,3 0 0,1 1 0,3-1 0,5 92 0,0-138-507,-1 0 1,1 0-1,0-1 1,1 1-1,-1 0 1,1 0-1,0-1 1,0 1-1,1-1 1,-1 0-1,4 5 1,5 9-175,-11-17-100,0-1-208,0 0-387,-18-10-6245,10-1 3222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3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4546,'0'0'760,"0"0"305,0 0 357,0 0 5,30 0-114,223-11 528,-145 8-2626,-104-2-3478,-4-2 42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30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7764,'0'0'1566,"0"0"-446,0 0-271,0 0 7,0 0-234,8-17-206,27-53-131,-33 65-213,0 1 0,1-1-1,0 1 1,0-1 0,0 1 0,1 0 0,-1 1-1,1-1 1,8-6 0,-11 9-52,1 0 1,-1 1-1,0-1 1,1 0 0,-1 1-1,1-1 1,-1 1-1,1 0 1,0-1-1,-1 1 1,1 0-1,-1 0 1,1 0 0,-1 0-1,1 0 1,0 0-1,-1 1 1,1-1-1,-1 1 1,1-1-1,1 1 1,2 2 7,-1 0 1,0 1-1,0-1 1,0 1-1,-1 0 0,1 0 1,-1 0-1,0 0 0,0 1 1,0-1-1,-1 1 0,0 0 1,1-1-1,0 7 1,8 17 6,-1 1 1,-2 0 0,-1 1 0,-1-1 0,-2 1 0,-1 0 0,-1 0 0,-3 33-1,1-61-65,-1 0 0,0 0-1,0 0 1,0-1 0,-1 1 0,1 0-1,0-1 1,-1 1 0,1-1-1,-1 1 1,1-1 0,-1 0-1,0 1 1,1-1 0,-1 0 0,0 0-1,0 0 1,0-1 0,0 1-1,0 0 1,0-1 0,0 1-1,0-1 1,0 0 0,0 1 0,0-1-1,0 0 1,-2-1 0,-1 2-50,0-1 1,0 1-1,0-1 1,0-1-1,0 1 1,0-1-1,0 0 1,0 0-1,0 0 1,0-1-1,-4-2 1,5 2 77,1-1 0,0 0 0,0 0 1,1 0-1,-1-1 0,0 1 0,1-1 1,0 1-1,0-1 0,0 0 0,0 0 1,1 0-1,0 0 0,-1 0 1,2 0-1,-1 0 0,0 0 0,1-1 1,-1-5-1,7 9 20,-1-1-1,0 1 1,0 0 0,1 0 0,-1 1-1,0 0 1,1 0 0,9 1 0,-6-1 35,227 8 806,-235-8-915,0 0-1,1 0 1,-1 0-1,0 0 1,1 0-1,-1 0 1,0-1-1,1 1 1,-1 0-1,0-1 1,1 1-1,-1-1 1,0 1-1,0-1 1,0 1-1,1-1 1,-1 0-1,0 0 1,0 0-1,0 0 1,0 1-1,0-1 1,0-1-1,-1 1 1,1 0-1,0 0 1,0 0-1,-1 0 1,1 0-1,-1-1 1,1 1-1,0-2 0,-1 0-3203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3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7635,'0'0'1225,"0"0"-633,0 0 110,0 0 416,0 0-318,4 0-333,37-3 194,-1-1 1,1-3-1,50-13 0,-49 9-604,-1 2-1,1 2 0,56-2 1,-77 7 642,-12 0-1993,0 2-6006,-16 0 361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32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6499,'0'0'1337,"0"0"-422,0 0 197,0 0 238,0 0-571,16-10 195,-6 7-884,0 0 0,-1 1 0,1 1-1,0-1 1,0 2 0,0-1 0,15 2 0,-16 0-9,1 0 0,-1-2 0,1 1 0,-1-1 0,1 0 0,-1-1 0,1 0 1,10-4-1,-32 0 2333,4 5-2417,-1-1-1,1 2 1,0-1-1,0 1 0,0 0 1,-1 0-1,1 1 1,-13 3-1,15-1-5,0 1 0,1 0-1,0 0 1,0 0 0,0 1-1,1 0 1,-1 0 0,1 0 0,0 0-1,1 1 1,-1-1 0,1 1 0,0 0-1,0 0 1,1 0 0,0 1 0,-2 6-1,0 7 3,0 0 0,0 0 0,2 1-1,0 27 1,3-50 0,-1-1 0,1 1 0,-1 0 0,1 0 0,0 0-1,0-1 1,0 1 0,0 0 0,0 0 0,0 0 0,0 0 0,1 1 0,-1-1-1,1 0 1,0 0 0,-1 1 0,1-1 0,0 1 0,0 0 0,0-1 0,0 1-1,0 0 1,0 0 0,0 0 0,0 1 0,0-1 0,1 0 0,-1 1 0,0-1-1,5 1 1,5-2-57,0 1 0,0 0 0,0 0 0,22 3 0,-23 0 17,-1 0 0,1 0 0,-1 1 0,1 0 0,-1 1 0,0 0 0,13 8 0,-20-10 31,1 0-1,-1 0 1,0 0-1,1 1 1,-1-1-1,0 1 1,0 0-1,0 0 0,-1 0 1,1 0-1,-1 0 1,0 1-1,0-1 1,0 1-1,0 0 1,-1-1-1,1 1 1,-1 0-1,0 0 1,0 0-1,1 8 1,-2-8 26,0 0 0,0 0-1,0 1 1,0-1 0,-1 0 0,0 0 0,0 0 0,0 0 0,0 0 0,0 0 0,-1 0 0,0 0 0,0-1 0,0 1 0,0-1 0,-1 1 0,1-1 0,-1 0-1,0 0 1,0 0 0,0 0 0,0 0 0,0-1 0,-1 1 0,1-1 0,-1 0 0,0 0 0,-6 2 0,-94 45 739,91-44-663,0 0 0,0-1-1,0-1 1,0 0 0,-1 0 0,-17 0 0,30-3-86,1 0-131,0-9-1101,0 7 944,0 0 0,0 0-1,0-1 1,0 1 0,0 0 0,0-1 0,1 1 0,-1 0-1,1 0 1,0-1 0,-1 1 0,1 0 0,0 0 0,3-3-1,6-8-6831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32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4466,'0'0'918,"0"0"-326,0 0-133,0 0 181,0 0 62,0 0-155,-2 9 48,-8 29-54,9-36-486,1 1 0,0 0-1,0-1 1,0 1 0,1 0 0,-1-1-1,1 1 1,-1-1 0,1 1-1,0-1 1,0 1 0,0-1 0,0 1-1,0-1 1,1 0 0,-1 0-1,1 0 1,0 1 0,-1-1-1,1-1 1,0 1 0,0 0 0,0 0-1,3 1 1,9 11 173,162 210 1682,-74-89-712,-76-102-1021,-1 1 0,25 47 0,-42-65-145,-1 0 0,0 0 0,-1 0 0,-1 1 0,-1 0 0,0 0 0,-2 0 0,2 22 0,-2-6 96,-1 0 0,-2 1 0,-2-1 0,0 0 0,-3 0 0,0 0 0,-13 36 0,4-27-75,-41 134 161,56-176-323,0 1-1,0-1 0,0 0 1,0 1-1,-1-1 1,1 0-1,0 0 1,0 1-1,0-1 1,-1 0-1,1 1 1,0-1-1,-1 0 0,1 0 1,0 1-1,0-1 1,-1 0-1,1 0 1,0 0-1,-1 0 1,1 1-1,-1-1 1,1 0-1,0 0 0,-1 0 1,1 0-1,0 0 1,-1 0-1,1 0 1,0 0-1,-1 0 1,0 0-1,-2 0-3857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48.6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5859,'0'0'1323,"0"0"-635,0 0 11,0 0 224,0 0-285,0 0-249,0 0-143,0 0 18,0 0 78,0 0 23,0 0-61,0 0-69,0 0-38,0 0-61,0 0-45,0 0-48,0 0 5,13 0 101,485 3 27,-300-1-3508,-198-2-1089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52.2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1 241 4786,'0'0'1070,"0"0"-395,0 0 240,0 0 400,0 0-229,0 0-448,1 0-477,0 1 1,0-1 0,0 0-1,1 0 1,-1 0-1,0 0 1,0 0-1,1 0 1,-1 0 0,0 0-1,0 0 1,1 0-1,-1-1 1,0 1-1,2-1 1,6-11-65,-1-1-1,0 0 1,-1 0-1,-1 0 1,0-1-1,5-15 1,5-11-74,24-52 396,-50 233 223,-1 4 26,11-49 556,0-95-1096,0-1-29,0 0-11,0 0 8,0 0-34,0 0-76,0 0-533,0 0-1211,0 0-1617,0 0-2716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52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32 6019,'0'0'1974,"0"0"-976,0 0-72,0 0 258,0 0-269,-2 4-528,0-2-311,-7 17 216,9-18-148,0-1-64,0 0-32,0 0-16,0 0 6,0 0 66,0 0 10,1-2-68,0 1 0,0-1 0,-1 0 0,1 0 0,0 0 0,-1 0 0,1 0 0,-1 0 0,0 0 0,0 0 0,0 0 0,0 0 0,0 0 0,-1-4 0,1 3 19,0 2-57,1 0-1,-1 1 0,0-1 0,0 0 0,0 0 0,0 0 0,-1 1 1,1-1-1,0 0 0,0 0 0,0 0 0,-1 1 0,1-1 0,0 0 1,-1 0-1,1 1 0,0-1 0,-1 0 0,1 1 0,-1-1 0,1 0 0,-1 1 1,0-1-1,1 1 0,-1-1 0,0 1 0,1-1 0,-1 1 0,0-1 1,0 1-1,-30 1 100,29-1-110,0 1 1,1 0 0,-1 0-1,0 0 1,0 0 0,1 0-1,-1 0 1,0 0 0,1 0-1,-1 1 1,1-1 0,0 0-1,-1 1 1,1 0 0,0-1-1,0 1 1,0 0 0,0-1 0,0 1-1,0 0 1,1 0 0,-1 0-1,0 0 1,1 0 0,0 0-1,-1 2 1,-3 56-102,4-55 79,4-4 9,0 1 0,0-1 0,1 0 0,-1-1 1,1 1-1,-1-1 0,1 0 0,-1 0 0,0 0 1,1 0-1,5-2 0,-9 2 25,1-1-1,-1 1 1,0-1 0,0 0-1,0 1 1,1-1-1,-1 0 1,0 0 0,0 1-1,0-1 1,0 0 0,0 0-1,-1 0 1,1 0-1,0-1 1,0 1 0,-1 0-1,1 0 1,0 0 0,-1 0-1,1-1 1,-1 1-1,0 0 1,1-2 0,1-34 219,-2 27-186,0 9-41,-1 1 1,1-1 0,-1 0-1,1 0 1,-1 0-1,0 0 1,1 1 0,-1-1-1,0 0 1,1 1-1,-1-1 1,0 0 0,0 1-1,0-1 1,0 1 0,1-1-1,-1 1 1,0-1-1,0 1 1,0 0 0,0 0-1,0-1 1,0 1 0,0 0-1,0 0 1,0 0-1,0 0 1,0 0 0,-2 0-1,-39 1-223,32-1-42,9 0 227,1 0 1,-1 0-1,1 0 0,0 0 1,-1 0-1,1 0 0,-1 0 0,1 0 1,0 0-1,-1 0 0,1 0 1,-1 0-1,1 1 0,0-1 0,-1 0 1,1 0-1,-1 0 0,1 1 1,0-1-1,-1 0 0,1 0 1,0 1-1,0-1 0,-1 0 0,1 0 1,0 1-1,0-1 0,-1 0 1,1 1-1,0-1 0,0 1 0,0-1 1,-1 0-1,1 1 0,0-1 1,0 1-1,0-1 0,0 7-3154,0-5 1780,0 3-5168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53.2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10085,'0'0'1523,"0"0"-891,0 0-368,0 0 451,0 0 254,0 0-350,-1 14-38,-6 286 801,7-299-3959,0-1-1275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54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 81 7523,'0'0'1657,"0"0"-718,0 0-50,0 0 159,0 0-378,9-6-377,-6 4-271,65-41 246,-61 39-106,0-1-1,0 2 1,1-1-1,0 1 1,0 0-1,0 0 1,15-2-1,-38 6-131,0 0-1,0 0 0,0 2 1,0 0-1,1 0 0,-1 2 1,1 0-1,0 0 0,0 1 1,-14 9-1,26-12-28,-1 0 0,1 0 0,0 0 0,1 0-1,-1 1 1,1-1 0,-1 0 0,1 1 0,0-1 0,0 1 0,0-1 0,1 1-1,-1-1 1,1 1 0,0-1 0,0 1 0,0 0 0,1-1 0,-1 1-1,1-1 1,0 1 0,0-1 0,0 1 0,0-1 0,0 1 0,1-1-1,0 0 1,-1 0 0,1 0 0,1 0 0,-1 0 0,0 0 0,4 2 0,-4-4 6,0 0 1,0 0-1,0-1 1,0 1-1,0-1 1,0 0-1,0 1 1,0-1-1,0 0 1,0 0-1,0-1 1,0 1-1,0 0 1,0-1-1,0 1 1,0-1-1,0 1 1,0-1-1,0 0 1,-1 0 0,1 0-1,0 0 1,0 0-1,-1 0 1,1 0-1,-1-1 1,1 1-1,-1-1 1,3-2-1,-2 1-17,1 1 0,0-1 0,0 1-1,0 0 1,0 0 0,0 0 0,1 0 0,-1 0 0,0 1-1,1 0 1,0-1 0,4 0 0,-6 2 1,-1 0 0,1-1 0,0 1 0,0 0 0,-1 0 0,1 0 0,0 0 0,0 0 0,0 0 0,-1 0 0,1 1 0,0-1 0,0 1 0,-1-1 0,1 1 0,0 0 0,-1 0 0,1-1 0,-1 1 0,1 0 0,-1 1 0,1-1 0,-1 0 0,0 0 0,0 0-1,1 1 1,-1-1 0,0 1 0,0-1 0,1 3 0,0 3 15,-1-1 0,1 1-1,-1 0 1,-1 0-1,1 0 1,-1 12 0,0-14-12,0 2 15,0-1-1,1 0-1,-1-1 1,0 1-1,-1 0 0,1 0 1,-1 0-1,0 0 1,-1-1-1,1 1 1,-1 0-1,0-1 1,-1 1-1,1-1 1,-1 0-1,-7 9 0,8-10 17,-1 0-1,0-1 1,0 1-1,-1-1 0,1 1 1,-1-1-1,0 0 0,0-1 1,0 1-1,0-1 1,0 1-1,-6 1 0,1-2 125,-1 0 1,1-1-1,0 0 0,-1 0 0,-10-2 0,19 1-224,1 0-1,-1 0 1,1 0-1,0 0 1,-1 0-1,1 0 1,0-1-1,-1 1 1,1 0-1,0 0 1,-1 0 0,1-1-1,0 1 1,-1 0-1,1 0 1,0-1-1,-1 1 1,1 0-1,0 0 1,0-1-1,-1 1 1,1 0 0,0-1-1,0 1 1,0-1-1,0 1 1,0 0-1,-1-1 1,1 1-1,0 0 1,0-1-1,0 1 1,0-1-1,0 1 1,0 0 0,0-1-1,0 1 1,0-1-1,0 1 1,1-1-1,-1-4-5995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55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47 768,'0'0'5277,"0"0"-3174,0 0-1234,0 0 263,0 0-12,0 0-509,0 3-363,0 72 627,6-74-805,-1 0-1,1 0 0,0 0 1,-1-1-1,1 0 1,8-1-1,-9 1-18,-3 0-38,0-1 0,0 1 1,0-1-1,0 1 1,0-1-1,0 0 1,0 0-1,0 0 1,0 0-1,0 0 1,-1-1-1,1 1 1,0 0-1,-1-1 0,1 1 1,-1-1-1,1 0 1,-1 1-1,0-1 1,0 0-1,1 0 1,-2 0-1,1 0 1,0 0-1,0 0 1,0 0-1,-1 0 1,1 0-1,-1 0 0,0 0 1,0-1-1,0 1 1,0-4-1,0 3-7,1 1 0,-1-1 0,0 0 0,0 0 0,0 1 0,-1-1-1,1 0 1,-1 0 0,1 1 0,-1-1 0,0 0 0,0 1 0,0-1-1,-1 1 1,1 0 0,0-1 0,-1 1 0,0 0 0,1 0 0,-1 0 0,0 0-1,0 0 1,0 0 0,-1 0 0,1 1 0,-3-3 0,2 3 3,0 0 0,0 0 0,-1 0 0,1 0 0,0 0 0,-1 1 0,1 0 0,0-1 0,-1 1 0,1 0 0,0 1 0,-1-1 0,1 1 0,0-1 0,-1 1 0,1 0 0,0 0 0,-5 3 0,6-2-4,0 0 1,0 0-1,0 0 1,0 0-1,0 1 1,1-1 0,-1 1-1,1-1 1,-1 1-1,1-1 1,0 1 0,0 0-1,1 0 1,-1-1-1,0 1 1,1 0 0,0 0-1,-1 0 1,1 0-1,1 4 1,-1-5-7,-1-1 1,1 0-1,0 1 1,0-1-1,0 0 1,0 0-1,1 1 1,-1-1-1,0 0 1,1 0-1,-1 1 1,0-1-1,1 0 1,-1 0-1,1 0 1,0 0-1,-1 0 1,1 0-1,0 0 1,0 0-1,0 0 1,-1 0-1,1 0 1,0 0-1,1 0 1,31 2-10,-15-4 14,-17 1 2,0 0 0,-1 0-1,1 0 1,0 0 0,-1 0-1,1 0 1,0-1 0,-1 1 0,1 0-1,0-1 1,-1 1 0,1 0-1,-1-1 1,1 1 0,0-1-1,-1 1 1,1-1 0,-1 1-1,1-1 1,-1 1 0,0-1 0,1 1-1,-1-1 1,1 0 0,-1 1-1,0-1 1,0 0 0,1 1-1,-1-1 1,0 0 0,0 1 0,0-1-1,0 0 1,0 1 0,0-1-1,0 0 1,0 0 0,0 1-1,0-1 1,0 0 0,0 1-1,0-1 1,-1 0 0,1 1 0,0-2-1,-1 1-246,1-1 0,-1 0-1,1 1 1,-1-1 0,0 1-1,0-1 1,1 1-1,-1 0 1,0-1 0,0 1-1,0 0 1,0-1 0,-1 1-1,1 0 1,0 0 0,-1 0-1,1 0 1,0 0 0,-1 1-1,1-1 1,-3-1 0,-1 2-4655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56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4610,'0'0'1091,"0"0"-274,0 0 298,0 0 35,0 0-305,0 0-444,18 0 148,1 0-102,0 0 0,0-2-1,-1 0 1,1-1 0,-1-1-1,32-11 1,-33 8-137,-11 4-213,1 1 0,-1 0 0,0 0 0,1 0 1,0 0-1,8 0 0,-14 2-87,-1 0-26,0 0-5,-18 2 146,11 0-117,-31 9-5,-55 8 0,91-17-8,-1-1 0,1 1 0,0 0 0,1 0 1,-1 0-1,0 0 0,0 0 0,1 0 0,-1 0 0,1 0 1,0 1-1,0-1 0,-1 1 0,2-1 0,-1 1 0,-1 3 1,-3 7 6,0-5-26,0 0 1,1 0-1,0 0 1,1 0-1,0 1 1,0 0-1,1-1 1,0 1-1,0 0 0,0 16 1,2-25 7,4 0 17,-1-1 0,0 1 1,0-1-1,0 0 0,0 0 0,0 0 1,0 0-1,0-1 0,0 1 0,0-1 1,-1 0-1,1 0 0,-1 0 0,1 0 0,-1 0 1,0 0-1,0-1 0,3-2 0,-4 3-7,1-1 0,1 1 0,-1-1 0,0 1 0,1 0 0,-1 0-1,1 0 1,-1 0 0,1 1 0,0-1 0,0 1 0,0-1-1,0 1 1,0 0 0,0 0 0,0 0 0,0 1 0,4-1 0,-6 1 5,12-1-114,1 1 0,-1 1 0,1 0 1,-1 1-1,26 7 0,-36-8 92,0 1 0,0-1 0,1 1 0,-2-1 0,1 1 0,0 0 0,0 1 0,0-1 0,-1 0 0,0 1 0,1-1 0,-1 1 0,0 0 1,0 0-1,0 0 0,-1 0 0,1 0 0,-1 0 0,1 0 0,-1 0 0,0 1 0,0-1 0,-1 1 0,1-1 0,-1 0 0,0 1 0,1-1 0,-2 6 0,1-6 38,1 0-1,-1 1 0,0-1 1,0 0-1,-1 0 1,1 1-1,-1-1 0,1 0 1,-1 0-1,0 0 0,0 0 1,0 0-1,-1 0 1,1 0-1,-1 0 0,0-1 1,0 1-1,0-1 0,0 1 1,0-1-1,0 1 1,0-1-1,-1 0 0,0 0 1,1 0-1,-1-1 0,0 1 1,0-1-1,1 1 1,-1-1-1,0 0 0,-1 0 1,1 0-1,0-1 0,-4 1 1,-19 7 363,-1-2 0,1-1 1,-1-2-1,-31 1 0,53-2 117,4-1-3182,1-1-699,0 0-3999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57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5 3730,'0'0'3676,"0"0"-1843,0 0-1038,0 0-99,0 0-45,0 0-336,0 0-152,0 21 461,0-20-614,3 32 533,-3-32-521,1 0 0,-1 0 0,0 0 0,1-1 0,-1 1 0,1 0 0,-1 0 0,1 0 0,-1 0 0,1-1 0,0 1-1,-1 0 1,1-1 0,0 1 0,-1 0 0,1-1 0,0 1 0,0-1 0,0 1 0,0-1 0,-1 0 0,1 1 0,0-1 0,0 0 0,0 1 0,0-1-1,0 0 1,0 0 0,2 0 0,-3-37 464,0 35-482,0 0 0,0 0 1,0 0-1,-1 1 0,1-1 1,0 0-1,-1 0 0,0 1 1,1-1-1,-1 0 0,0 1 1,0-1-1,0 1 0,0-1 0,0 1 1,0-1-1,-1 1 0,1 0 1,0 0-1,-1 0 0,1-1 1,-1 1-1,1 1 0,-1-1 1,-2-1-1,3 3-6,0 1 0,0-1 1,0 1-1,0-1 0,1 1 0,-1 0 0,1-1 1,-1 1-1,1 0 0,-1 0 0,1-1 0,0 1 1,0 0-1,0 2 0,0 0 0,-3 81-73,13-111 208,-9-6-863,-1 22-3590,0 9-3526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1:58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31 7828,'0'0'765,"0"0"-287,0 0 373,0 0 195,0 0-403,63-25 272,-58 23-918,0 1 1,0 0 0,0 0-1,0 1 1,1-1 0,-1 1-1,0 0 1,0 1 0,0-1-1,8 3 1,-11-2 11,0 0-1,0 0 1,0 0 0,0 0-1,-1 0 1,1 0 0,0 1-1,-1-1 1,1 1 0,-1-1 0,1 1-1,-1 0 1,0 0 0,0-1-1,0 1 1,0 0 0,0 0-1,0 0 1,0 0 0,-1 0-1,1 0 1,-1 0 0,1 1-1,-1-1 1,0 3 0,1 0 65,1 13 70,-1 0 0,0 0 0,-2 19 0,1-34-123,0 0 1,0 0 0,-1 0-1,1 0 1,-1 0-1,0 0 1,0 0 0,0-1-1,0 1 1,0 0-1,0 0 1,-1-1-1,1 1 1,-1-1 0,0 1-1,0-1 1,0 1-1,0-1 1,0 0 0,-1 0-1,1 0 1,-1-1-1,1 1 1,-1 0-1,-4 1 1,-11-3-11,15-10-70,4 9 54,-1 0 0,1-1 0,0 1 0,0 0 0,-1-1-1,1 1 1,0 0 0,0 0 0,0 0 0,1 0 0,-1 0 0,0 0 0,0 0 0,1 0 0,-1 1 0,0-1-1,1 0 1,-1 1 0,1-1 0,-1 1 0,3-1 0,0 0-3,0 0 0,0 0 0,1 1 0,-1-1 0,0 1 0,1 0 0,-1 1 0,0-1 0,1 1 0,-1-1 0,0 1 0,1 1 0,-1-1 0,0 0 0,0 1 0,0 0 0,0 0 1,-1 0-1,5 3 0,-5-1-1,0 0 1,0-1 0,0 1 0,-1 0 0,1 0-1,-1 1 1,0-1 0,0 0 0,-1 1 0,1-1-1,-1 1 1,0 0 0,0-1 0,-1 1 0,1 0 0,-1 0-1,-1 6 1,1-7 17,0-1-1,0 0 0,-1 0 1,1 0-1,-1 0 0,0 0 1,0 0-1,0 0 0,0 0 1,0 0-1,-1-1 0,1 1 1,-1 0-1,0-1 0,0 1 1,0-1-1,0 0 0,-3 3 1,-1-1 174,1 0 0,-1 0 0,0 0 0,0-1 0,0 0 0,-1-1 0,-12 5 0,-4-2 484,0-1 1,0-1-1,0-1 0,-24 0 1,45-2-1008,-14 0 830,10 0-4661,6 0 855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0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46 4690,'0'0'2353,"0"0"-1302,0 0-234,0 0 570,0 0-266,0 0-412,-2-3-154,-10-6 63,8 19 83,6 36-226,-1-42-575,-1-2 100,1 0-1,-1 0 1,1 0-1,0 0 1,-1-1-1,1 1 1,0 0-1,0-1 1,0 1-1,0 0 1,1-1-1,-1 0 1,0 1-1,1-1 1,-1 0-1,1 1 1,-1-1 0,1 0-1,0 0 1,-1 0-1,1-1 1,0 1-1,0 0 1,-1-1-1,1 1 1,0-1-1,0 1 1,0-1-1,0 0 1,0 0-1,0 0 1,3 0-1,-4-34 265,0 15-239,-3-31 32,2 48-54,0 1-1,-1 0 0,1-1 1,-1 1-1,1 0 1,-1 0-1,1 0 1,-1-1-1,0 1 1,1 0-1,-1 0 1,0 0-1,0 0 0,0 0 1,0 0-1,0 1 1,0-1-1,0 0 1,0 0-1,0 1 1,0-1-1,-1 0 1,1 1-1,0-1 0,0 1 1,-1 0-1,1-1 1,0 1-1,-1 0 1,1 0-1,0 0 1,-2 0-1,2 0-5,0 1 0,0 0 0,0-1 1,0 1-1,0-1 0,0 1 0,1 0 0,-1 0 0,0 0 0,0-1 0,1 1 0,-1 0 0,0 0 0,1 0 1,-1 0-1,1 0 0,-1 0 0,1 0 0,0 0 0,-1 0 0,1 1 0,0-1 0,0 0 0,0 0 1,0 0-1,0 0 0,0 0 0,0 2 0,0 44-32,0-37 18,0-10 17,1 1 0,-1-1 1,0 0-1,1 1 0,-1-1 0,1 0 1,-1 0-1,1 1 0,-1-1 0,1 0 0,-1 0 1,1 1-1,-1-1 0,1 0 0,-1 0 1,1 0-1,-1 0 0,1 0 0,-1 0 0,1 0 1,-1 0-1,1 0 0,0 0 0,-1 0 1,1 0-1,-1 0 0,1-1 0,-1 1 0,1 0 1,-1 0-1,1 0 0,-1-1 0,0 1 1,1 0-1,-1-1 0,1 1 0,-1 0 0,0-1 1,1 1-1,-1-1 0,0 1 0,1 0 1,-1-1-1,0 1 0,1-1 0,-1 1 0,0-2 1,0-43 98,0 27-6028,0 18 2042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0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8084,'0'0'1358,"0"0"-734,0 0 118,0 0 544,0 0 13,-1 10-195,1 33-383,1 1 0,2-1 0,3 0 0,12 52 0,-16-83-701,-2-10-5587,0-2 5551,0 0-3959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1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 68 7203,'0'0'1596,"0"0"-705,0 0-13,0 0 287,0 0-247,7-5-368,10-6-137,1 0-1,0 1 1,25-11 0,-32 14 435,-26 4-693,-28 9-253,34-2 93,1 0 0,0 1 0,0 0 0,1 0 0,0 0 0,0 1 0,0 1 0,0-1 1,-9 14-1,13-17-2,0 1 0,0 0 1,1 0-1,0 0 1,-1 0-1,2 0 0,-1 1 1,0-1-1,1 0 0,0 1 1,0-1-1,0 1 0,1 0 1,-1-1-1,1 1 1,0 0-1,0-1 0,1 1 1,-1 0-1,1-1 0,2 6 1,0-9 3,-1 0-1,1 1 1,0-1 0,0 0 0,0-1 0,0 1 0,0-1 0,0 1-1,0-1 1,0 0 0,0 0 0,0 0 0,0 0 0,4-2-1,-1 2 1,-3 0 4,46-4 132,-48 3-129,1 1 0,-1 0 0,0-1 0,1 1 0,-1-1 0,1 0 0,-1 1 0,0-1 0,0 0 0,1 0 0,-1 0 0,0 0 0,0 0 0,0 0 0,0 0 0,0 0 0,0 0 0,0 0 0,0-1 0,-1 1 1,1 0-1,0-1 0,-1 1 0,1 0 0,-1-1 0,0 1 0,1-1 0,-1 1 0,0-1 0,0-1 0,47 1-183,-45 2 179,0 0 0,-1 0-1,1 0 1,-1 0 0,1 1 0,0-1 0,-1 1-1,1-1 1,-1 1 0,1-1 0,-1 1-1,0 0 1,1 0 0,-1 0 0,1 0-1,-1 0 1,0 0 0,0 0 0,0 0 0,0 0-1,0 1 1,0-1 0,1 2 0,0 1 9,0 0 0,-1 0 1,1 0-1,-1 0 1,0 1-1,0-1 0,-1 0 1,1 9-1,-1-5 21,0 0 0,0 1-1,-1-1 1,0 0 0,-1 0-1,0 0 1,0 0 0,-1 0 0,-3 8-1,0-6 63,0-1 1,0 0-1,-1 0 0,-13 13 0,17-19-54,0-1 0,-1 1 0,1-1 0,-1 0-1,0 0 1,0-1 0,0 1 0,0-1 0,0 1 0,0-1 0,0-1 0,0 1 0,0 0 0,0-1 0,-6 0-1,-45 0-2,54-5-1828,1-2-1013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2.9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35 0,'0'0'4912,"0"0"-2815,0 0-761,0 0 454,0 0-96,0 0-546,-3-3-436,-5-7-367,4 14 79,4 29 285,1-12-626,-1-19-78,0 0 0,0 0 1,0 0-1,0 0 0,0 0 0,0 0 1,1 0-1,-1 0 0,1 0 1,-1 0-1,1 0 0,0 0 1,-1-1-1,1 1 0,0 0 0,0 0 1,1-1-1,-1 1 0,0 0 1,0-1-1,1 0 0,-1 1 1,4 1-1,-1-1 6,1-1 1,-1 1 0,1-1-1,-1 0 1,1 0-1,0-1 1,-1 0-1,1 1 1,5-2-1,-9 1 0,0-1 0,0 1 0,0 0 0,-1-1-1,1 1 1,0-1 0,0 0 0,-1 1 0,1-1-1,0 0 1,-1 1 0,1-1 0,0 0-1,-1 0 1,1 1 0,-1-1 0,0 0 0,1 0-1,-1 0 1,1 0 0,-1 0 0,0 1 0,0-1-1,0 0 1,1 0 0,-1 0 0,0 0 0,0 0-1,0 0 1,-1-1 0,2-37 101,-2 31-52,1-2-60,1 6 24,-1 0 1,0-1-1,0 1 1,-1 0-1,1-1 0,-1 1 1,-1-5-1,1 8-19,1 0 1,-1 0-1,0 0 0,1 1 1,-1-1-1,0 0 0,1 1 1,-1-1-1,0 0 0,0 1 1,1-1-1,-1 1 0,0-1 1,0 1-1,0-1 0,0 1 1,0 0-1,0-1 0,0 1 1,0 0-1,0 0 0,0 0 1,0 0-1,0 0 0,0 0 1,0 0-1,0 0 0,1 0 1,-1 0-1,0 0 0,0 1 1,0-1-1,0 0 0,0 1 1,0-1-1,0 1 1,-1 0-1,0 0-8,1 0 0,0 0 1,0 0-1,-1 0 0,1 0 0,0 0 0,0 0 1,0 0-1,0 0 0,1 1 0,-1-1 1,0 0-1,0 1 0,1-1 0,-1 0 1,1 1-1,-1-1 0,1 1 0,-1-1 0,1 1 1,0-1-1,0 3 0,-1 40-85,2-30-6,-1-14 66,0 0-1,0 1 0,0-1 0,0 1 0,0-1 1,1 0-1,-1 1 0,0-1 0,0 0 0,1 1 1,-1-1-1,0 0 0,1 1 0,-1-1 0,0 0 0,1 0 1,-1 1-1,0-1 0,1 0 0,-1 0 0,1 0 1,-1 1-1,0-1 0,1 0 0,-1 0 0,1 0 1,-1 0-1,0 0 0,1 0 0,-1 0 0,1 0 1,-1 0-1,1 0 0,-1 0 0,0 0 0,1 0 1,-1 0-1,1-1 0,0 1 0,3 0-1124,4 0-2624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3.8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53 4338,'0'0'2468,"0"0"-1302,0 0-574,0 0 387,0 0 144,0 0-392,12-4-139,156-38 1815,-166 41-1906,-7-1-268,-22-1-296,22 3 36,1 0 1,-1 0-1,0 0 0,0 1 1,0 0-1,0 0 1,1 0-1,-1 0 1,0 1-1,1-1 1,-1 1-1,-6 5 0,-3 4 16,1 1 1,1 0-1,-1 1 0,-17 26 0,25-32-5,1 0 1,0 1-1,0 0 1,1 0 0,0 0-1,0 0 1,1 0-1,0 1 1,0-1-1,1 1 1,0 14-1,35-22-141,-29-1 167,0-1-1,0 0 1,0 0 0,0-1 0,0 1-1,-1-1 1,1 0 0,-1-1 0,1 1-1,-1-1 1,0 0 0,8-6 0,-8 5-10,0 1 1,0 0-1,0 0 1,1 0-1,-1 1 0,1-1 1,0 1-1,0 0 1,0 1-1,0-1 1,0 1-1,0 0 1,6-1-1,4 2-26,-9 0 23,-1-1 0,1 1 0,0 1 0,0-1 0,-1 1-1,10 2 1,-13-2 6,-1 0-1,0-1 1,1 1 0,-1 0-1,0 0 1,1 0-1,-1 0 1,0 0-1,0 0 1,0 1 0,0-1-1,0 0 1,0 0-1,0 1 1,0-1-1,0 1 1,-1-1 0,1 1-1,-1-1 1,1 1-1,-1-1 1,1 1 0,-1-1-1,0 1 1,0 0-1,0-1 1,0 1-1,0 2 1,0 2 37,0-1-1,0 1 1,-1 0-1,1 0 1,-1-1-1,-1 1 1,1 0 0,-1-1-1,0 1 1,0-1-1,0 0 1,-5 7 0,4-9-8,0 1 1,0-1-1,-1 0 1,1 0-1,-1 0 1,0-1-1,1 1 1,-1-1-1,-1 0 1,1 0-1,0 0 1,0 0-1,-1-1 1,1 0-1,-1 0 1,-6 1-1,2-1-76,-51 12 206,57-12-242,-1 1 0,1-1 0,-1 1 1,1-1-1,0 1 0,0 0 0,0 0 0,0 0 0,0 1 0,0-1 0,0 1 0,1-1 1,-4 5-1,4-2-2420,2-3-3068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4.7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24 3922,'0'0'1803,"0"0"-45,0 0-111,0 0-177,0 0-515,0 0-403,-2-3-203,-5-10 562,14 22-209,-2-2-590,0 0-1,0-1 0,0 1 0,1-1 1,0-1-1,0 1 0,0-1 1,10 6-1,-15-11-93,0 0 0,-1 0 0,1-1 0,0 1 1,0 0-1,-1 0 0,1-1 0,0 1 0,-1 0 0,1-1 0,0 1 0,-1-1 1,1 1-1,0 0 0,-1-1 0,1 0 0,-1 1 0,1-1 0,-1 1 1,1-1-1,-1 0 0,0 1 0,1-1 0,-1 0 0,0 1 0,1-1 0,-1 0 1,0 0-1,0 1 0,0-1 0,0 0 0,0 0 0,0 1 0,0-1 0,0 0 1,0 0-1,0 1 0,0-1 0,0 0 0,-1 0 0,1-2-8,0 1 0,0 0-1,-1 0 1,1 0 0,-1 0 0,0 0-1,0 0 1,0 0 0,0 0 0,0 0-1,0 1 1,0-1 0,0 0 0,-1 1-1,-1-2 1,-1 0 9,0 0 1,0 1-1,0 0 0,0 0 1,0 0-1,-1 0 0,1 1 0,-1 0 1,1 0-1,-7-1 0,10 2-18,-1 0 0,1 0 0,0 0-1,-1 0 1,1 0 0,-1 0 0,1 0-1,0 1 1,-1-1 0,1 0 0,0 1-1,-1-1 1,1 1 0,0 0 0,0-1-1,-1 1 1,1 0 0,0 0 0,0 0-1,0 0 1,0 0 0,0 0 0,0 0-1,0 0 1,1 0 0,-1 0 0,0 0-1,1 1 1,-1-1 0,0 0 0,1 1-1,0-1 1,-1 0 0,1 1 0,0-1-1,-1 3 1,0 6-14,0 1-1,0-1 1,1 0 0,1 13-1,1-22 7,-1 0 0,1 0 0,-1 0 0,1 0 0,-1-1 0,1 1 0,0 0 0,0-1 0,-1 1 0,1-1 0,0 1 0,0-1 0,0 0 0,-1 0 0,1 0 0,0 0 0,2 0-1,37-4 122,-40 3-108,1-1 1,0 1-1,0-1 0,-1 0 0,1 0 0,-1 1 1,1-1-1,-1 0 0,0 0 0,0 0 1,0-1-1,0 1 0,0 0 0,0 0 0,-1 0 1,1-1-1,-1 1 0,1 0 0,-1-1 1,0 1-1,0 0 0,0-1 0,-1-2 0,1 3-2,0 1-1,0-1 0,0 0 1,0 0-1,0 0 0,-1 1 0,1-1 1,-1 0-1,1 0 0,-1 1 0,0-1 1,0 0-1,0 1 0,0-1 1,0 1-1,0-1 0,0 1 0,0 0 1,0-1-1,-1 1 0,1 0 0,0 0 1,-1 0-1,1 0 0,-1 0 0,0 0 1,1 0-1,-1 0 0,0 1 1,-2-1-1,-25 1-1874,28 0 1731,1 1-1,-1-1 1,0 1-1,0 0 1,1-1-1,-1 1 1,0-1 0,1 1-1,-1 0 1,1 0-1,-1-1 1,1 1-1,-1 0 1,1 0 0,0 0-1,-1-1 1,1 1-1,0 0 1,0 0 0,-1 0-1,1 0 1,0 0-1,0 0 1,0 0-1,0-1 1,0 1 0,1 2-1,-1-3-5203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5.4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5587,'0'0'1944,"0"0"-708,0 0-241,0 0 240,0 0-128,6-10-362,24-32-151,-27 39-536,0 0-1,0 0 1,1 0-1,-1 0 1,1 0-1,-1 1 1,1 0-1,0 0 0,0 0 1,0 0-1,0 1 1,1-1-1,-1 1 1,6-1-1,60-1 741,-53 3-737,-16 0-62,1 0 0,0 0 0,0-1 0,0 1 0,0 1 0,0-1 0,0 0 0,0 0 0,0 1 0,0-1 0,0 1 0,-1-1 0,1 1 0,0 0 0,0 0 0,-1 0 0,1 0 0,3 2 0,-4 0 8,0 0 1,0 0-1,0 0 1,-1 0-1,1 0 1,-1 0-1,0 0 1,1 0-1,-1 0 1,-1 6-1,1-4 0,-1 0 2,1 0-1,-1 0 1,0 1 0,0-1 0,-1 0 0,0 0 0,1 0 0,-2 0 0,1-1 0,-1 1-1,1 0 1,-1-1 0,-6 7 0,2-3 11,0 0 0,-1-1 1,0 1-1,-1-2 0,-16 11 0,28-18 37,9-8-17,2 2 0,-1-1 0,1 2 1,0 0-1,0 0 0,1 2 0,-1-1 0,1 2 1,24-3-1,-37 7-38,0 0 0,0-1-1,0 1 1,0 0 0,-1 0 0,1 1 0,0-1 0,0 0 0,-1 1-1,1-1 1,0 1 0,-1-1 0,0 1 0,1 0 0,-1 0-1,0-1 1,0 1 0,0 0 0,0 0 0,0 0 0,0 0-1,-1 1 1,1-1 0,-1 0 0,1 3 0,2 7 39,-1-1 1,0 0-1,1 21 0,-3-29-20,0-1 0,0 1 0,0-1 0,-1 1 0,1 0 0,0-1 0,-1 1 0,0-1 0,0 1 0,0-1 0,0 1 0,0-1 0,0 0 0,0 1 0,-1-1 0,1 0 0,-1 0 0,0 0 0,-2 2 0,-1 0 61,-1-1 0,0 0 0,0 0 0,0 0-1,0 0 1,-11 2 0,8-3 1,-15 7 463,-1-2 0,0 0-1,-1-2 1,-42 3 0,67-8-565,1 0-93,0 0-328,13 0-3829,-2 0 566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5779,'0'0'2574,"0"0"-949,0 0-566,0 0 235,0 0 187,0 0-428,1 0 2752,21 0-3776,421-2-85,-442 2-355,-1 0-434,-22 0-7527,7 0 2398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8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6179,'0'0'1867,"0"0"-981,0 0-128,0 0 416,0 0-147,8 1-216,137 4 1048,-95-5-985,0 1-1,73 13 0,-86-8-3484,-1-1 0,67-1 0,-100-4-5376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7700,'0'0'2670,"0"0"-1517,0 0-724,0 0 113,0 0 533,0 22 368,0-5-1222,-1 42 743,3 0 0,19 116 1,-5-118-585,-9-37-375,-1 0 0,-2 0 0,0 0 0,3 38 0,-7-57-707,0-1-1472,0 0-1553,0 0-2102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7892,'0'0'1136,"0"0"-456,0 0-37,0 0 401,0 0-84,9 26-24,-2 35 892,1 97-1,-7-97-1020,14 102 0,-14-161-687,4 21-893,-4-22-1503,0-14-1229,-1-3-1882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0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6099,'0'0'1216,"0"0"-527,0 0 103,0 0 222,0 0-192,6-1-206,21-1 358,-1 2 0,42 4 0,13 0-70,-43-4-658,-11 1-79,0-1 1,0-1-1,-1-1 1,1-1 0,0-2-1,34-10 1,0-5-93,-26 9-6,42-18 0,-60 18-106,-15 9 30,1 1 0,-1-1 0,0 1 0,0 0 0,1-1 0,-1 1 1,0 0-1,1 0 0,-1 1 0,1-1 0,3 0 0,-6-6-1454,0 7-255,0 0-952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3810,'0'0'1022,"0"0"-502,0 0 32,0 0 315,0 0-80,0 0-421,-12 13-177,5-5-137,0-1 23,0 1 0,1 0-1,-1 0 1,1 1 0,1-1 0,0 1 0,0 0 0,1 1-1,0-1 1,-4 14 0,-9 64 1026,4 1 1,4-1-1,3 2 0,7 93 1,1-152-872,1 0 1,1 0-1,2-1 1,1 1 0,1-1-1,2-1 1,1 1 0,1-2-1,1 0 1,1 0-1,2-1 1,0-1 0,23 26-1,9 5 132,3-2 1,2-2-1,2-3 0,74 51 0,-121-93-325,-8-6-27,1 0 0,0 0 0,0 0 0,0-1 0,0 1 0,0 0 0,0 0 0,0-1 0,0 1 0,0 0 0,0-1 0,0 1 1,0-1-1,0 0 0,2 1 0,-3-1 24,1 0-54,-1 0-1,1 1 1,-1-1-1,1 0 1,-1 0-1,1 0 0,-1 0 1,1 0-1,-1 0 1,1 0-1,-1 0 1,0 0-1,1 0 0,-1 0 1,1 0-1,-1-1 1,1 1-1,-1 0 1,1 0-1,-1 0 0,0 0 1,1-1-1,-1 1 1,1 0-1,-1-1 1,0 1-1,1 0 0,-1-1 1,0 1-1,1-1 1,15-35-5129,-8 24-171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58 5811,'0'0'1390,"0"0"-192,0 0 186,0 0-181,0 0-410,0 0-329,0-2-375,-1 1 1,0 0 0,1-1-1,-1 1 1,1-1-1,0 1 1,0-1-1,-1 0 1,1 1-1,0-1 1,0 1-1,0-1 1,0 1 0,1-1-1,-1-2 1,7 1-32,-1-1 0,1 1 1,-1 0-1,1 0 0,0 0 1,0 1-1,0 0 0,0 1 1,12-2-1,68-1 66,-86 6-124,0 0 0,0-1 0,0 1 0,0 0 1,-1-1-1,1 1 0,0 0 0,-1 0 1,0-1-1,1 1 0,-1 0 0,0 0 0,0 0 1,0 0-1,0 0 0,0 0 0,-1 3 1,-2 38 104,-2-32-88,0 0 1,-1 0-1,0-1 0,-1 0 1,0 0-1,0 0 0,-1-1 1,0 0-1,-1 0 0,0-1 1,0-1-1,-1 1 0,-13 7 1,37-25 312,-7 4-308,1 1-1,0-1 1,0 2-1,15-7 1,-21 10-30,0 0 1,0 0 0,0 1 0,0-1 0,0 1-1,0 0 1,0-1 0,0 1 0,0 0-1,0 0 1,0 0 0,0 1 0,0-1 0,0 0-1,-1 1 1,1-1 0,0 1 0,0 0 0,0 0-1,0 0 1,-1-1 0,1 2 0,0-1-1,-1 0 1,1 0 0,-1 0 0,1 1 0,-1-1-1,2 3 1,3 4 11,0 0 0,-1 1 0,0 0 0,-1 0-1,0 0 1,0 0 0,-1 1 0,0-1 0,-1 1 0,0 0 0,0 0-1,-1 0 1,0 0 0,-1 0 0,0 0 0,-1 0 0,-2 13 0,2-21-2,-1 0 0,1 0 0,0 0 0,-1 0 0,1-1 0,-1 1 0,0 0 0,1-1 0,-1 1 0,0-1 0,0 0 0,0 0 0,0 1 0,0-1 0,0-1-1,-1 1 1,1 0 0,0 0 0,0-1 0,-1 1 0,-3-1 0,-55 4 51,54-4-45,0 0 11,0 0 1,0 0 0,1-1-1,-1 0 1,0 0-1,0-1 1,1 0 0,-1 0-1,-12-6 1,17 7-147,-1-1 0,1 0 1,0 1-1,0-1 0,0 0 0,0-1 1,0 1-1,0 0 0,0 0 0,-2-5 1,3 4-461,-1-1 0,1 1 1,-1-1-1,1 0 0,1 0 1,-1 1-1,0-1 0,1 0 1,0-5-1,0 6-3876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126 116 2753,'0'0'3583,"0"0"-2001,0 0-226,0 0 170,0 0-390,-9 16-290,-27 53-219,34-65-587,0 0 0,0 0 0,1 0-1,-1 1 1,1-1 0,0 0 0,0 1 0,1-1 0,-1 1 0,1-1 0,0 0 0,0 1 0,0-1-1,1 1 1,0-1 0,0 1 0,0-1 0,0 0 0,0 0 0,1 0 0,0 1 0,0-1 0,0-1-1,0 1 1,1 0 0,0-1 0,-1 1 0,1-1 0,0 0 0,1 1 0,-1-2 0,1 1 0,-1 0-1,1-1 1,0 1 0,5 1 0,6 3-11,-1-2 1,1 0-1,0 0 0,1-2 0,-1 0 1,1-1-1,-1 0 0,22-1 0,-27-1-1,-5 1-13,0-1-1,-1 0 1,1 0 0,-1-1-1,1 1 1,-1-1 0,9-3-1,-12 3-13,1 0 0,-1 0 0,1 0 0,-1 0-1,0 0 1,0 0 0,0-1 0,1 1 0,-1-1 0,0 1-1,-1-1 1,1 1 0,0-1 0,0 1 0,-1-1-1,1 0 1,-1 1 0,1-1 0,-1 0 0,0 1-1,0-1 1,1 0 0,-1 0 0,-1-2 0,2-7 0,-1 0 0,0 0-1,-1 0 1,0 0 0,-1 0 0,0 0 0,-1 0 0,0 0 0,-1 1 0,0-1 0,-1 1 0,0 0 0,0 1 0,-1-1 0,0 1 0,-1 0 0,0 0-1,0 1 1,-13-11 0,2 1 44,0 1 0,-1 1 0,-38-24 0,51 36-32,0 0-1,0 1 1,0-1 0,0 2 0,-1-1-1,0 1 1,1 0 0,-1 0 0,0 1-1,0 0 1,0 0 0,0 0-1,0 1 1,0 0 0,0 1 0,0-1-1,0 1 1,-9 3 0,14-3-17,1 0-1,-1 0 1,1 0 0,0 0-1,-1 0 1,1 0 0,0 0-1,-1 0 1,1 0 0,0 1 0,0-1-1,0 1 1,0-1 0,0 0-1,0 1 1,1 0 0,-1-1 0,0 1-1,1-1 1,0 1 0,-1 0-1,1 2 1,-3 42-559,4-32-24,-1 15-2249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3217,'0'0'1198,"0"0"30,0 0 372,31 2-34,7 2-1099,153 6 1531,338-21 2212,-421 6-3949,-62 5-3582,-46 0-2604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3458,'0'0'1707,"0"0"-920,0 0-3,0 0 940,0 0 37,11-10-25,-11 9-1723,83-93 1870,-74 82-1808,0-1 0,-1 0 1,-1 0-1,0 0 0,0-1 1,6-22-1,-15 53 205,1 0 1,1 0-1,1 0 0,0 0 1,6 26-1,1 22 412,0-2-550,-7-59-160,0 1 1,0-1-1,0 0 0,1 0 0,-1 0 0,1 0 0,0 0 1,1 0-1,-1 0 0,1-1 0,4 6 0,6-8-6056,-13-3 268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5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40 4242,'0'0'3500,"0"0"-1968,0 0-719,0 0 318,0 0-151,15-5-375,9-1-236,0 1 0,1 0 0,46-1 0,-60 4 546,-14-2-708,-18-2-324,14 6 97,-1 0 0,0 0 0,0 1 0,0 0 0,0 0 0,1 0-1,-1 1 1,0 1 0,1-1 0,0 1 0,-1 0 0,1 1 0,0 0 0,1 0 0,-1 0-1,1 1 1,0 0 0,0 0 0,0 1 0,1-1 0,0 1 0,0 1 0,-8 12-1,10-13 11,1 1-1,1 0 0,-1-1 1,1 1-1,0 0 0,0-1 1,1 1-1,0 0 0,0 0 1,2 11-1,-1-17 10,0 0 0,-1-1 0,1 1 0,-1 0 0,1-1 0,0 1 0,-1-1 0,1 1 0,0-1 0,0 1 0,0-1 0,-1 1 0,1-1 0,0 0 0,0 0 0,0 1 0,0-1 0,0 0 0,-1 0 0,1 0 0,0 0 0,0 0 0,2 0 1,28 0-13,-22-1 25,-6 1-2,0 0 0,0-1 1,0 1-1,0-1 0,0 0 0,0 0 0,0 0 1,0 0-1,0-1 0,0 1 0,-1-1 0,6-3 0,-6 3-11,1 0-1,0 0 0,0 0 0,-1 1 0,1-1 0,0 1 1,1 0-1,-1 0 0,0 0 0,0 0 0,0 1 0,1-1 1,2 1-1,34-2-39,-29 0 39,1 1 0,-1 1 0,1 0-1,0 1 1,-1 0 0,1 0-1,20 6 1,-30-5 1,1 0 0,-1 0-1,1 0 1,-1 0 0,0 1 0,0-1 0,0 0 0,0 1-1,0 0 1,-1-1 0,1 1 0,-1 0 0,1 0-1,-1 0 1,0 0 0,0 0 0,-1 0 0,1 0-1,-1 0 1,1 0 0,-1 1 0,0-1 0,0 4-1,0-2 7,0 1-1,-1-1 0,1 0 0,-1 0 0,0 0 0,0 1 0,0-1 1,-1 0-1,0-1 0,0 1 0,0 0 0,-1 0 0,-3 5 0,0-4 29,0 0-1,0 0 0,-1-1 0,1 0 0,-1 0 0,0 0 0,-1-1 1,1 0-1,-1-1 0,0 0 0,0 0 0,-13 3 0,-4-2 26,1-1 0,0-2 0,-26-1-1,34 0-87,16 0-16,0 0-1,-1 0 0,1 0 1,0 0-1,-1 0 0,1-1 1,-1 1-1,1 0 0,0 0 0,-1-1 1,1 1-1,0 0 0,0 0 1,-1-1-1,1 1 0,0 0 1,0-1-1,-1 1 0,1 0 1,0-1-1,0 1 0,0-1 1,0 1-1,-1 0 0,1-1 0,0 1 1,0-1-1,0 1 0,0 0 1,0-1-1,0 1 0,0-1 1,0 1-1,0 0 0,0-1 1,0 1-1,1-1 0,-1 1 1,0 0-1,0-1 0,1-4-1870,-1 0-3157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 7395,'0'0'795,"0"0"-402,0 0 290,0 0 536,0 0-320,0 0-435,-5-1-181,-13 0 1134,38 3-603,39 3-36,182-5-41,-254 9-2736,13-9-674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7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6083,'0'0'1094,"0"0"-582,0 0-229,0 0 61,0 0 67,23-3-171,72-8-96,-90 10-119,-1 0 0,0 1 0,1 0 0,-1 0 0,0 0 0,1 0 0,-1 1 0,0-1 0,0 1 0,1 1 0,-1-1 0,0 0 0,0 1 0,0 0 0,0 0 0,-1 0 0,1 0 0,0 1 0,-1-1 0,0 1 0,1 0 0,-1 0 0,0 0 0,0 0 0,-1 1 0,1-1 0,-1 1 0,0 0 0,0 0 0,3 6 0,-1 2 63,-1 1-1,0-1 1,-1 1-1,0 0 1,-1 0-1,0 1 1,-2 20-1,0-31-81,1 0 0,0-1-1,-1 1 1,1-1 0,-1 1 0,0 0-1,0-1 1,0 1 0,0-1-1,-1 0 1,1 1 0,-1-1 0,1 0-1,-1 0 1,0 0 0,0 0 0,1 0-1,-2 0 1,1 0 0,0-1-1,-4 3 1,-4 1-20,-1 0-1,0-1 1,0 0-1,-11 2 1,-31 14-243,53-21 247,0-1 0,-1 1 0,1 0-1,0 0 1,0 0 0,0 0 0,0 0-1,0-1 1,0 1 0,1 0 0,-1 0-1,0 0 1,0 0 0,1 0 0,-1 0-1,1 0 1,-1 0 0,2-2 0,-1 1 17,0 1 0,0-1-1,0 0 1,0 1 0,0-1 0,0 1 0,0 0 0,1-1 0,-1 1 0,1 0 0,-1 0 0,1 0 0,-1 0 0,1 0 0,0 0 0,0 0 0,-1 1 0,1-1 0,0 1 0,0-1-1,0 1 1,-1 0 0,1-1 0,0 1 0,0 0 0,0 0 0,0 1 0,0-1 0,0 0 0,2 1 0,2 2 1,0 0 0,-1 0 0,1 1 0,-1-1 1,0 1-1,0 0 0,5 6 0,6 4-6,-11-11 1,-1 0-1,1-1 0,-1 0 0,1 0 0,0 0 0,0 0 1,0-1-1,0 0 0,0 0 0,0 0 0,8-1 0,57-3 34,-70 3-80,1 0 0,0-1 0,-1 1 1,1 0-1,0-1 0,-1 1 0,1-1 0,-1 1 0,1-1 1,0 1-1,-1-1 0,1 1 0,-1-1 0,0 1 0,1-1 1,-1 0-1,1 1 0,-1-1 0,0 0 0,1 1 0,-1-1 1,0 0-1,0 0 0,0 1 0,0-1 0,0 0 0,1 0 1,-1 1-1,-1-1 0,1 0 0,0 0 0,0 1 0,0-1 1,0 0-1,-1-1 0,1-3-2177,0 0-2352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40 8276,'0'0'1875,"0"0"-781,0 0-272,0 0 21,0 0-27,-4 20-58,3-11-706,-5 20 226,2 0 1,1 1-1,2 0 0,2 45 0,0-65-210,1-1-1,-1 0 0,2 0 0,-1-1 1,1 1-1,0 0 0,1-1 0,0 0 1,7 11-1,-7-14-53,0-1 0,0 1 1,0-1-1,0 0 0,1 0 1,-1-1-1,1 1 0,0-1 0,0 0 1,0 0-1,1-1 0,-1 1 0,1-1 1,-1 0-1,1-1 0,8 2 0,-8-2 6,1 1-1,0-2 0,-1 1 0,1-1 1,0 0-1,0 0 0,0-1 0,-1 0 1,14-3-1,-17 3-4,1-1 0,-1 0 0,0 0 0,0 0-1,0 0 1,0 0 0,0-1 0,0 1 0,0-1 0,-1 0 0,1 0 0,-1 0 0,0 0 0,0 0 0,0 0 0,0-1 0,-1 1-1,0 0 1,2-5 0,1-6-7,0-1 0,-1 0-1,-1 1 1,0-1 0,-1 0 0,0 0-1,-1 0 1,-1 0 0,-1 0-1,0 0 1,0 0 0,-2 1-1,0-1 1,-1 1 0,0 0 0,-1 0-1,-9-16 1,10 24-15,0-1 0,-1 2-1,1-1 1,-1 0 0,0 1 0,-1 0 0,1 1 0,-1-1-1,0 1 1,0 0 0,0 1 0,-1 0 0,1 0-1,-1 1 1,1-1 0,-1 2 0,0-1 0,0 1 0,0 0-1,0 1 1,0 0 0,0 0 0,0 1 0,0 0-1,-11 3 1,16-2 2,-1 0 0,1 0 0,0 0 0,-1 1-1,1-1 1,1 1 0,-1 0 0,0 0 0,1 0 0,-1 0-1,1 0 1,0 1 0,0-1 0,0 1 0,0-1 0,1 1-1,0 0 1,-1 0 0,1-1 0,1 1 0,-1 0 0,0 5-1,-2 13-414,1 0-1,0 32 0,2-47 84,0 13-3451,0-8-3941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9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3153,'0'0'1591,"0"0"-1207,0 0-342,0 0 1,0 0 48,7 1 7896,36 8-7837,59 6 488,0-4 1,170-4-1,-236-10-595,1 0-1,-1-3 0,-1-1 0,44-15 0,-44 12-24,1 1 0,-1 1 1,2 2-1,45-1 0,-84 25-274,-1-13 165,0 0 0,0-1 0,0 1 0,-1-1 1,1 0-1,-1 0 0,0 0 0,0 0 0,-1-1 0,1 1 1,-1-1-1,0 0 0,0-1 0,0 1 0,-5 1 0,-7 4-901,0-2 0,0 0 1,-23 5-1,25-9-2346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1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1 233 5010,'0'0'1553,"0"0"-603,0 0 32,0 0 186,0 0-141,0 0-451,21-14-266,69-45-150,-84 55-127,-1 0 0,1-1 0,-1 0 0,0 0 1,0 0-1,0 0 0,0-1 0,-1 0 0,0 0 0,-1 0 0,1 0 0,-1-1 0,0 1 0,-1-1 1,3-9-1,5-11 107,-5 10-148,1 0 929,-4 31-266,-4 6-352,0-1-1,-2 1 0,0-1 0,-1 0 0,-14 34 0,11-34-54,1 0-1,1 1 1,1 0-1,0 0 1,2 0-1,-1 21 1,3-33-315,2 23 484,-1-31-476,1 1 0,-1 0 1,0 0-1,0 0 0,0 0 1,1-1-1,-1 1 0,0 0 1,1 0-1,-1-1 0,1 1 0,-1 0 1,1-1-1,-1 1 0,1-1 1,0 1-1,-1 0 0,1-1 0,-1 1 1,1-1-1,0 0 0,0 1 1,-1-1-1,1 1 0,0-1 1,0 0-1,-1 0 0,1 1 0,0-1 1,0 0-1,0 0 0,1 0 1,15 0-4294,-9 0 6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20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39 6307,'0'0'1870,"0"0"-437,0 0-243,0 0 21,0 0-213,5-2-358,13-4-361,1 1 0,-1 1 0,28-3 0,31-6 200,-121 13 295,22-1-861,0 0 0,-25 4 0,42-2 76,0-1 1,0 1-1,0 0 1,1 0-1,-1 1 1,0-1-1,0 1 1,1 0-1,-1 1 1,1-1-1,0 1 1,0 0-1,0 0 1,0 0-1,-5 5 0,7-3 7,1-1 0,0 0 0,-1 0 0,1 1 0,1-1 0,-1 0 0,1 1 0,0-1 0,0 1 0,0-1 0,0 1 0,1-1 0,0 1 0,0-1 0,0 0 0,0 0 0,1 1 0,-1-1 0,4 5 0,4-2 10,-8-6-4,0 1 1,0-1 0,1 0 0,-1 0 0,0 0 0,1 0-1,-1 0 1,0 0 0,1-1 0,0 1 0,-1 0 0,1-1 0,-1 1-1,1-1 1,-1 0 0,1 1 0,0-1 0,-1 0 0,1 0-1,0 0 1,-1 0 0,1 0 0,0-1 0,-1 1 0,1 0 0,0-1-1,-1 1 1,1-1 0,-1 1 0,3-3 0,24-11-21,-19 9-1,0 0 0,1 0 0,0 1-1,15-4 1,-22 7 17,-1 1-1,1-1 0,-1 1 1,1 0-1,0 0 1,-1 0-1,1 0 0,0 0 1,-1 1-1,1-1 1,-1 1-1,1 0 0,0-1 1,-1 1-1,0 0 1,1 1-1,-1-1 0,0 0 1,1 1-1,-1-1 1,0 1-1,0 0 0,2 2 1,5 6-1,1 1 1,-2 0-1,1 0 1,-2 1 0,8 15-1,-12-22 3,-1 0-1,1 1 1,-1-1-1,-1 1 1,1 0 0,-1 0-1,0 0 1,0-1-1,-1 1 1,0 0-1,0 0 1,0 0 0,-1 0-1,0 0 1,-1 6-1,1-10 5,0 0 0,0 0-1,-1 0 1,1 0 0,-1 0-1,1 0 1,-1 0 0,0 0-1,1-1 1,-1 1-1,0 0 1,0-1 0,0 0-1,-1 1 1,1-1 0,0 0-1,0 0 1,-1 0 0,1-1-1,-5 2 1,-56 8 98,42-8-38,-89 11-75,109-13-119,1 0-487,0 0-572,0 0-7,0 0-882,0 0-1339,0-4-663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23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4130,'0'0'1307,"0"0"-512,0 0 206,0 0 141,0 0 39,0 0 39,0 21-140,-1 42-496,8 244 3618,-4-280-4117,1 1-1,15 50 1,-15-75-478,0 0-3251,-4-3-91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23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1105,'0'0'2678,"0"0"-1536,0 0-440,0 0 130,0 0 195,9 3-176,15 4-251,0-2 0,0-1 0,1-2-1,0 0 1,27-1 0,101-1-1862,-152 0-1587,-1 0-3407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2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6 2001,'0'0'1406,"0"0"-395,0 0-59,0 0 174,0 0 27,0 0-286,0 0-814,0 0 1,0 0 0,0 0-1,0-1 1,0 1-1,1 0 1,-1 0-1,0 0 1,-1-1-1,1 1 1,0 0 0,0 0-1,0 0 1,0 0-1,0-1 1,0 1-1,0 0 1,0 0-1,0 0 1,0 0-1,0 0 1,0-1 0,0 1-1,-1 0 1,1 0-1,0 0 1,0 0-1,0 0 1,0 0-1,0-1 1,0 1 0,-1 0-1,1 0 1,0 0-1,0 0 1,0 0-1,0 0 1,-1 0-1,1 0 1,0 0 0,0 0-1,0 0 1,0 0-1,-1 0 1,1 0-1,0 0 1,0 0-1,0 0 1,0 0 0,-1 0-1,1 0 1,0 0-1,0 0 1,0 0-1,-8 1-37,0 0 1,0 1-1,0 0 0,1 0 0,-1 0 0,1 1 0,0 0 0,0 0 0,0 1 1,0 0-1,0 0 0,1 1 0,0 0 0,0 0 0,0 0 0,-8 10 1,8-7-6,-1-1 0,1 1 0,1 0 1,-1 0-1,1 1 0,1-1 1,0 1-1,0 0 0,1 1 0,0-1 1,0 0-1,1 1 0,-1 11 0,2-9 31,0 0-1,1 1 0,1-1 0,0 1 0,5 20 0,-4-29-30,-1 1 0,1-1-1,0 0 1,0 0 0,1 0 0,-1-1-1,1 1 1,0 0 0,0-1 0,0 0-1,0 1 1,1-1 0,-1-1 0,1 1-1,0 0 1,-1-1 0,1 0 0,8 3-1,3 1 32,2 0-1,-1-1 0,1-1 1,0 0-1,-1-1 0,2-1 1,-1-1-1,0-1 0,28-2 1,-43 2-37,0 0 1,-1-1-1,1 1 1,-1 0-1,1-1 1,0 1-1,-1-1 0,0 0 1,1 1-1,-1-1 1,1 0-1,-1 0 1,0 0-1,1 0 1,-1 0-1,0 0 1,0-1-1,0 1 0,0 0 1,1-3-1,1 0 4,-1 0-1,-1-1 0,1 1 1,-1 0-1,1-1 0,-1 1 0,0-7 1,1-6-6,-2 0-1,-2-33 1,2 49-4,-1-1 1,1 1-1,-1 0 0,1 0 0,-1 0 0,0 0 0,1 0 0,-1 0 1,0 0-1,0 0 0,1 0 0,-1 0 0,0 1 0,0-1 1,0 0-1,0 0 0,0 1 0,0-1 0,0 1 0,-1-1 0,1 1 1,0-1-1,0 1 0,0 0 0,0 0 0,-1-1 0,1 1 1,0 0-1,-2 0 0,-46 0-81,34 1 40,5-1 64,0 1 0,0 0 0,0 1 0,0 0 0,0 0 1,0 1-1,1 1 0,-1 0 0,1 0 0,-14 8 0,19-9-185,0-1 0,-1 2 0,1-1 0,0 0 0,0 1-1,0-1 1,1 1 0,0 0 0,-1 1 0,1-1 0,1 0 0,-1 1-1,1 0 1,-1-1 0,1 1 0,1 0 0,-1 0 0,1 0 0,0 0 0,0 1-1,-1 7 1,2-8-7416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2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1377,'0'0'3412,"0"0"-1987,0 0-751,0 0 63,0 0-54,0 0-192,15 0 400,640 0 3748,-653 0-4649,-1 0 0,0 1 0,1-1 0,-1 0 0,1 0 0,-1 1 0,0-1 1,1 1-1,-1-1 0,0 1 0,1-1 0,-1 1 0,0 0 0,0 0 0,1 0 0,-1 0 0,0 0 0,0 0 0,0 0 0,0 0 0,0 0 0,-1 0 0,1 0 0,0 0 0,0 1 0,-1-1 0,1 0 0,-1 1 0,1-1 0,0 3 0,-1-3-104,0 0 0,0 0 0,0 0-1,0 1 1,0-1 0,-1 0 0,1 0-1,0 0 1,0 0 0,-1 0 0,1 0-1,-1 0 1,1 0 0,-1 0 0,1 0-1,-1-1 1,1 1 0,-1 0 0,0 0-1,0 0 1,1 0 0,-1-1 0,0 1-1,0 0 1,0-1 0,-1 1 0,-8 2-3707,1 1-2718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5298,'0'0'1905,"0"0"-552,0 0-99,0 0-211,0 0-229,0 0-281,0 0-221,0 0-26,4-10-78,9-20 59,1 1 0,31-46-1,-34 55-221,10-13-44,-21 33-4,1 0 1,-1 0-1,0 0 1,1 0-1,-1 0 1,1 0-1,-1 0 1,0 0-1,1 1 1,-1-1-1,0 0 1,1 0-1,-1 0 1,0 1 0,1-1-1,-1 0 1,0 0-1,0 1 1,1-1-1,-1 0 1,0 1-1,0-1 1,1 0-1,-1 1 1,0-1-1,0 0 1,0 1-1,0-1 1,0 1-1,0-1 1,0 0-1,0 1 1,1-1 0,-1 1-1,0-1 1,-1 0-1,1 1 1,0-1-1,0 0 1,0 1-1,3 20 108,-3-20-100,4 206 2236,-5-112-2439,1-94-578,0-1-753,0 0-1304,0 0-2425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4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27 3938,'0'0'1259,"0"0"-725,0 0-89,0 0 372,0 0 44,4-4-194,1 1-417,1 0 1,-1 0-1,1 1 0,0 0 0,0 0 0,0 0 1,0 1-1,0-1 0,0 2 0,0-1 1,0 1-1,0 0 0,12 1 0,34-2 471,-46 0-106,-35 1-371,24-1-245,-1 1-17,0 0-1,0 0 1,-1 1 0,1-1-1,0 1 1,-8 3 0,11-3 9,0 1-1,0 0 1,0 0 0,0 0 0,0 0 0,1 1 0,-1-1-1,0 1 1,1 0 0,0 0 0,0 0 0,-3 4-1,-3 9 93,1 1 0,1 0 0,1 0 0,-7 30 0,9-32 18,3-15-99,0 0 0,0 0 0,0 0-1,0 0 1,0 0 0,0 0 0,0 0 0,-1 0 0,1 0-1,0 0 1,0 0 0,0 0 0,0 0 0,0 0-1,0 0 1,0 0 0,0 0 0,0 0 0,0 0 0,0 0-1,0 0 1,0 0 0,0-1-7,0-1 0,1 1 1,-1-1-1,0 0 0,1 1 0,0-1 0,-1 1 0,1-1 1,0 1-1,0-1 0,0 1 0,0 0 0,0-1 0,0 1 1,0 0-1,0 0 0,1 0 0,-1 0 0,0 0 1,1 0-1,-1 0 0,0 0 0,1 1 0,-1-1 0,1 1 1,0-1-1,-1 1 0,1-1 0,-1 1 0,1 0 0,0 0 1,-1-1-1,1 1 0,0 1 0,-1-1 0,1 0 1,0 0-1,2 1 0,0-1-4,1 1 0,-1-1 0,1 1 1,-1 0-1,0 0 0,0 1 0,1-1 0,-1 1 1,0 0-1,0 0 0,0 0 0,-1 1 0,1-1 1,3 4-1,-2 0 3,-1 1 0,0-1 0,0 1 0,0 0 0,-1 0 0,0 1 0,0-1 0,-1 1 0,3 14 0,-2 2-12,-1 48 0,-2-71 19,-1-1 0,0 1 0,0 0-1,1 0 1,-1-1 0,0 1 0,0 0 0,0-1 0,0 1 0,0-1 0,0 1 0,0-1 0,0 1-1,0-1 1,0 0 0,0 1 0,0-1 0,0 0 0,0 0 0,0 0 0,0 0 0,0 0 0,-1 0-1,-1 0 1,-41-1 38,32 1-33,-65-3 242,77 3-296,1 5-994,3 0-3754,2-5-985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5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 4274,'0'0'920,"0"0"-178,0 0 208,0 0 314,0 0-252,0 0-466,-4-1-257,-23-3 265,28 47 863,3-33-1225,1 0 0,0 0-1,1-1 1,0 1 0,0-1 0,1-1-1,0 1 1,9 7 0,24 32 222,45 70-71,-41-59-257,61 106 0,-94-144-79,0 1 1,-2 0 0,-1 0 0,-1 1-1,0 0 1,-2 1 0,-1-1 0,-1 1-1,1 29 1,-3-27 14,-1 0-1,-1 0 1,-1-1 0,-2 1-1,0-1 1,-2 1 0,0-1-1,-16 36 1,-2-15 271,-58 80 0,13-20 183,61-83 50,4-12-6786,9-19-9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6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2753,'0'0'1305,"0"0"-518,0 0-174,0 0 388,0 0 189,0 0-240,27 2-105,200 6 1690,-103-8-2052,-123 0-511,-1 0 1,1 0-1,-1 0 1,1 0 0,-1 0-1,1 0 1,-1 0-1,1 1 1,-1-1-1,1 0 1,-1 0 0,1 1-1,-1-1 1,1 0-1,-1 1 1,1-1-1,-1 0 1,0 1 0,1-1-1,-1 1 1,0-1-1,1 0 1,-1 1-1,0-1 1,1 1 0,-1-1-1,0 1 1,0-1-1,0 1 1,1-1-1,-1 1 1,0 0-1,0-1 1,0 1 0,0-1-1,0 1 1,0-1-1,0 1 1,0-1-1,0 1 1,0-1 0,-1 1-1,1 0 1,0 3-1071,0-4-2704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5218,'0'0'1388,"0"0"-463,0 0 20,0 0 413,0 0-46,13 2-490,15 1-593,193 19 1853,2-15-2624,-222-7-3316,-1 0-5973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7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7251,'0'0'1332,"0"0"-826,0 0-65,0 0 554,0 0-64,1 19-253,6 377 1920,-7-387-2559,0-2-430,0-1-3083,0-6-1125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7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6739,'0'0'1846,"0"0"-960,0 0 16,0 0 373,0 0-154,0 26-260,0 185 326,-8-24-1141,8-186-304,0 3-1408,-3-4-2240,1 0-3462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1345,'0'0'3764,"0"0"-2441,0 0-384,0 0 302,29 0 106,96-1-352,-74-2-513,0-3 0,0-2 0,90-25 0,-93 19-311,0 3 0,81-8 0,-49 12 236,-73 6-13,-10 0-50,-43 0-141,44 1-1881,2 0-1575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39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83 4594,'0'0'1860,"0"0"-1103,0 0-234,0 0 558,0 0 231,0 0-511,-15 8-113,11-8 4749,5-1-5434,-1 0 0,0-1 0,0 1 0,1 0 0,-1-1 0,0 1 0,0 0 0,-1 0 0,1-1 0,0 1 0,0 0 0,0 0 0,-1-1 0,1 1 0,-1 0 0,1 0 0,-1 0 0,0 0 0,1 0 0,-1-1 0,0 1 0,0 0 0,1 1 0,-1-1 0,0 0 0,0 0 0,0 0 0,0 0 0,0 1 0,0-1 0,-1 0 0,1 1 0,0-1 0,0 1 0,0 0 0,-1-1 0,1 1 0,0 0 0,0 0 0,-1-1 0,1 1 0,0 0 0,0 0 0,-1 1 0,1-1 0,0 0 1,-1 0-1,1 1 0,0-1 0,0 0 0,0 1 0,-1-1 0,1 1 0,-2 1 0,1-1-9,0 1 0,0-1 0,0 1 0,0 0 0,0-1 0,0 1 0,0 0 0,1 0 0,-1 0 0,1 1 0,-1-1 0,1 0 0,0 0 0,0 1 0,0-1 1,0 1-1,0-1 0,1 1 0,-1 3 0,-4 51-129,5-56 23,0-1 114,1 1 1,0-1-1,0 1 0,-1-1 0,1 0 0,0 0 1,0 1-1,-1-1 0,1 0 0,0 0 1,0 0-1,0 0 0,0 0 0,-1 0 1,1 0-1,0 0 0,0 0 0,0 0 0,-1 0 1,1-1-1,0 1 0,0 0 0,-1 0 1,1-1-1,0 1 0,0-1 0,-1 1 1,1-1-1,0 1 0,-1-1 0,1 1 0,-1-1 1,1 1-1,-1-1 0,1 0 0,-1 1 1,1-1-1,-1 0 0,0 1 0,1-1 1,-1 0-1,0 0 0,1-1 0,14-35 79,-11-23-105,-39 61-78,30 0 92,1 1 0,0 0 0,0 0 0,1 1 0,-1-1 0,0 1 0,1 0-1,0 0 1,-1 0 0,1 0 0,0 1 0,1-1 0,-1 1 0,1 0 0,-1 0 0,1 0-1,0 0 1,1 0 0,-1 0 0,1 0 0,-1 1 0,1-1 0,0 7 0,27-11-65,-23 0 81,0 0 0,-1 0 0,1-1 0,-1 0 0,1 1 0,-1-1 0,1 0-1,-1 0 1,1 0 0,-1 0 0,0-1 0,0 1 0,0-1 0,1 1 0,-1-1 0,-1 0 0,1 0 0,0 0 0,0 0 0,-1 0 0,1 0 0,-1 0 0,0-1 0,1 1-1,-1-1 1,1-3 0,1-3 10,0 1-1,-1-1 0,0 0 0,-1 0 0,0 0 1,0-14-1,-1 22-14,-1 0 1,0-1 0,1 1-1,-1 0 1,0 0 0,0 0-1,0 0 1,0 0 0,0 0 0,0 0-1,0 0 1,0 1 0,0-1-1,0 0 1,-1 0 0,1 1-1,0-1 1,0 1 0,-1 0-1,1-1 1,0 1 0,-1 0-1,1-1 1,-1 1 0,1 0-1,0 0 1,-1 0 0,-1 1-1,-54-2 67,44 1-62,-11-1-3,-32 1-40,54 0 23,-1 0 1,1 0 0,-1 0-1,1 1 1,-1-1 0,1 1-1,-1 0 1,1 0 0,0 0-1,-1 0 1,1 0 0,0 0-1,0 1 1,0-1 0,-4 4-1,3 4-1306,3 0-2757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4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7 209 6467,'0'0'1075,"0"0"-496,0 0 229,0 0 436,0 0-41,0 0-443,0 0-224,-7 12 1455,11-12-1953,-1-1 0,0 0-1,0 0 1,0-1 0,0 1 0,0-1 0,0 1 0,0-1 0,0 0 0,0 0 0,-1 0 0,1-1 0,-1 1-1,0-1 1,1 1 0,-1-1 0,0 0 0,2-5 0,33-59 4,-34 61-17,22-77 37,-20 63 34,-4 16 22,0 7 65,-12 345 780,23-326-976,-11-21 15,-1-1 1,0 1-1,0 0 0,1 0 0,-1-1 1,1 1-1,-1 0 0,1-1 0,-1 1 1,1-1-1,-1 1 0,1 0 0,0-1 1,-1 1-1,1-1 0,0 0 0,-1 1 1,1-1-1,0 1 0,-1-1 0,1 0 1,0 0-1,0 1 0,0-1 0,-1 0 0,3 0 1,-4-3-405,1 0 1,-1 0-1,1 0 1,0 0 0,0 0-1,0 0 1,1 0-1,-1 0 1,1 0-1,0 0 1,0 0 0,0 1-1,0-1 1,3-5-1,1-3-4205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48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72 5154,'0'0'851,"0"0"-26,0 0-33,0 0 395,0 0-39,2-12-257,7-35-208,-7 35-112,-2 12-161,0 0-140,0 14 103,-2 13 69,-1 0-1,-1 0 0,-9 33 0,6-33-232,1 1 0,2-1 0,-2 39 1,6-48-150,-1-11-44,1 1 0,0-1 0,1 1 0,-1-1 0,1 1-1,4 12 1,-3-17-12,-1 0-1,1-1 0,0 1 1,-1-1-1,1 1 1,0-1-1,1 0 1,-1 1-1,0-1 0,1 0 1,-1-1-1,1 1 1,0 0-1,-1-1 1,1 1-1,0-1 0,0 0 1,0 0-1,5 1 1,0 1 25,0-1-1,1-1 1,-1 1 0,0-1 0,0-1 0,1 0 0,-1 0 0,0 0 0,1-1 0,-1 0 0,0-1 0,0 0 0,0 0-1,13-6 1,-17 6-18,1 0 0,-1-1 0,0 0 0,0 0-1,0 0 1,0 0 0,-1-1 0,1 1 0,-1-1 0,0 0-1,0 0 1,0 0 0,0 0 0,-1-1 0,0 1-1,0-1 1,0 1 0,0-1 0,-1 0 0,0 0 0,0 1-1,0-1 1,0 0 0,-1 0 0,0-6 0,0 9-16,0 0 0,0 0 0,0 0 0,0 0 0,0-1 0,0 1 1,-1 0-1,1 0 0,-1 0 0,0 0 0,1 0 0,-1 0 0,0 0 0,0 0 1,0 0-1,-1 0 0,1 0 0,0 1 0,-1-1 0,1 0 0,-1 1 0,1-1 1,-1 1-1,0 0 0,0-1 0,-2 0 0,-2 0-26,-1 0-1,1 1 0,-1-1 1,1 1-1,-1 1 1,0-1-1,-11 1 0,1 0-20,-29 3-283,43-2 325,1 0 1,0 0 0,0 0-1,0 0 1,0 0 0,0 0 0,1 0-1,-1 1 1,0-1 0,0 1-1,1 0 1,-1-1 0,1 1 0,-1 0-1,1 0 1,0 0 0,0 0-1,0 0 1,-1 2 0,-3 10-620,1-1-1,0 1 1,1 0 0,1 0 0,0 1-1,0 27 1,2-38-1895,0-4-730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49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65 3842,'0'0'651,"0"0"-438,0 0 86,0 0 312,0 0-35,0 0-176,-7 0-69,-75 0 3698,72 2-3412,15 1 280,22 2-264,47-5 2,0-2 0,103-18 0,-102 5-220,-18 2-67,1 3 0,103-4 1,-159 14-603,-2 0-274,-1 2 380,1-1 0,-1 1 0,0-1 0,0 1 0,1-1 1,-1 1-1,0-1 0,0 1 0,-1-1 0,1 0 0,0 0 0,0 1 0,-1-1 0,1 0 1,0 0-1,-1 0 0,1 0 0,-1-1 0,1 1 0,-1 0 0,0-1 0,1 1 1,-1-1-1,0 1 0,-1-1 0,-5 3-1650,-6 4-2302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0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3442,'0'0'2083,"0"0"-1130,0 0 39,0 0 211,0 0-98,12 14 1117,-10-14-2143,0 1-1,1-1 1,-1 0 0,0 0-1,0 0 1,1 0-1,-1 0 1,0 0 0,0-1-1,0 1 1,1-1-1,-1 1 1,0-1 0,0 0-1,0 0 1,0 0-1,0 0 1,0 0 0,0-1-1,-1 1 1,1 0-1,0-1 1,2-2 0,38-41 715,8-33 580,-49 77-1344,-1 25 236,-2 6 55,-9 52-1,5-50 171,-2 64 0,8-95-481,0-1-31,0 0-72,9-3-1567,19-29-1281,-17 14-2111,-3 4-1628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73 5827,'0'0'1552,"0"0"-146,0 0-77,0 0 26,0 0-312,12-3-322,261-67 2347,-288 72-2970,5-1-64,1 0 0,0 0 1,0 1-1,-12 4 0,-24 13-29,2 2-1,-78 51 1,119-70-11,0 1 0,0-1 1,1 0-1,-1 0 0,1 1 1,-1-1-1,1 1 0,0-1 1,0 1-1,0 0 0,0-1 1,0 1-1,0 0 0,1 0 1,0-1-1,-1 1 0,1 0 1,0 0-1,1 5 0,-6 29 10,5-36-3,1-1-1,-1 1 0,0-1 1,0 1-1,0-1 1,1 1-1,-1-1 1,0 0-1,1 1 0,-1-1 1,0 1-1,1-1 1,-1 0-1,0 1 0,1-1 1,-1 0-1,1 1 1,-1-1-1,0 0 1,1 0-1,-1 0 0,1 1 1,-1-1-1,1 0 1,-1 0-1,1 0 0,-1 0 1,1 0-1,-1 0 1,1 0-1,-1 0 1,1 0-1,-1 0 0,1 0 1,-1 0-1,1 0 1,-1 0-1,1-1 1,-1 1-1,1 0 0,-1 0 1,1-1-1,0 1 1,36-7 21,-27 5-17,14-1-27,0 2 1,1 0 0,-1 2-1,44 6 1,-65-7 19,0 1-1,1 0 1,-1 0-1,0 0 1,0 0 0,0 1-1,0-1 1,0 1 0,0 0-1,0 0 1,-1 0 0,1 0-1,-1 0 1,1 1 0,-1-1-1,0 1 1,0 0 0,0-1-1,0 1 1,0 0 0,-1 0-1,1 0 1,1 5 0,-1 4-6,1-1 1,-2 1 0,0-1 0,0 1-1,-2 17 1,1-5 21,-1-21 4,0-1 0,0 1 0,0 0 0,0 0-1,0-1 1,0 1 0,-1-1 0,1 1-1,-1-1 1,0 0 0,0 1 0,0-1-1,0 0 1,0 0 0,0 0 0,-1-1-1,1 1 1,0 0 0,-1-1 0,0 0 0,1 0-1,-1 1 1,0-1 0,1-1 0,-1 1-1,-3 0 1,-7 3 49,0-1 0,0 0 0,0-1-1,-24 1 1,-37-3 7,-86 11-1,132-10-69,21-2-3362,7 1 21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65 2321,'0'0'1395,"0"0"-533,0 0 16,0 0 154,0 0 38,0 0-83,0 0-184,0 0-184,0 0-107,0 0-10,0 0-158,0 0-200,0 14-45,0 82 96,0-96-194,0 1 0,0 0 0,0-1 0,0 1 0,0 0 1,1-1-1,-1 1 0,0 0 0,0 0 0,1-1 0,-1 1 1,0-1-1,1 1 0,-1 0 0,1-1 0,-1 1 0,1-1 1,-1 1-1,1-1 0,-1 1 0,1-1 0,-1 1 0,1-1 0,0 0 1,-1 1-1,1-1 0,-1 0 0,1 1 0,1-1 0,26 2 97,-22-3-65,-1 0-1,1 0 1,-1 0 0,1-1 0,-1 0 0,0 0 0,8-4 0,-10 2-11,1 0 0,-1 0 0,0 0 0,0-1 0,-1 1 0,0-1 0,1 0 0,-1 1 1,-1-1-1,1 0 0,-1 0 0,0 0 0,0 0 0,0-1 0,-1 1 0,0 0 0,0 0 0,0 0 1,0 0-1,-2-8 0,1 12-1,0 0 1,1-1-1,-1 1 0,0 0 1,0 0-1,0 0 1,0-1-1,0 1 0,0 0 1,0 0-1,0 0 1,-1 1-1,1-1 0,0 0 1,0 0-1,-1 1 1,1-1-1,-1 1 0,1-1 1,0 1-1,-1-1 1,1 1-1,-1 0 0,1 0 1,-1 0-1,1 0 1,-3 0-1,-52-1 131,42 1-122,-6 0-12,14-1 12,0 1 0,0 0-1,0 0 1,0 1 0,0-1-1,-10 3 1,15-2-20,-1 0 0,1 0 0,-1 0 0,0 0 0,1 0 0,0 0 0,-1 0 0,1 0-1,0 0 1,-1 1 0,1-1 0,0 1 0,0-1 0,0 1 0,0-1 0,0 1 0,1-1 0,-1 1 0,0 0 0,1-1 0,-1 1 0,1 0 0,-1 0 0,1 0 0,0-1 0,0 1 0,0 2 0,-1 0-1,1-1 1,0 1-1,0 0 1,0-1-1,0 1 0,0 0 1,1-1-1,-1 1 1,1 0-1,0-1 1,0 1-1,1-1 1,-1 1-1,1-1 1,-1 0-1,1 1 1,0-1-1,0 0 0,1 0 1,-1 0-1,1-1 1,-1 1-1,1-1 1,0 1-1,0-1 1,0 0-1,0 0 1,0 0-1,1 0 0,-1-1 1,0 0-1,6 2 1,13 4-37,-1-1-1,1-1 1,1-2 0,-1 0-1,0-1 1,1-1 0,-1-1 0,24-3-1,-45 3 24,0 0 0,-1 0 0,1 0 0,0-1 0,0 1 0,-1 0 0,1 0 0,-1-1 0,1 1 0,0 0 0,-1-1 0,1 1 0,-1-1 0,1 1 0,-1 0 0,1-1 0,-1 0 0,1 1 0,-1-1 0,1 1 0,-1-1 0,0 1 0,1-1 0,-1 0 0,0 1 0,1-1 0,-1 0 0,0 0 0,0-28-31,-1 23 37,0 0-1,0 0 1,-1 0-1,0 0 1,0 0-1,-1 1 1,-3-6 0,-4-2 77,0 2 0,-1-1 0,0 1 0,-1 1 1,-21-15-1,25 20 54,0 0 0,0 1 0,0 0-1,0 0 1,-1 0 0,0 1 0,1 1 0,-1 0 0,0 0 0,0 0 0,-10 1 0,18 1-120,1 0 0,-1 1 0,1-1 0,-1 0 0,0 1 0,1-1 0,-1 0 0,1 1 0,0-1 0,-1 1 1,1-1-1,-1 1 0,1-1 0,0 1 0,-1 0 0,1-1 0,0 1 0,0-1 0,-1 1 0,1 0 0,0-1 0,0 1 0,0 0 0,0-1 0,0 1 0,0-1 0,0 1 0,0 1 0,0 24 39,0-20-12,0 0-31,0 0 1,0 1-1,1-1 1,0 0-1,0 0 1,1 1 0,0-1-1,0 0 1,0-1-1,1 1 1,5 9-1,-6-12-10,0 0-1,1 0 0,0 0 1,-1-1-1,1 1 0,0-1 0,0 0 1,0 0-1,1 0 0,-1 0 1,1 0-1,-1-1 0,1 1 1,-1-1-1,1 0 0,0 0 0,-1 0 1,1-1-1,0 1 0,0-1 1,4 0-1,-5 0 2,0 0 1,0 0-1,0 0 1,0 0-1,0-1 1,0 1-1,0-1 1,0 1-1,0-1 1,-1 0-1,5-2 0,-6 2-245,0-1-1,0 1 0,0-1 0,0 1 0,0 0 0,0-1 0,0 0 0,0 1 0,-1-1 0,1 1 0,0-1 0,-1 0 0,0 0 0,1 1 0,-1-1 0,0 0 0,0 0 0,0 1 0,0-1 0,0-2 0,0 1-6773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4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3554,'0'0'907,"0"0"-203,0 0 46,0 0 277,0 0 107,0 0-467,-1 1-502,0-1 0,0 0 0,0 0 0,0 1-1,0-1 1,0 0 0,0 1 0,1-1 0,-1 1 0,0 0 0,0-1 0,0 1 0,1 0 0,-1-1 0,0 1 0,0 0 0,0 1 0,1-1-112,1 0-1,-1 0 1,1 0-1,-1 0 1,1 1-1,0-1 1,-1 0-1,1 0 1,0 0-1,0-1 1,-1 1-1,1 0 1,0 0-1,0 0 1,0-1-1,0 1 1,0 0-1,0-1 1,0 1-1,1-1 1,-1 1-1,0-1 1,0 1-1,0-1 1,0 0-1,1 0 1,-1 0-1,0 1 1,3-2-1,44 4 456,-41-3-363,124-3 1180,138 6-247,-248 4-1110,-17-5-7827,-4-2 2721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4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5282,'0'0'1833,"0"0"-904,0 0-318,0 0 216,0 0 69,0 1-784,0 0 0,1 0-1,-1-1 1,1 1 0,-1 0 0,1 0-1,-1-1 1,1 1 0,-1 0 0,1-1-1,-1 1 1,1-1 0,0 1 0,-1-1-1,1 1 1,0-1 0,1 1 0,272-3 3775,-4 0-3276,-197 11-534,-72-9-16,13-7-904,-5-3-34,9-8-4286,-6 10-3459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5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0 312 352,'0'0'4784,"0"0"-3093,0 0-778,0 0 52,0 0-146,0 0-197,6-5-206,-1 0-343,1-1 0,-1 0 0,0 0-1,0 0 1,0-1 0,-1 1 0,0-1 0,-1 0 0,1-1-1,2-9 1,20-88 965,-20 78-767,0 1 0,13-35 0,-15 54-219,-1 11 20,0 24 112,-6 42 186,-10 20 336,2-10-15,-2 100 1,15-169-735,0-12-975,2-20-5133,-4 9-169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24 6915,'0'0'1286,"0"0"-168,0 0-8,0 0 21,0 0-365,0 0-425,0-5-199,0-14-70,0 27 39,0 61 844,-13 107 1,9-142-820,2 65 1,2-65-61,1-31-71,-1 0-1,0-1 1,1 1-1,0 0 1,-1-1 0,1 1-1,0-1 1,1 1-1,-1-1 1,0 1-1,1-1 1,-1 0-1,1 0 1,0 0-1,-1 0 1,1 0 0,0 0-1,0 0 1,0 0-1,1-1 1,-1 1-1,0-1 1,1 0-1,-1 0 1,1 1-1,-1-2 1,1 1-1,-1 0 1,1 0 0,3-1-1,9 4 36,1-2 0,-1 0 1,30-1-1,-37 0-29,1-1 0,-1 0 1,0 0-1,1-1 0,-1 0 1,0-1-1,0 0 1,0 0-1,0 0 0,0-1 1,-1-1-1,1 1 0,-1-1 1,0 0-1,0-1 0,0 0 1,-1 0-1,1 0 0,-1-1 1,0 0-1,-1 0 0,0 0 1,9-13-1,-11 13-5,0-1 0,0 0 1,0 1-1,-1-1 0,0 0 1,0 0-1,1-8 0,-3 13-7,1 0 1,-1 0-1,1-1 1,-1 1-1,0 0 0,0-1 1,0 1-1,0 0 1,0 0-1,-1-1 0,1 1 1,-1 0-1,1-1 0,-1 1 1,0 0-1,0 0 1,0 0-1,0 0 0,0 0 1,0 0-1,-1 0 0,1 0 1,-1 1-1,-2-3 1,-4-1-4,-1 1 0,0 0 0,0 1 0,0 0 0,-1 0 0,1 1 0,-1 0 0,-10-1 0,15 3 3,0 0-1,0 0 0,0 0 0,1 0 1,-1 1-1,0-1 0,0 1 0,0 1 1,1-1-1,-1 1 0,1 0 0,-1 0 1,1 0-1,0 0 0,-1 1 0,1 0 1,-6 5-1,2 0-241,1 0 0,0 1 1,0 0-1,1 1 0,0-1 0,1 1 0,0 0 1,0 0-1,1 1 0,1-1 0,0 1 1,0 0-1,1 0 0,0 0 0,1 0 0,0 0 1,1 19-1,0-25-6219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7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4530,'0'0'1289,"0"0"109,30 0-14,182-1 620,-124-7-962,-1-3 0,99-27-1,-97 18-662,167-16-1,-222 35-716,-26 1-2430,-8 0-945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4562,'0'0'1780,"0"0"-879,0 0-151,0 0 210,0 0 260,5-14 444,98-148 572,-97 238-1420,-6 246 430,9-330-3372,6-27-4167,-10 21 306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9 7924,'0'0'995,"0"0"-448,0 0-353,0 0 84,0 0 47,9-1 97,188-3 3236,-196 4-3616,-1 0-26,-8 0 35,-45-2 67,14 1-123,-41 2 1,71 0 2,0 0-1,0 0 1,0 1-1,0 0 1,0 1 0,1 0-1,-1 0 1,1 0-1,0 1 1,-9 6 0,15-7-6,0-1 1,0 1 0,1-1-1,-1 1 1,1-1 0,0 1-1,0 0 1,0 0 0,0-1 0,0 1-1,0 0 1,1 0 0,0 0-1,-1 0 1,1 0 0,1 4-1,2 49-43,-2-54 57,0-1 1,1 1-1,-1-1 1,0 1-1,1-1 1,-1 0 0,1 1-1,-1-1 1,1 0-1,-1 0 1,1 0-1,0 0 1,0-1-1,-1 1 1,1 0 0,0-1-1,0 1 1,0-1-1,0 1 1,0-1-1,0 0 1,3 0 0,49 0 391,-30-6-349,-20 4-61,1 1 0,-1-1 0,0 1-1,1 0 1,-1 0 0,1 0 0,-1 0 0,1 1 0,0 0 0,-1 0-1,1 0 1,0 1 0,-1 0 0,1-1 0,-1 2 0,1-1-1,-1 0 1,0 1 0,1 0 0,-1 0 0,0 0 0,0 0 0,3 4-1,7 4 18,-2 2 0,0-1 0,16 20 1,-25-26-15,0-1 1,0 1 0,0 1-1,0-1 1,-1 0 0,0 1-1,0 0 1,0-1 0,-1 1 0,0 0-1,0 0 1,-1-1 0,1 8-1,-1-7 14,0-1 0,-1 1 0,0-1 0,0 1 0,0-1-1,0 0 1,-1 1 0,0-1 0,0 0 0,0 0 0,-1 0 0,0 0-1,0 0 1,-6 7 0,3-5 13,-1-1 0,1-1-1,-1 1 1,0-1 0,0 0-1,-1-1 1,0 0 0,-15 6-1,-3-2-4,0-2 0,0-1 0,-1-1 0,0-1 0,0-1 0,1-2 0,-38-3 0,-10 1-3163,74 2-2394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5891,'0'0'1251,"0"0"595,-1 26-109,-3 170 1107,3-133-1798,-1-25-620,2 0 0,1-1 0,2 1 0,1 0 0,2-1 0,17 55 0,-17-78-400,-5-11-22,1 1 0,-1-1 0,1 1 0,-1 0 0,0-1 0,0 1 1,-1 0-1,1 0 0,-1 6 0,0-8-44,0-2-75,0 0-464,0-22-7985,0 8 2295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2:5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6387,'0'0'1118,"0"0"-539,0 0 10,0 0 817,0 0 155,0 28-411,0 213 1064,1-168-1218,-1-22-669,2 0 0,8 51 0,-8-98-126,-2-2-1072,1 0-3394,-1-2-306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3:0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4786,'0'0'726,"0"0"21,0 0 139,0 0 530,0 0 78,30 0-269,17 1-859,6 1 210,67-7 0,-64-3 207,-1-2-1,96-32 1,26-5 406,-177 47-1193,1 0-1,-1 0 1,1 0-1,-1-1 0,0 1 1,1 0-1,-1 0 0,1 0 1,-1 0-1,0 0 0,1 0 1,-1 0-1,1 1 0,-1-1 1,0 0-1,1 0 0,-1 0 1,0 0-1,1 0 0,-1 1 1,1-1-1,-1 0 1,0 0-1,1 0 0,-1 1 1,0-1-1,0 0 0,1 1 1,-1-1-1,0 0 0,0 1 1,1-1-1,-1 0 0,0 1 1,0-1-1,0 0 0,1 1 1,-3 20 82,0-17-47,1 0 0,-1 1 0,0-1 0,0 0 0,0-1 0,0 1 0,-5 6 0,-12-1 151,14-8-6300,5-5 195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3:0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2733 74 2641,'0'0'3487,"0"0"-2502,0 0-236,0 0 559,0 0-52,-19-3-250,-135-29 1208,105 27-1900,1 3-1,-1 2 0,1 2 0,-1 3 1,1 1-1,-58 15 0,78-13-294,-1 1 0,1 1 1,1 1-1,0 1 0,-39 25 0,59-36-7,0 1 0,0-1 0,0 0 0,0-1 0,0 0 0,-1 0 0,1-1 0,0 0 0,-9-2 0,0-3-7,1 0 0,0-2 0,0 0 0,-17-12 0,-24-13 5,39 24-17,-1 1 0,-1 0 1,1 1-1,-1 1 0,-28-4 1,40 9 3,-1 0 1,1 0 0,-1 1 0,1 1 0,-1-1-1,1 1 1,0 1 0,-1-1 0,1 1-1,0 0 1,0 1 0,0 0 0,0 0 0,0 0-1,1 1 1,0 0 0,-8 6 0,-147 127-38,155-133 44,0-1 1,0 1-1,0-1 1,-1 0 0,1 0-1,-1-1 1,0 0-1,1 0 1,-1 0 0,0-1-1,0 0 1,0-1-1,0 1 1,0-1 0,0-1-1,0 1 1,-11-3-1,-60-8 37,46 6-18,-55-2 1,25 5-39,-55 2 53,105 1-33,0 1-1,0 0 1,0 1-1,0 0 1,0 1-1,0 0 1,-14 8-1,11-5 27,-1-1 0,0 0-1,0-1 1,0 0 0,0-2 0,-1 0 0,-29 2-1,-118-8 446,151 3-464,-195-14 1642,203 15-1626,-1-1 1,1 1 0,0 0-1,0 1 1,0-1-1,0 1 1,0 0-1,1 0 1,-1 1 0,1-1-1,-1 1 1,1 0-1,0 0 1,0 1 0,0-1-1,0 1 1,1 0-1,-1 0 1,1 0-1,0 0 1,-2 6 0,-1-2-24,2 1 1,-1 0 0,1 0-1,1 0 1,-1 1 0,1-1-1,1 1 1,0 0 0,1 0-1,-1 14 1,2-20-5,-1 2-7,1-1 1,-1 0 0,2 0 0,-1 0 0,0 1-1,1-1 1,0 0 0,0 0 0,1 0-1,-1 0 1,1 0 0,0 0 0,1-1-1,-1 1 1,1-1 0,4 7 0,22 23 45,-1 0 0,28 49 0,-45-65-35,-2 1 0,0 0 0,-1 0 0,-1 0 0,-1 1 0,0 0 0,2 23 0,8 209 50,-12-142-65,0-76 4,1 0 0,2 0-1,1-1 1,15 37 0,-12-40 4,-2 1-1,-1 0 1,-1 0 0,-2 1-1,2 41 1,-6-55 11,-1 1-1,-1 0 1,-1-1 0,0 1 0,-2 0-1,-9 28 1,-2-11-8,2 0 1,2 1-1,1 0 0,1 1 0,2 0 0,-2 56 0,8-67 5,0-19-30,1 1 1,0-1 0,0 1 0,0 0 0,4 14-1,-3-21 11,0 0 0,-1 0-1,1 0 1,0-1-1,0 1 1,0 0-1,0-1 1,0 1 0,1-1-1,-1 1 1,0-1-1,1 1 1,-1-1 0,1 0-1,-1 0 1,1 0-1,0 0 1,0 0 0,-1 0-1,1 0 1,0-1-1,0 1 1,0-1 0,0 1-1,-1-1 1,1 0-1,0 1 1,0-1-1,0 0 1,3-1 0,1 1 99,-2 1-154,0-1-1,0 1 1,0-1 0,0 0 0,0-1 0,0 1 0,0-1-1,0 1 1,0-1 0,0 0 0,0-1 0,-1 1 0,1-1-1,0 1 1,-1-1 0,1 0 0,-1-1 0,0 1-1,0-1 1,0 1 0,0-1 0,0 0 0,3-4 0,19-23-157,2 2 0,1 0 0,44-32 0,-60 51 199,0 1 0,1 0 0,-1 1-1,2 1 1,-1 0 0,1 1 0,-1 0-1,1 1 1,1 0 0,-1 2 0,0-1-1,23 1 1,-26 1 21,-1 0-1,1 1 0,0 1 1,0 0-1,0 0 1,-1 1-1,1 1 1,-1 0-1,1 0 1,-1 1-1,0 0 1,12 7-1,66 53 1,-51-35 12,48 28 0,-72-50-1,0 0 0,0-1 1,1 0-1,0-1 0,0-1 0,1 0 0,27 3 1,-13-4 9,0-2 1,0-1 0,0-1 0,0-2 0,0 0-1,46-13 1,-64 12-27,3-1 12,0 1-1,0 0 0,1 0 0,0 2 1,-1-1-1,1 2 0,0 0 0,0 1 1,16 2-1,-7 11 29,-21-11-22,-1 0-1,1 0 1,0 0 0,0-1 0,0 1 0,0-1 0,0 0 0,0 0 0,6 1 0,19 1 74,1-2-1,0-1 0,0-1 1,46-8-1,113-33 220,-11 1-187,-124 32-87,0 3 0,0 2 0,0 2 1,65 6-1,-113-2 1,-1 0 0,1 1 0,-1-1 0,0 1 0,0 0 0,0 0 0,0 1 0,-1-1 0,1 1 0,-1-1 0,6 9 0,22 20 137,-21-25-134,1-1 0,0-1-1,1 0 1,-1 0 0,1-1-1,0 0 1,0-1 0,0-1-1,1 0 1,14 0 0,17 0 102,66-7 1,-106 5-136,37-6 22,0-1-1,0-3 1,54-19-1,-63 18-17,-14 6-3,-5 1-6,0 0 0,0 0 0,-1-2 0,17-9-1,-26 14 6,0-1 1,0 0-1,0-1 0,-1 1 0,1 0 0,-1-1 0,0 1 0,1-1 0,-1 0 0,0 0 0,-1 0 0,1 0 0,-1 0 0,1 0 0,-1 0 0,0-1 0,0 1 0,0 0 0,0-1 0,-1 1 0,0-1 0,1-3 0,-1 5-2,0 1 0,1-1 0,-1 1 0,0-1 0,0 1 1,0-1-1,0 1 0,-1-1 0,1 1 0,0-1 0,0 1 0,-1-1 0,1 1 1,-1 0-1,0-1 0,1 1 0,-1 0 0,0-1 0,0 1 0,1 0 1,-1 0-1,0 0 0,0 0 0,-1 0 0,1 0 0,0 0 0,0 0 0,0 0 1,-1 0-1,1 1 0,0-1 0,-1 0 0,1 1 0,0-1 0,-2 1 1,-22-13 16,16 7-29,1-1-1,0-1 0,0 1 0,1-1 0,0-1 0,0 1 1,1-1-1,0 0 0,1-1 0,0 1 0,0-1 0,-4-13 1,0-10-56,1-1 0,-7-52 0,13 61 37,-2 0 1,0 0-1,-2 1 0,-1 0 0,-1 0 0,-17-36 1,13 40-2,1-1 0,1 0 0,1 0 0,0-1 0,2 0 0,1 0 0,0-1 1,2 0-1,0 0 0,0-46 0,4 33 17,1 0 1,1 0-1,2 0 0,2 1 0,13-45 1,-8 45 5,-2-1 1,-1-1-1,-2 1 1,-2-1 0,0-54-1,-3 79-4,-1 0-1,-1 1 1,0-1 0,-1 1-1,-6-20 1,6 24 5,-1 1-1,0-1 1,-1 1 0,0 0-1,0 0 1,0 1-1,0-1 1,-1 1 0,0 0-1,-9-7 1,6 6 4,1-1 0,1 0 0,-1 1 0,1-2 1,0 1-1,0-1 0,1 0 0,0 0 0,1-1 0,0 1 0,0-1 0,1 0 1,0 0-1,0 0 0,1-1 0,0 1 0,1 0 0,0-1 0,0 1 0,1-1 0,2-9 1,-2-112 68,-1 128-60,0 1 0,0 0 0,0 0 0,0-1 0,0 1 0,-1 0 0,1 0 0,-1 0 0,1 1 0,-1-1 0,0 0 0,1 1 0,-1-1 0,0 1 0,0-1 0,-3-1 0,-39-23-24,39 23 18,-63-26-1,-8-4 2,75 32 5,0 1 1,0-1 0,0 0 0,0 0 0,0-1 0,1 1-1,-1 0 1,0 0 0,0 0 0,1-1 0,-1 1-1,1 0 1,-1 0 0,1-1 0,0 1 0,-1-1 0,1 1-1,0 0 1,0-1 0,0 1 0,0 0 0,0-1 0,0 1-1,1-1 1,-1 1 0,0 0 0,1-1 0,-1 1-1,1 0 1,-1-1 0,1 1 0,-1 0 0,2-1 0,1-4 17,-1 1 1,2 0 0,-1 0 0,0 0-1,1 0 1,7-6 0,-11 10 4,0 1 5,0 0 46,0 0 10,0 0 105,0 0 34,0 0 85,0 0-45,0 0-295,-1 0 0,0 0-1,1-1 1,-1 1 0,1 0-1,-1 0 1,0 0 0,1-1-1,-1 1 1,0 0 0,1 0-1,-1 0 1,1 0 0,-1 0-1,0 1 1,1-1 0,-1 0-1,0 0 1,1 0 0,-1 0-1,1 1 1,-1-1 0,0 0-1,1 0 1,-1 1 0,0 0 0,-1 14-1514,3-5-1395,-1-1-2191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8:3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85 2097,'0'0'325,"0"0"-154,0 0 56,0 0 192,0 0 197,0 0 14,-44-23 5226,40 21-5579,0-1 0,0 1 0,0 0 0,0 0 0,0 1 0,-1-1 0,1 1 0,0 0 0,-6 0-1,7 0 545,10 1-232,15 0-372,244-24 984,-62 5-1532,-272 20-755,-8 0-4703,70-1 1203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8:3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2097,'0'0'272,"0"0"123,0 0 525,0 0 188,0 0-335,0 0-373,0 0-310,0 0-1,0 0 1,0 0-1,0 1 0,0-1 1,0 0-1,0 0 0,-1 1 1,1-1-1,0 0 1,0 0-1,0 1 0,0-1 1,0 0-1,0 0 0,0 1 1,0-1-1,0 0 1,0 0-1,0 1 0,0-1 1,1 0-1,-1 0 0,0 1 1,0-1-1,0 0 1,0 0-1,0 1 0,0-1 1,1 0-1,-1 0 0,0 0 1,0 1-1,0-1 0,1 0 1,-1 0-1,0 0 1,0 0-1,0 0 0,1 1 1,-1-1-1,0 0 0,0 0 1,1 0-1,-1 0 1,0 0-1,0 0 0,1 0 1,-1 0-1,63 6 899,1-3-1,92-6 0,-118 1-707,75-11 571,-77 7-503,65-3 0,-101 9-447,0 0 54,0 0 85,0 0 35,0 0-27,-18 0 136,13 0-4493,5 0-693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8:3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28 4002,'0'0'1707,"0"0"-706,0 0 47,0 0 542,0 0-338,-18 0 898,28-1-1991,1 0 1,-1-1 0,0 0-1,14-5 1,-14 3-96,1 2 0,-1-1 0,1 1 0,15-1 0,-14 3-8,-8 0-49,0 0-1,-1 0 1,1 0-1,-1 0 1,1 0-1,0 1 1,-1-1-1,1 1 1,5 3-1,-7-3-6,-1 0-1,0 1 1,0-1-1,1 1 1,-1-1-1,0 1 1,0 0 0,-1-1-1,1 1 1,0 0-1,-1 0 1,1-1 0,-1 1-1,1 0 1,-1 0-1,0 0 1,0 0-1,0 0 1,0-1 0,0 1-1,0 3 1,0 2 10,0-1 0,-1 1 0,1-1 0,-1 1 0,-1-1 0,1 1 0,-1-1 0,0 0 0,0 0 0,-6 10 0,2-8 5,0 0 0,0 0-1,0-1 1,-1 0 0,-1 0-1,-11 8 1,11-8-4,0-1 0,0 0-1,-1 0 1,0-1 0,0 0-1,0 0 1,-1-1 0,0 0-1,0-1 1,0 0 0,0-1-1,-12 2 1,21-4 77,1 0-35,0 0 51,4-4-100,0 1 0,0-1 0,0 1-1,1 0 1,-1 0 0,1 1-1,0-1 1,0 1 0,9-3 0,-14 5-4,21-6-3,-1 1 0,1 0 0,0 2 0,0 0 0,0 2 0,0 0 0,28 3 0,-42-1-7,-1 1 1,1-1 0,-1 1-1,1 1 1,-1 0 0,0 0-1,0 0 1,0 0 0,-1 1 0,1 0-1,-1 0 1,0 0 0,0 1-1,0 0 1,-1 0 0,7 9-1,-5-6-6,0-1-1,-1 2 1,1-1 0,-2 0-1,1 1 1,-1 0-1,-1 0 1,0 0 0,0 1-1,3 18 1,-6-24 2,1 1 1,-1-1 0,0 1-1,0-1 1,-1 1-1,1-1 1,-1 1-1,0-1 1,0 1-1,-1-1 1,1 0-1,-1 0 1,0 0 0,0 0-1,-4 6 1,1-5 18,-1 0 0,1 0-1,-1-1 1,0 0 0,0 0 0,-1 0 0,1 0 0,-14 4 0,3-1 60,0 0-1,0-1 1,-1-1-1,0-1 0,0 0 1,0-2-1,0 0 1,-1-1-1,1 0 1,0-2-1,-26-3 1,37 2 63,-1-1-1,1 0 1,0 0 0,1-1-1,-1 0 1,0 0 0,1 0-1,0-1 1,0 0 0,1 0 0,-1-1-1,1 1 1,0-1 0,-6-10-1,11 16-229,0 0-1,0 0 0,0-1 0,0 1 0,0 0 0,0 0 1,0 0-1,0 0 0,0-1 0,0 1 0,0 0 1,0 0-1,0 0 0,0 0 0,0-1 0,0 1 0,0 0 1,0 0-1,0 0 0,0 0 0,1-1 0,-1 1 1,0 0-1,0 0 0,0 0 0,0 0 0,0 0 0,0-1 1,1 1-1,-1 0 0,0 0 0,0 0 0,0 0 1,0 0-1,0 0 0,1 0 0,-1 0 0,0 0 1,0 0-1,0 0 0,0 0 0,1 0 0,-1 0 0,0 0 1,0 0-1,0 0 0,1 0 0,-1 0 0,0 0 1,0 0-1,0 0 0,0 0 0,1 0 0,-1 0 0,0 0 1,0 0-1,1 0 0,0 0 205,7 0-4240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8:34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4178,'0'0'1614,"0"0"-840,0 0-358,0 0 323,0 0 259,0 0-123,0 2 2125,1 9-2476,5 1-252,-1 1-1,-1-1 1,0 1-1,0 0 1,-1 0 0,-1 0-1,0 0 1,-1 0-1,-1 21 1,0-28-236,0-1 0,0 0-1,-1 0 1,0 0 0,0 0 0,0 0 0,-4 9 0,4-12-143,1-1-1,-1 1 1,0-1 0,0 1 0,-1-1 0,1 1 0,0-1 0,0 0 0,-1 0 0,1 1 0,-1-1 0,1 0 0,-1 0 0,1 0 0,-1-1-1,0 1 1,1 0 0,-1-1 0,0 1 0,1-1 0,-1 1 0,0-1 0,0 0 0,0 0 0,-3 0 0,2 0-3145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8:35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 4082,'0'0'819,"0"0"-13,0 0 181,0 0 133,0 0-213,0 0-352,4 0-213,14 0 31,-14 0 99,-4 0 89,0 0 79,0 0-125,0 0-70,0 0-84,0 0-39,-9 2 41,-19 1-246,1-1 0,-36-2-1,32-1 78,-60 7 0,83-5-187,-1 1 0,1 0 0,-1 0-1,1 1 1,0 0 0,0 1 0,0 0-1,0 0 1,1 0 0,0 1 0,-10 8-1,15-11-2,0 1-1,0-1 1,1 0-1,-1 1 1,1 0-1,0-1 1,-1 1-1,1 0 1,0 0-1,1-1 1,-1 1-1,0 0 1,1 0-1,0 0 1,-1 0-1,1 0 1,1 0 0,-1 0-1,1 5 1,-1-6-162,0 0 0,1 0 0,-1 0 0,0 0 0,1 1 0,0-1 0,0 0 0,-1 0 0,1 0 0,0-1 0,0 1 0,1 0 0,-1 0 0,0 0 0,1-1 0,-1 1 0,1-1 0,-1 1 0,1-1 0,0 1 1,0-1-1,-1 0 0,1 0 0,0 0 0,3 1 0,14 1-7382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8:3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8 4274,'0'0'1166,"0"0"-51,0 0 302,0 0-126,0 0-645,-12 0-308,-55 0 1639,257-7-819,-189 7-1161,0 0 0,-1 0 0,1 0 0,0 1-1,0-1 1,-1 0 0,1 0 0,0 1 0,-1-1 0,1 0-1,-1 1 1,1-1 0,0 1 0,-1-1 0,1 1 0,-1-1 0,1 1-1,-1-1 1,1 1 0,-1-1 0,0 1 0,1 0 0,-1-1-1,0 1 1,1 0 0,-1-1 0,0 2 0,4 29 9,-4-27 5,0 1 0,-1-1 0,1 1 0,-1-1 0,0 1 0,0-1 1,-1 1-1,1-1 0,-1 0 0,-5 8 0,-6 0 5,-1-2 0,-1 1 0,0-2 0,0 0 0,-1 0 0,-27 9 0,19-7-8,76-14 246,-41 0-247,1 0-14,0 0 1,1 1 0,-1 0 0,23 0-1,-32 2 3,-1 0 0,1 1 0,0-1 0,0 1-1,0-1 1,-1 1 0,1 0 0,0 0-1,-1 0 1,1 1 0,-1-1 0,1 0-1,-1 1 1,0 0 0,1-1 0,-1 1-1,0 0 1,0 0 0,0 0 0,-1 1-1,1-1 1,0 0 0,-1 1 0,0-1-1,1 1 1,0 3 0,2 6-4,0 0 1,0 1-1,-2 0 1,1-1-1,-2 1 1,0 0-1,0 0 1,-1 0-1,-1 0 1,-3 19-1,3-29 13,0 0 0,-1 0 0,0-1 1,1 1-1,-1-1 0,0 1 0,0-1 0,0 1 0,0-1 0,-1 0 0,1 0 0,0 0 0,-1-1 0,0 1 1,1-1-1,-1 1 0,0-1 0,0 0 0,0 0 0,0 0 0,0 0 0,0 0 0,0-1 0,-5 1 0,-12 1 29,0 0-1,-33-2 0,34-1 12,6 1 37,1-1-1,0-1 0,-1 0 0,1 0 1,0-2-1,1 1 0,-1-1 0,1-1 1,-1 0-1,-20-14 0,8 11-5,21 8-75,1-1 0,-1 1 0,0-1 0,1 0 0,-1 0 0,1 0 0,0 0 0,-1 0 0,1-1 0,0 1 0,-1-1 0,1 1 0,0-1 0,-3-3 0,5 4-49,0 1-86,11 0-410,57 0-1982,-52 0-1898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8:3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10 5042,'0'0'1001,"0"0"-126,0 0 160,0 0 240,0 0-178,0 0-324,-8-7 628,272 4 1723,-263 3-3159,-9 0 140,-244 0-124,246 1 17,0-1 0,0 0 0,1 1 0,-1 0 0,0 1 0,0-1-1,0 1 1,1 0 0,-1 1 0,1-1 0,0 1 0,0 0 0,0 0 0,0 1 0,0 0 0,1-1 0,-1 2 0,1-1 0,0 0 0,0 1 0,1 0 0,-1 0 0,1 0 0,-4 8-1,1 1-2,0 0 0,1 1 0,1-1-1,0 1 1,1 0 0,1 0 0,0 0-1,1 23 1,8 3 229,-7-41-219,0 1-1,0 0 0,1-1 0,-1 1 1,0 0-1,1-1 0,-1 1 1,1-1-1,-1 1 0,0-1 0,1 1 1,-1-1-1,1 1 0,0-1 1,-1 1-1,1-1 0,-1 1 0,1-1 1,0 0-1,-1 0 0,1 1 1,0-1-1,-1 0 0,1 0 0,0 0 1,-1 1-1,1-1 0,0 0 1,0 0-1,-1 0 0,1 0 0,0 0 1,-1-1-1,1 1 0,0 0 1,-1 0-1,1 0 0,0-1 0,-1 1 1,1 0-1,0-1 0,-1 1 1,1 0-1,-1-1 0,1 1 0,0-1 1,-1 1-1,1-1 0,-1 1 1,0-1-1,1 1 0,-1-1 1,1 0-1,-1 1 0,1-2 0,7-5-14,0 0-1,1 0 0,0 1 0,0 0 1,1 0-1,0 1 0,-1 0 0,2 1 1,-1 0-1,1 1 0,-1 0 0,14-2 1,5 2-4,-1 0 0,0 2 0,48 5 1,-69-4 7,0 1 0,0 0 0,0 1 0,0 0 0,0 0 0,0 1 0,-1-1 0,1 2 0,-1-1 0,0 0 0,0 1 0,0 0 0,0 1 0,-1 0 0,0-1 0,0 1 0,0 1 0,0-1 0,-1 1 0,4 7 0,-1-2-11,-2 0 1,0 0-1,0 1 1,-1-1-1,0 1 1,-1 0 0,0 1-1,-1-1 1,-1 0-1,1 21 1,-2-28 18,0 0-1,0 1 1,0-1 0,-1 1 0,0-1-1,0 0 1,0 1 0,-1-1 0,1 0 0,-4 6-1,2-7 5,1-1-1,-1 0 1,0 1-1,-1-1 1,1 0-1,0-1 1,-1 1-1,0 0 1,0-1-1,1 0 1,-1 0-1,-8 3 0,-14 3 53,1-1 0,-1-1 0,-1-1 0,1-2 0,0 0-1,-1-2 1,0-1 0,-44-5 0,68 5-32,0-1 0,-1 0 0,1 0 0,0 0 0,0-1 1,1 1-1,-1-1 0,0 1 0,-3-3 0,-1-8-2478,8 12 107,6 0-3009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38:40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2287 303 5811,'0'0'989,"0"0"-172,0 0 327,0 0 81,0 0-385,0 0-149,1-16-72,1-102 934,-3 113-1500,0 0 0,0 0 0,0 1 0,0-1 0,-1 0 0,0 1 0,0-1 0,0 1 0,-1-1 1,1 1-1,-1 0 0,0 0 0,0 0 0,-1 1 0,1-1 0,-1 1 0,0-1 0,0 1 0,0 1 0,0-1 0,-9-4 0,-6-3 47,-1 0 0,-1 2-1,-33-10 1,22 9 22,0 2 1,-1 1-1,0 2 0,0 1 1,0 1-1,-54 5 0,77-1-117,0 1 0,1 0 0,0 0 0,-1 1 0,1 0 0,0 0 0,1 1 0,-1 0 0,1 1 0,0 0 1,0 0-1,1 1 0,0 0 0,-8 10 0,-3 4-22,1 1 1,1 0 0,-25 49 0,40-70 24,1 1-1,-1-1 1,1 0-1,-1 0 1,0 1-1,1-1 1,-1 0-1,0 0 1,0 0-1,0 0 1,0 0-1,0 0 1,0 0-1,0 0 1,0 0-1,0-1 1,0 1-1,-3 1 1,3-3 3,-1 1 0,1 0 0,-1-1 0,1 1 0,-1-1 0,1 1 0,-1-1 0,1 0 0,0 0 0,-1 0 0,1 0 0,0 0 0,0 0 0,0 0 0,0 0 0,0 0 0,0 0 0,-1-2 0,-14-15 92,-1 0 0,-1 1-1,0 0 1,-2 2 0,1 0-1,-2 1 1,0 1 0,0 1 0,-1 1-1,-1 1 1,0 1 0,0 1-1,-25-5 1,3 5-65,0 3 0,-1 1 0,0 2-1,0 2 1,-75 11 0,108-9-50,1 1 0,0 0 0,-1 0 0,1 1 0,1 1 0,-1 0 1,-19 12-1,27-14-6,0 0 0,0 0 0,0 1 1,0-1-1,0 1 0,0 0 0,1 0 1,0 0-1,0 0 0,0 1 1,0-1-1,1 1 0,0 0 0,0-1 1,0 1-1,0 0 0,1 0 0,0 1 1,0-1-1,0 0 0,0 7 0,0-11 17,0 0-1,0 0 1,0 0-1,-1 0 0,1-1 1,0 1-1,-1 0 1,1-1-1,-1 1 0,1-1 1,0 1-1,-1-1 1,1 0-1,-1 0 0,1 1 1,-1-1-1,1 0 1,-1 0-1,1-1 1,-3 1-1,-37-4 62,-25-26 16,-29-11-83,57 30 10,0 2-1,0 2 0,-55-4 0,-118 6-13,196 5 8,13 0-3,1 0 0,-1 1-1,1-1 1,-1 1 0,0-1 0,1 1 0,-1 0-1,1-1 1,0 1 0,-1 0 0,1 0 0,-1 0-1,1 0 1,0 1 0,0-1 0,0 0 0,0 0-1,0 1 1,0-1 0,0 0 0,0 1-1,0-1 1,1 1 0,-1 0 0,1-1 0,-1 1-1,1-1 1,-1 3 0,-6 51-94,4-55 262,3 0-161,0 0 0,-1 0 0,1-1 0,0 1 0,0 0-1,-1 0 1,1 0 0,0 0 0,-1 0 0,1 0 0,0 0 0,0 0 0,-1 0 0,1 0-1,0 0 1,-1 0 0,1 0 0,0 0 0,0 0 0,-1 0 0,1 1 0,0-1-1,-1 0 1,1 0 0,0 0 0,0 0 0,0 0 0,-1 1 0,1-1 0,0 0 0,0 0-1,-1 0 1,1 1 0,0-1 0,0 0 0,0 0 0,0 1 0,0-1 0,-1 0-1,1 0 1,0 1 0,0-1 0,0 11-20,-1-1 19,1-1 0,0 1 0,0 0 0,1 0 0,0 0 0,1-1 0,0 1 0,1 0 0,0-1 0,0 0 0,1 0 0,0 0 0,6 10 0,12 10 30,1-1-1,34 31 1,-28-30 60,33 43 1,-12-5 24,-3 3-1,58 115 1,-103-180-109,0-1-1,-1 1 1,0 0-1,0 0 1,0 0-1,0 0 1,-1 0-1,1 0 1,-1-1-1,-1 1 1,1 0-1,-1 0 1,-2 9-1,-2 3 35,-1 0-1,-13 25 1,-8 24 28,20-27-44,1 1-1,2-1 0,2 75 1,2-95-19,1-7-2,1 0-1,0 0 1,1-1 0,0 1 0,1-1 0,1 0-1,6 13 1,9 24 2,0 7-6,-13-38 0,0 0 0,-2 0 1,0 0-1,-1 1 0,0-1 1,2 36-1,-5-33 5,0-15-2,0 1 0,-1 0 0,1 0 0,-2 0 0,1 0 0,0 0 0,-1 0 0,-2 7 0,3-12-5,-1-1 0,1 1 0,0-1 0,0 1 0,0-1 0,-1 1 0,1-1 0,0 1 0,0-1 0,0 1 0,0-1 0,0 1 0,0 0 0,0-1 0,0 1 0,0-1 0,0 1 0,0-1 0,0 1 0,0-1 0,1 1 0,-1-1 0,0 1 0,0-1 0,1 1 0,-1-1 0,0 1 0,0-1 0,1 0 0,-1 1 0,1-1 0,-1 1 0,0-1 0,1 0 0,-1 1 0,1-1 0,-1 0 0,1 0 0,-1 1 0,1-1 0,-1 0 0,1 0 0,-1 0 0,1 1 0,-1-1 0,1 0 0,-1 0 0,1 0 0,-1 0 0,1 0 0,-1 0 0,1 0 0,-1 0 0,1 0 0,-1-1 0,2 1 0,38-3-192,-37 3 192,12-5 15,1 1 1,-1-2-1,0 0 0,-1-1 0,1-1 0,-1 0 0,-1 0 0,16-13 0,36-21 23,-46 32-42,0 1-1,1 1 0,0 1 0,1 0 0,0 2 0,38-5 0,1 5-29,66 3-1,-78 2 32,-31 1 2,1 0 1,-1 1-1,0 1 0,0 0 0,0 2 0,-1 0 0,1 1 0,-1 0 0,26 15 0,2 6-25,76 62 1,-30-20 15,-82-65 18,0 1 0,1-1 0,-1 0 0,1-1 0,0 0-1,0-1 1,1 0 0,-1 0 0,0-1 0,18 1 0,4-2 28,59-7 0,115-34 76,-184 35-103,-1-1 0,0-1 0,0-1 0,0-1 0,-1 0 0,29-23 0,31-15-10,27-3 4,2 5 0,140-40 0,-226 79-2,0 2 0,0 0-1,0 2 1,33-2 0,-54 5-27,-1 0 26,21-2 75,-21-9-52,-1 1 0,0-1 0,0 1 0,-1-1 0,0 1 0,-1-1 0,-1 1 0,1 0 0,-1 0 0,-1 1 0,0-1 0,0 1 0,-11-13 0,-23-29 6,-2 2 0,-80-73 0,-10-11-347,124 125 319,0-1-1,1 1 0,0-1 0,0-1 0,1 1 0,0-1 0,1 0 0,0 0 0,0-1 0,-1-10 0,1-1-13,1 0 0,2 0 0,1-42 0,2 53 13,0 0-1,0 0 0,1 1 1,0-1-1,1 1 0,1 0 0,-1 0 1,8-11-1,-4 6 3,-1 1-1,10-29 1,7-31-49,-16 55 47,-2 0 1,0 0 0,-1-1-1,-1 0 1,0 1 0,0-25-1,-4-87-127,-4 128 125,1 0 0,-1 1 0,1-1 0,-1 1 0,0 0 0,0 0 0,0 0 0,0 0 0,-1 1 0,1 0 0,-7-1 0,6 0 22,-44-11-26,1 3 1,-1 1-1,0 2 1,-79 1-1,128 6-124,1 2 79,-1 1 0,1-1 0,0 1 1,-1-1-1,0 1 0,1 0 0,-1-1 0,0 1 0,0-1 0,-1 5 1,0-5-174,1 0-1,0 0 1,0 0 0,-1 0 0,1-1 0,0 1 0,1 0 0,-1 0 0,0 0 0,0 0-1,1-1 1,-1 1 0,1 0 0,0 0 0,-1-1 0,1 1 0,0 0 0,0-1 0,0 1 0,0-1-1,0 1 1,1-1 0,1 2 0,7 3-5802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0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84 752,'0'0'2055,"0"0"-780,0 0-315,0 0-77,0 0-245,0 0-315,0 0-96,2 0 9717,-4 0-10887,1 1 940,-1 0 1,1 0-1,0 0 1,0 0-1,0 0 0,-1 0 1,1 0-1,0 0 0,0 0 1,0 1-1,1-1 1,-1 0-1,0 1 0,0-1 1,1 1-1,-1-1 0,1 1 1,-1-1-1,1 1 1,0-1-1,-1 1 0,1-1 1,0 3-1,-2 39-38,2-43 41,-1 2-1,1 0 1,0 0-1,0 0 1,0 0-1,0 0 1,0 0-1,0 0 0,1 0 1,-1 0-1,1 0 1,-1 0-1,1-1 0,0 1 1,0 0-1,0 0 1,0-1-1,0 1 1,0 0-1,0-1 0,0 1 1,1-1-1,-1 1 1,0-1-1,3 2 1,1-2 8,1 1 0,-1-1 1,0 0-1,1 0 1,-1 0-1,1-1 1,-1 0-1,8 0 0,-12 0 4,0 0 0,0 0 0,0 0-1,0 0 1,0 0 0,0 0 0,0 0 0,0-1-1,0 1 1,0 0 0,0 0 0,0-1-1,0 1 1,0-1 0,0 1 0,0-1 0,-1 1-1,1-1 1,0 1 0,0-1 0,0 0-1,-1 0 1,1 1 0,0-1 0,-1 0 0,1 0-1,0-1 1,1-29 127,-3 15-111,1 14-25,0 1 0,0-1 0,-1 1 0,1-1 1,-1 1-1,1 0 0,-1-1 0,0 1 0,1 0 0,-1-1 1,0 1-1,0 0 0,0 0 0,0 0 0,0 0 1,0 0-1,0 0 0,0 0 0,0 0 0,-1 0 1,1 0-1,0 1 0,-1-1 0,-1 0 0,-1-1 4,0 1-1,0-1 0,-1 1 1,1 0-1,0 0 1,-1 1-1,-6-1 0,9 31-171,2-25 149,0 0 1,0-1 0,0 1-1,0 0 1,1-1-1,0 1 1,0-1-1,0 1 1,1-1 0,1 5-1,-1-7 6,-1-1 1,0 0-1,1 1 0,-1-1 1,1 0-1,-1 0 0,1 0 1,0 0-1,-1 0 1,1 0-1,0-1 0,0 1 1,-1-1-1,1 1 0,0-1 1,0 0-1,0 1 0,0-1 1,0 0-1,0 0 0,0 0 1,-1-1-1,1 1 0,0 0 1,0-1-1,0 1 0,3-2 1,-4 1 23,1 1 1,-1-1 0,1 0 0,-1 0-1,0 0 1,0 0 0,0 0 0,1 0-1,-1 0 1,0 0 0,0 0 0,0-1-1,-1 1 1,1 0 0,0-1 0,0 1-1,-1 0 1,1-1 0,-1 1 0,1-1 0,-1 1-1,0-1 1,1 1 0,-1-1 0,0 1-1,0-3 1,0-50-27,-1 36-43,1 17 54,0 0 0,-1 1 0,1-1 0,0 0 0,-1 1 0,1-1 0,-1 0 0,1 1 0,-1-1 0,1 1 0,-1-1 0,1 1 0,-1-1 0,0 1 1,1-1-1,-1 1 0,0 0 0,1-1 0,-1 1 0,0 0 0,1 0 0,-1-1 0,0 1 0,0 0 0,1 0 0,-1 0 0,0 0 0,-1 0 0,-25-2-276,26 5 275,0 1 0,0-1-1,0 1 1,0-1 0,0 1-1,1 0 1,0-1 0,-1 1-1,2 0 1,-1-1 0,1 5-1,-1-3-3,-1-2 1,1-1-1,0 1 1,0 0 0,0 0 0,0-1 0,0 1 0,1 0-1,-1-1 1,1 1 0,0 0 0,0-1 0,0 1 0,0-1-1,0 1 1,0-1 0,1 0 0,2 5 0,0-6-7,-1 1 0,0-1 0,1 1 0,0-1 0,-1 0 0,1-1 0,0 1 0,-1-1 0,1 1 0,0-1 0,0 0 1,5-1-1,-8 1 16,1-1 1,-1 1-1,1-1 1,-1 0 0,0 1-1,1-1 1,-1 0-1,0 0 1,0 0 0,1 0-1,-1 0 1,0 0-1,0 0 1,0 0 0,0 0-1,0-1 1,-1 1-1,1 0 1,0-1-1,-1 1 1,1 0 0,-1-1-1,1 1 1,-1-1-1,1 1 1,-1-1 0,0 1-1,0-1 1,0 1-1,0-1 1,0 1 0,0-3-1,-2-62-24,2 56 14,0 8 3,-1 0 0,1 0 0,0 0 0,-1 0 0,1 0-1,-1 1 1,1-1 0,-1 0 0,0 0 0,0 1 0,0-1 0,0 1 0,0-1 0,0 1 0,0-1 0,0 1-1,-1-1 1,1 1 0,-1 0 0,1 0 0,-1 0 0,1 0 0,-1 0 0,1 0 0,-1 0 0,0 0 0,0 1 0,-2-1-1,-5-1 23,1 0-1,-1 1 0,0 1 1,-16 0-1,13 0 55,11 0-70,0 0 0,0 0 0,-1 0 1,1 1-1,0-1 0,-1 0 0,1 1 1,0-1-1,0 1 0,0 0 0,0-1 0,0 1 1,-1 0-1,1 0 0,0-1 0,1 1 1,-1 0-1,0 0 0,0 0 0,0 0 1,0 0-1,0 2 0,-12 36 75,12-30-50,0 0-1,1 0 1,0 0 0,0 0 0,1 1 0,3 12 0,-3-19-30,0-1 0,0 0 1,1 0-1,0 0 1,-1 0-1,1 0 1,0 0-1,0-1 0,0 1 1,0 0-1,0-1 1,0 0-1,0 1 1,1-1-1,-1 0 1,0 0-1,1 0 0,-1-1 1,1 1-1,-1 0 1,1-1-1,-1 0 1,1 1-1,-1-1 0,4-1 1,67-2 39,-72 3-34,1 0 0,-1 0 0,1-1 0,-1 1 0,1 0 0,-1-1 0,1 0-1,-1 1 1,0-1 0,1 0 0,-1 0 0,0 0 0,1 1 0,-1-1 0,0-1 0,0 1 0,0 0 0,0 0 0,0 0 0,0 0 0,0-1 0,0 1 0,-1-1 0,1 1 0,0 0 0,0-3 0,2-42-11,-3 33-42,-1 11 42,1 0 1,-1 0-1,0 1 1,0-1-1,0 0 1,0 0-1,0 1 1,0-1-1,0 0 1,-1 1-1,1 0 1,-1-1-1,1 1 1,-1 0 0,1-1-1,-1 1 1,0 0-1,0 0 1,1 0-1,-1 1 1,0-1-1,0 0 1,0 1-1,0-1 1,0 1-1,0 0 1,0-1-1,0 1 1,-3 0 0,-68-4 38,67 4 20,4 0-52,0-1 0,0 1 0,0 0 0,0 0 0,0 0 1,0 0-1,0 1 0,0-1 0,0 0 0,0 1 0,1-1 0,-1 1 0,0 0 0,0 0 0,0 0 0,1 0 0,-1 0 0,0 0 0,1 0 1,-1 0-1,-1 2 0,2 1-1,-1 0 0,1 0 0,0 0 0,0 0 0,1 0 0,-1 0 0,1 0 0,0 0 0,1 7 0,-2-4 4,1 0 0,0-1-1,1 1 1,-1 0 0,1-1 0,1 1-1,-1 0 1,1-1 0,0 0 0,1 1-1,-1-1 1,1 0 0,1 0 0,-1 0 0,1-1-1,0 1 1,0-1 0,0 0 0,1 0-1,0 0 1,0-1 0,0 0 0,0 0-1,1 0 1,0 0 0,0-1 0,0 0-1,6 2 1,-9-4-18,0 0 1,0 0-1,1 0 0,-1 0 1,0-1-1,0 1 0,0-1 1,1 0-1,3 0 0,-7 0 19,1-1-1,0 1 1,0 0-1,0-1 1,0 1-1,-1 0 0,1-1 1,0 1-1,-1-1 1,1 1-1,0-1 1,-1 1-1,1-1 1,0 0-1,-1 1 1,1-1-1,-1 0 0,1 1 1,-1-1-1,0 0 1,1 0-1,-1 0 1,0 1-1,1-1 1,-1 0-1,0 0 1,0 0-1,0 0 1,0 0-1,0 1 0,0-1 1,0 0-1,0-1 1,0-11 4,-1-1 0,0 1 0,-1 0 1,0 0-1,-1 1 0,-7-22 0,8 30-6,0-1-1,1 1 0,-2 0 1,1 0-1,0 0 1,-1 1-1,0-1 0,1 0 1,-2 1-1,1 0 0,0 0 1,-1 0-1,1 0 1,-1 0-1,0 1 0,0 0 1,0-1-1,0 1 1,0 1-1,0-1 0,-1 1 1,1-1-1,-6 0 1,9 2-3,0 0 1,0 0-1,-1 0 1,1 0-1,0 0 1,0 0-1,0 0 1,0 1-1,0-1 1,0 0-1,-1 1 1,1-1-1,0 1 1,0-1-1,0 1 1,0-1-1,0 1 1,0 0-1,0-1 1,1 1-1,-1 0 1,0 0-1,0-1 1,1 1 0,-2 1-1,0 1-2,1 1-1,-1-1 1,1 0 0,0 0 0,0 1-1,0-1 1,0 0 0,0 7 0,1 4-13,-1-1 0,2 1 1,3 26-1,-2-37 10,-1 0-1,0 0 0,1 0 0,-1 0 1,1 0-1,0 0 0,0 0 0,0-1 1,1 1-1,-1-1 0,1 1 1,-1-1-1,1 0 0,0 0 0,-1 0 1,1 0-1,0-1 0,1 1 0,-1-1 1,0 0-1,0 0 0,0 0 0,1 0 1,3 0-1,-3 0 0,0 0-1,0 0 1,1 0 0,-1-1 0,0 0 0,0 0 0,0 0-1,0 0 1,1-1 0,-1 1 0,0-1 0,0 0 0,0-1-1,0 1 1,0-1 0,0 1 0,-1-1 0,1 0 0,6-5-1,-5 1 16,-1 0-1,0 1 0,0-1 0,-1-1 1,1 1-1,-1 0 0,-1-1 1,1 0-1,-1 0 0,0 0 0,1-7 1,-2 11-9,-1-1 1,1 0 0,-1 0-1,0 1 1,1-1 0,-2 0 0,1 1-1,0-1 1,-1 0 0,0 0-1,0 1 1,0-1 0,0 1-1,0-1 1,-1 1 0,1-1-1,-1 1 1,0 0 0,0 0-1,0 0 1,-1 0 0,-2-3-1,-4 0 41,-1 0 0,1 0-1,-1 1 1,0 0-1,-17-5 1,22 8 27,-1 0 0,1 1 0,-1-1-1,0 1 1,0 1 0,0-1 0,1 1 0,-1 0 0,0 0 0,0 0 0,0 1 0,-6 1 0,11 0-70,0-1 0,0 1 0,0 0 0,0-1 0,1 1 1,-1 0-1,0-1 0,1 1 0,0 0 0,-1 0 0,1-1 1,0 1-1,0 0 0,0 0 0,0 0 0,0 0 0,1 1 1,3 35-73,-2-34 74,0-1 1,1 1-1,-1-1 0,1 1 0,-1-1 1,1 0-1,0 0 0,0 0 0,1 0 1,-1-1-1,1 1 0,-1-1 0,1 0 1,0 0-1,0 0 0,-1-1 0,1 1 1,1-1-1,-1 0 0,7 1 0,9 1-223,0-1-1,41 0 0,-50-2 21,-10-1 192,-1 1 0,1-1 0,0 0-1,0 0 1,0 1 0,-1-1 0,1 0-1,0 0 1,-1 0 0,1 0 0,-1 0-1,1 0 1,-1 0 0,1 0 0,-1 0-1,0 0 1,0 0 0,1 0 0,-1 0-1,0-1 1,0 1 0,0 0 0,0 0-1,0 0 1,0 0 0,-1 0 0,1 0-1,0 0 1,-1-2 0,1-2 9,-1 1 1,0-1 0,0 1-1,0-1 1,0 1-1,-1-1 1,-2-4 0,-2 0 19,-1 0 1,-1 1-1,0-1 1,0 2-1,-14-12 1,17 16 34,0-1 0,0 1 1,-1 0-1,1 0 0,-1 1 0,1 0 0,-1-1 1,0 2-1,0-1 0,0 1 0,0 0 1,-7 0-1,12 1-53,1 0 1,-1 1-1,0-1 1,1 0-1,-1 1 1,1-1-1,-1 1 1,1-1-1,-1 1 0,1-1 1,-1 1-1,1-1 1,-1 1-1,1 0 1,-1-1-1,1 1 1,0 0-1,-1-1 0,1 1 1,0 0-1,0-1 1,0 1-1,0 0 1,-1 0-1,1-1 1,0 1-1,0 1 1,-1 28-19,1-24 21,-1 6 5,0 3-2,1 0-1,0-1 1,1 1-1,0-1 1,6 24-1,-6-35-9,0 1-1,0-1 1,1 0 0,-1 0-1,1 0 1,-1 0 0,1 0-1,0-1 1,0 1 0,1 0 0,-1-1-1,0 0 1,1 1 0,0-1-1,-1 0 1,1 0 0,0 0-1,0-1 1,0 1 0,0-1-1,0 0 1,1 0 0,-1 0-1,0 0 1,1 0 0,-1-1-1,0 1 1,1-1 0,-1 0 0,4 0-1,-4 0 6,-1 0 1,0 0-1,0 0 0,1 0 0,-1 0 1,0-1-1,0 1 0,0-1 0,1 1 1,-1-1-1,0 0 0,0 0 0,0 0 1,0 0-1,0 0 0,0 0 0,2-3 1,-2 1 8,0 1 1,-1-1 0,0 1 0,0-1 0,0 0-1,0 0 1,0 0 0,0 0 0,-1 0-1,1 0 1,-1 0 0,0 0 0,0-3 0,1-5 5,0-1 0,-1 1 0,-1-1 0,0 1 0,0-1 0,-1 1 0,-5-15 0,6 23-17,-1 0 0,1 0 0,-1 0 0,0 0 0,0 0 0,0 0 0,0 0 0,-1 1 0,1-1 0,-1 1 0,0-1 0,1 1 1,-1 0-1,0 0 0,0 1 0,0-1 0,-1 0 0,1 1 0,0 0 0,-1 0 0,1 0 0,0 0 0,-1 1 0,1-1 0,-1 1 0,0 0 0,1 0 1,-5 0-1,7 0 8,-1 0 0,0 0 1,1 0-1,-1 0 0,0 0 1,1 0-1,-1 0 0,0 1 1,1-1-1,-1 1 1,1-1-1,-1 1 0,0 0 1,1-1-1,-1 1 0,1 0 1,0 0-1,-1 0 0,1 0 1,0 0-1,0 0 0,-1 1 1,0 0-1,1 2-9,-1 0 0,1 0-1,0 0 1,0 0 0,0 0-1,1 0 1,-1 0 0,1 6-1,0 0 0,-1-2-16,0 1 1,1-1-1,0 1 0,1-1 1,0 0-1,3 14 1,-3-20 12,0 0 1,0 0-1,0 0 1,0 0-1,1 0 1,-1 0-1,1 0 1,-1-1-1,1 1 1,-1 0 0,1-1-1,0 0 1,0 1-1,0-1 1,0 0-1,0 0 1,0 0-1,0 0 1,0 0-1,0 0 1,0-1-1,1 1 1,-1-1-1,0 0 1,0 1-1,1-1 1,-1 0-1,0 0 1,3-1-1,-1 1 9,1 1 1,-1-2-1,0 1 0,0 0 1,1-1-1,-1 0 0,0 0 0,0 0 1,0 0-1,0-1 0,0 1 0,0-1 1,7-5-1,-8 5 2,-1-1 0,1 0 0,-1 0 0,0-1 0,0 1 0,0 0 0,-1-1-1,1 1 1,-1-1 0,0 1 0,0-1 0,0 0 0,0 1 0,-1-1 0,1 0 0,-1-7 0,0 8-1,1-7-6,0 1 0,-1-1 0,0 1-1,-1 0 1,0-1 0,-3-14 0,2 21 15,1 0 1,0 0 0,-1 0 0,0 1 0,0-1 0,0 1-1,0-1 1,0 1 0,0 0 0,0 0 0,-1 0-1,1 0 1,-1 0 0,0 0 0,1 1 0,-1-1-1,0 1 1,0 0 0,0-1 0,0 2 0,0-1-1,0 0 1,-5 0 0,-53-2 238,61 41-449,0-20-434,0-7-2070,0-6-2786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16.8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141 4449 1921,'0'0'1003,"0"0"-496,0 0 120,0 0 389,0 0-213,0 0-320,-4 5 760,2-4 4699,3-30-5527,-1-13-173,-1 0 0,-9-54 1,4 46-5,2-1 0,6-98 0,0 46-59,2-21 240,-5-106 656,-1 208-1024,2 10 19,-1 0 0,0 0-1,-1 0 1,0 0-1,0 1 1,-2-1 0,1 1-1,-1 0 1,-7-12-1,8 16-51,0-1-1,0 1 0,1-1 0,0 1 0,0-1 0,0 0 0,0-13 0,-5-24 39,-4-4 37,3 0 1,2-1 0,2 0 0,4-65 0,-3-327 1397,0 108-1445,1 108-15,2-176 45,9 266-72,0-52 144,-6-489 121,5 261-112,-8 415-127,1-21 1330,0 12-1286,-1 0 1,1 1-1,-2-1 1,1 0-1,-1 1 1,-1-1-1,0 1 1,0-1-1,-4-9 1,6 19-72,0-1 1,0 1-1,-1-1 1,1 1 0,0 0-1,-1-1 1,1 1-1,0 0 1,0-1-1,-1 1 1,1 0 0,-1-1-1,1 1 1,0 0-1,-1 0 1,1 0-1,-1-1 1,1 1 0,-1 0-1,1 0 1,0 0-1,-1 0 1,1 0-1,-1 0 1,1 0 0,-1 0-1,1 0 1,-1 0-1,1 0 1,-1 0-1,1 0 1,-1 0-1,1 0 1,0 0 0,-1 0-1,1 1 1,-1-1-1,1 0 1,0 0-1,-1 0 1,1 1 0,-1-1-1,1 0 1,0 1-1,-1-1 1,1 0-1,0 1 1,0-1 0,-1 1-1,1-1 1,0 0-1,0 1 1,-1-1-1,1 1 1,0-1 0,0 0-1,0 2 1,-11 20 64,7-9-54,2-6-1,-1 1 0,2-1 1,-1 1-1,0 14 0,2-22-40,0 0-32,2 21-1371,17-18-3729,-13-3-508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22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4781 1 3938,'0'0'1382,"0"0"-358,0 0 233,0 0 277,0 0-171,0 0-456,-40 2 2967,-302-2 1064,329 1-4846,-1 0 0,1 1 0,0 1 0,0 0 0,-24 9 1,-35 6 115,55-15-202,1 0 0,0 2 0,-28 11 0,5 0 74,-81 24 0,83-29-64,-189 48 98,160-47 43,38-7-145,1 0 0,-40 14-1,22-1-1,20-7 36,-1-2-1,-48 12 1,34-10 135,1 0 0,0 3-1,-45 23 1,-109 33 164,134-51-338,-91 18 466,97-17-385,-58 31 0,81-37-75,-45 14 1,46-18 31,-45 22 0,40-17 97,28-13-142,0 0 0,0 1-1,0 0 1,0 0 0,0 0-1,0 1 1,1 0 0,-1 0-1,1 0 1,-5 6 0,0 0 5,0-1 0,-1 0 0,0 0 0,0-1 0,-1-1 0,-24 11 1,-17 13 14,-156 125-1,101-73-25,25-22 4,35-16 4,15-13 17,-58 41 0,-56 26 7,125-81-45,-35 38 0,41-38 27,0-1-1,-2-1 1,-24 17-1,22-18-3,0 0 0,-26 29 0,11-12-2,26-21-11,-1-1 0,2 1 1,0 0-1,0 1 1,-8 16-1,9-14-1,-2 0-1,0-1 1,-10 13-1,-14 9 16,-1-2 1,-2-2-1,-51 36 1,79-34-116,-17 19 137,-58 90-1,79-134-35,0 0 0,1 0 0,0 0 0,-3 13 0,-9 25-23,-16 4 71,25-41-40,-1 0 1,1 1 0,1-1-1,0 1 1,0 0 0,1 0-1,0 1 1,1-1 0,0 1-1,1 0 1,-1 11 0,2-13 0,0 0 1,0-1-1,-1 1 1,0 0-1,-1-1 1,1 1-1,-1-1 1,-7 11-1,-38 62-4,44-75 4,1-1-4,0 1-1,0-1 1,1 1 0,0 0 0,0 0-1,1 0 1,-2 11 0,2-10-2,-1 0 1,1 0 0,-1 0-1,0 0 1,-6 11-1,-29 93 41,24-78-29,10-24-3,0 0 0,-1 0 0,0-1 0,0 1-1,-1-1 1,0 0 0,0-1 0,-7 9 0,3 20-9,8-33 5,-74 156 45,71-150-55,0 0 1,1 0-1,1 0 0,-3 15 0,-7 20 12,-5-1 9,1 1 11,-2 0 1,-35 58-1,51-97-25,1-1 0,0 0-1,0 1 1,0-1-1,0 0 1,1 1-1,0-1 1,0 1-1,1 7 1,-2 9-10,-3 25 22,2-18 2,-2-1 0,0 0 0,-11 37 0,12-52-14,0 1 0,1 0-1,1 0 1,0 18 0,-3 26 6,-11 11 6,9-46-5,1 0-1,0 1 1,-1 40 0,4-18 3,-10 61 0,3-34-2,5 23-4,4-73 2,-1 1 0,0-1-1,-2 0 1,0 0 0,-9 32-1,1-26 638,5-17-1705,6-11 927,0 0 1,0 0-1,0 0 0,0 0 1,0 0-1,0 0 0,0 0 1,0 0-1,0-1 0,0 1 1,0 0-1,0 0 0,0 0 1,0 0-1,0 0 0,0 0 1,0 0-1,0 0 0,0 0 1,0 0-1,0 0 0,-1 0 1,1 0-1,0 0 0,0 0 1,0 0-1,0 0 1,0 0-1,0 0 0,0 0 1,0 0-1,0 0 0,0 0 1,0 0-1,0 0 0,0 0 1,0 0-1,0 0 0,-1 0 1,1 0-1,0 0 0,0 0 1,0 0-1,0 0 0,0 0 1,0 0-1,0 0 0,0 0 1,0-21-6898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29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1012 10 4626,'0'0'1433,"0"0"45,0 0 299,0 0-73,0 0-639,0 0-486,0 0-174,1 0-133,0-1-202,0 0 0,0 0-1,0 0 1,0 0-1,0 1 1,1-1 0,-1 1-1,0-1 1,0 0-1,1 1 1,-1 0 0,0-1-1,1 1 1,-1 0-1,1 0 1,-1 0-1,0 0 1,1 0 0,-1 0-1,0 0 1,1 0-1,1 1 1,29 5 215,-32-6-284,13 3 132,1-1 0,0 0 0,17-1 0,35 6 535,-44 1-445,-19-7-165,0 0 0,0 1-1,0-1 1,0 0-1,0-1 1,1 1 0,-1-1-1,6 1 1,78-2 1014,97 3-642,-44 19-275,-133-19-117,1 0 1,-1 1-1,1 0 1,-1 0-1,12 7 0,-14-6-2,1-1-1,-1 0 0,1-1 1,0 1-1,0-1 0,0 0 0,0-1 1,0 1-1,0-1 0,8 0 1,14 1 406,1 1 1,-1 2 0,54 15 0,-45-10-37,50 7-1,-4-13-317,-59-4-71,-1 1 1,1 1-1,29 6 0,-38-2-16,1 0 0,-1 1 0,-1 1 0,0 0-1,17 13 1,14 7 43,232 117 105,-220-105-135,-46-31-11,1-1 0,0 0 0,0 0 0,18 7 0,59 18 55,131 30-1,-201-56-48,-1 0 0,1 1 0,-2 1 0,1 0 0,-1 1 0,29 24 0,13 7 5,-26-19-6,34 33-1,-37-30 4,38 25 1,-53-38-13,0-1 0,-1 2 0,18 20 0,-14-14-9,0-2 20,0-2 0,34 22 0,-28-20-24,-6-6 21,1 0 0,23 9 0,6 3-4,60 51-11,126 52 67,-202-110-51,-1 1-1,0 2 0,-2 0 1,28 25-1,-43-30 13,-2 0-1,21 29 0,2 3 49,-21-27 3,0 1 1,-1 1-1,16 36 0,-15-29 24,24 37 0,-28-48-66,0 0-1,-2 1 1,0-1 0,8 33 0,-9-29 4,0 0 1,2-1-1,15 28 0,-18-36 0,0 1 0,0 0 0,6 23 0,10 24 54,-9-29-81,13 41 0,-2-1 11,38 110 32,-12-33-2,-39-110-69,-8-29 28,-1 0-1,1 0 1,0-1-1,1 1 0,-1-1 1,8 10-1,-3-4 2,0 1 0,-1-1 0,-1 2-1,8 25 1,15 36-11,-10-35 44,-2 1 0,23 88 0,-27-75 20,-7-29-7,0-1-1,2 0 0,12 28 0,8 25 31,-22-61-54,-1 0-1,2-1 0,1 0 0,11 21 0,-3-12 27,-1 0 1,-2 0-1,0 1 0,-2 1 0,13 52 0,-13-34-46,2 0 1,1-1-1,31 64 0,-6-26 34,55 136 309,-84-189-310,-2 1-1,0 0 0,-2 0 1,-2 0-1,2 52 0,-6-45-37,2-20-3,-2 1 0,0 0 0,-1 0 0,-1-1 0,-1 1 0,-1-1 0,0 1 1,-8 18-1,-21 35 48,5-13-49,3 1 0,2 0 1,-17 73-1,-21 85 19,37-143-8,-24 127-1,37-131 3,-4 0-1,-34 99 1,-46 88-8,76-217 4,-28 42-1,7-11 15,-45 80-9,-28 56-9,52-93-2,35-72 0,3 1-1,2 2 1,1 0-1,-18 70 1,-13 46 6,33-111-1,2 1-1,-10 58 1,22-90 5,-1-1 0,0 1 0,-2-1 1,0-1-1,-1 1 0,0-1 0,-2-1 0,0 1 0,-1-2 1,-1 0-1,0 0 0,-1-1 0,-1 0 0,0-1 1,-1-1-1,-17 12 0,-247 202-149,111-84 67,11-34 85,52-29-183,-202 116 0,18-36 143,219-125-40,45-24 21,0 1 1,2 1-1,-38 27 0,25-10 50,-2-2 0,-1-2 0,-1-1 0,-1-2 0,-1-1-1,-49 16 1,-178 35 35,236-65-36,-14 3-7,22-4 3,0-1 0,-1-1 0,1-1-1,-29 0 1,-9-3 17,-91 15 0,101-11-9,0-2 0,-85-7 0,16 0 10,86 5 5,25 0-16,0-1-1,-1 0 1,1 0-1,0-1 1,0 0-1,-1-1 1,1 0-1,-16-6 1,8 1-10,0 1 0,0 1 1,-1 1-1,1 1 0,-1 1 0,0 0 1,0 2-1,-27 2 0,16-2 19,0 0 1,-46-7-1,20-5-27,34 6 14,1 1 0,-1 2-1,-32-2 1,-3 5-3,0-2 0,0-3 0,-65-15 0,75 12-2,-86-4 0,-16-2 6,123 10-13,-49 0 0,74 4-185,0-1 0,0 1 0,0-1 0,1 0 0,-1 0 0,0 0 0,0 0 0,1 0 0,-1 0 0,1 0 0,-1 0-1,1 0 1,-1-1 0,1 1 0,0-1 0,-1 1 0,1-1 0,0 1 0,0-1 0,0 0 0,1 0 0,-1 1 0,0-1-1,0-3 1,-5-6-3690,-4-8-4404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40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3233,'0'0'1236,"0"0"-265,0 0-99,0 0 107,0 0-109,0 0-256,0 0-195,0 0-126,5 19 1438,9 16-814,-10-21-727,0-1 0,2 0 1,-1 0-1,1-1 0,1 1 0,0-1 1,1-1-1,1 0 0,-1 0 1,13 11-1,-12-13-64,0 0 1,-1 1-1,0 0 0,0 0 1,-1 1-1,0 0 1,6 13-1,-5-7-48,2-2 1,16 23-1,-12-21-95,66 86 322,-72-91-187,-1 0 0,0 0-1,-1 1 1,-1 0 0,0 0-1,0 1 1,2 14 0,6 24 207,1-1 1,26 58-1,-22-61 38,39 151 1224,-13-35-938,-10-77-396,-22-62-182,-2 1-1,-1 1 1,8 37 0,-3 41 207,-10-62-109,18 74 0,-7-79 78,-11-31-167,-1-1 0,0 1 0,-1 0-1,1 0 1,-1 0 0,1 9 0,4 33 273,1 31-101,8 48 26,5 60 1327,-15-149-1468,28 164 50,-15-75-179,-12-67 12,31 115 0,-31-145-17,-1 1 0,-2 1 0,-1-1-1,-2 59 1,4 49 7,1-53-12,-6 119 0,-3-76-5,0-85 13,-2-1 0,-2 1 0,-2-1-1,-2 0 1,-28 71 0,10-47-29,-39 68 1,-26 58 29,-20 144-121,87-251 26,0 28-1272,14-42-2988,13-71 4218,-2 6-3311,-1-8-724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54.03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3359 185 5603,'0'0'1795,"0"0"-421,0 0-48,0 0-77,0 0-350,0 0-155,-9-8 3736,-14-8-3560,-184-17 579,175 28-1215,1 1 0,-59 2 0,65 3-155,0-1 0,0-1-1,0-2 1,0 0 0,1-1-1,-26-9 1,19 4 1,0 1 0,0 2-1,-51-4 1,49 7 59,-1-2 0,-61-16 0,51 15 208,39 6-317,-1 0 1,1-1-1,-1 1 0,1-1 0,0 0 0,-1-1 0,1 1 0,-6-4 0,3 2-52,-1 1 1,1 0-1,-1 0 0,1 1 1,-1 0-1,1 0 1,-1 1-1,0 0 1,-12 2-1,-8-1 66,28-1-70,-29-5 243,-12 5-245,-3-1 90,-55 7 1,84-4-93,0 1 0,1 0 1,-1 2-1,1 0 0,0 0 0,0 1 0,-17 11 0,5-4 38,-50 19 1,-6 3 22,50-21 3,-1-1 1,0-2-1,-48 9 0,-44 14 102,74-17-179,-99 39 26,137-49-32,1 1 1,-1 0-1,-12 12 1,-26 15 5,42-28-14,0 0 0,1 0 0,-14 13 0,-10 9-5,-129 91-25,102-65 10,14-10 24,29-31-1,2 2 0,-17 20 0,17-18 3,-1-1 1,-19 16 0,2-6-7,2 2 0,-39 44 0,23-18 6,14-18-25,-48 70-1,69-84 28,0 0 0,-9 28 0,13-31 0,0 1 1,-2-1-1,-14 23 0,5-11 6,2 1-1,1 0 0,1 1 0,2 1 0,-9 41 1,10-17-20,4 1 0,1 1 0,4 0 1,5 84-1,-5 88-30,-19 54 67,20-23-5,4-137 2,-1-116-30,0-1 1,0 0-1,1 1 0,0-1 0,1 0 1,1 0-1,-1-1 0,1 1 0,9 14 1,7 9 25,32 38 1,-18-25-6,6 4-27,2-2 0,55 50 0,-47-49 9,-3-14-24,-40-30 22,0-1 1,0 1-1,0 1 1,0-1-1,-1 1 1,0 0-1,9 11 1,69 135 22,-75-134-14,23 30-1,5 9 0,-24-22 10,14 52 1,-17-52 1,19 48 0,-22-57-1133,-11-31 460,-11-12-2536,-2-4-3360,-4-6-5067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47.26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46 1 5234,'0'0'825,"0"0"-137,0 0 134,0 0 317,0 0-67,0 0-378,-6 14 7079,4-7-8356,1 18 1264,-2 0-1,0-1 1,-8 28 0,5-28-305,1 1-1,1 0 1,0 29 0,4 502 312,2-525-645,1 1-1,8 36 1,-5-36 11,-1 0 1,0 38-1,-3-41-9,1-1 0,1 0 1,2-1-1,10 32 0,9 46 55,-15-23 185,-5 0 0,-5 112 0,-2-69-105,-14 68 68,15-152-203,-1 0 1,-14 67-1,14-104-40,1-11 9,-2-28 28,1-48 20,11-179-86,-5 183 10,21-217-309,-18-61 11,-9 212 310,-9-141-345,13 141 326,-4-157-52,2 294 72,-1 0 0,0 0 0,0 0 0,0 0 0,-1 0-1,-1 0 1,1 0 0,-5-9 0,6 12 5,0 0-1,0 0 1,1 0 0,-1 0 0,1 0-1,0-1 1,1 1 0,0-6 0,1-8 5,-2 10-4,-1 0 0,1 1 0,-1-1 0,-1 1 0,0-1 0,0 1 0,-3-9 0,-1 12-208,3 18 106,1 22 87,0 225 186,2 183 16,3-397-189,2 0-1,18 69 1,-13-72 13,-2 0 0,-1 0 0,0 45 0,-7-49 11,-1 0 0,-3 0-1,-15 73 1,5-44 2,-10 108 1,21-48-45,-3 25 179,4-71-52,3-44-51,-1-38-42,0 0-6,0 2-18,0-2-115,0-43-6659,0 29 2497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48.73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29 27 1056,'0'0'1462,"0"0"-565,0 0-107,0 0 290,0 0 67,0 0-66,-4-3 29,2 2-555,-11-10-277,8 0 4150,5 11-3711,-3 10 3663,3 19-4519,0-24 607,0 49 369,-2 34 230,5 0-1,26 171 1,-31-277-1158,1-1 1,4-35-1,-1 1-61,-4-5 106,0 37-18,1-1-1,1 1 0,6-43 0,-2 53 61,-1 1 0,1 0-1,10-18 1,7-20-24,-19 45 26,-1 0 0,1 0 0,-1-1 0,1 1 0,0 0-1,0 0 1,0 1 0,1-1 0,-1 0 0,1 1 0,0-1 0,-1 1 0,1 0 0,0 0 0,0 0 0,0 0 0,1 0-1,-1 1 1,0 0 0,1-1 0,-1 1 0,1 1 0,6-2 0,9-1 1,1 1 0,-1 1 0,27 2 0,3 0-1,2-4 23,-51 2-13,0 0 32,0 1 8,0 0 3,0 0 5,0 0-27,0 0-71,0 0-230,0 0-563,0-5-8554,0 3 951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49.32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20 18 4722,'0'0'998,"0"0"-334,0 0 137,0 0 469,0 0 45,0 0-381,-4-3-438,-8-8-184,9 8-72,3 3-3,0 0 1,0 0 7,16 0 868,-12 0-1006,0 1 0,-1 0 0,1 0-1,-1 0 1,1 0 0,-1 1 0,1-1 0,-1 1 0,0 0 0,1 0-1,-1 0 1,0 0 0,-1 0 0,1 1 0,0 0 0,-1-1 0,1 1 0,3 5-1,6 10 280,-1 0 0,11 22 0,-9-15-53,30 45 634,-24-43-727,-2 1 0,-2 1 0,18 42 0,-31-63-312,-1 0 0,1 0 0,-1 0 1,-1 0-1,0 16 0,0-10-1752,0-13-489,0-1-723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58.19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37 2952 528,'0'0'3647,"0"0"-1854,0 0-339,0 0 264,0 0-184,0 0-381,-6-2-305,-18-6 54,17 6 18,7 2-114,0 0-206,0 0-245,0 0 0,0 0 96,0 0 122,0 0-71,0 0-150,0 0-104,0 4-110,0-1 0,1 1-1,-1 0 1,1 0 0,0 0-1,0 0 1,0-1 0,0 1-1,3 5 1,20 39 637,46 102 662,-52-101-1083,46 113 1012,-52-138-1241,1 0-1,1-1 0,1-1 1,27 32-1,-28-36-69,-1 0 1,-1 1 0,-1 1-1,0 0 1,8 24-1,-10-23-44,0 0 0,2-1-1,0 0 1,1-1 0,17 20-1,-20-28 2,8 6 5,-2 1-1,0 0 0,-2 1 0,0 1 1,12 22-1,-17-24-5,2-1-1,0 0 1,1 0 0,1-2-1,0 1 1,29 26 0,-22-23-3,-4-3-8,1 0 1,0-1-1,1-1 0,0 0 0,1-2 1,1 0-1,32 15 0,-24-16-3,0 1 0,-1 1 0,-1 1 0,0 2 0,28 21 0,-43-29 13,1-1 1,1-1-1,-1 0 1,24 9-1,16 7 34,114 48 62,-132-53-67,1-1-1,68 21 0,-84-30-4,0 1 0,0 0 0,-1 1 0,0 2 0,15 11 0,47 27 152,-21-15-48,-49-27-104,0-1 1,0 0-1,1-1 1,0 0-1,0 0 0,1-1 1,-1 0-1,19 3 1,-10-3-6,1 1-1,-1 1 1,19 8 0,-21-7-23,0-1-1,0 0 1,1-2 0,21 4 0,-26-6-6,0 1 1,0 0-1,-1 1 0,1 0 1,-1 1-1,20 10 1,31 13 7,-51-25-3,1 1 0,0-2 0,18 2 0,-20-4-4,-1 1 1,0 1 0,0 0 0,0 0 0,-1 1 0,1 0-1,15 8 1,-9-3 6,0 0 0,0-1 0,1-1 0,0 0 0,0-2 0,0 0 0,1 0 0,-1-2 0,1 0 0,28-1 0,38-1 7,11 1 13,126-14 1,-150 1-35,0-4-1,-1-2 1,-2-4 0,70-31-1,244-125 42,-366 171-35,14-11 13,0-1 1,-1-1-1,-1-1 1,28-28-1,43-32 48,-72 59-61,-1-2 0,-1-1 0,-1-1-1,-1-1 1,20-32 0,36-42-2,-47 61 3,-1-2 0,-2-1-1,42-82 1,45-74 10,-77 124-13,-16 34-4,-2-1 1,16-51-1,14-26-4,-35 88 5,-2 0 0,-2-1 1,11-42-1,-16 54-8,0-1-1,1 1 1,1 0 0,23-36 0,-23 43 5,0-1-1,-2 0 1,1-1 0,-2 0-1,0 0 1,0 0 0,-2 0-1,0-1 1,0 0 0,0-17-1,15-144-89,-19 134 100,-1 3 0,1-1 0,11-64 0,-7 71-3,-1 0 1,-2-1 0,-3-44 0,-1 1 6,-15-183-54,11 100 65,8 128-39,-1 0 0,-2 1 1,-1-1-1,-2 0 0,-1 1 0,-1-1 0,-12-31 0,-154-308-4,156 340-7,-2 2-1,-2 0 1,0 2 0,-2 0 0,-1 2 0,-50-44 0,23 24 212,10 7-174,-1 2-1,-71-46 0,34 28 42,52 35-1,-2 0 0,-56-28 0,43 27 7,-53-37-1,55 33 3,-60-29 0,35 21-26,-39-15 35,46 27-39,1-2 0,-107-62 0,150 77-30,-1 1 1,-1 0 0,-22-6 0,11 4 10,-136-37-23,2 0 9,124 43-2540,24 4 1141,12-1-1820,1 0-1427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07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0 560,'0'0'3346,"0"0"-1724,0 0-85,0 0 322,0 0-386,0 0-593,0 0-205,0 0-19,0 0-167,0 0-169,0 0-67,0 0 9,0 0-158,0 0-88,34 0 34,-31 0-30,1 1 0,-1-1 0,1 1 0,-1 0-1,0 0 1,1 0 0,-1 0 0,0 0-1,0 1 1,1-1 0,-1 1 0,-1 0 0,1 0-1,0 0 1,0 0 0,-1 1 0,1-1 0,-1 1-1,0 0 1,0-1 0,0 1 0,0 0-1,0 0 1,0 0 0,-1 1 0,0-1 0,2 6-1,3 9 265,-1 1 0,-2 0-1,4 35 1,-5-35-118,-1 3 135,-1 1 1,-1 0 0,0-1 0,-2 1-1,-1-1 1,-1 0 0,0 0 0,-11 24 0,12-26-246,0-1 1,1 1 0,1 0 0,1 0 0,1 0 0,2 21 0,-1 10 30,-1-46-75,0 1 0,0 0 0,0-1 0,1 1-1,0 0 1,0-1 0,1 1 0,-1-1 0,1 0 0,0 1 0,0-1-1,1 0 1,0 0 0,0 0 0,0-1 0,0 1 0,1-1 0,0 1-1,0-1 1,0 0 0,0-1 0,0 1 0,1-1 0,0 0 0,0 0-1,0 0 1,0-1 0,0 1 0,0-1 0,1-1 0,-1 1 0,1-1-1,-1 0 1,1 0 0,6 0 0,10 1 112,-5-1-12,0 0-1,0-1 1,33-4 0,-48 3-106,-1 0 1,1-1-1,-1 1 1,1 0-1,-1-1 1,1 1-1,-1-1 1,0 1-1,1-1 1,-1 0-1,0 1 1,0-1-1,0 0 1,-1 0-1,1 0 1,0 0-1,-1 0 1,1 0-1,-1 0 1,0 0-1,1 0 1,-1 0-1,0 0 1,0 0-1,-1 0 1,1 0-1,0 0 1,-1 0-1,1 0 1,-1 0-1,1 0 1,-1 1-1,0-1 1,0 0-1,0 0 1,0 0-1,0 1 1,-2-3-1,-5 0 1,1 1 0,-1 0 0,0 0 0,0 1 0,-1 0 0,1 0-1,0 1 1,-1 0 0,1 0 0,-1 1 0,1 1 0,0-1 0,-11 3-1,17-2 0,0 0 0,0 1 0,0-1 0,0 1 0,0-1-1,0 1 1,1 0 0,-1 0 0,1 0 0,-1 0 0,1 0 0,0 0-1,-1 0 1,1 0 0,-1 4 0,-14 42 80,11-32-44,-72 293 713,59-226-619,8-24 4,4 1 1,1-1-1,5 69 1,0-78-17,3 28 441,-3-77-447,-27 6 895,-94-7-1938,120 0-698,1-1-1783,0-3-1482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0 401 4162,'0'0'1174,"0"0"-267,0 0 51,0 0 5,0 0-96,0 0-158,0 0-119,0 0-22,0 0-90,0 0-142,33 7 3375,-25-7-3669,-1-1-1,1 0 1,0-1-1,-1 0 1,1 0-1,-1-1 1,0 1-1,13-8 1,59-40 422,-31 18-333,49-25-252,186-79 1,-234 119 140,0 2 0,1 1 0,0 3-1,75-6 1,905-19 1405,-960 39-1415,1 2 1,-2 4-1,77 19 0,204 69-7,-226-59 30,-65-22-28,25 8-12,150 63 0,-210-76 8,0 2 0,-1 0 0,-1 1 0,-1 1 0,0 2 0,0 0 0,-2 1 1,0 0-1,-1 2 0,25 35 0,-33-39 3,13 20 92,41 48 1,-57-75-65,2 0 0,-1-1 1,1 0-1,0 0 0,1-1 1,0 0-1,0-1 0,0 0 0,1-1 1,12 5-1,-21-9 7,-1-1 1,1 1-1,0-1 1,-1 1-1,1-1 1,0 0-1,-1 0 1,1 1-1,0-1 1,-1 0-1,1-1 0,0 1 1,-1 0-1,1 0 1,0-1-1,-1 1 1,1-1-1,-1 1 1,1-1-1,-1 0 0,1 0 1,-1 1-1,1-1 1,-1 0-1,0 0 1,1-1-1,-1 1 1,0 0-1,0 0 0,0-1 1,0 1-1,0 0 1,0-1-1,0 1 1,0-1-1,-1 1 1,1-1-1,-1 1 1,1-1-1,-1 0 0,1-3 1,1-8 103,0 0 1,-1 0 0,0-1-1,-2-18 1,1 14-75,3-118-112,-3 136 32,0 0-21,0 2-82,0 43 45,10 65 1,-7-91 60,0-1 1,1 0-1,1-1 1,1 1-1,1-1 1,13 25-1,-20-41 10,1 1-1,0 0 0,0-1 0,0 1 1,0 0-1,0-1 0,0 1 1,0-1-1,1 0 0,-1 1 0,1-1 1,-1 0-1,1 0 0,-1 0 1,1 0-1,0 0 0,-1 0 0,1 0 1,0-1-1,0 1 0,-1 0 1,1-1-1,0 0 0,2 1 0,-4-24 58,-3 10-95,0 1 0,0-1 0,-1 1 0,-1 0 1,0 0-1,-10-18 0,-8-19-14,13 24 38,2 6-8,1 0 0,0-1 0,1 1 0,1-1-1,1 0 1,-2-31 0,6 50-14,4 1 16,1 1 1,-1 0 0,0 0-1,0 0 1,0 0 0,0 1-1,0-1 1,0 1 0,0 0-1,0 1 1,-1-1 0,1 0-1,-1 1 1,1 0 0,-1 0-1,0 0 1,0 0 0,-1 1-1,1-1 1,-1 1 0,1-1-1,2 8 1,5 10 4,0 0-1,-2 1 1,6 25-1,-6-22-8,52 154-90,-59-178 110,-6 1 104,2-2-37,-340 0 1216,317 6-1204,21-2-687,17-2-1581,14-2-3201,7 0-5506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6259,'0'0'1985,"0"0"-643,0 0-126,0 0 129,0 0-254,0 0-488,0-1-597,0 1 0,1 0 0,-1 0 1,0-1-1,0 1 0,0 0 0,0 0 0,1 0 0,-1-1 0,0 1 1,0 0-1,0 0 0,1 0 0,-1-1 0,0 1 0,0 0 0,1 0 0,-1 0 1,0 0-1,0 0 0,1 0 0,-1 0 0,0 0 0,1 0 0,-1 0 1,0 0-1,0 0 0,1 0 0,-1 0 0,0 0 0,1 0 0,-1 0 1,0 0-1,0 0 0,1 0 0,-1 0 0,0 0 0,0 0 0,1 1 0,-1-1 1,0 0-1,0 0 0,0 0 0,1 0 0,-1 1 0,0-1 0,0 0 1,0 0-1,1 1 0,-1-1 0,0 0 0,0 0 0,0 1 0,0-1 1,0 0-1,0 0 0,0 1 0,1-1 0,-1 0 0,0 0 0,0 1 0,0-1 1,0 0-1,0 1 0,0-1 0,0 0 0,-1 0 0,1 1 0,0-1 1,5 21 212,-1-1 0,0 1 0,-2-1 1,0 25-1,2 9 104,12 85 187,2 12-513,-13-51-2916,-5-98-392,0-2-2414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1 313 1185,'0'-21'4884,"2"-71"-3235,-1 85-1560,0 0 0,0 0-1,1 1 1,0-1 0,0 1-1,0-1 1,1 1 0,0 0-1,0 0 1,1 0 0,-1 0-1,1 1 1,1 0 0,-1-1 0,1 1-1,5-4 1,4-2 277,1 0 1,0 1-1,0 1 1,18-8-1,-17 10-242,-1 1-1,1 1 0,-1 1 1,1 0-1,0 1 0,1 0 1,-1 2-1,28 0 0,-41 1-119,0 0 0,0 0 0,1 0-1,-1 1 1,0 0 0,0-1 0,0 1 0,0 1-1,0-1 1,0 0 0,0 1 0,0-1-1,-1 1 1,1 0 0,-1 0 0,1 0 0,-1 0-1,4 4 1,-2-1-6,0 1 0,-1-1 0,0 1-1,0 0 1,0 0 0,-1 0 0,0 0 0,3 12-1,-2 0 18,0 0-1,-1 0 1,-2 1-1,1-1 1,-6 35-1,3-42 1,-1 1 0,-1 0 0,0-1 0,0 0 1,-1 1-1,-1-2 0,0 1 0,0-1 0,-11 13 0,2-5-8,0 0 0,-2-1 0,-32 27 0,42-39 40,-1 0 0,1-1 0,-1 0 0,0 0 0,-1 0 1,1-1-1,-1 0 0,1-1 0,-1 0 0,0 0 0,0-1 0,0 0 0,0-1 1,-10 0-1,21-40 636,0 39-671,1 1 1,-1-1 0,0 0-1,0 1 1,0-1 0,1 1-1,-1 0 1,0 0 0,1 0-1,-1 0 1,0 0 0,0 0 0,1 1-1,-1-1 1,0 1 0,0-1-1,0 1 1,1 0 0,-1 0-1,0 0 1,0 0 0,0 0-1,0 1 1,-1-1 0,1 0-1,0 1 1,3 3 0,6 6 26,-1 1 1,0 1 0,10 15-1,-1-1 27,-10-15-52,1-1 0,-1 0 0,2-1 0,0 0 0,0-1 0,0 0 1,1-1-1,0 0 0,1 0 0,0-2 0,0 0 0,1 0 0,-1-1 1,1-1-1,0 0 0,1-1 0,-1 0 0,0-1 0,21 0 0,-34-3-17,0 1 0,-1-1 0,1 0 0,0 1 0,-1-1-1,1 0 1,-1 1 0,1-1 0,-1 0 0,1 0-1,-1 1 1,1-1 0,-1 0 0,0 0 0,1 0 0,-1 0-1,0 0 1,0 1 0,0-1 0,1 0 0,-1 0-1,0 0 1,0 0 0,0 0 0,-1-2 0,1-34-121,-1 27 93,3-28-18,0 26 40,-2 1 1,1-1 0,-2 0 0,1 1 0,-1-1-1,-5-17 1,5 28-10,0 16-359,1-10 374,0 0 0,0 1 1,0-1-1,1 0 0,0 1 0,0-1 0,0 0 0,1 0 0,-1 0 0,1 0 0,0 0 0,1 0 0,-1 0 0,1-1 0,0 0 0,0 1 0,1-1 0,-1 0 0,1 0 0,0-1 0,0 1 0,0-1 0,0 0 0,1 0 0,-1 0 0,1 0 0,0-1 0,0 0 0,0 0 0,0 0 0,0-1 1,0 0-1,0 0 0,1 0 0,10 0 0,1 1 12,1-2-1,30-2 1,-47 1-3,1 1 0,-1-1 0,1 0 0,-1 0-1,0 0 1,1 0 0,-1 0 0,0-1 0,0 1-1,0 0 1,0-1 0,0 1 0,0 0 0,0-1 0,0 1-1,-1-1 1,1 1 0,-1-1 0,1 0 0,-1 1-1,1-1 1,-1 0 0,0 1 0,0-1 0,0 0-1,0 1 1,0-1 0,0-2 0,-4-51 194,3 49-198,-1 0 1,0 0 0,-1 0 0,1 1 0,-1-1 0,0 1 0,-1 0 0,1 0-1,-1 0 1,0 0 0,-1 0 0,1 1 0,-1 0 0,1 0 0,-9-5 0,6 4 3,0 0 0,0 0 0,-1 1 1,0 0-1,0 1 0,0 0 0,0 0 1,0 1-1,-1 0 0,-14-2 0,18 3-4,1 1 0,-1 0-1,0 0 1,0 1 0,0-1-1,0 1 1,1 0 0,-1 0-1,0 0 1,1 1-1,-1 0 1,1 0 0,0 0-1,-1 0 1,1 1 0,0 0-1,0 0 1,1 0 0,-1 0-1,1 0 1,-1 1 0,1-1-1,0 1 1,0 0 0,1 0-1,-1 0 1,1 0 0,-4 9-1,2-4-41,1 0 0,0 1 0,0 0 0,1-1 0,0 1 0,0 0 0,1 0 0,1 0 0,0 18 0,0-26-52,0 1 0,0-1 0,0 0 0,0 0 0,0 0-1,1 0 1,-1 0 0,0 0 0,1 0 0,0 0 0,-1 0 0,1 0 0,0 0 0,0-1-1,0 1 1,1 0 0,-1 0 0,0-1 0,0 1 0,1-1 0,-1 1 0,1-1 0,0 0-1,-1 1 1,1-1 0,0 0 0,0 0 0,0 0 0,-1 0 0,1-1 0,0 1 0,0 0 0,0-1-1,0 0 1,0 1 0,1-1 0,-1 0 0,0 0 0,4 0 0,14 0-3774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2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1 342 2257,'0'0'4122,"0"0"-2735,0 0-827,0 0 414,0 0-293,5 10-348,0-3-304,0 0-1,0 0 0,0 0 1,1-1-1,0 1 1,1-1-1,-1-1 1,1 1-1,0-1 1,1 0-1,-1-1 1,1 0-1,0 0 0,11 3 1,7 5 373,30 10-2049,-52-21 1410,-1 0 0,0-1-1,0 1 1,0-1 0,0 1 0,0-1 0,1 0 0,-1 0 0,0 0-1,0-1 1,0 1 0,1-1 0,-1 0 0,5-1 0,-6-1 301,0 1 0,0 0-1,-1-1 1,1 1 0,-1-1 0,1 0 0,-1 0 0,0 1 0,0-1 0,0 0 0,0 0-1,-1 0 1,1 0 0,-1-4 0,4-10 450,5-17 186,-6 20-312,1 1 0,0 0 0,0 0 0,1 0-1,1 0 1,12-20 0,-15 31-351,-1 0 0,1 0 0,0 0 1,0 0-1,0 0 0,0 0 0,1 1 0,-1-1 0,0 1 0,1 0 0,-1 0 0,1 1 0,-1-1 0,1 1 0,-1-1 0,1 1 0,-1 0 0,1 0 0,4 1 0,-3 0-39,1-1-1,0 1 0,0 0 0,-1 0 0,1 1 0,0 0 0,-1 0 1,0 0-1,1 0 0,8 7 0,-3-1-8,-8-6 6,0-1 0,-1 1-1,1 0 1,0 0 0,-1 0-1,0 1 1,1-1 0,-1 1-1,0-1 1,0 1 0,0 0-1,0-1 1,-1 1 0,1 0-1,1 6 1,-27-9 1136,-23-2-901,26 1 12,1 1-1,-36 3 1,50-2-214,1 0-1,-1 0 1,1 0 0,0 1 0,-1 0-1,1 0 1,0 0 0,0 1 0,0 0 0,1 0-1,-1 0 1,1 0 0,-1 1 0,-5 6-1,4-2-27,0 1 0,0-1 0,1 1 0,0 0 0,1 0-1,0 0 1,-4 14 0,7-20 0,0 0-1,0 0 1,0 0 0,1 1-1,-1-1 1,1 0 0,-1 0-1,1 1 1,0-1 0,1 0-1,-1 1 1,0-1 0,1 0-1,0 0 1,0 0 0,0 1-1,0-1 1,0 0-1,1 0 1,-1 0 0,1-1-1,0 1 1,0 0 0,0-1-1,0 1 1,3 2 0,3 0 8,1 0 1,-1 0-1,1 0 1,0-2-1,1 1 0,-1-1 1,1 0-1,-1-1 1,11 2-1,3-2-355,1 0-1,41-2 1,-62-1 285,0 0-1,0 1 1,-1-1 0,1-1 0,0 1-1,-1 0 1,1-1 0,-1 1-1,1-1 1,-1 0 0,0 0 0,0 0-1,1 0 1,-1 0 0,-1 0-1,1 0 1,0-1 0,0 1 0,-1-1-1,2-2 1,27-63-184,-24 52 242,5-10 88,-2-2-1,-1 1 1,-1-1 0,-1 0 0,-1 0 0,-2-1-1,-1 0 1,-1 1 0,-5-50 0,2 71-2,0 0 0,-1 1 0,0-1 0,0 1 0,0 0 0,-1 0 0,0 0 1,0 1-1,0-1 0,-1 1 0,0 0 0,0 0 0,0 0 0,-1 1 0,1 0 0,-1 0 1,0 1-1,0-1 0,-1 1 0,1 0 0,0 1 0,-1 0 0,0 0 0,0 0 0,0 1 1,-10-1-1,15 2-73,1 0-1,0 0 1,0 0 0,0 0 0,0 0 0,0 0 0,0 1 0,0-1 0,0 0 0,-1 1 0,1-1 0,0 1 0,0-1 0,0 1 0,1-1 0,-1 1 0,0 0-1,0 0 1,0-1 0,0 1 0,1 0 0,-1 0 0,0 0 0,1 0 0,-1 0 0,1 0 0,-1 0 0,0 1 0,-4 33 59,5-30-51,-2 45 40,2 1 0,2-1 0,2 0 1,12 52-1,-11-78-54,1 0-1,1-1 1,2 1-1,0-2 1,1 1 0,1-1-1,1-1 1,1 0-1,1 0 1,23 25 0,-31-41 0,1 1 1,0-1 0,0-1 0,0 1 0,0-1-1,1 0 1,0-1 0,0 0 0,0 0 0,0-1 0,0 0-1,1 0 1,-1-1 0,0 0 0,1 0 0,-1-1-1,1 0 1,-1-1 0,1 0 0,13-3 0,-21 4-9,0-1 0,0 1 1,0-1-1,0 0 0,0 1 1,0-1-1,0 0 1,0 0-1,0 0 0,0 0 1,-1 0-1,1 0 0,0 0 1,-1 0-1,1 0 0,0 0 1,-1 0-1,1 0 1,-1 0-1,0-1 0,1 1 1,-1 0-1,0 0 0,0-1 1,0-1-1,1-40-231,-2 31 134,1-10 6,0-15 11,0 27 25,1 13-38,0 2 102,1 0-1,-1 0 1,1 0-1,0 0 1,1 0 0,-1 0-1,1 0 1,0-1 0,0 1-1,0-1 1,1 0-1,-1 0 1,1 0 0,0 0-1,0-1 1,5 4 0,-6-5-17,1 1 0,-1-1 1,1 0-1,0 0 0,-1 0 1,1-1-1,0 1 0,0-1 1,0 0-1,0 0 0,0-1 1,0 1-1,1-1 0,-1 0 1,0 0-1,0 0 0,0 0 1,0-1-1,0 0 0,1 0 1,-1 0-1,6-2 0,-9 2-147,1 0-1,-1 0 0,1 0 0,-1 0 0,0 0 0,0 0 0,1 0 0,-1 0 1,0 0-1,0 0 0,0-1 0,0 1 0,-1-1 0,1 1 0,0 0 0,0-1 0,-1 1 1,1-1-1,-1 1 0,0-1 0,1 0 0,-1-2 0,1-14-5103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3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11093,'0'0'1073,"0"0"-801,0 0 352,0 0 192,0 0-560,0 0-127,0 0-49,32 36-80,-16-29-3362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3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128 112 11637,'0'0'1038,"0"0"-563,0 0 0,0 0 208,0 21-96,3 66-326,-3-85-254,0-1 0,1 1 0,-1 0 0,0 0 0,1 0 0,0-1 0,-1 1-1,1 0 1,0-1 0,0 1 0,0-1 0,0 1 0,0-1 0,0 1 0,0-1 0,0 1-1,1-1 1,-1 0 0,0 0 0,1 0 0,-1 0 0,1 0 0,0 0 0,-1 0 0,3 0-1,0 1 22,1-1 0,-1-1 1,1 1-1,-1-1 0,1 0 0,-1 0 0,5 0 0,0-1 73,8 2 10,-10-1-60,0 0-1,0 0 0,0 0 1,1-1-1,-1 0 0,7-2 0,-12 2-37,1 0 0,-1 0-1,0 0 1,0-1 0,0 1-1,0 0 1,0-1 0,-1 0-1,1 1 1,0-1 0,-1 0-1,1 0 1,-1 1 0,1-1-1,-1-1 1,0 1 0,0 0-1,0 0 1,0 0 0,0 0-1,-1-1 1,2-3 0,0-4 74,0 1 1,0-1 0,-1 1-1,-1-1 1,1 0-1,-1 1 1,-1-1 0,0 0-1,0 1 1,-6-18 0,5 22 1,0 0 0,0 0-1,-1 0 1,1 1 0,-1-1 0,-1 1 0,1 0 0,0 0 0,-1 0 0,0 0-1,0 1 1,0-1 0,0 1 0,-1 0 0,1 0 0,-1 1 0,0-1 0,1 1-1,-1 0 1,-11-2 0,5 1-3,-1 0-1,0 1 1,0 1-1,0 0 1,0 0-1,0 1 1,0 1 0,-17 2-1,23-2-147,0 1-1,0-1 1,0 1 0,0 0-1,0 1 1,0-1-1,0 1 1,1 1 0,0-1-1,-1 1 1,1 0-1,0 0 1,1 0 0,-1 0-1,1 1 1,-5 7-1,2 4-2693,7-5-2158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5747,'0'0'987,"0"0"-179,-4 24 243,-3 6-714,2-13-63,1 1 0,2-1 1,-1 1-1,2 34 0,1-49-231,0 0 0,0 0 0,0 0-1,1 0 1,0 0 0,-1 0 0,1 0 0,0 0 0,0 0 0,1-1 0,-1 1 0,1 0 0,-1-1 0,1 1 0,0-1 0,0 0 0,0 1 0,0-1 0,3 2-1,1 0 12,-1-1-1,1 1 1,-1-1-1,1-1 0,0 1 1,0-1-1,0 0 1,12 2-1,1-1 232,1-1 0,-1-1 0,1 0 0,-1-2 0,26-3 0,-41 3-248,-1 0 0,1 0 0,-1 0 0,1 0 0,-1-1-1,1 1 1,-1-1 0,0 0 0,0 0 0,0 0 0,0-1 0,0 1 0,-1-1 0,1 0 0,-1 1-1,1-1 1,-1 0 0,0 0 0,0-1 0,0 1 0,-1 0 0,1-1 0,-1 1 0,0-1 0,2-6-1,-1 0 29,0 0-1,-1 0 1,0 0-1,0 0 1,-1 0-1,0 0 1,-1 0-1,-3-16 0,2 22-34,0-1-1,0 1 0,0 0 0,-1 0 0,1 0 0,-1 0 0,0 0 0,0 0 0,0 1 0,-1-1 0,1 1 0,-1 0 1,0 0-1,0 0 0,0 1 0,0-1 0,-1 1 0,1 0 0,0 0 0,-1 1 0,0-1 0,1 1 0,-1 0 1,0 0-1,-6 0 0,1 0-6,-1-1 0,0 2 0,0-1 0,1 1 1,-1 1-1,0 0 0,0 1 0,1 0 0,-1 0 0,-16 7 1,20-5-50,0-1 0,0 2 1,0-1-1,0 1 1,1 0-1,0 0 1,0 1-1,0-1 1,1 1-1,0 1 0,0-1 1,0 1-1,1 0 1,0 0-1,0 0 1,1 0-1,0 1 0,0 0 1,1-1-1,0 1 1,0 0-1,1 0 1,-1 10-1,2-16-9,0 0 0,0 0 0,1 0 0,-1 0 0,0 0 0,1 0 0,-1-1 0,1 1 0,0 0-1,0 0 1,0 0 0,0-1 0,0 1 0,0-1 0,0 1 0,0 0 0,1-1 0,-1 0 0,1 1 0,-1-1 0,1 0 0,-1 0 0,1 0 0,0 0 0,0 0 0,-1 0 0,4 1 0,3 0-519,0 0 1,-1 0 0,1-1 0,0 0 0,0 0 0,9-1 0,9 0-4086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4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99 6163,'0'0'1486,"0"0"-502,0 0-23,0 0 74,0 0-91,-14-18-71,-41-54-462,44 63-357,5 15-40,5 18-17,1-21 12,-4 64 474,7 96 0,0-137-381,0-1 0,2 0-1,1-1 1,1 1 0,1-1-1,1 0 1,13 24 0,-12-28-74,1-2 1,1 0 0,0 0 0,2-1-1,0-1 1,27 26 0,-31-34-28,0 0 0,1-1 0,0 0 0,0-1 0,0 0 0,1 0 0,0-1-1,0-1 1,0 0 0,0-1 0,1 0 0,21 1 0,-30-4 10,8 2 51,-1-2-1,0 1 1,1-2 0,-1 1-1,16-4 1,-24 3-43,1 0 1,-2 0-1,1 0 1,0 0 0,0-1-1,0 1 1,0-1-1,-1 0 1,1 0-1,-1 0 1,0 0 0,1 0-1,-1-1 1,0 1-1,0-1 1,0 1-1,-1-1 1,1 0 0,-1 1-1,1-1 1,-1 0-1,0 0 1,0 0-1,1-4 1,0-4 10,1-1-1,-2 1 1,1-1-1,-2 1 1,1-1 0,-2 0-1,1 1 1,-2-1 0,0 1-1,0-1 1,-5-13-1,5 20-35,0-1 0,0 1-1,0 0 1,-1 0 0,0 1-1,0-1 1,0 0 0,-1 1 0,1 0-1,-1 0 1,0 0 0,-1 0-1,1 1 1,0-1 0,-1 1-1,0 0 1,0 0 0,0 1-1,0 0 1,0 0 0,0 0-1,-1 0 1,1 1 0,-12-2-1,13 2 2,-1 1-1,0-1 0,0 1 0,1 0 1,-1 0-1,0 1 0,1-1 0,-1 1 1,0 0-1,1 0 0,-1 1 0,1-1 1,0 1-1,-1 0 0,1 0 0,0 1 1,-4 2-1,5-1 2,-1 0-1,1-1 1,0 2 0,0-1 0,1 0 0,-1 0-1,1 1 1,0 0 0,0-1 0,1 1 0,-1 0-1,1 0 1,0 0 0,1 0 0,-1 8 0,0-7 0,0 0 0,1 0 1,0 1-1,0-1 0,0 0 1,1 0-1,0 0 0,0 0 1,1 0-1,-1 0 0,1 0 1,1-1-1,-1 1 0,6 9 1,-3-9 2,0-1 0,0 0-1,0 0 1,1-1 0,0 1 0,0-1 0,0-1 0,0 1 0,0-1 0,1 0-1,-1 0 1,11 2 0,16 3-39,0-1 1,1-2-1,0-1 0,-1-2 0,48-2 1,-53-1-280,-26 0-1858,-2-5-1988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9877,'0'0'1467,"0"0"-653,0 0-401,0 0-18,0 0 600,14 27 214,4 3-941,-8-12-187,0 0 0,-1 1 0,-1 0 0,0 0 0,-2 1 0,7 30 0,0 16 21,-5-22-15,24 75 1,-55-160 500,-7-15-618,26 43 32,0-1 0,1 1 0,0-1 0,2 1 0,-1-1 0,2 1 0,-1-1 0,4-25 0,-2 36-2,0 1-1,1 0 0,-1-1 0,0 1 1,1 0-1,-1 0 0,1 0 0,0 0 0,-1 0 1,1 0-1,0 1 0,0-1 0,0 1 1,0-1-1,1 1 0,-1 0 0,0-1 0,1 1 1,-1 0-1,1 1 0,-1-1 0,1 0 1,-1 1-1,1-1 0,-1 1 0,1 0 0,3 0 1,7-1-11,0 1 0,0 0 1,0 1-1,15 2 1,-23-2 5,-1 0 0,1 0 0,-1 1 0,1 0 0,-1 0 0,1 0 0,-1 0 0,0 0 1,0 1-1,-1 0 0,1 0 0,0 0 0,-1 0 0,6 7 0,1 4-30,-1-1-1,15 31 1,-21-36 31,0 0 0,1 0 0,1 0 0,-1-1 0,1 1 0,0-1 0,0 0 0,1-1 0,0 1 0,0-1 0,1 0 0,0-1 0,0 0 0,9 6 0,-13-10 11,0 0 1,-1 0 0,1 0 0,0 0-1,0 0 1,0-1 0,0 1 0,-1-1-1,1 0 1,0 0 0,0 0 0,0 0-1,0-1 1,0 1 0,0-1 0,3 0-1,-4 0 5,0 0-1,0-1 0,0 1 0,-1 0 1,1-1-1,0 1 0,-1-1 0,1 0 1,-1 1-1,0-1 0,1 0 0,-1 0 1,0 0-1,0 0 0,0 0 0,0 0 1,-1 0-1,1 0 0,-1-1 0,1-2 1,4-26 15,-2 1 0,-1-1 0,-3-35 0,0 20-15,1 44-8,0-1 0,0 0 1,0 1-1,-1-1 0,1 1 0,-1-1 1,0 1-1,0 0 0,0-1 0,0 1 1,0 0-1,0-1 0,-1 1 1,1 0-1,-1 0 0,1 0 0,-1 0 1,0 0-1,0 1 0,0-1 0,0 0 1,0 1-1,0 0 0,0-1 1,0 1-1,-1 0 0,1 0 0,-1 0 1,1 0-1,0 1 0,-1-1 0,0 1 1,1-1-1,-3 1 0,-3-1 10,0 1-1,0 0 1,0 0 0,1 1-1,-1 0 1,0 0-1,1 1 1,-1 0-1,1 0 1,-12 6 0,9-3-97,1 1 0,0 0 0,1 1 0,0 0-1,0 0 1,0 1 0,1 0 0,0 0 0,0 1 0,1 0 0,0 0 0,1 0 0,0 1 0,0 0 0,1 0 0,0 0 0,1 0 0,0 1 0,1-1 0,0 1 0,1 0 0,0 0 0,0-1 0,3 22 0,-2-31-18,0 0 1,0 0-1,0 0 1,0 0-1,0 0 0,0 0 1,0-1-1,0 1 1,1 0-1,-1 0 0,0 0 1,0 0-1,1 0 1,-1-1-1,1 1 1,-1 0-1,1 0 0,-1-1 1,1 1-1,0 0 1,-1-1-1,1 1 0,0 0 1,-1-1-1,1 1 1,0-1-1,0 1 0,-1-1 1,1 0-1,0 1 1,0-1-1,0 0 0,0 0 1,-1 1-1,1-1 1,0 0-1,0 0 1,0 0-1,0 0 0,0 0 1,0 0-1,0 0 1,1-1-1,19 1-4933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6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204 267 7267,'-2'-21'1326,"1"2"-814,-2 0 0,0 0 0,-2 1 0,1-1 0,-2 1 0,-1 0 0,0 1 0,-18-31 0,18 38 38,5 6-270,0 0-1,-1 0 0,1 0 0,-1 0 0,0 1 1,0-1-1,-1 1 0,1 0 0,-7-5 1,10 9-263,-1-1 1,1 1 0,-1-1 0,1 0 0,0 1 0,-1 0 0,1-1 0,0 1-1,0-1 1,-1 1 0,1-1 0,0 1 0,0-1 0,0 1 0,0 0 0,0-1 0,0 1-1,0-1 1,0 1 0,0 0 0,0-1 0,0 1 0,0 0 0,0-1 0,0 1-1,1 0 1,-1 2-12,10 192 1009,50 280 0,-30-280-660,-22-131-272,-3-22-18,20 83 0,-42-146-2780,-12-24-708,11 8 2119,1 4-1674,-34-52-1,6 35 2107,38 43 1344,-1 1 0,1 1-1,-1-1 1,-1 2 0,-8-5 0,16 8 291,1 1-141,4 0 16,17 2-21,-1 0-1,29 7 1,-26-4-520,0-1-1,34 1 0,13-7 12,78 4 243,-147-2-344,0 1-1,0-1 0,-1 1 1,1-1-1,-1 1 0,1-1 0,0 1 1,-1 0-1,1-1 0,-1 1 1,1 0-1,-1-1 0,1 1 1,-1 0-1,0-1 0,1 1 1,-1 0-1,0 0 0,0 0 1,0-1-1,1 1 0,-1 0 1,0 0-1,0 0 0,0-1 1,0 1-1,-1 1 0,1 31 76,0-24-31,0 133 122,0-140-167,1 0 1,-1 0-1,0 1 0,1-1 1,-1 0-1,1 0 1,0 0-1,0 0 0,0 0 1,0 0-1,0 0 0,0 0 1,1 0-1,-1-1 0,0 1 1,1 0-1,0-1 0,-1 1 1,1-1-1,0 1 0,3 1 1,-1-1 38,1 0 0,0 0 1,0 0-1,1 0 0,-1-1 0,0 0 1,0 0-1,1 0 0,5 0 0,-3-1 26,-1 0 0,1 0 0,0 0 0,-1-1 0,1 0 0,-1-1 0,1 0-1,-1 0 1,0 0 0,0-1 0,0 0 0,0-1 0,9-5 0,-10 3-44,0-1 0,-1 0 0,1 0 0,-2 0 1,1 0-1,-1-1 0,0 0 0,0 0 0,-1 0 0,0-1 0,0 1 0,-1-1 1,1-9-1,1-14-21,-1 0 1,-2-38-1,-1 61-5,0 7-9,0 1 0,0-1 0,0 0 0,0 1 0,-1-1 0,1 1 0,0-1 0,-1 0 0,0 1 0,1-1 0,-1 1 0,0 0-1,0-1 1,0 1 0,0 0 0,0-1 0,0 1 0,0 0 0,0 0 0,0 0 0,-1 0 0,-1-1 0,-1 0-14,1 0 0,-1 0 0,0 0-1,0 1 1,0 0 0,-1 0 0,1 0 0,-7 0 0,-3 0 1,0 2 0,0-1 0,1 1 1,-25 6-1,21-1-97,0 0 1,1 2 0,-1 0-1,2 0 1,-1 2-1,1-1 1,1 2 0,0 0-1,0 1 1,-22 26 0,29-24-1631,6-7-1792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8580,'0'0'2276,"0"0"-1409,0 0-464,0 0 621,0 0 169,1 15-412,7 85-63,-7-97-700,0 1 0,0-1 0,1 0-1,-1 0 1,1 1 0,0-1 0,0 0 0,0 0 0,0-1 0,0 1 0,1 0 0,-1-1-1,1 1 1,0-1 0,0 0 0,0 0 0,0 0 0,0 0 0,0 0 0,0-1 0,1 0-1,-1 1 1,0-1 0,1-1 0,3 2 0,6 1 12,1-1-1,-1 0 1,1-1 0,0 0-1,18-2 1,-30 0-45,0 1 0,-1-1 1,1 1-1,0-1 0,-1 0 1,1 0-1,-1 0 0,1 0 1,-1 0-1,1 0 0,-1 0 0,0 0 1,0 0-1,1-1 0,-1 1 1,0-1-1,0 1 0,0-1 1,-1 1-1,1-1 0,0 1 0,0-1 1,-1 0-1,1-2 0,12-53-578,-9 34 356,0 8 173,0-1 1,1 1-1,1 0 0,1 0 1,0 1-1,0-1 0,17-21 1,-19 30 60,0 1 0,-1-1 0,2 1 0,-1 0 0,1 1 0,0-1 0,0 1 0,0 0 0,0 1 0,1 0 0,-1 0 0,1 0 0,0 1 0,0-1 0,0 2 1,0-1-1,0 1 0,0 0 0,11 0 0,-14 1 3,4 0 3,0-1 0,0 1-1,0 0 1,0 1-1,0 0 1,0 0 0,0 1-1,0 0 1,0 0 0,-1 1-1,1 0 1,-1 0-1,14 9 1,-11-4 4,-7-6 1,0 0 1,-1 1-1,1-1 0,0 0 0,1 0 0,-1-1 0,0 1 0,1-1 0,6 3 0,-10-4 43,0 0 58,0 0 107,-3-3-172,-1 0-1,1 0 1,-1 0-1,0 0 0,0 1 1,0 0-1,0 0 1,-7-2-1,9 3-26,-6-3-6,-1 1 0,0 0 0,0 0 0,0 1 0,0 0 0,0 1 0,0 0 0,-1 0 0,1 1 0,0 0 0,-1 1 0,1 0 0,-13 3 0,17-3-9,0 1-1,0 0 1,1 0 0,-1 0 0,1 1 0,-1 0 0,1 0 0,0 0 0,0 0 0,1 0 0,-1 1 0,1 0-1,-1 0 1,1 0 0,0 0 0,1 0 0,-1 1 0,1-1 0,0 1 0,0-1 0,0 1 0,0 0 0,1 0-1,0 0 1,-1 8 0,1-5 0,-1-1 1,1 1-1,1 0 0,0 0 0,0-1 1,0 1-1,1 0 0,0 0 0,3 11 0,-2-16 4,0 1-1,0-1 0,0 1 0,1-1 0,-1 0 0,1 0 1,-1 0-1,1 0 0,0 0 0,0 0 0,1-1 0,-1 0 0,0 1 1,1-1-1,-1 0 0,1-1 0,0 1 0,0-1 0,7 2 1,3 1 23,1 0 0,0-2 1,0 0-1,24 1 1,-33-3-14,1 0 1,-1 0-1,1-1 0,-1 0 1,1 0-1,-1 0 0,1-1 1,-1 0-1,0 0 1,0-1-1,0 0 0,10-6 1,-2-4 13,-1 0 0,22-28-1,-24 27-98,0 1 0,0 1 0,24-20 0,-35 32 62,0 0 1,0-1-1,0 1 1,0 0-1,1 0 0,-1 0 1,0 0-1,0 0 1,1 0-1,-1 0 1,0 0-1,0 0 0,0 0 1,1 0-1,-1 0 1,0 0-1,0 0 0,1 0 1,-1 0-1,0 0 1,0 0-1,0 0 0,1 0 1,-1 0-1,0 0 1,0 0-1,0 0 0,1 0 1,-1 1-1,0-1 1,0 0-1,0 0 0,0 0 1,1 0-1,-1 1 1,0-1-1,0 0 0,0 0 1,0 0-1,0 0 1,0 1-1,1-1 0,-1 0 1,0 0-1,0 1 1,0-1-1,0 0 0,4 20-66,-2 24 156,-2-42-88,-1 1 18,1 0 1,0 0-1,0 0 0,0 0 1,1 0-1,-1 0 0,1 0 1,-1 0-1,1 0 0,0 0 0,0 0 1,0-1-1,1 1 0,-1 0 1,1-1-1,-1 1 0,1-1 1,0 0-1,0 1 0,0-1 1,0 0-1,0 0 0,1 0 1,-1-1-1,4 3 0,1-1-1,0-1 0,0 0-1,0-1 1,1 1-1,-1-1 1,1-1 0,-1 1-1,15-2 1,-20 1-141,1 0 0,-1 0 0,0 0 0,0 0 0,0 0 1,0 0-1,0-1 0,0 1 0,0-1 0,0 1 0,0-1 0,0 0 0,0 0 1,0 0-1,0 0 0,0 0 0,0 0 0,-1-1 0,1 1 0,-1 0 0,1-1 1,1-2-1,4-10-3956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11733,'0'0'2738,"0"0"-2178,0 0-384,0 0 560,0 0 385,0 0-1009,0 0 32,-11 53-144,49-30-80,-25-15-2241,0-4-1505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9700,'0'0'977,"0"0"-78,0 0 179,6 21 85,1-2-859,24 96 1102,-30-110-1329,0 0 1,0 0-1,1 0 0,0 0 1,0-1-1,0 1 0,1-1 0,-1 1 1,1-1-1,0 0 0,1 0 1,-1 0-1,0 0 0,1-1 1,0 1-1,0-1 0,0 0 0,5 3 1,-1-3 31,1 1 0,-1-1 1,0 0-1,1-1 0,0 0 0,-1 0 1,1-1-1,0 0 0,14-1 0,-21 0-97,1-1 0,-1 1 0,0 0-1,0-1 1,0 0 0,0 0-1,1 1 1,-1-1 0,0 0 0,0-1-1,-1 1 1,1 0 0,0-1 0,0 1-1,0-1 1,-1 1 0,1-1 0,-1 0-1,0 1 1,1-1 0,-1 0 0,0 0-1,0 0 1,0 0 0,0 0 0,0-1-1,-1 1 1,1 0 0,-1 0 0,1 0-1,-1-1 1,0-1 0,2-13-8,0 0-1,-1-1 1,-2-21 0,0 17-52,1 18 47,0 0 0,0 0 0,0 0 0,0 0 0,-1 0 0,1 0-1,-1 0 1,0 0 0,-1 0 0,1 1 0,-1-1 0,1 0 0,-1 1 0,0 0 0,0-1-1,-1 1 1,1 0 0,-6-5 0,4 5 2,-1 0-1,1 1 0,-1-1 1,0 1-1,0 0 0,0 1 1,0-1-1,0 1 0,0 0 1,0 0-1,-1 1 0,1-1 1,-9 2-1,10-1 7,-1 1 0,1 0 0,0 0 0,0 0 1,0 0-1,0 1 0,0 0 0,0-1 0,0 1 0,1 1 0,-1-1 0,1 1 0,0-1 0,-1 1 1,1 0-1,0 0 0,1 0 0,-1 1 0,0-1 0,1 1 0,0-1 0,-2 5 0,-18 43-874,15-1-3447,7-47 109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6259,'0'0'1497,"0"0"-740,0 0 414,0 0 489,0 0-449,16 7-93,47 24-67,-60-28-937,0 1 0,-1-1 0,1 0-1,0 1 1,-1 0 0,0-1 0,0 1 0,0 0-1,0 0 1,-1 0 0,0 0 0,0 0 0,0 1-1,0-1 1,0 0 0,-1 0 0,0 1 0,0-1-1,-1 7 1,4 23 262,-5-52-999,1-1-1,1 1 1,0 0-1,1 0 1,5-22 0,-4 34 560,1 0 0,0 0 0,0 0 0,0 1 0,1-1 0,0 1 0,0 0 0,1 0 0,-1 0 0,1 1 0,0-1-1,0 1 1,1 0 0,11-6 0,-9 5-13,1 1-1,0 0 1,0 0-1,0 0 1,0 1-1,1 1 1,0 0-1,-1 0 1,15 0-1,-23 2 87,1 0 0,-1 0 0,0 1-1,1-1 1,-1 1 0,0-1-1,0 1 1,0 0 0,0-1-1,1 1 1,-1 0 0,0 0-1,0 0 1,0 0 0,-1 0 0,1 0-1,0 0 1,0 0 0,0 0-1,-1 0 1,1 0 0,-1 1-1,1-1 1,-1 0 0,1 0 0,-1 1-1,0-1 1,1 0 0,-1 2-1,6 50 547,-5-35-335,0-13-126,-1 0-1,1 0 1,0 0 0,0 0 0,1 0 0,-1-1 0,1 1 0,0-1 0,1 1 0,-1-1 0,1 0 0,3 5 0,-3-7-65,-1 1-1,1-1 1,0 0 0,0 0 0,0-1 0,0 1 0,1 0 0,-1-1-1,0 0 1,1 0 0,-1 0 0,1 0 0,-1-1 0,1 1 0,-1-1-1,1 0 1,4 0 0,3 0 27,-1 0-1,1-1 1,-1 0-1,21-6 1,-29 7-150,1-1 0,-1 0 0,1 0 1,-1 0-1,0 0 0,0 0 0,1 0 1,-1-1-1,0 1 0,0-1 0,0 0 0,0 1 1,-1-1-1,1 0 0,0 0 0,-1 0 1,1 0-1,-1-1 0,0 1 0,0 0 0,0 0 1,0-1-1,0 1 0,0-1 0,-1 1 1,1-5-1,0-10-2973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28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12005,'0'0'817,"0"0"-657,0 0 720,0 0 769,-5 137-320,5-80-321,0 0-544,-5-4-143,-3-3-289,0-5 16,0-2-48,3-36-241,2-2-3472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3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6403,'0'0'2321,"0"0"-947,0 0-144,0 0 221,0 0 43,0 0-648,0 0-537,0 2-234,5 78 336,25 143 0,-14-127-360,14 34-809,-28-126-1718,-2-4-1398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2 265 9252,'0'0'801,"0"0"-17,0 0-13,-1-22 184,2-72-45,-1 90-879,1 1 0,0-1 0,0 1 0,0-1 0,0 1 0,0-1 0,1 1 0,0 0 0,-1 0 0,1-1 0,0 1 1,1 1-1,-1-1 0,1 0 0,-1 0 0,1 1 0,0 0 0,0-1 0,0 1 0,0 0 0,5-2 0,4-4 14,4-3-8,2 0 0,0 1 0,0 0 0,20-6 0,-29 13-29,1 0 0,-1 0-1,1 1 1,-1 0 0,1 1 0,0 0 0,0 1 0,0 0 0,-1 0 0,18 4 0,-22-3-4,-1 1 0,0 0 0,0 0 0,0 1 0,0-1 0,-1 1 0,1 0 0,0 0 0,-1 0 0,0 0 0,0 0 0,0 1 0,0 0 0,-1-1 0,1 1 0,-1 0 0,0 0 0,0 1 0,0-1 0,1 5 0,2 6 24,0 0-1,-1 1 1,-1 0-1,3 23 1,-5 173 54,-2-207-110,1 0-1,-1-1 1,0 1 0,0 0-1,0-1 1,-1 1-1,1-1 1,-1 1-1,0-1 1,0 0-1,-1 1 1,1-1-1,-1-1 1,0 1-1,0 0 1,-1-1-1,1 1 1,0-1-1,-1 0 1,0 0-1,0 0 1,0-1-1,0 1 1,-6 1-1,0 0-74,0 0 0,0-1 0,-1 0-1,1-1 1,-1 0 0,1-1-1,-1 0 1,1 0 0,-22-3 0,16-9 124,11 7-74,4 13-390,1-2 442,1 0 0,0-1-1,0 1 1,1-1 0,-1 1 0,1-1 0,1 0 0,-1 0 0,1 0 0,0 0 0,0 0 0,1 0 0,0-1 0,0 0-1,0 0 1,1 0 0,0 0 0,-1-1 0,2 1 0,-1-1 0,0-1 0,1 1 0,11 5 0,-2-2-13,0-1 1,1 0-1,0-1 1,0 0 0,0-2-1,0 0 1,1-1-1,27 1 1,84-3-320,-127-3 122,0 0 0,-1-1 0,1 1 0,-1 0 0,1 0 0,-1-1 0,0 1 0,0 0 0,-1-4 0,1 2 98,0-92 673,0 96-69,9 21-136,-2-1-205,1 0 1,1-1-1,0 0 0,22 28 1,-26-40-135,0 0 0,0 0 0,1-1 0,0 0 1,0 0-1,0-1 0,1 1 0,0-1 1,-1-1-1,1 1 0,1-1 0,-1 0 1,0-1-1,1 0 0,13 2 0,-11-2-2,-1 0 5,1-1 0,-1 0 0,1-1-1,12 0 1,-21 0-17,0-1-1,1 1 1,-1 0 0,0 0 0,1 0-1,-1-1 1,1 1 0,-1-1 0,0 1-1,0-1 1,1 0 0,-1 1 0,0-1-1,0 0 1,0 0 0,0 0 0,0 0-1,0 0 1,0 0 0,0 0 0,0 0-1,0 0 1,-1 0 0,1 0 0,0-1-1,-1 1 1,1 0 0,-1 0 0,1-1-1,-1 1 1,0-1 0,0 1 0,1 0 0,-1-1-1,0-1 1,0-2 13,0 1 1,0-1-1,0 0 0,-1 0 1,0 1-1,0-1 1,0 0-1,0 1 0,-1-1 1,0 1-1,-2-6 0,-2 3 2,1 1 0,-1-1 0,0 1 0,0 1 0,-10-8-1,6 6 10,1-1-1,-1 2 1,-1 0-1,1 0 1,-1 0-1,0 2 1,-1-1-1,-13-3 1,20 7-22,1 0 0,0 0 1,0 1-1,-1-1 1,1 1-1,0 0 1,-1 0-1,1 1 0,0-1 1,0 1-1,-1 0 1,1 0-1,0 0 1,0 1-1,0-1 0,0 1 1,0 0-1,0 0 1,1 0-1,-1 1 1,1-1-1,-1 1 0,1 0 1,0 0-1,-5 7 1,4-4-96,0 0 0,1 0 0,0 0 0,0 1 0,1-1 0,0 1 0,0 0 0,0-1 1,1 1-1,0 0 0,0 0 0,1 0 0,0 9 0,3-11-2075,13-5-2826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5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1 385 3298,'0'0'5042,"0"0"-3596,0 0-1086,0 0 291,0 0 3,4 17-302,16 55-275,-18-66-70,1-1 1,0 0-1,0-1 1,0 1-1,1-1 0,-1 1 1,1-1-1,0 0 1,0 0-1,1 0 0,-1-1 1,1 0-1,-1 0 0,10 5 1,-5-4-35,0 0-1,0-1 1,1 0 0,0 0 0,-1-1-1,15 1 1,31-2-1758,-54-4 1754,0 0 0,0 0 0,0 0 0,-1 0 0,1-1 0,-1 1 0,0 0 0,0 0-1,0 0 1,0-1 0,-1-4 0,1 2 9,-7-80 423,4 63 98,1-1 0,1-44-1,2 67-474,0-1-1,0 1 1,0-1-1,1 1 1,-1-1-1,0 1 1,1 0 0,-1 0-1,0 0 1,1 0-1,0 0 1,-1 0-1,1 0 1,-1 0-1,1 1 1,0-1-1,0 1 1,-1-1-1,1 1 1,0 0-1,0-1 1,0 1-1,-1 0 1,1 0 0,0 0-1,0 1 1,2-1-1,55 7 217,-50-4-209,0 0 0,-1 1 0,0 0 0,0 1-1,0 0 1,0 0 0,-1 1 0,7 6 0,-63-9 2023,-2-6-1713,37 2-237,0-1-1,1 2 1,-1 0 0,-23 3-1,34-1-99,0-1-1,0 1 0,0-1 1,0 1-1,1 0 1,-1 0-1,0 0 1,1 0-1,0 1 1,-1-1-1,1 1 0,0 0 1,0-1-1,0 1 1,1 0-1,-1 0 1,1 0-1,0 0 0,-1 0 1,1 0-1,1 1 1,-1-1-1,0 0 1,1 1-1,-1 5 1,0 9 16,0 0 0,0 0 1,4 24-1,-3-36-43,1-1 0,0 0 1,1 0-1,-1 0 0,1 0 0,0 0 1,0-1-1,1 1 0,-1 0 1,1-1-1,0 0 0,0 1 0,1-1 1,-1-1-1,1 1 0,0 0 0,0-1 1,0 0-1,0 0 0,1 0 1,-1 0-1,1-1 0,5 3 0,2-1-43,-1 0-1,0-1 1,1 0-1,-1 0 0,1-1 1,0-1-1,0 0 1,0-1-1,13-1 1,-22 1 56,-1-1 1,1 1-1,0-1 1,-1 1-1,1-1 1,-1 0-1,1 0 1,-1 0-1,0-1 1,0 1-1,1-1 1,-1 1-1,0-1 1,0 0-1,0 1 1,0-1-1,2-4 1,0 1 16,-1-1 1,0 0-1,0 0 1,0 0-1,0 0 1,2-12-1,0-7 117,0 1 0,0-45-1,-5 63-98,0-265 370,-2 260-395,0 0 1,0 1-1,-1-1 0,0 0 0,-1 1 1,0 0-1,-8-14 0,9 20 18,0-1 1,0 0-1,0 0 0,0 1 0,0 0 0,-1 0 0,0 0 0,0 0 0,0 0 0,-1 1 0,1 0 0,-1 0 0,1 0 0,-1 0 0,0 1 0,-8-3 0,13 6-5,-1-1-1,1 1 1,-1 0-1,1 0 1,0 0-1,-1-1 1,1 1-1,0 0 0,-1 0 1,1 0-1,0 0 1,0 0-1,0-1 1,0 1-1,0 0 0,0 0 1,0 0-1,0 0 1,0 0-1,1 1 1,-1 3 14,0 30 51,6 135 302,-4-150-335,2 0 1,0 0-1,1 0 1,1-1-1,1 0 1,13 28-1,-8-25-14,1 0 1,1 0-1,1-2 0,1 0 1,19 19-1,-25-29-31,1 0 0,0-1 0,1-1 1,0 1-1,0-2 0,1 0 0,0 0 0,0-1 0,0-1 0,17 5 0,-30-10-31,1 0 1,-1 0-1,0 0 0,1 0 0,-1 0 0,0 0 0,1 0 0,-1 0 0,1 0 0,-1 0 0,0 0 0,1-1 0,-1 1 1,0 0-1,1 0 0,-1 0 0,0 0 0,0-1 0,1 1 0,-1 0 0,0 0 0,1 0 0,-1-1 0,0 1 0,0 0 0,0 0 1,1-1-1,-1 1 0,0 0 0,0-1 0,0 1 0,0 0 0,1-1 0,-1 1 0,0 0 0,0-1 0,0 1 0,0 0 1,0-1-1,0 1 0,0 0 0,0-1 0,0-19-571,-1 13 479,0-21-352,-9-51 1,8 68 508,5 24 93,1-1-1,-1 1 1,2-1 0,0 0 0,0 0-1,1-1 1,1 0 0,-1 0 0,2 0-1,0-1 1,11 12 0,-14-17-151,0 0 0,0 0-1,1 0 1,-1 0 0,1-1 0,0 0 0,0-1 0,1 1 0,-1-1 0,1 0-1,0-1 1,-1 0 0,1 0 0,0 0 0,0-1 0,0 0 0,1 0 0,-1-1-1,0 1 1,0-2 0,0 1 0,0-1 0,9-2 0,-16 3-46,1 0 0,-1 0 0,1-1 0,-1 1 1,0 0-1,1 0 0,-1 0 0,1-1 0,-1 1 0,0 0 1,1 0-1,-1-1 0,0 1 0,1 0 0,-1-1 0,0 1 0,1 0 1,-1-1-1,0 1 0,0-1 0,0 1 0,1 0 0,-1-1 1,0 1-1,0-1 0,0 1 0,0-1 0,1-15-3561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11637,'0'0'1265,"0"0"-993,0 0 208,0 0 145,0 0-513,0 0 160,16-12-208,18 33-64,-21-13-2818,-2 4-6466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35 100 7892,'0'0'1307,"0"0"-592,0 0-243,0 0 446,11 22 101,37 70-221,-45-88-743,-1 0 0,1 0 0,0 0 1,1-1-1,-1 1 0,1-1 0,-1 0 0,1 0 1,0 0-1,0 0 0,0-1 0,0 1 1,1-1-1,-1 0 0,1 0 0,-1-1 0,1 0 1,0 1-1,-1-1 0,1-1 0,0 1 0,0-1 1,0 0-1,0 0 0,-1 0 0,1-1 1,7-1-1,10 1 336,-21 1-369,0 0 1,1 0-1,-1 0 1,0 1 0,1-2-1,-1 1 1,0 0-1,1 0 1,-1 0-1,0-1 1,0 1 0,1 0-1,-1-1 1,0 1-1,0-1 1,0 0 0,0 1-1,0-1 1,2-1-1,1-28 344,-4 30-364,0-10 79,1-10 61,-2 0 0,0 1 0,-1-1 0,0 0 0,-7-21-1,7 37-116,1 0 0,-1-1 0,1 1-1,-1 0 1,-1 0 0,1 0-1,0 0 1,-1 1 0,0-1-1,0 1 1,0-1 0,0 1-1,-1 0 1,1 0 0,-1 0-1,0 1 1,0 0 0,0-1 0,0 1-1,0 0 1,0 1 0,0-1-1,-1 1 1,1 0 0,-1 0-1,1 0 1,-1 1 0,-5-1-1,4 1-30,0 0-1,0 0 1,0 1-1,0 0 1,0 0-1,0 0 1,0 1-1,1-1 1,-1 1-1,1 1 1,-1-1-1,1 1 1,0 0-1,0 0 1,0 1-1,0-1 1,1 1-1,-1 0 1,1 0 0,0 1-1,0-1 1,1 1-1,-1 0 1,1 0-1,0 0 1,0 0-1,1 1 1,-1-1-1,-1 11 1,-6 24-906,9-20-2376,1-9-2912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81 10885,'0'0'808,"0"0"-453,0 0 173,0 0 700,0 0-271,-8 2-679,6-2-264,0 0 1,1 1-1,-1-1 0,0 0 1,0 1-1,1 0 1,-1-1-1,1 1 0,-1 0 1,0 0-1,1 0 1,-1 0-1,1 0 0,0 0 1,-1 0-1,1 1 1,0-1-1,0 0 0,0 1 1,0-1-1,0 1 1,0-1-1,-1 3 0,0 3 58,1 0-1,0 0 0,0 0 0,1 0 0,0-1 0,1 12 0,-1-14-60,0 0 1,0-1 0,1 1-1,0 0 1,0 0-1,0 0 1,0-1-1,1 1 1,-1 0-1,1-1 1,0 1-1,0-1 1,0 0-1,1 0 1,-1 0-1,6 6 1,-2-5 5,-1 0 0,1 0 0,0 0 1,0-1-1,1 0 0,-1 0 0,1-1 0,12 4 0,9-1 42,0-1-1,0-1 1,49-2-1,-62-1-31,-11 1-14,0-1 1,0 0 0,0 0-1,0-1 1,0 1-1,-1-1 1,1 0 0,0 0-1,0 0 1,-1 0-1,1-1 1,-1 1 0,1-1-1,-1 0 1,0 0-1,1-1 1,3-3 0,-4 3 2,-1-1 0,0 0 0,0 0 0,0 0 0,0 0 0,0 0 0,-1 0 0,0 0 0,0-1 0,0 1 0,0 0 0,-1-1 0,0 1 0,0-9 0,0 6 0,1 0-1,-2 0 0,1 1 1,-1-1-1,0 0 0,0 0 0,0 1 1,-1-1-1,0 1 0,-1-1 1,1 1-1,-1 0 0,0 0 0,-1 0 1,0 0-1,0 1 0,0 0 1,0-1-1,-1 1 0,0 1 0,0-1 1,0 1-1,-1 0 0,1 0 1,-13-6-1,11 6 85,0 0-1,-1 0 1,0 1 0,0 0-1,0 0 1,0 1 0,0 0-1,0 0 1,0 1 0,-1 0 0,1 1-1,-1 0 1,1 0 0,0 0-1,-1 1 1,-15 4 0,19-3-108,0 0 1,0 0 0,0 1-1,1-1 1,-1 1 0,1 0-1,0 0 1,-1 0 0,1 1-1,1 0 1,-1 0 0,0 0-1,1 0 1,0 0 0,0 0-1,0 1 1,1 0 0,-1-1-1,1 1 1,0 0 0,1 0-1,-1 0 1,1 1 0,0-1-1,0 0 1,0 10 0,1-10-77,0 0 0,0 0 1,0 0-1,1 0 0,-1 0 1,1 0-1,0 0 0,1 0 0,-1-1 1,1 1-1,0 0 0,0-1 1,0 0-1,1 1 0,0-1 1,0 0-1,0 0 0,0 0 1,0-1-1,6 5 0,-5-5-340,1 0-1,-1 0 0,0-1 1,1 0-1,-1 0 0,1 0 1,0 0-1,-1-1 1,1 0-1,0 0 0,0 0 1,0 0-1,7-1 0,7 0-5607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145 260 4642,'0'0'3660,"-15"-25"-1859,-49-79-926,61 99-732,0 0 0,0 0 0,-1 0 0,1 0 0,-1 1 0,0-1 0,-1 1 0,1 0 0,-9-5 0,-4-4 1674,16 36-1561,1 10-214,-1 6 239,1 0-1,2-1 1,1 1 0,3-1 0,15 58-1,-10-63-137,1-1-1,2 0 1,1-1-1,1-1 0,21 29 1,-31-50-133,0-1-1,1 1 1,0-1-1,1 0 1,0-1 0,0 0-1,0 0 1,1-1-1,0 0 1,0 0 0,0-1-1,1-1 1,0 1 0,0-1-1,0-1 1,0 0-1,1 0 1,-1-1 0,1-1-1,11 1 1,-15-1 35,-1-1 1,1 0-1,0-1 0,0 1 1,-1-1-1,1-1 0,-1 1 1,11-5-1,-15 5-49,0-1 1,0 0-1,0 0 0,0 0 1,0 0-1,0 0 0,0 0 1,0 0-1,-1 0 0,0-1 1,1 1-1,-1-1 0,0 1 1,0-1-1,0 1 0,0-1 1,-1 0-1,1 0 0,-1 1 1,0-1-1,1 0 0,-1 0 1,-1-2-1,2-5-50,0-1-237,-1 1-1,0-1 1,0 0-1,-1 1 0,-4-18 1,5 26 258,-1 0-1,0 0 1,0-1 0,0 1 0,0 0-1,0 0 1,0 0 0,-1 0 0,1 0 0,-1 1-1,1-1 1,-1 0 0,0 1 0,0-1-1,0 1 1,0-1 0,0 1 0,0 0-1,0 0 1,0 0 0,0 0 0,-1 0 0,1 0-1,0 1 1,0-1 0,-1 1 0,1 0-1,-1-1 1,1 1 0,-4 1 0,5-1 33,1 0 0,-1 0 1,0 0-1,1 0 0,-1 0 1,0 0-1,1 0 0,-1 0 1,0 1-1,1-1 0,-1 0 1,1 0-1,-1 1 0,1-1 1,-1 0-1,0 1 0,1-1 1,-1 1-1,1-1 0,0 1 1,-1-1-1,1 1 0,-1-1 1,1 1-1,0-1 0,-1 1 1,1-1-1,0 1 0,0 0 1,-1-1-1,1 2 0,-1 22 17,1-16-2,0-3-3,0 8 34,0 1-1,0-1 1,2 1-1,0 0 1,3 12-1,-3-21-35,0 0 1,0 0-1,0-1 1,1 1-1,-1-1 0,1 0 1,1 0-1,-1 0 1,0 0-1,1 0 1,0-1-1,0 0 0,0 0 1,0 0-1,0 0 1,9 4-1,-7-4-3,1 0 0,0 0 0,0-1 0,1 1 0,-1-2 0,0 1 0,1-1 0,-1 0 0,1-1 0,-1 1 0,1-2 0,-1 1 0,8-2 0,-11 1 2,1 0-1,-1 0 1,0 0 0,1-1 0,-1 1-1,0-1 1,0 0 0,0-1-1,0 1 1,-1 0 0,1-1 0,0 0-1,-1 0 1,0 0 0,0-1 0,0 1-1,0-1 1,-1 1 0,1-1 0,-1 0-1,0 0 1,2-4 0,3-18-104,-1 1-1,-1-1 1,-1 0 0,-2 0 0,0 0-1,-3-38 1,1 33-92,-1 13 103,-1 1 0,-1-1 0,0 1 0,-2-1 0,0 1 0,0 0-1,-2 1 1,0 0 0,-18-31 0,-11-8 523,-55-67-1,72 99-164,-28-34 1660,45 80-1417,1 25-90,3 1-1,1-1 0,3 1 1,20 84-1,72 140 1405,-81-235-1704,1-1 0,2-2 0,1 0 0,2-1 0,30 34 0,-42-57 6,-8-11-8632,-3-8 170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8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3121,'0'0'5080,"0"0"-3132,0 0-1281,0 0 8,0 0-91,0 0-285,-29 3-166,-94 14 38,116-16-140,0 0 0,0 1 1,0-1-1,0 2 0,1-1 1,0 1-1,-1 0 0,1 0 0,0 1 1,0 0-1,0 0 0,1 0 1,0 1-1,0 0 0,-7 7 1,5-4 67,6-7-80,-1 0 0,1 0 0,0 1 0,0-1 0,0 0 0,0 1 0,0-1 0,0 1-1,0 0 1,0-1 0,1 1 0,-1-1 0,0 1 0,1 0 0,-1 0 0,1-1 0,0 1 0,0 0 0,0 0 0,0-1 0,0 1 0,0 0 0,0 0-1,1 2 1,0-3-4,0 1-1,-1-1 0,1 0 1,0 1-1,1-1 0,-1 0 0,0 0 1,0 1-1,0-1 0,1 0 1,-1 0-1,1-1 0,-1 1 1,0 0-1,1 0 0,0-1 0,-1 1 1,1-1-1,-1 1 0,1-1 1,0 0-1,-1 1 0,3-1 0,95 3 386,-61-3-1258,-1 1 0,40 7-1,-66-6 709,0 1 0,-1-1 0,1 2 0,-1-1 0,0 2 0,0-1 0,0 1 0,-1 1 0,0-1 0,0 2 0,13 11 0,-19-16 159,-2-1-1,1 1 1,0 1-1,0-1 0,-1 0 1,1 0-1,-1 1 1,1-1-1,-1 0 0,0 1 1,0 0-1,0-1 1,-1 1-1,1-1 1,0 1-1,-1 3 0,0-4 36,0-1-1,0 1 1,-1-1 0,1 1-1,0-1 1,-1 1-1,1-1 1,-1 0-1,0 1 1,1-1-1,-1 0 1,0 1 0,0-1-1,0 0 1,0 0-1,0 0 1,0 1-1,0-1 1,0 0-1,-1-1 1,1 1-1,0 0 1,-1 0 0,1 0-1,0-1 1,-1 1-1,1-1 1,-3 1-1,-38 11 445,-1-1 0,0-3 0,-1-1-1,0-3 1,-50 0 0,93-4-395,1-2-78,1 1-1,-1-1 1,1 1-1,-1-1 1,1 1 0,0-1-1,0 1 1,-1-1-1,1 1 1,0 0-1,0 0 1,1-1-1,-1 1 1,0 0-1,0 0 1,0 0 0,3-1-1,28-18-54,-22 14 50,24-16-370,1 1-1,1 1 1,1 3-1,0 1 0,59-17 1,-90 31 346,-1 1-1,1 0 1,0 1 0,0-1 0,0 1 0,-1 0-1,10 2 1,-13-2 17,0 1-1,1 0 1,-1 0 0,0 0-1,1 0 1,-1 0-1,0 1 1,0-1 0,0 1-1,0-1 1,0 1 0,0 0-1,-1-1 1,1 1-1,-1 0 1,1 0 0,-1 1-1,2 2 1,5 11 68,1-1 1,0 0-1,1-1 0,24 26 1,-29-35-62,0-1 0,0 0 1,1 0-1,0-1 0,0 1 0,0-1 0,0 0 1,0-1-1,0 1 0,1-1 0,-1-1 1,1 1-1,0-1 0,-1 0 0,1-1 0,8 0 1,-10 1-7,0-1 0,-1 0 1,1 0-1,0 0 1,-1-1-1,1 0 0,-1 0 1,1 0-1,-1 0 1,1-1-1,7-4 0,-10 4 0,0 0 0,0 0 0,0-1 0,0 1 0,-1-1 0,1 0 0,-1 1 0,0-1-1,0 0 1,0 0 0,0 0 0,0 0 0,0 0 0,-1 0 0,0 0 0,0 0 0,0 0 0,0 0-1,0-5 1,0-3 14,-1 0-1,0 1 0,0-1 1,-1 0-1,-1 0 0,1 1 1,-2-1-1,1 1 0,-2 0 1,1 0-1,-1 0 0,-1 1 1,0-1-1,0 1 0,-1 1 1,0-1-1,-14-12 1,15 16 24,0 0 1,-1 0-1,1 1 1,-1-1-1,0 2 1,-1-1-1,1 1 1,-1 0-1,1 0 1,-1 1 0,0 0-1,0 1 1,0 0-1,0 0 1,0 0-1,0 1 1,0 0-1,-16 3 1,21-2-38,0-1 0,0 1 0,0 0 0,0 0 0,0 0 0,0 1 0,0-1 0,1 1 0,-1-1 0,0 1 0,1 0 0,-1 0 0,1 0 0,0 1 0,0-1 0,0 0 0,0 1 0,0 0 0,0-1 0,1 1 0,-1 0 0,1 0 0,0 0 1,-1 0-1,2 0 0,-2 4 0,-1 6-14,0 1 0,1-1 0,1 1 0,0 21 0,1-33-42,0 0 1,0 0-1,-1 0 1,2 0-1,-1-1 1,0 1-1,0 0 1,1 0-1,-1 0 1,1 0-1,-1 0 1,1 0-1,0-1 1,0 1-1,0 0 1,0 0-1,0-1 1,0 1-1,0-1 1,1 1-1,-1-1 1,1 0-1,-1 1 1,1-1-1,-1 0 1,1 0-1,0 0 1,-1 0-1,1 0 1,0 0-1,0-1 1,0 1-1,-1-1 1,1 1-1,0-1 1,0 1-1,0-1 1,0 0-1,0 0 1,3-1-1,14 1-3369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8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 9380,'0'0'1649,"0"0"-1169,0 0 113,0 0 927,0 0-543,0 0-657,-29-10 112,39 46 48,-2-5-368,5 0-32,-2 3-64,-6-3-32,6 0 0,-3 0-528,-8-24-1889,0 0-4866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9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83 764 1697,'0'0'5677,"0"0"-4028,0 0-1401,5-27-80,42-209 302,-40 192-283,-2 1 0,-2-1 0,-2 0 1,-9-82-1,4 112 98,0 0 1,-1 0-1,-1 1 0,0-1 0,-1 1 1,0 1-1,-1 0 0,-1 0 1,0 0-1,0 1 0,-1 0 1,0 1-1,-1 0 0,0 1 0,-14-9 1,23 29-244,2 40 77,2 0 0,3 0 0,18 90-1,67 140 591,-75-244-648,2-2-1,1 0 1,2-1 0,1-1-1,39 47 1,-60-79-54,0-1 0,1 1 0,-1 0 0,1-1 0,-1 1 1,1-1-1,-1 1 0,1-1 0,-1 1 0,1-1 0,-1 1 0,1-1 1,0 0-1,-1 1 0,1-1 0,0 0 0,-1 1 0,1-1 0,0 0 0,-1 0 1,1 0-1,0 0 0,0 0 0,-1 0 0,1 0 0,0 0 0,0 0 1,-1 0-1,1 0 0,0 0 0,1-1 0,-1 0-34,0 0 0,0 0-1,1 0 1,-1-1 0,0 1-1,0-1 1,0 1 0,0-1-1,-1 1 1,1-1 0,0 0 0,-1 1-1,1-3 1,13-72-1842,-12 56 1029,-1 14 666,0 0 0,1 1-1,-1-1 1,1 0 0,0 0 0,4-7-1,-6 13 179,1-1-1,-1 1 0,0-1 0,1 1 0,-1-1 0,0 1 0,1 0 0,-1-1 0,1 1 1,-1-1-1,1 1 0,-1 0 0,1 0 0,-1-1 0,1 1 0,-1 0 0,1 0 1,-1-1-1,1 1 0,-1 0 0,1 0 0,0 0 0,-1 0 0,1 0 0,-1 0 0,2 0 1,-1 1 29,1 0 0,-1-1 1,1 1-1,-1 0 0,1 0 1,-1 0-1,0 0 1,0 0-1,1 1 0,-1-1 1,0 0-1,0 1 0,0-1 1,1 2-1,0 2-7,1-1 0,0 0 0,1-1 0,-1 1 0,1-1 0,0 1 0,-1-1 0,1 0 0,1 0 0,-1-1-1,0 1 1,1-1 0,-1 0 0,1 0 0,0 0 0,6 1 0,28 1-4226,-35-4-2838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3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46 164 5282,'0'0'883,"0"0"390,0 0-339,0 0 136,0 0 15,17 3-442,4 2-503,-9-2-75,0 0 0,-1-1 0,1 0 0,0-1 0,0-1 0,21-1 0,-31 0-20,-1 0-1,1 0 0,-1 0 0,0 0 0,0-1 0,0 1 0,0-1 1,0 1-1,0-1 0,0 1 0,0-1 0,0 1 0,-1-1 1,1 0-1,-1 0 0,1 1 0,-1-1 0,0 0 0,1 0 0,-1 1 1,0-1-1,0 0 0,0 0 0,-1 1 0,1-3 0,-5-51 831,3 50-730,0-1 0,0 1 1,-1 0-1,1 0 0,-1 0 1,-1 0-1,1 0 0,-1 0 0,0 1 1,0 0-1,0 0 0,-7-5 1,8 7-127,1 0-1,-1 0 1,1 0 0,-1 1 0,1-1 0,-1 1 0,0 0 0,0 0 0,0 0-1,0 0 1,0 0 0,0 1 0,0 0 0,0-1 0,0 1 0,0 0-1,0 0 1,0 1 0,0-1 0,0 0 0,0 1 0,0 0 0,0 0-1,1 0 1,-1 0 0,-3 2 0,-1 2-134,1 0 0,0 0 0,1 0 0,-1 1 0,1 0 0,0 0-1,1 0 1,-7 13 0,-3 15-3496,12-12-2886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6931,'0'0'2380,"0"0"-587,0 0-569,0 0-76,0 0-236,-1 1-499,1 13 12,121 419 4809,-104-387-5029,3-1 1,35 62-1,-54-106-183,-1-1-52,-1-23-781,0 15 720,0 1-1,0-1 0,-1 1 0,0 0 1,-1 0-1,1 0 0,-1 0 0,-1 0 1,1 0-1,-1 1 0,0 0 1,-1-1-1,0 2 0,0-1 0,0 0 1,0 1-1,-1 0 0,0 1 0,0-1 1,0 1-1,-1 0 0,1 0 1,-1 1-1,0 0 0,0 0 0,0 1 1,0 0-1,-1 0 0,1 0 0,-1 1 1,1 0-1,-1 1 0,-7 0 1,12 0 100,0 0 1,0 1 0,0-1 0,0 1-1,0 0 1,0 0 0,1 0-1,-1 0 1,0 1 0,0-1 0,1 1-1,-1-1 1,1 1 0,0 0 0,-1 0-1,1 0 1,-4 5 0,2-2 18,0 1-1,0-1 1,1 1-1,-1 0 1,2 1 0,-1-1-1,0 0 1,-1 9 0,2-8-5,1 0 0,0 0 0,0 0 0,0 0 0,1 1 1,0-1-1,1 0 0,1 7 0,-2-11-20,1 0 1,0 1-1,-1-1 0,2 0 1,-1 0-1,0 0 0,1 0 0,-1 0 1,1-1-1,0 1 0,0 0 0,0-1 1,0 1-1,0-1 0,1 0 1,4 4-1,3-1-4,0 0 0,1 0 1,0-1-1,0-1 0,0 0 1,0 0-1,0-1 0,23 1 1,-4-2 20,-1-2 1,40-4 0,-62 4-10,-1 0 1,1 0-1,0-1 0,-1 0 1,1 0-1,-1 0 1,0-1-1,0 0 0,0 0 1,0-1-1,0 0 0,-1 0 1,0 0-1,1 0 1,-2-1-1,1 0 0,6-8 1,-7 6 8,1-1 0,-1 0 0,0-1 0,0 1-1,-1-1 1,0 1 0,-1-1 0,0 0 0,-1 0 0,1 0 0,-1 0 0,-1-12 0,0 11-4,-3-29-45,3 38 29,0 0 1,0 0-1,-1 0 1,1 0-1,-1 0 1,1 0-1,-1 0 1,1 0-1,-1 0 1,0 0-1,1 0 1,-1 0-1,0 0 1,0 1-1,0-1 1,0 0-1,1 1 1,-1-1 0,0 0-1,0 1 1,0-1-1,0 1 1,0-1-1,-1 1 1,1 0-1,0 0 1,0-1-1,0 1 1,0 0-1,-2 0 1,0 28-63,3-13 48,0 0-1,0-1 1,2 1-1,0-1 1,1 0 0,6 20-1,-7-29 15,0 1-1,1-1 1,0-1 0,0 1-1,0 0 1,0-1-1,1 1 1,0-1 0,0 0-1,0 0 1,1-1-1,-1 1 1,1-1 0,0 0-1,0 0 1,0-1 0,0 1-1,0-1 1,0 0-1,7 1 1,-2 0 11,1-1 0,-1 0 0,1-1 0,0 0 0,0-1 0,-1 0 0,1 0 0,17-4 0,-27 3-15,0 0 0,0 1 0,0-1 0,0 0 0,0 0 0,0 0 0,0 0 0,-1 0 0,1 0 0,0 0 0,0 0 0,-1 0 0,1 0 0,-1 0 0,1-1 0,-1 1 0,1 0 0,-1 0 0,0-1 0,0 1 0,0 0 0,0-1 0,0-1 0,0-40-174,0 28 102,0 3 48,-1 0 0,0 0 0,-1 0 0,0 0 0,0 1 0,-1-1-1,-1 1 1,0-1 0,-7-12 0,8 19 81,1 1 0,-1-1-1,0 0 1,-1 1 0,1 0-1,-1 0 1,0 0 0,0 0-1,0 1 1,-1 0 0,1 0 0,-1 0-1,0 0 1,1 0 0,-1 1-1,0 0 1,-1 0 0,1 1-1,0-1 1,-1 1 0,1 0 0,-10 0-1,8 1 19,0 0 0,0 0 0,0 0 0,0 1 1,0 0-1,0 1 0,0-1 0,0 2 0,0-1 0,0 1 0,1-1 0,0 2 0,-11 5 0,14-6-162,-1 1 1,1-1-1,-1 0 1,1 1-1,0-1 0,0 1 1,0 0-1,-3 8 1,3-6-371,1-1 0,0 0 0,1 1 1,-1-1-1,1 1 0,0-1 1,1 1-1,-1 8 0,1-7-5819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7603,'0'0'1308,"0"0"-172,0 0 273,0 0-270,0 0-275,4 25-258,14 80-152,-18-100-424,1 0 1,0 0 0,1-1 0,-1 1 0,1 0-1,0-1 1,0 1 0,0-1 0,0 0 0,1 1-1,0-1 1,0 0 0,0-1 0,0 1-1,1 0 1,-1-1 0,1 0 0,0 0 0,0 0-1,0 0 1,1-1 0,-1 0 0,6 3 0,0-3 21,0 0 0,0 0 0,0-1 0,0 0 0,0-1 1,0 0-1,0-1 0,14-2 0,-20 2-48,0 0 1,-1 0-1,1-1 0,-1 0 1,0 1-1,1-1 0,-1 0 1,0 0-1,0-1 0,0 1 0,0-1 1,-1 0-1,1 1 0,-1-1 1,0 0-1,1 0 0,-1-1 0,0 1 1,-1 0-1,1-1 0,-1 1 1,1-1-1,-1 1 0,0-1 1,-1 0-1,2-6 0,2-12 2,-2-1 0,0 0 0,-1-24 0,-1 43-7,0 2-2,0-1 1,-1 1 0,1-1-1,-1 0 1,1 1-1,-1-1 1,0 1-1,0-1 1,0 1-1,0 0 1,-1-1-1,1 1 1,-1 0 0,1 0-1,-1 0 1,0 0-1,0 0 1,1 0-1,-1 1 1,-1-1-1,1 1 1,0-1-1,0 1 1,-1 0 0,1 0-1,0 0 1,-1 0-1,1 0 1,-1 0-1,1 1 1,-1-1-1,-5 1 1,2-1-5,0 0 1,0 1-1,0 0 1,0 0-1,0 1 1,0 0-1,0 0 1,0 0-1,1 0 1,-1 1-1,0 0 1,1 1-1,-1-1 1,-6 5-1,5-1-7,0 1 0,0-1 1,0 2-1,1-1 0,0 1 0,0 0 0,1 0 0,0 1 1,0-1-1,1 1 0,1 0 0,-1 1 0,1-1 0,1 0 0,0 1 1,0 0-1,0-1 0,2 1 0,-1 0 0,2 13 0,-1-20-6,0 0 0,0-1 0,1 1 0,-1-1 0,1 1 0,-1-1 0,1 1 0,0-1 0,0 1 0,0-1 0,0 0-1,1 1 1,-1-1 0,1 0 0,-1 0 0,1 0 0,0 0 0,4 3 0,-2-1 6,1-1 0,1 0-1,-1 0 1,0 0 0,1-1 0,-1 0 0,13 3 0,4-1-1320,0 0 0,0-2 1,33 0-1,-43-2-2438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101 186 4018,'0'0'2278,"-12"-26"-637,-38-80-264,28 64 38,10 30 36,12 15-1324,-1-1-1,0 0 0,0 1 0,1-1 0,-1 1 0,1-1 0,0 1 0,0-1 0,0 1 0,0-1 0,0 1 0,1 3 0,0 19-448,2 24 675,3-1-1,1 1 1,3-1 0,2 0 0,2-1-1,1-1 1,3 0 0,40 73 0,-51-106-307,1 0 0,0 0 1,1-1-1,0 0 0,1-1 1,0 0-1,1-1 0,13 11 1,-15-15-38,0 0 0,0-1 0,0 0 0,1-1 1,-1 0-1,1-1 0,0 0 0,0 0 0,0-1 0,1 0 1,-1-1-1,15 0 0,-6 0 48,-1-1 0,1 0 0,0-2 0,-1 0 0,1-1 0,21-7 0,-33 7-47,0 0-1,0 0 0,0-1 1,0 0-1,-1 0 0,0-1 1,0 1-1,0-2 0,0 1 0,-1 0 1,0-1-1,0 0 0,0 0 1,-1-1-1,0 1 0,0-1 1,-1 0-1,4-8 0,0-7-87,-1 0-1,-1 0 1,-1 0 0,-1 0-1,-1 0 1,-1-1 0,-2-25-1,1 44 66,0-1-1,-1 1 1,0-1-1,0 1 1,0 0-1,0-1 1,0 1-1,-1 0 1,0 0-1,0 0 1,0 0-1,0 0 0,-1 1 1,0-1-1,1 1 1,-1 0-1,-1-1 1,1 1-1,0 0 1,-1 1-1,1-1 1,-1 1-1,0-1 1,0 1-1,0 0 1,0 1-1,0-1 1,0 1-1,-1 0 1,1 0-1,0 0 1,-1 0-1,1 1 1,0-1-1,-1 1 1,1 1-1,-1-1 1,1 0-1,-1 1 1,1 0-1,0 0 0,0 1 1,-1-1-1,-5 4 1,2-1 44,1 0-1,0 1 1,0 0 0,0 0 0,1 1-1,0 0 1,0 0 0,0 0-1,1 1 1,0 0 0,0 0 0,1 0-1,-4 8 1,2-2 36,0-1-1,1 1 1,0 0 0,1 0-1,0 1 1,1-1-1,-1 20 1,3-28-44,1 1 0,-1 0 0,2 0-1,-1 0 1,1 0 0,-1 0 0,2-1 0,-1 1 0,1 0 0,-1-1 0,2 1-1,-1-1 1,4 7 0,-2-7-3,0-1 0,0 1 0,1-1 1,-1 0-1,1 0 0,0-1 0,0 1 0,1-1 0,-1 0 0,1 0 0,-1-1 1,10 3-1,6 1 28,1-1 1,-1-2-1,1 0 1,0-1 0,-1-1-1,28-2 1,-12 0 59,-27 1-24,1-1 1,-1 0 0,0 0-1,0-1 1,19-6-1,-27 7-191,1 0-1,-1 1 1,1-2-1,-1 1 1,1 0-1,-1 0 1,0-1-1,0 1 1,1-1-1,-1 0 1,0 1-1,-1-1 1,1 0-1,0 0 1,0-1-1,-1 1 1,1 0-1,-1 0 1,0-1-1,0 1 1,0-1-1,0 1 1,0-1-1,0 1 1,-1-1-1,1 0 1,-1-2-1,0-2-3942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65 6195,'0'0'1086,"0"0"-198,0 0 310,0 0 365,0 0-295,0 0-140,-10-11-127,-31-32 52,31 32-207,10 11-523,0 4-400,3 21 129,1 0 0,2 0 1,0 0-1,2-1 0,0 0 1,18 32-1,-8-11-45,6 11-19,3 0 1,56 87-1,-61-106-631,-21-29-118,-15-23 671,4 3 159,1-2 0,0 1 0,0-1 0,2 0-1,0-1 1,0 0 0,1 0 0,1 0 0,1-1-1,0 0 1,1 0 0,1 0 0,0 0 0,1 0-1,1 0 1,0-1 0,1 1 0,4-18 0,-4 31-85,0-1 1,1 0 0,-1 1-1,1-1 1,0 1 0,0 0-1,0-1 1,0 1-1,1 0 1,-1 0 0,1 0-1,-1 1 1,1-1 0,0 1-1,0-1 1,1 1 0,-1 0-1,0 0 1,7-2 0,-2 1-557,1 0 1,0 0 0,0 1 0,-1 0-1,1 0 1,1 1 0,12 1 0,-9 0-5269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51 210 7443,'0'0'1142,"0"0"-630,0 0 420,0 0 492,0 0-623,6-6-527,-1 0-249,0 0-1,0 0 0,-1 0 0,0-1 0,0 0 1,-1 0-1,0 0 0,0 0 0,0 0 0,-1-1 0,0 1 1,-1-1-1,0 1 0,1-15 0,-1 4-16,0 8-43,0 1 1,-1 0-1,0-1 0,-3-16 1,2 26 32,1-1 0,-1 1 0,1 0 0,-1-1 0,1 1 0,-1 0 0,1-1 0,-1 1 0,0 0-1,1 0 1,-1 0 0,1 0 0,-1-1 0,0 1 0,1 0 0,-1 0 0,0 0 0,1 0 0,-1 0 0,1 1 0,-1-1 0,0 0 0,1 0 0,-1 0 0,1 0 0,-1 1 0,0-1 0,1 0 0,-1 1 0,1-1 0,-1 0 0,1 1 0,-1 0 0,-21 13 9,15-4 16,0 0 0,1 0 0,1 1 0,0-1 0,0 1 0,1 0 0,0 1 0,1-1-1,-3 18 1,2 5 272,0 1-1,3 35 1,1-68-286,0 0 1,0 1-1,0-1 0,1 0 0,-1 0 1,1 1-1,-1-1 0,1 0 0,0 0 1,0 0-1,0 0 0,0 0 0,0 0 1,1 0-1,-1 0 0,0 0 1,1-1-1,0 1 0,-1 0 0,1-1 1,2 2-1,1 0 3,-1-1-1,1 1 1,0-1 0,1 0 0,-1 0 0,0-1-1,0 1 1,10 0 0,8 0 45,0-2-1,0 0 1,27-4-1,-46 4-76,0 0 0,0-1 0,0 1 0,0-1-1,0 0 1,0 0 0,0-1 0,-1 1 0,1-1 0,0 0 0,-1 0-1,0 0 1,1 0 0,-1 0 0,0-1 0,0 0 0,0 1-1,0-1 1,-1 0 0,1 0 0,-1-1 0,0 1 0,0 0 0,0-1-1,0 0 1,1-3 0,0-7-57,0 0 1,0 0-1,-2 0 0,1 0 1,-3-27-1,1 26 142,0 14-66,0-1-1,0 1 0,0 0 1,0 0-1,0 0 1,0 0-1,0-1 1,0 1-1,1 0 0,-1 0 1,0 0-1,1 0 1,-1 0-1,1 0 1,-1-1-1,1 1 0,0 0 1,-1 1-1,1-1 1,0 0-1,0 0 1,0 0-1,-1 0 0,1 0 1,0 1-1,0-1 1,0 0-1,0 1 1,0-1-1,1 1 1,-1-1-1,0 1 0,0 0 1,0-1-1,0 1 1,0 0-1,1 0 1,-1 0-1,0 0 0,0 0 1,0 0-1,1 0 1,-1 0-1,0 0 1,0 1-1,0-1 0,0 0 1,0 1-1,0-1 1,2 2-1,3-1-4,-1 2-1,1-1 1,-1 1-1,0 0 1,0 0-1,0 0 0,0 1 1,8 7-1,16 22 31,40 44-39,-61-69 10,1 0 1,0-1 0,0-1 0,0 1-1,0-2 1,20 10 0,-26-14-11,0 1-1,0-1 1,1 0-1,-1 0 1,0-1-1,0 1 1,1-1-1,-1 1 1,0-1-1,1 0 1,-1 0 0,0 0-1,1-1 1,-1 1-1,4-2 1,-5 1 20,0 0 1,0-1 0,-1 1-1,1 0 1,0-1 0,-1 1-1,1-1 1,-1 0 0,1 1-1,-1-1 1,0 0 0,0 0-1,0 0 1,0 0 0,0 0-1,0 0 1,0 0 0,-1 0-1,1-1 1,-1 1 0,1-4-1,6-40 310,-4 20-215,1 0-1,10-31 1,-14 56-104,0 1 1,0-1-1,0 1 0,0 0 1,0-1-1,0 1 1,1 0-1,-1-1 0,0 1 1,0 0-1,0-1 1,0 1-1,0 0 0,1-1 1,-1 1-1,0 0 0,0-1 1,0 1-1,1 0 1,-1 0-1,0-1 0,0 1 1,1 0-1,-1 0 0,0 0 1,1-1-1,-1 1 1,0 0-1,1 0 0,-1 0 1,0 0-1,1 0 1,-1 0-1,0 0 0,1-1 1,-1 1-1,0 0 0,1 0 1,-1 0-1,0 0 1,1 1-1,-1-1 0,1 0 1,-1 0-1,0 0 0,1 0 1,-1 0-1,0 0 1,1 0-1,-1 1 0,0-1 1,0 0-1,1 0 1,-1 0-1,0 1 0,1-1 1,-1 0-1,0 1 0,0-1 1,0 0-1,1 0 1,-1 1-1,0 0 0,14 22-61,-13-21 74,9 19 39,1-2-1,0 1 1,26 31 0,-32-45-10,0 0 0,0-1-1,1 0 1,0 0 0,0-1 0,0 1 0,1-1 0,-1-1 0,1 1 0,0-1 0,0 0 0,0-1 0,0 0 0,0 0 0,11 1 0,-2 0 162,-1-2 1,1 0 0,-1 0 0,1-2 0,28-4 0,-42 5-171,-1-1-1,1 0 0,-1 0 0,0 0 1,1-1-1,-1 1 0,0 0 0,0 0 1,0-1-1,0 1 0,0 0 0,0-1 1,0 1-1,0-1 0,-1 0 0,1 1 0,-1-1 1,1 1-1,-1-1 0,1 0 0,-1 0 1,0 1-1,0-1 0,0-2 0,0-51 437,-1 37-361,0 7-58,-1 0-1,0 0 1,-1 0-1,0 0 0,0 0 1,-1 1-1,-1-1 1,0 1-1,0 0 0,-1 1 1,0-1-1,0 1 1,-15-15-1,17 19-32,-1 1 0,0 0 0,0-1 0,0 2 0,0-1 0,-1 1 0,1-1 0,-1 1-1,0 1 1,0-1 0,-9-1 0,11 3-17,0 0 1,-1 1-1,1 0 0,0 0 0,-1 0 0,1 0 0,0 1 1,-1-1-1,1 1 0,0 0 0,0 1 0,0-1 0,0 1 1,0-1-1,0 1 0,0 1 0,1-1 0,-6 4 0,2 1-211,0-1-1,1 1 0,0 1 1,0-1-1,0 1 0,1 0 1,0 0-1,1 1 0,0 0 1,0-1-1,1 1 0,-4 16 1,5-2-2508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31 695 11221,'0'0'1129,"0"0"-534,0 0 416,10-24 141,-1 0-940,62-163 785,-59 150-1001,-2 0 1,-2 0 0,-1-1-1,-2 0 1,-2-1 0,-1 1-1,-6-66 1,3 99 32,0 1-1,0-1 0,-1 0 1,1 0-1,-1 1 1,-1-1-1,1 1 1,-1 0-1,1 0 0,-1 0 1,0 0-1,-1 0 1,1 0-1,-1 1 1,0-1-1,1 1 1,-1 0-1,-1 1 0,1-1 1,0 1-1,-6-3 1,7 4-14,1 0 1,-1 0-1,1 1 1,-1-1-1,1 0 1,-1 1-1,1 0 0,-1 0 1,1 0-1,-1 0 1,0 0-1,1 0 1,-1 1-1,1-1 1,-1 1-1,1 0 1,-1 0-1,1 0 1,0 0-1,-1 0 1,1 0-1,0 1 1,0-1-1,0 1 0,0-1 1,0 1-1,0 0 1,0 0-1,1 0 1,-1 0-1,1 0 1,-1 0-1,1 0 1,0 0-1,0 1 1,0-1-1,0 1 1,0-1-1,0 0 0,1 1 1,-1 4-1,-4 17 14,2 0 0,1 1 1,0-1-1,2 0 0,1 1 0,1-1 0,1 0 0,11 44 0,-7-45-14,2 0-1,0-1 1,1-1 0,1 1 0,1-2 0,18 26-1,-22-35 0,1-1 0,0 0-1,0 0 1,1 0-1,0-1 1,0-1-1,1 0 1,1 0 0,-1-1-1,1-1 1,0 0-1,20 7 1,-29-12 0,-1 0-1,1 0 1,0-1 0,0 1 0,-1-1 0,1 0-1,0 0 1,0 0 0,5-1 0,-7 1-6,0-1 1,0 1-1,0 0 1,0-1 0,0 1-1,0-1 1,0 1 0,-1-1-1,1 1 1,0-1-1,0 0 1,0 0 0,-1 1-1,1-1 1,0 0-1,-1 0 1,1 0 0,-1 0-1,1 0 1,1-5 1,-1 1 1,0-1-1,0 1 0,-1-1 1,0 0-1,0 1 0,0-1 1,-1-6-1,0-16-210,-12-103-1334,12 149 1593,2-1 0,1 1 0,0 0 0,1-1 0,1 0 1,8 25-1,-9-34-38,0-1 0,1 1 0,0 0 0,1-1 0,0 0 1,0 0-1,0 0 0,1-1 0,0 1 0,0-1 0,0-1 0,1 1 1,0-1-1,0-1 0,15 8 0,-17-9-8,-1-1 1,1 0-1,0 0 0,0 0 1,0 0-1,0-1 0,1 0 1,-1 0-1,0-1 0,0 1 1,1-1-1,-1 0 0,11-2 1,-15-2-10,1 1 0,-1 0 0,0-1 0,0 1 0,-1-1 0,1 1 1,-1-1-1,1 0 0,-1 1 0,0-1 0,0 0 0,-2-5 0,2 1-9,0-195-222,0 202 160,2 5 29,0 0 0,0 0 0,-1 0 0,1 1 0,-1-1 0,0 1 0,0 6 0,3 7 30,1 1 12,2 0 1,0-1-1,1 0 0,15 25 1,-20-38-3,0-1 0,0 0 0,0 0 0,1 0 0,-1 0 0,1-1 0,0 1 0,0-1 0,1 0 0,-1-1 0,1 1 0,-1-1 0,1 1 0,0-1 0,0-1 1,0 1-1,0-1 0,0 0 0,0 0 0,0 0 0,9 0 0,-9-1 4,0 0 1,0 0-1,0 0 1,0-1-1,-1 1 1,1-1-1,0 0 0,0-1 1,-1 1-1,1-1 1,4-2-1,-6 1-3,1 0 0,-1 0 1,0 0-1,-1 0 0,1-1 0,-1 1 0,1-1 0,-1 0 0,0 1 0,0-1 0,-1 0 0,3-8 0,8-44-25,-11 48-74,0-1-1,1 1 1,0 0-1,0 0 1,1 0-1,0 0 0,0 0 1,5-9-1,-4 15 91,0 0 0,-1 1-1,1-1 1,0 1 0,0 0-1,0 0 1,0 0 0,0 0-1,0 0 1,1 1 0,-1 0-1,0 0 1,0 0-1,0 1 1,7 0 0,3 0 51,-5 0 1,0 1-1,0 0 1,0 1-1,0 0 1,-1 0 0,1 0-1,-1 1 1,0 1-1,0 0 1,0 0-1,-1 0 1,9 8-1,-24-23 617,6 8-664,0 0 1,1 0-1,-1-1 1,0 1-1,-1 0 1,1 1-1,0-1 1,0 0-1,-1 1 0,1-1 1,-5-1-1,-3-1 4,-1 1-1,0 1 0,0 0 0,0 0 0,0 1 0,-20 0 0,29 1-4,1 0-1,0 0 0,0 0 0,0 1 0,0-1 0,-1 0 0,1 1 0,0-1 0,0 1 0,0-1 0,0 1 1,0-1-1,0 1 0,0 0 0,0 0 0,0-1 0,0 1 0,1 0 0,-1 0 0,0 0 0,0 0 0,1 0 1,-1 0-1,0 2 0,-9 36-59,10-25 77,-1 1 1,2-1 0,3 23 0,-2-31 2,-1 0-1,1-1 1,1 1-1,-1 0 1,1-1-1,0 1 1,0-1 0,1 0-1,-1 0 1,1 0-1,0 0 1,1-1-1,-1 0 1,1 0 0,0 0-1,0 0 1,0-1-1,0 1 1,1-1-1,-1-1 1,1 1 0,9 2-1,-2-1 9,1 0 0,-1-1 0,1-1 0,0 0-1,-1-1 1,1 0 0,0-1 0,0-1 0,16-2 0,-27 2-19,1 0 1,0 0-1,-1 0 0,1-1 1,-1 1-1,1-1 1,-1 0-1,0 0 1,0 0-1,0 0 1,0-1-1,0 1 1,0-1-1,-1 0 0,1 0 1,-1 0-1,0 0 1,0 0-1,0 0 1,2-4-1,3-9-15,-1 0-1,0 0 1,4-23-1,8-20-127,-12 57-43,2 12 151,8 18 176,-12-20-99,-3-6-14,1 1 1,0-1-1,0 0 0,1 0 0,-1 0 0,0 0 0,1 0 1,-1 0-1,1-1 0,0 1 0,0-1 0,-1 0 0,1 0 1,0 0-1,0 0 0,0 0 0,4 0 0,0 0-820,1 0 0,0-1 0,0 0 1,0 0-1,9-2 0,-14-1-3520,-3-3-3575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5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 9989,'0'0'1648,"0"0"-1247,0 0 703,0 0 1233,0 0-592,0 0-1377,0 0-368,-50-22-224,50 22-128,2 0-1201,4 3-5858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5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13142,'2'11'479,"0"-1"1,-1 1-1,0 0 0,-1 15 0,0-14-182,0-1-1,0 0 1,1 0 0,4 14-1,-2-13-249,1 0 0,0-1 0,0 1 0,1-1 0,1 0 0,0 0-1,1-1 1,7 10 0,-10-16-36,0 1 0,0-1 0,1 0 0,-1 0 0,1-1 0,0 1 0,0-1 0,0 0 0,0-1-1,1 1 1,-1-1 0,1 0 0,-1 0 0,1-1 0,0 0 0,0 0 0,0 0 0,9 0 0,-4-1 5,-8 0 87,1 0 1,-1 0-1,0 0 0,0 0 0,0 0 0,0-1 0,1 1 0,-1-1 0,0 0 0,4-1 0,-6 0-45,1 1 0,-1-1 0,0 1 0,0-1 0,0 0 0,0 1 0,0-1 0,0 0 0,0 0 0,0 0 0,-1 1 0,1-1 0,-1 0 0,0 0 0,1 0 0,-1 0 0,0 0 0,0 0 0,0-4 0,0-4 60,2-11 4,-2 0 0,0 0 0,-5-26-1,4 41-125,0 0 0,0 0 0,-1 1 0,0-1 0,0 0 0,-1 1 0,1-1 0,-1 1 0,-1 0 0,1 0 0,-1 0 0,1 0 0,-2 1 0,1 0 0,0-1-1,-6-2 1,8 5-14,0 0-1,-1 0 0,0 0 1,1 1-1,-1-1 0,0 1 0,0 0 1,0 0-1,0 0 0,0 0 1,0 1-1,0-1 0,0 1 0,0-1 1,0 1-1,0 0 0,0 0 1,0 1-1,0-1 0,0 1 1,0-1-1,0 1 0,0 0 0,-6 3 1,5-2 9,0 1 0,0 0 1,0 0-1,0 1 0,1-1 0,-1 1 1,1 0-1,0-1 0,0 2 1,0-1-1,1 0 0,-1 0 0,-3 10 1,3-5-99,1-1 1,0 0-1,0 1 0,1 0 1,-1 12-1,3 20-3527,3-34-240,8-7-2892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9412,'0'0'1364,"0"0"-596,0 0 136,0 0 524,0 0-399,13 0-247,-6 1-653,-3-1-83,-1-1 1,0 1 0,0 1-1,1-1 1,-1 0 0,0 1-1,0 0 1,1 0 0,-1 0-1,0 0 1,0 0 0,0 1-1,0-1 1,0 1 0,-1 0-1,1-1 1,0 1 0,-1 1-1,0-1 1,1 0 0,-1 1-1,0-1 1,2 4 0,7 12 159,1 0 0,0 0 0,1-2 0,26 26 0,-39-41-164,0-1 4,0 0 18,0-11 45,0-11-363,0 0 1,2 0-1,0 1 0,7-28 0,-8 43 193,1 1 0,0-1 0,0 1 0,0-1 0,1 1-1,0 0 1,0 0 0,0 0 0,1 0 0,-1 1-1,1-1 1,0 1 0,1 0 0,-1 0 0,1 1 0,-1-1-1,1 1 1,0 0 0,0 0 0,1 1 0,7-4-1,-11 5 49,-1 1-1,1-1 0,0 0 0,-1 1 0,1-1 0,0 1 0,0 0 0,-1-1 0,1 1 0,0 0 0,0 0 0,0 0 0,-1 0 0,1 1 0,0-1 1,0 0-1,0 1 0,-1-1 0,1 1 0,0 0 0,-1-1 0,1 1 0,0 0 0,-1 0 0,1 0 0,-1 0 0,0 0 0,1 1 0,-1-1 0,0 0 0,0 1 1,0-1-1,2 3 0,0 4 25,0 0-1,0 0 1,-1 0 0,0 0 0,0 0 0,0 11 0,5 20 122,-6-35-85,1 0 0,-1-1 0,1 1 0,-1-1 0,1 1 0,0-1 0,0 1 0,0-1 0,1 0 0,-1 0 0,1 0 0,0-1 0,-1 1 0,1 0 0,1-1 0,-1 0 0,0 0 0,0 0 0,1 0 0,-1 0 0,6 1 0,-4-2 38,0 0 1,0 0-1,0 0 0,1-1 1,-1 1-1,0-1 1,0-1-1,0 1 1,1-1-1,-1 0 1,0 0-1,0 0 0,0-1 1,0 1-1,8-6 1,-7 5-62,-1-1 0,-1 0 0,1 0 0,0-1 0,-1 0 0,1 1 1,-1-1-1,0-1 0,-1 1 0,1-1 0,-1 1 0,0-1 0,0 0 0,0 0 0,0 0 0,-1-1 1,3-9-1,4-39-1258,-8-5-3306,-1 44 2658,0 3-3695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6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12134,'0'0'1824,"0"0"-815,0 0 1456,0 0-80,-14 141-816,14-96-913,0 1-256,0-6-176,-2 1-144,-1-3-48,-2-4-64,2-3-176,3 0-928,0-29-2834,0-2-5058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33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0 336,'0'0'2881,"0"0"-1915,0 0-566,0 0 435,0 0-42,0 0-110,0 0 18,0 5 207,-3 12 314,-1-1 1,0 0-1,-10 25 1,7-25-804,2 0-1,0 1 1,1 0 0,-3 25 0,1 41 452,-6 173 785,10-112-540,4 151 131,2-256-630,11 45-1,-5-32 0,30 97 11,-27-109-452,35 75-1,-19-51-88,15 25 284,-31-64-314,0 1 0,-1-1 1,-2 2-1,0 0 0,6 34 0,-12-12-9,-5-43-43,1 1-1,0-1 1,1 1-1,0-1 1,0 1-1,0-1 1,1 0-1,0 1 0,0-1 1,5 9-1,30 48 11,3-1 0,2-2 0,67 72 0,-58-81 3,24 27 36,-59-59-64,2 0 0,0-2 0,1 0 0,38 25 0,91 48-9,-141-87 33,14 9 4,-1 1 0,0 0 0,-1 2 0,0 0 0,-1 1 0,-1 1 0,21 26 0,-26-29 4,-4-5-18,-1 0 0,0 0 0,0 1 1,-1 0-1,0 1 0,-1-1 0,6 16 0,2 10 6,2 0 0,0-1 0,3-1 0,27 40 0,-37-60 6,-1 1-1,0-1 1,-2 1-1,1 0 1,4 25 0,17 42-7,-20-65-2,1-1-1,1 0 0,0-1 1,15 19-1,-10-16-33,1-1 0,0 0-1,1 0 1,0-2 0,1 0 0,1-1 0,1-1 0,38 21-1,-31-20 71,-2 1-1,1 2 1,22 19 0,-22-16 3,1 0 0,35 18 0,-29-18-32,0 2 0,-1 1 0,-1 2 0,36 37 0,-33-29-13,2-2-1,50 34 1,-47-38 29,53 50 1,-64-52-40,1-1 0,1-2 0,48 29 0,91 60 23,-87-54 54,-50-39-98,2-1 0,0-1 1,61 19-1,31 15 114,-98-37-76,-8-3-20,0-1-1,1-1 1,0-1 0,29 7 0,-42-12 20,0 1 1,0 0 0,-1 0-1,1 0 1,-1 0-1,1 1 1,-1 0-1,0 1 1,5 5-1,-4-4 3,1-1 0,-1 1 0,1-1 0,16 7 0,2 0 8,-1 0-1,0 2 0,26 19 0,-23-15 11,48 25 1,-62-38-52,0-1 0,1 0 0,-1-1 0,1 0 0,24 0 0,-23-2 31,0 1 0,1 0 0,-1 2-1,21 6 1,-22-4-39,0 1-1,0 1 1,-1 1 0,0 0 0,21 17-1,1 11-5351,-34-36-224,-2-1-4788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34.3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3 7700,'0'0'1670,"0"0"-416,0 0-11,0 0 184,0 0-173,0 0-376,-1-1-818,0 1 1,0 0-1,1-1 0,-1 1 1,0 0-1,0 0 1,0-1-1,1 1 0,-1 0 1,0 0-1,0 0 1,0 0-1,1 0 1,-1 0-1,0 0 0,0 0 1,0 1-1,1-1 1,-1 0-1,0 0 0,0 1 1,0-1-1,1 0 1,-1 1-1,0-1 1,1 1-1,-1-1 0,0 1 1,1-1-1,-2 2 1,-7 28 291,2 0 0,1 1 0,1 0 0,-1 36 1,4 137 1008,3-120-810,-1-46-361,-2-10-85,2 0-1,1-1 0,1 1 1,1 0-1,2 0 0,0-1 0,15 41 1,18 17-140,-33-132-5226,-5-75-2444,0 98 1974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5:35.0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10 281 7203,'0'0'1694,"0"0"-733,-2-22 178,-5-72-152,7 87-919,0 1 0,0 0 0,0-1 0,1 1 0,0 0-1,1 0 1,-1-1 0,1 1 0,0 0 0,0 1 0,1-1 0,0 0 0,0 1 0,0-1-1,1 1 1,0 0 0,0 0 0,0 0 0,0 1 0,1-1 0,0 1 0,0 0 0,0 1 0,0-1-1,1 1 1,-1 0 0,8-3 0,-6 3-43,1 0 1,-1 0-1,1 1 1,-1 0-1,1 1 1,0-1-1,0 1 0,0 1 1,0 0-1,0 0 1,0 0-1,-1 1 0,1 0 1,0 1-1,0 0 1,-1 0-1,1 0 0,-1 1 1,11 5-1,-4 1 16,0 1 0,-1 0 0,0 1 0,-1 1 0,17 19 0,-24-25-36,0 1 1,0 0-1,-1 1 0,0-1 0,0 1 0,0 0 0,-1 0 0,-1 0 0,1 0 0,-1 0 0,-1 0 0,2 16 0,-3-8 122,0-1 0,-2 1 0,0-1 0,0 0-1,-2 0 1,0 0 0,0 0 0,-1 0 0,-1-1 0,-1 0-1,0 0 1,-1-1 0,0 1 0,-12 13 0,-5 10 273,6-7-23,-2 0-1,-2-1 1,-42 43 0,65-72-357,0 0 0,0 0 0,-1 0 0,1 0 0,0 0 0,-1 0 1,1 0-1,0 0 0,0-1 0,-1 1 0,1 0 0,0 0 0,0 0 0,0 0 0,-1 0 0,1-1 0,0 1 0,0 0 0,0 0 0,-1 0 0,1 0 0,0-1 0,0 1 0,0 0 0,0 0 1,0-1-1,0 1 0,-1 0 0,1 0 0,0-1 0,0 1 0,0 0 0,0 0 0,0-1 0,0 1 0,0 0 0,0-1 0,0 1 0,0 0 0,0 0 0,0-1 0,0 1 0,0 0 1,1 0-1,-1-1 0,0 1 0,0 0 0,0 0 0,0-1 0,0 1 0,0 0 0,1 0 0,-1 0 0,0-1 0,0 1 0,0 0 0,1 0 0,-1 0 0,0 0 0,1-2-23,-1 1-1,1 0 0,-1 0 0,1 0 1,0 0-1,-1 1 0,1-1 1,0 0-1,0 0 0,0 0 0,-1 0 1,1 1-1,0-1 0,0 0 1,0 1-1,0-1 0,0 1 0,0-1 1,1 1-1,-1 0 0,0-1 1,0 1-1,0 0 0,0 0 0,0 0 1,1 0-1,0 0 0,4 0-2,-1 1-1,0 0 1,0 0-1,0 0 1,0 1-1,0 0 1,0 0-1,0 0 1,0 1-1,0-1 1,-1 1-1,0 0 1,1 0-1,5 7 1,8 8-43,30 38 0,-19-21 31,55 67 59,39 41 30,-123-143-40,0 0 0,0 1 1,0-1-1,1 1 0,-1-1 1,0 0-1,1 0 0,-1 1 0,0-1 1,0 0-1,1 1 0,-1-1 0,1 0 1,-1 0-1,0 0 0,1 1 1,-1-1-1,0 0 0,1 0 0,-1 0 1,1 0-1,-1 0 0,0 0 0,1 0 1,-1 0-1,1 0 0,-1 0 1,1 0-1,-1 0 0,0 0 0,1 0 1,-1 0-1,1 0 0,-1 0 0,1-1 1,5-16 769,-6-34 57,0 42-732,0 7-118,0-1 0,0 1 0,-1-1 0,1 0 0,0 1 0,-1-1 0,0 1 1,1-1-1,-1 1 0,-2-5 0,-8 2-2171,-6 15-3762,7 1-4418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56.8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195 34 928,'0'0'233,"0"0"-108,0 0 296,0 0 540,0 0 74,0 0-21,0-4 304,0-16 543,0 11 1183,0 16 959,-16 353-2178,23-97-494,-4 81 1559,-5-178-1647,2 391 312,-11-488-1411,11-68-136,0-1-13,-1 3 15,0 1 0,-1-1 0,1 0 1,-1 0-1,0 0 0,1 0 1,-1-1-1,-1 1 0,1 0 1,0-1-1,-1 1 0,1-1 0,-5 4 1,-31 22 53,35-27-64,0 1-1,1-1 1,-1 0 0,1 1 0,-1 0 0,1-1 0,0 1 0,0 0-1,-3 3 1,-2 2-1,5-1-8,0-1-1,1 1 1,-1-1-1,1 1 1,0 0 0,1-1-1,0 7 1,-3 9-7,-15 48 19,12-52-4,1 0-1,1 0 0,1 0 1,-3 30-1,-12 56-9,18 156-29,0-258 19,0 39 8,29 79 61,-16-47-47,-6-39-4,4 49-1,-6-37 25,13 60-1,-10-67-19,-2 0-1,3 61 1,-9-88-5,0 1 0,1-1 0,0 1 0,1-1 0,1 0 0,-1 0 0,2 0 0,-1 0 0,10 17 0,-8-15 5,0 1 0,-1 0 0,0 0 0,-1 0-1,-1 1 1,-1-1 0,1 24 0,-1-15 9,7 45 0,-1-18 11,-1 1 1,-4 0 0,-4 80 0,-1-26 0,3-103-32,-1 25-1015,-3-19-83,-4-17-367,4-5-2606,3-4-193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58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37 5090,'0'0'963,"0"0"187,0 0 40,0 0 99,0 0-398,0 0-296,-6-7-30,-19-20-268,25 27-235,0 0 0,0 0 0,-1-1 0,1 1 0,0 0 0,0 0 1,0 0-1,0 0 0,0 0 0,0-1 0,0 1 0,0 0 0,-1 0 1,1 0-1,0 0 0,0 0 0,0 0 0,0 0 0,0 0 0,-1 0 1,1 0-1,0-1 0,0 1 0,0 0 0,0 0 0,-1 0 0,1 0 1,0 0-1,0 0 0,0 0 0,0 0 0,-1 0 0,1 0 0,0 0 1,0 0-1,0 1 0,0-1 0,-1 0 0,1 0 0,0 0 0,0 0 1,0 0-1,0 0 0,0 0 0,-1 0 0,1 0 0,0 1 0,0-1 1,0 0-1,0 0 0,-4 14 817,3 23-1098,1-32 543,0 726 4009,-18-454-3954,12 284-617,6-561 182,0 0-29,0 0-62,0-6 75,4-47 123,2 0 1,2 0-1,21-72 0,4-22-237,29-134-1184,-40 190 1070,-17 64 286,-2-1 1,-1 1-1,-2-53 0,-1 29-24,1 50 42,0 0 1,-1 0 0,1 0 0,0 0 0,-1-1 0,1 1-1,-1 0 1,1 0 0,-1 0 0,0 0 0,1 0 0,-1 0-1,0 0 1,1 0 0,-1 0 0,0 1 0,0-1 0,0 0-1,0 0 1,0 1 0,0-1 0,0 1 0,0-1 0,0 1-1,-1-1 1,1 1 0,0-1 0,0 1 0,0 0 0,0 0-1,-1 0 1,1 0 0,0 0 0,0 0 0,0 0 0,-1 0-1,1 0 1,0 0 0,0 1 0,0-1 0,0 0 0,-1 1 0,1-1-1,0 1 1,0-1 0,0 1 0,0 0 0,0 0 0,0-1-1,0 1 1,1 0 0,-1 0 0,0 0 0,0 0 0,1 0-1,-1 0 1,0 0 0,0 2 0,-12 39 17,2 0 1,2 1-1,-7 88 1,9 138 125,7-238-125,-1 4-2,2 0 0,2 1 0,1-1 0,2-1 0,12 47 0,-11-60-11,-1 1 0,-1-1 0,-1 1 1,-2 1-1,1 25 0,-3-52 6,1-34 49,-3 0 0,-7-41 0,5 53-67,1 0 0,1-1 0,2-30 0,-2-29-25,-3-45 59,5 131-80,0 12-288,0 312 440,0-324-141,-3-24-222,-2-18-71,0-84-1,6 90-1070,-2-1-1,-2 1 1,-10-52-1,4 50-2184,4 26-181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7:3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56 2753,'0'0'2132,"0"0"-1228,0 0-287,0 0 380,0 0 68,0 0-297,0 0-659,0 1 0,0 0 0,-1 0 0,1 0 0,0-1 0,0 1 0,0 0 1,0 0-1,0-1 0,0 1 0,1 0 0,-1 0 0,0-1 0,0 1 0,0 0 0,1 0 0,-1-1 0,0 1 0,1 0 0,-1-1 0,1 1 0,0 0 0,11 6 137,0-1-1,0 0 1,1-1-1,0 0 1,0-1 0,0-1-1,17 3 1,14 0 232,44 0 0,206-3 779,-192-3-1110,-117 9 194,-19-4-217,0-1 0,0-2-1,-66-4 1,26 0-56,57 2-64,-21 2 54,0-2 0,0-2 0,0-2 0,0-1 0,-69-19 0,84 16-52,3 0-8,-1 1 0,-1 1 0,0 0 1,1 2-1,-37-2 0,57 6 7,1 0-26,0 0-19,0 0-37,12 0-17,205 3 819,297-11 58,-477 3-815,-37 5 10,0 0 6,-11 0 230,-278-25 67,53 0-218,172 25-93,63 2 23,0 0 0,1 0 0,-1 0 0,0 0-1,1 0 1,-1 0 0,1 0 0,-1 0 0,1 0-1,0 0 1,0 0 0,0 0 0,0 0 0,0 0 0,1 1-1,-1-1 1,1 0 0,-1 0 0,1 0 0,0 0-1,0 0 1,1 2 0,11 0 58,0 0 0,0-1 0,0 0 0,0-2 0,0 1 0,1-2 0,-1 1 0,27-4 0,4 1 72,11 1-3,1-2 0,-1-2 0,99-23 0,-117 17-77,-18 6-54,-1 0 0,1 1 1,31-3-1,-81 9 56,0 2 0,1 1 0,-42 14 0,-3-1-17,-25 0 20,0-3 0,-185 2 0,285-17 11,0 0-38,0 0-48,0 0-69,28 0 3,63 14 258,-2 0-18,-74-13-124,41 3 189,-1-2 0,89-8 0,-134 5-208,-1-1 0,1 0 0,-1 0 0,1-1 0,-1 0 0,0-1 0,-1 0 0,1 0 0,9-7 0,-18 11-1,1-1 0,-1 1 0,0 0-1,1-1 1,-1 1 0,0-1 0,1 1 0,-1 0 0,0-1 0,0 1-1,0-1 1,0 1 0,1-1 0,-1 1 0,0-1 0,0 1 0,0 0-1,0-1 1,0 1 0,0-1 0,0 1 0,0-1 0,0 1 0,0-1-1,0 1 1,-1-1 0,1 1 0,0-1 0,0 1 0,0 0 0,-1-1-1,1 1 1,0-1 0,0 1 0,-1-1 0,-11-12 54,2 8-54,0 0 0,0 0 0,0 1 0,-1 1-1,1 0 1,-1 0 0,0 1 0,1 0 0,-13 1 0,-108 1 9,64 2-10,32 0-55,-57 9 0,57-5-99,-56 1-1,90-7-541,3 0-1227,14 0-1843,11 0-1260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7:42.5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0 10005,'0'0'456,"0"0"293,0 0 404,0 0 194,0 0-600,-4 11-389,-3 5-122,2 1 1,0-1 0,1 2-1,0-1 1,2 0 0,-1 23-1,2 125 1625,2-89-1302,-2 14 122,4 110 207,-2-188-886,1 0 1,0-1-1,1 1 0,1-1 0,0 0 1,0 0-1,1 0 0,0-1 0,1 1 1,0-1-1,1-1 0,11 14 0,-12-19 40,-4-3-6116,-2-7 181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7:43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147 160 6787,'0'0'1273,"13"-21"-404,45-66-20,-54 81-635,0 1 0,0 0 0,0 0 0,0 1-1,1-1 1,0 1 0,8-7 0,-11 10-161,-1 1-1,1-1 1,-1 0-1,1 0 1,-1 1-1,1-1 1,-1 1-1,1 0 1,0-1-1,-1 1 1,1 0-1,0 0 0,-1 0 1,1 0-1,0 0 1,-1 0-1,1 1 1,0-1-1,1 1 1,2 2 21,0 0 1,0 1-1,-1 0 0,1 0 1,-1 0-1,0 0 1,0 1-1,-1-1 1,1 1-1,-1 0 0,3 6 1,-4-8-58,8 13 106,-2 0 1,1 1 0,-2 0-1,0 1 1,-1-1-1,-1 1 1,0 0 0,-2 1-1,3 27 1,-5-34-89,-1-1-1,0 1 1,-1 0 0,0-1 0,0 1 0,-2-1-1,1 0 1,-1 1 0,-1-1 0,0-1 0,0 1-1,-1 0 1,-1-1 0,0 0 0,0-1 0,-12 14-1,7-10-14,-2-1 1,0 0-1,0-1 0,-1-1 0,0 0 0,-1-1 0,0-1 1,0 0-1,-1-1 0,0 0 0,0-2 0,-1 0 0,0 0 1,0-2-1,0 0 0,0-1 0,-24 0 0,31-2-5,-19 1 33,29-1-47,-1 0-1,0 0 1,1 0-1,-1 0 1,1 0 0,-1 0-1,0 0 1,1 0-1,-1 0 1,1-1 0,-1 1-1,0 0 1,1 0-1,-1 0 1,1-1-1,-1 1 1,1 0 0,-1-1-1,1 1 1,-1 0-1,1-1 1,-1 1 0,1-1-1,-1 1 1,1-1-1,0 1 1,-1-1 0,1 0-1,0 1-69,4 0 31,9 1 75,0 0 0,1 1-1,-1 1 1,0 0-1,0 1 1,0 0-1,-1 1 1,0 1 0,1 0-1,-2 0 1,1 1-1,-1 1 1,0 0-1,-1 0 1,0 1 0,12 13-1,8 11 271,41 55 0,-47-55-51,2-1 1,48 47-1,-65-71-223,0-1 1,0 0-1,1 0 0,0-1 0,1 0 1,-1 0-1,1-1 0,0-1 1,0 0-1,1-1 0,-1 0 0,1 0 1,17 1-1,-15-3 114,0-1 1,0 0-1,1-1 1,-1 0-1,0-1 1,-1-1-1,20-6 1,-29 8-129,0-1 0,0 1 0,0-1 0,0 0 0,0-1 0,0 1 0,-1-1 1,1 1-1,-1-1 0,0 0 0,0 0 0,0-1 0,0 1 0,-1-1 0,1 1 1,-1-1-1,0 0 0,0 0 0,0 0 0,0 0 0,-1 0 0,0 0 0,0 0 0,0-1 1,0 1-1,-1 0 0,1-1 0,-1-3 0,0 4-162,-4-38-203,4 41 89,0-1 1,-1 1 0,1 0-1,0-1 1,-1 1 0,0-1 0,1 1-1,-1 0 1,0 0 0,0-1 0,0 1-1,0 0 1,0 0 0,0 0-1,0 0 1,0 0 0,0 0 0,0 0-1,-1 0 1,1 0 0,0 1-1,0-1 1,-1 1 0,-1-2 0,-1 2-5862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7:47.20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1 146 5442,'0'0'1756,"0"0"-676,0 0-135,0 0 343,0 0 65,0 0-513,0-6-274,0-20-30,0 26-511,0 0 0,0-1 0,0 1 0,0 0 0,0-1 0,0 1 0,0 0 0,0 0 0,1-1 0,-1 1 0,0 0 0,0-1 0,0 1 0,1 0 0,-1 0 0,0-1 0,0 1 0,0 0 0,1 0 0,-1-1-1,0 1 1,1 0 0,-1 0 0,0 0 0,0 0 0,1 0 0,-1-1 0,0 1 0,1 0 0,-1 0 0,0 0 0,1 0 0,-1 0 0,0 0 0,1 0 0,-1 0 0,0 0 0,1 0 0,-1 0 0,0 0 0,1 0 0,-1 1 0,0-1 0,1 0-1,-1 0 1,0 0 0,1 0 0,-1 1 0,0-1 0,0 0 0,1 0 0,-1 0 0,0 1 0,1-1 0,15 11 320,-5 2-40,-1 1 0,0 0-1,0 0 1,-2 1 0,1 0-1,-2 0 1,0 1 0,-1 0-1,4 21 1,5 27 382,8 69 0,-15-77-487,-2-23-124,1-2-1,20 54 1,-27-85-70,0 0 0,0 0 0,0 1 0,0-1 0,1 0 0,-1 0 0,0 0 0,0 0 0,0 1 0,0-1 0,0 0 0,0 0 0,0 1 0,0-1 0,0 0 0,1 0 0,-1 1 0,0-1 0,0 0 0,0 0 0,0 0 0,0 1 0,-1-1 1,1 0-1,0 0 0,0 1 0,0-1 0,0 0 0,0 0 0,0 1 0,0-1 0,0 0 0,0 0 0,-1 0 0,1 1 0,0-1 0,0 0 0,0 0 0,0 0 0,-1 0 0,1 0 0,0 1 0,0-1 0,0 0 0,-1 0 0,1 0 0,0 0 0,0 0 0,0 0 0,-1 0 0,1 0 0,0 0 0,0 0 0,-1 0 0,1 0 0,0 0 0,0 0 0,-1 0 0,-20-8 94,-21-21-85,34 21-19,1-1 1,0 0-1,1 0 1,0 0 0,0-1-1,1 0 1,0 0-1,1-1 1,0 1 0,0-1-1,1 0 1,-2-16-1,2 5-2,1 0 0,1-1-1,0 1 1,2 0-1,5-30 1,-4 43 4,0 0 0,1 1 0,1-1 0,0 1 0,0 0 0,0 0 0,1 0 0,0 0 0,1 1 0,0 0 0,0 0 0,0 0 0,1 1 0,0 0 0,0 0 0,12-7 0,6-3-4,1 2 1,0 0-1,52-18 1,-44 23 11,1 2 1,0 1-1,0 2 1,0 1-1,0 2 1,42 3-1,-10-1 10,-67-1 24,0 0 0,0-119-555,0 119-2073,-3 0-2763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7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5378,'0'0'2057,"0"0"-234,0 0 103,0 0-181,0 0-467,0 0-483,0 1-722,1 0 1,-1-1-1,0 1 1,1 0 0,-1-1-1,1 1 1,-1-1 0,1 1-1,-1-1 1,1 1 0,0-1-1,-1 1 1,1-1 0,-1 0-1,1 1 1,0-1 0,0 0-1,-1 0 1,1 1 0,0-1-1,-1 0 1,1 0 0,0 0-1,0 0 1,-1 0 0,1 0-1,1 0 1,291 4 2503,-156-6-2254,-137 2-321,0 0-47,0 0-78,0 0-290,0 0-734,0 0-809,0 0-1131,0 0-1432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6:4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6531,'0'0'1011,"0"0"-205,0 0 186,0 0 305,0 0-310,10 3-267,23 4 353,1-1-1,0-2 1,52 0-1,17-2-223,112-4 108,-206 0-548,-13-1 939,-7 2-1790,1 0-4520,10 1 542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47:54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4034 380 4690,'0'0'595,"0"0"109,0 0 614,0 0 56,0 0-109,0 0-278,0-9-387,-1-28 51,1 35-567,-1 1 0,1 0 0,0 0 0,-1 0 0,0 0 0,1 0 0,-1 0 0,1 0 0,-1 0 0,0 0 0,0 0 0,0 0 0,0 1 0,1-1 0,-1 0 0,0 0 0,0 1 0,0-1-1,0 1 1,-1-1 0,1 1 0,0-1 0,0 1 0,0 0 0,0-1 0,-2 1 0,-31-3 546,32 3-653,-252 3 636,-307-8 532,441-8-852,0-5 0,-172-48 0,171 34 99,-1 6-1,-146-12 1,57 28-363,-229-23 14,209 2-50,-278 0 1,407 23-216,-77 8-178,159 0 330,15-1 63,1 1 0,0 0 1,0 0-1,0 0 0,0 0 0,-1 1 1,1-1-1,0 1 0,0 0 1,0 1-1,0-1 0,-6 4 1,-3 1 40,-2 0 1,1 0 0,-1-1-1,1-1 1,-1 0 0,0-2-1,-31 3 1,45-5-14,1 0 27,0 0-8,0 0 41,0 0-47,0 0 1,0 0 10,0 0-47,0 0-22,-11 22-121,-1-5 143,0 0-1,2 1 0,0 0 0,1 0 0,0 1 0,2 0 0,0 1 1,1 0-1,1 0 0,1 0 0,1 1 0,-1 26 0,5 115 215,-2 180 102,-3-295 11,-18 87 0,-2 12 71,-18 207 118,33-276-333,4 1-1,6 96 1,1-58-90,-1-114-101,0 0 1,0 0-1,0 0 1,1-1-1,-1 1 1,1 0-1,-1-1 1,1 1-1,0-1 1,-1 1-1,1-1 1,0 0-1,0 0 1,0 0-1,0 0 1,0 0-1,0 0 1,3 0-1,41 16 87,-22-11-69,0-1 1,0-1-1,1-1 1,33-1 0,45 5 6,312 42-8,-337-41-11,65 8 42,317 23-31,-366-36-4,1-2 1,1 4 0,-1 4 0,129 30 0,-164-21-13,0-4 0,2-1 0,0-4 0,69 2 0,58-12-15,240-33 0,-7-22 146,548-3 1,-969 59-131,-1 0 59,-1-65-3,-4 1 0,-13-66 0,0-19-163,-9-41-5,9 88 124,-8-169 0,22-105 22,4 250-76,1 100 40,-2 0 0,-1 0 0,-1 0 0,-1 0 0,-2 0 0,0 1 0,-2 0 0,-1 1 0,0 0 0,-2 0-1,-1 1 1,-29-44 0,40 66 10,-1 0 0,1-1-1,-1 1 1,0 0-1,1 0 1,-1 0-1,0 0 1,0 0 0,1 0-1,-1 0 1,0 0-1,0 1 1,0-1 0,0 1-1,0 0 1,0-1-1,0 1 1,-3 0-1,-11 0-4014,8 1-1152,5-1-2653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1:56.6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35 621 3554,'0'0'1390,"0"0"-673,0 0 22,0 0 168,0 0-13,0 0-342,3 5 4576,5-186-4883,-7 173-248,1 1-1,0 0 0,0 0 0,0 0 1,1 0-1,0 1 0,0-1 0,1 1 1,0 0-1,9-11 0,7-14-27,51-82 63,-67 108-32,-1 1-1,1-1 0,0 1 0,0 0 0,0 1 0,0-1 0,1 1 0,5-4 0,7-36 33,-17 43-26,0-1-1,0 1 1,0-1-1,0 1 1,0-1-1,-1 1 1,1-1-1,0 1 1,0-1-1,0 1 0,0-1 1,-1 1-1,1-1 1,0 1-1,0 0 1,-1-1-1,1 1 1,0-1-1,-1 1 1,1 0-1,-1-1 0,1 1 1,0 0-1,-1 0 1,1-1-1,-1 1 1,1 0-1,-1 0 1,1 0-1,-1-1 1,1 1-1,0 0 0,-1 0 1,1 0-1,-1 0 1,1 0-1,-1 0 1,1 0-1,-1 0 1,1 0-1,-1 0 0,1 0 1,-1 0-1,1 1 1,-1-1-1,1 0 1,-1 0-1,1 0 1,-1 1-1,0-1 1,-1 1 18,-1-1 1,1 1 0,0-1 0,-1 1 0,1 0 0,0 0 0,-1 0 0,1 0 0,0 1 0,-4 2 0,-11 19-32,1 0 1,1 2 0,1 0-1,-16 41 1,5-12 3,20-42 2,0 1 0,1-1-1,1 1 1,0 0 0,0 0 0,1 0 0,1 0 0,0 17-1,-6 28 320,3-53 138,5-37-229,5-4-208,1 0 0,3 1 0,22-60 1,-13 42-20,-9 25-8,1 0 0,1 1 0,22-35 0,-28 54-2,1 1-1,-1 0 1,2 0 0,-1 1-1,1 0 1,0 0-1,0 0 1,1 1 0,16-7-1,-29 16 98,-1 0 0,1 0-1,0 1 1,0-1 0,1 1-1,-1 0 1,1 0 0,-3 5 0,-21 28-113,7-17 65,0 2 0,1 0 0,2 1 0,0 0 0,1 2 0,2 0 0,1 0 0,1 2 0,1-1 0,1 2 0,2-1 0,0 1 0,2 0 0,2 1 0,-2 44 0,6-74-23,0 0 16,0 0 8,0 0 3,0 0 64,0 0-24,0 0 37,0 0-54,0-19 126,1-8-193,1 1 0,1 0 0,2 0 0,0 0 1,2 1-1,15-40 0,-1 17-35,2 1 0,39-60 0,-57 100 35,1 1 1,0-1-1,1 1 1,-1 0-1,1 0 1,9-5-1,-8 5-2,0 0-1,0-1 0,0 0 1,11-12-1,-15 13 3,1 1 0,0 0 0,0 1 0,0-1 0,12-6 0,15-13-6,-31 24-6,-1 0 18,0 0-48,0 0-90,0 0-417,0 0-351,0 0-1098,0 0-2635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04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4271 2977,'0'0'2007,"0"0"-1199,0 0-298,0 0 143,0 0 337,0 0-286,0 0-226,2-7 5456,7-26-5705,1 10 32,0-1 1,12-42 0,-9 26-159,-4 12-96,-1 0 23,1 1 0,2-1 1,0 2-1,2 0 0,1 0 1,22-31-1,-16 33-21,64-90 110,-78 106-100,0 1-1,1 0 1,-1 0 0,1 1-1,13-9 1,22-23 40,-37 33-60,1 0 0,0 0 1,1 0-1,-1 1 0,1 0 1,12-5-1,25-18 75,-43 27-74,123-92-48,-98 75 83,-14 8-30,0 1 0,1 0 0,0 1 0,0 0 0,1 1 0,0 0 0,25-5 0,-29 8 4,-1 0-1,0-1 1,0 0 0,0 0 0,9-7 0,24-10 103,-34 18-95,173-75 158,-121 45-127,-34 18-25,2 0 0,-1 2-1,43-15 1,-24 9-1,-39 16-9,0-1 0,-1 1 0,1 1 0,0-1 0,1 1 0,-1 0 0,0 1 0,14-2 0,-12 1-10,-1 0 1,1-1 0,-1 0-1,0 0 1,0-1 0,0 0 0,-1-1-1,1 0 1,6-6 0,10-4 47,57-27 24,20-11 4,-85 42-67,-7 4-9,1 0 1,-1 1-1,1 1 0,1-1 0,-1 1 0,1 1 0,0 0 0,0 1 0,16-4 0,4-16 82,-7 13-102,8-5 45,3-8-9,0 2 0,70-30 0,-8 4 15,-66 31-49,13-9 30,1 1 0,1 3 0,78-24 0,23-3 94,-115 36-79,29-9 127,87-35-101,-94 35-16,91-24 0,-90 30-37,54-13-43,278-105 635,-227 85-542,-36 1 95,174-44 0,-103 57-90,-76 15-30,-17-9 119,100-26-25,-59 14-23,8 8-32,195-49 39,-325 77-112,-17 3 21,1 0-1,0 0 1,-1 0-1,1 0 0,-1-1 1,1 0-1,7-5 1,31-15 92,0 1 0,1 3 0,1 1 0,69-15 0,-11 2-58,244-67 265,-122 37-150,57-23 102,-19 15-113,133-19 468,-203 45-637,-188 41 16,194-46 59,259-63 56,-272 70-94,-176 38-22,96-23 23,2 4-1,166-10 1,-237 30-25,0-2 1,0-1-1,56-14 0,1-2-3,156-13 1,-52 10-2,233-48-17,-334 51 68,9-2-54,73-3 45,63-7-91,-42 7 92,68-3 3,-195 26-40,0-4 0,-1-2 1,107-27-1,-100 17-46,146-15 0,-222 32 45,16-2 7,0 0-1,0-2 1,-1 0 0,1-1-1,-1-1 1,19-11 0,100-64 9,-17 9 14,-62 47-33,2 2 1,114-28 0,-121 37-5,-14 6 8,0 2 0,61-4 1,-25 2 22,-35 4-51,39 0 1,98 5-143,-176-27-8100,-1 26 5863,0-7-8019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07.9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2641 79 1217,'0'0'2369,"0"0"-1166,0 0-261,0 0 245,0 0-261,0 0-497,0 0-274,6 0 74,33-7 1874,-23 0 562,-94 4-2413,23 1 405,-72 5 1,109-1-561,-1 0 0,1 1 0,0 2 0,0-1 0,0 2 1,1 1-1,-1 0 0,-19 12 0,15-7 6,-1-1 0,0 0-1,-1-2 1,0 0 0,-1-2 0,-28 5 0,4-4 98,1-3 0,-64-1 0,-114 3 37,175-5-394,7-1-131,78-5 132,604-99-510,-559 87 588,-22 4-77,-12 2-47,1 2 0,87-4 0,-132 11 204,1 1 0,-1 0 0,1-1 1,-1 0-1,1 1 0,-1-1 0,1 0 1,-1 0-1,0 1 0,1-1 0,-1 0 0,0 0 1,0-1-1,0 1 0,0 0 0,0 0 1,0 0-1,0-1 0,0 1 0,0-1 1,-1 1-1,1 0 0,0-3 0,0 2 0,-1 1-1,1-1 0,-1 1 1,1 0-1,0 0 0,-1-1 0,1 1 1,0 0-1,0 0 0,0 0 1,0 0-1,0 0 0,0 0 1,0 0-1,0 0 0,1 0 1,-1 0-1,0 1 0,0-1 1,1 0-1,-1 1 0,0-1 1,2 1-1,-2 0-42,-1 0 59,0 0-46,0 0 40,0 0 27,0 0 126,-10 0 461,-69 2-105,-129 22 1,-75 32-654,275-54 135,-90 16-7,-108 8 0,117-16 142,-75 2 48,-188 0 229,331-12-457,-26-1 410,0 3-1,-61 9 0,77-3-224,39-5 375,58-4 481,-40 0-1110,854-1 267,-879 2-210,-1 0 18,0 0 62,-22 0 32,-54 4 49,-87 15 0,2 1-28,10-9 21,-234 23-191,296-25 113,32-5-24,2 3-1,-62 16 0,111-21 26,-33 3-64,38-5 11,1 0-43,7 0-104,11-1 225,1-2 0,0 0 1,-1-1-1,24-8 0,43-9-28,196-4-1,-178 20-39,126-23-1,-199 21-9,24-3-105,-54 10 97,0 0 10,0 0-61,0 0-197,0 0-70,-25 8 120,-49 10 349,-1-3 0,0-4-1,-153 4 1,139-12-91,0 3-1,-131 28 1,166-19-38,32-8 18,-1-1 0,1-1 0,-1-1 0,-32 2 0,55-6-11,0 0-40,0 0-32,7 0-222,10-2 299,1-1 0,-1 0 0,1-1 1,29-12-1,9-1 4,31-8-50,1 4 1,1 5-1,178-11 0,-298 42-217,-28 4 332,-1-2 0,-94 12 0,-131 1 54,-32 6-81,210-21-358,60-13-4820,35-2-6747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15.6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 2705 1713,'0'0'1006,"0"0"-462,0 0-83,0 0 193,0 0 130,0 0-13,-11 19 3333,10-18-3924,0 1 0,-1-1 0,1 0 0,0-1 0,-1 1 0,1 0 0,-1 0 0,1-1 0,-1 1 0,1 0 0,-1-1 0,0 0 0,1 1 0,-1-1 0,0 0 0,1 0 0,-1 0 0,-2 0 0,3-2 34,0 1 0,0-1 0,0 0 0,1 1 0,-1-1 0,1 0 0,-1 0-1,1 1 1,-1-1 0,1 0 0,0 0 0,0 0 0,0 0 0,0 1 0,1-5 0,1-11-121,0-1 1,1 1 0,1-1 0,1 1 0,0 1-1,12-24 1,29-60 31,-32 71-95,0 1 0,2 1 0,23-31 0,-8 18-2,-2 2 7,1 0 1,50-46-1,-24 37 36,-34 31-51,-2-2-1,0 0 1,32-38-1,-47 49-18,1 1 0,0 1 0,0-1 0,1 1 0,11-7 0,26-24 28,-22 14-8,1 1 0,1 0 0,1 2 0,33-19 0,-8 5 13,-27 19-33,1 1 0,41-17 1,-29 15-4,-13 5 12,0 2-1,1 1 0,35-7 1,-52 11 38,0 0 0,0 0 0,0-1 0,0 0 1,0 0-1,11-10 0,9-6 111,54-23 62,98-38-1,-123 58-152,283-140 106,-318 151-168,4-2 19,1 0 0,0 2 1,28-10-1,-13 8-9,-28 9-13,-1 0-1,1 1 1,23-4-1,-22 5 10,0-1-1,0-1 0,-1 0 0,1 0 1,14-10-1,36-12-33,204-72 66,-82 28-14,27-15 40,162-42-65,86-16 417,-239 78-356,247-50 118,-342 78 11,107 2 216,2 10-136,-206 23-153,-1-2 1,1-1-1,40-14 0,-36 9 60,69-11 0,-95 21-166,-1 1-1,1-2 0,-1 1 0,1-1 0,-1 0 0,0 0 0,1-1 0,12-7 1,-18 10-3,-2 0 24,0 0-31,2 0 59,18-1-234,-20 1 190,1 0-1,-1 0 1,0 0 0,0 0-1,0 0 1,1 0 0,-1 0-1,0 0 1,0 0 0,0 0-1,0 0 1,1 0-1,-1-1 1,0 1 0,0 0-1,0 0 1,1 0 0,-1 0-1,0 0 1,0 0 0,0 0-1,0 0 1,0-1 0,1 1-1,-1 0 1,0 0-1,0 0 1,0 0 0,0 0-1,0-1 1,0 1 0,0 0-1,0 0 1,1 0 0,-1-1-1,0 1 1,0 0-1,0 0 1,0 0 0,0 0-1,0-1 1,0 1 0,0 0-1,0 0 1,0 0 0,0-1-1,0 1 1,0 0-1,-1 0 1,1 0 0,0-1-1,0 1 1,0 0 0,0 0-1,0 0 1,0 0 0,0 0-1,0-1 1,-1 1-1,1 0 1,0 0 0,0 0-1,0 0 1,0 0 0,0 0-1,-1-1 1,1 1 0,0 0-1,-1 0-11,1-1-1,-1 1 1,1-1-1,-1 0 1,1 1 0,0-1-1,-1 0 1,1 1-1,0-1 1,-1 0-1,1 1 1,0-1-1,0 0 1,0 1 0,0-1-1,0 0 1,-1 0-1,1 1 1,1-1-1,-1 0 1,0 0-1,0 1 1,0-1 0,0 0-1,0 1 1,1-1-1,-1 0 1,0 1-1,1-1 1,-1 0-1,0 1 1,1-1 0,-1 0-1,1 0 1,18-16-82,111-33 134,-115 42-93,-7 3 32,0 0 0,0 1 0,0 0 0,1 1 0,0-1 0,-1 1 0,11-1 0,-5 3-14,-1-1 0,0 0 0,1-1 0,-1-1 0,20-7 0,23-6 112,-78 19-555,-35 7 553,-17 16-70,-2-4 0,0-3 0,-1-3 0,-1-4-1,-106 2 1,79-8-40,-139 26 0,209-26 21,-52 16 7,66-15-8,0 0 1,0-2-1,-29 3 1,10-2 0,0 1 0,1 2 0,-68 23 0,65-19 5,-178 53 57,143-36-49,14-5 22,-1-2 1,-75 15-1,-17-1-23,11-2-22,-131 52-48,149-48-15,-63 15 39,146-41 22,1 2-1,-46 23 1,-48 16-6,-22-15 70,-248 90-83,368-114-21,1 1 1,-46 28-1,-43 17-5,98-49 41,9-2 6,0-1-1,0-2 1,-1 0 0,0-1-1,0 0 1,-29 1 0,46-5-5,-1 1 1,0-1-1,1 1 1,-1 1-1,1-1 1,0 0-1,0 1 1,0 0-1,0 0 1,0 0-1,-4 5 1,-14 10-31,-30 14 42,-2-2 0,-2-2 0,-81 28 0,133-54-39,1 1 1,-1 0-1,1-1 1,0 1-1,-1 0 0,1 1 1,1-1-1,-5 6 1,-8 9-87,-35 24 10,-2-3 0,-91 53 0,94-62 99,26-16 25,-1 2-1,2 1 0,0 0 1,-31 34-1,-9 0-10,47-41-1,1 1-1,1 1 1,0 0-1,-17 20 1,21-21-2,-7 12-6,-2-1 0,0 0 0,-22 19 0,3-10 16,27-24-8,0 1 0,1 0 0,0 1 0,0 0 0,1 0 0,0 1 0,0 0 0,1 0 0,-8 17-1,-41 86-29,36-68 59,15-29-41,-2-1-1,0 0 1,0 0 0,-18 23-1,-81 82 52,100-112-41,1 1-1,1 0 1,-1 1-1,1-1 0,1 1 1,-4 14-1,-7 19-3,12-36-1325,-1 0-1,2 0 0,-1 0 0,1 1 0,0-1 0,0 12 0,1-19-3439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22.2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4166 32,'0'0'1235,"0"0"-165,0 0 293,0 0 62,0 0-649,0 0-271,0 0 247,15 5-304,47 14-205,-60-18-69,0 0 1,0 0-1,1 0 1,-1-1-1,0 1 1,1-1-1,-1 0 1,0 0-1,1 0 1,-1 0-1,0 0 1,1 0-1,-1 0 0,0-1 1,1 1-1,-1-1 1,0 0-1,4-1 1,-5 0 126,1 0 1,0 1 0,-1-1-1,0 0 1,1 0 0,-1 0-1,0 0 1,0 0-1,0 0 1,0 0 0,-1-1-1,2-2 1,4-11-946,109-198 1258,-44 89-446,-51 90-138,2 1 0,2 1 0,32-36 0,92-84 178,-39 43-131,18-49-20,-103 136 7,0 1 0,1 2 0,2 0 0,55-31 0,10-8 13,87-80 120,-163 127-97,0 1 0,1 0 0,1 2-1,26-12 1,14-7 58,-21 6-113,166-82 134,-190 99-175,0 2-1,0-1 1,0 2 0,18-2-1,-19 3 38,0-1 1,0 0-1,0-1 0,22-7 0,-33 9-49,-1 1 11,-31 18 144,11-9-33,-181 97 41,10-7-121,53-10-33,-25 14 33,242-138 513,12-16 91,181-72-1,-176 81-592,121-69-1,-125 61-77,-58 36-75,2 1 0,0 1 0,0 2 0,1 2 0,51-6 0,-73 12-228,-321 71 547,117-4-214,32-10-18,328-128-59,-48 26 88,3 5 0,1 6 0,2 6 0,195-21 0,1 30-168,-317 18-13,-20-1 162,-21-1 61,-259 2-332,165 4-212,78 1 386,1 1 1,-1 3 0,1 2-1,1 2 1,-1 2 0,2 2-1,0 3 1,0 1-1,2 2 1,1 2 0,-65 44-1,86-51 70,-31 17-22,53-31 52,0-1 32,0 0-56,0 0 50,0 0-42,0 0 32,0 0-59,0 0 9,4 1 40,0-1 0,0 1 0,0-1 1,1 1-1,-1-1 0,0-1 0,9 0 0,-1 0 27,30-1 60,-1-1-1,0-3 1,0-1 0,0-2-1,40-14 1,198-86 543,-97 35-216,-133 55-330,123-40 1,-163 57-394,-8 5 146,-16 11 126,-32 17 117,-53 18-295,-3-5 0,-175 51 0,186-66 145,-584 173 165,669-199-85,-30 8-21,1 2-1,-40 20 1,72-30 18,4-3-2,0 0-22,0 0 43,0 0-40,0 0 59,0 0-75,0 0-13,0 0-17,0 0 28,0 0-17,0 0 6,25-1 186,-6-2-57,1-2 0,-1 0-1,-1-1 1,35-17 0,19-6-31,-21 13 25,92-30 106,186-85 0,-58 6 359,-202 98-489,1 3-1,77-16 1,37-16-38,-26 6-32,271-80 80,-365 102-60,-49 20-1,0 1-1,1 0 1,0 1-1,0 1 0,20-4 1,28 8 7,-53 2 2,-1-1 0,0 0-1,1 0 1,-1-1-1,0 0 1,1-1-1,-1 0 1,11-4 0,-81 7 743,14 5-737,0 3 0,-46 16 1,-27 5 3,-26-7-462,173-27 474,0-2 0,0-1 0,-1-1 0,36-16 1,6-1-17,161-54 174,110-35 596,-242 87-456,153-24 0,163 7 388,-390 42-699,11-1 25,0-2 0,0-2 0,-1-1-1,0-1 1,43-18 0,-77 27-27,0 0 0,-1 0 0,1 0 0,0 0 0,0 0 1,0-1-1,0 1 0,0 0 0,0 0 0,-1 0 0,1 0 0,0 0 0,0 0 0,0 0 0,0 0 0,0 0 0,0 0 1,0 0-1,0 0 0,-1-1 0,1 1 0,0 0 0,0 0 0,0 0 0,0 0 0,0 0 0,0 0 0,0 0 0,0-1 0,0 1 1,0 0-1,0 0 0,0 0 0,0 0 0,0 0 0,0-1 0,0 1 0,0 0 0,0 0 0,0 0 0,0 0 0,0 0 1,0 0-1,0-1 0,0 1 0,0 0 0,0 0 0,0 0 0,0 0 0,0 0 0,0 0 0,0 0 0,1-1 0,-1 1 0,-26-3 251,-33 2-271,31 4-11,0 2-1,0 0 1,1 2-1,0 1 1,-30 12-1,-63 18-451,151-39-74,46-8 1,294-73 841,-371 82-312,0 0 0,0 0 0,0 0 0,0 0 0,-1 0 0,1 0 0,0 0 0,0 0 0,0 0 0,0 0 0,0 0 0,0 0 0,0 1 0,0-1 0,0 0 1,0 0-1,0 0 0,0 0 0,0 0 0,0 0 0,0 0 0,0 0 0,0 0 0,0 0 0,0 1 0,0-1 0,0 0 0,0 0 0,0 0 0,0 0 0,0 0 0,0 0 0,0 0 0,0 0 0,0 0 0,0 0 0,0 0 0,0 1 0,0-1 0,1 0 0,-1 0 0,0 0 0,0 0 0,0 0 0,0 0 0,0 0 0,0 0 0,0 0 0,0 0 1,0 0-1,0 0 0,0 0 0,0 0 0,1 0 0,-1 0 0,0 0 0,0 0 0,-11 12-21,-19 10 192,8-10-164,-1-1 0,-1-2 0,0 0 0,-45 10 0,230-69-399,-82 23 740,90-18 0,13 27 37,-138 16-323,-1-1 0,0-2-1,84-22 1,-57 4 189,145-42-86,199-18-128,-395 79-29,26-6 14,-26 6 8,-1 0 0,1 1 0,25-1 0,9-18 31,-28 18-55,0-2-1,0 0 1,-1-2-1,38-17 1,11-4 28,12 3-36,129-22 1,-183 44 14,-19 2 14,0 1-1,-1-2 1,1 0 0,19-7 0,42-16-33,2 3 0,97-16-1,95-29-22,-88-1 106,-58 29-84,1 5-1,1 5 1,149-16 0,-137 20 84,75-9-65,246-35 13,-402 60-23,-1-2-1,51-19 0,2 0-2,288-54-34,-283 63 27,-109 22 28,0 0-15,-1 0 1,0 0-1,1 0 0,-1 0 1,0 0-1,1 0 1,-1-1-1,0 1 1,1 0-1,-1-1 0,0 1 1,0-1-1,1 1 1,-1-1-1,0 1 1,0-1-1,0 0 0,0 0 1,0 0-1,0 0 1,0 0-1,0 0 0,0 0 1,0 0-1,0 0 1,-1 0-1,1 0 1,0 0-1,-1 0 0,1-1 1,-1 1-1,1 0 1,-1-1-1,1 0 1,0-1 38,1 0-29,1 1 0,0 0 0,1 0 1,-1-1-1,0 2 0,1-1 1,-1 0-1,1 1 0,-1 0 1,1-1-1,0 1 0,0 1 1,-1-1-1,6 0 0,5-2-23,541-104 45,-411 97-5,-96 9-13,-1-2 1,54-11 0,68-16-40,1 6-1,325-1 1,-483 25 31,0 1 0,0-2 0,0 1 0,0-2 0,0 1 0,0-2 0,0 1 0,-1-2 0,1 0 0,-1 0 0,0-1 1,20-11-1,0-4-1,1 2 1,1 1 0,1 1 0,0 2 0,1 2 0,0 1-1,58-10 1,15 6-15,135-1-1,-175 13 0,317-8 39,-374 9-42,1 0 0,-1-1 0,0 0 0,0-1 0,0 0 0,-1-1 0,19-11 0,-16 3-1573,-10 0-3689,-3 8 793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23.8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8740,'0'0'1102,"0"0"-555,0 0 186,0 0-68,0 0-140,0 0 9,-1 26 55,-4 85-108,4-102-347,1 0 0,0 0 1,0 0-1,1 0 1,0 1-1,1-1 0,0 0 1,0-1-1,1 1 1,0 0-1,0-1 0,1 1 1,10 14-1,-10-18-50,0-1 1,0 0-1,0 0 0,1 0 0,-1-1 1,1 0-1,0 0 0,0 0 1,0 0-1,1-1 0,-1 0 0,0 0 1,1 0-1,-1-1 0,1 0 1,0 0-1,0 0 0,-1-1 0,10 0 1,-7 1-58,0-2 0,-1 1 0,1-1 0,-1 0-1,0-1 1,1 0 0,-1 0 0,0 0 0,0-1 0,0 0 0,0 0 0,-1-1 0,1 0 0,-1 0 0,0-1 0,0 0 0,0 0 0,4-5 0,-2 3-42,5-4 34,-2 0 1,1-1 0,13-18 0,-22 25-86,1 0 1,-2 0 0,1-1 0,-1 1-1,1-1 1,-1 0 0,-1 0 0,1 0-1,-1 1 1,0-1 0,-1 0 0,1-9 0,-1 12 46,0 0 1,0 1 0,-1-1 0,1 1 0,-1-1 0,1 1-1,-1-1 1,0 1 0,0-1 0,0 1 0,0-1-1,0 1 1,-1 0 0,1 0 0,-1 0 0,1 0 0,-1 0-1,0 0 1,0 0 0,0 0 0,0 1 0,0-1 0,0 1-1,0-1 1,0 1 0,-1 0 0,1 0 0,-1 0 0,1 0-1,0 0 1,-1 1 0,0-1 0,1 1 0,-1-1 0,1 1-1,-5 0 1,7 0 24,1 24 64,1 1 1,1-1-1,1 0 1,11 37-1,41 91 156,-18-52-153,-28-72-56,46 147 151,-48-143-106,-2-1-1,-1 1 1,1 58 0,-7-89-40,1 0-1,-1 0 1,1 0 0,-1 1 0,1-1-1,-1 0 1,0 0 0,1 0 0,-1 0 0,0 0-1,0 0 1,0 0 0,0 0 0,0 0 0,0-1-1,0 1 1,0 0 0,0-1 0,0 1 0,0-1-1,-1 1 1,1-1 0,0 1 0,0-1 0,-1 0-1,1 1 1,0-1 0,0 0 0,-1 0-1,1 0 1,-2 0 0,-55 0 620,41-1-618,-5 0-4,0-2-1,0 0 0,1-1 1,-1-1-1,1-1 1,0-1-1,1-1 1,0-1-1,-30-18 1,49 27-72,1 0 0,-1 0 0,1 0 0,0 0 0,-1-1 0,1 1 0,0 0 0,-1 0 0,1-1 0,0 1 0,-1 0 0,1 0 0,0-1 0,0 1 0,-1 0 0,1-1 0,0 1 0,0 0 0,-1-1 0,1 1 0,0 0 0,0-1 0,0 1 0,0-1 0,0 1 0,0 0 0,0-1 0,-1 1 0,1-1 0,0 1 0,1 0 0,-1-1 0,0 1 0,0-1 0,0 1 0,0-1 0,0 1 1,0 0-1,0-1 0,0 1 0,1 0 0,-1-1 0,0 1 0,0 0 0,1-1 0,-1 1 0,0 0 0,0-1 0,1 1 0,-1 0 0,0 0 0,1-1 0,-1 1 0,0 0 0,1 0 0,-1-1 0,1 1 0,-1 0 0,0 0 0,1 0 0,28-11-3769,-25 10 2689,17-6-5271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24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 10789,'0'0'1099,"0"0"-672,0 0 67,0 0 234,0 0 147,0 0-200,25-2-112,201-6 749,-133 8-316,-92 0-1034,-1 0-95,-21 0-2626,2 0-952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24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7411,'0'0'1857,"0"0"83,23 1-171,186 7 3502,-164-9-3593,-23 0-3295,1 1-4937,-14 0-879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25.3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62 235 8596,'0'0'2657,"0"0"-1363,0 0 72,0 0 72,0 0-293,-10-10-561,3 4-536,-21-18-2,28 24-46,-1 0 0,1-1 1,0 1-1,-1 0 0,1 0 0,0 0 0,-1 0 0,1 0 0,-1 0 0,1 0 1,0 0-1,-1 0 0,1 0 0,-1 0 0,1 0 0,0 0 0,-1 0 0,1 0 0,-1 0 1,1 0-1,0 0 0,-1 1 0,1-1 0,0 0 0,-1 0 0,1 0 0,0 1 1,-1-1-1,1 1 0,-5 21 19,7 14 165,1 1-1,3-1 0,0 0 1,2 0-1,2-1 1,2 0-1,0-1 1,3 0-1,0-1 0,3-1 1,37 54-1,-50-80-134,0 1-1,0-1 0,0-1 1,1 1-1,0-1 1,0 0-1,1 0 1,-1-1-1,1 1 0,0-2 1,0 1-1,1-1 1,-1 0-1,1 0 1,-1-1-1,1 0 0,0-1 1,0 1-1,12-1 1,-19-1-39,0-1 0,0 1 1,0-1-1,0 1 0,0-1 0,0 0 1,0 0-1,-1 1 0,1-1 1,0 0-1,0 0 0,-1 0 0,1 0 1,0 0-1,-1 0 0,1 0 1,-1 0-1,0 0 0,1 0 0,-1 0 1,0 0-1,1 0 0,-1 0 1,0-2-1,6-33 31,-5 32-33,4-71-361,-8-145-1,-2 161 245,-2 1 0,-2 0-1,-3 0 1,-37-103 0,48 158 129,0-2 31,10 4-280,249 5 139,209-4 356,-325-9-18,-140 9-215,-1 0 0,1 1 0,0-1 0,-1 1 0,1-1-1,-1 1 1,0 0 0,1-1 0,-1 1 0,1 0 0,-1 0 0,0 0-1,0 0 1,0 0 0,1 0 0,-1 0 0,0 1 0,0-1-1,0 0 1,-1 1 0,1-1 0,0 1 0,0-1 0,-1 0 0,1 1-1,-1-1 1,1 1 0,-1 0 0,0-1 0,0 1 0,0 2-1,3 58 266,-3-50-227,0 93 185,0-105-399,0 1 0,0 0 0,0-1-1,-1 1 1,1 0 0,0-1 0,0 1 0,0 0 0,-1-1 0,1 1 0,0-1 0,0 1 0,-1 0 0,1-1 0,-1 1 0,1-1-1,-1 1 1,1-1 0,-1 1 0,1-1 0,-1 1 0,1-1 0,-1 0 0,0 1 0,-11 2-5570,-2-2-6359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25.6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295 1 10565,'0'0'792,"0"0"-405,0 0 248,0 0 285,0 0-293,-4 5-387,-46 66 981,-66 71-1,24-32-622,79-90-637,-1 1 586,14-21-661,0-1 0,0 1 0,0 0 0,0 0 0,0 0 0,0 0 0,0-1 0,0 1 0,0 0 0,0 0 0,0 0 0,0 0 0,0 0 0,0 0 0,0-1 0,0 1 0,-1 0 0,1 0 0,0 0 0,0 0 0,0 0-1,0 0 1,0 0 0,0 0 0,-1-1 0,1 1 0,0 0 0,0 0 0,0 0 0,0 0 0,0 0 0,-1 0 0,1 0 0,0 0 0,0 0 0,0 0 0,0 0 0,0 0 0,-1 0 0,1 0 0,0 0 0,0 0 0,0 0 0,0 0 0,0 0 0,-1 0 0,1 1-1,0-1 1,0 0 0,0 0 0,0 0 0,0 0 0,0 0 0,-1 0 0,1 0 0,0 1 0,0-17-5801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26.0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6227,'0'0'1894,"0"0"-1150,0 0-234,0 0 546,0 0 337,5 13-302,15 43 615,2-1 0,39 68-1,-37-85-874,-5-8-31,21 46 0,-31-65-2303,1-10-5492,-5-1-24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31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126 628 384,'0'0'971,"0"0"-592,0 0-32,0 0 381,0 0 62,0 0 34,-27-7 4061,26 5-4801,0 1 0,0 0 1,0 0-1,0 0 0,0-1 0,-1 1 0,1 1 0,0-1 0,-1 0 0,1 0 0,-1 0 0,1 1 0,-1-1 1,1 1-1,-1-1 0,1 1 0,-1-1 0,0 1 0,-2 0 0,-38 0 282,24 1-183,18-1-135,-1 0 0,1 0 0,0 0 0,0 0 0,-1 0 0,1 0 0,0 0 0,-1 0 0,1 0 0,0 0 0,0 0 0,-1 0 0,1 1 0,0-1 0,0 0 0,-1 0 0,1 0 1,0 0-1,0 0 0,-1 0 0,1 1 0,0-1 0,0 0 0,0 0 0,-1 0 0,1 1 0,0-1 0,0 0 0,0 0 0,0 1 0,-1-1 0,1 0 0,0 0 0,0 1 0,0-1 0,0 0 1,0 0-1,0 1 0,0-1 0,0 0 0,0 1 0,0-1 0,0 0 0,0 0 0,0 1 0,0-1 0,0 0 0,0 0 0,0 1 0,0-1 0,0 0 0,1 1 0,-1-1 0,0 0 0,0 1 19,1 0 0,-1 0-1,1-1 1,-1 1 0,1 0-1,0-1 1,-1 1-1,1 0 1,0-1 0,-1 1-1,1-1 1,0 1 0,0-1-1,0 1 1,-1-1-1,1 0 1,0 1 0,0-1-1,0 0 1,1 0-1,31 4 337,-1-1-1,1-2 0,64-7 0,-37-8-314,-45 9-70,-1 1 0,1 1 0,1 0 1,24 0-1,-35 3-5,0-1-1,0 1 1,0-1 0,0 0 0,0 0 0,-1-1-1,1 1 1,0-1 0,0 0 0,-1-1-1,1 1 1,-1-1 0,6-4 0,-7 5 4,1 1 1,-1-1-1,1 1 0,-1 0 1,1 0-1,-1 0 1,1 1-1,0-1 0,-1 1 1,7 0-1,-5 0 3,0-1 0,0 1 0,0-1 0,-1 0 0,1 0 0,8-3 0,-9 2 117,29-12-245,-25 13 298,-18 12 636,-10 5-818,-2-1 0,1-1 0,-2-1 0,0-1-1,0 0 1,-1-2 0,0-1 0,-1-1 0,0-1 0,-1-1-1,1-2 1,-1 0 0,0-2 0,-40-1 0,24-1-43,42 0 48,0 0 22,0 0 8,0 0-46,0 0 22,0 0-38,0 0 27,0 0-43,0 0-53,0 0 3,39 0-64,6-3 177,-1-1 1,0-3 0,-1-2-1,0-1 1,0-2 0,-1-3-1,53-25 1,-74 32-23,1 1-1,1 1 0,33-5 1,-21 5 20,-13 3-4,0 0-1,23 1 1,-29 2-8,-1 0 1,1-1-1,-1-1 0,1-1 1,-1 0-1,20-7 0,-19 4 25,0 0-1,0 1 0,1 1 0,0 0 1,25-2-1,-16 2 0,-1-1 1,0-2-1,0 0 0,0-2 1,-1-1-1,24-13 0,39-14-55,89-39 187,16-6 17,-126 62-153,-46 16-21,-1-2-1,0-1 1,0 0-1,33-18 0,-21 7 32,1 2 0,0 2-1,42-13 1,33-14 35,1 2-42,-134 48-317,-43 12 401,18-15-7859,46-6 649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34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2201 2961,'0'0'1863,"0"0"-751,0 0-111,0 0 295,0 0-141,0 0-312,-2 0-253,63-2 1104,96-14 0,-140 14-1619,0-1-1,0-1 1,0-1-1,-1 0 0,0-1 1,0-1-1,0 0 1,-1-2-1,0 1 1,16-13-1,-10 4 167,-11 9-117,0 0 0,0 0 1,1 1-1,0 0 0,1 1 0,12-5 0,18 3 57,-33 7-156,0 0-1,-1-1 1,0 0 0,16-6-1,38-18 135,70-20 0,-114 40 13,0-2 1,0 0 0,31-20 0,-5 2 45,81-25 252,65-65 456,-158 89-507,-22 18-388,0 1-1,0 0 1,20-11-1,260-133 186,-268 137-220,-17 11 8,-1 1 1,1 0-1,0-1 1,0 1-1,0 1 1,0-1-1,0 1 1,1 0-1,6-2 0,23-44 703,-16 32-664,0 1-1,1 0 0,0 1 0,1 1 0,28-12 1,25-16-8,70-39-14,-141 77 7,0 0 0,0 0 0,0 0 0,0 0 0,-1 0 0,1-1 0,2-6 0,18-20 15,47-29-59,94-58 1,-53 40 3,-92 62 28,-1 0 1,21-25-1,-27 27-4,0 0-1,1 1 0,0 1 1,1 0-1,27-16 0,-3 7 13,-1-1-1,54-40 0,-27 14-27,135-74 0,-191 115 18,-1 0 0,1 0 0,-1-1 0,0 0 0,-1 0 0,0 0-1,0-1 1,0 0 0,-1 0 0,0 0 0,5-13 0,27-40 38,-6 23 117,70-65 0,-91 94-77,1 0 0,-1-1-1,-1 0 1,0-1-1,-1 0 1,0 0 0,0-1-1,6-15 1,-13 27-88,-1 0 1,0 0-1,0 0 1,0 0 0,0 0-1,1-1 1,-1 1-1,0 0 1,0 0-1,0 0 1,0 0 0,0-1-1,0 1 1,1 0-1,-1 0 1,0 0-1,0-1 1,0 1 0,0 0-1,0 0 1,0 0-1,0-1 1,0 1-1,0 0 1,0 0 0,0-1-1,0 1 1,0 0-1,0 0 1,0 0 0,0-1-1,0 1 1,0 0-1,-1 0 1,1 0-1,0-1 1,0 1 0,0 0-1,0 0 1,0 0-1,0 0 1,-1-1-1,1 1 1,0 0 0,0 0-1,0 0 1,0 0-1,-1 0 1,1 0-1,0 0 1,0-1 0,0 1-1,-1 0 1,1 0-1,0 0 1,0 0-1,-1 0 1,-16 10 136,-29 29-52,36-29-67,-136 134 9,-13 13 82,85-95-88,-90 69 46,-18-11-145,166-98-82,16-21 151,-1 1 0,1-1 1,-1 1-1,0-1 0,0 0 0,1 1 1,-1-1-1,0 0 0,0 0 0,0 1 1,0-1-1,-1 0 0,1 0 0,0 0 1,0 0-1,-1-1 0,1 1 0,0 0 1,-4 1-1,-3 1 6,0 1 1,0 0-1,1 0 1,-1 1 0,1 0-1,0 0 1,-8 9-1,7-7-3,0 0 0,-1-1 0,0 0 0,-12 6 1,10-5-359,2-2-1958,-1-2-4857,5-3-613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39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6394 3666,'0'0'880,"0"0"-440,0 0-50,0 0 125,0 0 8,0 0-27,10-7 5524,33-30-5573,132-148 847,-105 110-1035,-39 40-22,2 2-1,48-39 0,-2 16-1,-38 27 94,-1 0 0,69-68 0,-66 55-218,70-52-1,-7 7 0,-98 78-33,0-1 0,0 0 0,-1 0 0,0-1 0,10-21 0,-10 16 16,1 1 1,1 1-1,14-18 0,29-18-66,-40 41-33,-1-1 0,0-1 0,0 0 0,-2 0 1,16-22-1,-9-9 103,-15 36-95,1-1 0,1 1-1,-1-1 1,1 1 0,0 0 0,5-7-1,15-20-9,-15 20-5,1 1 0,0 0-1,21-21 1,-22 25 27,0-2 0,-1 1 0,0-1 0,-1 0 0,0 0 0,-1-1 0,7-16 0,15-29-22,-8 27-5,1 1-1,47-50 1,-59 67 34,0 0 1,0 0-1,-1-1 0,11-23 0,18-29 44,78-69-97,-85 74 141,-12 22-82,2 4-5,31-39 0,-10 15-50,7-16 107,-30 43-10,2 1 0,1 1 0,28-30 0,15-2-58,-42 42-3,-2-1-1,0-1 0,-1 0 0,24-36 1,-9 8-7,2 0-1,81-83 1,-92 102 26,-1-1-1,32-56 1,-36 55-18,1 0 0,44-51 0,-39 56-16,-8 10 98,-1-1 0,0-1 0,-2 0 0,0-2 0,11-19 0,-10 15-45,1 2 0,0 0 0,2 0 0,0 2 0,2 0 0,30-24 0,-25 22-56,-15 12 98,-1-1 0,0 0 0,0-1 0,10-18 0,23-31 43,10 8-142,-40 44 24,-1-2 0,0 1 0,0-1 0,-1-1 0,-1 0 0,0 0 0,-1-1-1,0 0 1,-1 0 0,0-1 0,5-15 0,-3 2-19,1 1 0,1 0-1,1 0 1,1 1 0,30-39-1,25-52 130,-55 88 259,15-57-1,-21 59-340,1 1 1,2 1-1,17-36 1,-13 36-19,-1-1 1,-1 0-1,-1-1 0,-2 0 1,0 0-1,-2-1 0,7-46 1,-8 43-12,1 0 1,2 1 0,1-1 0,1 2 0,1 0 0,24-39-1,26-63 107,-27 28 23,-22 62-51,1 1 0,25-49 1,-15 43-55,-3 10 63,-3 0 0,-1-1 0,19-60 0,-23 59 21,17-39 1,12-33-39,-31 78-48,2 1-1,17-33 1,-17 38-13,-1-1 0,-1 0 0,14-48 0,-17 40-17,2-1 0,2 1 0,1 1 0,1 0 0,2 0 0,2 2 0,37-52 0,-47 73-8,0 0 0,0 1 0,1 1 0,1-1-1,10-7 1,-19 15-73,1 0 0,-1 1-1,0-1 1,1 0-1,0 0 1,-1 1 0,1-1-1,-1 1 1,1-1 0,0 1-1,-1 0 1,1-1-1,0 1 1,-1 0 0,1 0-1,0 0 1,-1 1 0,3-1-1,17 2-6614,-18-2-1553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42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87 6067,'0'0'1625,"0"0"-203,0 0-123,0 0 291,0 0-85,0 0-412,0 0-167,-9-14 59,7 25-828,2 25-6,-2-9-45,2 1-1,2 0 1,0-1-1,11 47 1,-12-68-95,1 0 1,0 0 0,0 0 0,0 0 0,1 0 0,0-1 0,0 0 0,0 1 0,1-1 0,0 0 0,0-1 0,0 1 0,1-1 0,-1 1 0,1-1 0,0-1 0,0 1 0,1-1 0,-1 0 0,1 0 0,-1 0 0,1-1 0,0 0 0,0 0 0,0-1 0,0 1 0,7 0 0,1 0 13,0-1 1,1 0 0,-1-1-1,0 0 1,0-1-1,0-1 1,18-4 0,-27 5-17,-1-1 1,0 0 0,0 1 0,0-2 0,0 1-1,0 0 1,0-1 0,0 0 0,-1 0 0,0 0-1,1 0 1,-1 0 0,0-1 0,-1 0 0,1 1-1,-1-1 1,1 0 0,-1 0 0,0 0 0,0-1-1,-1 1 1,0 0 0,1-1 0,-1 1 0,-1-1 0,1-5-1,2-28 14,-2 0 0,-2 0-1,-2 0 1,-12-65 0,13 88-19,1 3 8,1 10-25,0 0 0,0 1 0,0-1 0,0 0 0,0 0 0,0 1 0,0-1 0,0 0 0,-1 1 0,1-1 0,-1 0 0,1 1 0,-1-1 0,0 1 0,1-1 0,-1 1 0,0-1 0,0 1 0,-2-3 0,3 27-305,0 11 351,2-1-1,1 1 0,2-1 1,1 0-1,12 35 1,0-10-33,-2 0 1,-3 1-1,-2 0 1,-3 1-1,0 60 1,-7-94-27,0-19 26,-1 1 1,0 0-1,0-1 1,-1 1-1,0 0 1,-3 11-1,4-17 4,-1 0-1,0-1 0,0 1 1,0 0-1,-1 0 0,1-1 1,0 1-1,-1-1 0,1 1 1,-1-1-1,1 1 0,-1-1 1,0 0-1,1 0 0,-1 0 1,0 0-1,0 0 0,0 0 1,0 0-1,0-1 0,0 1 1,0-1-1,0 1 1,0-1-1,0 0 0,0 0 1,0 0-1,-4 0 0,-3 0-28,-8 0 74,0 0 1,1-1-1,-26-5 1,37 4-151,0 1 1,0-1-1,0 0 0,0 0 1,1 0-1,-1 0 0,1-1 1,-1 0-1,1 0 0,0 0 1,0-1-1,0 1 0,1-1 1,-1 0-1,-4-6 0,0-15-2769,8 13-938,0 8 1688,0-3-5156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42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9332,'0'0'867,"0"0"-595,0 0 14,0 0 234,0 0 233,14 0-305,14 1-316,3 0 161,0-1 0,0-2 0,60-10 0,-84 10-214,6-2-39,1 0 0,0 1-1,0 1 1,19-2 0,-32 4-862,-1 0-1435,0 0-2017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43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5410,'0'0'1633,"0"0"-334,0 0-351,0 0 44,0 0 70,10 7-425,-5-2-614,3 1 44,0 0 1,-1-1-1,2 1 1,-1-1-1,1-1 0,-1 0 1,1 0-1,1-1 0,-1 0 1,0 0-1,1-1 1,-1 0-1,12 0 0,6-1-71,-19 0-130,0 0 0,1-1-1,-1 0 1,0-1 0,0 1 0,1-1-1,-1-1 1,0 0 0,0 0 0,11-5 0,-9 2-2961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43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 0 5843,'0'0'880,"0"0"257,-51 148-17,33-86 193,-3-2-289,-1-5-175,1-7-449,3-10 0,-4-5-208,6-11-16,-5-3-176,3-5 16,-1-4-32,3-3-16,3-2-144,2-5-832,11 0-2946,-2 0-3586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44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3217,'0'0'3426,"0"0"-1828,0 0-597,0 0-25,0 0 134,20-1-283,63 1-280,-79 1-488,1 0-1,-1 0 1,0 0 0,0 0-1,0 1 1,0 0 0,0 0 0,-1 0-1,1 0 1,0 1 0,-1-1-1,0 1 1,1 0 0,-1 0 0,0 0-1,-1 0 1,1 1 0,-1-1-1,1 1 1,-1-1 0,3 7 0,0-1 105,37 70 792,-29-51-464,29 45-1,-37-66-443,0-1 0,0 1-1,1-1 1,-1 0-1,1-1 1,1 1 0,-1-1-1,1 0 1,0-1 0,0 1-1,9 3 1,-6-5-266,-1-1 1,1 0-1,0 0 1,0-1-1,0 0 0,0-1 1,14-1-1,0 1-4940,-22 0-402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2:44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1265,'0'0'3737,"0"0"-2630,0 0-738,0 0 223,0 0 118,10-3-204,33-8-113,0 2-1,0 2 0,45-2 0,-90 51 787,-4-28-996,0-1 0,-1 0-1,0-1 1,-1 0 0,0 0-1,-1 0 1,-15 15 0,9-11 80,1 2 1,-15 22 0,25-33-188,1 0 0,0 0 1,0 0-1,0 0 0,1 0 1,-1 0-1,2 1 0,-1 0 1,1-1-1,0 12 0,1-18-71,1 0-1,-1 0 1,0 0-1,0-1 1,1 1-1,-1 0 1,1 0-1,-1-1 1,1 1-1,-1 0 0,1-1 1,-1 1-1,1-1 1,0 1-1,-1 0 1,1-1-1,0 1 1,-1-1-1,1 0 1,0 1-1,0-1 0,-1 0 1,1 1-1,0-1 1,0 0-1,0 0 1,0 0-1,-1 1 1,1-1-1,0 0 1,0 0-1,1-1 1,36 2 175,-26-2-145,-6 1 1,12 1 133,-1-1 0,1-1 0,0-1 0,-1 0 0,1-1 1,26-9-1,-41 11 127,3 0-806,-4 1-3470,-2 0-3293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14.54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176 383 4194,'0'0'1475,"0"0"-338,0 0-115,0 0 231,0 0-244,0 0-483,-4 1-345,-10 0-82,10 0 13,4-1-46,0 0 81,0 0 13,0 0 152,15-6 475,4-5-528,-1-1 0,32-27-1,0 1-129,8-6-17,85-82 0,-128 114-139,0 2 0,0-1 0,1 2 0,0 0 0,1 1 0,0 1 0,0 0 1,1 1-1,-1 1 0,34-5 0,-41 5 152,-21 0-97,-22 0-59,28 5 30,-25-1-9,0 1-1,0 1 0,1 2 0,-1 1 0,1 1 0,-53 17 0,38-5 13,1 2 0,1 1 0,-51 34 0,86-48-4,-1 1-1,1 0 1,0 1 0,0 0-1,1 0 1,-9 14-1,8-11 10,0 0 0,-1-1 0,-14 14 0,6-8 11,1 1 0,1 0 0,0 1 1,2 1-1,-12 22 0,23-40-16,1-1 0,-1 1-1,1-1 1,0 1 0,0-1 0,-1 1-1,1-1 1,0 1 0,0-1 0,0 1-1,-1 0 1,1-1 0,0 1 0,0-1-1,0 1 1,0 0 0,0-1 0,0 1-1,0-1 1,0 1 0,0 0 0,1-1-1,-1 1 1,0-1 0,0 1 0,1-1-1,-1 1 1,0-1 0,0 1 0,1-1-1,-1 1 1,1-1 0,-1 1 0,0-1-1,1 1 1,-1-1 0,1 0 0,-1 1-1,1-1 1,-1 0 0,1 1 0,-1-1-1,1 0 1,-1 0 0,1 1 0,0-1-1,-1 0 1,1 0 0,-1 0 0,1 0-1,0 0 1,-1 0 0,1 0 0,-1 0-1,1 0 1,1 0 0,1 0-174,-1 0 1,1 0-1,0-1 0,0 1 0,0-1 1,0 1-1,0-1 0,-1 0 0,1 0 1,0 0-1,2-1 0,5-6-4886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15.85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1 456 1521,'0'0'819,"0"0"-240,0 0 16,0 0 264,0 0 109,0 0-309,5-1-93,114-53 957,-79 34-1471,47-33 0,-51 30-63,77-68 89,-106 87-79,-1 1 0,1 0 1,0 1-1,0 0 0,0 0 1,0 0-1,0 1 0,8 0 0,35-10 16,16-17 362,-46 18-150,-1 2 0,1 0 1,30-7-1,-33 10-86,0 0 1,0-2 0,0 0-1,-1-1 1,23-15 0,-23 14-60,0-1 1,1 2-1,-1 0 0,2 1 1,18-5-1,27 7-655,-63 5-980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17.27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1 718 2225,'0'0'2198,"0"0"-1090,0 0-562,0 0 145,0 0 206,7-8-313,20-22-140,2 2 0,38-30-1,8 9-67,1 4-1,2 3 1,117-44-1,-108 53-325,-60 24-26,0 0-1,-2-2 1,1-1 0,-1-1 0,-1-1 0,28-21 0,-39 25-14,1 1 0,0 0 1,1 1-1,0 1 0,0 0 1,32-9-1,5-2 43,-44 16-26,0-1 0,-1 0 0,1 0 0,-1-1-1,0 0 1,0 0 0,0-1 0,-1 0 0,1 0 0,-1 0 0,9-12 0,-10 12 26,1 0 1,0 0-1,-1 0 1,2 0-1,-1 1 1,0 0-1,1 1 1,0-1-1,0 1 1,14-4-1,31-17-28,-52 24-10,1 0 0,-1 0 0,0 0 0,0 0 0,1 0 0,-1 0 0,0 0 0,0 0 0,1 0 0,-1-1 0,0 1 0,0 0 0,0 0 0,1 0 0,-1 0 0,0 0 0,0 0 0,0-1 0,0 1 0,1 0 0,-1 0 0,0 0 0,0-1 0,0 1 0,0 0 0,0 0 0,1 0 0,-1-1 0,0 1 0,0 0 0,0 0 0,0-1 0,0 1 0,0 0 0,0 0 0,0-1 0,0 1 0,0 0 0,0 0 0,0-1 0,0 1 0,0 0 0,0 0 0,0-1 0,0 1 0,-1 0 0,1 0 0,0 0 0,0-1 0,0 1 0,0 0 0,0 0 0,0 0 0,-1-1 0,1 1 0,0 0 0,0 0 0,0 0 0,-1 0 0,-23-5 221,-48 3-390,59 3 258,-35-2-107,-1 2 0,1 2 0,0 3-1,-77 18 1,73-6 0,0 1 0,-51 29 0,21-9-39,67-32-46,0 1 0,1 0 0,0 1 0,0 1 0,1 0 0,1 1 0,0 1 0,0-1 0,1 2 0,0 0 0,-13 22 0,21-31-3498,0 0-4351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18.76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1 588 3842,'0'0'910,"0"0"-412,0 0 137,0 0 275,0 0-19,0 0-208,16 0-144,5 1-449,7 0 438,1-1 1,47-5 0,-55 0-435,0 0 1,-1-1 0,0-2 0,0 0 0,21-12 0,89-61 469,-87 53-470,81-42-1,-106 63-70,-1 2-1,1 0 0,0 1 1,36-3-1,-29 4 218,48-12 0,76-23 315,-129 31-447,1 0-1,-1-1 0,-1-1 1,0-1-1,0 0 0,-1-2 0,0 0 1,24-23-1,-33 29-97,0-1 0,0 1 0,0 0 0,1 1 0,-1 0 0,1 1 0,18-6 0,81-15-11,-32 8 77,-53 11-59,1 1 0,0 1 0,0 1 0,29 0 0,-40 2-2,0 0 0,0-2 0,-1 1 0,1-2 0,-1 0 1,21-9-1,16-5 13,-20 16-393,-21 2-1845,-9 0-1522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19.80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670 1 1425,'0'0'424,"0"0"-8,0 0 99,0 0 104,0 0 101,0 0-237,17 1-32,-15 1 4746,-34 21-5150,22-15-45,-1 0 1,0 0-1,0-1 1,0-1-1,-1 0 1,-24 8-1,19-8-27,1 1 0,-1 1 0,2 0 0,-1 1 0,1 1 0,-22 18 0,23-17 0,-1 0 1,0-1-1,0 0 1,-1-1-1,0-1 1,-30 10-1,-2-1-699,0 2 0,1 2 0,2 2 0,-50 32 0,94-54-949,1-1-1048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20.54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82 13 2737,'0'0'1025,"0"0"-641,0 0-128,0 0 704,0 0-127,0 0-1,0 0-320,3-12-31,-3 12-145,0 0-16,0 0-224,0 0-48,0 0-32,0 0 32,-13 14 32,-16 10-80,10-12-80,-5 2-1857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22.17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3170 1 3938,'0'0'456,"0"0"-5,0 0 122,0 0 158,-16 23 91,-51 75-251,54-82-293,0 0 0,-1 0-1,0-1 1,-1-1 0,-1-1 0,0 0-1,-1-1 1,0-1 0,-24 12 0,5-2-137,-19 8-13,-1-3 0,-109 36 1,102-42 84,1 4 0,-76 40 0,11 7-97,-152 63 0,200-99-71,0 3-1,-118 79 1,177-106-26,0-1 0,0 0 0,-1-2 0,0-1 0,-1 0 0,1-2 1,-39 5-1,53-8-12,-11 2 23,1 1 0,0 1 1,0 1-1,-26 14 0,25-11 105,-2-1-1,-38 12 1,36-16-125,1 0 1,0 2 0,0 1-1,0 0 1,-38 22 0,-215 140-43,205-136 56,-141 50 0,135-58-59,36-15 60,33-10-3,0 1 0,0-1 0,0 1 0,0 0 0,0 0 0,0 1 0,0 0 0,1 0 0,0 0 0,-7 5 0,-1 2-26,0-2 0,-1 1-1,1-2 1,-2 0 0,1-1 0,-1 0 0,-19 5 0,5-2-3,21-7-9,-1 0 1,1 0-1,-1-1 1,1-1-1,-1 1 1,-12-2-1,3 0-142,16 1 33,2 0-302,0 0-819,0-3-2940,0-6 16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24.11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1567 496,'0'0'2481,"0"0"-1373,0 0-417,0 0 133,0 0 56,0 0-159,51 2 1546,8-2-2039,0-3 1,0-3-1,-1-2 0,0-3 0,87-27 0,156-55-225,118-40 7,-343 105-30,281-96-13,-348 121 62,-1 0 0,0-1 0,0 0 0,-1-1 0,1 0 0,10-9 0,-10 7-30,0 1 0,0 1 0,1-1 0,-1 1 0,11-4 0,61-15 27,-50 16-25,-1-2 1,30-13-1,-41 16 4,1 0 1,0 1 0,30-5 0,41-13-83,106-59 195,-185 79-76,0 1 31,0-1 0,-1 0 1,1-1-1,-1 0 0,0 0 0,0-1 0,-1 0 0,1-1 1,-1 0-1,-1-1 0,15-16 0,-16 17-53,0 0 1,0 1-1,1 0 0,-1 0 1,1 1-1,0 0 0,1 1 1,-1 0-1,18-6 0,-14 5-14,-1 0-1,1-1 0,-1 0 0,-1 0 1,15-11-1,-10 4 10,1 1 0,31-17 0,-29 19-1,-2 0 1,29-23-1,-28 19 31,1 1 1,34-19-1,-32 21-22,-1-1-1,33-26 0,-1-4 336,112-68 0,-36 28 9,58-26-266,-157 81-56,-25 24-38,0 0 0,-1-1 0,1 1 0,0 0 0,1 1 0,-1-1 0,0 1 0,1-1 0,0 1-1,-1 0 1,9-3 0,17-16 33,-28 21-80,-1 0-10,0 0 4,0 0 36,0 0-76,0 0 36,0 0-30,0 0-246,0 0-907,0 0-1928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30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 3217,'0'0'878,"0"0"-294,0 0 110,0 0 179,0 0-118,0 0-137,-5 0 210,-60 0 3488,-40 0-2600,105 0-1455,0 0 41,0 0 194,0 0-32,0 0-58,0 0-100,0 0-127,0 0-16,16 0 376,135-2 80,162 5 240,-284 0-784,-1 1 0,34 11-1,6 0 14,-68-15-91,0 0 1,-1 1-1,1-1 1,0 0 0,0 0-1,-1 0 1,1 0-1,0 1 1,0-1-1,0 0 1,0 0-1,-1 1 1,1-1-1,0 0 1,0 0-1,0 1 1,0-1-1,0 0 1,0 1-1,0-1 1,0 0-1,0 0 1,-1 1 0,1-1-1,0 0 1,1 0-1,-1 1 1,0-1-1,0 0 1,0 1-1,0-1 1,0 0-1,0 0 1,0 1-1,0-1 1,0 0-1,0 0 1,1 1-1,-1-1 1,0 0-1,0 0 1,0 1 0,1-1-1,-1 0 1,0 0-1,0 0 1,0 0-1,1 1 1,-1-1-1,0 0 1,1 0-1,-1 0 1,0 0-1,0 0 1,1 0-1,-1 0 1,1 1-1,-25 8-112,-82 0-341,34-8-3857,52-1 1703,7 0-2286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31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 6083,'0'0'1131,"0"0"-208,0 0 174,0 0-124,0 0-282,0 0-202,-1 0-468,1 0 1,0 0 0,0 0 0,0 0 0,0 0 0,-1 0-1,1 0 1,0 0 0,0 0 0,0 0 0,0 0 0,0 0 0,-1 0-1,1-1 1,0 1 0,0 0 0,0 0 0,0 0 0,-1 0-1,1 0 1,0 0 0,0 0 0,0 0 0,0 0 0,0-1 0,0 1-1,0 0 1,-1 0 0,1 0 0,0 0 0,0 0 0,0-1-1,0 1 1,0 0 0,0 0 0,0 0 0,0 0 0,0-1 0,0 1-1,0 0 1,0 0 0,0 0 0,0 0 0,0 0 0,0-1-1,0 1 1,0 0 0,0 0 0,0 0 0,0 0 0,0-1 0,0 1-1,0 0 1,0 0 0,1 0 0,-1 0 0,0 0 0,0-1-1,0 1 1,0 0 0,0 0 0,0 0 0,0 0 0,1 0 0,-1 0-1,0 0 1,0 0 0,0-1 0,30 1 245,791 31 4353,-814-29-3323,-15-1-1804,1-1-3948,5 0 2318,2 0-1854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3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379 111 2913,'0'0'1185,"0"0"45,0 0-267,0 0 8,0 0-104,-2-5-11,2 4-717,0 0-1,-1 1 0,1-1 0,0 0 0,0 0 0,-1 0 0,1 0 0,0 1 0,0-1 0,0 0 0,0 0 0,0 0 0,0 0 0,0 0 1,0 1-1,1-1 0,-1 0 0,0 0 0,0 0 0,1 1 0,-1-1 0,0 0 0,1 0 0,-1 1 0,1-1 0,-1 0 0,1 1 1,-1-1-1,1 0 0,0 0 0,34-8 2139,-33 9-2525,57-6 906,0 3-1,76 5 1,-27 1-121,-57-1-347,69 11-1,-117-12-181,59 4 800,122-5 1,-73-2-628,573 6 526,-525 10-448,-24-13-139,74 2 307,-209-3-426,8 0 11,1 0 0,-1 1 0,0 0 0,1 0 0,-1 1 0,0 0 0,0 0 0,0 1 0,-1 0 0,14 7 1,-13-6 0,-1-1 1,1 0-1,0-1 1,0 0-1,0 0 1,1-1-1,-1 0 1,0 0 0,0-1-1,11 0 1,0 1-30,789 27 144,-560-28-88,532-2 256,-518 14-339,-152-13 92,201 9-103,-248-4 62,88-6 0,-47 0-40,131 0 110,-163-3 2,-94-12 963,-10 9-1059,0 2 1,0 0-1,-1 3 1,0 0 0,-59 5-1,42-2 13,-1681 3-291,1713-5 295,0 0-1,0 0 1,-22-7-1,-31-5 9,-137 2-86,-75-10 58,151 1-24,81 16-10,-59 0-1,62 5 41,-54-9 0,-107-13-169,-45 11-574,87 8 360,-318-11 465,4 14-389,215 12-19,230-12 329,-363 14-188,349-7 145,-35 3-484,-180 4-1101,256-12-895,14 4 2021,20 3 735,129 6-63,276-9 0,-236-8-189,-44 0 28,220 9-12,-8 13 32,132 15 8,66-2 55,663-28 302,-989-16-375,2 0-4,557 11 889,-633-5 936,-161 6-1909,0-1 0,0 0 0,0 0 0,0 0 0,0 0 0,0 0 0,0 0 0,1 0 0,-1 0 0,0 0 0,0 0 0,0-1 0,0 1 0,0 0 0,0-1 0,1 1 0,-1 0 0,0-1 0,0 1 0,1-1 0,-1 1 0,0-1 0,0 0 0,1 1 0,-1-1 1,1 0-1,-1 1 0,1-1 0,-1 0 0,1 0 0,-1 1 0,1-1 0,-1 0 0,1 0 0,0 0 0,0 0 0,-1 0 0,1 1 0,0-3 0,0-1-2669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45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9 596 2945,'0'0'689,"0"0"47,0 0 182,0 0-54,0 0-264,0 0-151,0 0-52,-7-7 6850,6 0-7720,0-13 534,2 1-1,0-1 1,2 1-1,0 0 1,1 0 0,9-27-1,-3 20-4,0 1 0,2 0-1,1 1 1,1 0 0,1 1-1,1 1 1,1 0 0,29-27 0,-19 21-60,-20 19 16,1 1 0,0 0 0,0 0 0,1 1 0,0 0 1,1 0-1,13-6 0,5-1-20,-10 4 8,1 0 0,0 1 0,0 2 0,0 0 0,1 1 0,0 0 0,0 2 0,1 1 0,23-2 0,-16 4 29,-22 0-19,1 0 0,-1 0-1,1 1 1,-1 0 0,0 0 0,1 1-1,-1 0 1,0 0 0,1 0 0,-1 1-1,0 0 1,0 0 0,9 5-1,48 42 113,-27-22-70,43 43 0,-69-59-54,0 0 0,0 0 1,-1 1-1,-1 1 1,0 0-1,-1 0 0,0 0 1,5 16-1,7 28 24,-3 0 0,-3 2 0,9 87 0,-11-57 25,7 134-51,-17-181 20,-2-1 0,-2 0 0,-1 1 0,-16 60 0,1-42 23,-3-1 0,-3-2-1,-1 0 1,-4-2 0,-2-1 0,-2-1 0,-2-2 0,-72 77-1,69-87 71,-2-1-1,-87 64 1,90-74-27,31-23-80,-1-1-1,1 0 1,-1-1-1,0 1 0,-1-2 1,1 1-1,-1-1 0,0 0 1,0-1-1,0 0 0,-14 3 1,2-3 46,1-2 0,-1 0 0,1-1 0,-33-4 0,50 3-47,0 0 1,0-1-1,1 1 1,-1-1-1,0 0 1,1 1-1,-1-1 1,1-1-1,0 1 1,0 0-1,0-1 1,0 1-1,0-1 1,0 1-1,-2-6 1,0 0 3,0 0-1,0 0 1,1 0 0,-4-14 0,1-9-27,2-1 0,1 1 0,2-1 1,1 0-1,5-44 0,11 20 63,-12 48-36,-1-1 0,-1 1-1,1-1 1,-1 0 0,-1 0 0,1-14 0,-3 12-5,1-1 1,0 0-1,1 0 0,0 0 1,1 0-1,0 1 0,1-1 1,0 0-1,1 1 1,0 0-1,0 0 0,2 0 1,8-14-1,3-2-30,-11 18 40,0-1 0,1 1 1,-1 0-1,10-8 0,-16 16 25,0 1-78,0 0 14,0 0 0,0 0 10,0 0 59,0 0 40,0 0 11,0 0-91,0 0-166,-18 3-4817,12-3 1632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3:46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74 6899,'0'0'1446,"0"0"-147,0 0-445,0 0-163,0 0-48,0 0-371,-13 15-64,-4 17-164,0 0-1,-2-1 1,-2 0 0,0-2-1,-51 51 1,72-79 9,0-1 51,2-22 809,6-1-823,2 1 1,0 1 0,2 0-1,20-29 1,17-4-118,-39 45 18,-1-1-1,0 1 0,-1-2 1,13-19-1,6-12 45,-26 61-6,2 1-1,0-1 1,1 1 0,1-1-1,1 0 1,1-1-1,0 0 1,1 0 0,1 0-1,20 29 1,-27-45-25,4 9 592,-20-9-382,-24 0-127,-60 10 1,60-6 86,-60 2 0,97-8-145,1 0 0,0 0-42,0 0 24,0 0-81,0 0 97,0 0-62,0 0 30,0 0-6,0 0-5,0 0-5,0 0-6,0 0 43,0 0-21,27 0 101,-10 0-107,-1-1 0,0-2 0,0 1 0,0-2 0,-1 0 1,1-1-1,-1 0 0,0-1 0,0-1 0,-1 0 0,0-1 0,25-19 0,-37 25-23,-2 2 79,0 0 3,0 0 27,0 0-67,0-1 0,0 1 0,0-1-1,0 1 1,-1-1 0,1 1 0,0-1 0,0 1 0,0-1 0,0 1 0,0 0 0,-1-1 0,1 1 0,0-1-1,0 1 1,-1-1 0,1 1 0,0 0 0,-1-1 0,1 1 0,0 0 0,-1-1 0,1 1 0,-1 0 0,1-1-1,-1 1 1,1 0 0,-12-1-23,1 1 0,-1 0 0,1 0 0,-1 2-1,1-1 1,0 1 0,0 1 0,0 0 0,0 1 0,0 0-1,1 0 1,-1 1 0,1 1 0,1 0 0,-1 0 0,1 1-1,0 0 1,-9 9 0,17-15-879,1-1-1781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4:53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2873 3426,'0'0'493,"0"0"-191,0 0 298,0 0 283,0 0-176,0 0-69,2-5 7645,2-6-7344,4-76 139,-2 47-245,-4 28-765,1 1 1,0 0-1,1 1 1,0-1-1,0 0 1,8-10-1,10-27 21,29-109 669,-15 49-246,1-4-152,17-22-133,-48 119-151,0 0-1,1 0 1,1 1 0,11-16 0,68-59 313,-49 39 153,-6 2-335,-22 33-184,0-1 0,1 2 0,0-1 0,18-15 1,9-12 44,13-10-46,-7 5 22,-8 7-64,-22 27 21,-9 7-1,0 1 0,0 0 0,1 1 0,-1 0 0,1-1-1,9-4 1,-10 7 3,-1-1 0,1 0 0,-1 0-1,0 0 1,-1-1 0,1 0 0,3-4 0,-3 4-5,0 0 1,0 0 0,0 0 0,0 0 0,1 1 0,-1 0 0,8-4 0,-4 2-5,1 0 0,-1-1 0,0 0 0,0-1 0,-1 1 1,1-1-1,6-9 0,-6 7 8,0 0 1,1 0-1,0 1 0,15-9 1,17-34 82,-40 50-66,-1 1-48,2-5 33,0-1 1,1 1 0,-1 0 0,1 0 0,1 1-1,-1-1 1,1 1 0,7-8 0,0 0 48,0-2-63,1 1 0,1 0 0,0 1 0,1 0 0,1 1 0,-1 0 0,31-15 0,-38 22 16,-1 0 1,0-1 0,0 0-1,-1 0 1,8-8 0,9-8-18,5-3 8,2 3 1,0 0-1,61-31 0,-86 49 13,0 0 1,-1 0-1,1 0 0,-1 0 0,0 0 0,0-1 0,0 1 0,2-5 0,10-10-37,27-24 15,-32 30 15,1 1-1,1 0 1,0 0-1,0 1 1,1 1-1,21-12 1,-25 15 4,-1 1 1,0-1 0,1-1-1,-2 1 1,1-2 0,-1 1-1,9-12 1,28-26-19,-23 29 18,2 1 0,32-15 0,29-20 2,92-69 615,119-49-258,-202 119-270,10-1-83,-63 35 20,79-20 0,-61 19-19,49-7 55,-107 23-138,1-1 0,0 1 0,-1 0 0,1 0-1,-1-1 1,1 1 0,-1 0 0,0 0 0,1-1 0,-1 1-1,1-1 1,-1 1 0,1 0 0,-1-1 0,0 1 0,1-1-1,-1 1 1,0-1 0,0 1 0,1-1 0,-1 1-1,0-1 1,0 1 0,0-1 0,0 1 0,1-1 0,-1 1-1,0-1 1,0 0 0,0 1 0,0-1 0,0 1 0,0-1-1,-1 1 1,1-1 0,0 1 0,0-1 0,-1 0 0,1-7-2068,0-4-4671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4:56.2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1516 134 5250,'0'0'2297,"0"0"-1339,0 0-382,0 0 273,0 0 279,0 0-397,0 0-256,-62 4 1820,-111 23 20,-279 9 1,366-30-2227,-100 21 0,40-4-32,86-18-7,0-3 0,-62-6 0,-4 0-61,124 4 5,1 0 0,-1 0 0,0 1 0,0-1 1,1 1-1,-1-1 0,0 1 0,0 0 0,1-1 1,-1 1-1,1 0 0,-1 0 0,1 0 0,-1 1 1,1-1-1,0 0 0,-1 0 0,1 1 0,0-1 1,0 1-1,0-1 0,0 1 0,0-1 0,0 1 1,1 0-1,-1-1 0,1 1 0,-1 0 1,1 0-1,-1-1 0,1 1 0,0 3 0,-2 10-52,1 0-1,1 0 1,2 19-1,-1-7 15,0 1 37,2 1-1,1-1 0,1 0 1,1 0-1,2-1 1,17 44-1,0-13-4,64 104 0,-85-154 23,0 1 1,-1-1-1,0 1 1,0-1-1,-1 1 1,0 0-1,-1 0 1,0 0-1,0 0 1,-1 0-1,-1 16 1,0-5-1,1-19 21,5-2-46,-1 0 0,1 0 0,-1-1 0,0 1 1,0-1-1,1 0 0,-1 0 0,0-1 0,-1 1 0,1-1 0,4-4 0,32-17-75,-16 18 95,-1 1 1,1 1-1,-1 1 0,1 2 0,0 0 1,36 4-1,4-1-2,-35 0-5,1 2 1,-2 1-1,1 1 0,43 15 0,33 8 0,-25-17-5,0-5 0,1-2 1,81-7-1,-45 0 23,-103 2-27,0-2 1,-1 1-1,24-7 0,-23 5 20,-12 2-13,0 0-1,0 1 1,0-1-1,0 0 1,0 0-1,0 0 1,-1-1 0,1 1-1,0 0 1,-1-1-1,1 1 1,0-1-1,-1 0 1,0 1 0,1-1-1,-1 0 1,0 0-1,1-3 1,16-45 138,-4 9-133,8-3 40,-11 25-40,0 0 0,-1-1 1,-2-1-1,0 1 0,-1-1 0,-1-1 0,-1 0 1,-1 1-1,2-36 0,0-389 41,-7 436-36,0-1 1,-2 1 0,1 0-1,-1-1 1,-1 1 0,0 0-1,0 1 1,-1-1 0,0 1-1,0 0 1,-1 0 0,-1 1-1,1-1 1,-1 1 0,-9-7-1,15 15-56,0 0 0,1 0 0,-1 0 0,1 0 0,-1 0-1,0 0 1,1 0 0,-1 0 0,1 0 0,-1 0 0,0 1 0,1-1-1,-1 0 1,1 0 0,-1 1 0,1-1 0,-1 0 0,1 1-1,-1-1 1,1 1 0,-1-1 0,1 0 0,0 1 0,-1-1-1,1 1 1,0-1 0,-1 1 0,1-1 0,0 1 0,0 0-1,-1-1 1,1 1 0,0-1 0,0 1 0,0 0 0,0-1-1,0 1 1,0-1 0,0 2 0,-2 1-2010,0 0-1802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5:03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2903 4050,'0'0'1593,"0"0"-798,0 0-88,0 0 368,0 0-147,0 0-445,0 0-288,0 0 24,0 0 101,0 0 16,0 0 64,0 0-40,0 0 80,0 0-47,0 0 15,0 0-91,0 0-85,0 0-96,0 0-34,0 0 79,0 0-21,0 0 16,0 0-80,0 0 67,34 0 1355,-25 0-1353,27 1 938,44-7 0,-66 4-910,0-1 0,0 0 0,-1-1 0,1-1 0,-1 0 0,16-9 0,-19 9-139,1 0 0,0 0 1,0 1-1,1 0 0,21-3 0,-13 2 120,1-1 0,31-13 0,25-8 6,-50 20-148,0-1 0,0-2 0,48-24 0,-22 6-33,-34 19 0,0-2 0,-1 0 0,19-14 0,0-3 11,-23 18 3,0 0 0,-1-1-1,14-15 1,-15 13-19,1 2 0,1 0 1,0 0-1,0 1 0,1 1 0,24-11 0,32-20-20,-7-6 43,-35 24-1,1 1 0,45-23-1,-73 43-21,2 0 10,-1 0 0,0-1 0,1 0 0,-1 1 0,0-1 0,0 0 0,0-1 0,0 1 0,-1 0 0,1-1 0,0 0 0,-1 1 0,0-1 0,4-6 0,3-3-8,1 1 0,1 0 0,0 0-1,0 1 1,19-13 0,27-24 61,-16-1-102,-32 35 48,2 1 1,-1 0-1,24-19 0,-19 18 6,-1 0-1,0-1 1,-1-1 0,22-32-1,-21 29-14,3-3 11,1 0 1,41-34-1,-54 50-7,1-3 10,0-1 1,0 0 0,0 0 0,-1-1-1,-1 1 1,4-11 0,-1 5 15,8-27 17,-11 31-46,-1 1-1,2-1 1,0 1-1,0-1 0,8-10 1,0 5-7,1 0 1,25-22-1,-37 36 22,0-1-1,-1 0 0,1 0 1,-1 0-1,0 0 0,0-1 1,0 1-1,0-5 0,7-19 22,3 7-40,1 1 1,1 0 0,1 1-1,0 1 1,32-30-1,-44 44 26,-1 0 0,0 0 0,0 0-1,0-1 1,0 1 0,-1 0 0,1-1-1,-1 1 1,0 0 0,1-1 0,-2-3 0,5-26-13,53-91 9,-39 75-7,-14 37-8,0 1 1,0-1-1,1 1 0,1 1 1,0-1-1,9-12 1,0 4-12,-8 12 20,-1-1-1,0 1 1,0-1 0,-1-1-1,0 1 1,-1-1-1,1 0 1,-2 0-1,5-12 1,-4 8-15,1 1 0,0 0 0,1 1 0,0-1 0,1 1 0,14-17 0,-13 18 15,0-1 1,-1 1 0,-1-1-1,1 0 1,-2-1 0,9-23-1,-7 15-13,0 1 1,2 1-1,0-1 0,17-25 0,-3 6-2,26-27-5,-31 32 20,1 2 0,30-39 0,-32 49 1,75-102 77,-77 96-66,-1 1 0,18-48-1,-23 61 208,0 2-941,-7 2-4724,-2 9-2129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5:06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1215 3 4114,'0'0'902,"0"0"-70,0 0 200,0 0 300,0 0-198,0 0-366,0 0-61,0 0-101,0 0-36,0 0-196,0 0-11,0 0-16,0 0 39,0 0 132,0 0-72,-30 0-6,-172-2 33,-209 4 916,328 4-1357,-73 2 56,63-9-245,-125 5-486,217-4 645,0 1 1,0-1 0,0 1 0,0 0 0,0-1 0,1 1-1,-1 0 1,0 0 0,0-1 0,1 1 0,-1 0-1,1 0 1,-1 0 0,1 0 0,-1 0 0,1 0-1,0 0 1,-1 0 0,1 0 0,0 0 0,0 0-1,0 0 1,-1 0 0,1 0 0,0 1 0,1-1-1,-1 1 1,0 43 103,1-31-98,-11 327 821,10-138-626,0-202-208,1 0-1,-1 0 0,1 0 1,0 0-1,-1 0 1,1 0-1,0 0 1,0 0-1,-1 0 0,1-1 1,0 1-1,0 0 1,0-1-1,0 1 0,0 0 1,0-1-1,0 1 1,0-1-1,0 0 0,0 1 1,0-1-1,0 0 1,0 0-1,0 1 1,1-1-1,-1 0 0,0 0 1,0 0-1,2-1 1,45 2 98,-37-1-43,7 1-46,1 1 0,0 1 0,-1 0 0,19 7 0,-18-5 20,-1 0-1,1-1 0,0-1 0,21 0 0,559-9 2616,-337 3-2476,-177-8-110,-83-28 104,14-199-143,-14 151-256,0 31-128,-6-70 0,-4 37 413,8 89-70,0 0-13,0 0 0,0 0 83,0 0-86,0-1 309,0 0-3912,0-1-97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5:17.8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28 4370,'0'0'1222,"0"0"-323,0 0 37,0 0-103,0 0-148,0 0-226,0-4 4860,-2-12-4971,-24 9-1549,26 7-1976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5:21.0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1495 105 3666,'0'0'808,"0"0"-317,0 0 155,0 0 418,0 0-74,0 0-267,-3 0-200,-193 13 3556,58-2-3479,-10-2-301,-164 33 0,100-11 424,52-10-504,-157 27-446,316-47 240,0 1 1,0-1 0,0 0-1,1 1 1,-1-1 0,0 0-1,1 1 1,-1-1 0,1 1-1,-1-1 1,1 1 0,0 0-1,-1-1 1,1 1 0,0-1-1,0 1 1,0-1 0,0 1-1,1 0 1,-1-1 0,1 2-1,4 41 26,25 55 80,15 58-41,-27-82-54,-7-32 2,-2 0-1,-1 0 0,2 69 0,-10-39-3,0-73-70,0 0-6,10 0-8,1-1 0,0-1 0,0 0 0,19-7 0,30-5 108,89 3 108,180 8-1,-224 13-83,20 1-9,197-13-32,-299-1-36,0 0 0,-1-2-1,1-1 1,-1 0 0,0-2 0,39-19-1,-57 24-16,-1 1 0,1-1 0,-1 0 0,0 1 0,0-1 0,0-1 0,-1 1 0,1 0 0,-1-1 0,1 1 0,-1-1 0,0 0 0,-1 0 0,1 0 0,-1 0 0,2-5 0,17-81 103,-12 50-62,29-76-47,-19 67 60,-13 25-109,-1 0-1,0 0 0,-2 0 1,-1 0-1,-1 0 0,-3-30 1,0-17 36,3-178 192,0 248-141,0 0-1,-1-1 1,1 1-1,-1 0 1,1 0-1,-1 0 1,1 0-1,-1 0 1,0 0-1,0 0 0,1 0 1,-1 0-1,0 0 1,0 0-1,-2-1 1,2 1-4,0 0 0,0 0 0,0 0 0,0 0 0,0 0 0,0 0 1,0-1-1,0 1 0,0 0 0,1 0 0,-1-1 0,0 1 0,1-1 1,-1 1-1,1 0 0,-1-3 0,1 3-117,-1 1 0,0-1-1,0 1 1,0-1 0,1 1 0,-1-1 0,0 1-1,0 0 1,0-1 0,0 1 0,0 0 0,0 0 0,0 0-1,0 0 1,0 0 0,1 0 0,-1 0 0,0 0 0,0 0-1,0 0 1,-2 1 0,-2-1-3029,0 0-4528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5:33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93 2849,'0'0'299,"0"0"328,0 0 616,0 0-146,0 0-414,0 0-238,-14-1 394,11 0 4563,75 3-4872,-1-4 0,1-3 0,119-24 0,-116 13-513,0 2 0,1 4 0,124-1-1,13 5 22,-213 6-76,0 0 33,0 0-8,0 0-14,0 0 13,0 0 17,0 0-11,0 0 35,0 0-62,0 0 6,12 34-83,-6 24 133,-3 0 0,-5 79-1,-1-29 3,9 25-116,-6-131 88,0 0 1,-1-1-1,1 1 1,-1-1-1,1 1 1,-1-1-1,1 1 1,-1-1 0,0 0-1,0 1 1,0-1-1,0 0 1,0 0-1,0 1 1,0-1-1,0 0 1,0 0-1,0 0 1,-1 0-1,1 0 1,0-1-1,-1 1 1,1 0 0,-1-1-1,1 1 1,-1 0-1,1-1 1,-1 0-1,-1 1 1,-58 7 139,35-5-222,-88 14 163,-1-4 0,-116-2-1,28 7-35,166-18-37,1 2-1,-46 8 1,25-9 142,31-2-87,26 1-26,0 0-53,0 0 47,0 0-42,0 0-5,0 0 29,0 0-21,-12-2 181,33-5-4410,-12 4-2079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7:5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14 150 5683,'0'0'1045,"0"0"-452,0 0 124,0 0 484,0 0 157,0 0-590,0 0-394,0 0-43,0 0 39,0 0 127,0 0-44,-1 18-135,-1-5-302,-8 153 557,9-146-532,2 0 1,0-1-1,1 1 0,1-1 1,1 1-1,0-1 1,9 22-1,-4-23-33,1 0 1,0 0-1,14 16 1,-20-28-82,0-1 1,0 0 0,1 0-1,-1 0 1,1-1 0,1 1-1,-1-1 1,1-1 0,-1 1-1,1-1 1,0 0 0,0 0-1,8 2 1,-13-5 34,0 0 0,-1 0 1,1 0-1,-1 0 0,1-1 0,0 1 1,-1 0-1,1-1 0,-1 1 0,1 0 1,-1-1-1,1 1 0,-1-1 0,1 1 1,-1-1-1,0 1 0,1-1 0,-1 1 1,0-1-1,1 1 0,-1-1 0,0 1 1,0-1-1,1 1 0,-1-1 0,0 0 1,0 1-1,0-1 0,0 0 0,0 1 1,0-1-1,0 1 0,0-1 0,0 0 1,2-31 86,-2 25-162,-2-126 90,-1 90 49,2 0 1,2 0-1,13-82 1,-12 118-29,1 0 0,0 0-1,0 0 1,0 0 0,1 1 0,0-1-1,0 1 1,1 0 0,-1 0 0,2 1 0,-1-1-1,0 1 1,1 0 0,0 1 0,0-1-1,1 1 1,9-5 0,7-2-4,0 1 0,1 1 0,46-12 0,23-2 26,2 4 1,106-9-1,-200 28-14,1 0-1,0-1 0,-1 1 0,1 0 0,-1 0 1,1 0-1,-1 0 0,1 0 0,0 1 0,-1-1 1,1 0-1,-1 1 0,1-1 0,-1 1 1,1-1-1,-1 1 0,1 0 0,-1 0 0,0 0 1,1-1-1,1 4 0,-2-1 39,1 0 1,-1 0-1,0 0 0,-1 1 0,1-1 1,-1 0-1,1 1 0,-1-1 1,0 6-1,0 246 1098,0-255-5088,-2 0-6152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7:5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4146,'0'0'1929,"0"0"-723,0 0-329,0 0 100,0 0-89,0 0-223,-6 10-145,-27 35-120,-1-2 0,-56 53 1,86-91-380,-16 24 77,17-24-280,0-1 1,0 1-1,0-1 0,0 1 1,-1-1-1,1 0 0,-1 0 1,-6 4-1,9-8-3505,-1 0-1870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7:5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5330,'0'0'1036,"0"0"-188,0 0-202,0 0-54,0 0 214,9 6 141,10 10-517,-1 1-1,-1 0 1,-1 2 0,0 0 0,-1 0 0,-1 1 0,15 32 0,-8-5 72,-17-36-443,0 0 1,1 0-1,1-1 1,0 1-1,10 12 1,-7-18-295,-5-5-3004,-2 0-1083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7:5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5362,'0'0'830,"0"0"-5,0 0 300,0 0 167,0 0-340,0 0-426,0 0-193,0 0-66,22 0 1270,212 6-321,-233-3-2925,-1-2-2921,0-1-1599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7:5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5074,'0'0'510,"0"0"-129,0 0 294,0 0 243,0 0 5,2 4 24,0-1-772,1 0 0,-1-1-1,1 1 1,-1 0 0,1-1-1,0 0 1,0 0 0,0 0-1,1 0 1,-1 0 0,0-1-1,1 1 1,-1-1 0,1 0-1,-1 0 1,1 0 0,7 0-1,72 4 204,-78-5-421,-2 2-1992,-3-2-1234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8:0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0 2801,'0'0'2796,"0"0"-2094,0 0-609,0 0 102,0 0 443,-12 21 178,-81 140 835,-145 208 711,236-366-2516,1-1 18,0-1-1,0 1 1,0-1 0,0 1-1,0-1 1,0 0 0,-1 1-1,1-1 1,0 0 0,0 0-1,-1 0 1,1 0 0,-4 1-1,3-2-4011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8:00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5939,'0'0'824,"0"0"-269,0 0-203,0 0 184,0 0 380,6 11-47,2 9-645,0 0 0,-1 1 1,-1 0-1,-1 0 0,3 30 0,-5-26-17,0-1-1,2 1 1,1-1 0,1 0 0,15 35-1,-18-51-188,-1 0-1,1-1 0,1 0 1,-1 1-1,1-2 0,1 1 1,-1-1-1,1 1 0,0-1 1,1-1-1,-1 1 0,1-1 1,0-1-1,0 1 0,1-1 1,-1 0-1,1-1 1,0 0-1,15 4 0,8-6-465,-30-1 309,0 0 0,0 0 1,0 0-1,-1-1 0,1 1 1,0 0-1,0-1 0,-1 1 1,1 0-1,0-1 1,-1 1-1,1-1 0,0 1 1,-1-1-1,1 0 0,-1 1 1,1-1-1,-1 1 0,1-1 1,-1 0-1,1 0 1,-1 1-1,0-1 0,1 0 1,-1 0-1,0 1 0,1-1 1,-1 0-1,0 0 1,0 0-1,0 1 0,0-3 1,0-4-2752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8:0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2161,'0'0'1715,"0"0"-823,0 0-258,0 0-129,0 0 84,11-6 17,4 0-274,-1-1-1,1 2 1,1 0 0,-1 1-1,0 1 1,1 0 0,0 1 0,19 0-1,-34 2-307,0 0 0,0 0-1,0 0 1,1 0-1,-1 0 1,0 0 0,0 0-1,0 0 1,0 0 0,1 1-1,-1-1 1,0 0-1,0 1 1,0-1 0,0 1-1,0 0 1,0-1 0,0 1-1,0 0 1,2 1-1,0 24 458,-3-18-393,-1-2 1,1 0 0,-2 1 0,1-1 0,-1 0 0,1 0 0,-2 0 0,1 0 0,-1 0 0,0-1 0,0 1 0,0-1 0,-1 0 0,-7 9 0,5-6-10,0 0 0,1 0 0,-1 1 0,-5 15 0,10-23-72,1-1 0,0 1 0,0 0 0,0 0 1,0-1-1,0 1 0,0 0 0,0 0 1,0-1-1,0 1 0,0 0 0,1-1 0,-1 1 1,0 0-1,0-1 0,1 1 0,-1 0 1,0-1-1,1 1 0,-1 0 0,1-1 0,-1 1 1,1-1-1,-1 1 0,1-1 0,-1 1 1,1-1-1,-1 1 0,1-1 0,0 0 0,-1 1 1,1-1-1,-1 0 0,1 0 0,0 1 1,0-1-1,-1 0 0,1 0 0,0 0 0,-1 0 1,1 0-1,0 0 0,0 0 0,-1 0 1,2 0-1,45 0 317,-34-1-279,36 1 261,-28 0-6985,-21 0 1063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8:5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20 3842,'0'0'926,"0"0"-78,0 0 248,0 0 126,0 0-381,0 0-388,0 0-77,0 0-106,0 0 26,0 0 37,0 0-2,0 0-61,0-1-129,1 0 0,-1 0 1,1 0-1,-1 0 0,0 0 0,0 0 1,0 0-1,1 0 0,-1 0 0,0 0 1,0 0-1,-1 0 0,1 0 0,0 0 1,0 0-1,0 0 0,-1 0 0,1-1 1,-6 3-138,0 0 1,0 0-1,1 1 1,-1 0 0,0 0-1,1 0 1,0 1-1,-1-1 1,1 1 0,0 1-1,0-1 1,1 1 0,-1 0-1,1 0 1,0 0-1,0 0 1,0 1 0,0 0-1,1-1 1,0 1-1,-4 9 1,-5 8 0,1 0-1,1 1 1,-13 46 0,17-36 57,1-1 0,1 1 0,2 0 1,1 0-1,5 37 0,-3-59-24,0 0 1,1-1-1,0 1 0,1 0 0,1-1 0,0 0 0,0 1 1,1-2-1,0 1 0,0 0 0,1-1 0,8 9 0,10 10 302,1-1-1,35 29 0,-50-47-175,-10-9-140,0 0 35,0 0 26,0 0 30,0 0 2,0 0 41,0 0-49,2-2-6253,0 0 576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6:5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21 227 4242,'0'0'1841,"0"0"-707,0 0-321,0 0 367,0 0 36,0 0-370,-3-7-169,-1-1-436,2 6-124,1-1 1,0 1-1,-1-1 1,1 0 0,0 1-1,1-1 1,-1 0-1,0 0 1,1 1 0,0-1-1,-1-6 1,0 37 2384,0-7-2391,1 0 0,1 0 0,4 28-1,-4-39-68,43 176 619,-36-159-594,2 0 0,0 0 0,2-1 0,23 40 0,-34-64-56,0 0 0,0-1 0,0 1 0,0 0 0,0-1 0,1 1 0,-1-1 0,1 0 0,-1 1 0,1-1 0,-1 0-1,1 0 1,-1 0 0,1 0 0,0 0 0,0 0 0,-1 0 0,4 0 0,-4-1 56,5-40-105,14-155-125,12-185-159,-32 288 341,0 91-83,0 1-48,4 33-948,5-18-259,0-7-2516,-2-5-2152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6:5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5138,'0'0'1358,"0"0"-419,0 0-88,0 0 377,0 0-78,62-2 1678,78-8-1379,-58 3-900,-66 10-2118,-16-3 1472,0 1 1,0-1-1,0 0 1,0 1-1,0-1 1,0 0-1,0 0 1,0 1-1,0-1 1,0 0-1,0 1 1,0-1 0,0 0-1,0 0 1,0 1-1,0-1 1,-1 0-1,1 0 1,0 1-1,0-1 1,0 0-1,0 0 1,-1 0-1,1 1 1,0-1 0,0 0-1,0 0 1,-1 0-1,1 0 1,0 0-1,0 1 1,-1-1-1,1 0 1,0 0-1,-1 0 1,1 0-1,0 0 1,0 0 0,-1 0-1,1 0 1,0 0-1,0 0 1,-1 0-1,1 0 1,0 0-1,-1 0 1,1 0-1,0 0 1,-1 0-1,-7 0-4758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6:5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4450,'0'0'638,"0"0"66,0 0 155,0 0 350,0 0-52,11 3-324,15 2-304,1-1 1,-1-2-1,0 0 0,1-2 1,-1-1-1,38-6 1,-46 4-310,0 0 1,32-1-1,-50 4-201,0 0 18,0 0-13,0 0-2,0 0-92,0-9-4969,0 5-1402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6:5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 4162,'0'0'1166,"0"0"-118,0 0 334,0 0 182,0 0-337,-1-4-437,-2 0-121,0 11-215,0 27-2,0 50-35,3 84 0,0-166-419,1 0 0,-1 0 0,0 0 0,1 0 0,-1 0 0,1 0 0,0 0 1,0 0-1,0 0 0,0-1 0,0 1 0,0 0 0,0-1 0,0 1 0,1-1 0,1 3 1,-2-3-95,-1-1-94,0 0-362,0 0-795,0-1-1735,0 0-1797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6:5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4946,'0'0'889,"0"0"159,0 0 49,0 0-78,0 0-438,0 7-87,0 394 4057,0-396-4543,0 0 0,0 0 0,1 0 0,-1 0 0,1 0 0,1 0 0,-1 0 0,0 0 0,1-1 0,3 6 0,-5-8-101,0-1-707,0-4-2530,0-8-4551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6:57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1473,'0'0'3300,"0"0"-2377,0 0-384,0 0 285,0 0 331,14 1-130,102 3 1239,183-16-1,-235 9-1884,-64 3-446,0 0-82,0 0 0,0 0-180,0 0-100,0 0-411,0 0-1276,0 0-2892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6:58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53 5058,'0'0'441,"0"0"-23,0 0 105,0 0 296,0 0 8,-6-8-328,-18-25 0,23 32-445,-1 0-1,1 0 1,0 0-1,-1 0 1,1 0-1,0 0 0,-1 1 1,1-1-1,-1 0 1,1 1-1,-1-1 1,0 1-1,1 0 1,-1-1-1,0 1 1,1 0-1,-1 0 1,1 0-1,-1 0 1,0 0-1,1 0 1,-4 1-1,-25 12 358,22-8-324,2 2 0,-1-1-1,1 1 1,0 0 0,0 0 0,0 1 0,1-1-1,1 1 1,-1 0 0,1 1 0,1-1 0,-1 1 0,1 0-1,1-1 1,0 1 0,-1 11 0,-2 18 238,3-1 1,3 65-1,0-38 227,-1-23-301,-1-3 36,1 0 1,2 1 0,2-1-1,15 69 1,58 186 652,-64-231-733,-4 1 0,3 112-1,-13-161-90,0 1-1,-1-1 0,0 0 1,-1 0-1,-1 0 0,0 0 0,-1-1 1,0 0-1,-12 21 0,12-24-51,-1-1 1,0 0-1,-1-1 0,1 1 0,-2-1 0,1-1 1,-1 1-1,0-1 0,-1-1 0,1 1 0,-2-1 1,1-1-1,-15 7 0,16-10-47,0 0-1,0 0 0,0-1 1,-1-1-1,1 1 1,0-1-1,0 0 1,-1-1-1,1 0 1,0-1-1,0 1 1,0-1-1,0-1 1,1 0-1,-1 0 1,0 0-1,1-1 1,0 0-1,0 0 0,0-1 1,1 0-1,-9-8 1,12 10-78,0 1 0,0-1-1,0 1 1,1-1 0,0 0 0,-1 0 0,1 0-1,0-1 1,0 1 0,1 0 0,-1-1 0,1 1 0,0-1-1,-2-4 1,5-19-6803,0 23 695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7:3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24 5058,'0'0'830,"0"0"-72,0 0 21,0 0 74,0 0-218,0 0-304,0 0-267,-1-1-1,1 1 1,-1 0-1,1 0 1,-1 0-1,1 0 1,-1 0-1,1-1 0,-1 1 1,1 0-1,-1 0 1,0 0-1,1 1 1,-1-1-1,1 0 1,-1 0-1,1 0 1,-1 0-1,1 0 1,-1 1-1,1-1 1,-1 0-1,0 1 1,-2 7 46,0 0 1,0 0 0,1 0 0,0 0 0,0 0 0,1 1-1,0-1 1,1 0 0,-1 1 0,2-1 0,-1 1-1,3 10 1,-2-17-84,0 1-1,1-1 0,-1 0 1,1 0-1,-1 1 0,1-1 1,0 0-1,0-1 0,0 1 1,0 0-1,0-1 0,0 1 1,0-1-1,1 1 0,-1-1 1,0 0-1,1 0 0,-1 0 1,1 0-1,0-1 0,-1 1 1,1-1-1,4 1 1,66 4 399,-71-5-423,21 1 173,-15-1-125,0 1 0,0-1 1,0-1-1,-1 1 1,17-5-1,-22 5-38,0-1 0,0 0 0,0 0 0,0 0-1,-1 0 1,1 0 0,0 0 0,-1-1 0,1 1 0,0-1-1,-1 1 1,0-1 0,1 1 0,-1-1 0,0 0-1,0 0 1,0 1 0,0-1 0,0 0 0,0 0-1,-1 0 1,1 0 0,-1 0 0,1 0 0,-1 0 0,0-1-1,1-2 1,-1 0 47,0 0-1,0 0 1,-1-1 0,1 1-1,-1 0 1,0 0 0,0 0-1,-1 0 1,1 1-1,-1-1 1,0 0 0,-1 1-1,1-1 1,-1 1 0,0-1-1,0 1 1,0 0 0,0 1-1,-1-1 1,0 0-1,0 1 1,0 0 0,0 0-1,0 0 1,-1 0 0,1 1-1,-1 0 1,1 0 0,-1 0-1,0 0 1,0 1-1,0 0 1,-10-2 0,-43-3 141,55 6-476,-1 0 1,1 1-1,-1-1 1,1 1-1,0-1 1,-1 1-1,1 0 1,0 0-1,0 1 1,0-1-1,0 1 1,0-1-1,0 1 1,-3 3-1,-1-1-4180,7-4 144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7:3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3714,'0'0'741,"0"0"-42,0 0 104,0 0 491,0 0 144,14 4 3498,-4-17-4834,1 0 0,-2-1 0,0 0 0,-1 0 0,12-28 0,-14 29-50,-1 201 2984,-7-157-2721,1-21-141,1 0 0,0 1-1,0-1 1,1 0 0,3 16 0,-1-35 752,4-18-1557,6 3-4229,-10 22 458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8:5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10 3330,'0'0'650,"0"0"-89,0 0 156,0 0-140,0 0-239,0 0-183,7-6 648,-6 2 6315,-5 5-7116,0 0-1,0 1 1,0-1-1,0 1 0,1 0 1,-1 0-1,0 0 1,1 0-1,0 0 1,0 1-1,-1 0 1,1-1-1,1 1 0,-1 0 1,0 1-1,1-1 1,0 0-1,0 1 1,0-1-1,-2 6 0,-8 12 5,2 0-1,-8 25 0,10-15 55,1 1 0,2 0 1,1 0-1,1 1 1,2-1-1,4 51 1,-2-58 20,0-11-28,1-1 1,0 0-1,1 0 0,0 0 1,1-1-1,1 1 1,0-1-1,1 0 0,0 0 1,1-1-1,0 1 1,1-2-1,9 12 0,-7-10 36,0-2 0,0 1-1,1-1 1,1-1 0,0 0-1,0-1 1,0 0 0,1-1-1,0 0 1,1-1 0,20 7-1,-26-9 885,-9-4-1078,0-2-3724,1-2-280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02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4 206 4882,'0'0'1316,"0"0"-153,0 0 296,0 0-50,0 0-401,-1 0-967,1 0 0,0 0-1,0 0 1,0 0 0,0 0-1,0 0 1,0 0 0,0 0 0,0 0-1,0 0 1,0 0 0,-1 0-1,1 0 1,0 1 0,0-1-1,0 0 1,0 0 0,0 0 0,0 0-1,0 0 1,0 0 0,-1 0-1,1 0 1,0 0 0,0-1 0,0 1-1,15 43 516,-2-9-60,-2 0 0,9 45 0,-13-35-153,16 76 74,-21-109-415,2 0 0,-1 0 0,2-1-1,-1 1 1,1-1 0,1 0 0,0-1-1,9 13 1,-14-22-3,-1 1-1,0-1 0,0 1 0,0-1 1,1 1-1,-1-1 0,0 1 0,1-1 1,-1 1-1,0-1 0,1 0 0,-1 1 1,0-1-1,1 1 0,-1-1 0,1 0 1,-1 0-1,1 1 0,-1-1 0,1 0 1,-1 0-1,1 1 0,-1-1 0,1 0 1,-1 0-1,1 0 0,-1 0 1,1 0-1,-1 0 0,1 0 0,-1 0 1,1 0-1,0 0 0,-1 0 0,1 0 1,-1 0-1,1 0 0,-1 0 0,1-1 1,-1 1-1,1 0 0,-1 0 0,1-1 1,-1 1-1,1 0 0,-1-1 0,0 1 1,1 0-1,-1-1 0,0 1 0,1-1 1,-1 1-1,0-1 0,1 1 1,-1-1-1,0 1 0,0-1 0,1 0 1,6-37-8,-6 29-5,5-49-169,-2 0 0,-3 0 1,-7-68-1,2 100 181,-2 2-1,-1-1 1,-1 1 0,-19-42-1,-8-23 34,35 89-39,0-1 1,0 1 0,0-1 0,0 1-1,0 0 1,0-1 0,0 1-1,0 0 1,0-1 0,0 1 0,0-1-1,0 1 1,0 0 0,1-1 0,-1 1-1,0 0 1,0-1 0,0 1 0,1 0-1,-1-1 1,0 1 0,0 0 0,0-1-1,1 1 1,-1 0 0,0 0 0,1-1-1,-1 1 1,0 0 0,1 0 0,-1 0-1,0 0 1,1-1 0,20-4 27,29 2 182,-41 3-239,285-22 127,51-1-212,-343 24 137,0 0 0,-1 0 0,1 0 0,-1 0 0,1 0 1,-1 0-1,1 0 0,-1 0 0,0 0 0,1 1 0,-1-1 0,0 0 0,0 1 0,0-1 0,0 1 0,0 0 0,0-1 0,-1 1 0,1 0 0,-1-1 0,1 1 1,-1 0-1,1 0 0,-1-1 0,0 1 0,0 0 0,0 3 0,4 56 1292,-4-59-1232,0 18 550,0-16-5436,0-4-2182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02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214 1 4274,'0'0'2190,"0"0"-640,0 0-608,0 0-64,0 0 296,-4 11-126,-15 37-455,-3 0 0,-2-2-1,-1 0 1,-3-2 0,-37 45-1,53-76-3190,12-13 2514,0 0 1,-1 1-1,1-1 0,0 0 1,0 0-1,0 1 0,0-1 0,-1 0 1,1 0-1,0 0 0,0 1 1,-1-1-1,1 0 0,0 0 1,-1 0-1,1 1 0,0-1 0,0 0 1,-1 0-1,1 0 0,0 0 1,-1 0-1,1 0 0,0 0 1,-1 0-1,1 0 0,0 0 1,-1 0-1,1 0 0,0 0 0,-1 0 1,1 0-1,0 0 0,0 0 1,-1 0-1,1 0 0,0-1 1,-1 1-1,1 0 0,0 0 1,0 0-1,-1 0 0,1-1 0,0 1 1,0 0-1,-1 0 0,1-1 1,0 1-1,0 0 0,0 0 1,-1-1-1,1 1 0,0-1 1,0-7-4250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03.1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5491,'0'0'851,"0"0"-238,0 0 241,0 0 186,0 0-52,12-4-295,42-7-77,-51 11-562,-1 0-1,0 1 0,0-1 1,1 0-1,-1 1 1,0-1-1,0 1 0,0 0 1,0-1-1,0 1 0,0 0 1,0 0-1,0 1 0,0-1 1,0 0-1,0 1 0,-1-1 1,1 1-1,-1-1 0,3 4 1,22 37 908,-21-32-614,23 55 1044,7 15-165,-32-73-1132,1-1 0,0 0-1,0 0 1,0 0-1,1 0 1,0-1 0,0 0-1,11 9 1,10-5-28,-17-10-4128,-9-1-925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1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38 3586,'0'0'1331,"0"0"-323,0 0-4,0 0 407,0 0-248,0 0-269,0-7-6,1 2-1367,2-17 3052,-5 19-1066,-6 13-1114,-13 27-286,1 0-1,-15 43 1,28-60-25,1 0 1,1 1-1,0 0 0,2 0 1,0 1-1,1 23 0,2-30 43,0 0 0,1 0 0,1-1-1,4 20 1,-4-26-51,1-1-1,0 0 1,0 0 0,1 0 0,0 0-1,0-1 1,1 0 0,-1 1-1,12 10 1,-1-4 100,0-1-1,1 0 1,0-1 0,1-1 0,0 0-1,26 9 1,35 21 614,-77-39-867,0-1 0,1 0 1,-1 0-1,1 0 1,-1 0-1,1 0 1,-1-1-1,0 1 0,1 0 1,-1-1-1,0 1 1,1-1-1,-1 1 0,0-1 1,1 0-1,0 0 1,11-5-3805,-4 6-1442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14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260 16 4818,'0'0'1337,"0"0"143,0 0-196,0 0 143,0 0-189,0 0-427,6-16 512,-8 24-1268,1 0-1,-2 0 1,1 0 0,-1-1-1,0 0 1,-1 1 0,0-1-1,0 0 1,-1-1-1,-9 13 1,-2 3 121,-47 68 431,20-30-6,-37 70-1,77-126-606,1 0-19,0 0-1,0 0 0,0 0 1,1 0-1,-1 0 0,1 0 0,0 0 1,-1 7-1,2-10-617,0-1-766,5-11-3953,1-4-665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15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46 192,'0'0'5427,"0"0"-3821,0 0-1137,0 0-55,0 0 255,12-8-2,41-25-181,-52 33-467,0-1 0,1 0 0,-1 1 0,1-1 0,-1 1 0,1-1 0,-1 1 0,1 0 0,-1 0 0,1 0 0,-1 0 1,1 0-1,-1 0 0,1 0 0,-1 0 0,1 0 0,-1 1 0,1-1 0,-1 1 0,0-1 0,1 1 0,-1 0 0,0-1 0,1 1 0,-1 0 0,0 0 0,0 0 0,1 0 0,-1 0 1,0 0-1,0 0 0,0 0 0,0 1 0,-1-1 0,1 0 0,1 2 0,2 5 123,1 1-1,-1 0 1,-1 0 0,4 13 0,-3-10 79,22 90 1038,-24-84-1092,2 1 0,0 0 0,1-1 0,1 0 0,1 0 0,0-1 0,2 0 0,19 31 0,-25-45-159,0 1 1,1-1 0,-1 0-1,1 1 1,0-1 0,0-1-1,0 1 1,0-1 0,0 0-1,0 1 1,6 0 0,17 1-6156,-27-4-696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16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3682,'0'0'512,"0"0"-67,0 0 257,0 0 216,0 0-67,9-4-227,5-1-289,-1 1 0,1 0 0,-1 0 0,1 1 0,0 1 0,24-1 0,-37 48 143,-3-35-324,-1 1 0,0-2 1,0 1-1,-1 0 0,-9 16 1,7-17-127,2 0 1,0 1-1,0-1 1,0 1 0,1-1-1,-2 17 1,4-25-26,1 1 0,0-1 0,0 0 1,-1 0-1,1 1 0,0-1 0,0 0 1,0 1-1,0-1 0,1 0 0,-1 0 1,0 1-1,1-1 0,-1 0 0,0 0 1,1 1-1,-1-1 0,1 0 0,0 0 1,-1 0-1,1 0 0,0 0 0,0 0 1,0 0-1,2 2 0,-1-2 16,1 0-1,0-1 1,0 1-1,0-1 1,0 1-1,0-1 1,0 0-1,0 0 1,4-1-1,11 1 73,60 0-908,-76 0-2902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1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16 3137,'0'0'1604,"0"0"-524,0 0-175,0 0 101,0 0-110,0 0-349,-4-2-115,-20-11 841,26 26-1164,8 4-12,1-1 0,0 0 0,1 0 0,17 17 0,11 14-30,4 8 17,-14-18-37,45 70 0,-68-93-30,1-1 1,-2 1-1,0 0 0,-1 1 0,0 0 0,-1-1 0,-1 1 0,0 1 1,1 23-1,-4-36-12,1 38 233,-6 56 0,3-83-133,0 0-1,-1-1 1,-1 1-1,0-1 1,-1 0 0,0 0-1,-13 22 1,0-9 135,-12 27 373,29-51-607,1-2-20,0 0-58,3-13-3924,3 3-964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51 5795,'0'0'1326,"0"0"-369,0 0 303,0 0 151,0 0-587,0 0-319,-1-1-413,1 0 0,0 0 0,0 0 0,0 0 0,0 0 0,0-1 0,0 1 0,0 0 1,0 0-1,0 0 0,0 0 0,1 0 0,-1 0 0,0 0 0,1 0 0,0-2 1,6-1-63,1 0 0,0 0 1,0 0-1,1 1 0,-1 0 0,0 1 1,1 0-1,0 0 0,0 1 1,-1 0-1,1 1 0,0 0 1,14 1-1,-10-1-28,-11 1-5,0-1 0,0 0 0,0 1-1,0 0 1,0-1 0,0 1 0,0 0-1,0 0 1,0 0 0,0 0-1,-1 0 1,1 1 0,0-1 0,-1 0-1,1 1 1,-1-1 0,1 1 0,-1 0-1,0-1 1,0 1 0,0 0-1,0 0 1,0 0 0,0 0 0,0 0-1,0 0 1,-1 0 0,1 0 0,-1 0-1,0 0 1,1 3 0,1 10 3,0 0 1,-1 1-1,-2 17 0,1-21-6,0-4 8,-1 0 1,0 1-1,0-1 0,-1 0 0,0 0 1,0 0-1,-1-1 0,0 1 1,-1-1-1,1 1 0,-1-1 1,-1 0-1,1-1 0,-1 1 0,-1-1 1,1 0-1,-1 0 0,0 0 1,0-1-1,-12 8 0,18-13 5,-1 1 1,0-1-1,1 1 1,-1-1-1,1 0 0,-1 1 1,1-1-1,-1 0 1,0 1-1,1-1 0,-1 0 1,0 0-1,1 1 0,-1-1 1,0 0-1,1 0 1,-1 0-1,0 0 0,0 0 1,1 0-1,-1 0 1,0 0-1,1-1 0,-1 1 1,0 0-1,1 0 0,-1 0 1,0-1-1,1 1 1,-1 0-1,1-1 0,-1 1 1,0-1-1,1 1 1,-1-1-1,1 1 0,-1-1 1,1 1-1,0-1 1,-1 1-1,1-1 0,-1 1 1,1-1-1,0 0 0,0 1 1,-1-1-1,1 0 1,-2-39 51,3 27-102,26 12-10,-20 2 50,1 1 1,-1 0-1,1 1 1,-1 0-1,0 0 1,8 5-1,-8-4 8,1 0-1,0-1 0,0 0 1,0 0-1,0 0 1,10 1-1,-4-3 0,0 1 1,1-2-1,-1 0 1,0 0-1,22-5 0,-32 5 7,0-1-1,0 0 0,1-1 0,-1 1 0,0-1 0,-1 0 0,1 1 0,0-2 0,0 1 0,-1 0 1,1-1-1,-1 0 0,0 0 0,0 0 0,0 0 0,0 0 0,0 0 0,-1-1 0,1 0 0,-1 1 0,0-1 1,3-8-1,-2-9-152,-5 15-5300,-1 6 1469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8 272,'0'0'611,"0"0"-323,0 0 267,0 0 710,0 0 194,0 0-349,0 0-1029,0 0-1,0 0 1,0 0 0,-1 0 0,1-1 0,0 1 0,0 0-1,0 0 1,0 0 0,0 0 0,0-1 0,0 1-1,0 0 1,0 0 0,-1 0 0,1 0 0,0-1-1,0 1 1,0 0 0,0 0 0,0 0 0,0-1-1,0 1 1,0 0 0,0 0 0,0 0 0,0-1-1,1 1 1,-1 0 0,0 0 0,0 0 0,0 0-1,0-1 1,0 1 0,0 0 0,0 0 0,0 0-1,0 0 1,1 0 0,-1-1 0,0 1 0,0 0 0,0 0-1,0 0 1,1 0 0,-1 0 0,0 0 0,0 0-1,0 0 1,0-1 0,1 1 0,-1 0 0,0 0-1,0 0 1,0 0 0,0 0 0,1 0 0,-1 0-1,7 0 11,0 1 0,1-1 0,-1 1-1,0 1 1,0-1 0,0 1 0,0 1 0,-1-1-1,1 1 1,-1 0 0,11 6 0,-5 0-57,0 1 0,-1 0 0,0 0 0,17 22 0,1 5 95,-1 1 0,-3 2 0,-1 0 0,-1 2 0,-3 0 0,-1 2 1,-3 0-1,-1 1 0,-2 0 0,-3 1 0,-1 0 0,-2 1 0,-3 0 0,-1 52 1,-3-98-124,1 26 180,-2 0 0,-6 36 0,5-53-93,0-1 1,-1 0 0,0 1 0,-1-1 0,0 0-1,0-1 1,-1 1 0,0-1 0,-12 15 0,11-16 5,4-2-37,-1-1-1,-1 0 1,1 0 0,-1 0 0,1-1-1,-1 1 1,0-1 0,0 0 0,0 0-1,-1 0 1,-7 4 0,11-7-94,17-4-4546,-1-6-499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2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49 6579,'0'0'213,"0"0"-63,0 0 266,0 0 566,0 0 200,-9 15-182,-24 52-181,31-63-794,1-1-1,0 1 1,-1-1-1,1 1 1,0-1 0,1 1-1,-1 0 1,1-1-1,0 1 1,-1 0-1,2 0 1,-1-1-1,0 1 1,1 0 0,-1-1-1,1 1 1,0-1-1,1 1 1,-1-1-1,0 1 1,1-1-1,0 0 1,0 1 0,0-1-1,0 0 1,0 0-1,1-1 1,-1 1-1,1 0 1,0-1-1,0 1 1,0-1 0,0 0-1,0 0 1,0 0-1,4 1 1,5 2 2,0 0 1,1-1 0,-1 0 0,1-1-1,-1-1 1,1 0 0,0 0-1,16-1 1,-21-1 4,3 0 5,1 0-1,0 0 0,-1-1 0,1-1 0,18-5 0,-27 6-27,0 0 1,0 0-1,0 0 0,-1-1 0,1 0 0,0 1 0,-1-1 1,0 0-1,1 0 0,-1 0 0,0-1 0,0 1 0,0 0 0,0-1 1,-1 0-1,1 1 0,-1-1 0,1 0 0,-1 0 0,0 1 0,0-1 1,0 0-1,0 0 0,-1 0 0,1 0 0,-1-6 0,1 1-11,0-1 1,-1 1-1,0-1 0,0 1 0,-1-1 0,-1 1 0,1-1 0,-1 1 0,0 0 1,-1 0-1,-7-16 0,6 18 1,0 0-1,-1 1 1,0-1-1,0 1 1,0 0 0,0 0-1,-1 1 1,0 0 0,0 0-1,0 0 1,0 0 0,-1 1-1,1 0 1,-12-3 0,10 3 36,-1 0 0,0 1 1,0-1-1,0 2 1,0-1-1,0 2 0,-1-1 1,1 1-1,0 0 1,0 1-1,-1 0 0,1 1 1,-9 2-1,13-2-29,-1 0-1,0 1 1,1-1 0,0 1-1,0 1 1,0-1-1,0 1 1,0 0 0,1 0-1,-1 0 1,1 0 0,0 1-1,1 0 1,-1 0-1,1 0 1,0 0 0,0 0-1,0 1 1,1-1 0,-3 8-1,3-7-10,1-1 0,-1 0 1,1 0-1,0 0 0,0 1 0,1-1 0,-1 0 0,1 1 0,0-1 0,1 1 1,-1-1-1,1 0 0,0 1 0,0-1 0,4 9 0,-3-11-111,0 0 0,0 0 1,0 0-1,1-1 0,-1 1 0,1-1 0,-1 1 0,1-1 0,0 0 0,0 0 1,0 0-1,0-1 0,0 1 0,1-1 0,-1 1 0,0-1 0,1 0 1,-1-1-1,1 1 0,-1 0 0,1-1 0,-1 0 0,1 0 0,4 0 1,18 0-4746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3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62 8772,'0'0'371,"0"0"448,0 0 272,0 0-144,0 0-216,-9-14-213,-19-29-322,25 39-15,22 36 170,0 1 173,-1 1 0,-1 1 0,22 73 0,16 116 1527,-4-13-1006,-49-202-1558,14 34 1694,-2-26-2594,5-10-4475,-16-7 1964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9108,'0'0'1355,"0"0"-818,0 0-276,0 0 153,0 0 157,-10 19 136,-184 367 1638,182-360-2329,10-19-36,-1 0-1,-1 0 1,1 0-1,-1-1 1,-6 9-1,5-12-530,4-4-3228,1-4-2056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4690,'0'0'1788,"0"0"-825,0 0-27,0 0 286,0 0-56,11 9-222,0 0-706,-2 0-1,1 1 1,-1 0-1,0 1 1,-1 0-1,0 0 0,-1 0 1,9 21-1,3 13 540,-8-14-327,2-1 1,23 37-1,-32-60-414,1 0 0,-1-1 0,1 1 0,0-1 0,1 0 0,0-1 0,0 1 0,0-1 0,0 0 0,1-1 0,0 0 0,0 0 0,0 0 0,14 5 0,-13-8-424,0 1-1,1-2 1,-1 1-1,14-1 1,-8 0-3563,-10 0-4413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6659,'0'0'1078,"0"0"16,22 0 178,319-9 3125,-198 8-3279,-142 1-1134,-1 0-32,0 0-43,0 0-152,0 0-610,0 0-1663,0 0-2356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4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1713,'0'0'5114,"0"0"-3548,0 0-835,21 2 158,170 6 1592,-55-6-2473,-135-2-1398,-1 0-2119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8420,'0'0'1014,"0"0"-230,0 0-24,0 0-45,0 0-328,0 18 245,-1 51 121,3 174 1304,0-230-2175,1 0 1,0 0 0,0 0-1,2 0 1,0 0-1,0-1 1,1 0 0,8 13-1,-13-24-2531,-1-1-2476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6563,'0'0'1305,"0"0"-828,0 0-133,0 18 755,-1 35-328,2 126 2354,0-154-2814,2 0 1,0 0 0,1 0-1,2 0 1,9 25 0,-10-31-3567,-5-19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5987,'0'0'480,"0"0"24,0 0 185,0 0 394,21-6 131,158-39 947,150-31-54,-301 65-1897,-24 10-4883,-4 5-367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7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35 4626,'0'0'1916,"0"0"-977,0 0-184,0 0 195,0 0 45,-6-5-406,2 1-428,-1 1-1,0 0 1,1 0-1,-2 0 1,1 0-1,0 1 1,-9-3-1,12 5-87,0-1 0,-1 0-1,0 1 1,1-1 0,-1 1-1,1 0 1,-1 0 0,1 0-1,-1 0 1,0 0 0,1 0-1,-1 1 1,1 0 0,-1-1-1,1 1 1,-1 0 0,1 0-1,0 0 1,-1 0 0,1 1-1,0-1 1,0 1 0,-3 2-1,-2 4 20,1 1 0,0 0 0,0 0 0,1 1 0,1 0 0,-1 0 0,1 0-1,1 0 1,0 1 0,1 0 0,-2 11 0,-2 19 208,0 63-1,6-95-267,-2 19 139,1 1 0,2 0 0,0 0 0,2 0 1,2 0-1,0-1 0,16 46 0,74 123 231,-2-5-88,-80-158-285,-1 1 0,-1 0 0,11 68 0,-13 1 60,-4 120 0,-5-182-29,0-30-20,0-1 1,-1 1 0,-1-1-1,0 0 1,-1 0-1,0 0 1,0 0 0,-1 0-1,0-1 1,-1 0-1,0 0 1,-1 0-1,0 0 1,-1-1 0,0 0-1,0 0 1,-1-1-1,0 0 1,0 0-1,-13 8 1,5-5 38,-1-1-1,0-1 1,0-1-1,-1 0 1,0-1 0,-1-1-1,1-1 1,-1-1 0,0 0-1,0-1 1,-23 0-1,21-2-39,1 0 0,0-1 0,0-2 0,-36-6 0,52 7-57,0 0 0,0 0 0,0 0 0,0 0 1,0-1-1,0 0 0,1 0 0,-1 0 0,0 0 0,1-1 0,0 1 0,-1-1 1,1 0-1,0 0 0,1 0 0,-1-1 0,0 1 0,1 0 0,0-1 1,0 0-1,0 1 0,0-1 0,0 0 0,1 0 0,0 0 0,0 0 0,0-1 1,0 1-1,0-7 0,1-18-3688,2 21-488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8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7523,'0'0'1294,"0"0"-531,0 0-322,0 0 250,0 0 64,0 0-107,-12 18-18,-37 61 20,46-74-597,1-1-1,-1 1 0,1-1 0,0 1 0,1 0 0,-1 0 1,1 0-1,0 0 0,0 0 0,1 0 0,0 1 0,-1-1 0,2 0 1,-1 0-1,0 0 0,1 0 0,2 9 0,-1-10-13,1 0 0,-1 0 0,0-1 0,1 1 0,0 0 0,0-1 0,0 0 0,0 0 0,1 0 0,-1 0 0,1 0 0,0-1 0,-1 1 1,1-1-1,0 0 0,5 1 0,9 3 46,0-1 1,1 0-1,-1-1 1,1-2-1,0 0 1,0-1-1,21-1 1,-36 0-76,0 0 0,0 0 1,0-1-1,0 1 0,-1-1 0,1 0 1,0 0-1,-1-1 0,1 1 0,0-1 1,-1 0-1,0 1 0,1-2 0,-1 1 1,0 0-1,0-1 0,0 1 0,-1-1 1,1 0-1,0 0 0,-1 0 0,0 0 1,0 0-1,2-4 0,0-1 17,-2 0-1,1 0 1,-1-1 0,0 1-1,0 0 1,-1-1 0,0 1-1,-1-1 1,0 1 0,-1-10-1,1 14-10,-1 1-1,0-1 0,1 0 0,-1 0 0,-1 1 1,1-1-1,0 1 0,-1-1 0,0 1 0,0 0 1,0-1-1,0 1 0,0 0 0,0 0 0,-6-5 1,2 4 45,0-1 1,0 1 0,0 1-1,0-1 1,-1 1-1,1 0 1,-14-4 0,-1 1 79,1 2-1,-2 0 1,1 2 0,-36-1 0,56 3-142,-28 4-691,28-4 639,1 1 0,-1-1 1,1 0-1,-1 1 0,1-1 1,-1 1-1,1-1 0,-1 1 1,1-1-1,-1 1 0,1-1 1,0 1-1,-1 0 0,1-1 1,0 1-1,-1 0 0,1-1 1,0 1-1,0 0 0,0-1 0,0 1 1,0 0-1,0-1 0,0 1 1,0 0-1,0-1 0,0 1 1,0 0-1,0-1 0,0 1 1,0 0-1,1-1 0,-1 1 1,0 0-1,0-1 0,1 1 1,-1 0-1,1 0 0,5 7-3410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2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4370,'0'0'968,"0"0"-90,0 0 243,0 0 157,0 0 218,2 1-1175,0 0 0,1 0 0,-1 0 0,0 0-1,0-1 1,1 1 0,-1 0 0,1-1 0,-1 0-1,0 1 1,4-1 0,0-6-179,0 1-1,-1-1 1,0-1-1,0 1 1,0-1 0,0 1-1,5-14 1,23-54 347,-26 30-18,-6 38 64,0 26-388,-3 78 150,-1-42 206,3 1 0,13 98 0,-10-144 203,-4-20 835,-1-7-5018,2 12-485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32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16 4578,'0'0'977,"0"0"34,0 0 149,0 0 65,0 0-62,0 0-163,2-4-357,-2-7-31,-5 10-203,-16 21-41,-33 47-305,46-56 35,-8 8 23,2 1-1,1 1 0,1 0 0,0 1 1,2 1-1,0-1 0,2 1 0,0 1 1,2 0-1,0 0 0,2 0 0,1 1 1,-1 27-1,3-28-1,1-1 1,1 0 0,1 0-1,1 1 1,1-1-1,1-1 1,1 1-1,1-1 1,0 0 0,23 41-1,14 10 194,3-2-1,4-2 1,2-2 0,63 59 0,-111-120-112,-5-6-193,0 0 0,1 0 1,-1 0-1,0 0 1,0 0-1,0-1 0,0 1 1,0 0-1,0 0 1,0 0-1,0 0 0,0 0 1,0 0-1,0 0 1,0 0-1,0 0 0,0 0 1,0 0-1,0 0 1,1 0-1,-1 0 0,0 0 1,0 0-1,0 0 1,0 0-1,0 0 0,0 0 1,0 0-1,0 0 1,0 0-1,0 0 0,0 0 1,1 0-1,-2-11-4040,1 4-175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05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1729,'0'0'1059,"0"0"-747,0 0 206,0 0 450,0 0-194,0 0-179,2-11-142,1-13-359,3-13 3150,1-39 0,-7 75-2609,0 1-59,0 0-112,0 0-135,0 0-60,0 0-45,0 0-48,0 0-58,0 0-81,0 0-18,0 0-51,6 16-67,16 21 239,1-1 1,2-1-1,58 63 0,30 41 250,-101-121-367,-1 0 1,-1 0-1,0 1 1,-1 1-1,-2-1 1,9 33-1,-8-18 72,-2 0 1,-2 1-1,0 0 0,-3 0 0,-1-1 1,-5 37-1,3-58-35,-2-1 1,1 0-1,-2 0 1,1 0-1,-2 0 1,0-1-1,0 0 1,-1 0-1,0-1 1,-1 1-1,0-1 1,-1-1-1,0 0 1,0 0-1,-1-1 1,0 0-1,-11 6 1,14-12-823,12-6-2049,1 0 565,7-9-5134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06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71 4466,'0'0'1150,"0"0"-46,0 0 364,0 0 151,0 0-277,-1-1-1232,0 0 0,1 0 0,-1 0 0,0 0 0,1 0 0,-1 0 0,1 0-1,-1-1 1,1 1 0,-1 0 0,1 0 0,0-1 0,0 1 0,0-2 0,1 0-47,1-1 0,0 2-1,1-1 1,-1 0 0,0 0 0,1 1 0,0-1-1,-1 1 1,1 0 0,0 0 0,0 0 0,0 0 0,1 0-1,-1 1 1,0-1 0,1 1 0,4-1 0,2-1 9,1 0 1,0 2 0,-1-1-1,19 1 1,-26 2-72,0 0 0,0 0 0,1 0 0,-1 0-1,0 1 1,0-1 0,0 1 0,0 0 0,-1 0 0,1 0 0,0 0 0,-1 1 0,1-1 0,-1 1 0,0-1 0,0 1 0,0 0 0,0 0-1,-1 0 1,1 0 0,-1 0 0,3 6 0,2 6 2,0 0 1,-1 1-1,4 23 1,-5-5 37,-1 1 0,-2 43 0,-1-47-52,0-30 20,-1 0 0,1 0 0,0 0 0,0 0 0,-1 0 0,1 0 1,0 0-1,-1 0 0,1 0 0,-1 0 0,1 0 0,-1 0 0,0 0 0,1 0 1,-1-1-1,0 1 0,0 0 0,1 0 0,-1-1 0,0 1 0,0-1 0,0 1 1,0-1-1,0 1 0,0-1 0,0 1 0,0-1 0,0 0 0,0 1 0,0-1 1,0 0-1,0 0 0,0 0 0,0 0 0,0 0 0,0 0 0,-1 0 1,1 0-1,-1-1 0,-1 1 13,0-1 0,0 1 0,0-1 0,0 1-1,1-1 1,-1 0 0,0 0 0,1 0 0,-1 0 0,0-1 0,1 1 0,-1-1 0,-3-3 0,1-1 62,-9-14-62,33 28-120,-10-4 101,1 1 0,-1-2 1,1 1-1,0-1 0,0-1 0,0 0 0,0 0 1,0-1-1,0-1 0,1 1 0,-1-2 0,0 1 1,11-3-1,-13 2 82,0 0 0,0-1 1,-1 0-1,1 0 0,-1 0 0,1-1 1,-1-1-1,0 1 0,0-1 0,-1 0 1,1 0-1,-1-1 0,0 0 0,0 0 1,0-1-1,-1 0 0,7-8 0,-11 13-48,-1 1-1,1-1 0,-1 0 0,0 1 1,1-1-1,-1 0 0,0 1 1,1-1-1,-1 0 0,0 0 0,0 0 1,1 1-1,-1-1 0,0 0 1,0 0-1,0 0 0,0 1 0,0-1 1,0 0-1,-1 0 0,1 0 1,0 1-1,0-1 0,0 0 0,-1 0 1,1 1-1,0-1 0,-1 0 1,1 1-1,-1-1 0,1 0 0,-1 1 1,0-2-1,-11-4-983,-2 4-3808,14 2-176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07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6835,'0'0'1094,"0"0"-136,0 0 133,0 0 83,0 0-449,0 0-383,4 0 39,319 6 2266,-236-6-1783,-86 0-789,-1 0-30,0 0 38,0 0-40,0 0-8,0 0 55,0 0 9,0 0 24,0 0-75,0 0-94,0 0-621,0 0-1136,-1 0-1623,-3 0-3510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3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0 5090,'0'0'899,"0"0"-296,0 0 283,-20 21 301,-62 70-141,63-67-696,1 1-1,1 0 0,2 2 1,0 0-1,2 1 1,-16 44-1,20-46-300,-1 0 1,-2 0-1,-1-2 1,0 1-1,-21 26 1,32-49-228,0 1 419,1 0-3055,1-3-3351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34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3986,'0'0'974,"0"0"-654,0 0-99,0 0 337,0 0 221,-9 19-32,-138 328 2137,98-253-2080,-17 40 57,59-98-2740,7-36-2565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36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2529,'0'0'1161,"0"0"-99,0 0-19,0 0 171,0 0 378,0 0-223,1-14 2702,35 83-3553,-20-36-119,1-1 1,2-1-1,34 44 1,-34-54-219,2-1 0,0 0 0,0-2 0,35 22 0,100 50 164,-152-88-336,-2 0-74,0-2 19,-1 1-1,1-1 0,-1 1 1,1-1-1,-1 1 0,0 0 0,1 0 1,-1 0-1,0 0 0,0 0 1,1 0-1,-1 0 0,0 0 0,0 0 1,0 1-1,0-1 0,-1 0 1,1 1-1,0-1 0,0 0 0,-1 1 1,1-1-1,-1 1 0,0-1 0,1 1 1,-1 2-1,-17-4-4492,11-2 45,1-6-1987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36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 3810,'0'0'947,"0"0"-376,0 0-11,0 0 382,0 0 53,-70 118 1873,39-65-2020,-3-1 1,-2-1-1,-80 85 0,108-127-757,-1 1 1,1 0-1,1 0 0,0 1 0,0 0 0,1 1 0,-6 15 0,12-29 487,1-1-557,0 0-1,0 1 0,0 0 0,0-1 0,0 1 0,1 0 1,-1-1-1,1 1 0,-1 0 0,5-3 0,-5 3-430,1 1-1,0 0 1,0 0-1,-1 0 1,1 0-1,0 0 1,0 0-1,0 0 1,0 1-1,1-1 1,-1 1-1,0 0 1,0-1-1,4 1 1,1 0-5927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39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35 4002,'0'0'1473,"0"0"-369,0 0-61,0 0-82,0 0-14,0 0-232,1-1-632,1 0 0,0 0 1,-1 0-1,1 0 1,0 0-1,-1 0 0,1 1 1,0-1-1,0 1 0,0-1 1,3 0-1,440 1 1147,-445 0-1262,-15 0 64,-113 2 407,-146-4-96,266 2-332,-1-1 1,1 0-1,0-1 1,0 1 0,0-2-1,0 1 1,0-1-1,-14-7 1,22 8 17,18 2-45,30 2 199,76 14 0,-73-7-158,65 1 0,83-10 242,-198 0-125,-1 0 135,-20-2 619,9 2-923,-42 1-616,-102-13 1,146 10-1629,4 0-2251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4434,'0'0'2612,"0"0"-1614,0 0-75,0 0-147,0 0-141,0 0-248,0 0-54,-12 15 145,3-5-370,-3 5 95,0 0 0,1 1 0,0 0 0,-16 35 0,-5 23 453,-99 211 196,102-237-3512,27-47-390,1-1-1653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3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3249,'0'0'2500,"0"0"-1347,0 0-105,0 0 190,0 0-160,12-4-403,38-8-352,-49 12-304,0 1 1,1-1-1,-1 1 1,0-1-1,1 1 1,-1 0-1,0-1 1,0 1-1,0 0 1,0 0-1,1 0 1,-1 0-1,0 0 1,-1 0-1,1 0 1,0 0-1,0 0 1,0 0-1,-1 1 1,1-1-1,0 0 1,-1 0-1,0 1 1,1-1-1,-1 0 1,0 1-1,1-1 1,-1 1-1,0-1 1,0 0-1,0 1 1,0-1-1,-1 3 1,2 3 99,6 38 569,-2-5-127,2-1 0,15 47-1,-17-72-512,1 0-1,0 0 0,1-1 0,0 0 0,1 0 0,1-1 0,0 0 0,0 0 0,18 15 0,-14-16-22,1 0 0,1-1 0,0 0 0,20 8 0,21 14 194,-55-30-217,1-1 0,-1 1-1,0 0 1,0-1 0,1 1 0,-1 0 0,0-1-1,-1 1 1,1 0 0,0 0 0,-1 0 0,1 0-1,-1 0 1,1 0 0,-1 0 0,0 0 0,0 2-1,0-3 4,1 1-1,-1-1 1,-1 0-1,1 0 1,0 0-1,0 0 0,0 0 1,0 0-1,-1 0 1,1 0-1,-1 0 1,1 0-1,0 0 1,-1 0-1,0 0 0,1 0 1,-1 0-1,0-1 1,1 1-1,-1 0 1,0 0-1,0 0 0,1-1 1,-1 1-1,0-1 1,0 1-1,0-1 1,0 1-1,0-1 0,0 1 1,0-1-1,0 0 1,0 1-1,0-1 1,0 0-1,-1 0 1,1 0-1,-2 0 0,8-19-2045,9 4-845,5-2-2036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3041,'0'0'1470,"0"0"-549,0 0-161,0 0 299,0 0 48,0 0-416,0 6-85,-2 7-171,-1 0 1,-1-1-1,0 1 1,0-1-1,-9 16 0,7-16-97,1 0-1,0 0 1,1 0-1,0 1 0,-2 16 1,5-28-330,1 0-1,0 0 1,0 0 0,0 0 0,0 0 0,0 0-1,0 0 1,0 1 0,0-1 0,0 0 0,0 0-1,0 0 1,1 0 0,-1 0 0,0 0-1,1 0 1,-1 0 0,1 0 0,-1 0 0,1 0-1,0 0 1,-1 0 0,1 0 0,1 1 0,26 1 152,-17-3 34,223 0 63,-234 0-796,0 0-617,0 0-612,0 0-2023,0 0-2420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4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3906,'0'0'1251,"0"0"-389,0 0-97,0 0 212,0 0-46,0 18 792,-11 148 2485,0 5-2181,11-111-1389,22-89-6817,-13 19-16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28 5587,'0'0'1000,"0"0"-253,0 0-160,0 0 13,0 0-24,-4-5-18,-11-13-123,11 13-43,4 5 96,0 0-29,0 0-123,1 7-130,5 9-32,1 0 0,0 0 1,1-1-1,1 0 0,1-1 1,16 20-1,30 49 377,-43-54-420,-1 0-1,-1 1 0,-2 0 1,-1 0-1,-1 1 1,4 51-1,-3 195 674,-9-198-509,0-62-240,-1 0 0,0 1-1,-2-1 1,0 0 0,-1 0 0,0-1 0,-2 0 0,0 0 0,-1 0-1,0-1 1,-1 0 0,-1 0 0,0-1 0,-1 0 0,-21 19 0,25-22-2,7-9-4898,0-2-3585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29 5026,'0'0'1636,"0"0"-884,0 0-365,0 0 328,0 0 221,0 0-213,-4 12-192,-1 6-257,1 0-1,0 0 1,1 0 0,0 20-1,3-32-209,0 1 0,0-1 0,0 1 0,1-1 0,0 1 0,0-1 0,0 0 0,1 0-1,0 0 1,1 0 0,-1 0 0,1 0 0,0 0 0,0-1 0,1 1 0,0-1 0,7 8 0,-3-7-25,0 0-1,1 0 1,-1-1 0,1 0 0,0 0 0,1-1 0,-1 0-1,1-1 1,0 0 0,0-1 0,0 0 0,0 0 0,0-1-1,0 0 1,0-1 0,0 0 0,14-3 0,-21 2-43,0 0 0,-1 0 0,1 0 0,0-1 0,-1 0 0,1 1 0,-1-1 0,1 0 0,-1 0 0,0 0 0,0-1 0,0 1 0,0 0 0,0-1 0,-1 0 0,1 1 0,-1-1 0,1 0 0,-1 0-1,0 1 1,0-1 0,0 0 0,-1 0 0,1 0 0,0-5 0,2-12-146,-1 1 0,-1-33 0,-1 47 115,0-3 1,0 0 1,0-1-1,-1 1 0,-1 0 0,1 0 0,-2 0 0,1 0 1,-1 0-1,0 1 0,-5-10 0,5 12 41,0 1 0,0 0-1,-1-1 1,1 1 0,-1 0-1,0 1 1,0-1-1,0 1 1,-1 0 0,1 0-1,-1 0 1,0 1 0,0-1-1,0 1 1,0 0 0,-10-2-1,10 3 5,0 0-1,0 0 0,-1 0 0,1 0 1,0 1-1,-1 0 0,1 0 0,0 1 1,0-1-1,0 1 0,-1 0 0,1 1 1,0-1-1,0 1 0,0 0 1,0 0-1,1 0 0,-1 1 0,1 0 1,-1 0-1,1 0 0,-6 6 0,5-4-115,1 1 0,0 0-1,0 0 1,0 0 0,0 0 0,1 0-1,0 1 1,1 0 0,-1 0-1,1-1 1,1 1 0,-1 0 0,1 1-1,0-1 1,1 12 0,1-7-3147,2-7-2466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53 5442,'0'0'1174,"0"0"107,0 0-72,0 0 130,0 0-283,-8-9-343,-22-26-271,22 26-140,8 13-46,3 40 815,2 0-1,11 46 0,0-5 407,-11-50-947,36 178 1142,-36-193-1583,1-1-1,1-1 0,0 1 0,2-1 0,0-1 0,1 1 0,1-2 0,21 27 1,-28-37-882,-8-7-2395,-5-11-1467,8 3 1005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0 5571,'0'0'736,"0"0"166,0 0 701,0 0 211,-13 21-467,-17 24-523,-2-1 0,-1-1 0,-51 48-1,-6-19 9,69-58-856,0 1 0,1 1 0,1 1 0,0 1 0,1 1 0,1 0 1,-22 34-1,36-45-824,3-4-5278,0-4 2361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47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4722,'0'0'897,"0"0"-38,0 0 88,0 0 32,0 0 16,0 0-163,3 3 593,13 42-47,14 74-1,8 22 585,-30-118-1730,1 0 0,0-1 0,21 33 1,-25-48-274,-1 0 0,1 0 0,1-1 0,-1 1 0,1-1 0,0-1 0,0 1 0,1-1 0,0 0 0,0-1 0,0 1 0,0-1 1,1-1-1,9 4 0,-12-6-930,-4-1-3133,-1 0-2499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57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46 378 1040,'0'0'2031,"0"0"-828,0 0-355,0 0 102,0 0 184,0 0 248,-5-14-131,-1-4-1013,-3-5 1496,1-1 0,-9-47 0,17 89-22,1 13-1400,0-1 1,10 47-1,1-30-54,38 90 1,-42-120-247,0-1 0,1 0 0,0-1 0,1 0 0,1 0 0,1-1 0,0-1 0,24 22-1,-36-35-11,0 0 0,0 0 0,1 0-1,-1 1 1,0-1 0,0 0-1,1 0 1,-1 0 0,0 0-1,0 1 1,1-1 0,-1 0 0,0 0-1,0 0 1,1 0 0,-1 0-1,0 0 1,0 0 0,1 0-1,-1 0 1,0 0 0,1 0-1,-1 0 1,0 0 0,0 0 0,1 0-1,-1 0 1,0 0 0,1 0-1,-1-1 1,0 1 0,0 0-1,0 0 1,1 0 0,-1 0-1,0 0 1,0-1 0,1 1 0,-1 0-1,0 0 1,0 0 0,0-1-1,0 1 1,1 0 0,-1-1-1,5-19-100,-5-37-182,0 44 212,4-75 32,17-99 1,-9 100 31,1-101 0,-13 106-1927,7 117-433,1-19-1693,-1-6-2818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57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6739,'0'0'779,"0"0"-112,0 0 163,0 0 194,0 0-119,11 0-84,219-16 1749,-197 12-2566,47 2 0,-77 25-3846,-3-17 416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3:59:5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5603,'0'0'277,"0"0"11,0 0 529,0 0 447,0 0-63,11 0-428,324 6 2492,-308-6-3168,-27 0-36,0 0 91,0 0 27,0 0-19,0 0-104,0 0 6,0 0-44,0 0-79,0 0-105,-4 0-3152,2 0-1151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0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5010,'0'0'1828,"0"0"-772,0 0-157,0 0 249,0 0-273,0 0-163,0 17 198,2 281 2609,3-267-3280,-5-30-329,0 1 1,1-1 0,-1 0-1,0 0 1,0 0 0,1 0 0,-1 0-1,1 0 1,-1 0 0,1-1-1,0 1 1,-1 0 0,1 0 0,0 0-1,-1 0 1,1-1 0,0 1 0,0 0-1,0-1 1,0 1 0,-1-1-1,1 1 1,0-1 0,0 1 0,0-1-1,2 1 1,-3-1-2165,0 0-889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00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7668,'0'0'747,"0"0"-523,0 0 21,0 0 529,0 0 306,2 23-319,11 166 220,-12-183-930,-1 3 5,0-1 1,0 1 0,1-1-1,0 1 1,1-1 0,0 0-1,0 0 1,1 0 0,0 0-1,0 0 1,1 0 0,9 13-1,-13-19-2081,0-2-1197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01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5394,'0'0'745,"0"0"69,0 0 415,0 0 100,0 0-321,25-5-236,163-27 380,-102 18-474,-32 5 361,99-5 0,-153 14-1084,0 0-27,0 0 8,0 0 0,0 0-35,0 0-51,0 0-533,0 0-1157,0 0-2066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17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 4338,'0'0'939,"0"0"-456,0 0 35,0 0 378,0 0-69,-20 3-232,-143 22 2465,117-21-2045,-60-4-1,39-1 33,66 1-1031,1 0-21,0 0 45,-1 60 105,-1-37-69,1 1 1,1-1 0,2 0-1,7 40 1,7 18 118,-3 1 0,3 92 0,-1 3-76,-13-78-39,-3-74-13,1-1 0,5 32-1,3-24-47,-8-30-31,0-1 1,1 0 0,-1 1 0,1-1-1,-1 1 1,1-1 0,-1 0 0,1 1 0,0-1-1,0 0 1,0 0 0,0 0 0,0 0-1,0 0 1,0 0 0,0 0 0,2 2-1,-3-3 52,31 0 710,41-2-673,-35 0-6,0 1 1,52 7-1,-75-1-668,-5-4-1680,-4-15-1780,-3 1-5308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1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10 5811,'0'0'1342,"0"0"-235,0 0 325,0 0 54,0 0-621,0 0-526,9-10 232,-10 21-487,0-1 1,-1 0 0,0 0 0,0 0-1,-1 0 1,0 0 0,-1 0 0,0 0-1,-9 13 1,-9 13-5,-29 35 1,3-3-65,44-61-270,-15 22 277,8-19-4367,9-10 272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19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6099,'0'0'1134,"0"0"-379,0 0 2,0 0 126,0 0-128,15 12-66,3-1-471,-11-7-137,0 0 0,-1 1 0,1 0 0,-1 0 0,0 1-1,0 0 1,-1 0 0,1 0 0,-1 0 0,-1 1 0,1 0 0,3 7 0,20 47 786,-22-43-766,2-1 0,0 0-1,0 0 1,2 0 0,0-2 0,1 1-1,1-1 1,15 16 0,-3-19 67,-23-12-244,0 0 1,0 1-1,-1-1 0,1 0 0,0 0 0,0 0 0,0 0 1,-1 1-1,1-1 0,0 0 0,0 0 0,0-1 0,-1 1 1,1 0-1,0 0 0,0 0 0,-1 0 0,1-1 0,0 1 1,0 0-1,-1-1 0,1 1 0,0-1 0,-1 1 0,1-1 1,0 1-1,-1-1 0,1 1 0,-1-1 0,1 0 0,2-10-2941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1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3666,'0'0'2540,"0"0"-1769,0 0-419,0 0 296,0 0-138,0 0-76,12-2-95,1 0-268,0 0 45,0 1 0,-1 0-1,1 1 1,23 1-1,-34-1-105,1 1 0,-1-1 0,1 1 0,-1-1 0,1 1 0,-1 0 0,1 0 0,-1 0 0,0 0 0,1 0 0,-1 0-1,0 1 1,0-1 0,0 1 0,0 0 0,0 0 0,0-1 0,0 1 0,-1 0 0,1 1 0,-1-1 0,1 0 0,-1 0-1,0 1 1,0-1 0,0 0 0,0 1 0,0-1 0,-1 1 0,1-1 0,-1 1 0,1 3 0,-1 1 70,0 0 1,0 0 0,0 1 0,-1-1-1,0 0 1,-1 0 0,1 0-1,-1-1 1,-5 13 0,-1-6 185,0 1 0,-1-1 0,-11 13 0,12-15-88,7-10-155,0 0 0,0 0 0,1 0 1,-1 0-1,0 0 0,1 0 0,-1 0 0,0 0 1,1 1-1,0-1 0,-1 0 0,1 0 1,0 1-1,-1-1 0,1 0 0,0 3 1,0-4-13,0 1 1,1-1 0,-1 1 0,0-1 0,1 1 0,-1 0 0,0-1 0,1 1 0,-1-1-1,1 0 1,-1 1 0,1-1 0,-1 1 0,1-1 0,-1 0 0,1 1 0,-1-1 0,1 0-1,-1 0 1,1 1 0,0-1 0,-1 0 0,1 0 0,0 0 0,50 0 393,-32-1-259,75-13 115,-94 14-298,0 0-118,0 0-424,0 0-1101,0 0-1383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2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3105,'0'0'1684,"0"0"-430,0 0 338,25 0-140,170 3 826,-144-7-1174,96-21 0,-100 15-703,-1 2 1,78-3-1,-122 11-483,-2 0-46,-1 1-99,1 0 1,0 0 0,0 1 0,-1-1 0,1 0 0,-1 0-1,1 0 1,-1 0 0,0 0 0,1 0 0,-1 0-1,0 0 1,1-1 0,-1 1 0,0 0 0,0 0-1,0 0 1,0-1 0,0 1 0,0-1 0,0 1-1,-2 0 1,-8 3-5136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21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72 7780,'0'0'2019,"0"0"-453,0 0-208,0 0-272,0 0-528,8-7-220,3-3-200,1 1-1,0 0 1,18-9-1,-26 15-115,1 1 1,-1 0-1,1-1 0,0 2 0,0-1 1,0 0-1,0 1 0,0 0 1,0 0-1,0 1 0,0 0 0,0-1 1,1 2-1,-1-1 0,0 0 1,6 2-1,-10 0-29,1-1 0,0 0-1,0 0 1,-1 1 0,1-1 0,-1 1 0,0 0 0,1-1-1,-1 1 1,0 0 0,0 0 0,0-1 0,0 1 0,0 0 0,0 0-1,-1 0 1,1 0 0,-1 1 0,1-1 0,-1 0 0,0 3-1,3 51 17,-3-50-18,0 9 25,0 22-28,-8 68 0,7-93 3,-2-1-1,0 1 1,0-1 0,-1 0 0,-1 0 0,0 0 0,0 0 0,-1-1-1,0 0 1,-8 10 0,12-18 7,1 0 0,-1 0 0,0 0 0,1 0-1,-1-1 1,0 1 0,0 0 0,0-1 0,-1 0 0,1 1 0,0-1 0,0 0-1,-1 0 1,1 0 0,-1-1 0,1 1 0,0-1 0,-1 1 0,1-1 0,-1 0-1,0 0 1,1 0 0,-1 0 0,1 0 0,-1 0 0,1-1 0,-1 1 0,1-1-1,0 0 1,-5-2 0,3 1-72,0 0-1,0-1 1,1 1-1,-1-1 1,1 0 0,-1 0-1,1 0 1,0-1-1,0 1 1,1-1-1,-1 1 1,1-1 0,0 0-1,0 0 1,0 0-1,-2-5 1,-1-23-213,5 31 289,1 0-1,-1 0 1,0 0 0,1 1 0,0-1-1,-1 0 1,1 1 0,-1-1 0,1 0-1,0 1 1,-1-1 0,1 1-1,0-1 1,0 1 0,-1-1 0,1 1-1,0 0 1,0-1 0,0 1 0,0 0-1,0 0 1,-1-1 0,1 1 0,0 0-1,0 0 1,0 0 0,0 0 0,0 0-1,1 1 1,258-34 2016,-154 15-1963,-86 12-768,-13-4-3840,-7 3-2325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2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5186,'0'0'1385,"0"0"-264,0 0-148,0 0 174,0 0-215,0 0-228,16 2-165,37 4 134,0-3 1,-1-3-1,1-1 0,71-12 1,-65 6-221,-58 7-493,-1 0 8,0 0 86,-30 6 607,26-4-599,3-2-60,1 0-282,0 0-755,0 0-1286,0-1-1937,0-6-2441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25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 5843,'0'0'2174,"0"0"-659,0 0-191,0 0-94,0 0-449,0 0-383,0 0-373,0 1 0,0-1 1,0 0-1,0 0 0,0 0 1,0 0-1,0 1 0,0-1 1,0 0-1,0 0 0,1 0 1,-1 0-1,0 0 0,0 0 1,0 1-1,0-1 0,0 0 1,0 0-1,1 0 0,-1 0 1,0 0-1,0 0 0,0 0 1,0 0-1,0 0 0,1 0 0,-1 0 1,0 1-1,0-1 0,0 0 1,0 0-1,1 0 0,-1 0 1,0 0-1,0 0 0,0-1 1,0 1-1,1 0 0,-1 0 1,0 0-1,0 0 0,0 0 1,0 0-1,0 0 0,1 0 1,-1 0-1,0 0 0,0 0 1,0 0-1,0-1 0,0 1 1,0 0-1,1 0 0,-1 0 1,0 0-1,0 0 0,0-1 1,0 1-1,0 0 0,0 0 1,0 0-1,0 0 0,0-1 1,0 1-1,-6 19 41,-2-1 1,0 0 0,-1 0-1,0-1 1,-2 0-1,0 0 1,-16 17 0,-16 26 32,10-12-75,20-32-32,2 0 0,0 0 1,1 1-1,0 0 1,1 1-1,2 0 0,-10 28 1,17-45-487,0 2 1171,0-1-7255,0-2 1485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26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5619,'0'0'2393,"0"0"-1209,0 0-656,0 0-117,0 0 286,8 9 188,12 22-242,-1 0-1,-2 1 1,-1 1-1,14 42 1,-1-5-275,-24-60-297,0 0 1,1-1-1,-1 1 1,2-1-1,-1-1 1,12 12-1,19 8-721,-33-27 183,-1 1 0,1-1 0,0 1 0,0-1 1,-1 0-1,1 0 0,0-1 0,8 1 0,-12-1-4220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27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11 7716,'0'0'1133,"0"0"-567,0 0-32,0 0 175,0 0-39,7-2-241,101-6 831,-108 8-1228,0 0 64,0 0-22,-18 0 321,8 0-384,0 0 0,0 1-1,0 0 1,0 1 0,0 0-1,1 1 1,-1 0 0,1 0-1,-15 8 1,20-9-16,0 0 0,0 1 0,1 0 0,-1 0 0,1 0 0,0 0 0,-1 0 0,2 1 0,-1-1 0,0 1 0,1 0 0,-1 0 0,1 0 0,0 0 0,0 0 0,1 0 0,-1 0 0,1 1 0,0-1 0,0 1 0,1-1 0,-1 1 0,1 6 0,0-10 10,0 1 0,0-1 0,-1 1 0,1-1 0,1 1 0,-1-1 0,0 1 0,0-1 0,0 1 0,1-1 0,-1 0 0,1 1 0,-1-1 0,1 1 0,0-1 0,0 0 0,-1 0 0,1 1 0,0-1 0,0 0 0,2 2 0,0-2 8,-1 0-1,1 0 1,-1-1 0,1 1-1,0-1 1,-1 0 0,1 0-1,-1 0 1,1 0 0,3 0-1,9-1-32,-6 2 10,-1 0 0,0 0-1,0 1 1,1 0-1,-1 1 1,-1-1 0,1 2-1,0-1 1,-1 1 0,1 0-1,-1 0 1,-1 1-1,1 0 1,0 0 0,-1 1-1,0 0 1,8 11 0,-13-15 11,0 0 1,0 0-1,0 1 1,-1-1-1,1 0 1,-1 1-1,0-1 1,1 0-1,-1 1 1,0-1 0,-1 1-1,1-1 1,0 0-1,-1 1 1,1-1-1,-1 0 1,0 1-1,1-1 1,-1 0-1,-1 0 1,1 0-1,0 0 1,0 0 0,-1 0-1,1 0 1,-1 0-1,1 0 1,-1-1-1,0 1 1,0-1-1,0 1 1,0-1-1,-4 3 1,-8 5 52,0-1 1,-1 0-1,-24 9 0,31-13-59,-96 37-1319,103-41-2293,1 0-3333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2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5170,'0'0'550,"0"0"69,0 0 763,0 0 416,0 0-427,24 2-584,0 0-645,136 7 487,-50-13 210,184-30 0,-202 24-626,-53 9-3318,-41 2 459,-9 2-2885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2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8036,'0'0'1459,"0"0"-835,0 0 51,0 0 318,20-5-33,167-31 419,-167 35-1264,-15 1-109,1 0 0,-1 0 0,1-1 0,-1 0 0,0 0 0,1 0 0,-1 0 0,10-5 0,-15 6-76,0 0-15,-5 0-406,-48-2 405,33 0 65,0 1-1,0 1 1,0 1 0,-39 6 0,57-6 21,-1 0 0,1 0 0,0 0 0,-1 1 0,1-1 0,0 1 0,0-1 0,0 1 0,0 0 0,0 0 0,0 0 0,1 0 0,-1 0-1,1 0 1,-1 0 0,1 1 0,0-1 0,0 0 0,0 1 0,0-1 0,0 1 0,1-1 0,-1 1 0,1 0 0,-1 3 0,0 11 0,0 0 1,1-1-1,2 19 0,0 0 2,-2-34 3,0-1 0,0 1 1,0-1-1,0 0 0,1 1 0,-1-1 0,0 1 0,0-1 0,0 1 0,0-1 0,1 1 0,-1-1 0,0 1 0,0-1 0,1 0 0,-1 1 0,0-1 0,0 0 0,1 1 0,-1-1 0,1 0 0,-1 1 0,0-1 0,1 0 0,-1 0 0,1 1 0,-1-1 0,0 0 0,1 0 0,-1 0 0,1 0 0,-1 1 0,1-1 0,-1 0 0,1 0 0,-1 0 0,1 0 0,-1 0 0,1 0 0,-1 0 0,1 0 0,-1-1 0,1 1 0,-1 0 0,1 0 0,-1 0 0,0 0 0,1-1 0,-1 1 0,1 0 0,-1 0 0,0-1 0,1 1 0,-1 0 0,1-1 0,40-24 72,-3 3-85,-29 19-17,0 0-1,1 1 1,0 0 0,-1 0 0,1 1-1,0 1 1,0-1 0,0 2-1,-1-1 1,1 1 0,0 1 0,0 0-1,-1 0 1,17 6 0,-19-5-5,1 0 1,-1 1-1,0 0 1,0 0-1,0 1 1,-1-1-1,1 1 1,-1 1 0,0-1-1,-1 1 1,0 0-1,1 1 1,-2-1-1,1 1 1,-1 0-1,0 0 1,0 0-1,2 10 1,-4-14 15,-1 0 1,0 0-1,1 0 0,-1 0 1,-1 1-1,1-1 0,0 0 1,-1 0-1,0 1 0,0-1 1,0 1-1,0-1 0,0 0 1,-1 1-1,0-1 0,1 0 1,-1 0-1,0 0 1,-1 1-1,1-1 0,0 0 1,-1 0-1,0 0 0,0-1 1,1 1-1,-2 0 0,1-1 1,0 1-1,-1-1 0,1 0 1,-1 0-1,1 0 0,-1 0 1,0 0-1,0 0 0,0-1 1,0 0-1,0 1 1,0-1-1,0 0 0,-1-1 1,-3 2-1,-22 5 373,0-1 0,0-1-1,-1-1 1,1-2 0,-1-1 0,0-1 0,-30-4 0,58 3-353,0 1 0,1-1 0,-1 0 0,0 1 0,1-1 1,-1 0-1,1 0 0,-1 0 0,1 0 0,0 0 0,-1-1 0,1 1 1,0 0-1,0-1 0,0 1 0,0-1 0,0 1 0,0-1 0,0 1 1,0-1-1,1 0 0,-1 1 0,0-1 0,1 0 0,-1-1 1,0 0-355,1 0 1,-1 0-1,1-1 1,0 1 0,-1 0-1,1 0 1,0 0 0,1 0-1,-1 0 1,1 0 0,-1 0-1,1 0 1,0 0 0,2-4-1,6-3-6025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3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4306,'0'0'1006,"0"0"-593,0 0 286,0 0 806,0 0-243,0 0-299,0 0-387,6 18 395,-1-13-851,0 0-1,1 0 1,-1-1-1,1 0 1,0 0-1,0 0 1,1-1-1,-1 0 1,1 0-1,0-1 1,-1 0-1,1 0 1,0 0-1,11 0 1,14 2 543,61-1 1,-73-3-542,29-1 140,-21 0-196,0 1 0,0 1 0,42 7-1,-66-3 675,-12 3-461,-9 3-162,17-11-108,-4 3 4,1 0-1,-1 0 1,0 0 0,1 1-1,0-1 1,0 1-1,0-1 1,0 1 0,0 0-1,1 1 1,0-1 0,-1 0-1,2 1 1,-1-1 0,0 1-1,1-1 1,0 1 0,-1 8-1,0 10 48,0 0-1,4 40 1,-1-24 39,0 14 57,2 0 1,2-1-1,3 0 1,2 0-1,31 96 1,-22-86 169,-3 1 0,-2 1 0,-4 0 0,5 96 0,-5-106-129,-10-53-165,0-1 19,-28 0 338,-180 0-165,118 0-9476,90 0 760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3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35 3826,'0'0'1062,"0"0"23,0 0 89,0 0 254,0 0-86,0 0-110,0 0-197,0 0-138,-3-5-12,1 1-631,0 3-147,1-1-1,0 1 0,0-1 1,0 1-1,0-1 0,0 0 0,0 1 1,1-1-1,-1 0 0,1 0 1,-1 1-1,1-1 0,-1-2 1,1 3 274,0 1-181,0 0-64,0 0 0,0 0 8,-2 12 353,12 334 631,-6 174 107,-5-321-933,12-10 74,-11 303 2068,1-492-2579,1 0-1,-1-1 1,0 1 0,1-1 0,-1 1-1,0-1 1,1 1 0,-1-1 0,0 0 0,0 0-1,1 1 1,-1-1 0,0 0 0,1-2 0,1 1-756,2-4-2492,-3 0-949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3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 7347,'0'0'1422,"0"0"-293,0 0 61,0 0-80,0 0-398,-7 19-152,-22 59-130,27-76-398,1 1 1,0 0 0,0 0 0,0 0 0,0 0-1,0 0 1,1 0 0,0 0 0,-1 1-1,1-1 1,0 0 0,0 0 0,1 0-1,-1 0 1,1 0 0,0 0 0,-1 0 0,1 0-1,0 0 1,1 0 0,-1 0 0,1 0-1,-1-1 1,1 1 0,0-1 0,0 1-1,0-1 1,0 1 0,0-1 0,0 0-1,1 0 1,-1 0 0,1-1 0,0 1 0,-1 0-1,1-1 1,0 0 0,5 2 0,7 1 37,0 0-1,0-1 1,1-1 0,-1-1 0,29 0 0,-39-1-25,31 1 1,-23 0-1,1 0-1,-1-2 1,1 1 0,15-4-1,-27 3-31,0 0-1,-1 0 1,1 0-1,0 0 1,0-1 0,-1 1-1,1-1 1,-1 1-1,0-1 1,1 1-1,-1-1 1,0 0-1,0 0 1,0 0-1,0 0 1,0 1 0,0-1-1,-1 0 1,1-1-1,-1 1 1,1 0-1,-1 0 1,0 0-1,0 0 1,0 0-1,0 0 1,0 0 0,0 0-1,0-1 1,-2-2-1,1-3 42,0 1 0,0 0 0,-1-1-1,0 1 1,0 0 0,-1 0 0,-5-11-1,3 11 106,1 1-1,-1 0 0,0 0 1,-1 0-1,1 1 1,-1 0-1,0 0 0,-1 0 1,1 1-1,-1 0 0,0 0 1,0 0-1,-15-4 1,5 4 82,0 0 0,0 2 1,-1 0-1,0 1 1,-17 1-1,32 0-248,0 0 1,0 0-1,0 0 1,0 1-1,0-1 1,0 1-1,0 0 0,0 0 1,0 0-1,0 0 1,1 1-1,-1-1 0,1 1 1,-1 0-1,1-1 1,-1 1-1,1 0 1,0 1-1,0-1 0,0 0 1,0 0-1,0 1 1,1-1-1,-1 1 0,1 0 1,-1-1-1,1 1 1,-1 5-1,-4 31-2995,6-36-67,4-3-1397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39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 4402,'0'0'1459,"0"0"99,0 0 110,0 0-107,0 0-508,5-9-407,49-100 1203,-47 95-1513,-2-1 0,1 1-1,-2-2 1,0 1 0,-1 0 0,2-26-1,0 441 4636,-5-399-4873,0-1-44,0 0-20,0 0 36,0 0-60,1-1-161,1 0-1,0 0 1,-1 0-1,1 0 0,-1 0 1,1 0-1,-1-1 1,0 1-1,1 0 1,-1-1-1,0 1 0,0-1 1,0 1-1,2-4 1,-3 5 87,5-7-717,7-11-4211,-8 14-1734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49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1953,'0'0'4405,"0"0"-2658,0 0-781,0 0 112,0 0-107,0 0-328,0 0-32,0 0-187,10-2 91,43-9-54,2 4 0,-1 1-1,78 3 1,-132 3-901,0 0-174,0 3-2915,0 0-321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4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5875,'0'0'699,"0"0"-22,0 0 17,0 0 82,0 0-69,7 0-320,291 4 3013,-252-4-5365,-54 0-4739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52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2849,'0'0'2770,"0"0"-1362,0 0-343,0 0 181,0 0-163,0 0-512,4 63 1896,-8 104-384,0 2-4219,17-181-2877,-9 4-227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52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6675,'0'0'638,"0"0"-348,0 0 175,0 0 346,0 18-35,5 324 1975,-5-342-2794,0 0-1,-1 1 1,1-1 0,0 0 0,0 1 0,0-1-1,0 0 1,-1 0 0,1 1 0,0-1 0,0 0 0,0 0-1,-1 1 1,1-1 0,0 0 0,0 0 0,-1 0 0,1 0-1,0 1 1,-1-1 0,1 0 0,0 0 0,-1 0 0,1 0-1,0 0 1,-1 0 0,1 0 0,0 0 0,0 0-1,-1 0 1,1 0 0,0 0 0,-1 0 0,1 0 0,0 0-1,-1 0 1,1 0 0,0 0 0,-1-1 0,-3 1-2966,-1 0-2596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4978,'0'0'865,"0"0"-142,0 0 181,0 0 147,0 0-56,9-2 558,219-42 1837,-24 3-2693,-160 39-897,-44 21 295,0-13-3290,0-6-2546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0:5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2 5378,'0'0'1361,"0"0"-646,0 0-64,0 0 451,0 0 8,0 0-299,-16-1-296,-30 1 692,-88 12 0,13 11-368,-95 13-499,215-36-334,0 0 1,0 0-1,-1 0 0,1 0 0,0 0 0,0 0 1,0 0-1,0 1 0,-1-1 0,1 1 0,0-1 1,0 1-1,0-1 0,0 1 0,0-1 0,0 1 1,0 0-1,0 0 0,0 0 0,-1 1 0,-2 30 566,4 73 667,22 177 0,-11-170-362,-4 1 0,-8 115 0,-1-75 14,-1-91-542,-12 76 0,-4 35-183,13-105-104,-4-1-1,-3-1 1,-22 70-1,3-16 32,31-116-89,-3 13 32,1 0 1,0 0-1,-1 22 1,68-64-139,-31 15 104,0 2 0,1 1 0,0 2 0,60-2 0,-1-1 23,50 0-17,-143 8-45,0 0-6,0 0 11,0 0-27,0 0 30,0 0 16,0 0 53,0 0-47,-1 0 0,1 0 0,-1 0 0,1 0 0,-1 0 0,1 0 0,-1 0 0,1 0 1,-1 0-1,1 0 0,-1 0 0,1 0 0,-1-1 0,1 1 0,-1 0 0,1 0 0,-1 0 0,1-1 1,-1 1-1,1 0 0,-1-1 0,1 1 0,-1-1 0,0-24-5046,1 13 3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04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8 4850,'0'0'1345,"0"0"-185,0 0-181,0 0 211,0 0-125,0 0-358,0 0-216,0 0-32,-10-8 1133,8 9-1588,0-1-1,0 1 0,0-1 1,0 1-1,1 0 0,-1 0 0,0 0 1,1 0-1,-1 0 0,1 0 1,-1 0-1,1 0 0,-1 1 1,1-1-1,0 1 0,-1-1 0,0 2 1,-23 35 96,16-23-41,-30 43 520,-55 111 0,82-143-448,1 1 0,2 0 0,1 0 0,1 1 0,1 0 0,1 0 0,-1 36 0,8 83 580,0-128-531,1-1 1,0 1-1,1-1 0,1 0 1,13 32-1,-3-20 88,1 0 0,1-1 0,2 0 0,1-1 0,31 34 0,-34-45-4,1 0-1,0-1 1,1-1 0,0 0-1,2-2 1,-1 0-1,2-2 1,28 13 0,-45-23-29,-1 0-839,-3 0-5865,-1-4 1675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0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1313,'0'0'2545,"0"0"-1281,0 0-266,0 0 253,0 0 187,0 0-122,6-13 2051,18-44-2666,-19 43-604,-1 2 22,1 0 1,-2-1-1,0 0 0,2-19 1,-5 31-72,0 1 21,2 16 129,0 0 1,0 0-1,-2 0 0,-1 18 0,0 9 345,2-28-340,-2-1-80,1 1 1,1-1-1,0 1 0,1-1 0,0 0 0,1 0 1,1 0-1,0 0 0,1-1 0,8 16 0,-13-29-218,0 0 1,0 0-1,0 0 0,0-1 0,0 1 0,0 0 1,0 0-1,0 0 0,0 0 0,1 0 0,-1 0 1,0 0-1,0 0 0,0 0 0,0-1 0,0 1 1,0 0-1,1 0 0,-1 0 0,0 0 0,0 0 1,0 0-1,0 0 0,0 0 0,1 0 0,-1 0 1,0 0-1,0 0 0,0 0 0,0 0 0,0 0 1,1 0-1,-1 0 0,0 0 0,0 1 0,0-1 1,0 0-1,0-4-1156,0-4-3220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07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29 224,'0'0'3930,"0"0"-2404,0 0-790,0 0 214,0 0 221,11-5 3297,40-13-3949,-48 17-466,1 0 0,-1 0 0,0 0 0,0 1 0,1-1 0,-1 1 0,0 0 0,1 0-1,-1 0 1,6 1 0,-8 0-30,0 0 0,0 0 0,0 0 0,0 1 0,0-1 0,0 0-1,0 1 1,0-1 0,-1 0 0,1 1 0,-1-1 0,1 1-1,-1-1 1,0 1 0,1-1 0,-1 1 0,0 0 0,0-1-1,0 1 1,0-1 0,0 1 0,-1-1 0,1 2 0,0 15 141,-1-1 1,0 0 0,-2 0 0,0 0-1,0 0 1,-2 0 0,-9 24 0,13-40-165,1 0 0,-1-1 0,1 1 0,0-1 0,-1 1 0,1 0 0,0-1 0,0 1 0,-1 0 0,1 0 1,0-1-1,0 1 0,0 0 0,0 0 0,0-1 0,0 1 0,0 0 0,0 0 0,0-1 0,0 1 0,0 0 1,0-1-1,1 1 0,-1 0 0,0 0 0,1-1 0,-1 1 0,1 1 0,20-2-46,-2-1 47,49 2-91,55-1 233,-122 0-176,1 0 0,-1 0-1,1 0 1,-1-1-1,1 1 1,-1-1 0,1 1-1,-1-1 1,0 1-1,1-1 1,-1 0 0,0 0-1,0 1 1,1-1 0,-1 0-1,0 0 1,0 0-1,0-1 1,0 1 0,0 0-1,0 0 1,-1 0 0,1-1-1,0 1 1,-1 0-1,1-1 1,0 1 0,-1-1-1,0 1 1,1 0-1,-1-1 1,0 1 0,0-1-1,0 1 1,0-1 0,0 1-1,0-1 1,-1-2-1,1 3-109,0 1 1,-1 0-1,1-1 0,0 1 0,-1-1 0,1 1 0,0 0 0,-1-1 0,1 1 0,-1 0 0,1 0 0,-1-1 0,1 1 0,-1 0 1,1 0-1,-1 0 0,1 0 0,-1-1 0,1 1 0,-1 0 0,1 0 0,-1 0 0,1 0 0,-1 0 0,1 0 0,-1 1 1,1-1-1,-1 0 0,1 0 0,-2 0 0,-2 1-2571,-5-1-3831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08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6771,'0'0'1347,"0"0"-632,0 0-112,26 0 235,6 1-543,84 1 1099,185-20 1,-241 5-1048,-38 7-288,1 2 1,1 0-1,28-1 0,-51 5-240,-1 0-121,-27 14-4342,19-14 1832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08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67 6211,'0'0'1363,"0"0"-1011,0 0-114,0 0 559,0 0 204,58-44 2163,-56 41-3155,0 1-1,1 0 1,-1 1 0,0-1-1,1 0 1,-1 1 0,1-1-1,0 1 1,0 0 0,-1 0-1,1 0 1,0 0 0,0 0-1,0 1 1,0-1 0,0 1-1,0 0 1,0 0 0,0 0-1,0 0 1,0 1 0,5 0-1,-4 1 6,0 0-1,-1 1 0,1-1 0,-1 0 0,1 1 1,-1 0-1,0 0 0,0 0 0,0 0 1,-1 0-1,1 1 0,-1-1 0,0 1 0,3 4 1,2 7 14,-1 0 0,0 0 0,-1 1 0,-1-1 0,0 1 0,-2 0 0,2 21 0,-3-25-14,-1 1 0,0-1 0,-1 1 0,-5 22 0,4-28 4,0 0 0,-1-1 1,0 1-1,-1-1 0,1 0 1,-1 0-1,0 0 0,-1 0 1,-8 8-1,6-6 50,0-1-1,0 0 1,0-1-1,-1 0 1,0 0 0,0 0-1,-1-1 1,1-1-1,-1 1 1,0-1 0,0-1-1,-1 0 1,1 0-1,-1-1 1,0 0-1,1 0 1,-20 0 0,28-3-45,0 0 0,1 0 0,-1 0 1,0 0-1,1 0 0,-1-1 0,1 1 0,0 0 1,-1 0-1,1 0 0,0 0 0,-1-1 1,1 1-1,0 0 0,0 0 0,0-1 1,0 1-1,0 0 0,1-2 0,0-29 134,-1 29-148,1 0 0,-1 0-1,1 1 1,-1-1 0,1 0 0,0 1-1,0-1 1,0 0 0,1 1-1,-1-1 1,0 1 0,1-1 0,0 1-1,-1 0 1,1 0 0,0 0-1,0 0 1,0 0 0,1 0 0,-1 1-1,0-1 1,1 0 0,-1 1-1,1 0 1,-1 0 0,1 0 0,0 0-1,-1 0 1,1 0 0,0 1-1,4-1 1,8 0 34,1 1 1,-1 0-1,0 1 0,29 5 0,5 1 121,74-7 127,-67 0-4005,-54 0 1935,-1-2-1609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0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4258,'0'0'2417,"0"0"-1470,0 0-528,0 0 288,0 0 245,0 0-397,0 0-469,-1 1-1,1 0 0,0-1 0,-1 1 0,1-1 0,0 1 0,0 0 1,-1-1-1,1 1 0,0-1 0,0 1 0,0 0 0,0-1 0,0 1 1,0 0-1,0-1 0,0 1 0,0 0 0,0-1 0,0 1 1,1 0-1,-1-1 0,0 2 0,32 2 474,0-1 0,0-2 0,53-3 0,-11-1 46,-26 0-92,-28 1 455,-46 9-69,-19 2-980,-1-2-1,0-2 1,-49 0 0,95-5-2590,0 0-856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1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1 214 3137,'0'0'1460,"0"0"-68,0 0 153,0 0-48,0 0-158,1 1-1074,0-1-1,0 1 1,0 0 0,0 0 0,1-1-1,-1 1 1,0 0 0,0-1-1,1 0 1,-1 1 0,0-1-1,1 0 1,2 1 0,1-7-74,0 0 0,0 0 0,0 0 0,-1-1 0,0 0 0,0 1 0,0-2 0,-1 1 0,3-10 0,5-7-87,11-17 4,-13 26-74,-1 0 0,11-29 1,-18 39-43,-1 4-115,0 3 51,40 387 4479,-39-353-4284,-1-35-155,0-1-59,0 0-287,0-18-6938,2 5 508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1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22 5571,'0'0'1189,"0"0"-135,0 0 334,0 0 20,0 0-293,15-1-208,123-20 2484,-224 49-3182,73-23-273,0 0 1,1 1 0,0 0-1,0 1 1,0 0 0,-20 18 0,30-23 57,0 1 0,0 0 0,0 0 0,1 0 0,-1 0 0,1 0 0,0 0 1,0 0-1,0 0 0,0 0 0,0 1 0,1-1 0,0 0 0,-1 1 0,1-1 0,0 0 1,1 1-1,-1-1 0,1 0 0,1 7 0,-2-8 21,1 0 0,0 1 1,0-1-1,0 0 0,0 1 0,0-1 0,0 0 1,1 0-1,-1 0 0,1 0 0,-1 0 1,1 0-1,0-1 0,0 1 0,-1 0 0,1-1 1,0 0-1,1 1 0,-1-1 0,0 0 0,0 0 1,1 0-1,-1 0 0,0 0 0,1-1 0,-1 1 1,1-1-1,4 1 0,-7-1-2,44 2 118,-34-2-131,0 0-1,-1 1 1,1 0-1,0 0 1,-1 1 0,1 1-1,-1 0 1,15 6-1,-20-7-5,-1 0-1,0 0 1,1 0-1,-1 0 0,0 1 1,-1-1-1,1 1 1,0 0-1,-1 0 1,1 0-1,-1 0 0,0 0 1,0 0-1,0 1 1,0-1-1,-1 1 1,1-1-1,-1 1 0,0-1 1,0 1-1,-1 0 1,1 0-1,-1 0 1,1 6-1,-1-6 7,0-1 1,0 1-1,0 0 0,-1 0 1,1-1-1,-1 1 1,0 0-1,0 0 0,0-1 1,0 1-1,-1-1 0,1 1 1,-3 3-1,1-4 22,-1 0 0,1 0 0,-1 0-1,0 0 1,0-1 0,0 1 0,0-1 0,0 0 0,0 0 0,-7 1-1,-5 4 21,-1-2 0,0 0-1,-1-1 1,1-1-1,-1 0 1,-19 0-1,36-3-121,1 0-395,0 0-1571,0 0-1310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12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8420,'0'0'1131,"0"0"-477,0 0 127,0 0 92,0 0-452,0 0-138,7 3 336,2 2-428,0-1 1,1-1-1,0 0 0,0 0 0,0-1 1,0 0-1,18 0 0,85-2 834,-51-2-795,407-17 344,-466 20-3445,-10 1 1619,-12 2-1948,4-2-1872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1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1 432,'0'0'6406,"0"0"-4293,0 0-1486,0 0 363,0 0 247,6 8-28,55 69 531,-36-47-1200,0 1 1,34 58-1,-39-47-107,-2 1 0,-1 1 0,20 88-1,10 145 1269,-29-153-1035,-7-52-389,-3 1-1,-3 0 0,-7 115 0,0-175-191,0-1 1,-1 1-1,0 0 0,-1-1 0,0 0 1,-1 0-1,-1 0 0,0 0 1,0-1-1,-1 0 0,-14 17 1,7-13 99,0 0 0,-1-1 1,0 0-1,-1-1 0,0-1 1,-30 16-1,33-23-2783,16-16-2554,7-6-3041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18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46 110 6451,'0'0'1299,"0"0"-565,0 0 157,0 0 245,0 0-234,2-1 2461,19-4-3121,137 1 902,181-29 1,-208 24-691,-58 6-775,-83 17 326,-8-9 46,1 0 0,-1-1-1,0-1 1,0-1 0,0 0-1,0-1 1,-1-1 0,-19-3 0,-12 2 18,18-1-29,0-2 0,0-1 1,1-1-1,-56-19 0,44 12 32,-69-12-1,30 19-76,76 5-9,1 1 0,0 1 1,0-1-1,0 1 0,0 0 0,-1 0 1,1 0-1,0 1 0,1-1 0,-1 1 1,0 1-1,0-1 0,-6 5 1,48 1-340,249-6 977,58 4-412,-316 0-257,-28-6 42,0 1 1,0-1 0,0 0-1,0 0 1,0 0 0,1 0 0,-1 1-1,0-1 1,0 0 0,0 0-1,0 0 1,0 0 0,0 1-1,0-1 1,0 0 0,0 0-1,0 0 1,0 1 0,0-1 0,0 0-1,0 0 1,0 0 0,0 1-1,0-1 1,0 0 0,0 0-1,0 0 1,0 1 0,0-1-1,0 0 1,-1 0 0,1 0 0,0 0-1,0 1 1,0-1 0,0 0-1,0 0 1,0 0 0,-1 0-1,1 0 1,0 0 0,0 1-1,0-1 1,0 0 0,-1 0 0,1 0-1,0 0 1,0 0 0,0 0-1,-1 0 1,1 0 0,0 0-1,-1 0 1,-47 13 94,-21-5 28,-1-4 0,-114-7 0,151-1-61,-1-1 0,-32-10 0,-27-5 567,165 30-635,1-3-1,-1-3 0,1-3 0,-1-4 0,92-14 1,-212 13 498,-44 6-466,-220 16-594,311-18-1067,1-1-1294,0 0-1710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3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43 6291,'0'0'1307,"0"0"-378,0 0 20,0 0 70,0 0-143,0 0-324,13-2-115,173-33 1655,-200 33-2093,0 0-1,-1 1 1,1 0 0,-1 2-1,-26 2 1,38-1-1,0 1-1,-1-1 1,1 1-1,0-1 1,0 1-1,0 0 1,1 0-1,-1 0 1,1 0 0,0 1-1,-4 5 1,-21 44-23,26-50 26,-2 4 22,0-1 1,0 1 0,1 0-1,0 0 1,0 0 0,0 1-1,0 11 1,43-19 347,-14 0-361,62 3-88,-81-1 62,-1-1 0,0 1 0,1 0 0,-1 1 0,0-1 1,0 2-1,0-1 0,-1 1 0,12 7 0,-16-9-5,-1 1 0,1-1 0,0 1 1,-1-1-1,0 1 0,1 0 0,-1-1 0,0 1 0,-1 0 0,1 0 0,0-1 1,-1 1-1,1 0 0,-1 0 0,0 0 0,0 0 0,0 0 0,-1 0 0,0 5 1,0-3 25,1 0 1,-1 0 0,0-1 0,-1 1 0,1 0 0,-1-1 0,0 1 0,0-1 0,0 1-1,-1-1 1,-3 4 0,1-3 19,-1 0 0,0-1-1,0 0 1,-1 0 0,1-1-1,-1 0 1,1 0 0,-1 0 0,0-1-1,0 0 1,0 0 0,0-1-1,-9 1 1,-13 0 86,0-1 0,-31-3 0,3-1-99,37 3 109,-2 0 1251,34 0-3481,-2 0-690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58.58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79 1 1841,'0'0'4882,"0"0"-3847,-8 16-877,1-3-48,2-3 29,0-1 0,1 1 0,0 0 0,1 0-1,0 0 1,0 1 0,1-1 0,0 1 0,0 18 0,2-19-10,0 1 1,1 0-1,0-1 0,0 1 1,2-1-1,-1 1 1,1-1-1,0 0 0,1 0 1,8 15-1,-8-20-114,-1 0-1,1 0 1,0-1 0,0 1-1,1-1 1,-1 0 0,1 0 0,0-1-1,0 1 1,0-1 0,0 0-1,1 0 1,-1-1 0,1 0-1,0 0 1,0 0 0,0-1-1,0 1 1,0-2 0,7 2-1,-2-1 17,-1-1-1,0 0 1,0 0-1,0-1 1,0 0-1,0-1 1,0 0-1,0-1 1,0 0-1,-1 0 0,13-6 1,-17 6-16,-1 0 0,1 0 1,-1 0-1,0-1 0,0 1 0,0-1 0,0 0 0,0 0 1,-1-1-1,0 1 0,0-1 0,0 1 0,-1-1 1,1 0-1,-1 0 0,0 0 0,0 0 0,-1 0 1,0-1-1,0 1 0,0-1 0,0-9 0,-1 8 7,0 0 0,0 1 0,0-1 0,-1 0 0,0 1 0,0-1 0,-1 0 0,0 1 0,0-1-1,-1 1 1,-5-11 0,2 9 32,0-1 0,-1 2 0,0-1 0,0 1 0,-1 0-1,1 1 1,-12-8 0,12 10 34,0-1 0,0 1 1,0 1-1,-1-1 0,1 1 0,-1 0 0,0 1 0,0 0 0,0 0 1,-14 0-1,17 1-83,1 1 1,-1 0-1,0 0 1,1 1-1,-1-1 1,0 1-1,1 0 1,-1 1 0,1-1-1,-1 1 1,1 0-1,0 0 1,0 0-1,-1 0 1,2 1-1,-1-1 1,0 1-1,0 0 1,-4 6 0,-1 3-10,0 0 0,1 1 1,0 0-1,1 0 1,0 1-1,1 0 1,1 0-1,0 0 1,1 1-1,1-1 0,0 1 1,1 0-1,0 0 1,2 0-1,-1 0 1,2 1-1,4 27 1,-3-39 5,-1 0 0,1 0 0,0 0 0,0 0 0,0-1 0,1 1 0,-1-1 0,1 1 0,0-1 0,0 0 0,0 0 0,0 0 0,1-1 0,-1 1 0,1-1 0,0 0 0,-1 0 0,1 0 0,0 0 0,0-1 0,0 1 0,1-1 0,5 1 0,10 2 22,0-2 0,1 0 0,30-1 1,-49-1-24,13 0 3,1-1-1,-1-1 0,0 0 1,0-1-1,0-1 1,-1-1-1,1 0 0,-1 0 1,0-2-1,19-10 0,-27 13-1,1 0-1,-1-1 1,0 1-1,0-1 0,0 0 1,-1-1-1,0 1 1,0-1-1,0 0 0,-1-1 1,0 1-1,0-1 1,-1 1-1,1-1 0,-1 0 1,-1-1-1,0 1 1,0 0-1,0-1 0,-1 1 1,0-1-1,0-12 1,-2 15 10,0 0 0,0 0 0,-1 0 0,0 1 0,0-1 1,0 1-1,-1-1 0,1 1 0,-1 0 0,0 0 0,-1 0 0,1 0 1,0 1-1,-1-1 0,0 1 0,0 0 0,0 0 0,0 0 0,0 1 1,-8-4-1,-14-8 244,-1 2 0,-33-11 0,50 20-116,-17-7 327,0 1 1,-1 2 0,0 0-1,0 2 1,-1 2 0,-46-1-1,73 4-464,0 0-1,-1 0 0,1 1 0,0-1 0,-1 1 1,1 0-1,0 0 0,0 0 0,0 0 0,0 0 1,0 0-1,0 0 0,0 1 0,0-1 1,0 1-1,0-1 0,1 1 0,-1 0 0,1 0 1,-1 0-1,1 0 0,0 0 0,0 0 0,0 0 1,0 0-1,0 0 0,0 0 0,0 1 1,1-1-1,-1 0 0,0 5 0,0 6-128,0 1 1,0 0-1,1-1 0,2 16 0,-1-19-63,6 27-1996,11-8-1854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59.81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77 21 6563,'0'0'1323,"0"0"-79,0 0 492,0 0 33,0 0-638,-7-18 980,5 28-2095,0 0 0,0 0-1,1 1 1,0-1 0,1 1 0,1 18 0,0-3 33,-2-3 6,0-15-26,1 0 0,-1 0 0,2-1 0,-1 1 0,3 9 0,-3-16-25,0 1-1,1-1 1,-1 1 0,1-1-1,0 1 1,-1-1-1,1 1 1,0-1 0,0 0-1,0 0 1,0 1-1,0-1 1,0 0 0,0 0-1,1 0 1,-1 0 0,0 0-1,0 0 1,1-1-1,-1 1 1,1 0 0,-1-1-1,1 1 1,-1-1-1,1 1 1,-1-1 0,1 0-1,-1 1 1,1-1 0,1 0-1,2 0 37,0 0 0,0 0-1,-1 0 1,1-1 0,0 1 0,0-1-1,-1 0 1,1-1 0,0 1-1,-1-1 1,1 0 0,-1 0 0,0 0-1,0-1 1,0 1 0,0-1 0,0 0-1,0 0 1,-1-1 0,0 1-1,1-1 1,-1 0 0,0 1 0,-1-1-1,1-1 1,-1 1 0,0 0 0,0-1-1,0 1 1,0-1 0,-1 1 0,0-1-1,0 0 1,0 1 0,-1-1-1,1-7 1,0 5 24,-1 0-1,1 0 1,-1 0-1,-1 0 0,1 0 1,-1 0-1,-1 0 1,-3-13-1,4 17-40,-1 1-1,1-1 0,-1 1 1,0-1-1,0 1 0,0 0 1,0 0-1,0 0 0,0 0 1,-1 0-1,1 1 0,-1-1 1,1 0-1,-1 1 0,0 0 1,1 0-1,-1 0 0,0 0 1,0 0-1,0 0 0,0 1 1,0 0-1,-5-1 0,2 0-14,1 1 0,-1 0-1,0-1 1,0 2-1,1-1 1,-1 1-1,0 0 1,1 0 0,-1 0-1,1 1 1,-1 0-1,1 0 1,0 0 0,0 1-1,0 0 1,0 0-1,-5 4 1,5-2-56,1 0 0,-1 0 0,1 0 0,0 1 1,1-1-1,-1 1 0,1 0 0,0 0 0,1 0 0,0 1 0,-1-1 0,2 1 1,-1-1-1,0 10 0,0 21-1695,2-22-1130,0-10-1489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00.75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67 14 2513,'0'0'3933,"0"0"-2519,0 0-707,0 0 464,0 0-368,-5-4-323,4 3-469,1 0 0,-1 0 0,0 1 0,0-1 0,0 0 0,0 1 0,0-1 0,0 0 0,0 1 0,-1-1 0,1 1 0,0 0-1,0-1 1,0 1 0,0 0 0,-1 0 0,1-1 0,0 1 0,0 0 0,-1 0 0,1 0 0,0 1 0,0-1 0,0 0 0,-2 1 0,1 0-2,1 1 0,-1-1-1,0 1 1,1 0 0,-1-1 0,1 1 0,0 0-1,-1 0 1,1 0 0,0 0 0,0 0 0,0 1 0,0-1-1,1 0 1,-1 0 0,0 4 0,-2 4 63,1-1 1,0 1 0,0 0-1,1-1 1,1 1-1,-1 0 1,2 0 0,-1 0-1,1 0 1,4 16-1,-3-22-42,0 1 1,0-1-1,0 0 0,0 1 0,1-1 1,0 0-1,0-1 0,0 1 0,0 0 0,0-1 1,1 0-1,-1 1 0,1-1 0,0-1 0,0 1 1,0-1-1,1 1 0,-1-1 0,1-1 0,-1 1 1,1 0-1,-1-1 0,7 1 0,8 1 35,1-1-1,0 0 0,28-2 1,-25 0-13,-22 0-45,1 0 0,-1 0 0,0-1 0,0 1 0,0 0 0,0 0 0,0-1 0,1 1 0,-1-1 0,0 1 0,0-1 0,0 1 0,0-1 0,0 0 0,0 0 0,-1 1 0,1-1 0,0 0 0,0 0 0,0 0 0,-1 0 0,1 0 0,-1 0 0,2-2 0,-1 0 27,1-1 0,-1 0 0,0 0 0,0 0-1,0 0 1,0 0 0,-1-7 0,0 2 50,0 0-1,0-1 0,-1 1 1,-1 0-1,0 0 0,-3-12 1,3 17-65,0 0 1,1 1 0,-1-1 0,-1 1-1,1-1 1,0 1 0,-1 0 0,0 0-1,0 0 1,0 0 0,0 1 0,0-1-1,0 1 1,-1 0 0,-4-3 0,6 5-171,0-1 1,0 0 0,0 1-1,0-1 1,0 1 0,0 0-1,0-1 1,0 1 0,0 0 0,-1 0-1,1 1 1,0-1 0,0 0-1,0 1 1,0-1 0,0 1-1,0 0 1,0-1 0,0 1 0,0 0-1,0 0 1,1 0 0,-1 1-1,0-1 1,0 0 0,1 1-1,-1-1 1,1 1 0,0-1 0,-3 4-1,-5 7-4333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03.2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166 24 128,'0'0'5523,"0"0"-4053,0 0-1225,0 0 398,0 0 403,0 0-128,-3 18-291,-1-3-443,1-4-32,-1 0 0,2 0 0,0 0-1,0 0 1,1 1 0,1-1-1,-1 1 1,2-1 0,2 15 0,-2-25-123,0 1 0,0-1 1,1 0-1,-1 1 1,0-1-1,1 0 1,-1 0-1,1 0 0,0 0 1,-1 0-1,1 0 1,0 0-1,0-1 0,-1 1 1,1 0-1,0-1 1,0 0-1,0 1 1,0-1-1,0 0 0,-1 0 1,5 0-1,44-4 266,-47 3-260,0 0 0,-1 0 0,1 0 0,-1 0 1,1 0-1,-1-1 0,0 1 0,1-1 0,-1 0 1,0 0-1,0 0 0,0 0 0,0 0 0,-1 0 1,1 0-1,-1 0 0,1-1 0,-1 1 0,0-1 0,1 1 1,-1-1-1,-1 1 0,1-1 0,0 0 0,-1 0 1,1 1-1,-1-1 0,0-4 0,1 3 54,-1-1 0,0 1 0,-1 0 0,1 0-1,-1-1 1,1 1 0,-1 0 0,-1 0 0,1 0 0,0 0 0,-1 0-1,0 0 1,0 0 0,0 1 0,-1-1 0,1 1 0,-6-7 0,-1 4-36,1-1-1,-1 2 1,0-1 0,-1 1 0,1 0 0,-1 1 0,0 0 0,0 1 0,0 0 0,-1 0 0,1 1 0,-1 1-1,1 0 1,-1 0 0,1 1 0,-1 0 0,-11 2 0,18-1-49,1 0 0,0 0-1,-1 0 1,1 0 0,0 1-1,0-1 1,0 1 0,0 0 0,0 0-1,0 0 1,0 0 0,0 1 0,1-1-1,0 1 1,-1-1 0,1 1 0,0 0-1,0 0 1,0 0 0,1 0 0,-1 0-1,1 1 1,-1-1 0,1 0-1,0 1 1,1-1 0,-1 1 0,0-1-1,1 4 1,-1 0-9,0-1 1,1 0-1,-1 0 0,1 0 1,1 0-1,-1 0 0,1 1 0,0-1 1,1 0-1,-1 0 0,1 0 1,0-1-1,1 1 0,-1 0 0,1-1 1,5 8-1,-1-7 2,0 1 0,1-1-1,-1 0 1,1-1 0,0 0 0,1 0 0,-1-1-1,1 0 1,0-1 0,0 1 0,0-2 0,1 1-1,-1-1 1,11 0 0,14 2-72,-1-2 1,55-3-1,-84 1 66,-1-1 1,1 1-1,-1-1 0,1 0 0,-1 0 1,1 0-1,-1 0 0,0 0 1,1-1-1,-1 1 0,0-1 0,0 0 1,0 0-1,0 0 0,0-1 1,-1 1-1,3-3 0,-4 3 16,0 1 1,0-1-1,0 0 0,0 1 0,-1-1 0,1 0 0,-1 1 1,1-1-1,-1 0 0,0 0 0,0 0 0,1 0 0,-1 1 1,-1-1-1,1 0 0,0 0 0,0 0 0,-1 1 0,1-1 1,-1 0-1,1 0 0,-1 1 0,0-1 0,1 0 0,-1 1 1,0-1-1,0 1 0,0-1 0,-1 1 0,1-1 0,0 1 1,0 0-1,-1 0 0,1 0 0,-3-2 0,-13-10 237,0 0-1,-1 1 0,-1 1 1,1 0-1,-2 2 0,1 0 0,-2 1 1,1 1-1,-41-8 0,59 14-253,1 1-1,-1-1 0,0 1 1,0 0-1,1 0 0,-1 0 0,0 0 1,1 0-1,-1 0 0,0 0 1,0 0-1,1 1 0,-1-1 1,0 1-1,1-1 0,-1 1 0,0-1 1,1 1-1,-1 0 0,1 0 1,-1 0-1,1 0 0,0 0 0,-1 0 1,1 1-1,0-1 0,0 0 1,0 0-1,-1 2 0,1 2-185,0 0-1,0-1 1,1 1-1,-1 0 1,1-1-1,0 1 1,1 0-1,-1 0 1,2 4-1,3 12-2970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04.4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 72 5442,'0'0'603,"-1"19"459,-2 64-240,3-77-690,-1-1 0,1 1 0,1-1 0,-1 1 0,1-1 0,0 1 1,0-1-1,0 0 0,1 1 0,0-1 0,0 0 0,0 0 0,1 0 0,0 0 0,0-1 0,0 1 0,0-1 0,1 1 1,-1-1-1,1 0 0,0-1 0,1 1 0,7 4 0,-3-3-42,1 0-1,0-1 1,0-1 0,0 0-1,0 0 1,1-1 0,-1 0-1,1-1 1,0 0 0,13-1 0,-20 0-68,1 0 1,-1-1 0,1 0 0,-1 0 0,0 0 0,1 0 0,-1-1 0,0 1 0,0-1 0,1 0 0,-1 0 0,-1-1 0,1 1 0,0-1 0,-1 0 0,1 0 0,-1 0 0,0-1 0,0 1 0,0-1 0,-1 1 0,1-1 0,-1 0 0,0 0 0,0 0 0,3-8-1,0-1 148,-1-1 0,-1 0-1,0 0 1,0 0 0,-2 0-1,0 0 1,-1-21-1,0 30-83,-1 0 0,0-1 0,-1 1 0,1 0 0,-1 0 0,0 1 0,0-1 0,-1 0 0,0 1 0,1-1 0,-1 1 0,-1 0 0,1 0 0,-1 0 0,1 0 0,-1 0 0,0 1 0,0 0 0,-1 0 0,1 0 0,-1 0 0,0 1 0,1 0 0,-1 0 0,-6-2 0,2 1-55,0 0 0,0 0-1,0 1 1,-1 0 0,1 1-1,-1 0 1,1 0 0,-1 1-1,1 1 1,-1-1 0,1 1-1,0 1 1,-15 4 0,16-3-31,1 1 1,-1-1 0,1 2 0,0-1-1,1 1 1,-1 0 0,1 0 0,0 1-1,0 0 1,0 0 0,1 0 0,0 1-1,0 0 1,1 0 0,-6 12 0,4-6 23,1 1 0,0-1 1,1 1-1,1 0 1,0 0-1,0 0 1,2 0-1,-1 18 1,2-28-12,1 0 1,-1-1-1,1 1 1,0-1-1,0 1 1,0-1-1,0 1 0,0-1 1,1 1-1,-1-1 1,1 0-1,0 0 1,0 0-1,1 0 1,-1 0-1,0 0 1,1-1-1,0 1 1,-1-1-1,1 0 1,0 0-1,0 0 0,0 0 1,1 0-1,-1 0 1,0-1-1,1 0 1,-1 0-1,1 0 1,-1 0-1,6 0 1,10 3 59,1-2 1,-1 0 0,1-1 0,31-3 0,-44 1-56,1 0-1,0 0 1,-1-1 0,1 0-1,-1 0 1,1 0-1,-1-1 1,0 0 0,0-1-1,0 0 1,0 0 0,8-7-1,-11 8 2,-1 0 0,1-1 0,-1 0 0,0 1 1,0-1-1,0 0 0,0-1 0,-1 1 0,0 0 0,1-1 0,-2 1 0,1-1 0,0 0 0,-1 0 0,0 1 0,0-1 0,-1 0 1,1 0-1,-1 0 0,0-7 0,-1 9-8,1 0 1,-1 1-1,1-1 0,-1 0 1,0 0-1,0 1 1,0-1-1,0 1 0,0-1 1,-1 1-1,1-1 1,-1 1-1,0 0 0,0 0 1,1-1-1,-1 1 1,-4-2-1,1 0 9,-1 1-1,1 0 1,0 0-1,-1 0 1,0 1-1,0 0 1,-10-3-1,-6 1 2,-1 1-1,0 1 0,-29 1 1,48 0-59,0 1 1,0 0-1,0 0 1,0 0 0,0 1-1,1-1 1,-1 1-1,0 0 1,0 0-1,0 1 1,1-1 0,-1 1-1,1-1 1,-1 1-1,1 0 1,0 1 0,-1-1-1,1 0 1,1 1-1,-1 0 1,0 0-1,0-1 1,1 2 0,0-1-1,0 0 1,-1 0-1,2 1 1,-1-1 0,0 1-1,1 0 1,0-1-1,0 1 1,0 0-1,0 0 1,0 0 0,1 0-1,0-1 1,0 1-1,0 5 1,2 7-2684,7-5-2033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3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5442,'0'0'667,"0"0"-157,0 0 469,0 0 307,0 0-205,0 0-390,0 0-267,-18 0 982,12 3-1272,0 0 0,0 1 1,1-1-1,-1 1 0,1 1 1,0-1-1,0 1 0,1 0 1,-8 10-1,-36 59 1320,37-56-1226,-8 16-7,2 1 1,1 0-1,2 1 0,2 0 0,1 1 0,2 1 1,1-1-1,-2 40 0,1 46 364,8 141 1,2-251-539,0 0 1,1 0 0,0 0 0,1 0 0,1 0 0,0-1 0,1 1 0,0-1 0,1 0 0,13 21 0,5 0 285,1-1 0,35 34 0,29 36 149,-87-99-433,0 0-1,1 0 1,-1-1-1,1 1 0,0-1 1,0 0-1,0 1 0,0-1 1,0-1-1,0 1 0,1 0 1,-1-1-1,0 0 0,1 0 1,3 1-1,-6-2-19,-1 0 0,0 1-1,0-1 1,0 0 0,0 0 0,0 0-1,0 0 1,1 0 0,-1 0 0,0 1-1,0-1 1,0 0 0,0 0 0,0 0-1,0 0 1,0 1 0,0-1 0,0 0 0,0 0-1,0 0 1,0 0 0,0 1 0,0-1-1,0 0 1,0 0 0,0 0 0,0 0-1,0 1 1,0-1 0,0 0 0,0 0-1,0 0 1,0 0 0,0 0 0,0 1-1,0-1 1,-1 0 0,1 0 0,0 0-1,0 0 1,0 0 0,0 1 0,0-1-1,0 0 1,-1 0 0,1 0 0,0 0-1,0 0 1,0 0 0,0 0 0,0 0-1,-1 0 1,1 1-31,-1-1-1,0 0 1,1 0-1,-1 0 1,1 0-1,-1 0 1,1 0-1,-1 1 1,1-1-1,-1-1 0,1 1 1,-1 0-1,0 0 1,1 0-1,-1 0 1,1 0-1,-1 0 1,1-1-1,-1 1 1,1 0-1,-1 0 1,1-1-1,-1 1 1,1 0-1,-1-1 1,1 1-1,0 0 1,-1-1-1,1 1 1,-1-1-1,-7-12-1736,8 6-1535,0 3-1328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4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5 960,'0'0'1329,"0"0"-673,0 0-245,0 0 152,0 0 24,0 0-275,4 0-80,22 0 403,-19-5 5632,-12 7-2721,-1 5-5000,-49 63 1422,33-43 351,-37 58 1,53-75-704,1 0 1,0 0-1,1 1 1,0-1-1,0 1 0,1 0 1,1 0-1,0 1 1,1-1-1,-1 13 0,2-24-5309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4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61 4450,'0'0'1579,"0"0"-189,0 0 86,0 0 143,0 0-280,0 0-584,0 0-386,0-1-364,-1 1 0,1-1 0,0 1 0,-1-1 0,1 1 1,-1-1-1,1 1 0,-1-1 0,1 1 0,-1 0 1,1-1-1,-1 1 0,0 0 0,1-1 0,-1 1 0,0 0 1,1 0-1,-1 0 0,1 0 0,-1 0 0,0-1 0,1 1 1,-1 0-1,0 0 0,1 1 0,-1-1 0,0 0 0,1 0 1,-1 0-1,0 0 0,1 0 0,-2 1 0,-5 17 192,0 1-1,2-1 1,0 1-1,0 0 1,2 0 0,1 1-1,0-1 1,2 31-1,0-47-169,0 1 0,0 0-1,0-1 1,1 1 0,0-1-1,0 1 1,0-1 0,0 1 0,0-1-1,1 1 1,-1-1 0,1 0-1,0 0 1,0 0 0,0 0 0,1 0-1,4 4 1,-2-3 2,0 0 0,0 0 1,1-1-1,0 0 0,-1 0 0,1 0 1,0-1-1,0 0 0,9 2 0,12 1 84,-1-2-1,0-1 1,50-2 0,-66-1-64,-7 2-43,0-1 1,0 0 0,1-1-1,-1 1 1,0 0-1,0-1 1,0 0 0,0 0-1,0 0 1,0 0 0,0 0-1,0-1 1,0 1-1,-1-1 1,1 0 0,0 0-1,-1 0 1,0 0 0,1 0-1,-1 0 1,0-1-1,0 1 1,0-1 0,0 1-1,-1-1 1,1 0 0,-1 0-1,0 0 1,1 0-1,-1 0 1,-1 0 0,1 0-1,0 0 1,-1 0 0,1 0-1,-1 0 1,0-7-1,-1 0 11,0 0 0,0 0-1,-1-1 1,0 1 0,-1 0-1,0 1 1,-1-1 0,0 0-1,0 1 1,-10-15 0,-7-10 118,14 21-89,0 1 0,-1 0 0,0 0 1,-1 1-1,0 0 0,0 0 0,-1 1 1,-1 1-1,-13-10 0,23 18-55,0 1 0,0-1 0,0 1 0,0-1-1,-1 1 1,1-1 0,0 1 0,0 0 0,-1 0 0,1 0-1,0 0 1,-1 0 0,1 0 0,0 0 0,0 0 0,-1 0-1,1 0 1,0 1 0,0-1 0,-1 0 0,1 1 0,0-1-1,-2 2 1,1 0-8,0 0-1,-1 0 1,1 0-1,0 0 1,0 0 0,0 1-1,1-1 1,-1 1-1,-2 5 1,-2 6-165,0 1 0,1 0 0,-3 17 0,6-21-115,-2 1-253,-4 23-891,6-11-2448,2-23-62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4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3938,'0'0'1622,"0"0"-742,0 0-74,0 0 381,0 0 24,-3 1-493,26-2 3066,7-1-3619,0 0-1,59 6 0,-86-3-165,-1 0 0,0 0 0,0 0 1,0 0-1,0 1 0,0-1 0,0 1 0,0 0 1,0-1-1,-1 1 0,1 0 0,-1 0 0,1 0 1,-1 0-1,0 0 0,0 0 0,0 1 0,0-1 1,0 0-1,0 1 0,0-1 0,-1 0 1,1 1-1,-1-1 0,0 1 0,0-1 0,0 1 1,0 3-1,0-2 24,0 1 1,0-1-1,-1 0 1,1 0-1,-1 0 1,0 1-1,0-1 1,-1 0-1,1 0 1,-1 0-1,0-1 0,0 1 1,0 0-1,0-1 1,0 1-1,-4 3 1,-28 12 101,30-17-90,-1 0 1,0 0-1,1 1 1,-1-1-1,1 1 0,0 1 1,-6 4-1,9-7-36,0 0 0,1 0-1,-1 0 1,0 0 0,1 0 0,-1 0-1,1 0 1,0 0 0,-1 0 0,1 0-1,0 0 1,-1 0 0,1 0 0,0 1 0,0-1-1,0 0 1,0 0 0,0 0 0,0 0-1,0 0 1,1 0 0,-1 0 0,0 1-1,1-1 1,-1 0 0,0 0 0,1 0-1,-1 0 1,1 0 0,0 1 0,1 0 12,0 0 1,-1 0-1,1 0 0,0-1 1,0 1-1,0 0 1,0-1-1,1 1 1,-1-1-1,0 0 0,4 2 1,8 0 71,1 0 1,-1-1 0,1 0-1,0-2 1,0 1-1,25-4 1,7 1-5589,-46 2 1546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47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5907,'0'0'1198,"0"0"-107,0 0 365,0 0 116,0 0-534,0 0-531,8 0 189,375-18 2684,-347 18-3370,37-1-154,0 4 0,82 13 1,-153-16-33,3 2-1271,-5 3-2294,0-4 2459,0 1-2349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4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65 125 6403,'0'0'1809,"0"0"-614,0 0 22,0 0 239,0 0-306,-3-3-310,2 2-804,0 0-1,0 0 0,0 0 1,0 0-1,1-1 0,-1 1 0,0 0 1,1 0-1,-1-1 0,1 1 0,-1 0 1,1 0-1,0-1 0,0 1 1,0-1-1,-1 1 0,1 0 0,0-1 1,1 1-1,-1 0 0,0-1 0,0 1 1,0 0-1,1-1 0,-1 1 1,1 0-1,-1 0 0,1-1 0,0 0 1,2-3 20,0 1 1,1 0-1,-1 0 1,1 1-1,0-1 1,0 0-1,0 1 1,6-4-1,1 0-10,0 1 0,1 0 0,0 0 0,-1 1 0,2 1 0,-1 0 0,14-2 0,-24 6-51,0 0 0,0 0 1,1 0-1,-1 0 0,0 0 1,1 0-1,-1 1 0,0 0 1,0-1-1,0 1 0,1 0 1,-1 0-1,0 0 0,0 0 1,0 0-1,0 0 0,-1 1 1,1-1-1,0 1 0,-1-1 1,1 1-1,0 0 0,-1 0 1,0-1-1,1 1 0,-1 0 1,0 0-1,0 0 0,0 1 1,0-1-1,-1 0 0,1 0 1,-1 0-1,1 1 0,-1-1 1,0 3-1,3 13-3,-1 0 0,-1 0-1,-3 32 1,1-21-26,0-19 30,0 0 0,-1-1 0,0 1 0,-1-1 0,0 1 0,0-1 0,-1 0 0,0 0 0,0-1 0,-1 1 0,-1-1 0,1 0 0,-1 0 0,0-1 0,-1 0 0,0 0 0,0 0 0,-1-1 0,1 0 0,-1 0 0,-1-1 0,1 0 0,-17 6 0,21-9 9,1-1 0,-1 0 1,1 0-1,-1 0 1,0-1-1,0 1 1,1-1-1,-1 0 1,0 0-1,0 0 1,0-1-1,1 1 1,-1-1-1,0 0 1,1 0-1,-1 0 1,1 0-1,-1-1 1,1 1-1,-1-1 1,1 0-1,0 0 1,0-1-1,0 1 1,-5-5-1,5 3-28,0-1-1,0 1 1,0-1 0,1 0-1,0 0 1,0 0 0,0 0-1,0-1 1,1 1 0,0 0-1,0-1 1,0 1 0,1-1-1,-1 1 1,1-1 0,1 1-1,0-7 1,0 11 17,-1 0-1,1 0 1,-1 1 0,1-1-1,-1 0 1,1 1-1,-1-1 1,1 1 0,0-1-1,-1 1 1,1-1-1,0 1 1,0-1 0,-1 1-1,1-1 1,0 1 0,0 0-1,0 0 1,0-1-1,-1 1 1,1 0 0,0 0-1,0 0 1,0 0 0,0 0-1,1 0 1,32 0 68,-24 1-51,10-1-1,92 0 401,120-16 1,-157 10-2069,-73 6-563,-2-2-1960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4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24 3346,'0'0'1806,"0"0"-830,0 0 171,0 0 379,0 0-184,-4 0-365,-13 0-233,12 0-90,5 0-17,13-2 697,86 1 372,137-19 1,-202 19-2065,-31 1-3060,6 0-863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49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25 5475,'0'0'2609,"0"0"-1860,0 0-106,0 0 510,0 0-214,-8 6-416,3 0-443,-1 0 0,1-1 0,0 2-1,1-1 1,0 0 0,0 1 0,0 0 0,1 0 0,0 0 0,0 0 0,1 1-1,-1-1 1,2 1 0,-1-1 0,1 1 0,0 8 0,-2 3 99,2-1 1,0 0-1,0 1 1,2-1 0,1 0-1,5 28 1,-6-40-161,1-1 1,0 0 0,0 0 0,0 0 0,1 0-1,0 0 1,0-1 0,0 1 0,0-1 0,1 0-1,0 0 1,0 0 0,0 0 0,0 0 0,1-1-1,-1 0 1,1 0 0,0 0 0,0-1 0,0 0-1,0 0 1,0 0 0,0 0 0,0-1 0,11 2-1,-3-1 8,1 0 1,0-1-1,0 0 0,0-1 0,0-1 0,0 0 0,0-1 0,-1-1 0,1 0 1,15-6-1,-23 7-12,0 0 0,0-1 0,0 0 0,-1 0 0,1-1 0,-1 0 0,0 0 0,0 0 0,0 0 0,0-1 0,-1 1 0,0-1 0,0-1 1,0 1-1,-1 0 0,0-1 0,0 0 0,0 0 0,0 0 0,-1 0 0,0 0 0,0 0 0,-1-1 0,1-6 0,-1 4 4,0 1 0,-1-1 0,0 1 0,-1-1-1,0 0 1,0 1 0,-1-1 0,0 1 0,0 0 0,-1 0-1,0 0 1,0 0 0,-1 0 0,0 0 0,0 1 0,-9-11-1,4 7 114,-1 1-1,0 1 0,0 0 0,-1 0 1,0 1-1,-1 0 0,1 1 1,-2 0-1,-21-8 0,20 10-85,0 0 0,0 1 0,0 1 0,-1 0-1,1 1 1,0 0 0,-1 1 0,0 1 0,-16 1 0,29 0-53,1-1 0,-1 0 0,0 1 1,1-1-1,-1 1 0,0 0 0,1-1 0,-1 1 1,1 0-1,-1 0 0,1 0 0,-1 0 0,1 0 1,0 0-1,0 0 0,-1 1 0,1-1 0,0 0 0,0 1 1,-1 2-1,0 0-15,0 0 1,0 0 0,1 0-1,0 1 1,0-1-1,0 0 1,0 1-1,1 5 1,-1-3-93,1 0 0,0 0 0,1 0 0,0 0 0,0 0 0,1 0 0,-1-1-1,1 1 1,1 0 0,-1-1 0,5 8 0,-4-10-124,0 0-1,1-1 1,-1 1 0,1 0-1,0-1 1,6 5 0,19 5-3624,-4-10-4121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50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12 7267,'0'0'1177,"0"0"-577,0 0 475,0 0 158,0 0-371,0 0-406,18-2-109,7-1-201,-5 0 162,0 1 0,29 0-1,-49 2-125,0 0 34,0 0 56,0 0-2,-17 0 381,1 0-655,0 1 1,0 0-1,0 1 1,-20 6 0,31-7-6,1 0 1,0 0 0,-1 1-1,1 0 1,0 0 0,0 0-1,0 0 1,0 1-1,0-1 1,1 1 0,-1 0-1,1 0 1,0 0 0,-1 1-1,2-1 1,-1 1 0,0 0-1,1 0 1,-4 8-1,4-9-3,1 0 0,0 0 0,0 1 0,0-1-1,1 0 1,-1 1 0,1-1 0,0 1-1,0-1 1,0 1 0,0-1 0,0 0 0,1 1-1,0-1 1,0 1 0,0-1 0,0 0-1,2 4 1,-2-4 26,1-1 0,0 0 0,0 0 0,-1 0 0,1 0 0,0 0 0,1-1 1,-1 1-1,0-1 0,0 1 0,1-1 0,-1 0 0,1 0 0,-1 0 0,1 0 0,-1 0 0,1-1 0,-1 1 0,1-1 0,0 0 0,0 1 0,4-2 0,34-2 20,-33 2-49,1-1 0,0 2 0,0-1 0,0 1 1,0 1-1,-1 0 0,11 2 0,-17-3 8,-1 1 1,1 1-1,-1-1 1,0 0-1,0 0 1,1 0-1,-1 1 1,0-1-1,0 0 1,0 1-1,0-1 1,-1 1-1,1-1 1,0 1-1,-1 0 1,1-1-1,-1 1 1,1 0-1,-1-1 1,0 1-1,1 3 1,1 41-13,-2-41 23,0 0 9,1 1 0,-1-1-1,-1 1 1,1-1 0,-1 1 0,0-1-1,0 0 1,-1 0 0,1 1-1,-1-1 1,0 0 0,-1 0-1,1-1 1,-1 1 0,0 0-1,0-1 1,-1 0 0,1 1 0,-1-1-1,0-1 1,0 1 0,0 0-1,0-1 1,-1 0 0,1 0-1,-1-1 1,0 1 0,-8 2 0,-53 21 294,51-21-347,1 0 0,-1 1 0,1 0-1,-14 10 1,28-16-336,-3 2 233,2-1-3518,1-1-2195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5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1 144,'0'0'1571,"0"0"-1088,0 0 48,0 0 531,0 0 24,-4-1-342,-11 1-260,14 0-417,1 0 0,0 0 1,-1 0-1,1 0 1,0 0-1,0 0 0,-1 0 1,1 0-1,0 0 0,-1 0 1,1 0-1,0 0 1,0 0-1,-1 1 0,1-1 1,0 0-1,-1 0 1,1 0-1,0 0 0,0 0 1,-1 1-1,1-1 1,0 0-1,0 0 0,0 0 1,-1 1-1,1-1 0,0 0 1,0 0-1,0 1 1,0-1-1,-1 0 0,1 0 1,0 1-1,0-1 1,0 0-1,0 0 0,0 1 1,0-1-1,0 0 1,0 1-1,0-1 0,0 0 1,0 0-1,0 1 0,0-1 1,0 0-1,0 1 1,0-1-1,0 0 0,0 0 1,1 1-1,-1-1 1,0 0-1,0 0 0,0 1 1,0-1-1,0 0 0,1 0 1,-1 1-1,0-1 1,0 0-1,1 0 0,-1 1 1,3 1 124,1 0 1,-1-1 0,0 1-1,1-1 1,-1 1-1,1-1 1,0 0-1,-1 0 1,1 0 0,5 0-1,4 1 184,46 10 281,1-2-1,88 2 0,125-13 140,-163-1-517,75-15 159,-125 8-1802,74 0-1,-136 10-1317,-9 0-1597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5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8 176,'0'0'8415,"0"0"-5884,0 0-1789,0 0 147,0 0 156,22 0-268,194-6 479,-188 5-1177,-11 0-105,-27 1-678,-105 5 601,101-3 160,0 0 0,0 1 0,0 0 0,1 1 0,-1 0 0,-16 9 0,27-11-40,1 0-1,0 0 0,-1 0 0,1 1 0,0-1 1,1 1-1,-1 0 0,0-1 0,1 1 0,-1 0 1,1 0-1,0 0 0,0 0 0,0 0 0,1 0 1,-1 0-1,1 0 0,-1 0 0,1 0 0,0 1 0,0-1 1,1 4-1,-1-2 4,0 0 0,1 1 0,0-1 1,0 0-1,0 1 0,0-1 0,1 0 0,0 0 1,0 0-1,0 0 0,1-1 0,4 7 0,-2-4 71,2-3 349,4-14-368,-4 5-77,0-1 0,0 1-1,0 0 1,1 0 0,0 1-1,0 0 1,1 0 0,-1 1-1,1 0 1,-1 1 0,1 0-1,0 0 1,0 1 0,0 0-1,0 0 1,0 1 0,0 0-1,0 1 1,0 0 0,0 0-1,0 1 1,0 0 0,-1 1-1,1 0 1,-1 0 0,0 1-1,16 9 1,-11-5-56,-1 1 1,1 1-1,-2 0 0,22 22 0,-31-30 54,-1 0-1,1 0 0,0 0 1,0 0-1,-1 1 0,1-1 1,-1 0-1,0 0 0,0 1 1,0-1-1,0 1 0,0-1 1,0 1-1,-1 0 0,1-1 1,-1 1-1,0 0 0,0-1 1,0 1-1,0 0 0,0-1 1,0 1-1,-1 0 0,1-1 1,-1 1-1,0-1 0,0 1 1,0-1-1,0 1 0,0-1 1,-1 0-1,1 1 0,0-1 1,-1 0-1,0 0 0,0 0 1,-2 2-1,-7 4 69,0 0-1,0 0 1,-1-1 0,0-1-1,0 0 1,-1-1 0,0 0-1,0 0 1,0-2 0,-1 0-1,-22 3 1,-17-2 459,-90-3 0,78-2-399,64 1-245,1-1 1,-1 1-1,0-1 1,1 1-1,-1-1 1,1 1-1,-1-1 1,0 0-1,1 1 1,0-1-1,-1 0 1,1 1-1,-1-1 1,1 0-1,0 0 1,-1 1-1,1-1 1,0 0-1,0 0 1,0 1-1,0-1 0,-1 0 1,1 0-1,0 0 1,0 0-1,1 1 1,-1-1-1,0 0 1,0 0-1,0 0 1,0 1-1,1-1 1,-1 0-1,0 0 1,1 1-1,0-2 1,6-6-3978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5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24 1793,'0'0'2681,"0"0"-1344,0 0-393,0 0 259,0 0 118,0 0-345,-9-4-263,0 2-529,6 2-112,0-1 0,0 1 0,0-1 0,0 0 0,0 0 0,1 0 0,-1 0 0,0-1 0,1 1 0,-1-1 0,-3-3 0,6 5-25,0 0-1,0 0 1,-1 0 0,1 0-1,0-1 1,0 1 0,0 0-1,-1 0 1,1 0 0,0 0-1,0 0 1,0 0 0,-1 0-1,1 0 1,0 0 0,0 0-1,-1-1 1,1 1 0,0 0-1,0 0 1,-1 0 0,1 1-1,0-1 1,0 0 0,0 0-1,-1 0 1,1 0 0,0 0-1,0 0 1,-1 0 0,1 0-1,0 0 1,0 0-1,0 1 1,-1-1 0,1 0-1,0 0 1,0 0 0,0 0-1,0 1 1,0-1 0,-1 0-1,1 0 1,0 0 0,0 1-1,0-1 1,0 0 0,0 0-1,0 0 1,0 1 0,0-1-1,0 0 1,0 0 0,0 1-1,0-1 1,0 0 0,0 0-1,0 1 1,0-1 0,0 0-1,-1 17-234,1-16 299,1 10-21,2 1-1,-1 0 1,2-1-1,0 1 0,0-1 1,1 0-1,0 0 0,1-1 1,0 1-1,1-2 1,10 14-1,19 32 287,-7 2 2,-2 1 0,-2 2 0,-4 0 0,-1 2 0,20 122 0,-24-62 39,-6 0 0,-5 142 0,-6-246-358,-1 1-1,0-1 1,-2 0 0,0 0 0,-1 0-1,0-1 1,-2 0 0,0 0-1,-1 0 1,0-1 0,-12 16-1,11-19 4,0-1 0,-1 0 0,0 0-1,-1-1 1,0 0 0,-1-1 0,0 0-1,-1-1 1,0-1 0,0 0 0,-1-1-1,0 0 1,-20 7 0,-7-8-2797,40-6-1371,1 0-3252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1:5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5090,'0'0'966,"0"0"-339,0 0 51,0 0 151,0 0-162,17 0 1390,250 0 2938,133 0-4307,-406 40 30,-3 60-259,-8 112 1024,19-157-1090,2 0 0,2-1 0,3 0 0,27 94 0,-17-78-283,-8-15 84,-2 0 0,4 96-1,-16 112 736,-4-138-672,-3 147 1079,9-225-1166,2 0 0,2 0-1,2 0 1,17 67 0,-22-110-150,0 0 1,0 1 0,-1-1 0,1 0-1,-1 0 1,0 0 0,0 0-1,0 0 1,0 0 0,-1-1 0,1 1-1,-1 0 1,0-1 0,-1 1 0,1-1-1,0 0 1,-1 1 0,0-1 0,0 0-1,0-1 1,-4 4 0,7-5-24,-1 0 0,1 1 1,-1-1-1,1 0 0,-1 1 1,1-1-1,0 0 0,-1 1 1,1-1-1,0 0 0,0 1 1,0-1-1,0 1 0,1-1 1,-1 0-1,0 1 0,1 1 1,-32-1 181,2-1-168,-345 4 247,374-5-284,-1 0 1,0 0-1,0 0 1,1 0-1,-1 0 1,0 0-1,0 0 1,0 0-1,1 0 1,-1 0-1,0 0 1,0 0-1,1-1 1,-1 1-1,0 0 1,0-1-1,1 1 1,-1 0-1,0-1 1,1 1-1,-1-1 1,0 1-1,1-1 1,-1 1-1,1-1 1,-1 1-1,1-1 1,-1 0-1,1 1 1,0-1-1,-1 0 1,1 1-1,0-1 1,-1 0-1,1 0 1,0 1-1,0-1 1,-1 0-1,1 0 1,0 1-1,0-1 1,0 0-1,0 0 1,0 0-1,0 1 1,1-1-1,-1 0 1,0-1-1,1 0-100,0 0 0,0 1 1,0-1-1,0 0 0,0 0 0,1 1 1,-1-1-1,1 0 0,-1 1 0,1-1 0,-1 1 1,1 0-1,0 0 0,0-1 0,-1 1 1,4-1-1,46-12-5552,-32 10 978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1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1500 9028,'0'0'961,"0"0"-388,0 0-42,0 0 232,0 0-32,0 0-91,21-11-109,-3 2-406,2 0 1,0-2-1,0 0 1,-1-2-1,-1 0 1,22-20-1,271-268 835,-71 66-341,-155 154-389,227-222 525,-224 209-378,104-142 1,-181 221-356,-2 3-9,0-1 0,0 1 0,-1-2 0,-1 1 0,0-1-1,-1 0 1,6-18 0,-17 37 916,-28 29-1910,4-18-4783,20-15-321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16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1485 4802,'0'0'1086,"0"0"-784,0 0-76,0 0 649,0 0 406,-8 9 333,11-16-1568,0 1 0,1-1 1,0 0-1,0 1 0,0 0 0,1 0 0,0 0 0,0 0 1,0 1-1,9-7 0,1-3-12,67-57-24,2 3 1,148-93 0,-106 78 10,290-213 1123,111-75-30,18 36-1411,-528 323 1671,-32 15-425,-30 12 532,25 5-834,10-8-3380,10-11-666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11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10693,'0'0'915,"0"0"-315,0 0-63,0 0 63,0 0-275,0 0-205,1 19 72,4 75 864,4-1 0,5 1 0,40 146 0,-25-170-758,-27-65-294,1-1-1,0 1 1,0-1 0,0 0 0,0 0-1,1 0 1,-1 0 0,1-1-1,0 1 1,0-1 0,0 0 0,7 3-1,-10-5 7,1-1 0,-1 1-1,0-1 1,0 0 0,0 0-1,1 1 1,-1-1-1,0 0 1,1 0 0,-1 0-1,0 0 1,0-1-1,1 1 1,-1 0 0,0 0-1,0-1 1,1 1-1,-1-1 1,0 1 0,0-1-1,0 1 1,0-1 0,0 0-1,0 0 1,0 1-1,0-1 1,0 0 0,0 0-1,0 0 1,0 0-1,-1 0 1,1 0 0,0 0-1,-1 0 1,1-1-1,-1 1 1,1 0 0,-1 0-1,1 0 1,-1-1-1,0 0 1,4-10-37,-1 0 0,0-1-1,0-17 1,-1 16-19,13-126-780,-8-256 1,-9 235 69,2 161 712,0 0 1,1 0-1,-1-1 0,0 1 0,0 0 0,0 0 1,0 0-1,0-1 0,0 1 0,0 0 1,0 0-1,0-1 0,0 1 0,0 0 0,0 0 1,0 0-1,0-1 0,0 1 0,0 0 1,0 0-1,-1 0 0,1-1 0,0 1 0,0 0 1,0 0-1,0 0 0,0-1 0,0 1 1,0 0-1,-1 0 0,1 0 0,0 0 0,0 0 1,0-1-1,0 1 0,-1 0 0,1 0 1,0 0-1,0 0 0,0 0 0,-1 0 0,1 0 1,0 0-1,0 0 0,0 0 0,-1 0 0,1 0 1,0 0-1,0 0 0,-1 0 0,1 0 1,0 0-1,0 0 0,0 0 0,-1 0 0,1 0 1,0 0-1,0 0 0,0 0 0,-1 1 1,-7 10-1713,8-1-1315,0 2-3393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1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4258,'0'0'3164,"0"0"-1633,0 0-642,0 0 119,0 0 9,19-1-150,53-3-123,-18 2-7,85-14-1,-94 6-500,-27 5-827,1 1 1,0 0-1,29 0 1,-50 5-1934,-5 3-2543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12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3314,'0'0'3484,"0"0"-1670,0 0-581,0 0 31,0 0 17,10 1-294,210-2 1286,-72-3-2609,-139 6-164,-5 0-1487,0-2-4493,-4 0 325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13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 5587,'0'0'912,"0"0"187,0 0 64,0 0 139,0 0-136,0-9-460,0 5-725,0 7 151,-2 76 1257,0-28-342,2 0 0,11 75 0,2-91-286,-2-12-2738,-8-8-5080,-3-15 1521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1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5218,'0'0'854,"0"0"-502,0 0-61,0 0 488,0 0 411,2 15-27,5 31 169,-1 52 0,-4-43 280,15 86 0,-6-118-1401,0 6-27,-11-29-216,0 0-168,0 0-913,0 0-2240,0 0-3277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1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5891,'0'0'931,"0"0"301,0 0 20,0 0 146,26 2-179,38 2-330,0-2 0,1-3 0,91-13 0,100-32-598,-259 46-2505,1 0-1113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2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6 4930,'0'0'1027,"0"0"-586,0 0-39,0 0 794,0 0 252,0 0-653,0 0-474,0 0-313,0 0 1,0-1 0,0 1-1,0 0 1,0 0 0,0-1 0,0 1-1,0 0 1,-1 0 0,1-1 0,0 1-1,0 0 1,0 0 0,0 0 0,-1-1-1,1 1 1,0 0 0,0 0 0,0 0-1,-1 0 1,1-1 0,0 1 0,0 0-1,-1 0 1,1 0 0,0 0 0,-1 0-1,1 0 1,0 0 0,0 0 0,-1 0-1,1 0 1,0 0 0,0 0 0,-1 0-1,1 0 1,0 0 0,-1 0 0,1 0-1,0 0 1,0 0 0,-1 1 0,-4 4 87,1 0 0,0 0 0,0 1 0,0-1 0,1 1 0,-1 0 0,2 0 0,-5 11 0,-3 5 115,-30 57 767,-45 130 0,71-166-484,2 2 1,2-1-1,1 2 1,-3 81 0,11-79 125,9 94 1,-5-123-521,1 1 1,1-1-1,0 0 0,2 0 0,0-1 1,1 1-1,15 24 0,3-5 163,2-1 0,48 49 0,4 7 335,-75-87 701,-4-6-741,-5-9-2489,1-7-5881,3 12 886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26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3474,'0'0'2321,"0"0"-902,0 0-232,0 0-8,0 0-221,0 0-184,0 0-374,13-10-163,41-31-7,-51 39-167,1-1 0,-1 0 0,0 1 0,0-1 0,-1 0 0,1 0-1,0-1 1,-1 1 0,0 0 0,0-1 0,0 1 0,0-1 0,-1 0 0,1 0 0,-1 0 0,0 0 0,0 0 0,0 0 0,-1 0 0,1 0 0,-1-6 0,0 10-37,0 0 14,0 0 24,0 28 102,-2 8 281,-2 1 0,-8 37 0,5-36 94,1-1 0,0 43 0,6-69-392,0-2-5290,0-9-592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2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5475,'0'0'1381,"0"0"-834,0 0 38,0 0 410,0 0 8,0 0-211,7 7-250,-2-2-437,0 0 0,0-1 0,0 0 1,1 0-1,-1 0 0,1-1 0,0 0 0,0 0 1,0 0-1,0-1 0,1 0 0,-1 0 0,10 1 1,61 4 374,116-6 0,-94-2-1472,-98 1-1668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27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30 8468,'0'0'835,"0"0"-139,0 0 390,0 0 149,0 0-242,25-8 912,-19 4-1889,1 1 0,-1 0 0,1 1 0,0 0 1,0 0-1,0 0 0,0 1 0,0 0 0,0 0 0,0 0 1,0 1-1,0 0 0,0 1 0,11 2 0,-16-3-20,0 1 0,0 0-1,0-1 1,0 1-1,0 0 1,-1 0 0,1 1-1,0-1 1,0 0-1,-1 1 1,1-1 0,-1 1-1,0-1 1,1 1-1,-1 0 1,0-1 0,0 1-1,0 0 1,0 0-1,0 0 1,0 0 0,0 0-1,-1 0 1,1 0-1,-1 0 1,1 4 0,3 62 34,-5-56-14,1 8 5,0-1 0,-2 1 0,-1-1-1,0 0 1,-1 0 0,-8 21 0,9-31-14,-1-1 0,0 0 0,0 0 0,0 0 0,-1-1 1,0 1-1,0-1 0,-1 0 0,0-1 0,0 0 0,-1 0 0,0 0 1,0 0-1,0-1 0,-1 0 0,-7 3 0,8-6 7,0 0-1,1 0 0,-1 0 1,0-1-1,0 0 1,1-1-1,-1 0 0,-12 0 1,2-1-4,16 1-14,0 0 0,0 0 0,0 0 1,0-1-1,0 1 0,0 0 0,0-1 0,1 1 0,-1 0 1,0-1-1,0 1 0,0-1 0,0 0 0,0 1 0,1-1 1,-1 0-1,0 1 0,0-1 0,1 0 0,-1 0 0,1 0 1,-1 0-1,1 1 0,-1-1 0,0-2 0,-6-33-424,7 31 359,0-1-1,0 1 1,0 0 0,1 0 0,0 0 0,0 0 0,0 0 0,1 0-1,-1 0 1,1 1 0,5-10 0,-4 11 66,0 0 1,0 0-1,0 1 0,0-1 0,0 1 1,1-1-1,-1 1 0,1 0 1,-1 1-1,1-1 0,0 1 1,0-1-1,0 1 0,0 0 1,0 1-1,0-1 0,0 1 1,0-1-1,0 1 0,5 1 0,-2 0 9,0 0-1,-1 1 0,1 0 0,0 0 0,0 1 0,-1 0 0,0 0 1,1 1-1,-1 0 0,9 7 0,-7-6 75,1 0 1,-1-1 0,0 0-1,1 0 1,0-1-1,0 0 1,0 0-1,0-1 1,0-1 0,1 1-1,-1-2 1,1 1-1,-1-1 1,14-2-1,-10 2-61,-11 0-222,1 0-1,-1-1 0,1 0 1,-1 1-1,1-1 0,-1 0 1,0 0-1,0 0 0,1 0 1,-1 0-1,0-1 0,0 1 1,0-1-1,0 1 0,0-1 1,-1 0-1,1 0 0,0 0 1,-1 0-1,3-3 1,0-3-6118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28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1233,'0'0'1480,"0"0"-562,0 0 66,0 0 201,0 0 64,-16 1 3699,36 4-4508,0 0-1,1 0 1,-1-2-1,1-1 0,0 0 1,-1-2-1,1 0 0,21-4 1,22 2 408,-36 2-587,-27 0-178,-1 0 13,0 0 21,0 0 62,0 0-56,0 0 23,0 0-103,0 0-278,0 0-1096,0 0-2252,0-3-3257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3378,'0'0'2193,"0"0"-553,0 0-228,0 0 151,0 0-181,0 0-363,0 0-237,1 0-661,1 1 1,-1-1-1,1 1 1,-1-1-1,1 0 1,0 1-1,-1-1 1,1 0-1,-1 0 0,1 0 1,-1-1-1,1 1 1,0 0-1,-1 0 1,1-1-1,2 0 1,1-16-118,-1 0 1,-1 0-1,0 0 1,-1-1-1,0-22 0,0 422 3270,-2-382-3218,0 0-32,0 0-133,0 0-681,0 0-1403,0 0-859,0 0-1486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1985,'0'0'3650,"0"0"-2228,0 0-481,0 0 185,0 0 200,9 6-304,-1-2-827,0 0-1,0 0 1,0-1 0,1 0 0,-1-1-1,1 0 1,-1 0 0,1 0 0,0-1-1,12-1 1,295-9 1142,-315 9-2642,-1 0-858,0 0-1399,0 0-1350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7107,'0'0'2108,"0"0"-1052,0 0-245,0 0 121,0 0-97,18 1 122,120 0 572,-137-1-1518,-1 0-27,0 0-11,0 0 54,0 0-3,-43 6 347,35-6-368,1 1 0,0 0 1,0 0-1,0 1 0,0 0 1,1 0-1,-1 1 0,0 0 1,1 0-1,-7 4 1,-59 45 29,46-31-29,24-17-10,0 1-1,1 0 1,0 0-1,0 0 0,0 0 1,0 0-1,1 0 1,0 0-1,0 0 1,1 0-1,1 9 1,-1 1 4,-2 2-88,2-3 546,16-23-211,-11 6-258,0-1-1,0 1 1,1 1-1,-1 0 1,1-1-1,-1 2 1,1-1 0,0 1-1,0 0 1,7 0-1,2 1-5,0 0 0,1 0 0,18 4 0,-32-3 12,0 0-1,0 0 1,0 0-1,0 1 1,0-1-1,0 0 1,-1 1-1,1 0 1,0 0-1,-1 0 1,0 0-1,1 0 1,-1 0 0,0 1-1,0-1 1,0 1-1,0-1 1,-1 1-1,1 0 1,-1 0-1,0 0 1,1 0-1,-1 0 1,0 0-1,-1 0 1,1 0-1,-1 0 1,1 0 0,-1 1-1,0 3 1,0-2-6,0 1 1,0-1 0,0 0 0,-1 1 0,0-1-1,0 0 1,0 0 0,0 1 0,-1-1 0,0 0 0,0-1-1,-1 1 1,1 0 0,-1-1 0,0 1 0,0-1-1,-6 6 1,2-4 26,-2 0 1,1 0-1,-1-1 0,0 0 0,0 0 1,0-1-1,-1 0 0,1-1 0,-1 0 0,-13 2 1,-6-1 48,-1-2 1,-36-1-1,50-1-58,14 0 0,-1 0-1,1 1 0,0-2 0,0 1 1,-1 0-1,1 0 0,0-1 1,0 0-1,0 1 0,-1-1 0,1 0 1,0 0-1,0 0 0,0 0 0,0 0 1,0 0-1,1-1 0,-1 1 1,0-1-1,1 1 0,-1-1 0,1 0 1,-1 0-1,1 1 0,0-1 1,0 0-1,-2-4 0,-2-24-4731,5 28-2911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4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 3922,'0'0'824,"0"0"-186,0 0-91,0 0 165,0 0-85,0 0-93,-19-4 938,21 16-1198,0 1-1,1 0 1,0-1-1,1 1 1,1-1-1,0 0 1,0-1-1,1 1 1,1-1 0,0 0-1,11 13 1,10 19-113,18 32 211,0-1 211,48 104 0,-82-151-385,-1 2 0,-2 0 1,-1 0-1,-1 0 0,-1 1 1,-2 0-1,1 48 1,-5-54-13,1-8-50,0 1 0,-2-1 0,0 0 1,-1 1-1,0-1 0,-1 0 0,-1-1 0,-10 26 0,-6-2 498,-3-2 0,-38 51 0,9-15 124,40-49-414,12-24-414,0 1 1,0-1 0,-1 0-1,1 1 1,0-1 0,0 0 0,0 1-1,0-1 1,0 1 0,0-1-1,0 0 1,0 1 0,0-1-1,0 1 1,0-1 0,0 1-1,0-1 1,0 0 0,0 1 0,0-1-1,0 1 1,1-1 0,-1 0-1,0 1 1,0-1 0,0 0-1,1 1 1,-1-1 0,0 0-1,0 1 1,1-1 0,-1 0 0,0 1-1,1-1 1,-1 0 0,0 0-1,1 0 1,-1 1 0,0-1-1,1 0 1,-1 0 0,1 0 0,-1 0-1,0 0 1,1 1 0,-1-1-1,1 0 1,-1 0 0,1 0-1,12 0-3742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6435,'0'0'1064,"0"0"-567,0 0 151,0 0 609,0 0 15,11 2-413,68 4 875,87-4 0,-109-2-1435,-56 0-302,1 0-1,0 0 1,0 0-1,-1 0 1,1 1-1,0-1 0,-1 1 1,1-1-1,0 1 1,-1-1-1,1 1 1,-1 0-1,1 0 1,-1 0-1,1 0 1,-1 0-1,2 2 1,2 11-3429,-5-13-356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6723,'0'0'1393,"0"0"-158,0 0 296,22 0-122,5 1-1029,23 0 852,51-5 0,69-12 1594,-113 14-4404,1 1-3691,-54 1-819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8020,'0'0'1974,"0"0"-712,0 0-331,0 0-195,0 0 121,-1 19 501,-3 235 2153,5-246-3467,-1-1 1,1 1-1,1 0 1,0 0 0,0-1-1,0 1 1,1-1 0,0 0-1,0 0 1,8 12-1,-10-15-323,-1-4-5496,0 0 5765,0 0-5045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8788,'0'0'1102,"0"0"-790,0 0-115,0 0 524,0 0 253,4 22-145,0-1-637,7 30 900,6 74 1,-15-87-360,-1 1-303,2-1 0,9 44 0,-12-77 2,0-2-5429,0-3 979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3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5442,'0'0'1633,"0"0"-619,0 0-454,0 0 345,0 0 197,8-1-321,194-26 1579,113-21-654,-279 38-1491,-18 5 15,0 0 0,0 2-1,37-4 1,-55 7-230,0 0 32,0 0 69,0 0-53,0 0 14,0 0-17,0 0 8,2 0-108,0 0-4582,-2 0-654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1.6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5 4866,'0'0'2055,"0"0"-1260,0 0-169,0 0 583,0 0 8,0 0-473,3 4 2907,12 11-3831,-14-14 203,-1-1 1,1 0 0,0 1-1,0-1 1,0 0-1,-1 0 1,1 0 0,0 1-1,0-1 1,0 0-1,0 0 1,-1 0 0,1-1-1,0 1 1,0 0-1,0 0 1,-1 0 0,1-1-1,0 1 1,0 0-1,0-1 1,-1 1 0,1 0-1,0-1 1,-1 1-1,1-1 1,0 0 0,-1 0-8,0 0 0,0 1 0,0-1 0,0 0 0,-1 1 0,1-1 1,0 0-1,-1 1 0,1-1 0,-1 0 0,1 1 0,-1-1 0,1 1 1,-1-1-1,1 1 0,-1-1 0,1 1 0,-1-1 0,1 1 0,-1 0 1,-1-1-1,2 0-20,-1 0 1,0 1-1,1-1 1,-1 1-1,0-1 1,1 1-1,-1-1 1,0 1-1,0 0 1,1-1-1,-1 1 1,0 0-1,0 0 1,0-1-1,0 1 1,1 0-1,-1 0 1,0 0-1,0 0 1,0 0-1,0 0 1,1 0-1,-1 0 1,0 1-1,0-1 1,0 0-1,0 0 1,1 1-1,-1-1 1,0 0-1,0 1 1,1-1-1,-1 1 1,0-1-1,1 1 1,-1-1-1,0 1 1,1 0-1,-1-1 1,1 1-1,-1 0 1,1-1-1,-1 1 1,1 0-1,0 0 1,-1-1-1,1 1 1,0 0-1,0 0 1,-1 0-1,1-1 1,0 1-1,0 0 1,0 0-1,0 0 1,0 1-1,3 10-453,1-15 1174,-5-9-1556,-8 8-2597,8 4-342,1 0-3075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2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 13 4178,'0'0'2177,"0"0"-982,0 0-304,0 0 19,0 0-176,21 0 949,-4 1-1085,0-2-1,0 0 1,-1 0-1,32-8 1,-54 10-429,0 0 0,0-1 0,0 1-1,0-1 1,-1 0 0,-5-1 0,8 0-181,0 0 0,0 0-1,-1 1 1,1 0 0,0 0 0,0 0 0,-1 0 0,1 1 0,0 0 0,0 0-1,0 0 1,0 0 0,0 1 0,0-1 0,0 1 0,0 0 0,1 0-1,-1 0 1,-6 6 0,5-2-14,-1-1 0,1 1 0,0 0 0,0 0-1,1 1 1,0-1 0,0 1 0,1 0 0,0 0 0,0 1 0,0-1-1,1 0 1,0 1 0,-1 8 0,9-14 59,-1-1 0,1 0 0,0 0 0,-1-1 0,1 1-1,0-1 1,9-2 0,-6 2 147,0 1-186,0 0-1,0 0 1,-1 0 0,1 1 0,0 1-1,-1 0 1,1 0 0,-1 0 0,0 1-1,0 0 1,10 8 0,-13-9-5,-1 0 0,0 0 0,1 0 1,-2 1-1,1 0 0,0 0 0,-1 0 1,1 0-1,-1 0 0,-1 1 0,1 0 0,0-1 1,-1 1-1,0 0 0,0 0 0,-1 0 1,1 0-1,-1 1 0,0-1 0,0 6 0,-1-8 31,-1 0 0,0-1 0,1 1 0,-1 0-1,0 0 1,0-1 0,0 1 0,-1 0-1,1-1 1,-1 1 0,1-1 0,-1 0 0,0 0-1,0 1 1,0-1 0,0 0 0,0 0-1,0-1 1,-1 1 0,1 0 0,-1-1 0,1 0-1,-1 1 1,1-1 0,-1 0 0,0 0 0,0-1-1,1 1 1,-1 0 0,-4-1 0,-15 4 201,1-1 0,-1-1 0,-23-1 0,17 0-131,27-1-99,-4 1-607,0-1 1,0 0 0,1 0-1,-1 0 1,0 0 0,-8-3-1,12-8-6336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3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1 4914,'0'0'1006,"0"0"93,0 0 174,0 0-62,0 0-435,0 0-245,3 7-187,11 22-213,-14-29-105,0 0 0,0 1 0,0-1 0,0 1-1,1-1 1,-1 0 0,0 1 0,0-1 0,0 1 0,1-1 0,-1 0-1,0 1 1,0-1 0,1 0 0,-1 1 0,0-1 0,0 0 0,1 0-1,-1 1 1,0-1 0,1 0 0,-1 0 0,1 0 0,-1 1 0,0-1-1,1 0 1,-1 0 0,1 0 0,-1 0 0,0 0 0,1 0-1,-1 0 1,1 0 0,-1 0 0,0 0 0,1 0 0,-1 0 0,1 0-1,-1 0 1,1 0 0,-1 0 0,0-1 0,1 1 0,-1 0 0,0 0-1,1 0 1,-1-1 0,0 1 0,1 0 0,-1 0 0,0-1 0,1 1-1,-1 0 1,0-1 0,0 1 0,1 0 0,-1-1 0,0 1 0,0-1-1,0 1 1,0 0 0,1-1 0,-1 0 24,1 0 0,-1 1 0,0-1 0,0 0 0,1 0 0,-1 1 0,0-1 0,0 0 0,0 0 0,0 0 0,0 1 0,0-1 1,0 0-1,0 0 0,0 0 0,0 1 0,0-1 0,-1 0 0,1 0 0,0 1 0,0-1 0,-1 0 0,1 0 0,-1 1 0,1-1 0,0 0 0,-1 1 0,1-1 0,-1 1 0,-1-2 0,1 1-4,-1 0-1,0 0 1,0 1-1,-1-1 1,1 0-1,0 1 0,0 0 1,0-1-1,0 1 1,0 0-1,-1 0 1,1 0-1,0 0 1,0 0-1,0 1 0,0-1 1,0 1-1,0-1 1,0 1-1,-1 0 1,2 0-1,-1 0 1,-3 2-1,3-2-402,1 1-1,0-1 1,0 1 0,-1-1-1,1 1 1,0-1 0,1 1-1,-1-1 1,0 1 0,0 0-1,1 0 1,-1-1 0,1 1-1,-1 0 1,1 0 0,0 0-1,0 0 1,0 2 0,0-3-7962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3.9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95 8020,'0'0'1216,"0"0"-455,0 0-54,0 0 258,0 0-332,10-11-273,0 2-256,-1 0-1,2 1 1,-1 0 0,1 1 0,1 0-1,-1 0 1,1 1 0,17-6 0,-17 8-176,2-1 887,-31 4-203,12 1-615,-1 1 0,1 0 1,-1 1-1,1-1 0,0 1 1,-1 0-1,1 1 0,0-1 1,0 1-1,1 0 0,-1 0 1,1 0-1,-1 1 0,1 0 0,0 0 1,0 0-1,0 0 0,1 0 1,0 1-1,0 0 0,0-1 1,0 1-1,-3 9 0,0-1-37,0 1-1,1-1 0,1 1 1,0 1-1,1-1 1,0 1-1,-1 29 0,4-44 44,1 1 0,-1 0 0,0 0 0,1-1 0,-1 1 0,1 0 0,-1 0 0,1-1-1,-1 1 1,1-1 0,0 1 0,-1 0 0,1-1 0,0 1 0,-1-1 0,1 1 0,0-1-1,0 0 1,-1 1 0,1-1 0,0 0 0,0 0 0,0 1 0,0-1 0,-1 0 0,1 0 0,0 0-1,0 0 1,1 0 0,41 2 232,-9 0-237,-27 0 9,-1 1-1,1-1 0,-1 1 0,0 0 0,0 0 0,0 1 0,-1-1 0,1 1 1,-1 1-1,0-1 0,0 1 0,0 0 0,-1 0 0,0 0 0,0 1 0,0-1 1,0 1-1,-1 0 0,0 0 0,0 0 0,-1 1 0,0-1 0,0 1 0,0-1 1,-1 1-1,1 12 0,-2-17 52,-1 1 0,0-1 0,0 0 0,0 1 0,0-1 0,0 0 0,0 0 0,-1 1-1,1-1 1,-1 0 0,1-1 0,-1 1 0,0 0 0,0 0 0,0-1 0,0 1 0,0-1 0,0 1 0,-5 1 0,-50 24 596,48-23-576,-30 8 34,32-11-109,0 0 1,0 1 0,0 0 0,0 1 0,1 0-1,-1 0 1,-9 6 0,15-1-528,1-4-2044,0 1-1608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4.7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1 7475,'0'0'577,"0"0"68,0 0 449,0 0-272,0 0-590,0 0-67,4 25 1079,1-15-843,-5-9-345,1 0 0,-1 0 0,0 0 1,1 0-1,-1 0 0,1-1 1,-1 1-1,1 0 0,-1 0 0,1-1 1,-1 1-1,1 0 0,0 0 0,-1-1 1,1 1-1,0-1 0,0 1 0,-1-1 1,1 1-1,0-1 0,0 1 0,0-1 1,0 0-1,0 1 0,-1-1 1,1 0-1,0 0 0,0 0 0,1 1 1,-1-1 247,-1 0 13,0 0 94,0 0 139,-8-24 157,6 22-682,-1 0-1,0 0 1,-1 0 0,1 1 0,0-1 0,0 1 0,-1 0 0,1 0 0,-1 0 0,1 0 0,-8 0 0,10 1-43,0-1 0,0 1 1,0 0-1,0 0 0,-1 0 0,1 0 1,0 0-1,0 0 0,0 1 0,0-1 1,0 0-1,-1 0 0,1 1 0,0-1 1,0 1-1,0-1 0,0 1 0,0 0 1,0-1-1,0 1 0,0 0 0,0-1 1,1 1-1,-1 0 0,0 0 0,0 0 1,1 0-1,-1 0 0,0 0 0,1 0 1,-1 0-1,1 0 0,-1 0 0,1 0 1,0 0-1,-1 3 0,1 16-1472,0-13-1342,0-5-2221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5.0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0 1 10549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5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0 114 10549,'85'-52'883,"-82"51"-808,-1 0 0,0-1 0,0 1-1,0 0 1,0-1 0,-1 1 0,1-1 0,0 0 0,-1 1 0,1-1 0,-1 0-1,1 0 1,1-4 0,8-4 403,0 5-350,1 1-1,0 0 1,0 0 0,0 2 0,0-1 0,0 1-1,0 1 1,20 0 0,-32 25 139,-1-13-192,0 0 0,-1-1 0,0 1 0,0-1 1,-1 0-1,-1 0 0,0 0 0,0 0 1,-1-1-1,0 1 0,-10 11 0,-16 35 84,31-56-151,0 1 0,-1-1 0,1 1 0,0-1 0,0 0 0,0 1 0,0-1 0,0 0 0,0 1 0,0-1 0,0 1-1,0-1 1,0 1 0,0-1 0,0 0 0,0 1 0,0-1 0,0 1 0,0-1 0,0 0 0,0 1 0,0-1 0,1 0 0,-1 1-1,0-1 1,0 0 0,1 1 0,-1-1 0,0 0 0,0 1 0,1-1 0,-1 0 0,0 0 0,1 1 0,-1-1 0,0 0 0,1 0-1,-1 0 1,0 1 0,1-1 0,-1 0 0,1 0 0,-1 0 0,0 0 0,1 0 0,30 2 410,32-13 157,-53 7-693,1-1 0,-1 0-1,0 0 1,0-1 0,-1 0-1,1-1 1,-1 0-1,-1 0 1,0-1 0,10-11-1,-14 11-2858,-4-1-3023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5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23 2209,'0'0'3129,"0"0"-2155,0 0-280,0 0 274,0 0-15,0 0-158,1-8 4048,0-1-4478,-3 8-341,0 0 1,0 0-1,0 0 1,0 1 0,0-1-1,-1 1 1,1 0-1,0-1 1,0 1 0,0 0-1,-1 0 1,1 1 0,-4 0-1,-3 1-2519,9-2-904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46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81 6627,'0'0'1699,"0"0"-1045,0 0-14,0 0 430,0 0-376,4-2-233,42-20 779,53-34-1,-96 56-1226,-3 10 110,-1 6-30,-1-1 1,-1 0-1,0 0 1,-1 0-1,-9 22 0,8-22-61,0 0-1,0 0 1,2 1 0,-1 0-1,0 26 1,55-40 397,-43-1-535,-6-1-69,1 0 1,-1 1 0,1-1-1,-1 0 1,1 0 0,-1 0-1,1-1 1,-1 1 0,1-1-1,-1 1 1,3-2 0,-3-2-2766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6227,'0'0'1521,"0"0"-985,0 0-283,0 0 222,0 0 157,-16 25-90,0 1-414,-81 143 552,78-127-163,1 0 0,2 1-1,2 1 1,2 1-1,2-1 1,2 2 0,2-1-1,2 1 1,1 0-1,9 89 1,-2-107-238,1-1 0,1 0 1,2-1-1,0 0 0,2 0 0,1 0 0,1-2 0,1 1 1,20 26-1,4 1 158,3-2 0,85 82 0,-115-122-606,-10-10 103,0 0 1,0 0 0,0 0 0,0 0 0,0 0-1,0 0 1,0 0 0,0 0 0,0 0 0,0 0 0,0 0-1,1-1 1,-1 1 0,0 0 0,0 0 0,0 0-1,0 0 1,0 0 0,0 0 0,0 0 0,0 0-1,0 0 1,-4-14-742,-7-27-5003,10 24-105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33 5763,'0'0'1203,"0"0"-691,0 0-90,0 0 333,0 0 210,10 0-79,7 1-573,64-3 1306,-75 2-1535,0 0 1,-1-1-1,1 0 1,0 0-1,0-1 1,-1 0-1,1 0 1,-1 0-1,1-1 1,-1 1-1,8-6 0,-13 8-77,0-1 0,0 1-1,0 0 1,0 0-1,0 0 1,0 0-1,0 0 1,0-1 0,0 1-1,0 0 1,0 0-1,0 0 1,0 0-1,0 0 1,0-1-1,0 1 1,0 0 0,0 0-1,0 0 1,0 0-1,0 0 1,0-1-1,0 1 1,0 0 0,0 0-1,0 0 1,0 0-1,0 0 1,0 0-1,0-1 1,0 1-1,-1 0 1,1 0 0,0 0-1,0 0 1,0 0-1,0 0 1,0 0-1,0 0 1,-1 0-1,1 0 1,0 0 0,0-1-1,0 1 1,0 0-1,0 0 1,-1 0-1,1 0 1,0 0 0,0 0-1,0 0 1,0 0-1,0 0 1,-1 0-1,1 0 1,0 0-1,0 1 1,0-1 0,0 0-1,-1 0 1,-19-2 138,-23 5-122,37-1-32,-1 0 0,0 0 1,1 1-1,-1-1 0,1 2 0,0-1 1,0 1-1,0 0 0,0 0 1,1 0-1,0 1 0,0 0 0,0 0 1,0 0-1,1 0 0,0 1 1,0 0-1,0 0 0,-5 12 0,4-1-2,0 0-1,1 0 0,1 0 1,1 1-1,0-1 0,2 33 1,-1-50 11,1 1 1,0 0 0,0 0 0,0-1-1,0 1 1,0 0 0,-1 0-1,1-1 1,1 1 0,-1 0 0,0 0-1,0-1 1,0 1 0,0 0 0,0 0-1,1-1 1,-1 1 0,0 0-1,1-1 1,-1 1 0,0 0 0,1-1-1,-1 1 1,1-1 0,0 2 0,12-14-12,13-13 29,-16 23-31,0 0 1,0 1-1,0 0 0,0 0 0,0 1 0,0 1 0,0-1 0,0 1 1,0 1-1,14 4 0,-15-3 11,1 1 0,-1 0 0,1 0-1,-1 1 1,-1 0 0,17 13 0,-23-16-20,1 0 0,-1 0 0,0 0 1,1 0-1,-1 0 0,0 0 0,-1 1 0,1-1 0,0 1 1,-1-1-1,1 1 0,-1 0 0,0-1 0,0 1 0,0 0 1,0 0-1,0 0 0,-1 0 0,1 0 0,-1 0 0,0 0 1,0 0-1,0 0 0,0 0 0,-1 0 0,1 0 0,-1-1 0,0 5 1,-1-5 43,0 0 0,0 1 0,0-1 0,-1 0 0,1 0 1,0 0-1,-1 0 0,1 0 0,-1-1 0,0 1 0,1-1 1,-1 0-1,0 0 0,0 0 0,0 0 0,-5 1 0,-49 7 250,-45-8-1409,101-1-1261,1 0-945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5282,'0'0'3154,"0"0"-2114,0 0-445,0 0 312,0 0-58,0 0-348,19 2-301,151 21 289,-128-18-343,55-3 1,-67-2-622,-1 0 0,0 2 0,1 1 1,41 10-1,-68-12-1681,-3-1-1342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7700,'0'0'960,"0"0"-133,0 0 184,0 0-21,0 0-342,21-14-336,6-2-246,-11 7-22,0-1 0,-1 0 0,0-1 0,14-14 0,4-24 676,-29 94-120,-7 80 983,-1-30-4572,4-95-807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2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8212,'0'0'1667,"0"0"-896,0 0 67,0 0 352,0 19-240,2 60-347,-2-75-565,0 0 1,1 0 0,-1 0 0,1 0 0,0 0 0,0 0-1,1 0 1,-1 0 0,1 0 0,0 0 0,0-1 0,0 1-1,0 0 1,1-1 0,-1 0 0,1 0 0,0 0 0,0 0-1,0 0 1,0 0 0,1-1 0,-1 0 0,1 1 0,-1-1-1,1-1 1,4 3 0,2-1 4,-1-1 1,1 0-1,0-1 0,-1 0 0,1 0 1,0-1-1,0 0 0,16-3 1,-24 2-36,-1 1 0,1-1 0,0 0 1,-1 1-1,1-1 0,0 0 0,-1 0 1,1 0-1,-1-1 0,0 1 1,1 0-1,-1 0 0,0-1 0,0 1 1,0-1-1,0 1 0,0-1 0,0 1 1,0-1-1,0 0 0,-1 1 1,1-1-1,-1 0 0,1 0 0,-1 0 1,1 1-1,-1-4 0,3-58-19,-4 50-7,1 6 5,0 1 0,-1-1 0,0 1 0,0-1-1,-1 1 1,0 0 0,0 0 0,0 0 0,-1 0-1,0 0 1,0 0 0,0 0 0,-1 1 0,0 0 0,0 0-1,0 0 1,-1 0 0,1 1 0,-1-1 0,0 1-1,0 0 1,-1 1 0,1-1 0,-1 1 0,0 0 0,0 1-1,0 0 1,0-1 0,0 2 0,-1-1 0,1 1-1,-1 0 1,-6 0 0,12 1-140,0 1 1,0-1-1,1 1 0,-1-1 1,0 1-1,0-1 0,1 1 1,-1 0-1,1-1 0,-1 1 1,1 0-1,-1 0 0,1-1 1,-1 1-1,1 0 0,-1 0 1,1 0-1,0-1 0,0 1 1,-1 0-1,1 0 0,0 0 1,0 0-1,0 0 0,0 0 1,0 0-1,0 0 0,0 0 1,0-1-1,1 3 0,-1 7-6631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3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3778,'0'0'1307,"0"0"-122,0 0 172,0 0 348,0 0-339,0 0-360,23 2-195,170 8 1238,-189-10-2040,-1 1 0,0-1 0,1 0 0,-1 1 1,0-1-1,1 1 0,-1 0 0,0 0 0,0 1 0,0-1 0,3 3 0,-6-4-43,0 0-44,0 0-63,5 0-3781,-1 0-2542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 7235,'0'0'1494,"0"0"-709,0 0-428,0 0 278,0 0 35,14-4-329,-3 1-304,-1-1-6,-1 2 0,1-1 0,0 1 0,0 1 0,19-1 0,-26 2-23,0 0 0,0 0 1,0 1-1,0-1 0,0 1 0,-1 0 1,1 0-1,0 0 0,0 0 0,-1 1 1,1-1-1,-1 1 0,1-1 0,-1 1 0,1 0 1,-1 0-1,0 0 0,0 0 0,0 0 1,0 1-1,-1-1 0,1 0 0,0 1 1,-1 0-1,0-1 0,1 1 0,-1 0 1,0 3-1,2 3 25,-1 0 0,-1 0 0,1 1 0,-2-1 1,1 0-1,-1 1 0,-1-1 0,0 0 0,0 0 0,-1 1 0,0-1 1,0 0-1,-1 0 0,0-1 0,-1 1 0,0-1 0,-6 10 0,1-3 19,-1 0 0,-1 0 0,0-1 0,-1-1 0,-1 0 0,0-1 0,0 0 0,-17 11 0,14-16 38,8-12 62,7-26 94,2 14-272,-1 15 25,0 0-1,0 0 1,0 0 0,0 0 0,0 0-1,1 0 1,-1 0 0,1 0-1,0 0 1,-1 0 0,1 0 0,1-2-1,-1 3-2,-1 1 0,0-1 0,1 1 0,-1 0 0,1-1 0,-1 1 0,1-1 0,0 1 0,-1 0 0,1-1 0,-1 1 0,1 0 0,-1 0 0,1-1 0,0 1 0,-1 0 0,1 0 0,0 0 0,-1 0 0,1 0 0,0 0 0,-1 0 0,1 0 0,1 0 0,0 1 1,1 0 1,0 0-1,-1 1 0,1-1 1,-1 0-1,1 1 0,-1 0 0,0 0 1,0 0-1,0 0 0,0 0 1,0 0-1,0 0 0,3 5 0,-3-3 41,1 1-1,0-1 1,0 0-1,1 0 0,-1-1 1,1 1-1,0-1 1,0 0-1,0 0 1,1 0-1,-1 0 0,1-1 1,-1 1-1,10 2 1,-2-2-179,1-1 0,0-1 1,-1 0-1,22-1 1,-23 0-295,-8 0-2601,-2-2-2681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6899,'0'0'2732,"0"0"-1425,0 0-517,0 0 240,0 0 192,2 0-443,17 3-310,-1 0-1,1-2 1,0 0 0,0-1 0,20-3 0,3 1 111,111-10 574,-69 3-1783,1 5-4124,-84 4-55,-1 0-3652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4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1 235 8532,'0'0'1411,"0"0"-899,0 0-213,7-17 238,5-10-325,0 0 1,3 1 0,23-35 0,28-16 280,-66 93-2,-13 135 2722,0 11-839,24-175-4466,-7-15-3863,-2 18-933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14 8916,'0'0'1473,"0"0"-876,0 0-10,0 0 518,5 17-35,17 55-470,-21-68-579,0 0 0,0-1 0,1 1 0,-1-1 0,1 1 0,0-1 0,0 0 0,0 0 0,1 0 0,-1 0 0,0 0 0,1-1 0,0 1 0,0-1 0,0 1 0,0-1 0,0 0 0,0 0 0,5 2 0,-1-2 9,0-1 0,0 1 0,0-1 0,0-1 0,0 1 0,0-1 0,9-1 0,4 0 121,-19 1-147,0 0-1,0 0 1,0 0-1,0 0 1,0 0 0,0-1-1,0 1 1,0 0 0,0-1-1,0 1 1,0-1-1,0 1 1,0-1 0,0 1-1,-1-1 1,1 1 0,0-1-1,0 0 1,-1 0 0,1 1-1,0-1 1,-1 0-1,1 0 1,-1 0 0,1 0-1,0-1 1,0-1-30,0-1 1,0 1-1,0 0 0,-1 0 0,0-1 1,1 1-1,-1 0 0,-1-7 1,1 5-11,-1-1-1,0 1 1,0-1 0,0 1 0,-1 0 0,1-1 0,-1 1-1,-1 0 1,1 0 0,-6-8 0,1 8 63,0-1 1,0 1-1,-1 0 1,1 1-1,-1 0 1,0 0-1,-1 1 1,1 0-1,0 0 0,-1 1 1,0 0-1,0 0 1,1 1-1,-1 0 1,0 1-1,0 0 1,0 0-1,0 1 0,0 0 1,-8 3-1,14-3-109,1 0-1,-1 0 1,1 1-1,-1-1 0,1 1 1,0 0-1,0-1 1,0 1-1,0 0 1,0 0-1,0 0 0,1 1 1,-1-1-1,1 0 1,-1 1-1,1-1 1,0 1-1,0-1 0,-1 5 1,2 0-2442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5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5234,'0'0'582,"0"0"402,0 0 526,12 20-125,90 131 483,-72-105-1351,-1 2 1,-2 1 0,-2 1-1,-3 1 1,-2 1 0,25 101-1,-27-62 276,-3 1-1,-5 0 0,-2 124 0,-5-156-549,-2-41-201,0 1 1,-1-1-1,0 0 0,-2 1 0,-4 21 0,-6-22 480,7-13-1776,3-3-3341,2-6 195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6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6483,'0'0'1494,"0"0"-296,0 0 208,0 0 112,0 0-387,-8-4-169,4 1-916,6 2 360,377 1 2886,-378 0-3615,-1 0 199,0 1 0,0 0 0,0-1-1,0 1 1,0-1 0,0 1 0,-1-1-1,1 1 1,0-1 0,0 1 0,0-1-1,-1 1 1,1-1 0,0 1 0,0-1-1,-1 1 1,1-1 0,0 0 0,-1 1-1,1-1 1,-1 1 0,1-1 0,0 0-1,-1 1 1,1-1 0,-1 0 0,1 0-1,-1 1 1,1-1 0,-1 0 0,1 0-1,-1 0 1,1 0 0,-1 0 0,0 1-1,-1-1-132,-12 5-3358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7443,'0'0'1601,"0"0"-865,0 0 241,0 0 496,0 0-513,0 0-96,120 4-127,-81-4-17,2 0-16,3 0-159,-7 0-81,-5 0-320,-6-2-112,-4 0-32,-7 2-96,-2 0-1265,-13 0-2224,0-2-7412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7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6563,'0'0'2268,"0"0"-729,0 0-437,0 0-120,0 0-201,0 15-108,-4 93 1409,3 244 2236,6-316-4178,-5-34-177,1-1 1,-1 0-1,0 1 0,0-1 0,1 1 0,-1-1 1,1 0-1,-1 1 0,1-1 0,-1 0 1,1 0-1,0 1 0,0-1 0,-1 0 0,1 0 1,0 0-1,0 0 0,0 0 0,0 0 0,2 1 1,0-6-4513,-3-5 2225,0 7 1006,0-14-6373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8932,'0'0'1057,"0"0"655,0 141-335,0-81 144,0-3 95,5 0-511,1-6-401,5-12-416,0-6-240,-2-10 64,-3-7-112,1-6-48,-5-4-16,0-4-320,0-2-1136,-2 0-1138,0 0-1744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6483,'0'0'680,"0"0"-424,0 0 190,0 0 402,0 0 38,7 0-216,68-2 567,1-4 0,110-24 0,151-56 2119,-334 85-3367,-3 1-69,0 0-235,-19 1-5023,10 0-507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2:5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88 7892,'0'0'2097,"0"0"-1078,0 0-352,0 0 467,0 0 194,1-5-514,2-16-427,-2 16-219,-1 5 37,-7 65 291,50-65 211,-41-2-689,-1 1-1,1-1 1,0 0-1,-1 0 0,1 0 1,-1-1-1,0 1 0,1 0 1,-1 0-1,0-1 0,0 1 1,-1 0-1,1-1 1,0 1-1,-1-1 0,0 1 1,1-1-1,-1-4 0,0 4 14,1 0 0,-1 0-1,0 0 1,0 0-1,0 0 1,0 0-1,-1 0 1,1 0-1,-1 0 1,0 0 0,1 0-1,-1 0 1,-1 1-1,1-1 1,-3-4-1,2 5-30,0 0 0,0 1 0,0-1-1,0 1 1,-1 0 0,1-1 0,0 1-1,-1 0 1,1 1 0,-1-1 0,1 0-1,-1 1 1,0-1 0,1 1 0,-1 0-1,1 0 1,-1 0 0,0 0-1,1 0 1,-1 1 0,1-1 0,-1 1-1,0 0 1,1-1 0,-1 1 0,1 0-1,0 1 1,-1-1 0,1 0 0,0 1-1,0-1 1,0 1 0,0 0 0,0-1-1,0 1 1,0 0 0,1 0-1,-1 0 1,1 1 0,-1-1 0,1 0-1,0 0 1,0 1 0,0-1 0,0 1-1,0-1 1,1 1 0,-1-1 0,1 1-1,-1 5 1,1-7-3,0 1 0,0 0-1,0 0 1,0 0 0,0-1-1,0 1 1,1 0 0,-1 0 0,1 0-1,-1-1 1,1 1 0,0 0 0,-1-1-1,1 1 1,0-1 0,0 1-1,0-1 1,1 1 0,-1-1 0,0 0-1,0 1 1,1-1 0,-1 0 0,0 0-1,1 0 1,0 0 0,-1 0 0,1 0-1,2 0 1,3 1 16,0-1-1,0 0 1,0 0-1,1-1 1,-1 0 0,9-1-1,5 1 54,-20-1-56,0 0-1,0 0 0,0 1 1,-1-1-1,1 0 0,0 0 1,0 0-1,-1 0 0,1 0 1,0 0-1,-1 0 1,1 0-1,-1 0 0,0 0 1,1 0-1,-1 0 0,0 0 1,0 0-1,1 0 1,-1-1-1,0 1 0,0 0 1,0 0-1,0 0 0,-1-2 1,-3-34 117,1 33-193,0 0 0,0 0 0,0 1 0,0-1 0,-1 1 1,0 0-1,0 0 0,1 0 0,-2 0 0,1 1 0,0-1 0,0 1 0,-1 0 0,0 0 1,1 1-1,-1 0 0,0-1 0,1 2 0,-9-2 0,12 3-2597,1 4-2155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00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3922,'0'0'1115,"0"0"-616,0 0 192,0 0 750,0 0 34,8 5 99,0-4-1373,0-1 0,-1 0 0,1-1 0,0 1 0,0-1 1,0-1-1,0 0 0,11-3 0,36-7 361,-50 12-527,-1-1 1,1 1 0,0-1 0,0 1 0,0 1 0,0-1 1,0 1-1,7 1 0,-11-1-35,0 0 0,1-1 0,-1 1 0,0 0 0,0 0 0,1 0 0,-1 0 0,0 1 0,0-1 0,0 0 0,0 0 0,-1 1 0,1-1 0,0 0 0,0 1 0,-1-1 0,1 1 0,-1-1 1,1 1-1,-1-1 0,0 1 0,0 0 0,1-1 0,-1 1 0,0-1 0,-1 3 0,2 8 44,0 0 0,-2 0 0,1 1 0,-2-1 0,1 0 0,-2-1 0,-4 17 1,4-21-7,0-1 0,0 0 1,-1 0-1,0 0 1,0 0-1,-1-1 0,1 1 1,-1-1-1,0 0 1,-1 0-1,1-1 0,-1 0 1,-11 7-1,-5 0 97,15-8 182,15-9 199,-2 3-553,-1 0 0,1 1 0,-1-1 0,1 1 0,0 0 0,0 1 0,0-1 0,0 1 0,11 0 0,-15 1 23,0-1 0,1 2-1,-1-1 1,0 0 0,0 0-1,1 1 1,-1-1 0,0 1-1,0 0 1,0 0 0,1 0-1,-1 0 1,0 0 0,0 0-1,-1 1 1,1-1-1,0 0 1,0 1 0,-1 0-1,1-1 1,0 1 0,-1 0-1,0 0 1,1 0 0,-1 0-1,0 0 1,1 4 0,2 5 5,-1 0 0,0 1 0,-1-1 1,0 1-1,-1 0 0,-1 0 1,0-1-1,0 1 0,-4 20 0,3-30 28,0-1 0,0 1 0,0-1 0,0 0-1,0 0 1,0 0 0,0 1 0,-1-1 0,1 0-1,0 0 1,-1-1 0,1 1 0,-1 0 0,1 0-1,-1-1 1,1 1 0,-1-1 0,1 1-1,-1-1 1,0 0 0,-2 1 0,-43 2 295,40-2-295,-96-1-1343,101 0-2713,2-2-3680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00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 2929,'0'0'2815,"0"0"-1895,0 0-391,0 0 743,0 0 230,0 0-523,-5-1-296,-1-1 932,11 0-386,25 1 313,66 1-475,-66 0-701,339-5 1893,-192 2-3694,-9 1-7614,-185 2 3988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0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7043,'0'0'1401,"0"0"-267,0 0 37,0 0 85,0 0-167,3 2-291,-2-1-734,0 0 0,1 0 1,-1-1-1,0 1 0,1-1 1,-1 1-1,1-1 0,-1 1 0,1-1 1,-1 0-1,1 0 0,-1 0 1,1 0-1,-1 0 0,1 0 1,0 0-1,-1 0 0,1 0 0,-1-1 1,1 1-1,-1-1 0,0 1 1,1-1-1,-1 0 0,3-1 1,1-1 39,-1-1 1,1 0 0,-1 1-1,0-2 1,0 1 0,-1 0-1,6-8 1,3-8 289,-1 0 1,15-37-1,-22 169 628,-8 117 584,5-228-1658,-1 0-1,1-1 1,-1 1 0,1 0 0,-1-1-1,1 1 1,0-1 0,-1 1-1,1-1 1,0 1 0,-1-1 0,1 0-1,0 1 1,0-1 0,-1 0 0,1 1-1,0-1 1,0 0 0,0 0 0,0 0-1,-1 0 1,1 0 0,0 0-1,0 0 1,0 0 0,1-1 0,10 1-3429,-8 0 12,0 0-4108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01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64 9268,'0'0'2353,"0"0"-1486,0 0-525,0 0 562,0 0 460,-4 20-233,-3 6-844,3-12-157,1 0-1,0-1 1,1 1-1,0 0 1,1 25-1,1-36-105,1 1 0,-1-1 0,1 0 0,0 1 0,0-1 0,0 1-1,0-1 1,0 0 0,1 0 0,-1 0 0,1 0 0,0 0 0,0 0 0,0 0 0,1 0-1,-1-1 1,1 1 0,-1-1 0,1 0 0,0 0 0,0 0 0,0 0 0,0 0 0,0-1-1,0 1 1,0-1 0,1 0 0,-1 0 0,0 0 0,7 1 0,11 2 40,0-1 1,0-1 0,39-1 0,-45-1 16,-12-1-85,0 1 0,0 0 0,-1 0 1,1-1-1,0 0 0,-1 1 0,1-1 1,0 0-1,-1 0 0,1-1 0,-1 1 1,1 0-1,-1-1 0,0 0 0,0 1 1,0-1-1,0 0 0,0 0 0,0 0 1,0 0-1,0-1 0,-1 1 0,1 0 1,-1-1-1,0 1 0,0-1 0,0 1 1,0-1-1,0 0 0,0 1 0,-1-1 1,1 0-1,-1 0 0,0-5 0,1 2-17,-1-1-1,0 1 1,0 0-1,-1-1 1,0 1 0,0 0-1,-1-1 1,1 1-1,-1 0 1,-1 0-1,1 0 1,-1 0-1,0 1 1,-7-10-1,-2 1 80,-2 1 0,0 0 0,0 1 0,-1 1 0,0 0 0,-1 1 0,-26-12 0,31 16-23,0 2 1,0-1-1,-1 2 1,1-1-1,-1 2 1,1-1-1,-1 1 1,0 1-1,0 0 1,0 1-1,0 1 1,1-1-1,-14 4 1,24-4-44,0 1 0,0-1 0,0 1 0,0 0 0,0-1 0,0 1 0,0 0 0,0 0 0,0 0 0,0 0 0,0 0 0,0 0 0,1 0 0,-1 0 0,0 0 0,1 0 0,-1 0 0,1 1 0,-1-1 0,1 0 0,-1 0 0,1 1 0,0-1 0,0 0 0,0 3 0,-1 17-1615,2-3-4016,1-10-5628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06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5859,'0'0'2273,"0"0"-878,0 0-149,0 0-19,0 0-237,0 0-467,10 6-11,3-1-328,0 0 0,1-1 0,0-1 0,0 0 0,0-1 0,16 0 0,92-2 333,-57-2-396,-65 2-163,1-1 0,-1 1 0,0 0 0,1 0 0,-1 0 0,0 0 0,1 0 0,-1 0 0,1 0 0,-1-1 0,0 1 1,1 0-1,-1 0 0,0 0 0,1 1 0,-1-1 0,1 0 0,-1 0 0,0 0 0,1 0 0,-1 0 0,0 0 0,1 0 0,-1 1 0,0-1 0,1 0 0,-1 0 0,0 0 0,0 1 0,1-1 0,-1 0 0,0 0 0,0 1 0,1-1 0,-1 0 0,0 1 0,0-1 0,0 0 0,1 1 0,-1-1 0,0 0 0,0 1 0,0-1 0,0 0 0,0 1 0,0-1 0,0 0 0,0 1 0,0-1 0,0 1 0,0-1 0,0 0 0,0 1 0,0-1 0,0 1 0,-16 14-3842,3-9-181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0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3121,'0'0'1137,"0"0"272,0 0 170,0 0 147,0 0-173,9 1-326,251 4 2578,-164-5-5353,-95 0-1181,-1 0-2548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09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5090,'0'0'950,"0"0"-342,0 0 270,0 0 213,0 0-61,0 0-222,-4 2-74,4-2-712,-1 0-1,1 0 0,0 0 1,0 0-1,0 0 0,-1 0 1,1 0-1,0 0 1,0 0-1,0 0 0,-1 0 1,1 0-1,0 0 0,0 0 1,0 0-1,0 0 1,-1 0-1,1 0 0,0 0 1,0 1-1,0-1 1,0 0-1,0 0 0,-1 0 1,1 0-1,0 0 0,0 1 1,0-1-1,0 0 1,0 0-1,0 0 0,0 0 1,-1 1-1,1-1 1,0 0-1,0 0 0,0 0 1,0 1-1,0-1 0,0 0 1,0 0-1,0 0 1,0 1-1,0-1 0,0 0 1,0 0-1,0 0 0,1 1 1,-1-1-1,0 0 1,15 3 580,48-2-264,-6-1-176,-54 1-158,0 0-1,0 0 1,1 0 0,-1 1-1,0-1 1,0 1 0,0 0-1,0 0 1,-1 0 0,1 0-1,0 0 1,-1 1 0,1-1-1,-1 1 1,0 0 0,0 0-1,0 0 1,0-1 0,-1 2-1,1-1 1,-1 0 0,0 0-1,0 0 1,0 1-1,0-1 1,0 0 0,-1 1-1,0-1 1,1 1 0,-1-1-1,0 1 1,-1-1 0,1 1-1,-1-1 1,1 0 0,-1 1-1,0-1 1,0 0 0,-1 1-1,1-1 1,-1 0 0,1 0-1,-1 0 1,0 0 0,-3 3-1,-2-1 84,1-1 0,-1 1-1,0-1 1,-1-1 0,1 1-1,-1-1 1,1-1 0,-1 1 0,0-1-1,0-1 1,0 1 0,0-1-1,-14 0 1,22-1 108,0-2-189,0 0 0,0 1 1,0-1-1,0 1 0,1-1 1,-1 1-1,1-1 0,-1 1 1,1-1-1,0 1 0,-1-1 0,1 1 1,0 0-1,0-1 0,0 1 1,0 0-1,0 0 0,0 0 0,0 0 1,1 0-1,-1 0 0,0 0 1,2-1-1,2 0-9,-1 0 0,0 1 1,0-1-1,0 1 0,1 0 1,-1 0-1,0 1 0,9-1 0,-6 1-7,1 0-1,-1 0 0,0 1 0,0 0 1,1 0-1,-1 1 0,0 0 0,0 0 0,0 0 1,-1 1-1,10 6 0,-5-1-26,-1 1 0,0 1 0,-1-1 0,0 2 0,-1-1 0,0 1 0,8 15 0,-12-19 13,0 0-1,-1 0 0,0 1 1,0-1-1,0 1 1,-1-1-1,-1 1 0,1 0 1,-1 0-1,0 0 1,-1 0-1,0 0 0,-2 12 1,2-18 30,-1-1-1,0 1 1,0-1 0,0 0 0,1 1-1,-1-1 1,-1 0 0,1 0 0,0 0-1,0 0 1,0 0 0,-1 0 0,1 0-1,0 0 1,-1 0 0,1-1 0,0 1-1,-1-1 1,1 1 0,-1-1 0,-1 1-1,-38 8 166,34-8-119,-60 9 287,-132 2 0,164-21-30,34 8-376,0 1 0,-1-1-1,1 0 1,0 1 0,-1-1 0,1 0-1,0 0 1,0 0 0,0 0-1,0 0 1,-1 0 0,1 0 0,1 0-1,-1 0 1,0 0 0,0-1 0,0 1-1,1 0 1,-1-1 0,1 1 0,-1 0-1,0-3 1,1 2-2529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09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7748,'0'0'1005,"0"0"-247,0 0 456,0 0-70,0 0-383,0 0-92,28 1-23,179 4 493,78-20 723,3-1-1875,-288 16-82,1 0-1,0 0 1,0 0-1,0 0 1,0 0-1,0 0 1,0 0-1,-1 0 1,1 0-1,0 0 1,0 1-1,0-1 1,0 0-1,-1 1 1,1-1-1,0 1 0,0-1 1,-1 1-1,2 0 1,1 12-4622,-3-10 574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1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6275,'0'0'1950,"0"0"-715,0 0 89,0 0 92,0 0-327,14 8 362,-9-7-1371,-1-1 0,1 1-1,0-1 1,-1 0 0,1-1 0,-1 1 0,1-1-1,0 0 1,-1 0 0,1-1 0,-1 1 0,0-1-1,0 0 1,1 0 0,-1 0 0,-1-1 0,1 0 0,0 1-1,0-1 1,-1 0 0,0-1 0,5-4 0,7-8-46,-1-1 0,0 0 0,14-25 0,3-18 115,-30 59-173,-1 1-27,0 5-10,-11 144 1293,5-106-686,2 1 1,3 0-1,4 53 1,-3-94-538,1-1 0,-1 0 1,1 0-1,-1 0 1,1 0-1,0 0 0,0 0 1,0 0-1,0 0 1,0 0-1,0 0 0,1 0 1,-1 0-1,0-1 1,1 1-1,0-1 0,-1 1 1,1-1-1,0 1 1,3 1-1,-5-30-2904,0 19 2134,3-27-4950,-1 23-1804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1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53 10037,'0'0'1832,"0"0"-986,0 0-69,0 0 620,-2 21-7,-3 8-1010,2-16-246,0-1 0,2 1 0,0 0 0,0 0 0,1 0 0,2 20 0,-1-29-118,-1-1 0,1 1 0,0-1 0,0 1 0,0 0 0,1-1 0,-1 0 0,1 1 0,0-1 0,-1 0 0,2 0 0,-1 0 0,0 0 0,1 0 0,-1 0 0,5 3 0,-1-2 4,0 0 1,0 0-1,1-1 1,-1 1 0,1-2-1,0 1 1,-1-1-1,9 2 1,5 0 23,0-1 1,0-1-1,0-1 1,0-1-1,26-3 0,-44 3-56,0-1 0,-1 1 0,1-1 0,0 0 0,0 0 0,-1 1 0,1-1 0,0 0 0,-1 0 0,1-1 0,-1 1 0,0 0 0,1 0 0,-1-1 0,0 1 0,0-1 0,1 1 0,-1-1 0,0 0 0,-1 1 0,1-1 0,0 0 0,0 1 0,-1-1 0,1 0 0,-1 0 0,0 0 0,1-3 0,2-60-528,-3 50 511,-1 7 21,0-1 1,0 1-1,0-1 1,-1 1 0,-1 0-1,0 0 1,0 0-1,0 0 1,-1 0-1,0 1 1,0-1 0,-1 1-1,0 0 1,0 0-1,-1 1 1,0 0 0,0 0-1,0 0 1,-1 1-1,0 0 1,0 0-1,0 1 1,-1-1 0,0 2-1,1-1 1,-1 1-1,0 0 1,-1 1-1,1 0 1,0 0 0,-11 0-1,15 1 24,1 1 0,-1 0 0,1 0 0,-1 1 0,1-1 0,-1 1 0,1 0-1,-1 0 1,1 0 0,0 0 0,0 0 0,-1 1 0,1 0 0,0-1 0,0 1 0,0 0 0,1 1-1,-6 3 1,6-2-29,-1 0 0,1 0-1,0 1 1,0-1-1,1 0 1,-1 1 0,1-1-1,0 1 1,0 0-1,0-1 1,1 1 0,-1-1-1,2 9 1,-1-10-48,0 1 1,0-1-1,0 0 1,0 0-1,1 1 0,0-1 1,0 0-1,0 0 1,0 0-1,0 0 0,2 4 1,-2-6-144,0 0 0,0 0 0,0 1 0,0-1 1,1 0-1,-1 0 0,0 0 0,0 0 0,1-1 0,-1 1 1,1 0-1,-1 0 0,0-1 0,1 1 0,2 0 0,14 0-4299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11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4594,'0'0'1110,"0"0"-16,0 0 544,0 0-93,0 0-577,-6 15 841,6 0-1092,1 0 0,0 1 0,1-1 0,8 28 0,-1 3 460,-1 6-133,-2-7-54,19 68 1,-5-73-777,-20-40-257,0 0-280,0 0-907,-3 0-4959,-3-2-62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1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8404,'0'0'1304,"0"0"-543,0 0 117,0 0 55,0 0-260,6 8-113,0 2-275,0 1 0,0 0 0,-2 0 1,1 0-1,-1 1 0,-1-1 0,3 14 0,10 96 2363,-13-91-2294,0 1 0,2-1 0,1 0 0,13 37 0,-12-51-182,-6-14-7446,-5-13 2872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12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3938,'0'0'659,"0"0"-32,0 0 645,0 0 428,0 0-326,10 0 2232,44 0-2797,148-14 1283,50 1 13,-208 13-1855,-43 0-223,-1 0 117,0 0-21,0 0-30,0 0 9,0 0 122,0 0 13,0 0-127,0-6-4934,0 2 513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1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2065 59 6163,'0'0'1825,"0"0"-659,0 0-22,0 0-111,0 0-289,-12 0-277,-614-4 2847,102 3-3456,381 1 146,-140-7 8,244 3-63,-86-5-344,101 16 199,22-5 193,0-1 0,0 0 0,0 0 0,0 0 0,-1-1 0,1 1 0,0-1 0,0 1 0,-1-1 0,-3 1 0,4 1-11,-1 1 0,1 0-1,0 0 1,0 0 0,1 0 0,-1 0 0,0 1 0,1-1 0,-2 6-1,-7 389 35,7-90 158,-3-251 3,-19 84 0,4-31 39,-4 30 51,-11 80 124,-29 104-354,24-148 60,37-147-41,1 1 1,2 0-1,2 34 1,-1-10-130,0-54 91,0 0-28,0 0 17,0 32-128,1-32 108,-1 1 1,0-1 0,1 1-1,-1-1 1,0 1 0,1-1-1,-1 1 1,1-1 0,-1 1-1,1-1 1,-1 0 0,1 1-1,-1-1 1,1 0 0,-1 1-1,1-1 1,-1 0 0,1 0-1,-1 1 1,1-1 0,0 0-1,-1 0 1,1 0 0,0 0-1,-1 0 1,1 0 0,-1 0 0,1 0-1,0 0 1,24 0 135,-21-1-135,278-11 538,0-1-310,1304 7-119,-1352 2-101,-233 4 4,-1 0-1,0 0 1,0 0 0,1 0 0,-1 0-1,0 0 1,0 0 0,0-1 0,1 1-1,-1 0 1,0 0 0,0 0 0,0 0-1,1-1 1,-1 1 0,0 0 0,0 0-1,0 0 1,0-1 0,1 1 0,-1 0-1,0 0 1,0 0 0,0-1 0,0 1-1,0 0 1,0 0 0,0-1 0,0 1-1,0 0 1,0-1 0,0 1 0,0 0-1,0 0 1,0-1 0,0 1 0,0 0-1,0 0 1,0-1 0,0 1 0,0 0-1,0 0 1,0 0 0,-1-1-1,1 1 1,0 0 0,0 0 0,0-1-1,0 1 1,-1 0 0,1 0 0,0 0-1,0 0 1,0-1 0,-1 1 0,1 0-1,0 0 1,-10-12 62,-24-8 68,27 16-97,-1 0 0,1-1 0,0 0 1,-13-11-1,17 13-23,1 0 0,0 1 0,0-1 0,0 0 0,0 0 1,1-1-1,-1 1 0,1 0 0,0 0 0,0-1 0,0 1 0,0-1 0,0 1 1,1-1-1,0 1 0,0-6 0,-12-305 434,0 0 67,18 133-470,-1 83-64,-9-105 1,0 170-50,-2 1 0,-11-36 0,8 37 22,2-1 0,-6-45 1,7 17-372,-2 0 0,-4 1 0,-22-70 0,30 112 456,1 0-1,1-1 1,0 0-1,2 1 1,1-30-1,0 5 259,-1 38-273,-1 1-1,0-1 0,0 1 0,0 0 0,0-1 0,-1 1 0,1 0 1,-1-1-1,-2-2 0,1 2-3,1 0 0,0 0 0,0 0 0,1 0 0,-1 0 0,1-1 1,-2-5-1,2-3 26,2 9-7,-1 0 1,-1 0-1,1 0 1,0-1 0,-1 1-1,0 0 1,0 1-1,0-1 1,0 0-1,-1 0 1,0 0-1,-2-3 1,3 6 35,1 1-3,0 0-43,0 0-58,0 0-49,-34-9 17,-6-2 116,23 10-2605,16 2-288,1 6-1207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16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 5074,'0'0'1417,"0"0"-345,0 0 294,0 0 390,0 0-441,0 0-394,0 0-84,-11 0 2930,61 6-3125,0-3-1,85-5 0,-81 0-382,17-2-646,-51 2-1653,-50 3-752,12 5 1443,2-1-3643,13-5-291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03:17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4450,'0'0'1355,"0"0"158,0 0 200,0 0-120,0 0-318,5 1-363,26 4-313,1-2-1,-1 0 0,1-3 1,0 0-1,48-8 0,49 0 294,-85 8-713,-24 0-5504,-20 0 958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30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60 3057,'0'0'921,"0"0"-270,0 0-211,0 0 43,0 0-62,0 0-106,0 0-133,0 0 55,0 0 113,0 0 154,0 0 101,0 0-23,0 0-14,0 0-96,0 0 17,0 0-158,-12 0 3646,58 1-3923,-27 0-17,-1 0 0,1-1 0,-1-1 0,1-1 0,-1 0 0,1-2 0,27-8 0,-23 4-40,45-11-1,-10 5-3,-134 38-449,-72 21-416,86-29 711,40-9 335,0-2 1,0 0 0,0-2 0,-34 2-1,19 2 275,34-2 345,22-3-508,30-2-283,9 1-3,-1-2 0,1-2 0,105-21 0,-160 23 237,0-1-935,-2 2-2897,-1 0-695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30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49 336,'0'0'1110,"0"0"-480,0 0 205,0 0 242,0 0-55,0 0-243,-13 1 517,13 0 5263,43 0-6282,1-2-1,-1-2 1,0-2 0,67-15 0,-96 16-131,18-5-975,-29 4-1136,-19 1-1686,9 4 573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31.9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8 170 3922,'0'0'824,"0"0"-229,0 0 227,0 0 296,0 0-67,-7 8 3586,32-8-3948,14 1-258,0-1 1,0-2 0,0-2-1,0-1 1,64-18-1,189-51 644,-195 53-920,37-16 339,-81 25-457,-53 12 22,0 0-38,0 0 43,0 0 22,0 0 4,-15 0 9,-3 1-881,1 1 0,-1 0 0,1 2 0,0 0 1,-33 12-1,-6 2-4350,36-12 1586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39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1980 4386,'0'0'1137,"0"0"-142,0 0 192,0 0 136,0 0-256,0 0-274,-19 0 2686,34 0-3429,27 1 138,0-2-1,0-1 0,-1-3 0,48-11 1,51-30-97,5-2-25,-126 42-46,-1-1 1,0-1-1,26-14 0,-29 13 21,2 1 0,-1 1 0,1 0 0,21-5 0,45-12 61,-54 15-61,0 1 1,33-5-1,-57 13-24,2-1-10,0 1 0,-1-1 1,1 0-1,-1-1 0,0 0 0,1 0 1,-1 0-1,0 0 0,0-1 0,8-5 0,40-10-20,15-12 277,107-62 0,-27 23-282,-10 5 34,31-26 34,-103 56-43,-49 27 32,-1-2 0,0 0 1,0-1-1,14-12 0,-5 4-30,0 1 0,48-22-1,-29 16 49,29-29 89,-59 39-130,1 2 0,0 0 1,27-14-1,25-24 114,-36 28-62,30-27 0,-5 4-1,48-42 80,-15 6-92,16-10-36,-94 79 28,0 1 0,19-24-1,7-6-41,-6 12 32,1 1 0,59-35 1,-86 57-20,0 0 1,0 0-1,-1 0 1,0-1-1,0 0 1,5-7-1,-5 6-17,-1 1 0,1 1 0,0-1-1,1 1 1,-1-1 0,1 2 0,8-7 0,-10 9 1,0-1 1,0 0 0,-1 0 0,1-1 0,-1 1 0,1-1-1,-1 0 1,3-4 0,-4 4-10,1 0 0,-1 1-1,1 0 1,0-1 0,0 1-1,0 0 1,0 0 0,1 1-1,-1-1 1,1 1 0,0 0 0,4-2-1,-2 1 13,0 0 1,0-1-1,-1 1 0,1-1 0,-1-1 0,0 1 0,0-1 1,0 1-1,0-1 0,-1-1 0,0 1 0,0-1 0,-1 1 1,5-10-1,-4 7-11,1 1 1,0 0 0,0 0-1,0 0 1,1 0 0,0 1-1,0 0 1,7-5 0,52-52 5,-59 57 24,-4 4-26,0-1 0,0 1 0,0 0 1,1 0-1,-1 0 0,1 0 0,-1 1 0,1-1 1,0 1-1,-1-1 0,6 0 0,-4 1-35,-1 2-105,-3 10 54,-2-1 96,-1-1 0,0 1 0,0 0 0,-1-1-1,0 0 1,-1 0 0,0 0 0,-1 0 0,0-1-1,0 0 1,-11 12 0,-21 23 34,28-30-40,-1 0 0,0 0 0,-1-1 0,0-1 0,0 0 0,-2 0 0,-21 12 1,28-19 2,1 0 0,-1 1 0,1 0 0,0 0 0,0 0 1,-9 11-1,10-10-7,-1 0-1,0 0 1,0 0 0,-1-1 0,1 0 0,-15 8 0,5-4 16,1 0 0,1 0 1,0 2-1,0 0 0,-12 13 1,10-9 1,-1-1 1,-25 17 0,-94 66-87,26-15 15,-13 15 118,86-66-54,17-16 1,-1-1 1,-1 0-1,-42 17 1,37-18 0,0 1-1,-28 20 1,-64 35 91,41-21-131,48-31 22,0 2-1,-42 35 1,56-42 19,0-1 0,0-1-1,-1 0 1,-23 9 0,-21 12-26,36-14-11,-37 32-1,40-30 30,-42 26 1,-52 23 37,34-23-84,51-26 11,-1-2-1,-34 13 1,-197 71 154,96-21-105,136-64-17,20-10-1,-46 25 22,-1-3 0,-82 27 0,125-51-30,1-2 0,-1 0 0,0-1 0,-21 0 0,-39 3-21,-18 8 31,63-10 1,0 2 0,0 1 0,-31 10-1,46-11-5,0-1 0,0 0-1,-1-2 1,-23 1-1,24-2-1,0 1 0,1 0 0,-1 1 0,-27 7 0,-15-2-1,59-5-2290,5 0-3446,2-2-4068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3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3442,'0'0'1467,"0"0"-581,0 0-78,0 0 16,0 0-165,0 0-208,0 0-21,0 0 47,0 4 148,2 195 1554,-2-197-2154,1 1-1,0 0 1,0-1-1,-1 1 1,2-1-1,-1 1 1,0-1-1,0 1 1,1-1-1,0 0 1,-1 0-1,1 0 1,0 0-1,0 0 1,0 0-1,0 0 1,0-1 0,1 1-1,-1-1 1,0 1-1,1-1 1,-1 0-1,1 0 1,-1 0-1,1 0 1,0 0-1,-1-1 1,1 1-1,0-1 1,-1 0-1,4 0 1,-1 1-5,-1-1 1,0 0 0,0 1-1,1-2 1,-1 1 0,0 0-1,1-1 1,-1 0 0,0 0-1,0 0 1,0 0 0,0-1-1,0 0 1,0 0 0,0 0-1,0 0 1,-1 0 0,1-1-1,4-4 1,-3-1-3,-1 1 1,0-1-1,-1 0 0,0 0 0,0-1 0,0 1 0,-1-1 1,0 1-1,-1-1 0,0 0 0,0-9 0,-1-18 72,-4-44 0,0 62-141,-1 23-162,-2 29 106,5-16 111,1 0 1,1 0-1,1 0 1,0-1-1,1 1 1,1 0-1,1-1 1,0 1-1,1-1 1,1 0-1,1-1 1,16 30 0,8 4 44,-20-35-21,0 2 0,-2 0 1,1 0-1,-2 1 0,-1-1 0,0 2 0,5 20 0,-12-38-6,0 0 0,0 0-1,0-1 1,0 1 0,0 0 0,0 0-1,0-1 1,0 1 0,0 0-1,-1 0 1,1-1 0,0 1-1,-1 0 1,1-1 0,0 1-1,-1 0 1,1-1 0,-1 1 0,1 0-1,-1-1 1,1 1 0,-1-1-1,1 1 1,-1-1 0,1 1-1,-1-1 1,0 1 0,1-1 0,-2 1-1,-30 6 412,-41-9 20,65 1-405,4 0-16,-1 0-1,1 0 0,0 0 1,0-1-1,-1 1 1,1-1-1,0 0 1,-4-4-1,7 6-133,0-1-1,0 1 0,0-1 0,0 1 0,0-1 1,0 1-1,1-1 0,-1 0 0,0 1 0,0-1 1,1 0-1,-1 0 0,1 0 0,-1 0 1,0 1-1,1-1 0,0 0 0,-1 0 0,1 0 1,-1 0-1,1 0 0,0 0 0,0 0 0,0 0 1,0 0-1,-1 0 0,1 0 0,1 0 0,-1-1 1,0 1-1,0 0 0,0 0 0,0 0 1,1 0-1,-1 0 0,1 0 0,-1 0 0,0 1 1,1-1-1,0 0 0,0-1 0,8-5-3971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3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 6419,'0'0'1969,"0"0"-947,0 0-369,0 0 169,0 0-48,11-2 696,147-18 1899,-155 19-3611,16-1 873,-15 2-1264,-8 2-2127,-8 3-761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3.8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3746,'0'0'1737,"0"0"-305,0 0 116,0 0-4,0 0-397,9 2-279,14 3-38,-1-2 0,1 0 0,38-1 1,1-2-2493,-26-1-2849,-32 1-417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4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 6355,'0'0'1374,"0"0"-873,0 0-231,0 0 464,0 0 410,0 0-448,-3 4-421,-7 12-108,1 1-1,1 0 1,1 0-1,0 1 1,-5 20 0,-8 22 175,-7 8-58,-60 104 0,76-161-5478,11-20-1574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4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4418,'0'0'1113,"0"0"-241,0 0 585,0 0 53,0 0-248,8 9-158,8 14-730,-2 1 0,0 1 0,-1 0 0,-2 1 0,14 45 0,-19-50-222,-3-10-114,-1-1-1,2 1 0,-1-1 1,2 1-1,-1-1 0,1 0 0,1-1 1,0 1-1,14 16 0,-19-25-104,0 0 0,0 0 1,0-1-1,0 1 0,1 0 0,-1-1 0,0 1 0,1-1 0,-1 1 0,0-1 0,1 1 0,-1-1 0,0 0 1,1 0-1,-1 0 0,1 0 0,-1 0 0,1 0 0,-1 0 0,0 0 0,1-1 0,-1 1 0,1 0 0,-1-1 0,0 1 1,0-1-1,1 0 0,-1 1 0,0-1 0,0 0 0,0 0 0,1 0 0,-1 0 0,0 0 0,0 0 0,1-1 1,1-9-2856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5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5218,'0'0'1388,"0"0"-849,0 0-121,0 0 276,0 0-54,59-17 2989,-57 17-3617,-1-1 0,0 0 0,1 1 0,-1 0 0,1-1 0,-1 1-1,1 0 1,-1 0 0,1-1 0,-1 1 0,1 1 0,-1-1 0,1 0 0,-1 0 0,0 0 0,1 1 0,-1-1 0,1 1 0,-1-1 0,0 1 0,1 0 0,-1-1 0,0 1 0,1 0 0,-1 0 0,0 0 0,0 0 0,0 0 0,0 0 0,0 0 0,0 0 0,0 0-1,0 1 1,0-1 0,-1 0 0,1 1 0,0 1 0,0 3-2,0 1 0,0 0 0,-1 0 0,0-1 0,-1 1 0,1 0-1,-3 10 1,1-10 10,0 0 1,-1-1-1,1 1 0,-1-1 0,0 1 0,-1-1 0,-6 9 0,-13 27 59,70-38 15,-1 2 244,-3-1-3731,-36-5-590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5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6771,'0'0'2532,"0"0"-1513,0 0-773,0 0 79,0 0 257,0 0 58,0 15-19,-1 17-446,0 72 708,2-91-772,0 0 0,0-1 0,1 1 0,1 0 0,8 23 0,-7-29-70,0 1-141,-3-2-3493,-1-6-812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5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 4738,'0'0'907,"0"0"-253,0 0 240,0 0-30,0 0-98,23-9 1384,37 3-1748,92-23-1,-146 28-779,14-7-2790,-16 4-868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1:46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0 190 7123,'0'0'1569,"0"0"-1161,0 0-202,0 0 586,0 0 513,1 0-1200,0 0 0,0 0 0,-1 0 0,1 0 0,0 0 0,0 0 1,-1 0-1,1-1 0,0 1 0,-1 0 0,1-1 0,0 1 0,-1 0 1,1-1-1,0 1 0,-1-1 0,1 1 0,-1 0 0,1-1 0,-1 0 0,2 0 1,18-46 84,17-63 0,-29 84-208,-8 26 9,0 0-1,0 1 0,1-1 0,-1 0 0,0 0 0,0 0 0,0 0 1,0 0-1,0 0 0,0 0 0,0 0 0,0 0 0,0 0 0,1 1 0,-1-1 1,0 0-1,0 0 0,0 0 0,0 0 0,0 0 0,0 0 0,0 0 1,1 0-1,-1 0 0,0 0 0,0 0 0,0 0 0,0 0 0,0 0 0,0 0 1,1 0-1,-1 0 0,0 0 0,0 0 0,0 0 0,0-1 0,0 1 1,0 0-1,0 0 0,1 0 0,-1 0 0,0 0 0,0 0 0,3 27 57,-2 36 378,2-10 255,13 81 0,-7-77-205,-9-53-455,0 1-27,2-2-3311,-2-3-3789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0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2145,'0'0'1499,"0"0"-584,0 0 182,0 0 229,0 0-35,0 0-338,0 0-172,13 1 3050,36 3-2422,584-9 1638,-600 3-3021,0-1 0,43-10 0,-43 6 84,1 2 0,45-1 0,-33 6-47,58-1 35,145 18 0,-144 7-117,-69-17-4,27 2-1411,-66-9-2029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16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87 118 4354,'0'0'1121,"0"0"18,0 0 80,0 0-3,0 0-231,0 0-329,-11-10 2012,-47 12-1397,56-2-683,5 0-54,26-2 109,87-4 294,92-7 402,-168 10-1028,0 2 1,40 4-1,-45-1-122,1-1 1,68-7-1,26-21-22,-76 14-117,86-10 0,99 20 179,-136 4-141,-97 0-81,-1 0 0,1 0 0,-1 1 1,1-1-1,-1 1 0,0 0 0,0 0 0,0 1 0,0 0 0,8 5 0,-6-3-8,-1-1 1,1 0-1,0-1 0,0 1 0,1-1 0,9 2 0,234 26 178,-131-20-122,-36-6-54,1-3 0,95-12 0,35 0 7,109 10 109,-304 2-139,0 1-1,25 7 1,35 3 95,-41-10-51,234 21-10,-219-16-25,0-2 0,0-3-1,62-4 1,-97-2 33,-1 0 1,0-2-1,29-11 0,6-1-48,-52 17 30,0 0 0,0 0-1,0 0 1,0-1 0,0 1-1,0 0 1,0 0-1,0-1 1,0 1 0,0 0-1,0-1 1,0 1 0,0-1-1,0 1 1,0-1-1,0 0 1,-1 1 0,1-1-1,0 0 1,0 1 0,-1-1-1,1 0 1,-1 0-1,1 0 1,0-1 0,-2 1-12,0 0 0,-1 0 0,1 0 0,0 0 1,-1 0-1,1 0 0,-1 1 0,1-1 0,-1 0 1,1 1-1,-1-1 0,1 1 0,-1-1 0,0 1 0,-1 0 1,-60-5-631,53 5-935,41 0 511,10 0 568,-29 0 1828,-43 0-615,-188 10-491,0 25-95,175-29-169,14-2 349,0-1-1,0-1 0,-35-3 0,3-3-233,-42-5 193,97 8-269,-71-12 116,-140-6 0,83 9-69,-42-5 77,-72 10-125,221 4 19,1-2 0,-27-6 0,-32-4 23,-284 3-69,134 31 25,-322-17-66,114-4-235,292 14 199,145-9-211,-8 1 304,14-6 9,62 7-65,-12-4 102,-1-2-1,92-11 1,19 0-64,-98 10-8,197 8 68,-147-1 52,168-12-1,-63-1 212,1528 11-211,-1630 8-115,276-13 133,-390 0-61,0 0 35,0 0-22,0 0 11,0 0 118,0 0 15,0 0-90,0 0-11,0 0-11,0 0-122,33-20 757,-37 12-812,3 4-154,14 3 320,-34-11-298,-28 8 225,0 2 1,-59 4-1,15 0-96,-83-3 77,-183 3 55,323 0-25,-35 3 62,0-3 0,0-3 0,0-3 0,-72-14 0,-91-13-56,-122 13-60,-22 22 34,126 5 5,-8-12 36,-237 4-61,264 24-28,229-25 16,3 0 13,1 0-31,0 0 127,0 0-48,0 0 30,0 0-102,-30 5 44,22-1-5441,8 4 1865,0-5 976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1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1 581 1601,'0'0'3791,"0"0"-1764,0 0-530,0 0-88,0 0-302,0 0-336,0 0-403,0 0-98,0 0-132,0 0-95,0 0 10,0 0-7,0 0-4,19-2 420,64-30-185,105-34-207,675-131 386,-771 182-466,-2 2-28,141-40 1,-198 40 54,-1-2 1,-1-1 0,-1-1 0,36-26 0,-27 17-21,47-23-1,-85 48 8,1 0 0,0 0 0,0 0 0,-1 0 0,1 0 0,0 0 0,0 1 0,0-1 0,0 1 0,0-1 0,0 1 0,0 0 0,0 0 0,0 0 0,4 0 0,-5 1 38,0 1-1,0-1 0,0 0 1,0 1-1,-1-1 0,1 1 1,0-1-1,-1 0 0,1 1 1,-1 0-1,1-1 0,-1 1 1,0-1-1,0 1 0,0 3 1,2 8 241,1 17 26,3 24 125,-6-52-423,1 0-1,-1 0 1,1 0-1,-1 0 0,1 0 1,0 0-1,0 0 1,0 0-1,0 0 1,0-1-1,0 1 0,0 0 1,1 0-1,-1-1 1,1 1-1,-1-1 1,1 0-1,3 3 0,-4-3-9,0-1 0,0 1-1,0-1 1,0 1-1,1-1 1,-1 1 0,0-1-1,0 0 1,0 1-1,1-1 1,-1 0 0,0 0-1,0 0 1,1 0 0,-1 0-1,0 0 1,0-1-1,1 1 1,-1 0 0,0 0-1,0-1 1,0 1-1,0-1 1,1 1 0,-1-1-1,0 0 1,0 1-1,0-1 1,1-2 0,0 1 1,0 0 1,-1-1 0,0 0 0,0 1 0,0-1 0,0 0 0,0 0 0,0 1 0,-1-1 0,0 0 0,1 0 0,-1-4 0,0-2 1,0 1 0,-1 0 1,0-1-1,0 1 1,-1 0-1,0 0 1,0 0-1,-6-13 1,7 20-10,-1-3 7,0 0 0,-1 1 0,1-1 0,-1 1 0,1 0 0,-1-1 0,0 1 0,0 0 0,0 1 0,-1-1 0,1 1 0,-7-4 0,10 6-61,0 0-8,2 16-170,0-12 231,0 0 1,0 0-1,0 0 1,1 0-1,0 0 0,-1-1 1,1 1-1,1-1 1,-1 0-1,0 0 0,1 0 1,0 0-1,0 0 1,6 2-1,0 1 30,0-1 0,1-1-1,0 0 1,19 5 0,-29-7 416,-9 1-232,-12 2-77,-60-1-68,48-3-107,0 1 0,-36 8-1,62-6-232,5-4-5715,4 0-3076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19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6419,'0'0'1475,"0"0"-328,0 0-416,0 0-82,0 0 279,-4 18-247,-10 57-212,13-69-417,0 0-1,1-1 1,-1 1 0,1 0-1,1 0 1,-1-1 0,1 1-1,0 0 1,0-1 0,1 1-1,-1-1 1,1 1 0,1-1-1,-1 0 1,1 0 0,0 0-1,0 0 1,0 0-1,1-1 1,-1 1 0,1-1-1,0 0 1,1 0 0,4 3-1,-1-1-13,0-1-1,1 0 1,-1-1 0,1 0-1,0 0 1,0-1-1,0 0 1,1-1-1,-1 0 1,1 0-1,-1-1 1,13 0 0,-21-1-29,0 0 0,0 0 0,0-1 1,0 1-1,-1 0 0,1 0 0,0-1 1,0 1-1,0 0 0,0-1 0,-1 1 1,1-1-1,0 1 0,0-1 0,-1 1 1,1-1-1,0 0 0,-1 1 0,1-1 1,-1 0-1,1 1 0,-1-1 0,1 0 1,-1 0-1,1 0 0,0-1 0,4-33 139,-5 25-115,-1 1 0,0-1 1,0 1-1,-1-1 1,-4-10-1,0 7 130,-1 0 0,0 0 0,-1 0 0,0 1 0,-1 1 0,-1-1 0,1 1 0,-21-16 0,32 38-253,3 3 165,2 1 1,0-1 0,0 0-1,2-1 1,-1 0-1,2 0 1,11 12 0,-4-4 46,24 39 0,-37-53-73,-1 0 0,1 1-1,-1-1 1,0 1 0,-1 0 0,0 0-1,0 0 1,-1 0 0,1 16-1,-6-22-34,0-1 0,0 1-1,0-1 1,0 1 0,0-1-1,0-1 1,-8 2-1,10-2-31,-28 3-632,10-2-6221,20-1 570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19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7732,'0'0'1955,"0"0"-800,0 0-106,0 0 106,0 0 19,6-2-521,15-6-340,2 2 0,-1 0-1,1 2 1,0 0 0,25 0-1,36-6 275,-67 8-4562,-17 2-646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19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5234,'0'0'1537,"0"0"-993,0 0 1201,0 0 96,0 0-432,0 0-321,0 0-336,91 10-15,-62-13-305,-1-2 96,-3 2-416,1-1-80,2 3 48,-4-1-160,3 0-128,-1 1-1088,-20-1-1538,1 2-3280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20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83 157 6739,'0'0'1409,"0"0"338,0 0-381,0 0-304,0 0-51,9 16-408,29 51-101,-35-63-450,0 0 0,0 0 1,0 0-1,0-1 0,1 1 1,-1-1-1,1 0 1,0 0-1,0 0 0,0-1 1,0 0-1,0 1 0,1-1 1,-1-1-1,1 1 1,-1 0-1,1-1 0,0 0 1,0 0-1,-1-1 0,1 1 1,0-1-1,0 0 1,0-1-1,7 0 0,-4 0-13,0-1 0,0 0-1,0 0 1,0-1 0,-1 0 0,1 0-1,-1-1 1,0 0 0,0 0-1,0-1 1,0 0 0,7-8-1,-8 7-16,0-2 0,-1 1-1,1 0 1,-2-1-1,1 0 1,-1 0 0,-1-1-1,1 1 1,-1-1-1,-1 0 1,0 1 0,0-1-1,0 0 1,-1-1-1,-1 1 1,0 0 0,0 0-1,0 0 1,-1 0-1,-3-12 1,2 18 30,0 0-1,1 0 1,-1 0-1,0 0 1,-1 0 0,1 1-1,-1-1 1,1 1 0,-1-1-1,0 1 1,1 0-1,-1 0 1,0 0 0,-1 1-1,1-1 1,0 1-1,0-1 1,-1 1 0,1 0-1,-1 0 1,1 1 0,-7-1-1,-9-2 80,0 2 1,-36 1-1,45 0-135,-4 2 5,0 0 1,0 0 0,0 1 0,0 1-1,0 0 1,0 1 0,-13 8-1,18-9-75,0 1 0,0 0 0,0 0-1,1 1 1,0 0 0,0 0 0,0 1-1,1 0 1,0 1 0,-10 13 0,15-16-1877,2-4-1351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31.84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86 25 3314,'0'0'976,"0"0"-250,0 0-3,0 0 176,0 0 10,0 0-260,0 0-25,0 0-5,0 0 125,0 0-79,0 0-86,0 0-145,-24-25 4729,35 181-4526,-7 147-402,2-182-178,-2-80-27,-2 0 0,-2 0-1,-6 53 1,-3-43 108,-19 60-1,18-74-33,2 0-1,2 1 1,1-1-1,2 1 1,2 52 0,0-63-95,1 0 1,2 0-1,1 0 1,1 0-1,1 0 1,11 32-1,-6-24 23,12 69-1,-12-44-11,-5-29-147,-2-1 0,-1 53 0,-4-95 131,1 0 0,0 0 0,1 0 1,2-15-1,5-16 30,-2 0 0,-2 0 0,-2 0 1,-5-51-1,-2 46 33,-20-77 0,14 73 52,-6-38-40,-10-116 0,24 155-96,-2-10 57,2 0 0,9-114 1,30 16-63,-30 63 39,-5 68-26,2 0-1,0 0 1,7-29-1,-1 22 23,-3 0 1,-1 0-1,0-52 0,-4 87 25,0 0-49,0 0 27,0 0-51,0 0-29,4 59 327,-3-15-158,6 33-73,-5 104-1,-3-106-19,12 113-1,4-15 20,-9 265 1,-9-239 43,2-178-65,-1 0 0,-1 0-1,-11 38 1,7-34 16,-7 50 0,7 49 6,-18-58-10,17-80 117,0-12-62,-2-57-65,4-1 0,6-96 0,0 86-72,4 114 38,3 22-41,3 50 1,-10-47-212,1-17-393,-1-1 0,-1 0-1,-1 1 1,-9 38 0,11-64-1929,0-2-1758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33.72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65 80 3073,'0'0'838,"0"0"-155,0 0 286,0 0 132,0 0-140,0 0 13,0 0 79,0-4-258,0-3-485,-1 3-129,1 0 0,0-1 1,0 1-1,0 0 1,0 0-1,1 0 1,-1 0-1,1 0 1,0 0-1,0 0 0,1 0 1,-1 0-1,1 0 1,0 1-1,3-5 1,-4 32 3028,-1-11-3056,-3 42-498,-3-1-1,-3 1 1,-1-1 0,-31 89 0,35-132-560,2-2-1156,2-5-2924,2-4 862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34.14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15 1 3954,'0'0'1088,"0"0"-509,0 0 235,0 0 499,0 0-49,-9 0-244,4 0-883,6 2 1003,12 5-904,0 1 1,0 1-1,-1 0 0,0 1 0,0 0 0,-1 0 0,-1 2 1,0-1-1,0 1 0,-1 1 0,11 20 0,12 13 65,-29-42-355,-1 0 0,1-1 0,0 1 0,1-1 0,-1 1 0,1-1 0,-1 0 0,1 0 0,0-1 0,0 1 0,0-1 0,1 0 0,-1 0 0,0 0 0,1-1 0,-1 1 0,1-1 0,0 0-1,8 0 1,-13-1-2045,0 0-2074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34.50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56 5635,'0'0'2966,"0"0"-1704,0 0-632,0 0 42,0 0 78,6-5 10,1-1-743,2 0 0,-1 1 1,1 0-1,0 0 0,0 1 0,0 0 0,0 1 1,1 0-1,-1 0 0,1 1 0,0 0 0,0 1 0,0 0 1,0 0-1,14 2 0,-24-1-501,3 0 687,-2 0-5495,-1 0-1637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34.83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19 3105,'0'0'731,"0"0"166,0 0 55,0 0 107,0 0-61,3 4 43,-2-3-958,0 0 1,0 0 0,0-1 0,0 1-1,0 0 1,0 0 0,0 0-1,0-1 1,0 1 0,1 0 0,-1-1-1,0 1 1,1-1 0,-1 0 0,0 1-1,1-1 1,-1 0 0,0 0-1,1 0 1,-1 0 0,0 0 0,1 0-1,1-1 1,34-19 1414,-37 20-1486,3-1 49,-1-1 1,0 1 0,0 0 0,1 0-1,-1 0 1,1 1 0,-1-1 0,1 1-1,-1-1 1,5 1 0,10-3-2430,-17 3-1122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35.31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0 126 5955,'0'0'2153,"0"0"-1428,0 0-418,0 0 526,0 0 250,8 6-499,-6-4-574,3 3 55,0-1 1,1 1 0,-1-1 0,1 1-1,0-2 1,1 1 0,-1-1-1,1 0 1,-1 0 0,1-1-1,0 1 1,0-2 0,0 1-1,14 1 1,-16-4-57,-1 1 1,0 0-1,1-1 1,-1 0-1,0 0 0,0 0 1,1 0-1,-1-1 0,0 0 1,0 0-1,-1 0 1,1 0-1,0 0 0,-1-1 1,1 0-1,-1 0 0,0 0 1,0 0-1,0 0 1,0 0-1,0-1 0,-1 0 1,0 1-1,1-1 0,-2 0 1,1 0-1,0 0 1,-1 0-1,1 0 0,-1-1 1,-1 1-1,1 0 0,0-1 1,-1 1-1,0 0 1,0-1-1,0 1 0,-2-7 1,1 8-15,0 1 1,0-1-1,-1 0 1,1 0-1,-1 1 1,0-1-1,0 1 1,0-1-1,0 1 1,0 0-1,0 0 1,0 0-1,-1 0 1,1 0-1,-1 1 1,0-1-1,1 1 1,-1-1 0,-5 0-1,0-2 145,0 0 1,-1 1-1,0 1 0,1-1 1,-15-1-1,21 4-97,0 0 0,0 0 0,0 1 1,0-1-1,0 0 0,0 1 0,1-1 0,-1 1 0,0 0 1,0 0-1,0 0 0,1 0 0,-1 0 0,0 0 0,1 0 1,-1 0-1,1 1 0,0-1 0,-1 0 0,1 1 1,0-1-1,0 1 0,0 0 0,0-1 0,0 1 0,0 0 1,0 0-1,0 0 0,1-1 0,-1 1 0,1 0 0,-1 3 1,-1 8-1089,0 0 1,1 0 0,0 22-1,1-34 909,0 2-4453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41.13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1633,'0'0'1174,"0"0"-697,0 0-167,0 0 285,0 0 282,0 0-258,0 0-277,0 0-123,0 0 69,0 0 99,0 0 45,0 0 8,0 0-72,0 0-53,0 0-107,0 0-77,0 0-91,0 0-14,0 0-7,0 0-8,0 0-17,0 0 22,0 0 24,0 33 779,1-11-248,1-1 0,9 39 0,4 31 326,-14-56-510,-2-19-98,2-1 0,0 0 1,7 30-1,-7-43-225,-1-1-26,0-1-20,0 0-7,0 0-14,0 0 27,0 0 11,0 0 0,0 0-19,4 1-5445,-4 1 1680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42.07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40 0 5346,'0'0'777,"0"0"-78,0 0 88,0 0 115,0 0-225,0 12 2316,0 39-1869,4 55 605,-1-55-704,-6 78 1,1-114-867,-2 0-1,0 0 1,0-1-1,-2 0 1,0 0-1,-7 14 1,10-25 15,2-3-8373,1-1 1182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43.02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2641,'0'0'2028,"0"0"-900,0 0-349,0 0 75,0 0-222,0 0-183,0 0-177,0 35 1947,3 181 1056,-1-108-3748,-1 1-3924,-1-108-2257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43.80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 1 3970,'0'0'1144,"0"0"4,0 0 119,0 0-40,0 0-205,-13 0 811,9 17-1508,1 1 0,0 0 1,2-1-1,0 1 0,2 18 1,-1-20-91,0 196 1196,0-123-4953,0-88-397,2-1-2797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44.65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17 63 2321,'0'0'363,"0"0"168,0 0 74,0 0 124,0 0-158,0 0-120,-1-10-51,2 0-295,0 6-56,-1 1 1,0-1-1,1 1 1,-2-1 0,1 1-1,0-1 1,-1 1 0,1-1-1,-1 1 1,-2-5 0,2 9 3907,0 17-2503,1 15-1313,2 18 692,-2-1 1,-7 57 0,3-59-620,4-47-325,-1 26 397,1-26-417,0 0 0,0-1-1,0 1 1,0 0 0,0 0 0,0-1-1,0 1 1,0 0 0,0 0 0,0-1-1,1 1 1,-1 0 0,0-1-1,0 1 1,1 0 0,-1-1 0,0 1-1,1 0 1,-1-1 0,1 1 0,-1 0-1,1-1 1,-1 1 0,1-1-1,-1 1 1,2 0 0,0-1-5402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45.28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4754,'0'0'1574,"0"0"-419,0 0-261,0 0 93,0 0-229,13 27 1075,-7 19-1092,-1 0 0,-2 0 0,-6 79 0,1-24-112,2-43-3769,0-57 723,0-1-1299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46.72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3970,'0'0'819,"0"0"-24,0 0 171,0 0 237,0 0-160,0 0-85,0 16 4148,0 61-5007,0 198 957,4-257-1388,-1-6-2860,-1-8-1103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47.37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6179,'0'0'1339,"0"0"-448,0 0 43,0 0 234,0 0-348,0 0-410,0 17 500,0 126 185,0-48-3967,0-95-991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5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76 1265,'0'0'3004,"0"0"-1465,0 0-205,0 0 152,0 0-310,0 0-239,-20-5 2947,203-8-2507,-126 10-706,-1-2 0,0-3 0,100-27 0,-107 28-572,-48 7-169,-1 0 20,0 0 95,0 0 104,0 0-98,0 0-80,26 0-6414,-19 0 440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2:5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6 944,'0'0'1783,"0"0"-836,0 0-94,0 0-84,0 0 42,0 0 93,0 0-90,0 0-240,0 0-156,0 0-52,0 0 154,0 0 40,0 0-69,0 0-109,0 0-102,36 0 472,72-3-241,-42 1 73,115 10-1,-157-6-623,-14-1-171,0 0 0,1 0-1,-1 1 1,16 6 0,-22-7-2823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0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2113,'0'0'891,"0"0"-16,0 0-187,0 0 123,0 0 174,0 0 37,14 0-145,68 1 154,285-8 2111,-337 7-3164,-22 0-3688,-8 0 161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01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1345,'0'0'2900,"0"0"-1625,0 0-523,0 0-50,0 0-321,87-10 3373,98-3-2369,-75 7-1209,35-1-507,-144 7 77,0 0 0,0 0 0,0 0 0,1 0 0,-1 1 0,0-1 1,0 0-1,0 1 0,0-1 0,0 1 0,0-1 0,0 1 0,0-1 0,0 1 0,0 0 0,1 1 0,-1-2-2598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01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3169,'0'0'689,"0"0"47,0 0 507,0 0 363,0 0-154,0 0-238,7 1 1565,29 0-2480,363-3 142,-421 13-4790,14-9-2033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02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3586,'0'0'1302,"0"0"-654,0 0-280,0 0-2,0 0-110,0 0-168,0 0-35,0 0-16,0 0 46,0 0 120,24 0 2003,104 2-323,-45 1-1513,0-4 0,105-15 1,-145 10-161,82-2 1,-110 20-1859,-12-6-2557,-3-6-520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03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4354,'0'0'1409,"0"0"-353,0 0-7,0 0-182,0 0-302,3 2 2274,19 12-2588,-4-6-121,1-1 0,-1-1 0,1 0 0,0-2 0,0 0 0,33 2 0,124-5 1079,-89-3-991,78 2-2227,-163 0-699,-2 0-2244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04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5971,'0'0'653,"0"0"140,0 0 148,0 0 76,0 0-307,17 1-129,313 7 1180,-36-8-1488,-167 0 3925,-122 1-4399,10-4 1478,-11-7-4860,-4 4-515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15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91 197 1169,'0'0'197,"0"0"609,0 0 338,0 0-309,0 0-128,1-4 11,-1 3-621,1-15 704,-1 1 3581,0 15-4044,0 0-81,0 0-63,0 0-42,0 0-24,0 0-31,0 0 84,0-5 2906,0-19-3015,4-99-24,-4 114 27,0 14 123,1 34 412,0 59 353,-5 418 1707,15-247-1034,-12-233-1330,-2 0 0,-13 65 0,10-49-1,5-40-280,0 0 0,-1 0 0,-5 18 0,4-17-2,1 0-1,0 0 1,1 27-1,-2 4-18,-12 370 19,15-362-14,0 35 21,4 150-60,6-175 34,-6-40 0,-1-1 1,0 26 0,-1 53 11,-4 105-26,-7-140 11,-25 91 0,22-107-6,7-17 2,2 0 1,0 0 0,2 1-1,4 36 1,-1 5-13,0-61 19,1 0-1,0 0 1,1-1-1,0 1 1,1-1-1,1 0 1,0-1-1,8 14 1,-4-7-25,6 12 0,-5-13 28,-2 0 0,0 0 1,0 1-1,-2 0 0,0 0 0,-2 1 1,0 0-1,0 0 0,-2 0 0,1 20 1,-4-12 1,1-11-5,-1-1 0,0 1 0,-2-1 0,-4 25 0,7-70-5878,-2 9 940,1-4-2704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17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 72 3169,'0'0'763,"0"0"449,0 0 444,0 0 81,0 0-299,0 0-419,0 0-309,-2-9-176,-2-3-283,2 7 20,1 1 0,-1-1 0,1 1 0,0 0-1,0-1 1,1 0 0,0 1 0,0-7 0,-2 8 5767,-3 9-4741,-2 11-1533,-3 64 1044,2 1 0,6 121 0,2-126-521,0-74-331,0 0 0,0 1 1,1-1-1,-1 0 0,1 1 0,-1-1 1,1 0-1,0 0 0,0 0 0,3 6 1,9 0-3369,9-12-3644,-16 0 1848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17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1 2705,'0'0'5549,"0"0"-3265,0 0-1409,0 0 126,0 0 482,1 5 2523,3 23-2097,-13 106 1178,0-30-2685,9-40-134,1-45-214,0 0 0,-2 1 1,0-1-1,-1 0 1,-1-1-1,-7 25 1,6-38-336,1-10-11265,3 1 4289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18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4690,'0'0'3026,"0"0"-1002,0 0-879,0 0-217,0 0-197,0 0-61,-1 9 2121,-1 203 3337,0 4-4021,2-216-2096,0 0-38,0 0 3,0 0-37,0 0-160,0 0-310,0 0-763,0-3-4021,2-8-565,1 9-1336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19.1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6051,'0'0'691,"0"0"136,0 0 77,0 0 182,0 0-45,0 0 36,3 5 15,0 2-654,0 0 1,0 1 0,-1-1 0,0 1 0,0 0 0,-1-1 0,1 16 0,-3 65 2146,0-41-1638,-18 174 1489,34-221-5813,-13 0 521,2 0-2226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20.3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42 960,'0'0'211,"0"0"123,0 0 229,0 0 120,0 0-24,-2-9-38,0-5-3171,0 3 4711,0 3 5624,1 20-390,1 10-5928,-3 90 402,1-36-1432,8 89 0,7-111 59,-2-11-2235,-9-13-7298,-2-30 2544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20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52 4834,'0'0'1958,"0"0"-802,0 0-124,0 0 238,0 0 104,4-11-253,-1-4-1019,5-10 1946,-4 27-839,0 21-345,6 116 2566,-8 0-3680,-2-139-1551,0 0-1576,0 0-1476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25.0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56 118 3265,'0'0'1105,"0"0"400,0 0-278,0 0 67,0 0 37,0 0-197,-4-5-291,-12-12-224,12 12-248,4 5-107,0 0 5,0 0 4,0 0 127,0 0-3,0 0-26,0 0-67,0 0 91,0 0-85,0 0-20,0 0-55,0 0-110,0 0 12,0 0-52,0 0 94,0 0 2,0 0-53,0 0 190,0 0 68,-5 23 1146,1 23-1167,2 0-1,2 1 1,3-1 0,1 0 0,2 0-1,21 78 1,-22-103-270,-3-12-65,-1-24 26,-1-478-2297,-4 465 2249,2 19 3,1 21 34,-3 751 4493,2-721-4312,-10 53-1,7-62-193,-17 255 337,18-245-334,2 49 0,2-49-20,-6 48 1,2-46-10,4 86 0,2-52-50,-1-55 49,2 0 1,8 34-1,0 2 30,0 36-47,0 119 0,-15 555 76,1-657-101,4 90 31,2-113 15,-3-50-38,9 62 1,-5-69 46,10 38-111,-10-43 4,-4-26 83,0 1 0,0 0 0,0 0 0,1-1 1,-1 1-1,1 0 0,-1-1 0,1 1 0,0-1 0,0 1 0,0-1 0,0 1 0,0-1 1,1 0-1,-1 1 0,4 2 0,-5-4-91,0-1 1,1 0-1,-1 0 0,0 1 1,1-1-1,-1 0 0,0 0 1,1 1-1,-1-1 1,1 0-1,-1 0 0,0 0 1,1 0-1,-1 0 1,1 0-1,-1 0 0,0 0 1,1 0-1,-1 0 0,1 0 1,-1 0-1,1 0 1,-1 0-1,0 0 0,1 0 1,-1 0-1,1 0 0,-1 0 1,0-1-1,1 1 1,-1 0-1,1 0 0,-1-1 1,0 1-1,1 0 1,-1 0-1,0-1 0,1 1 1,-1 0-1,0-1 0,0 1 1,1 0-1,-1-1 1,0 1-1,0-1 0,0 1 1,0 0-1,1-1 1,-1 1-1,0-1 0,0 1 1,0-1-1,0 1 0,0-1 1,0-29-4433,-1 21 3193,1-4-3146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31.0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140 3748 7411,'0'0'846,"0"0"-523,0 0 114,0 0 4,0 0-316,3 7-26,1 1 63,-2-5-6,-1-1 0,1 0 0,-1 1 0,0-1 0,0 1-1,0 0 1,-1-1 0,1 1 0,0 0 0,-1 0 0,0-1 0,0 1 0,0 3 0,0-7-100,0 1 0,0-1 0,0 1 0,0 0 0,0-1-1,0 1 1,0 0 0,-1-1 0,1 1 0,0-1 0,0 1 0,0 0 0,-1-1 0,1 1 0,0 0 0,0-1 0,-1 1 0,1 0 0,0 0 0,-1-1 0,1 1 0,0 0 0,-1 0-1,1 0 1,0-1 0,-1 1 0,1 0 0,-1 0 0,1 0 0,0 0 0,-1 0 0,1 0 0,-1 0 0,1 0 0,0 0 0,-1 0 0,1 0 0,-1 0 0,1 0 0,0 0-1,-1 0 1,1 0 0,-1 0 0,1 0 0,0 1 0,-1-1 0,1 0 0,0 0 0,-1 0 0,1 1 0,0-1 0,-1 0 0,1 1 0,0-1 0,-1 0 0,1 1 0,0-1 0,0 0-1,0 1 1,-1-1 0,1 0 0,0 1 0,0-1 0,0-44 540,2-1 0,10-57 0,-9 75-501,0 0 1,-3 0-1,-3-42 1,1 42-78,1 0-1,1 0 1,6-42 0,-2 20 129,-4 48-120,0-38 21,-1 28-46,0-1-1,0 1 1,-1 0 0,-1 0 0,1 0 0,-8-17 0,10 28 12,0 0-1,0 0 1,0 0 0,0 0 0,-1 0 0,1-1-1,0 1 1,0 0 0,0 0 0,0 0-1,0 0 1,0 0 0,0 0 0,0 0 0,0 0-1,-1 0 1,1 0 0,0-1 0,0 1-1,0 0 1,0 0 0,0 0 0,0 0 0,-1 0-1,1 0 1,0 0 0,0 0 0,0 0-1,0 0 1,0 0 0,0 0 0,-1 0 0,1 0-1,0 0 1,0 0 0,0 0 0,0 0-1,0 1 1,0-1 0,-1 0 0,1 0 0,0 0-1,0 0 1,0 0 0,0 0 0,0 0-1,0 0 1,0 0 0,0 0 0,0 1 0,-1-1-1,1 0 1,0 0 0,0 0 0,0 0-1,0 0 1,0 1 0,-6 11 257,-1 12-165,-9 97 65,4-1 0,7 164 0,4-294-156,0-1 1,-1 1-1,-6-21 0,-4-23-47,10-208-511,4 54 278,-7 143 382,2 51 338,2 44-246,-3 535-145,4-565-42,0 0 23,0 0-74,0-29 55,1 0 1,1 1 0,2 0-1,13-55 1,-10 49 106,-2-1-1,-1 0 1,-2 0-1,-1-1 1,-5-39-1,2-13 4,-5-260 1318,-1-253-803,10 568-620,2 0 0,1 0-1,15-51 1,-10 47 53,-2-1-1,4-46 1,2-503-71,-30 398-42,1 87 69,-1-173 0,21-187 469,-7 431-483,-1 0 0,-2 0 0,-14-48 0,16 76-68,0 9 79,0 9 48,5 334 153,11-231-101,-6-72 46,0 58 1,-14 164 43,4-17-207,4-146-48,-3-85 29,0 0 0,-1 0 0,-1-1 0,-1 1 0,-15 36-1,-3 14 3,18-46-3,1 0 0,0 28 1,1-15-18,-5 260 26,5-45-5,-3-52-3451,7-175 2633,1-1-1,1 0 0,1 1 1,2-1-1,15 45 1,-18-64-2593,-1-4-870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37.01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230 1827 6883,'0'0'622,"0"0"-414,0 0-128,0 0 261,0 0 420,0 2 1839,11 7-2599,20-5 142,-1-2 1,1-1-1,-1-1 0,1-1 0,-1-2 1,50-11-1,202-43 52,-292 66-275,0-1 1,0-1 0,-21 11-1,16-14 102,-1-1 0,1 0 0,-1-2 0,1 0-1,-1 0 1,1-2 0,-1 0 0,-30-6-1,-41-1-54,30 8-8,0 3 0,-104 17 0,145-17 120,0-2 1,-32 1-1,40-2 70,-22-25 628,17 22-684,9 2-107,1 0-1,0 1 0,-1-1 0,1 1 0,-1 0 1,1-1-1,-1 1 0,1 1 0,-6 0 1,8 0 10,-1-1 1,1 1-1,0 0 1,-1 0-1,1 0 1,0 1 0,0-1-1,0 0 1,-1 0-1,2 1 1,-1-1-1,0 0 1,0 1-1,0-1 1,0 1 0,1-1-1,-1 1 1,1-1-1,-1 1 1,1 0-1,0-1 1,0 1 0,-1-1-1,1 1 1,0 0-1,1 1 1,-2-2-4,1 0 1,0 0-1,0 0 1,-1 0-1,1 0 1,0 0-1,0 0 0,0 0 1,0 0-1,1 0 1,-1 0-1,0 0 1,0 0-1,1 0 1,-1 0-1,0 0 1,1 0-1,-1 0 1,1 0-1,-1 0 0,1 0 1,-1-1-1,1 1 1,0 0-1,0 0 1,-1-1-1,1 1 1,0 0-1,0-1 1,0 1-1,0-1 0,1 2 1,1-2 11,1 0 0,0 0 0,-1 0 0,1 0 0,0 0 0,-1-1 0,1 1 0,-1-1 0,5-1 0,348-103 81,-318 94-95,2 3 0,70-7 1,19-4-1,-91 10 34,57-23 0,-72 22-52,1 1 1,0 2-1,0 0 1,1 2-1,0 0 1,35-1-1,-43 5 38,1-1 0,-1-1 1,28-7-1,-28 5-14,1 1 1,-1 1-1,32-2 1,-47 5-2,1 0 10,0 1 0,0-1 0,1 0 0,-1 0-1,0 0 1,0-1 0,0 1 0,0-1 0,0 1 0,0-1 0,0 0 0,0 0 0,0-1 0,0 1 0,0-1 0,0 1 0,-1-1 0,1 0 0,-1 0 0,1 0 0,-1 0 0,0 0 0,3-4-1,8-6-4,0 0 0,1 0 0,1 2 0,-1-1 0,2 2 0,18-9 0,108-41-11,-76 33-16,-52 21 23,0-1 0,-1-1-1,0 0 1,-1 0 0,0-1 0,0-1 0,0 0-1,-1-1 1,12-13 0,-10 12 3,1 1 0,1 1-1,-1 0 1,1 1 0,1 0-1,-1 1 1,32-8 0,-31 9 10,-100 28-1192,-578 171 1624,483-148-3,179-45-457,-1 1 1,1 0 0,-1-1-1,1 1 1,-1-1 0,1 1-1,-1 0 1,1 0 0,0-1 0,-1 1-1,1 0 1,0-1 0,0 1-1,0 0 1,-1 0 0,1 0-1,0-1 1,0 1 0,0 0-1,0 0 1,0 0 0,0-1-1,1 1 1,-1 0 0,0 0 0,0-1-1,0 1 1,1 0 0,-1 0-1,1-1 1,-1 1 0,0 0-1,1-1 1,-1 1 0,1 0-1,-1-1 1,1 1 0,-1-1 0,1 1-1,0-1 1,-1 1 0,2 0-1,23-4 63,0-1-1,-1 0 0,0-2 1,0-1-1,43-18 0,-17 6-16,252-103 111,-245 93 23,-1-2 0,-2-2 0,56-45 0,-71 47-153,252-195-189,-168 149 220,-87 57-11,-2-1-1,62-50 0,-27 5 143,-58 55-179,0 1 1,1 0-1,0 1 0,0 0 1,25-12-1,-20 12-5,-1-1 0,29-24 0,2-18 25,-36 39-3,1 0 1,22-21-1,17-8 20,-21 15-24,1 2-1,39-23 0,84-40-28,-113 65 19,-27 14 6,1 1 1,0 1-1,17-6 0,-27 11 1,11-2 29,-1-1 1,0-1 0,0 0 0,-1-1 0,1 0 0,24-18 0,-39 24 101,0 1 86,0 0 101,0 0 35,0 0-14,0 0-18,22-36-123,-19 30-259,0 1-71,2 4-3141,-3 1-1633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38.89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319 0 1473,'0'0'2585,"0"0"-1313,0 0-469,0 0 257,0 0-257,0 0-302,0 0-69,-2 9 22,-3 17 196,-2 0 0,-1 0 0,-21 44 0,17-41-473,0 0 0,2 1 0,-10 47 0,11-25 266,-45 259 1270,34-221-1222,-44 124 0,54-179-412,1 0 1,2 1 0,1 1 0,-1 56 0,-6 39 67,4-44-75,4 1-1,6 90 1,1-58-25,-4-10 0,4 123-94,2-200 64,10 42-1,1 2-6,-11-61-5,0 0 0,10 26 0,-8-27 1,-1 0 1,6 31-1,-7-11-7,25 139 61,-26-163-71,4 15-11,-1 0 0,-1 1 0,2 35 0,6-83-461,-3-21 529,3-5-1200,-3 0 0,-2-1 0,4-81 0,-8-85-6884,-4 193 5175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39.66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59 305 6403,'0'0'325,"-6"-17"-66,-4-9-165,-28-76 831,36 93-519,1-1 0,0 0 1,0 1-1,1-1 0,1 1 0,-1-1 0,3-10 0,1-26 336,-2 19-601,-2 27-135,0 0 1,0 1-1,0-1 0,0 0 1,0 0-1,0 0 0,0 0 1,0 0-1,0 0 0,0 0 1,0 0-1,0 1 0,0-1 0,0 0 1,1 0-1,-1 0 0,0 0 1,0 0-1,0 0 0,0 0 1,0 0-1,0 0 0,0 0 1,0 0-1,0 0 0,0 1 1,1-1-1,-1 0 0,0 0 1,0 0-1,0 0 0,0 0 1,0 0-1,0 0 0,0 0 1,1 0-1,-1 0 0,0 0 0,0 0 1,0 0-1,0 0 0,0 0 1,0 0-1,0-1 0,0 1 1,1 0-1,-1 0 0,0 0 1,0 0-1,0 0 0,0 0 1,0 0-1,0 0 0,0 0 1,0 0-1,0 0 0,0 0 1,1 0-1,-1-1 0,0 1 1,0 0-1,0 0 0,0 0 0,11 46 453,59 411 2996,-62-415-3391,7 29 166,-4 2 0,3 99 1,-15-135 123,-2-1 0,-1 0 0,-13 50 0,8-49-283,-2-1 0,-19 45 1,26-54 387,3-16-1254,-2-15-6233,1-4-1648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46.36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3100 2541 4562,'0'0'526,"0"0"-196,0 0-244,0 0-17,0 0-39,8-3 10,28-9 186,-27 9 516,-9 3 603,0 0 23,0 0-450,0 0-280,0 0-163,0 0-3,0 0-176,0 0-35,0 0-7,0 0 53,0 0 130,-5-1-356,-1 0 0,1 0 0,0 1-1,-1 0 1,1 0 0,0 0 0,-1 1 0,1 0 0,-8 2-1,-6 0 1,-442 26 754,301-27-312,-166-4-142,229-3 383,-119 8 1,145 8-740,50-7-12,-1 0 0,-33 1 0,39-6-11,0 1 0,0 1 0,1 0 0,-1 1 0,1 1 1,-1 0-1,1 1 0,0 1 0,-14 6 0,14-6-2,0 0 1,0-1-1,0-1 0,0-1 1,0 0-1,-1-1 0,-27-1 1,21 0-18,0 1 0,-39 6 0,32-2-29,1-2 0,-1-1 0,-47-2 1,47-2-4,1 2 0,-1 2 0,-45 7 0,43-5 79,0-1-1,0-1 0,-59-4 1,17 0 4,55 1-33,0-1-1,-31-7 0,31 5-1,0 1 0,-31-2 0,-14 7 0,37 0 5,0-1-1,-1-1 1,-47-8-1,41-1 69,25 6-48,-2 1 0,1-1 0,0 2 0,0-1 0,-16 1 0,-120 1-43,144-1 45,0 0 0,1 0 0,-1 1 0,0-1 0,1 0 0,-1 0 0,1 0 0,-1 0 0,1 0 0,-1 0 0,1 0 0,-1 0 0,1 0 0,0 0 0,0 0 0,0 0-1,-1 0 1,1 0 0,0 0 0,0 0 0,1 0 0,-1-2 0,0-38 862,1 29-759,0-21-136,2-1-1,12-51 0,2-21-9,-11-7-110,5-33-116,-6 111 30,1-50 1,-6 85 207,0 0 42,0 0-55,0 0 39,0 0-56,0 0 9,0 0-1,0 0 14,2-45-54,-2 45 46,0-1 0,1 0 0,-1 1 0,1-1 0,0 0 0,-1 1-1,1-1 1,-1 1 0,1-1 0,0 1 0,-1 0 0,1-1 0,0 1 0,0 0 0,-1-1 0,1 1 0,0 0 0,0 0-1,-1 0 1,1-1 0,0 1 0,0 0 0,0 0 0,-1 0 0,1 0 0,0 0 0,0 1 0,-1-1 0,1 0 0,0 0-1,0 0 1,1 1 0,39 9 97,-23-5-136,15-1 88,-1-2-1,1-1 1,35-4 0,-54 3-6,0-2-20,-1-1 1,1 0-1,-1 0 0,1-1 1,16-9-1,36-9 5,3 5-9,-22 3 0,1 3 0,1 2 0,92-6 0,-131 14 11,-1-1 1,0 0-1,0-1 1,0 0-1,0 0 1,9-5 0,19-6-8,33-5-11,1 3 0,72-6 0,-129 20 23,0-2-1,0 0 1,-1 0-1,0-1 1,16-9-1,38-12-35,-19 15 9,1 2 0,88-3 0,28-4-17,-76 1 61,531-110 55,-612 122-71,0 0-1,-1-1 1,0 0 0,1-1-1,-2 1 1,1-2-1,0 1 1,-1 0 0,6-8-1,-4 5-20,0 0 0,0 1-1,1 1 1,14-10 0,18-2-27,-33 15 47,0 0 0,0-1 0,0 0 0,-1 0 0,1-1 0,-1 0 0,0 0 0,-1 0 0,7-8 0,-4 2-2,0-1 1,-1 0-1,0 0 1,-1-1-1,-1 0 1,0-1-1,-1 1 1,7-28-1,-5 13 11,-2 1 1,-1-1-1,0-48 0,-4 73-19,0 0-1,0 0 1,0 0 0,-1 0 0,0 0-1,0 0 1,1 0 0,-2 0 0,1 0-1,0 1 1,0-1 0,-1 0 0,0 1-1,1-1 1,-1 1 0,0 0-1,-3-3 1,0 1 13,0 0-1,0 0 1,-1 1-1,1 0 1,-1 0-1,1 0 1,-1 1-1,-6-2 0,-10-2 39,0 2 0,0 0 0,-37-1 0,13 2-107,0 1-1,-1 3 1,1 2 0,0 2 0,0 2 0,-66 19-1,-84 39-140,-199 97 0,349-134 123,44-26 62,0-1 0,0 1 1,0 0-1,0-1 0,0 1 0,0 0 0,1 0 0,-1 0 0,1 1 1,-1-1-1,1 0 0,0 1 0,0-1 0,0 0 0,0 1 0,0-1 1,0 5-1,1-7-24,0 0-16,0 0-24,0 0-8,26-9-136,55-40 265,117-93 1,-111 77-32,447-372-18,-501 407 3,1 1 1,2 2-1,0 1 1,2 2-1,1 2 1,62-27-1,-55 10-78,-30 31 80,-1 1 0,1 1 0,27-7 0,-29 9 5,1 0-1,-1-1 1,0-1 0,0 0-1,14-9 1,-19 8-8,0-1 0,0-1 0,-1 1 1,0-1-1,-1-1 0,0 1 0,6-12 1,-7 11 20,0 0 1,1 0 0,1 1 0,-1 0-1,2 0 1,10-9 0,-30 31 205,0 0 0,0 1 0,-12 23 0,13-22-121,-6 16-108,2 0-1,0 1 1,2 1-1,2 0 1,1 0-1,-6 41 1,-5 14 27,-21 57 18,17-65 27,-27 164 1,45-21 34,7-156-81,-15 130 1,10-160-57,-1 70 1,5-107 72,0 0-17,0 38 12,-1-2-49,-10 51 1,6-52-2,-2 50-1,7-68 3,0-11-3,-1 0 0,1 0 0,0 0 0,0 0 0,1 0 0,0 0 0,0 0 0,0-1 0,0 1 0,1 0 0,0-1 0,1 1 0,-1-1-1,1 0 1,0 0 0,6 9 0,-5-8 21,0 0-1,-1 0 0,1 0 0,-1 1 1,-1-1-1,0 1 0,1 0 0,-2 0 1,1 0-1,-1 0 0,0 0 0,-1 9 1,1-5 3,1 1 1,0-1 0,6 20 0,-4-104 132,-4 72-149,0-1 1,1 0 0,-1 0-1,1 0 1,-1 1 0,1-1-1,0 0 1,0 1 0,0-1-1,0 0 1,0 1 0,0 0-1,0-1 1,0 1 0,1-1-1,-1 1 1,0 0 0,1 0-1,-1 0 1,1 0 0,0 0-1,-1 0 1,3 0 0,-1158-4 150,1102 8-144,1 3 0,0 2 0,-95 27 0,114-26-2,-9-2-6,0-2-1,0-1 1,-1-2-1,-79-8 1,3 2-2,-13 3-113,-137 2-238,250 1 314,-1 1-1,-30 9 1,32-8 5,0 0 0,0-1 0,-32 2 0,-111-1 379,119 1 91,26-1-1518,18-2-6114,3-2-1911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3:57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682 64 8292,'0'0'846,"0"0"162,0 0-8,0 0 14,0 0-221,0 0-196,-3-2-183,-1-1-352,0 1 0,0 1 0,0-1 0,0 1 0,0-1 1,0 1-1,-1 0 0,1 1 0,-1-1 0,1 1 0,0 0 0,-1 0 1,1 0-1,-1 0 0,1 1 0,0 0 0,-1 0 0,1 0 0,-6 3 1,-14 5 26,0 1 0,-28 17 1,7-4 101,-41 12 193,41-18 84,-52 29 1,84-38-405,0 0 1,0 0 0,1 2-1,0-1 1,0 2 0,1 0-1,-19 23 1,17-16-58,1 1 1,1 0-1,1 1 0,0-1 0,2 2 1,0 0-1,1 0 0,1 0 0,-4 29 1,8-36 11,1 0 1,1 0 0,0-1-1,0 1 1,2 0 0,-1 0 0,2-1-1,0 1 1,0-1 0,2 1 0,-1-1-1,2-1 1,0 1 0,0-1 0,1 0-1,9 12 1,1-4-4,1 0-1,1-1 0,0-1 1,1-1-1,1 0 1,1-2-1,41 22 1,177 70-14,-174-82-13,-35-14 9,1-1-1,0-2 1,0-1 0,0-2-1,1-1 1,64-1 0,200-29-47,-229 18 47,-11-2 4,0-2-1,-1-3 0,0-2 1,-2-3-1,0-2 0,-1-2 1,-1-2-1,-2-3 0,-1-2 1,-1-2-1,52-47 0,-77 60 5,-2-2-1,0 0 0,-1-1 0,-2-1 1,0-1-1,23-43 0,-33 52-32,0-1 0,-1 0 0,-1-1 0,-1 1 0,0-1 0,-1 0 0,-1-1 0,-1 1 0,-1 0 0,0-1 0,-1 1-1,-3-23 1,-4 18 39,0-1-1,-1 1 0,-1 0 0,-1 0 1,-2 1-1,0 1 0,-1 0 1,-24-30-1,30 44-4,-1-1-1,0 1 1,0 0 0,-1 0 0,0 1-1,0 0 1,0 1 0,-1 0 0,0 1-1,0 0 1,0 0 0,0 1 0,-1 0-1,1 1 1,-12-1 0,-23-2 85,-1 2 0,-58 4 0,41 1-41,20 1-30,1 3 1,-1 1 0,1 3-1,1 1 1,-60 25-1,15-7 63,61-22-252,-18 6 1208,32-8-1783,17-3-1992,1-2-2169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4:02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57 7523,'0'0'1153,"0"0"-299,0 0 29,0 0 3,0 0-484,0 0-255,-1 13 181,-2 192 2847,3-196-3054,1 1-1,1-1 1,-1 0-1,1 0 1,4 11-1,-5-16-94,1-1 0,-1 1 0,0-1 0,1 1 0,0-1 0,0 0 0,0 1 0,0-1 0,1 0 0,-1 0 0,1-1 0,0 1 0,-1 0 0,1-1 0,5 3 0,-8-5 14,0 0 112,0 0 35,-2 0-177,0-1 0,0 0 0,0 0-1,1 0 1,-1 0 0,0 0 0,0 0 0,0-1-1,1 1 1,-1-1 0,1 1 0,-1-1 0,1 1-1,0-1 1,-1 0 0,1 0 0,0 0 0,-1-3 0,-19-39-150,20 42 138,-11-32-106,2-1 0,1-1 0,-7-63 0,13 84 103,-4-28 125,7 43-104,0-15 392,1 6-24,-7 17-152,-7 13-210,0 0 1,-2-2-1,0 1 0,-1-2 0,-1 0 0,0-1 0,-2-1 0,0-1 0,-1 0 0,-22 12 0,40-24-33,1-1-1,0 0 1,0 1-1,-1-1 0,2 1 1,-1-1-1,0 1 1,0-1-1,1 1 1,0-1-1,-1 1 1,1 0-1,0-1 1,0 1-1,1 0 0,-1-1 1,1 5-1,0 7-4,36-11-232,109 18 380,-52-6-75,-91-14-56,-1-1-1,1 0 0,-1 1 0,1 0 0,-1-1 0,0 1 1,1 0-1,-1 0 0,0 1 0,0-1 0,0 0 1,0 1-1,0-1 0,4 4 0,-6-5 125,0 0-66,0 0 32,0 0-30,24 5-98,-25-10 39,0 0 0,0 0 0,0 1 1,-1-1-1,1 1 0,-1-1 0,0 1 0,0 0 0,-1 0 1,0 0-1,1 0 0,-1 0 0,0 0 0,-5-3 0,4 2-14,0 1 1,0-1-1,0 0 0,1 0 0,0 0 0,0-1 0,0 1 0,1-1 0,-1 1 0,-1-11 0,1-11-137,2-48 1,1 41 229,0 34-78,-1 0 0,0-1 0,1 1 0,-1 0 0,0 0 0,0 0 1,1 0-1,-1-1 0,0 1 0,1 0 0,-1 0 0,0 0 0,0 1 0,1-1 0,-1 0 0,0 0 0,1 0 0,-1 0 0,0 1 0,1-1 1,-1 0-1,0 1 0,1-1 0,-1 1 0,1-1 0,-1 0 0,0 1 0,1-1 0,-1 1 0,1-1 0,0 1 0,-1 0 0,-24 35 51,-40 78 1,34-57-68,43-93-88,0 18 118,2-5-2,2 0 0,1 1 0,32-34 0,-49 56-15,0 0-16,0 0 48,0 0-58,0 0 74,-7 1-43,0 2 0,0-1 0,1 1 0,-1 0 1,1 0-1,-1 0 0,1 1 0,0 0 0,0 1 0,1-1 0,-1 1 1,-8 10-1,-14 9 19,17-15 23,5-4-18,0 0 0,0 0 0,-1 0 0,1-1 1,-1 0-1,0 0 0,-1-1 0,1 0 0,0 0 1,-1-1-1,-10 2 0,17-4 16,1 0-82,0 0-46,0 0-23,61-28 43,-32 16 56,-2-2 0,1 0-1,-2-2 1,40-30 0,-66 46 7,1 0 0,-1 0 1,0 0-1,0 0 0,1 0 0,-1 0 0,0 0 1,0-1-1,0 1 0,1 0 0,-1 0 0,0 0 1,0 0-1,0 0 0,0-1 0,1 1 0,-1 0 1,0 0-1,0 0 0,0 0 0,0-1 1,0 1-1,0 0 0,1 0 0,-1-1 0,0 1 1,0 0-1,0 0 0,0-1 0,0 1 0,0 0 1,0 0-1,0 0 0,0-1 0,0 1 0,0 0 1,0 0-1,0-1 0,0 1 0,0 0 1,-1 0-1,1 0 0,0-1 0,0 1 0,0 0 1,0 0-1,-1-1 0,-13 1 14,-22 8-6,5 7 39,-45 29-1,-21 10 269,98-53-303,0 0 1,0 0-1,0-1 0,-1 1 1,1 0-1,0 0 0,0 0 1,0-1-1,1 1 0,-1 0 0,0-1 1,0 1-1,0-1 0,0 0 1,0 1-1,1-1 0,1 1 1,36 5 7,0-1 1,55 1 0,-47-5 50,-45-1-62,0 0 0,-1 0-1,1 0 1,-1 0 0,1 0 0,-1 1-1,1-1 1,-1 0 0,1 1 0,-1-1 0,1 1-1,-1-1 1,1 1 0,-1 0 0,0 0 0,1-1-1,-1 1 1,0 0 0,0 0 0,0 0 0,1 1-1,-1-1 1,0 0 0,-1 0 0,1 1 0,0-1-1,0 0 1,0 1 0,-1-1 0,1 0 0,-1 1-1,1-1 1,-1 1 0,0 0 0,1-1-1,-1 1 1,0-1 0,0 1 0,0-1 0,0 1-1,0-1 1,-1 1 0,0 2 0,-41-5 239,31-3-250,-1-1 0,1-1 0,-1 0 0,2 0 0,-1-1 0,1-1 0,-12-10 0,57 28-438,-27-8 430,1-1 0,-1 0 0,0 0 1,1-1-1,11-1 0,0 0 47,-19 1-18,-1 0 40,0 0 47,0 0-52,-6 2-23,0-1 0,0-1 1,0 1-1,1-1 0,-1 0 0,-6-1 1,11-3-60,-1-1 0,1 0 0,1 1 1,-1-1-1,0 0 0,1 0 0,0 0 0,0 1 1,2-11-1,-1 3-9,3-103 45,-4 114-32,8 8-107,-2 5 157,0 0 1,-1 0-1,0 1 1,-1 0-1,0 0 1,-1 0-1,2 20 1,-3-16 18,2 0 0,0 0 0,0-1 0,9 20 1,-13-35-34,0 0 1,1 0-1,-1 0 1,0-1 0,0 1-1,1 0 1,-1 0 0,0 0-1,1-1 1,-1 1-1,1 0 1,-1 0 0,1-1-1,-1 1 1,1 0 0,0-1-1,-1 1 1,1 0-1,0-1 1,0 1 0,-1-1-1,1 0 1,0 1-1,1 0 1,0-22-15,-10-49-288,7 65 277,-11-65-320,6 38 161,1 0 0,-1-46 1,6 38 155,0 40 10,0 11-23,0 9 152,5 117 503,-3-121-584,1 0 1,1 0 0,0 0 0,1 0 0,0 0 0,11 19 0,-5-20 144,-18-43-64,-2-4-215,5-28 22,2-62 0,2 72-3,0 49 22,0 5-13,0 35 87,-1-6 52,1-1 0,1 1 1,2 0-1,1 0 1,16 58-1,-12-44 88,-8-47-96,0 0 15,0 0-26,0 0-8,-4-40-133,-7-19-24,4 0 0,1-1 0,5-82 0,1 141 105,-2 1 7,1 1 0,0-1 0,0 1 0,0-1 1,0 1-1,0 0 0,-1 0 0,1-1 0,0 1 0,1 0 1,-1 0-1,0 0 0,0 0 0,0 0 0,-1 2 0,-8 15 18,-1-1-1,-1 0 0,0-1 0,-1 0 1,-1-1-1,-1 0 0,0-2 0,-1 1 1,0-2-1,-1 0 0,-28 14 0,27-15-29,-25 12 40,41-22-19,0 0 0,0 0 0,0-1-1,-1 1 1,1 0 0,0-1 0,0 1 0,-1-1-1,1 0 1,0 0 0,-1 0 0,1 0 0,0 0-1,-1-1 1,-3 0 0,22 6-34,0-1-1,0 0 1,1-1-1,-1-1 1,1 0-1,23-2 1,62 9 53,-93-8-35,0 1-1,0 0 0,0 1 1,0 0-1,-1 0 0,0 1 0,0 0 1,14 10-1,-21-14 43,6 4-987,-10-13-3399,0 4 592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7:3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887 0 2017,'0'0'691,"0"0"670,0 0-57,0 0-266,0 0-120,0 0-166,-61 0 3847,-13 1-3597,-129 19 0,31-7 377,-2 0-816,25-7-1631,148-6 714,150 3 630,143-5 6,-216-4-252,68-4 28,66 1-29,-191 4-57,-17 4 20,1 0 0,0 0 1,0 0-1,0 1 1,0-1-1,0 1 1,0 0-1,0-1 1,0 1-1,0 0 1,0 1-1,0-1 1,0 1-1,0-1 0,4 2 1,-7-2 18,0 0 0,0 1 0,0-1 1,0 0-1,0 0 0,1 0 0,-1 0 0,0 0 1,0 1-1,0-1 0,0 0 0,0 0 0,0 0 0,0 0 1,0 1-1,0-1 0,0 0 0,0 0 0,0 0 0,0 0 1,0 1-1,0-1 0,0 0 0,0 0 0,0 0 1,0 0-1,0 0 0,0 1 0,-1-1 0,1 0 0,0 0 1,0 0-1,0 0 0,0 0 0,0 1 0,0-1 1,0 0-1,0 0 0,-1 0 0,1 0 0,0 0 0,0 0 1,0 0-1,0 0 0,0 0 0,-1 0 0,1 1 1,0-1-1,0 0 0,0 0 0,0 0 0,-1 0 0,1 0 1,-18 5 134,-18-1-154,-282 6 256,-42 2-283,193-9-22,96-4-83,70 1 129,1 0-21,0 0-8,0 0-70,0 0-63,0 0-160,1 1 310,0 1 1,0-1 0,0 0 0,0 1 0,1-1 0,-1 0-1,0 0 1,1 0 0,-1 1 0,0-1 0,1-1 0,-1 1-1,1 0 1,0 0 0,-1-1 0,3 2 0,27 10-50,-14-9 115,0-1-1,0 0 0,0-1 0,0-1 0,24-3 0,10 1-1,256-7 50,-162 3-59,39-7-67,-109 13 59,-74 0 19,-1 0 39,0 0 25,0 0-40,0 0 7,0 0 17,0 0 26,0 0-71,0 0-108,0 0-60,0 0 44,0 0-58,0 0 54,70-10-39,-35 0-692,-247 15 1040,212-5-243,0 0 64,0 0-40,-45 0-30,-26 0-8,-9-1-100,-111 12-1,85-4-12,69-6-320,-44 6 0,42-3-357,0-1 0,-55-5 1,19 1 410,101 9-184,28-7 778,-1 2 0,53 11 0,-62-9-174,0-2 0,59-3 0,7 0 10,-52 3-259,0-2-1,1-3 1,113-20 0,-141 19 435,-55 5 1028,12-2-1613,6 0-3132,5 0 145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1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41 406 2001,'-8'0'2053,"6"1"-1407,0-1-1,1 0 0,-1 0 0,0 0 0,0 0 0,1 0 0,-1 0 0,0-1 1,0 1-1,1 0 0,-1-1 0,0 1 0,1-1 0,-2-1 0,2 0-441,0 1 0,0-1-1,0 0 1,1 0 0,-1 0 0,1 0-1,0-1 1,-1 1 0,1 0 0,0 0-1,0 0 1,0 0 0,1-2 0,-1 1-207,0 1 0,1-1 0,-1 1 0,1 0 0,-1-1 0,1 1 0,0 0 1,0-1-1,0 1 0,0 0 0,1 0 0,-1 0 0,0 0 0,1 0 1,0 0-1,-1 0 0,1 1 0,2-3 0,43-27-97,-6 5 52,-14 1 34,-21 18 4,0 0 0,1 1 0,0-1 0,1 1 0,-1 1 0,1-1 0,0 1-1,1 1 1,-1 0 0,1 0 0,0 0 0,0 1 0,14-3 0,34-4 0,-31 5 0,1 1 0,34 0 0,-13 5-2,0 2 0,-1 2 0,89 22 0,-115-21 9,0 1-1,-1 0 0,1 1 1,-1 2-1,27 16 1,-32-17 2,-1-2-1,2 0 1,-1-1 0,1 0 0,0-2 0,0 0 0,0 0 0,0-1-1,1-1 1,-1-1 0,1-1 0,-1 0 0,34-5 0,-44 3 2,0 0-1,0 0 1,0-1 0,-1 0 0,1 0 0,-1-1 0,1 0 0,-1 0 0,0 0-1,7-8 1,-5 5 11,-1 1 0,1 1 0,0-1 0,16-8 0,34-10-59,-25 11 39,0-1 0,55-34-1,-85 46 18,1-1 1,0 1-1,-1-1 1,0 0-1,1 0 1,-1 0-1,0 0 1,-1 0-1,1 0 1,0-1-1,-1 1 1,0-1-1,0 1 0,2-8 1,2-51-205,-7 61 197,1 1 0,-1-1-1,0 1 1,1 0 0,-1 0 0,0-1 0,0 1 0,1 1 0,-1-1 0,0 0 0,1 0 0,-1 0 0,0 1 0,1-1 0,-1 1 0,0 0-1,-1 0 1,2 1-13,-1 0-1,1 1 0,0-1 1,0 0-1,0 0 0,0 1 1,0-1-1,1 1 0,-1-1 0,1 1 1,0-1-1,-1 1 0,1-1 1,0 1-1,0-1 0,1 1 1,-1-1-1,0 1 0,1-1 1,0 0-1,-1 1 0,1-1 0,0 0 1,0 1-1,0-1 0,1 0 1,-1 0-1,1 0 0,-1 0 1,1 0-1,-1 0 0,4 3 1,-1-2 22,0 1 0,0-1 0,1 0 0,-1 0 0,1 0 0,-1-1 0,1 0 1,0 1-1,0-2 0,0 1 0,0 0 0,0-1 0,0 0 0,9 0 1,1 0 6,0 0 1,-1 1-1,1 1 0,-1 0 1,20 7-1,-19-5 24,4 0-2,1-2 1,0 0 0,0 0 0,0-2 0,0-1-1,37-4 1,-23-2-6,17-2-3,-11 7-24,1 3 1,-1 1 0,49 10 0,-53-7 25,50 2 0,-64-7-39,0 0 0,0 2 0,0 0 1,-1 2-1,1 0 0,-1 1 0,21 10 0,-28-8 5,0 1 0,-1 0 1,16 14-1,26 19-1,-42-35 5,-1-1 0,1 0 0,1-1 0,-1-1 0,1 0 0,0-1 0,-1 0 0,2-1 0,-1-1 0,0 0 0,20-2 0,-26 1-8,0 0-4,0-1 0,-1 1 0,1 0-1,-1 1 1,1 0 0,-1 0 0,1 0 0,-1 1 0,1 0 0,-1 1 0,0 0 0,0 0 0,7 4-1,-11-3-11,-1 0 0,0 1 0,0-1 0,0 0 0,0 1 0,-1-1 0,1 1-1,-1 0 1,-1-1 0,2 9 0,-2-13 49,9-47 465,-7 39-550,0 0 0,-1 0 0,1-1 1,-2 1-1,1 0 0,-1-1 0,0 1 0,-3-14 0,2 18 20,1 1 0,-1 0 0,-1-1 0,1 1-1,0 0 1,-1 0 0,0 0 0,0 0 0,0 0-1,0 0 1,0 1 0,0-1 0,-1 1 0,1-1-1,-1 1 1,0 0 0,1 0 0,-1 0 0,0 0-1,0 1 1,-1-1 0,1 1 0,-4-2 0,-15-2 33,0 1 1,0 0-1,0 2 1,-1 1-1,-37 2 1,21-1 57,9 3-159,16 15-27,11-13 75,70-15-286,-42 6 344,0 1 0,1 1-1,-1 1 1,36 4-1,-60-3-5,1 0 0,0 1-1,-1-1 1,1 1 0,0-1-1,-1 1 1,1 0-1,-1-1 1,1 1 0,-1 0-1,1 0 1,-1 0 0,0 0-1,0 1 1,1-1-1,-1 0 1,0 0 0,0 1-1,0-1 1,0 0 0,0 1-1,-1-1 1,1 1 0,0 0-1,-1-1 1,1 1-1,-1-1 1,1 1 0,-1 3-1,2 5-6,-1 1-1,-1-1 1,-1 21-1,0-9-8,-33-23-975,-18-8 939,22 3 165,-1 1 1,-43 0-1,66 5-135,-4-1-59,0 1 0,0 1 0,0 0 0,-23 6 0,34-7-2241,1 0-3240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7:32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1072,'0'0'1681,"0"0"-966,0 0-213,0 0 183,0 0-23,0 0-251,0 0-91,0 0-64,4 0 2750,17-1-2962,149-14-314,-170 15-298,0 0-1065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7:3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2 137 3426,'0'0'1342,"0"0"-652,0 0-148,0 0 93,0 0 117,0 0-221,-2 0 1696,6 0-1516,98-9-171,-64 4-432,-9 2-84,-3 1 25,0-1-1,0-2 1,25-8 0,262-63 255,-289 73-280,0 0 1,41 3 0,19-2 29,-21-10-1329,-71 12-1761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2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1 328 2929,'0'0'678,"0"0"-30,0 0 331,0 0 259,0 0-77,0 0-353,0 0-154,0 0-131,-1-8 2939,4-22-3376,4 23-86,0 1-1,0 0 1,1 0-1,0 1 1,0 0-1,1 0 1,-1 1 0,1 0-1,0 1 1,0 0-1,0 0 1,1 1-1,18-3 1,10 2 2,0 2 1,48 3-1,-11 1 0,-40-3 7,0-1 0,0-2 1,39-8-1,2 2 17,-59 9-14,0-2-1,-1 0 1,18-5-1,-29 6-9,1-1 0,0-1 0,0 1-1,-1-1 1,1 0 0,-1 0 0,0 0 0,0-1 0,0 0 0,-1 0-1,1 0 1,4-6 0,-5 5-1,1 1 0,-1 0 0,1 0 1,0 1-1,10-6 0,-11 8 0,-1-1 1,1 0-1,0-1 1,-1 1-1,1-1 0,-1 1 1,0-1-1,0 0 1,0 0-1,0 0 1,0-1-1,-1 1 0,4-7 1,-3 1 16,0 0 0,0-1 0,-1 1 1,-1-1-1,2-16 0,-3 26-2,0 0-13,0 0 18,0 0-50,0 0-14,0 0-21,0 0 19,0 0-6,0 0 16,29 41-39,-8-21 80,-18-16 4,0-1 0,0 1-1,0-1 1,1 0 0,-1 0 0,1 0 0,0-1-1,0 1 1,0-1 0,0 0 0,0 0 0,1-1 0,-1 1-1,0-1 1,1 0 0,-1 0 0,1 0 0,0-1 0,8 1-1,457-5 168,-450 6-142,1 0 1,0 1-1,21 7 1,42 5 62,-76-14-90,-1 1 0,0-1 0,0 1 0,-1 1 0,1-1 0,0 1 0,-1 0 0,12 8 0,49 40 115,-28-21-84,-37-28-2,0 0-1,0 0 1,0 1-1,0-1 1,0 0-1,-1 1 1,1-1-1,-1 1 1,0 0 0,0-1-1,0 1 1,0 0-1,0 0 1,0 4-1,3 42 540,-4-49-520,0 0-11,0 0 27,0 0 48,0 0 134,0 0-28,0 0 121,0 0-19,0 0-48,0 0-74,0 0-78,0 0-32,0 0-51,0 0 27,0 0-50,0 0-164,0-2-2584,0-2-884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37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1052 4514,'0'0'542,"0"0"-188,0 0-236,0 0-91,0 0-11,0 0 5,0 0 22,0 0 7,0 0 20,0 0 71,-4-2 1070,8 0-1008,0 0 0,0-1 0,0 1 0,0-1 0,-1 0 0,1 0 1,5-7-1,3-2-64,140-120-30,-121 108-100,573-415 822,-562 409-1344,59-54 0,27-19 478,-80 70 317,1 2 1,2 2 0,88-35 0,-123 61-256,-14 3 54,-1 0 0,1 0 1,-1 0-1,1 0 1,-1 0-1,1 0 0,-1-1 1,1 1-1,-1 0 0,1-1 1,-1 0-1,1 1 0,-1-1 1,0 0-1,1 1 1,-1-1-1,0 0 0,1 0 1,-1 0-1,0 0 0,1-2 1,-2 3 128,2-21 1733,-2 37-1835,-1 9-4,1 1 0,1-1 1,1 0-1,1 0 0,1-1 0,1 1 0,12 31 0,-7-44 116,-5-23 62,-3-22-74,-3 22-201,0 0 0,-1 0-1,0 0 1,-1 0 0,0 0 0,-1 0-1,0 1 1,-1 0 0,0 0-1,0 0 1,-1 0 0,-11-12 0,-15-29-79,32 50 63,-1 1 0,1-1 1,0 1-1,-1-1 0,1 1 0,-1-1 0,1 0 0,0 1 0,0-1 1,-1 1-1,1-1 0,0 0 0,0 1 0,0-1 0,0 1 0,0-1 1,0 0-1,0 1 0,0-1 0,0 0 0,0 1 0,0-1 0,0 0 1,0 1-1,0-1 0,0 1 0,1-1 0,-1 0 0,1 0 0,16 2-114,-12 1 114,0 0-1,0 0 0,0 1 1,-1 0-1,1 0 1,7 6-1,26 29 1,-26-28 13,0 1 0,-2 0-1,1 1 1,-1 0 0,15 25-1,-25-36 10,1 0 1,-1 0-1,0 0 0,0 0 0,1 0 1,-1 0-1,0 0 0,0 0 0,0 0 1,0 0-1,0 0 0,0 0 0,0 0 0,-1-1 1,1 1-1,0 0 0,0 0 0,-1 0 1,1 0-1,-1 0 0,1 0 0,-1 0 1,1-1-1,-1 1 0,1 0 0,-1 0 0,0-1 1,1 1-1,-1 0 0,0-1 0,0 1 1,1-1-1,-1 1 0,0-1 0,0 1 1,0-1-1,-1 1 0,-45 15 617,30-11-322,8-2-300,-3 1 168,0 0 0,1 2 0,-19 10 0,27-15-272,1 1 0,-1 0 0,1-1 1,0 1-1,0 0 0,0 0 0,0 1 0,0-1 1,0 0-1,1 1 0,-1-1 0,1 1 1,0-1-1,0 1 0,-1 0 0,2-1 0,-1 1 1,0 0-1,1 0 0,-1 0 0,1 4 1,0-6-2944,1-1-2617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29 5426,'0'0'1241,"0"0"-798,0 0-134,0 0 257,0 0 128,0 0-182,-9-15 265,7 12 2192,3 11-2961,-1 0 1,2 1 0,0-1-1,0 0 1,0 1 0,1-1-1,0-1 1,0 1 0,1 0-1,0-1 1,1 0 0,0 0-1,0 0 1,0 0 0,1-1-1,7 7 1,3 2 15,1 0 1,1-2-1,1 0 1,39 21-1,-57-34-22,1 1-1,-1-1 1,0 1 0,1-1 0,-1 0-1,0 0 1,1 0 0,-1 0-1,1 0 1,-1 0 0,0 0 0,1 0-1,-1 0 1,1-1 0,-1 1-1,0-1 1,1 1 0,-1-1 0,0 1-1,0-1 1,1 0 0,-1 1 0,0-1-1,0 0 1,0 0 0,0 0-1,0 0 1,0 0 0,0 0 0,0 0-1,-1 0 1,1-1 0,0 1-1,0-2 1,25-52 51,-20 41-75,-2 3 10,0-1 0,0 0 0,-1 1 0,-1-1 0,0 0 1,0-1-1,-1 1 0,-1-17 0,0 27 10,0 1 0,-1 0 0,1-1 0,0 1 1,-1 0-1,1-1 0,-1 1 0,1 0 0,-1 0 0,0-1 0,1 1 0,-1 0 0,0 0 1,0 0-1,0 0 0,0 0 0,0 0 0,0 0 0,-1 0 0,-6 2-83,7 17 40,4-9 44,0 1 0,1-1-1,0 0 1,0 0 0,1 0 0,6 9 0,15 28-2,-15-16 2,-1 0 0,-2 1 0,-1 0 0,-1 1 0,1 34 0,-3 30-2367,-7-95 2301,0 0-1,0-1 1,-1 1 0,1 0 0,0-1 0,-1 0-1,1 0 1,0 0 0,-5-1 0,5 1 48,-98 0-101,97-1-4672,4 1-66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6115,'0'0'1280,"0"0"-703,0 0-60,0 0 438,0 0-90,0 0-390,5 0-225,31-1 313,0 0 0,50-10 0,-53 6-147,-19 4-3969,-14 1-655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1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5138,'0'0'667,"0"0"-152,0 0 184,0 0 51,16-1 45,132-11 1195,-93 11-1616,-55 1-380,0 0 12,0 0-100,0 0-583,0 0-1159,0 0-578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4786,'0'0'998,"0"0"-406,0 0 299,-6 15 443,-15 35-46,6-11-629,-2 1 1,-1-2-1,-27 41 0,-25 29-1806,69-107-1335,-1-1-1277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5410,'0'0'619,"0"0"-157,0 0 440,0 0 213,0 0-139,0 0-295,19 12-1,59 38 30,-68-43-542,-1 1 1,0 0 0,0 1-1,-1 0 1,0 0 0,0 1 0,-1 0-1,-1 0 1,1 1 0,-2 0-1,0 0 1,0 0 0,-1 0 0,0 1-1,2 12 1,17 41 40,-23-65-226,0 1 0,1 0 0,-1-1 1,0 1-1,0-1 0,0 1 1,1-1-1,-1 1 0,0-1 0,1 1 1,-1-1-1,0 0 0,1 1 0,-1-1 1,1 1-1,-1-1 0,1 0 1,-1 1-1,1-1 0,-1 0 0,1 1 1,-1-1-1,1 0 0,-1 0 1,1 0-1,-1 0 0,1 1 0,-1-1 1,1 0-1,0 0 0,-1 0 0,1 0 1,-1 0-1,1 0 0,0 0 1,-1-1-1,1 1 0,-1 0 0,1 0 1,-1 0-1,1-1 0,-1 1 1,1 0-1,-1 0 0,1-1 0,-1 1 1,1 0-1,-1-1 0,1 1 0,-1-1 1,0 1-1,1-1 0,-1 1 1,0 0-1,1-1 0,-1 1 0,0-1 1,1 0-1,1-2-542,0 0 0,0 0 0,0 0-1,-1-1 1,1 1 0,-1 0 0,0-1 0,2-5 0,-3-7-4892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2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1617,'0'0'3988,"0"0"-2870,0 0-904,0 0 215,0 0 315,72 0 1553,-39-2-2143,-24 1-90,1 1 0,0-1-1,-1 1 1,15 3 0,-23 0-1,0 0 0,0 0 0,-1 0 0,1 0 0,-1 1 0,0-1 0,0 0 0,0 0 1,-1 4-1,1-2 71,-1 2-51,0-1 1,0 1-1,-1 0 0,0-1 0,0 1 0,0-1 0,-1 0 1,0 1-1,0-1 0,-1-1 0,0 1 0,-7 9 0,6-8 81,0 0 0,0 0 0,1 0 0,0 1 0,0 0 0,1 0 0,-3 10 0,13-17 12,1 1-1,-1-2 0,1 1 0,0-1 0,13-1 1,-10-2-168,-10 2-81,0 1 1,0-1 0,0 1-1,0-1 1,0 1 0,0-1 0,0 1-1,0 0 1,0-1 0,0 1 0,0 0-1,0 0 1,0 0 0,0 0-1,0 0 1,0 0 0,0 0 0,0 0-1,0 0 1,0 0 0,0 1 0,0-1-1,0 0 1,0 1 0,0-1-1,0 0 1,-1 1 0,1 0 0,0-1-1,0 1 1,0-1 0,1 2-1,-1 1-3403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4386,'0'0'1267,"0"0"-949,0 0-89,0 0 753,0 0 632,0 0-480,-4-1-542,4 1-568,-1 0-1,1 0 1,-1 0-1,1 0 0,-1 0 1,1 1-1,-1-1 1,0 0-1,1 0 1,-1 0-1,1 0 1,0 1-1,-1-1 1,1 0-1,-1 0 1,1 1-1,-1-1 1,1 0-1,-1 1 0,1-1 1,0 0-1,-1 1 1,1-1-1,0 1 1,-1-1-1,1 0 1,0 1-1,0-1 1,-1 1-1,1-1 1,0 1-1,0 0 1,-6 30 855,6 51 893,1-55-1100,-2 8-337,3 0 0,0 0 0,2 0 0,12 47 0,-15-81-332,-1-1-180,0-1-3992,0-7-580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3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7347,'0'0'934,"0"0"-208,0 0 90,0 0 113,0 0-913,0 0 1,0 0-1,0-1 0,0 1 1,-1 0-1,1 0 1,0 0-1,0-1 1,0 1-1,0 0 1,0 0-1,0 0 1,0-1-1,0 1 1,0 0-1,0 0 1,0-1-1,0 1 1,0 0-1,0 0 0,0 0 1,0-1-1,0 1 1,0 0-1,1 0 1,-1 0-1,0-1 1,0 1-1,0 0 1,0 0-1,0 0 1,0-1-1,1 1 1,-1 0-1,0 0 0,0 0 1,0 0-1,0 0 1,1-1-1,-1 1 1,0 0-1,0 0 1,0 0-1,1 0 1,-1 0-1,0 0 1,0 0-1,0 0 1,1 0-1,-1 0 1,0 0-1,37 0 469,-1-1 0,1-2 0,44-9 0,-61 7-715,39-7 631,-21 8-3854,-37 4-2747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6163,'0'0'1915,"0"0"-634,0 0-497,0 0 99,4-15 38,12-33-620,41-89 1,-54 135-241,0 10 103,0 28 366,-2 59 578,-1-82-997,-3 48 576,2-37-349,0 0 0,1 1-1,5 30 1,-2-51-30,-3-4-3510,0-2 147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8:4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32 3666,'0'0'1128,"0"0"-87,0 0-36,0 0-151,0 0-24,0 0-147,0 0-288,-10-28 2118,78 179-814,-66-147-1680,-1-1 0,1 0 0,0 0 0,0 0 0,0 0 0,0 0 0,1 0 0,-1 0 0,1-1-1,-1 1 1,1-1 0,0 0 0,0 0 0,0 0 0,4 2 0,-1-2 27,1-1-1,-1 1 1,0-1 0,1-1 0,-1 1-1,11-1 1,12 1 100,12 7-98,-35-6-44,-1 0 1,1-1-1,0 0 1,-1 0-1,1 0 1,0-1-1,8 0 1,-12-1 1,0 1 1,0-1 0,0 0 0,0 0 0,-1 0-1,1 0 1,0 0 0,0 0 0,0 0-1,-1-1 1,1 1 0,-1 0 0,1-1 0,-1 0-1,1 1 1,-1-1 0,0 0 0,0 1-1,0-1 1,0 0 0,0 0 0,0 0 0,-1 0-1,2-4 1,2-9 59,-1-1 0,-1 1-1,0-1 1,-1 0 0,0 1-1,-2-1 1,-2-21 0,3 35-41,-1-1 0,0 1 1,1 0-1,-1 0 0,0 0 0,0 0 1,0-1-1,0 1 0,0 1 0,-1-1 1,1 0-1,-1 0 0,1 0 1,-1 1-1,0-1 0,1 1 0,-1-1 1,-4-1-1,6 3 63,-3 40 301,7-25-387,1 1 0,0-1 0,1 0 0,0 0 0,10 15 0,-7-13-3,0-1-1,-2 1 0,10 32 1,-8 5 14,5 105 0,-12-116-13,-1-31 11,0-6-13,-1-1-1,1 1 0,-1 0 1,0 0-1,-1-1 0,-1 9 0,-1-13 4,1 0 0,-1 0 0,0-1 0,0 1-1,1-1 1,-1 1 0,0-1 0,0 0-1,0 0 1,0 0 0,-4-1 0,1 0 8,-8 1 5,1-2 1,-1 0-1,-18-5 0,18 4 45,-1 0 0,1 0 1,-21 0-1,26 2-93,10-2-411,17-3-2702,-6 5-1351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0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 3073,'0'0'1393,"0"0"-336,0 0-84,0 0 204,0 0-62,0 0-171,-4-17 5435,2 105-6121,0-40 48,1 0 0,3-1-1,10 62 1,-11-105-260,-1-2-31,0-1-1,0 1 1,0-1 0,0 1 0,1-1 0,-1 1 0,1-1 0,-1 1-1,1-1 1,-1 1 0,1-1 0,0 1 0,0-1 0,0 0-1,0 1 1,0-1 0,0 0 0,0 0 0,0 0 0,2 2 0,-2-3 17,2-26-5288,-3 19-379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0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 7860,'0'0'952,"0"0"-344,0 0 249,0 0 250,0 0-344,-13-4-408,10 27-168,0 0 0,2 0 1,2 37-1,-1-54-97,1-1-1,-1 1 1,1-1-1,1 1 1,-1-1 0,1 1-1,0-1 1,0 0 0,0 0-1,1 0 1,0 0 0,0 0-1,0-1 1,0 1-1,1-1 1,0 0 0,0 0-1,0 0 1,0 0 0,0-1-1,7 4 1,-9-6-34,0-1 0,0 1 0,0-1 0,0 1 0,0-1 0,0 0 0,0 0 0,1 1 0,-1-2 0,0 1 0,0 0 0,0 0 0,0-1 0,0 1-1,0-1 1,0 0 0,0 1 0,0-1 0,0 0 0,0 0 0,-1 0 0,1 0 0,2-3 0,42-38 154,-25 21-133,1 1-44,-5 5-23,1 0 1,22-14-1,-34 27 86,-5 2-4383,-1 0 141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1873,'0'0'4010,"0"0"-2698,0 0-1053,0 0-16,0 0 194,0 0 57,-1 8-6,-2 14-42,1 1 0,1-1 0,1 1-1,6 44 1,-5-61-418,0-1-1,0 1 1,1-1-1,0 1 1,0-1-1,0 0 1,0 0-1,1 0 1,0 0-1,0 0 1,0-1-1,1 1 1,-1-1-1,1 0 1,0 0-1,0 0 1,1 0-1,-1-1 0,1 0 1,0 0-1,0 0 1,0 0-1,0-1 1,0 0-1,0 0 1,1 0-1,5 0 1,-9-1-21,-1-1 0,1 0 1,0 0-1,0 1 0,-1-1 0,1 0 1,0 0-1,-1-1 0,1 1 1,0 0-1,-1-1 0,1 1 0,0-1 1,-1 1-1,1-1 0,-1 0 0,1 1 1,-1-1-1,1 0 0,-1 0 0,0 0 1,1 0-1,-1 0 0,1-2 0,0 0 26,0 0-1,0-1 0,0 1 0,-1 0 0,1-1 0,-1 1 0,0-1 0,0 0 0,0 1 0,0-7 0,0-3 39,-1 1 0,0 0 1,-1-1-1,0 1 0,-1 0 0,-4-16 0,3 16 14,3 10-53,0 0-1,0 0 1,0 0 0,-1 0 0,1 0 0,-1 0 0,1 1-1,-1-1 1,0 0 0,1 0 0,-1 0 0,0 0-1,0 1 1,-1-1 0,1 0 0,0 1 0,0-1 0,-1 1-1,1 0 1,-1-1 0,1 1 0,-4-2 0,5 3 34,0 0-2,0 0-2,0 0 58,0 0-69,0 0-81,0 0-26,0 29-269,2 43 323,14 99 1,-8-101 12,-3 98-1,-5-166 3,0 0-1,0 0 0,0 0 0,0 0 0,-1 0 0,1 1 0,-1-1 1,0 0-1,0 0 0,1 0 0,-1-1 0,0 1 0,-1 0 1,1 0-1,0 0 0,0-1 0,-1 1 0,1-1 0,-1 1 1,1-1-1,-1 1 0,0-1 0,0 0 0,1 0 0,-1 0 0,0 0 1,0 0-1,0 0 0,0-1 0,0 1 0,-5 0 0,-2 1 37,-1-1-1,0-1 0,0 1 0,0-2 0,-15-1 0,24 2-108,1-1 0,-1 1 1,0 0-1,1-1 0,-1 1 0,0-1 0,1 1 1,-1-1-1,1 0 0,-1 1 0,1-1 0,-1 1 0,1-1 1,-1 0-1,1 0 0,-1 1 0,1-1 0,0 0 1,0 0-1,-1 1 0,1-1 0,0 0 0,0 0 1,0 0-1,0 1 0,0-1 0,0 0 0,0 0 0,0 0 1,0 1-1,0-1 0,0 0 0,1-1 0,-1-4-2265,0 0-3206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3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6483,'0'0'1169,"0"0"-460,0 0-90,0 0 211,0 0-153,0 0-354,69 8 1886,-16-8-1475,-1 0-28,-51 0-695,0 0 0,0-1 0,0 1 0,0 0 0,0 0 1,0 0-1,0 0 0,0 1 0,0-1 0,0 0 0,0 0 0,0 1 1,0-1-1,0 0 0,-1 1 0,1-1 0,0 1 0,0-1 1,0 1-1,0-1 0,-1 1 0,1 0 0,0-1 0,0 2 0,-1-2-2100,0 0-1211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4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3794,'0'0'683,"0"0"-158,0 0 164,0 0 108,0 0 321,21 9 2700,-18-10-3763,-1-1 0,0 1 0,0-1 0,0 0 0,0 0 0,0 0 0,0 0 0,0 0 0,0 0-1,-1 0 1,1-1 0,-1 1 0,0-1 0,2-4 0,15-46 21,-10 30 0,1-6-255,-4 19 1806,-5 38-703,1 47-180,3 0 1,15 87-1,4-57 401,-16-124-7452,-5 9-1518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4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5667,'0'0'1203,"0"0"-395,0 0 214,0 0 568,0 0-272,0 0-531,5-3 107,95-19 979,76-20-169,-175 41-1754,-1 1-110,0 0-88,-15 17-1324,4-4-3609,9-11-536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4418,'0'0'1147,"0"0"307,0 0-144,0 0-99,0 0-66,13 1-262,275 2 1345,-287-3-4907,-1 0-3396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5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5410,'0'0'2436,"0"0"-1702,0 0-617,0 0 25,0 0 487,-3 9 260,0 4-633,-13 50 1569,-40 98 0,49-143-1812,-2 0 0,0-1 0,0 0 0,-2-1 0,0 0 0,0-1 0,-2 0 0,0-1 0,-1 0 1,-24 18-1,22-23-1444,12-8-3552,4-1-785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7267,'0'0'654,"0"0"-249,0 0 49,0 0 194,0 0-5,1-5-408,-1 4-227,0 1 1,0-1-1,0 1 0,0-1 1,0 1-1,0-1 0,0 0 1,0 1-1,1-1 0,-1 1 1,0-1-1,0 1 0,1-1 1,-1 1-1,0-1 0,0 1 1,1-1-1,-1 1 0,1-1 1,-1 1-1,0 0 0,1-1 1,-1 1-1,1 0 0,-1-1 1,1 1-1,-1 0 0,1 0 1,-1-1-1,1 1 0,-1 0 1,2 0-1,10 15 610,14 53 913,-17-40-975,0-3-140,1 0 0,2-1 1,0 0-1,2 0 0,30 40 0,-27-55-810,-3-8-3632,-12-1-918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6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2913,'0'0'1340,"0"0"-703,0 0-71,0 0 90,0 0 51,0 0-16,11 0 101,127-7 2378,-137 8-3161,0-1 0,-1 0 0,1 1 0,0-1 1,-1 1-1,1-1 0,-1 1 0,1-1 0,-1 1 0,1-1 0,-1 1 1,1-1-1,-1 1 0,0 0 0,1-1 0,-1 1 0,0 0 0,0-1 0,1 1 1,-1 0-1,0-1 0,0 1 0,0 0 0,0 0 0,0-1 0,0 1 0,0 0 1,0-1-1,0 2 0,0 29 413,0-22-259,-1 0-84,0-1 1,-1 1-1,0 0 1,0-1-1,-1 0 0,-6 16 1,5-16-69,1 0 0,-1 1 0,2 0-1,-1-1 1,2 1 0,-3 18 0,4-25-9,1 0 0,-1-1 0,1 1 0,-1 0 0,1 0 0,0-1-1,0 1 1,0 0 0,0-1 0,0 1 0,0-1 0,0 1 0,0-1 0,0 0-1,1 1 1,-1-1 0,0 0 0,1 0 0,0 0 0,-1 0 0,1 0 0,-1 0-1,1-1 1,0 1 0,0 0 0,-1-1 0,1 1 0,0-1 0,0 0 0,0 0-1,0 1 1,3-2 0,14 3 74,1-1 0,29-3 0,-14 0-19,-34 2-401,-1 0-1761,0 0-3346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18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2273,'0'0'2756,"0"0"-1846,0 0-716,0 0-49,0 0 276,0 0 174,-1 46 3028,6-30-3336,0-1 0,1 0 0,0-1 0,1 1 0,1-1 1,16 22-1,6 13-8,-29-49-242,-1 0 19,7-4-484,2-5-3303,-5 1-2864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3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1 175 5202,'0'0'761,"0"0"-297,0 0 192,0 0 206,0 0-307,0 0-376,17 7 888,22 92 590,81 145-1,-117-238-1630,0 0 0,0 1-1,-1 0 1,0 0-1,-1 0 1,1 0 0,0 12-1,3 17 64,13 4 668,-18-628-391,0 584-324,1 0-75,9 7 32,5 1 38,0 0 0,0-1 0,0-1 0,0 0-1,0-2 1,0 1 0,1-2 0,15-2 0,21 1 26,-26 2-43,5 1 20,0-2 1,0-1-1,48-9 0,-50 6-43,1 2 1,-1 1-1,1 1 0,41 4 0,-38-1 19,0-1 1,0-2-1,44-6 0,-56 3 25,23-5-7,1 2 1,65-2-1,-95 9 0,0-2 0,0 0 0,22-7 0,33-4 17,-49 10-412,-3 4 2008,-14 24-612,-4-4-979,0-12-5480,0-9-264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4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3215 65 3602,'0'0'469,"0"0"83,0 0 356,0 0 479,0 0 16,0 0-397,-9-2-88,-8-2-175,-1 1 0,1 1 1,-1 0-1,0 1 0,-25 3 1,-96 16-938,81-9 634,-75 5-301,-38 7 10,14 2-131,-165 4-1,-158-19 15,-113-5 66,570-2-71,0 2 0,1 0 0,-24 7 0,23-4 12,-1-2 1,1 0 0,-28 0 0,-735-8-790,786 30 609,2 18 256,3-1 0,1 0 0,20 69 0,-1 1 33,-15-40-22,-4 0 1,-6 140-1,-3-86-112,3-125-15,-1 32-6,1 0 0,2 0 0,1 0 0,2-1 0,16 59 0,11-6-129,-30-86 112,-1 1-1,1 0 1,-1 0 0,1-1 0,0 1-1,-1-1 1,1 0 0,0 1 0,-1-1-1,1 0 1,0 0 0,-1 0 0,1 0-1,0 0 1,-1 0 0,3-1 0,31-3 241,80-20-172,0 6 1,137-5-1,-100 19-6,89-8 39,-180 5-100,1 2-1,-1 3 0,119 12 1,-111-5 72,1-4 0,86-8-1,14 0 66,-86 7-7,-1-3 1,88-15-1,349-46 1296,-314 62-1413,-32 3 100,-170-2-85,3 2-3,-1-2-1,1 1 1,-1-1 0,1 0-1,-1-1 1,13-3-1,-15 0 20,-1 1 0,1-1-1,-1 1 1,0-1 0,0 0-1,-1-1 1,1 1 0,-1 0 0,0-1-1,-1 1 1,0-1 0,1 1-1,-1-8 1,4-77-1,-5 82-9,0-10-10,1-18-31,-2-1 1,-2 0-1,-9-47 1,-6-16 15,-6-136 1,4 29 2,14 173-90,-2 1 0,-18-49 0,10 34 48,14 37 113,0-1 1,0 1 0,1-1 0,0 1 0,2-16-1,-1 10 1,-1 14 515,2 2-725,9 1-2186,-2 0-2319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4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24 896,'0'0'446,"0"0"498,0 0-50,0 0 160,0 0-203,0 0-85,0 0-294,0 0-360,-8-1-5,-39-5 320,44 5 6447,8-1-5524,14-1-1747,123 2 481,348 7 408,-187-11-246,-221 2-211,308-4 106,-390 7-96,0 0 81,0 0 20,0 0 132,0 0-25,0 0 17,0 0-38,0 0-59,0 0 19,0 0-53,0 0-22,0 0-130,0 0-110,0 0-594,0 0-1687,0 0-2003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2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30 318 3394,'0'0'899,"0"0"-115,0 0 83,0 0 339,0 0-131,0 0 32,-5-7-232,-12-23 88,12 28 2126,3 14-2616,2 15-737,7 8 350,1 0 1,2-1-1,1 0 1,2 0-1,20 38 0,-12-25 65,24 74-1,-40-107-44,-3-25 57,-1 1-133,3-19-8,27-335-364,-39 174 422,8 189-107,0 1 48,73-5 478,334-8-392,-163-18-131,-197 24 11,0-1 1,0-3-1,47-17 1,-9 3 1,-74 22 10,0 0-1,0 1 1,0 1 0,13-1 0,-24 2 49,0 0-56,0 0 24,0 0-42,0 0 4,0 0-2,0 0-5,0 0 85,0 0-24,0 0-5,0 0-14,0 0-29,0 0-24,0 0-5,0 175 1499,0-174-1417,0-1 19,0 0 3,0 0-3,0 0 48,0 0-48,0 0 18,0-12-2000,0 4-1139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24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3874,'0'0'1310,"0"0"-926,0 0-283,0 0 155,0 0 401,0 0 63,0 11 24,-1 18-262,-1-8 88,1 0 1,1 1-1,1-1 0,8 41 0,-9-57-522,1-1 0,1 0 0,-1 0 0,0 0 0,1 0-1,0 0 1,0 0 0,0 0 0,1 0 0,-1-1-1,1 1 1,0-1 0,0 0 0,0 0 0,0 0 0,0 0-1,1 0 1,-1-1 0,1 0 0,0 0 0,0 0 0,0 0-1,0 0 1,0-1 0,0 1 0,0-1 0,0 0 0,1-1-1,-1 1 1,0-1 0,7 0 0,-9 0-37,0 0 1,0 0-1,0-1 1,-1 1 0,1-1-1,0 0 1,0 1-1,0-1 1,-1 0-1,1 0 1,0 0-1,-1 0 1,1 0-1,-1 0 1,1-1-1,-1 1 1,0-1-1,1 1 1,-1-1-1,0 1 1,0-1-1,0 1 1,0-1-1,0 0 1,-1 0-1,1 0 1,0 1-1,-1-1 1,1 0 0,-1 0-1,0 0 1,0-3-1,2-10-62,-1-1 0,0 1-1,-3-20 1,1 10-113,1 20 169,0 0 1,0 0-1,-1 0 1,0 0-1,0 0 1,0 0-1,0 0 1,-1 1 0,0-1-1,0 1 1,-5-9-1,9 89-330,13-14 409,-3 1-1,-3 1 1,-3 0 0,-2 67 0,-5-130-78,1 0 1,0 1 0,-1-1 0,1 0-1,-1 0 1,0 0 0,1 0 0,-1 0-1,0 1 1,0-1 0,0-1 0,0 1-1,1 0 1,-1 0 0,-1 0 0,1 0-1,0-1 1,0 1 0,0 0 0,0-1-1,0 1 1,-1-1 0,1 1-1,0-1 1,0 0 0,-1 1 0,1-1-1,0 0 1,-1 0 0,-1 0 0,-48 2 127,42-2-117,9 0-37,-1 0 0,1-1 0,-1 1 0,1 0 0,-1 0 0,1 0 0,-1 0 0,1 0 0,-1-1 0,1 1 0,0 0 0,-1 0 0,1-1 0,-1 1 1,1 0-1,0-1 0,-1 1 0,1 0 0,0-1 0,-1 1 0,1-1 0,0 1 0,0-1 0,-1 1 0,1 0 0,0-1 0,0 1 0,0-1 0,0 1 0,0-1 0,0 1 0,-1-1 0,1 1 0,0-1 0,0 0 1,2-20-5730,-2 20 5021,1-6-5198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2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4546,'0'0'1868,"0"0"-772,0 0-266,0 0 322,0 0-42,0 0-312,66 5 3276,-43-6-3574,-17 0-483,0 0-1,0 1 1,0 0-1,0 0 1,0 0-1,-1 1 1,10 2-1,-12-1-869,-2 0-5932,-1-2-98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25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8084,'0'0'472,"0"0"-123,0 0 679,0 0 354,0 0-595,6-6-355,-1 2-405,0-1-1,0 0 1,-1-1 0,1 1 0,-1-1 0,-1 0 0,1 0 0,-1 0-1,0 0 1,0-1 0,-1 1 0,0-1 0,0 1 0,0-1-1,1-12 1,-2 9 214,2 10-70,6 18 21,7 33-27,-12 9 835,-2 67 1,-3-73 527,1-54-1498,0 0 20,0 0 14,0 0-42,1 0-177,0 0 1,-1 0-1,1 0 1,-1 0-1,1 0 1,0 0-1,-1 0 1,1 0-1,-1 0 1,1 0-1,-1-1 1,1 1-1,-1 0 1,1 0-1,-1-1 1,1 1-1,-1 0 1,1-1-1,-1 1 1,1 0-1,-1-1 1,1 1-1,-1-1 1,0 1-1,1-1 1,-1 1-1,0-1 1,1 1-1,-1-1 1,0 1-1,0-1 1,1 0-1,4-10-5578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2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4002,'0'0'2121,"0"0"-1265,0 0-234,0 0 597,0 0 227,18 1 1503,64-1-1827,-71-1-921,-1-1 0,1 0 0,-1-1 0,11-4 0,-11 4-398,-1 0 0,0 0 1,1 1-1,0 0 0,13-1 0,-24 4-1900,-5 3-1275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26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4562,'0'0'1243,"0"0"-568,0 0 24,0 0 334,0 0 330,12 0-176,211 3 2426,-216-14-3877,-6 7-4472,-1 4-2830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27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5907,'0'0'835,"0"0"-203,0 0 366,0 0 48,0 0-534,0 0-283,-2 10 284,-10 34-25,-1-1 0,-3-1 0,-1 0 0,-2-1 1,-2-1-1,-1-1 0,-35 44 0,28-49-5266,29-34 1254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2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4418,'0'0'680,"0"0"-384,0 0 409,0 0 562,3 5-224,32 110 3182,-10-25-2722,-11-27-533,-13-50-766,1-2-1,1 1 1,0 0 0,0 0 0,2-1-1,9 20 1,-10-26-169,1 0 1,0-1-1,1 1 1,-1-1-1,1-1 1,0 1 0,0-1-1,0 0 1,0 0-1,1-1 1,-1 1-1,1-1 1,-1-1-1,1 0 1,9 1-1,-16-2 3,0 0-22,2 2-6070,-2-2-2118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57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4 6675,'0'0'1057,"0"0"-423,0 0 298,0 0 260,0 0-314,0 0-411,0 0-166,0 0 38,0 0-328,0-1 0,0 1 1,0 0-1,0 0 0,0 0 0,-1 0 0,1 0 0,0-1 0,0 1 1,0 0-1,0 0 0,0 0 0,0 0 0,0 0 0,0 0 1,-1-1-1,1 1 0,0 0 0,0 0 0,0 0 0,0 0 0,0 0 1,-1 0-1,1 0 0,0 0 0,0 0 0,0 0 0,0 0 1,-1 0-1,1 0 0,0 0 0,0 0 0,0 0 0,0 0 1,-1 0-1,1 0 0,0 0 0,0 0 0,0 0 0,0 0 0,-1 0 1,1 0-1,0 0 0,0 0 0,0 0 0,0 0 0,0 1 1,-1-1-1,1 0 0,0 0 0,0 0 0,0 0 0,0 0 1,0 0-1,0 1 0,0-1 0,0 0 0,-1 0 0,1 0 0,0 0 1,0 0-1,0 1 0,0-1 0,0 0 0,0 0 0,-14 23 49,1 0-1,-13 30 1,-15 31 66,19-52 22,-40 46 0,39-51-68,1 0 0,-25 43 0,44-63-64,0 0 0,0 0 0,0 1 0,1 0 0,0 0 0,0-1 0,1 1 0,0 0 0,1 0 0,0 12 0,0-20 75,0 0 71,0 0 105,0-4-249,1 1 0,0-1-1,0 0 1,0 0 0,0 1 0,0-1 0,1 1-1,3-6 1,9-9-1631,-6 11-3203,-3 2-2671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5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3586,'0'0'1878,"0"0"-915,0 0-261,0 0 455,0 0 113,11 51 1673,6-2-1765,2-1-1,33 61 1,-23-49-728,47 81 625,-73-137-1259,-3-11-1669,-1-2-1539,1 1-1389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19:58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 4034,'0'0'1838,"0"0"-854,0 0-333,0 0 654,0 0 392,-5 10 338,-67 113-314,-9 13-309,10-51-839,48-60-264,2 1-1,-25 38 1,45-62-276,0-1-6,0 1 1,0-1-1,0 1 0,1-1 1,-1 1-1,0-1 0,1 1 1,0 0-1,-1-1 0,1 1 0,0 0 1,0-1-1,0 1 0,0 3 1,0-5-34,0 0 65,0 0 37,0 0 59,12-15-227,-5 7-371,5-6-4370,-6 6-2548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0:2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10 2993,'0'0'1534,"0"0"-381,0 0-17,0 0 78,0 0-200,0 0-152,0 0-171,0 0-142,0 0-178,0 0-35,0 0-90,-4-10 1288,-3 11-1530,0-1-1,0 1 1,-1 0-1,1 0 1,0 1 0,0 0-1,0 0 1,0 1-1,0-1 1,1 2 0,-1-1-1,1 1 1,0 0-1,0 0 1,0 1 0,0-1-1,1 1 1,0 1-1,-5 5 1,4-4 46,-1 0 1,2 0-1,-1 0 1,1 1-1,0 0 0,0 0 1,1 1-1,0-1 1,1 1-1,0 0 0,0 0 1,1 0-1,0 0 1,1 0-1,-1 0 0,2 0 1,0 1-1,1 15 1,-2 18 301,2 0 1,2 0 0,2 0-1,11 45 1,2-1 99,-4 1 1,-4 0-1,-3 170 0,-5-126 488,-4 147-135,0-269-805,-1 1 0,-1-1 1,0 0-1,0 0 0,-1 0 1,0 0-1,-1-1 0,1 0 0,-2 0 1,-11 12-1,-8 15-6,15-25-105,11-25 110,14-27 20,-11 40-28,0 0 1,0 1-1,0-1 1,1 1-1,-1 0 1,0 0-1,0 0 0,1 1 1,-1-1-1,0 1 1,0-1-1,0 1 1,1 0-1,4 3 1,-3-1 11,0 0 0,0 0 0,0 1 1,0 0-1,-1-1 0,0 2 0,1-1 1,-1 0-1,-1 1 0,1 0 0,-1 0 0,0 0 1,0 0-1,0 1 0,-1-1 0,0 1 1,0-1-1,0 1 0,-1 0 0,1 0 0,-1 0 1,-1 0-1,1 10 0,19 245 371,-19-215-332,-2 1 1,-6 46 0,-2 45 31,9 224 180,0-359-252,1 0 1,0 0-1,0 1 1,1-1-1,-1 0 1,1 0-1,-1 0 1,1 0-1,0 0 1,0-1-1,1 1 1,-1 0-1,0-1 1,1 0-1,-1 0 1,1 1-1,0-1 0,3 1 1,-2 0-2,0 0 0,0 0-1,-1 0 1,1 0 0,-1 1 0,0-1 0,0 1-1,0 0 1,-1 0 0,4 7 0,2 8 74,-5-10-56,1-1-1,-2 1 1,1 0-1,2 16 1,2-38-8460,-5 3 13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1:0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43 115 2801,'0'0'625,"0"0"15,0 0 288,0 0 3,0 0-58,0 0-3,0 0-73,0 0 97,-5-5-179,-1 0-475,-18-14 1446,82 7 822,16-3-1838,-20 3-383,0 3 0,100-5 0,-140 15-279,0 0 0,0 1 0,-1 1 0,16 5 0,-15-4 12,-1-1 0,1 0-1,0-1 1,16 1 0,-17-4 4,-1 1 0,0 1 0,1 0 0,-1 0 0,0 1 0,0 1 0,0 0 0,0 1 0,12 5 0,-9-4 14,0-1-1,1 0 1,0-2 0,-1 1-1,1-2 1,0 0-1,0-1 1,19-2 0,10 1 61,17-7 85,-53 5-150,0 2 0,0-1 0,0 1-1,0 0 1,0 1 0,0 0 0,0 1 0,0-1 0,14 5 0,-6-2 21,0 0 0,-1 0 1,1-2-1,1 0 0,22-2 0,-7 1 91,32 11-28,193-19 364,-232 8-421,31 0 74,98-11 0,198-22 207,-281 29-281,106-2 212,81-7-143,-116 8 95,-116 6 828,-28-1-1074,-37 2-35,-60 12 90,78-10-36,-1-1 0,1-1 0,-1 0 0,1-2 1,-26-2-1,18 0-113,-54 5 1,55 1 46,-16 3 15,0-2 0,0-2 0,-1-2 0,-83-9 0,-250-30-305,198 36 372,-47-4 92,169 4-112,1 2 0,-106 16 1,89-8-5,-121 1 178,51-5-71,-14 17-87,118-20 60,-140 0 63,155-3-119,0-1 0,0-1 1,1 0-1,0-2 0,-32-12 0,29 6-19,22 9 0,-1 1 0,-1-1 0,1 1 1,0 0-1,0 1 0,-1-1 0,1 1 1,-1 0-1,-10 0 0,16 1 18,1-1-20,0 0-1,0 0 0,0 1 0,0-1 0,1 0 0,-1 1 0,0-1 0,1 1 0,-1-1 1,0 1-1,1-1 0,-1 1 0,0 0 0,1 0 0,-1 0 0,1 0 0,-1 0 0,0 0 1,1 0-1,-1 0 0,2 1 0,37 2-3,101 22 45,160 7 0,146-20 21,-254-17-9,-81 0-88,160 14 1,-46-2-9,-115-7 49,273-11 65,38 7 40,-372 5-99,135 3 462,-186-4-6221,-2-5-4870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1:0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2 275 7523,'0'0'868,"0"0"151,0 0 131,0 0 103,0 0-316,0 0-286,0 0-246,-2 31 580,2 55-140,3-85-824,-1-1 0,1 1 0,-1-1 0,1 0 0,0 1 0,-1-1 0,1 0 0,-1-1 0,1 1-1,0 0 1,3-2 0,4-2 42,0 0-1,-1-1 0,1 0 1,-1-1-1,0 0 0,0 0 1,-1-1-1,0-1 0,9-9 1,11-8 2,24-20-65,33-29-83,146-99 0,-219 167-952,-11 5-2158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1:1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62 6147,'0'0'1166,"0"0"-694,0 0-331,0 0-10,0 0 122,0 0 222,-1 7 262,-9 142 1768,34-148-2404,-10-3-56,1-1 0,-1 0 1,0-1-1,0 0 0,-1-1 0,1-1 0,-1 0 0,21-14 0,-1 3-35,239-126-714,-262 137-2220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2:59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10533,'0'0'512,"0"0"-368,0 0-64,0 0 256,0 0 673,0 0-193,0 0-480,-24 16-288,24-16 64,0 0-64,0 0-48,6 0-80,6 0-416,-6 0-640,3 0-4963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0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83 5010,'0'0'841,"0"0"349,0 0 298,0 0-58,0 0-272,-6-11-376,-19-33-235,24 43-465,0-1 0,0 0 0,1 1-1,-1-1 1,0 0 0,-1 1 0,1-1 0,0 1 0,0 0 0,-1-1 0,1 1 0,-1 0 0,1 0 0,-1 0 0,1 0 0,-1 0 0,0 0 0,1 0 0,-1 1 0,0-1 0,0 1 0,0-1 0,1 1-1,-1 0 1,0-1 0,0 1 0,0 0 0,0 0 0,0 1 0,0-1 0,1 0 0,-1 0 0,0 1 0,0-1 0,0 1 0,1 0 0,-1 0 0,0-1 0,1 1 0,-1 0 0,-1 2 0,-5 3-117,1 0 0,0 0 0,0 1 1,1 0-1,-10 13 0,-1 4 58,1 1 1,2 0-1,1 0 0,0 2 1,2-1-1,1 1 0,-8 37 1,8-15 94,3-1 0,1 1 0,2 72 0,4-109-90,1 0-1,1-1 1,0 1-1,0-1 1,1 1-1,1-1 1,0 0-1,0 0 1,1-1-1,0 1 1,1-1-1,7 10 1,12 12 113,1-1 0,36 33 0,-30-31-94,31 39 0,-50-55-34,0 1-1,-1 1 0,-2 0 1,0 0-1,-1 1 0,0 0 1,-2 1-1,-1 0 0,0 0 1,-2 0-1,0 1 0,-1 0 1,-1-1-1,-2 1 0,-2 35 1,-2-37 23,-1-1-1,-1 0 1,0 0 0,-2 0 0,0-1 0,-1 0 0,-19 28 0,-11 25 29,24-41 22,2 1-1,1 0 1,2 0 0,0 1-1,3 1 1,0-1 0,-3 66-1,13 9 217,-2-95-288,1-1 1,1 0 0,0 0-1,0 0 1,1 0-1,1 0 1,6 12-1,28 35 16,2-1 0,2-3-1,3-1 1,66 60 0,-46-48-15,91 116 1,-148-168-14,-1 1 0,0 0 0,-1 0 0,0 1 0,-2 0 0,1 0 0,-2 1 0,0-1 0,3 32 0,-3 3 13,-6 92 0,1-126-14,0 4 10,-2 0-1,0-1 0,-2 0 1,0 1-1,-1-2 1,0 1-1,-17 30 1,-8 7 94,-40 53 1,26-43 44,29-35-111,1 1 0,1 0 0,2 1-1,2 0 1,-13 67 0,17-76-36,-4 35 10,3-1 0,3 1 0,3 67 0,1-100-11,1-7 12,1-1-1,1 0 1,1 0 0,12 35 0,6 33 20,-16-22 5,-2 0 0,-6 71 0,0-28-32,3 114 83,-2 259 1464,-1-436-1454,-1 0-1,-2-1 1,-2 1-1,-2-1 1,-1-1-1,-3 0 1,-1-1-1,-22 43 1,36-83-145,0-1 1,0 0 0,-1 0-1,1 1 1,0-1 0,0 0-1,-1 0 1,1 1 0,0-1-1,0 0 1,0 1 0,0-1-1,0 0 1,-1 1 0,1-1-1,0 0 1,0 1 0,0-1-1,0 0 1,0 1 0,0-1-1,0 1 1,0-1 0,0 0-1,0 1 1,0-1 0,0 0 0,0 1-1,1-1 1,-1 0 0,0 1-1,0-1 1,0 0 0,0 1-1,1-1 1,-1 0 0,0 0-1,0 1 1,1-1 0,-1 0-1,1 1 1,17-6-1171,24-22-2497,-16-2-1067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0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33 301 4658,'0'0'2825,"0"0"-1160,0 0-488,0 0-195,0 0 50,0 0-205,-7-11-283,-19-34-338,60 114 778,-3 1 0,42 143 0,1 7-161,-57-178-769,2 0 0,1-2 0,27 39 0,-40-68-51,1 0 1,1 0-1,0 0 0,14 12 1,-19-20-10,1 1 1,-1-1 0,0-1-1,1 1 1,-1 0-1,1-1 1,0 0 0,0 0-1,0-1 1,0 1-1,0-1 1,0 0 0,0-1-1,8 1 1,-13-1 13,1-1 1,0 1-1,-1-1 0,1 1 1,-1-1-1,1 1 0,-1-1 1,1 1-1,-1-1 1,1 0-1,-1 1 0,0-1 1,1 1-1,-1-1 1,0 0-1,0 0 0,1 1 1,-1-1-1,0 0 0,0 1 1,0-1-1,0 0 1,0 0-1,0 1 0,0-1 1,0 0-1,0 0 0,0 1 1,0-1-1,-1 0 1,1 0-1,-1-7 63,1-25-30,1-68 118,-25-200 1,1 142-1354,6-1-1,5-174 1,19 368-1679,1-7 263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6371,'0'0'1897,"0"0"-985,0 0-138,0 0 258,0 0-181,9 0-189,28 1-298,20 0 176,0-2-1,-1-2 0,0-3 0,75-17 0,-124 20-543,0 1-38,0 0 0,0 1 0,1-1 0,-1 1 0,9 0 0,-16 17-5937,0-10-208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0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5891,'0'0'840,"0"0"99,0 0 518,0 0 50,0 0-394,25 0-236,189 5 970,8-5-2568,-221 0-2072,-1 0-2754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7331,'0'0'1089,"0"0"-321,0 0 462,0 0 331,5 24-217,37 187 524,-12 23-892,-29-193-5703,-1-41 10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11397,'0'0'259,"0"0"-160,0 0 242,1 23 857,1 50 309,3 0-1,18 89 0,-22-157-1468,6 27 225,1 0 0,2-1 0,1 0 0,16 31 0,-23-40-4363,-4-22-433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2641,'0'0'4170,"0"0"-2764,0 0-493,0 0 426,0 0-227,20-9-429,1-2-507,-6 4-49,0 0 1,0 1-1,0 1 0,1 0 1,-1 1-1,22-3 0,92-15 1073,-2-6 0,185-67-1,-298 90-1579,18-6 957,-10 8-5642,-22 3 1951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 11 4978,'0'0'1049,"0"0"-153,0 0 451,0 0-13,0 0-365,0 0-430,-21-2-163,-68-7-69,83 9-248,0 0 0,0 1 0,0-1 0,0 1 0,0 0 0,1 1 0,-1-1 0,0 1 0,1 0 0,-1 0 0,1 1 0,0 0 0,-1 0 0,-6 6 0,1 0 59,0 1 0,1 1-1,-17 22 1,19-23-58,-4 6 28,2 0-1,0 1 0,1 0 1,0 0-1,2 1 1,0 0-1,1 0 0,1 1 1,0 0-1,-1 20 0,-1 26 461,2 104 0,5-137-369,2-3 168,0-1 0,2 1-1,1-1 1,1 0 0,19 50 0,67 132 879,-65-153-963,42 88 179,248 547 452,-301-652-864,-1 0 0,-2 1-1,-2 0 1,-2 1 0,-2 0-1,-1 0 1,-1 67 0,-5-88 4,1-2 37,-1 0 0,0 0 0,-2 0 0,0 0 0,-1-1 0,-1 1 1,-10 30-1,5-29 21,0-1 0,-2 0 1,0 0-1,0-1 1,-2 0-1,0-1 0,-28 26 1,29-33-50,0 0-1,0-1 1,0-1 0,-1 0-1,-1 0 1,1-2 0,-1 0-1,0 0 1,-1-1 0,1-1-1,-30 5 1,-26-2 15,-1-2 0,-135-9-1,192 3 0,1-1-1,0-1 0,0 0 0,0 0 0,0-1 0,0-1 0,1 0 1,-21-12-1,27 13-167,1 0 1,-1 0-1,1 0 0,0-1 1,0 0-1,0 0 1,-7-11-1,10 12-312,-1-1 1,1 0-1,0 1 0,0-1 0,0 0 0,0 0 0,1 0 1,0-1-1,0 1 0,1 0 0,-1-7 0,1-1-3896,0 2-2364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4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39 6163,'0'0'2006,"0"0"-461,0 0-243,0 0-64,0 0-233,0 0-394,28-8-117,-25 9-460,-1-1 1,0 1-1,0-1 0,1 1 1,-1 0-1,0 0 0,0 0 1,0 1-1,0-1 0,0 0 1,0 1-1,-1-1 0,1 1 1,0-1-1,-1 1 0,1 0 1,-1 0-1,3 4 0,-3-4-2,1 1 0,-1-1 0,1 0 1,0 0-1,0 0 0,0 0 0,0 0 0,0-1 0,0 1 0,0 0 0,0-1 0,1 0 0,-1 1 0,1-1 0,-1 0 1,1 0-1,-1 0 0,1-1 0,4 2 0,-7-16 264,1 10-300,-1 0 0,0 0 0,0 0 0,-1 0 0,1 0 0,-1 0 0,0 1 0,0-1 0,0 0 0,-1 1 0,1-1 0,-3-4 0,2 5-30,-1 1 0,1 1 0,0-1 0,-1 0 0,1 0-1,-1 1 1,1 0 0,-1-1 0,0 1 0,0 0 0,1 0 0,-1 1 0,0-1 0,0 0 0,0 1 0,0 0 0,0 0 0,-5 0 0,1-1-11,0 1 0,0 0 0,0 0 0,0 0 0,0 1 0,1 0 0,-1 0 0,0 1 0,0 0 0,1 0 0,-1 1 0,1-1 0,0 2 0,-1-1 0,1 0 0,1 1 0,-1 0 0,1 1 0,-1-1 0,1 1 0,0 0 0,-7 11 0,4-4 62,0 0 1,1 0-1,1 1 0,0 1 1,0-1-1,2 1 0,-1-1 1,2 1-1,0 1 0,0-1 1,2 0-1,0 1 0,1 26 1,0-36 35,0 1 0,0-1 0,1 1 0,0-1 1,0 0-1,0 1 0,1-1 0,0 0 0,0 0 0,0 0 1,0 0-1,1 0 0,0 0 0,0-1 0,7 9 1,-4-8 11,0 0 0,0 0 0,0-1 0,0 1 0,1-1 0,0-1 0,0 1 0,0-1 0,1 0 0,8 1 0,16 3 99,0-2 1,0-1-1,1-2 0,43-2 1,-46-1-128,4 3 50,-24-1-64,0-1-1,0 0 1,0 0 0,0 0-1,-1-2 1,1 1-1,0-1 1,13-4 0,-20 3-23,0 0 0,0-1 1,-1 1-1,1 0 1,-1-1-1,1 0 1,-1 0-1,0 1 0,-1-1 1,3-7-1,3-4-282,-2 6-189,3-6-358,-5 0-2759,-2 2-3671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3970,'0'0'3919,"0"0"-2721,0 0-947,0 0 167,0 0 140,0 0-230,2 14 88,-1 3-204,2 0-1,0-1 0,1 1 0,1-1 0,11 26 0,-13-37-154,0 1 0,0 0 0,0-1 0,1 1-1,-1-1 1,1 0 0,1 0 0,-1-1 0,1 1-1,0-1 1,0 0 0,0 0 0,0 0 0,1-1-1,-1 0 1,1 0 0,0 0 0,0-1 0,0 0-1,13 3 1,-6-3 12,1-1 0,0 0 0,0 0-1,0-2 1,0 1 0,-1-2 0,1 0-1,0-1 1,17-5 0,-25 6-50,0-1 0,-1 1 0,1-1 0,-1 0 0,0 0 0,0 0 0,0-1 0,-1 0 0,1 0 0,-1 0 0,0-1 0,0 1 0,0-1 0,0 0 0,-1 0 1,0-1-1,0 1 0,0 0 0,-1-1 0,0 0 0,0 0 0,-1 1 0,3-11 0,-3 8 11,0 0 1,0 0-1,0 0 1,-1-1-1,0 1 0,-1 0 1,0 0-1,0 0 1,-3-11-1,2 15-16,0 0 0,0 0 0,0 1 0,0-1-1,-1 1 1,1-1 0,-1 1 0,0 0 0,0 0 0,0 0 0,0 1-1,-1-1 1,1 1 0,-1-1 0,1 1 0,-1 0 0,0 1 0,0-1-1,-6-1 1,-1-1 3,0 1 1,0 0-1,0 1 0,0 0 0,-1 1 0,1 0 0,-1 1 0,1 0 1,0 1-1,-1 0 0,-20 5 0,23-3-22,1 0 0,0 0 0,0 1 0,0 0 0,0 0 0,1 1 0,-1 0 0,1 1 0,1-1 0,-1 1 0,1 0 0,0 1 0,0 0 0,1 0 0,-8 12 0,6-6-28,0-1 0,2 1 0,-1 0 1,2 0-1,0 1 0,0-1 0,1 1 0,1 0 1,0 0-1,1 0 0,1 0 0,0 0 1,3 22-1,-3-34-33,0-1 0,0 0-1,0 1 1,0-1 0,0 0 0,0 1 0,0-1 0,1 1 0,-1-1-1,1 0 1,-1 1 0,1-1 0,-1 0 0,1 0 0,0 1 0,-1-1 0,1 0-1,0 0 1,0 0 0,0 0 0,0 0 0,0 0 0,0 0 0,0 0-1,0-1 1,0 1 0,1 0 0,-1-1 0,0 1 0,0 0 0,1-1-1,-1 0 1,0 1 0,1-1 0,-1 0 0,1 0 0,1 1 0,20-1-3624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5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1201,'0'0'5514,"0"0"-3190,0 0-1318,0 0-25,0 0-122,-3 13-48,1 0-567,1 0-1,0 1 0,0-1 0,2 0 0,0 1 0,0-1 0,6 23 0,34 108 1093,-21-78-804,61 260 1201,0 0-558,-79-316-1494,0 0 0,-1-1 1,0 1-1,-1 18 0,0-21-1163,0-7-1842,-3 0-2506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9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8948,'0'0'371,"-4"32"397,0 0-471,-4 29 758,0 89 0,6-21 781,5 140 31,-2-261-1885,0 0 1,1 0 0,0 0-1,0 0 1,1 0 0,0 0-1,0-1 1,1 0 0,0 1-1,0-1 1,11 12 0,-15-18-1347,0-1-1866,0 0-2594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19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9364,'0'0'267,"0"0"-61,0 0 517,6 34 904,39 224 1492,-33-189-2297,2 17-95,4 1 1,48 140-1,-60-204-768,-5-12-3133,-1-11-732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20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7443,'0'0'686,"0"0"299,0 0 274,0 0-48,0 0-469,23-7-382,177-55 104,-49 24-398,176-51-3587,-321 87 2956,13-5-72,-12 2-2907,-7 2-445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20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9748,'0'0'1486,"0"0"-533,0 0-115,0 0 122,0 0-357,0 0-83,4 26 206,15 84-102,-17-100-532,0 1 0,1-1 0,0 0 0,1 0 0,0-1-1,1 1 1,0-1 0,0 0 0,1 0 0,0 0 0,0-1 0,1 0-1,15 14 1,-14-17-34,-1 0-1,1 0 0,0 0 1,1-1-1,-1 0 0,1-1 1,0 0-1,0 0 0,0-1 1,0 0-1,0-1 0,0 0 1,17 0-1,-23 0-36,1-1-1,0 0 0,-1 0 1,1-1-1,0 1 1,-1-1-1,1 1 1,0-1-1,-1 0 1,1 0-1,-1-1 0,0 1 1,1-1-1,-1 0 1,0 0-1,4-3 1,-5 2-7,1-1 0,-1 0 0,0 1 0,0-1 0,0 0 0,-1 0 0,1-1 0,-1 1 0,0 0 0,0 0 0,0-1 0,-1 1 0,0-8 0,1 2-4,2-18 43,-2 0 0,-3-41 0,1 62-46,0 0-1,0-1 1,-1 1-1,0 0 1,0 0-1,0 0 1,-1 1-1,0-1 1,0 0-1,-1 1 1,0 0 0,0 0-1,0 0 1,-10-9-1,8 12-7484,6 3 4114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2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160 330 8116,'0'0'1734,"0"0"-632,0 0-347,0 0 291,0 0-153,5-23-503,-4 17-374,43-153 235,-37 121-150,-8 37-100,0 1 1,1-1-1,-1 1 0,0 0 0,0-1 1,1 1-1,-1 0 0,0-1 1,0 1-1,1 0 0,-1 0 0,0 0 1,0 0-1,0-1 0,0 1 1,1 0-1,-1 1 0,0-1 0,0 0 1,0 0-1,-1 1 0,1-1 3,-5 1-5,1 0 1,0 0 0,0 1-1,0 0 1,0 0-1,0 0 1,0 0-1,0 1 1,1 0-1,-1 0 1,-7 7-1,-47 49-21,46-45 21,6-6-8,-1 1 1,1 1 0,0-1 0,-9 20-1,14-26 5,0 1 0,0-1-1,1 1 1,0 0 0,0 0 0,0 0-1,0-1 1,0 1 0,1 0-1,-1 0 1,1 0 0,0 0 0,1 0-1,-1 0 1,1 0 0,-1 0-1,1 0 1,2 4 0,-1-6-2,0 0-1,0 0 1,0 0 0,0 0-1,0-1 1,0 1 0,1-1-1,-1 1 1,1-1 0,-1 0-1,1 0 1,0 0 0,-1 0-1,1-1 1,0 1 0,-1-1-1,1 1 1,0-1 0,3 0-1,0 1 8,31 3 54,61 1-1,-84-6-43,-1 1 0,1-2 0,-1 1 0,0-2 0,0 0 1,0 0-1,24-11 0,-33 12 2,0 0 0,-1-1 0,0 1-1,1-1 1,-1 0 0,0 0 0,0 0 0,0 0 0,-1 0 0,1 0-1,-1-1 1,0 0 0,0 1 0,0-1 0,0 0 0,-1 0 0,1 0-1,-1 0 1,1-5 0,0-6 43,0-1-1,-2 0 1,-1-29-1,0 8-67,1 36 6,1-1 1,-1 1 0,1 0 0,-1 0-1,1 0 1,0 0 0,-1 0-1,1 0 1,0 0 0,0 0 0,0 0-1,0 0 1,0 0 0,0 1-1,0-1 1,0 0 0,0 1 0,0-1-1,0 1 1,0-1 0,1 1-1,-1-1 1,0 1 0,0 0 0,1 0-1,-1 0 1,0-1 0,0 1-1,3 1 1,45-3-19,-42 2 28,76 0 7,-82 0-25,-1 0 33,0 0 29,0 0 133,0 0 134,0 0 112,-37-16-21,26 13-422,0 0 1,-1 1 0,1 0-1,-1 1 1,0 0 0,1 0-1,-22 3 1,31-1 12,-1-1 1,1 1-1,0 0 0,-1 0 1,1 0-1,0 0 0,0 0 1,0 0-1,-1 1 0,1-1 1,0 1-1,1-1 0,-1 1 1,0 0-1,0 0 0,1 0 1,-1 0-1,1 0 0,0 0 1,-1 0-1,1 0 0,0 0 1,0 1-1,1-1 0,-1 1 1,0-1-1,1 0 0,-1 1 1,1 4-1,-3 11-21,2 0 0,0 38-1,2-37 21,-1-16 6,0-1 1,0 1-1,1 0 1,-1 0-1,1 0 1,0-1-1,-1 1 1,1 0-1,1-1 1,-1 1-1,0 0 1,1-1-1,-1 0 1,1 1-1,0-1 1,-1 0-1,1 0 1,0 0-1,4 3 1,0-1 11,0 0 0,0-1 0,1 1 0,-1-2 0,1 1 0,-1-1 0,14 3 0,8 0 47,1-1 0,57-1 0,-84-3-60,40 1 5,-24 1 10,0-2 1,0 0-1,0-1 0,0-1 1,26-5-1,-40 6-18,0-1 1,0 1-1,0-1 0,-1 0 1,1 0-1,0 0 0,-1 0 1,1 0-1,-1-1 0,0 0 1,0 1-1,0-1 0,0-1 1,-1 1-1,1 0 0,-1-1 1,0 1-1,1-1 0,-2 1 1,1-1-1,0 0 0,-1 0 1,0 0-1,0 0 0,0 0 0,0 0 1,-1 0-1,1 0 0,-1-5 1,0-131-175,0 140 122,15 3-127,47 29 344,-50-24-116,1-1-1,-1 0 1,1-1 0,1-1-1,-1 0 1,1-1-1,23 5 1,71-6 126,-77-3-130,-29 0-42,-1 0-1,1 0 0,-1 0 1,1 0-1,0 0 0,-1 0 1,1-1-1,-1 1 1,1 0-1,-1-1 0,1 0 1,-1 1-1,1-1 1,-1 0-1,0 1 0,1-1 1,-1 0-1,0 0 0,0 0 1,0 0-1,0-1 1,0 1-1,0 0 0,0 0 1,0-1-1,0 1 0,0 0 1,-1-1-1,1 1 1,1-4-1,-1-1-23,0-1 0,-1 0 0,1 0 0,-1 1 1,-2-14-1,1 6-31,0 9 47,0 0-1,0 1 0,0-1 0,-1 0 1,0 1-1,0-1 0,0 1 0,-1 0 0,1 0 1,-1 0-1,0 0 0,0 0 0,0 0 1,-1 1-1,1 0 0,-1 0 0,0 0 0,0 0 1,0 0-1,0 1 0,-1-1 0,1 1 1,-9-3-1,0 0 37,-1 0 0,-1 1 1,1 1-1,0 0 0,-1 0 1,-26 0-1,31 3-27,1 1-1,0 0 1,0 0 0,-1 0-1,1 1 1,0 1-1,1 0 1,-1 0 0,0 0-1,1 1 1,0 1-1,0-1 1,0 1 0,0 0-1,1 1 1,0 0-1,0 0 1,1 1 0,-1 0-1,1 0 1,1 0-1,-1 1 1,1 0 0,-6 14-1,8-15-40,0 0 0,1 1 0,0-1 1,0 1-1,0-1 0,1 1 0,1 0 0,-1 0 0,1 0 0,0-1 0,2 11 0,-1-16-33,-1-1-1,1 1 1,0-1-1,0 1 1,0-1-1,0 1 1,0-1-1,0 1 1,0-1-1,0 0 1,0 0 0,1 1-1,-1-1 1,0 0-1,1 0 1,-1 0-1,1 0 1,-1-1-1,1 1 1,0 0-1,-1-1 1,1 1-1,0-1 1,-1 1-1,1-1 1,0 0-1,0 0 1,2 0-1,58 1-2327,-47-2 1060,7 1-2662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2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5282,'0'0'1676,"0"0"-246,0 0 61,0 0-74,0 0-403,0 0 210,16 6 228,2 2-1081,-4-3-83,-1 1 0,0 0 0,-1 1 0,23 16 0,-25-17-96,0 0-1,0-1 1,1 0 0,-1 0 0,1-1-1,0-1 1,0 0 0,1 0-1,12 0 1,13 1 93,56-4 1,-48 0-237,-13-3 100,-31 2-280,0 1 0,0 0 0,0 0 0,-1-1 0,1 1 0,0-1 0,0 1 0,0-1 0,-1 1-1,1-1 1,0 1 0,0-1 0,-1 1 0,1-1 0,-1 0 0,1 0 0,0 1 0,-1-1 0,1 0 0,-1 0 0,0 0 0,1 1 0,-1-1 0,0 0-1,1 0 1,-1 0 0,0 0 0,0 0 0,0-2 0,0-5-3655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2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4914,'0'0'464,"0"0"-448,0 0 129,0 0-33,0 0-96,0 0-16,0 0-16,15-3 16,-15 3-193,0 0-799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27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 3554,'28'31'1702,"-23"-24"-702,-5-7 70,0 0 256,0 0-374,0 0-493,0 0-171,0 0 27,0 0 32,0 0-8,0 0-43,0 0 13,0 0-34,0 0 59,0 0 34,-39 2 1259,-11 0-1446,1 2-1,-1 3 0,1 1 1,-52 17-1,91-23 359,-1-1-1,1 0 1,0 0-1,-20-2 1,1 0-796,29 1 270,0 0 17,0 0 42,0 0-27,0 0-10,0 0-41,0 0-10,-1 0-17,0-1 0,0 1-1,0 0 1,0 0 0,0 0-1,0 0 1,0 0-1,0 0 1,0 0 0,0 0-1,0 1 1,1-1 0,-1 0-1,0 1 1,0-1 0,0 0-1,-1 2 1,2 32 31,1 0 1,2-1-1,2 1 1,10 38-1,3 7 120,-2 0 1,-5 2-1,-2-1 1,-3 83-1,-5-105-119,3 0 0,3 0 0,2-1 0,21 71 0,-21-89 9,7 73 1,-3-9 1,8-50-213,-19-51 152,-1-1 0,0 0 0,0 0 0,1 0 0,-1 0 1,1 0-1,-1 0 0,1 0 0,-1-1 0,1 1 0,-1 0 0,1-1 0,0 1 1,-1-1-1,1 0 0,0 0 0,-1 1 0,1-1 0,0 0 0,2-1 1,50 0 8,-34 1 101,11-2 1,0-1-1,57-14 1,-58 10 166,0 1-1,60-3 1,-90 4-2718,0-3-578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2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4226,'0'0'1203,"0"0"-365,0 0 202,0 0 65,0 0-449,0 0-336,-8 2-88,3-1-184,-1 1-1,1 1 0,0-1 0,0 1 0,0 0 1,0 0-1,0 0 0,1 1 0,-1 0 0,1-1 1,0 2-1,0-1 0,0 0 0,1 1 0,-6 8 1,-8 16 410,-22 48 1,28-54-269,-3 8 161,2 1 1,1 1 0,2-1 0,0 2 0,3-1 0,1 1 0,1 0 0,2 57-1,3-72-137,1-1-1,1 1 0,1-1 0,0 0 0,2 0 1,0 0-1,1-1 0,0 0 0,2 0 1,0-1-1,1 0 0,21 26 0,-9-15 37,1 0 0,2-2 0,0-1 0,2-1 0,56 37 0,-76-55-207,0-2 0,0 1 0,0-1 0,0 0 1,0 0-1,1-1 0,-1 0 0,1 0 0,-1-1 0,12 1 1,-18-2 28,-1 0 56,0 0-32,0 0-14,0 0-106,0 0-435,0 0-781,0 0-649,0 0-926,0 0-1120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2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100 116 8260,'0'0'517,"0"0"-290,0 0 112,0 0 635,0 0 136,0 32-235,-3 197 672,2-175-769,2 71 563,0-113-1286,1 0 0,0 0 0,0-1-1,2 1 1,-1-1 0,1 0-1,1 0 1,6 12 0,7-4 123,-16-19 132,-13-12-225,-2-2-142,1 0 0,0-1 0,1-1 0,1 1-1,0-2 1,1 1 0,1-2 0,0 1-1,1-1 1,2 0 0,-7-28 0,3-4-147,3-1 0,1-1 0,3-52 0,2 97 173,0 0-1,1 0 0,0 0 0,0 0 0,1 0 0,-1 0 0,2 0 0,-1 1 1,1-1-1,0 1 0,0 0 0,0-1 0,1 1 0,0 1 0,1-1 0,-1 1 1,6-6-1,-1 4 34,0-1 0,0 2 0,1-1 0,0 2 0,0-1 1,1 1-1,-1 1 0,1 0 0,22-6 0,-18 6 4,1 1 0,0 1 0,0 0 0,0 0 0,0 2 0,0 0 0,0 1 0,0 1 1,21 4-1,-32-4-5,0-1 0,0 1 0,0 0 0,0 0 0,0 0 0,0 1 1,-1 0-1,1 0 0,-1 0 0,0 1 0,0-1 0,0 1 1,0 0-1,-1 0 0,1 0 0,-1 1 0,0-1 0,0 1 0,-1 0 1,1-1-1,-1 1 0,0 0 0,-1 1 0,1-1 0,-1 0 0,0 0 1,0 1-1,-1-1 0,1 1 0,-2 7 0,0-4 23,0 0 0,-1 0 0,0 0-1,-1 0 1,0 0 0,0-1 0,-1 1 0,0-1-1,-1 0 1,1-1 0,-2 1 0,1-1 0,-1 0-1,0 0 1,0 0 0,-12 8 0,-1 1 94,0 0 1,-1-2-1,-1 0 1,0-2-1,-24 11 0,45-23-115,-1 1 0,1-1-1,-1 0 1,0 1 0,1-1-1,0 1 1,-1-1 0,1 1-1,-1-1 1,1 1-1,0-1 1,-1 1 0,1-1-1,0 1 1,-1 0 0,1-1-1,0 1 1,0-1 0,0 1-1,0 0 1,-1-1 0,1 1-1,0 0 1,0-1-1,0 1 1,0 0 0,0-1-1,1 1 1,-1-1 0,0 1-1,0 0 1,0-1 0,1 1-1,-1-1 1,0 1 0,1 0-1,15 27 58,-12-21-55,13 20 50,0 0-1,2-2 1,1 0-1,1-1 1,26 23 0,-37-39-30,1 1 0,0-2 1,0 1-1,1-1 0,0-1 0,0 0 1,0-1-1,1-1 0,0 1 1,0-2-1,0 0 0,0 0 1,1-2-1,22 1 0,-35-2 61,-1 0-54,0 0 0,0 0-3,0 0-90,0 0-388,0 0-1442,0 0-1855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30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7155,'0'0'1425,"0"0"-459,0 0 21,0 0-270,0 0-364,0 0-185,-16 24 72,-48 79 179,58-92-258,1 1 0,0 0 0,1 0 0,0 0 1,1 1-1,1-1 0,-1 1 0,2 0 0,0 0 0,1 25 0,0-8 278,-1-1 131,2-1 0,3 29-1,-2-48-440,0 1 1,0 0-1,1-1 0,0 0 0,1 1 1,0-1-1,0 0 0,1-1 0,7 11 1,6 3 435,32 30-1,-34-37-257,-1 1-1,-1 0 1,19 28-1,-24-24 273,-8-17-3989,-1-3-4393,0-14-120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31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7123,'0'0'2287,"0"0"-1039,0 0-245,0 0 8,-4 6-381,0 1-550,1 1 0,-1 0 0,2 0 0,-1 0 0,1 0 0,0 0 0,1 1 0,0-1 0,0 16 0,0 3 449,8 56-1,-5-70-338,1-1 0,0 0 0,1 0 0,1-1 0,9 19-1,-10-23-121,0 0 0,0 0 0,0-1-1,1 1 1,0-1 0,1 0 0,-1 0-1,1-1 1,13 10 0,-17-14-54,0 0 0,0 0 0,1 0 0,-1 0 1,1 0-1,-1 0 0,1-1 0,-1 1 0,1-1 0,-1 0 1,1 0-1,-1 0 0,4 0 0,-5 0 6,0-1 0,0 1 0,0 0-1,0 0 1,0-1 0,0 1 0,0-1 0,0 1 0,0-1 0,0 1-1,0-1 1,0 0 0,0 0 0,0 1 0,0-1 0,-1 0-1,1 0 1,0 0 0,0 0 0,-1 0 0,1 0 0,-1 0-1,1 0 1,-1 0 0,1 0 0,-1 0 0,0 0 0,1-2-1,3-24-50,-1-1-1,-1 0 1,-2 0 0,-4-42-1,-5 41-9,8 28 34,1 0 0,-1-1 0,0 1 0,1 0 0,-1 0 0,0 0 0,1 0 0,-1 0 0,0 0 0,0 0 0,0 0 0,0 0 0,0 1 0,0-1 0,0 0 0,0 0 0,-1 1 0,1-1 0,0 1 0,0-1 0,-3 0 0,4 8-326,0 5 283,0 2 42,0 0-1,0 0 0,1 1 0,1-1 0,1 0 0,7 23 0,39 79 16,26 73 39,-66-161-55,-2 0-1,-1 0 1,-1 0 0,-1 1-1,-1 32 1,-2-57 10,-1-1 0,0 0 0,0 0 0,-1 0 0,1 1 0,0-1 0,-1 0 0,0 0 0,0 0 1,0 0-1,0 0 0,-1 0 0,1 0 0,-1 0 0,-3 5 0,2-6 19,-1 1 0,1-1 0,0 0 0,-1 0 0,0 0 0,1-1 0,-1 1 0,0-1 0,0 0 0,0 0 0,0 0 0,-6 0 1,-17 2 57,1-2 0,-27-1 1,15-1-98,36 1-10,0 0 0,-1 0 1,1-1-1,0 1 0,-1 0 1,1-1-1,0 0 0,0 1 1,0-1-1,0 0 0,0 0 1,0-1-1,0 1 1,-3-2-1,4 2-324,0 0 1,0 0-1,1 0 0,-1 0 1,0 0-1,0 0 1,1-1-1,-1 1 1,0 0-1,1 0 0,0-1 1,-1 1-1,1 0 1,0-1-1,-1 1 0,1 0 1,0-3-1,0-9-8872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31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 4578,'0'0'720,"0"0"-325,0 0 219,0 0 309,0 0-240,0 0-248,-4-9 87,4 9-506,0 0 0,0 0-1,1 0 1,-1-1 0,0 1-1,0 0 1,0 0 0,0 0-1,0 0 1,0 0-1,0 0 1,0 0 0,1 0-1,-1 0 1,0 0 0,0 0-1,0 0 1,0 0 0,0 0-1,0 0 1,0 0-1,0 0 1,0-1 0,0 1-1,0 0 1,0 0 0,1 0-1,-1 0 1,0 0-1,0 0 1,0 0 0,0 0-1,0-1 1,0 1 0,33 33 1326,65 49 1,-72-64-1100,-2 2 1,0 0 0,-1 1-1,-1 1 1,-1 2-1,-1 0 1,23 37 0,-28-31 42,-2 0 1,-1 1-1,-2 0 1,-1 0-1,-1 1 0,6 61 1,-4 200 1268,-10-228-1172,0-55-268,-1 1 0,0-1 0,0 0 1,-3 13-1,3-21-136,1 0 1,-1 0 0,1 0 0,-1 0-1,0 0 1,0 0 0,1 0 0,-1-1-1,-1 1 1,1 0 0,0 0 0,0-1-1,-1 1 1,1-1 0,-1 1 0,1-1-1,-1 0 1,1 1 0,-1-1-1,0 0 1,0 0 0,0 0 0,1-1-1,-1 1 1,0 0 0,0-1 0,0 1-1,0-1 1,-3 1 0,5-3-2933,0-10-2052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4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52 3073,'0'0'2135,"0"0"-1060,0 0-104,0 0 470,0 0-190,0 0-384,0 0-171,0 0-61,0 0-163,-6-3-77,1 1-309,-10-7 208,15 6-159,12 1-49,40 3 296,1-3 0,-1-3 0,63-13 0,-77 10-286,-37 8-101,-1 0 18,0 0-37,-1 6 27,-19 54 326,15-47-297,0 1 0,0 0-1,1 1 1,-3 25 0,4 21 297,3-1 0,2 1 0,3-1 0,2 0 0,29 108 0,38 59 686,4 15-343,-72-211-581,-1 0 1,1 53-1,-5-49-44,9 51-1,-7-74-49,0-1 0,0 1 0,1-1 0,0 0 1,1 0-1,1 0 0,-1-1 0,10 13 0,-13-21 5,-1 1 0,1 0 0,-1-1 0,0 1 0,1 0 0,-1 0-1,-1-1 1,1 1 0,0 0 0,-1 0 0,1 0 0,-1 0 0,0 0 0,0 0 0,-1 4 0,1-2 34,-3-3-4,0-1 0,-1 0 1,1 0-1,-1 0 0,1-1 0,-1 1 1,1-1-1,-1 0 0,1 0 0,-1 0 1,-6-1-1,3 1 10,-173 5-247,103 3-4547,69-8 1429,7 0 774,1 0-4910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3:4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6259,'0'0'1350,"0"0"61,0 0 305,0 0-422,0 0-617,0 0-285,12-3-122,1 0-208,15-4 523,-1 2 0,52-4 0,-78 9-577,0 0-1,-1 1 1,1-1 0,-1 0 0,1 1 0,-1-1 0,1 0 0,-1 1 0,1-1 0,-1 1 0,1-1 0,-1 1-1,1-1 1,-1 1 0,0 0 0,1-1 0,-1 1 0,0-1 0,0 1 0,1 0 0,-1-1 0,0 1-1,0-1 1,0 1 0,0 0 0,0-1 0,0 2 0,2 26 103,-2-19 7,1-2-86,0 0 0,1 0 0,-1 0 0,1 0-1,1 0 1,-1 0 0,1-1 0,0 1 0,1-1-1,0 0 1,5 8 0,-8-10-45,0 1-1,0-1 1,-1 1-1,1-1 1,-1 1-1,0-1 1,0 1-1,-2 8 1,1 0 25,-2 68 663,4-80-655,0 0 0,1-1 0,-1 1 0,0 0 0,1-1 1,-1 1-1,1-1 0,-1 1 0,0-1 0,1 0 0,-1 0 0,1 0 1,-1 0-1,1 0 0,-1 0 0,3 0 0,-3 0 6,191 0 1775,-179 5-5491,-8-2-968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0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2657,'0'0'974,"0"0"-592,0 0 20,0 0 732,0 0 64,0 0-184,0 0-24,0 0 82,0 0-127,0 0-329,0 0-224,0 0-173,0 0-22,0 0 9,0 0 92,0 0 28,0 0-35,0 0-43,0 0-59,2 0 14,90-1 447,148-22-1,-201 16-598,-3 1 70,-68 15 137,-37 11-170,42-11-59,0-2-1,-1-1 1,-30 3 0,-107-2 192,165-7-216,0 0-39,0 0-60,0 0-76,15 0-201,46-2 413,0-2 1,101-20 0,-117 21-468,-32 3-2112,-13 0-1715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04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6467,'0'0'1027,"0"0"-77,0 0 552,0 0-198,0 0-623,0 0-284,0 0 20,-24 0 535,-219 0 112,243 0-1042,0 0-20,0 0 30,0 0-5,0 0 16,0 0 5,0 0-5,0 0-9,0 0 41,0 0-22,0 0-29,0 0-34,0 34 191,2-6-64,1 0-1,2-1 1,1 0-1,12 36 1,11 56 239,0 113 940,13 74-204,-39-294-1063,14 65 153,-4 0 1,6 131-1,-19-207-181,0 0-1,-1 1 1,1-1-1,0 0 0,0 0 1,0 0-1,1 0 1,-1 1-1,0-1 1,0 0-1,0 0 1,1 0-1,-1 0 1,1 0-1,-1 0 1,1 0-1,-1 0 0,1 0 1,0 0-1,-1 0 1,1 0-1,0 0 1,0 0-1,0-1 1,0 1-1,0 0 1,-1-1-1,1 1 1,0 0-1,1-1 0,-1 1 1,0-1-1,0 0 1,0 1-1,0-1 1,0 0-1,0 0 1,0 1-1,1-1 1,-1 0-1,0 0 1,0 0-1,0-1 0,0 1 1,0 0-1,1 0 1,-1-1-1,0 1 1,1-1-1,13 0 105,167 7 181,-182-6-273,0 0-10,0 0 21,0 0-32,0 0 21,0 0-24,0 0-135,0 0-639,0 0-1200,0 0-3140,0 0-5576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0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40 5250,'0'0'1569,"0"0"333,0 0-154,0 0-316,0 0-386,0 0-331,0 0-704,0 0-1,0 0 0,0 0 1,0-1-1,0 1 0,0 0 1,0 0-1,0 0 0,0 0 0,0-1 1,-1 1-1,1 0 0,0 0 1,0 0-1,0 0 0,0 0 1,0-1-1,-1 1 0,1 0 1,0 0-1,0 0 0,0 0 1,-1 0-1,1 0 0,0 0 1,0 0-1,0 0 0,-1 0 1,1 0-1,0 0 0,0 0 1,0 0-1,0 0 0,-1 0 1,1 0-1,0 0 0,0 0 1,0 0-1,-1 0 0,1 0 1,0 0-1,0 0 0,0 0 1,-1 0-1,1 0 0,0 1 0,0-1 1,0 0-1,0 0 0,0 0 1,-1 0-1,1 0 0,0 1 1,0-1-1,0 0 0,0 0 1,0 0-1,0 0 0,0 1 1,0-1-1,0 0 0,-1 0 1,1 0-1,0 1 0,0-1 1,0 0-1,0 0 0,0 1 1,2 15 270,1-1 0,0 1 1,1-1-1,0 1 0,1-1 0,8 14 1,7 29 288,22 103 302,4 14-564,-44-168-285,-2-5-18,1 0-1,-1 0 1,1 0 0,-1 0-1,1 0 1,0 0 0,0 0 0,0 0-1,0 0 1,0-1 0,3 4 0,-3-5 176,-1-4 70,-17-312 328,14 296-673,2 1 0,1-1 0,4-38 0,-4 56 84,1-1 1,0 1 0,1 0 0,-1 0 0,0-1 0,1 1 0,-1 0-1,1 0 1,0 0 0,-1 1 0,1-1 0,0 0 0,0 1-1,0-1 1,0 1 0,1-1 0,3-1 0,50-19 149,-34 15-145,51-19 91,-27 10-70,45-23 0,-84 33-2188,-16 4 969,-21 6-2167,10 5-474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0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81 5603,'0'0'3969,"0"0"-2549,0 0-545,-30-13 160,-97-41-200,120 51-757,1 1 0,-1 0 0,0 0 0,0 0 0,0 1 0,0 0 0,0 1 0,0-1 0,0 1 0,0 1 0,0-1 0,-10 3 0,13-2-54,-1 1 0,1 0 0,0 0-1,-1 0 1,1 0 0,0 1 0,0 0 0,1 0-1,-1 0 1,0 0 0,1 0 0,0 1-1,0-1 1,-3 5 0,-2 6 18,1 0 1,1 1-1,0-1 1,1 1-1,0 0 0,2 0 1,-5 31-1,4-21 99,1 1 0,1 0 0,1 0 0,1 0 0,7 43 0,-5-56-53,1 1 0,1 0 0,1-1 0,0 0 0,0 0 0,1 0 0,1-1 0,0 0 0,1 0 0,0 0 0,19 18 0,-9-12 5,0-2 0,1 0 0,1-1 0,1-1 0,0-1 1,0-1-1,2-1 0,-1-1 0,1-1 0,1-1 0,-1-1 0,2 0 0,-1-2 0,0-1 0,33 1 0,-49-5 490,5 1-2655,-13-1 1977,0-1-1,0 1 1,1 0 0,-1 0 0,0 0 0,0 0 0,0 0-1,0 0 1,1-1 0,-1 1 0,0 0 0,0 0 0,0 0-1,0 0 1,0-1 0,0 1 0,1 0 0,-1 0 0,0 0-1,0-1 1,0 1 0,0 0 0,0 0 0,0 0 0,0-1 0,0 1-1,0 0 1,0 0 0,0 0 0,0-1 0,0 1 0,0 0-1,0 0 1,0-1 0,0 1 0,-1 0 0,1 0 0,0 0-1,0 0 1,0-1 0,0 1 0,0 0 0,0 0 0,0 0-1,-1-1 1,-6-7-3944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0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 2097,'0'0'7139,"0"0"-5170,0 0-1670,0 0 194,0 0 561,-16 27-53,-52 93-382,49-82-262,2 1-1,-17 59 1,26-71-289,-1-1 1,-1-1-1,-1 0 0,-20 32 0,27-51-146,0 0-1,-1 0 1,1-1-1,-1 1 0,-1-1 1,-11 8-1,-6-5-5555,17-8-3320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0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6499,'0'0'1782,"0"0"-445,0 0-19,0 0-291,0 0-203,7 0-63,-2 1-623,1 0 0,-1 1 0,0 0 0,0 0 1,1 0-1,-1 0 0,0 1 0,-1 0 1,1 0-1,0 0 0,-1 1 0,5 3 1,57 61 1203,-34-34-754,172 158 1066,-196-181-1581,-7-8-7688,-1-3 1350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07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4946,'0'0'1001,"0"0"-350,0 0 400,0 0 85,0 0-170,0 0-179,9 3-157,6 5-372,0-1 1,-1 2 0,0 0 0,0 1-1,-1 0 1,17 17 0,77 83 1491,-87-87-1524,-1 1-1,-1 0 1,-1 1 0,-1 1-1,-2 1 1,0 0-1,-2 1 1,-1 0-1,-1 1 1,-1 0-1,-2 1 1,-1 0-1,-1 0 1,0 48-1,-4-62-116,-1 0-1,0 0 1,-2 0-1,0 0 0,0-1 1,-2 1-1,0-1 1,-1 0-1,0 0 0,-11 21 1,-79 112 622,94-147-777,1-1-354,8 0-4018,8 0-781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0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4322,'0'0'467,"0"0"-43,0 0 563,0 0 280,0 0-293,0 0-283,-1 0 2871,11 0-3343,264 11 2443,-197-11-1763,-81 2-879,1 1-1,-1 0 1,1 0-1,-1 0 0,1 0 1,0 1-1,1-1 1,-5 6-1,4-5-10,1 0-5,0 0-1,0 0 0,0 0 0,0 0 1,1 1-1,0-1 0,0 0 1,0 0-1,0 1 0,1-1 0,-1 6 1,3 59 75,0-30-35,0 31 290,3-1 0,3 0 0,3 0 0,39 131 0,0-63 335,6 23-229,-49-134-340,-1 1 0,-1-1 0,-2 1 0,1 37 0,-4 73 151,0-136-315,0-1 21,0 0 40,0 0-13,0 0 22,-2 0-6,1 0-6,1 0 20,0 0-28,-21 3-317,-31 10 387,0-2 0,-97 8 1,137-18-399,17-4-1760,13-5-2167,8-12-4631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1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2561,'0'0'3786,"0"0"-2535,0 0-616,0 0 163,0 0 82,0 0-159,-9 7-263,-25 20 23,34-27-461,1 0 0,-1 0 1,0 0-1,0 0 0,0 0 1,1 0-1,-1 0 0,0 0 1,0 0-1,1 0 1,-1 0-1,0 0 0,0 0 1,0 0-1,1 0 0,-1 0 1,0 0-1,0 0 0,0 0 1,1 0-1,-1 1 0,0-1 1,0 0-1,0 0 1,1 0-1,-1 0 0,0 0 1,0 0-1,0 1 0,0-1 1,0 0-1,1 0 0,-1 0 1,0 1-1,0-1 0,0 0 1,0 0-1,0 0 1,0 1-1,0-1 0,0 0 1,0 0-1,0 0 0,0 1 1,0-1-1,0 0 0,0 0 1,0 0-1,0 1 0,0-1 1,0 0-1,0 0 0,0 1 1,0-1-1,0 0 1,0 0-1,0 0 0,0 1 1,0-1-1,-1 0 0,1 0 1,0 0-1,0 0 0,0 1 1,0-1-1,0 0 0,-1 0 1,22 1 549,-19-2-387,54 0 1343,-19 0-742,47 4 0,-79-1-769,-1 0 0,1 1-1,-1 0 1,0 0 0,1 0-1,-1 0 1,0 0 0,-1 1-1,1 0 1,5 8 0,10 7 23,10-1-7,-25-15-17,0-1-1,1 0 0,-1 1 0,0 0 0,0 0 0,6 6 0,-9-7-13,0 0 1,-1 0-1,1 0 0,0-1 0,-1 1 1,0 0-1,1 0 0,-1 0 0,0 0 0,0 0 1,0 0-1,0 0 0,0 0 0,-1 0 1,1 0-1,0 0 0,-1-1 0,0 1 0,0 3 1,-18 31 562,-8 4-82,18-29-366,1-1 1,1 1-1,0 1 1,0-1-1,1 1 1,1 0-1,0 0 1,0 1-1,1 0 0,1 0 1,0 0-1,1 0 1,-1 17-1,4-29-101,-1 1 0,1-1 0,0 1 0,0 0 0,0-1 0,0 0 0,0 1 0,0-1 0,0 1 0,0-1 0,1 0 0,-1 0 0,0 0 0,1 0-1,-1 0 1,1 0 0,-1 0 0,1 0 0,0-1 0,-1 1 0,1-1 0,0 1 0,-1-1 0,3 1 0,46 9 342,-26-8-7,1-1 0,29-3 0,2 0-172,-56 2-219,0 0-12,0 0-111,0 0-289,0 0-698,0 0-1244,0 0-1939,0 0-3151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1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79 5202,'0'0'313,"0"0"12,0 0 587,0 0 660,0 0-473,0 0-424,-9 5-40,6-3-549,0 1 0,0-1 0,0 1 0,0-1 0,0 1 0,0 0 0,1 0 0,-1 0 0,1 0 0,0 1 1,0-1-1,0 0 0,0 1 0,1 0 0,-1-1 0,1 1 0,0 0 0,0 0 0,0 0 0,1 0 0,0 0 0,-1-1 0,1 1 0,0 0 0,1 0 0,-1 0 0,1 0 1,0 0-1,0 0 0,0 0 0,0-1 0,1 1 0,-1 0 0,4 4 0,0 0-51,1-1 0,0-1 0,0 1 0,0-1 0,0 0 1,1-1-1,0 1 0,1-1 0,-1-1 0,1 1 0,0-1 0,0-1 0,0 0 0,0 0 0,16 4 0,2-2 59,1 0-1,0-2 0,49 0 0,-72-2-85,-1-1 0,1 0 1,-1-1-1,0 1 0,1-1 0,-1 1 1,1-1-1,-1 0 0,0 0 0,1 0 1,-1-1-1,0 1 0,0-1 0,0 0 1,0 0-1,0 0 0,-1 0 0,1 0 1,3-4-1,-4 2 12,1-1 0,0 0 0,-1 1 0,0-1 0,0 0-1,0 0 1,-1 0 0,0 0 0,0-1 0,0 1 0,-1 0 0,1-8 0,0 5-6,-1 0-1,0 0 1,0 0-1,-1 0 1,0 0 0,0 0-1,-1 0 1,0 0-1,0 0 1,-1 0 0,0 1-1,0-1 1,-1 1-1,0 0 1,0 0 0,-1 0-1,0 1 1,0 0-1,0 0 1,-1 0 0,0 0-1,0 1 1,0 0-1,-1 0 1,0 1 0,0 0-1,0 0 1,0 0-1,-14-4 1,14 6 4,0-1-1,0 1 1,-1 1 0,1-1-1,0 1 1,-1 0 0,1 1-1,-1 0 1,0 0 0,1 1-1,0 0 1,-1 0 0,1 0-1,-1 1 1,-9 4 0,11-3-25,0 1 0,0-1 0,1 1 0,-1 0 1,1 0-1,0 1 0,0 0 0,1 0 0,0 0 1,0 0-1,0 0 0,0 1 0,1 0 0,0 0 1,0 0-1,0 0 0,-2 8 0,1-1-13,1 1 0,1 0 0,-1 1 0,2-1 0,0 0 0,1 0 0,2 18 0,-2-29 0,0 0 0,1 0 0,0-1 0,-1 1 0,1 0 0,0-1 0,0 1 0,0 0 1,1-1-1,-1 0 0,1 1 0,-1-1 0,1 0 0,0 1 0,0-1 0,0 0 0,0 0 0,0-1 0,0 1 0,1 0 0,-1-1 0,0 1 0,1-1 0,0 0 0,-1 0 0,1 0 0,5 1 0,5 1-842,1-1-1,-1 0 0,1-1 0,20-1 0,-22 0-675,9 0-3640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1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6915,'0'0'1326,"0"0"-688,0 0 74,0 0 595,0 0 73,-4 22-14,3-16-1252,-3 13 171,1-1 0,1 1 0,0 0 0,2 0-1,0 0 1,1 0 0,6 32 0,70 214 1919,-57-213-1631,2 0 1,56 94-1,-72-138-633,-1 1-1,0 0 1,0 0-1,-1 0 0,0 0 1,0 1-1,-1-1 1,-1 1-1,1 0 1,-2 0-1,1 0 1,-1 14-1,-1-10-759,0 17-770,-3-11-5289,3-20 1876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1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2721,'0'0'2996,"0"0"-1504,0 0-297,0 0 117,0 0 268,0-10-452,0-21-350,0 29-452,0 4-21,0 23 95,0-2-45,0 4 92,0 0 0,2 0 0,8 44 0,-8-63-411,0 1-1,1-1 1,0 0-1,1 0 1,0 0-1,0-1 0,0 1 1,1-1-1,0 0 1,1 0-1,-1-1 1,1 0-1,0 0 1,1 0-1,12 8 1,-10-9-22,0 0 1,1-1-1,-1 0 1,1-1 0,0 0-1,0-1 1,0 1-1,0-2 1,0 0-1,1 0 1,-1-1 0,15-1-1,-24 1 1,-1-1-1,1 1 1,0 0-1,0-1 1,-1 1-1,1-1 1,0 1-1,0-1 1,-1 1 0,1-1-1,-1 0 1,1 1-1,0-1 1,-1 0-1,1 1 1,-1-1-1,0 0 1,1 0-1,-1 1 1,0-1-1,1 0 1,-1 0-1,0 0 1,0 0 0,1 0-1,-1 1 1,0-1-1,0 0 1,0 0-1,-1-2 1,1-36 29,0 28-64,0 5 14,0 0 0,0 1 0,0-1-1,0 0 1,-1 0 0,0 0 0,-1 1 0,1-1 0,-1 1-1,0-1 1,0 1 0,-1-1 0,0 1 0,1 0 0,-2 0-1,1 1 1,-1-1 0,1 1 0,-1-1 0,0 1 0,-1 0-1,1 1 1,-1-1 0,0 1 0,0 0 0,0 0 0,0 0-1,-9-3 1,10 6 49,4 0-123,1 4 58,1 0 1,-1 0-1,1 1 1,0-1-1,1 0 0,-1 0 1,1-1-1,0 1 1,0-1-1,0 1 0,0-1 1,6 5-1,0 0 15,8 10 48,0 0 0,-1 1 1,-1 1-1,-1 0 0,0 1 0,-2 1 0,-1 0 1,0 0-1,-2 1 0,12 42 0,9 106 710,-8-32-482,-19-125-185,0 1 0,0-1 0,-2 1 0,1-1 0,-2 1 0,0 0 0,-4 21 0,3-34-75,1-1-1,-2 0 1,1 0 0,0 0 0,0 0-1,0 0 1,0 0 0,-1 0-1,1 0 1,0-1 0,-1 1 0,1 0-1,-1-1 1,1 1 0,-1-1 0,1 0-1,-1 1 1,1-1 0,-1 0 0,1 0-1,-1 0 1,-2 0 0,-43-1-1257,38 1 88,-6 0-2447,3 0-2497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1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790 1 1969,'0'0'1593,"0"0"-918,0 0-96,0 0 400,0 0 66,0 0-351,0 0-78,0 0 150,0 0 80,0 0-107,0 0-224,0 0-99,0 0 3,0 0 21,0 0 11,0 0 26,0 0-124,0 0-63,0 0-47,0 0 56,0 0 8,0 0 10,0 0 33,0 0-54,0 0 43,0 0-11,0 0-5,-25 0-161,0 2-142,-1 1 0,1 1 0,0 1-1,-45 16 1,32-9-9,-40 6-1,-318 36 44,336-49-36,59-5-4,-2 0 59,2 0-80,1 0 0,-1 0-1,1 0 1,-1-1 0,1 1-1,-1 0 1,0 0-1,1 0 1,-1 0 0,1 0-1,-1 0 1,1 0 0,-1 0-1,1 1 1,-1-1 0,0 0-1,1 0 1,-1 0 0,1 1-1,-1-1 1,1 0-1,-1 0 1,1 1 0,0-1-1,-1 0 1,1 1 0,-1-1-1,1 1 1,0-1 0,-1 0-1,1 1 1,0-1 0,-1 1-1,1-1 1,0 1-1,0-1 1,-1 1 0,1 0-1,2 13 17,0-1 0,0 0-1,2 0 1,-1 0-1,2 0 1,0-1 0,0 0-1,1 0 1,1 0-1,0-1 1,12 16 0,26 48 114,-18-8 223,-3 0 0,-2 2 0,14 84 0,-23-97-145,32 174 481,21 313-1,-12-144-526,-54-398-155,13 88 43,2 149-1,-6-135-12,-9-102-1,1 0 1,0-1-1,-1 1 1,1 0-1,0-1 1,0 1-1,0 0 1,-1-1 0,1 1-1,0-1 1,0 1-1,0-1 1,0 0-1,0 1 1,0-1-1,0 0 1,0 0-1,0 0 1,0 0 0,0 0-1,0 0 1,0 0-1,0 0 1,2 0-1,39 0-71,-29-1 159,64 1 47,1-3 0,131-23-1,-175 21 627,0 1 0,61 2-1,-92-19-1490,7-1-1218,3 4-3798,3 0-4039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1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3330,'0'0'1744,"0"0"-959,0 0 127,0 0 526,0 0-136,0 0-347,3 0 2302,22 1-2891,478 12 2523,-503-13-2843,0 0-20,0 0 9,0 0 32,0 0 32,0 0-25,0 0-34,0 0 35,0 0 0,0 0 42,0 0-74,0 0-6,0 0 24,0 0-26,0 0 19,0 0-1,0 0 0,0 0-23,0 0 10,0 0-16,0 0-19,0 0 80,0 0 19,0 0 192,0 0-23,0 0-81,0 0-27,0 20 78,0 69 176,-2 33 179,6-1 1,21 134-1,-9-163-179,52 165 0,0-33-337,-64-210-81,10 33 11,-5-19 6,10 53 0,-12 10 359,-7 156 1,-3-99-154,-9 82 411,10-192-538,0 0 1,-3 0 0,-1 0-1,-18 59 1,20-76-58,2 0 1,0 0-1,1 0 1,4 41-1,0-3 3,-3 184 142,-1-240-184,0 0 0,0 0 0,0 0 1,0 0-1,0-1 0,0 1 0,-1 0 1,1-1-1,-1 1 0,0-1 1,1 1-1,-1-1 0,-1 0 0,1 0 1,-3 3-1,1-1 11,-2 0-1,1 0 1,0 0 0,-1 0 0,-11 5-1,-19 2 20,0-1 0,-54 7 0,34-7-33,9-3 109,0-2 0,-71-3 1,110-2-59,8 0 36,0 0-37,0 0-59,0 0-26,0 0 10,0 0-13,0 0-2,0 0-33,0 0-48,12-27-6568,-3 17 1246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0:43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2866 161 960,'0'0'1262,"0"0"-893,0 0-116,0 0 299,0 0 251,0 0-53,0 0-281,0 0-148,0 0 55,0 0 195,0 0-8,-5-1-169,-36-7 79,-1 3-1,-66-1 1,-33-3-119,-41-5-797,-63 16 527,-308-8 299,325 1 711,140-8-1081,38 13-243,-334-7 209,247-5 59,-68-2-156,157 14-37,-198-8-373,245 8 616,1 0-1,-1 0 1,0-1-1,0 1 1,1 0 0,-1 0-1,0 0 1,1-1-1,-1 1 1,0 0-1,1-1 1,-1 1-1,0 0 1,1-1-1,-1 1 1,1-1-1,-1 1 1,1-1-1,-1 1 1,1-1-1,-1 0 1,1 1-1,-1-1 1,1 1-1,0-1 1,-1 0 0,1 1-1,0-2 1,-1 1-50,1 0 0,0 0 1,-1 0-1,1 0 1,-1 1-1,1-1 1,-1 0-1,1 0 1,-1 1-1,0-1 1,1 0-1,-1 0 1,0 1-1,0-1 1,1 1-1,-1-1 0,0 1 1,0-1-1,0 1 1,0 0-1,1-1 1,-3 1-1,-81-16 423,77 15-458,-26-5 1919,27 3-2658,22 2-847,-7 1-2603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0:4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3426,'0'0'1115,"0"0"-32,0 0-40,0 0 22,0 0-36,18 0-215,305-2 1819,-223 3-2503,-9 1-80,-1-4 0,150-22 0,-189 18-24,-1 2-1,1 2 0,0 2 0,72 10 0,-71-5 3,1-2 0,-1-2 0,95-10 0,-92-2-78,-36 5-503,-29 3-792,-5 3-4071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0:51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12 727 3057,'0'0'393,"0"0"-257,0 0 200,0 0 566,0 0-105,0 0-375,0 0-129,-11 0 648,10 1 3601,29 3-4078,0 0 1,0-2-1,0-1 1,40-4-1,1 1-278,-37 0-7,0-1 0,50-12 0,10-1-17,-70 13-129,0 0 1,0-1 0,0-1 0,-1-2 0,0 0-1,0-1 1,0-1 0,26-15 0,-23 11 17,47-18 1,-53 25-22,0-2 1,0 0-1,-1-1 0,0 0 1,25-20-1,-21 13 22,1 2-1,0 0 1,31-14 0,21-13-43,10-26 39,-72 61-44,1-1 0,-1 0 1,0 0-1,-1-1 0,1-1 0,-2 0 0,1 0 0,-1-1 0,-1-1 0,0 1 0,0-2 1,8-14-1,29-42 55,-37 59-51,-2-1 1,1 0-1,-2-1 1,1 1-1,-1-1 1,-1 0 0,0-1-1,6-21 1,-6 17 11,-3 14-778,-1 9-1538,-1 0-2991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0:5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2948 2555 3570,'0'0'1632,"0"0"-767,0 0-126,0 0 272,0 0 91,0 0-75,-14 0-365,-116 2 850,79-4-1325,1-2 1,0-2-1,0-3 0,0-1 0,-59-22 0,79 22-122,-11-2 456,0-2-1,2-1 0,0-3 0,-46-27 0,67 34-457,-1 2 0,0 0 0,-28-9 0,32 13-30,0 0 0,1-1 0,0 0 0,1-1 1,-1-1-1,1 0 0,-23-19 0,17 7 155,2-1 0,0 0 0,2-2-1,-20-35 1,9 15 247,12 20-414,1 0-1,-16-42 1,23 51-45,0 1 1,-1 0 0,0 0 0,-1 1 0,-1 0 0,0 0 0,-1 1 0,0 0-1,0 1 1,-1 0 0,-22-15 0,26 20 79,1-1 1,-1 0-1,1-1 0,0 1 1,-9-15-1,-16-16-116,-11 3-263,33 27 360,0 1 0,1-1 0,0-1 0,0 0 0,0 0 0,1 0 0,-8-13 0,-57-115 131,63 116-168,-2 1 0,0 0 1,-2 0-1,0 1 0,-1 1 1,0 0-1,-1 1 0,-1 0 0,-20-13 1,-82-78-29,47 39-358,45 43 310,1-2-1,2 0 1,1-2 0,-25-41 0,27 38 47,-1 2 0,-1 0 0,-2 2 0,-1 0 0,-31-26 0,2 12-877,17 13 912,-68-65 0,43 32 241,-122-93 0,178 150-233,1 1 0,0-1-1,0 0 1,0 0 0,1 0 0,0-1 0,0 0 0,0 1 0,0-2-1,-4-11 1,4 4 136,0 0 1,1 0-1,-2-25 0,0 6-57,5 27-89,-1 1 1,0-1 0,-1 1 0,1-1 0,-1 1-1,0 0 1,-1 0 0,1 0 0,-1 0-1,0 0 1,0 0 0,-1 1 0,1-1 0,-1 1-1,-7-6 1,1 3-8,1 1-1,-1 0 0,-1 1 0,1 0 1,-1 0-1,-17-4 0,22 6 9,0 0 0,0 0 0,0 0 0,0-1 0,1 0 0,-1 0 0,-6-8 0,12 12-45,0 12-1029,0-3 487,2 30-3799,9-18-1069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0:56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57 126 384,'0'0'1982,"0"0"-319,0 0-332,0 0-245,-5-16-78,-2-10-620,4 15 88,0-1 0,-1 2 0,0-1 0,0 0 0,-12-18 0,16 29-440,0 1 0,0-1 0,0 0 0,0 0 0,0 0 0,0 0-1,0 0 1,0 0 0,0 0 0,0 1 0,0-1 0,0 0 0,0 0 0,-1 0 0,1 0-1,0 0 1,0 0 0,0 0 0,0 0 0,0 0 0,0 0 0,0 1 0,0-1 0,0 0 0,-1 0-1,1 0 1,0 0 0,0 0 0,0 0 0,0 0 0,0 0 0,0 0 0,0 0 0,-1 0-1,1 0 1,0 0 0,0 0 0,0 0 0,0 0 0,0 0 0,0 0 0,-1 0 0,1 0-1,0 0 1,0 0 0,0 0 0,0-1 0,0 1 0,0 0 0,0 0 0,0 0 0,0 0-1,-1 0 1,1 0 0,0 0 0,0 0 0,0 0 0,0 0 0,0-1 0,0 1 0,0 0 0,0 0-1,0 0 1,0 0 0,-3 18 358,2 26-567,1-43 191,0 10 15,-1 141 521,6-1 0,28 166-1,-18-261-332,-12-50-58,-1-8-19,-3-28-32,-2 8-155,1-1 0,1 1-1,0 0 1,6-40 0,-4 54 21,1 1 1,0 0-1,1-1 1,-1 1-1,1 0 1,1 0-1,-1 1 1,1-1 0,0 1-1,1 0 1,0 0-1,0 0 1,0 0-1,0 1 1,1 0-1,0 0 1,11-7 0,-15 10 19,0 1 1,0-1 0,0 1 0,0 0-1,0 0 1,0-1 0,0 1 0,0 1-1,1-1 1,-1 0 0,0 0 0,1 1 0,-1-1-1,0 1 1,1 0 0,-1 0 0,1 0-1,-1 0 1,0 0 0,1 0 0,-1 1 0,1-1-1,-1 1 1,0 0 0,0 0 0,1-1-1,-1 2 1,0-1 0,0 0 0,0 0-1,0 1 1,0-1 0,0 1 0,0-1 0,-1 1-1,1 0 1,0 0 0,-1-1 0,0 1-1,1 0 1,-1 1 0,0-1 0,0 0 0,0 0-1,0 0 1,0 1 0,-1-1 0,1 0-1,0 6 1,10 53 69,-9-44-30,1 1 1,1-1-1,0 0 1,1 0-1,9 19 1,-11-32-39,-1 0 0,0 0 0,1-1 1,-1 1-1,1 0 0,0-1 0,1 0 0,-1 0 1,0 0-1,1 0 0,0 0 0,-1-1 1,1 0-1,0 1 0,0-1 0,1-1 0,-1 1 1,0-1-1,0 1 0,1-1 0,-1-1 0,1 1 1,-1-1-1,1 1 0,4-1 0,-4 0-152,18-3-436,-16-8-2569,-6 0-1211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0:5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7043,'0'0'1283,"0"0"-682,0 0 167,0 0 241,4 15-249,4 16-482,22 69 551,-27-92-759,0 1 0,1-1 0,0 0 1,0 0-1,1 0 0,0-1 0,0 1 0,1-1 1,8 8-1,-11-12-52,0-1 1,0 0 0,0 0 0,0 0-1,0 0 1,0-1 0,0 1-1,1-1 1,-1 0 0,0 0 0,1 0-1,-1 0 1,1-1 0,-1 1-1,1-1 1,0 0 0,-1 0 0,1 0-1,-1-1 1,1 1 0,-1-1-1,1 0 1,-1 0 0,1 0 0,3-2-1,-3 1 15,0-1-1,0 1 1,0-1-1,0 0 0,-1 0 1,1-1-1,-1 1 1,0-1-1,0 0 0,0 1 1,0-1-1,-1-1 1,0 1-1,1 0 0,-2-1 1,1 1-1,2-9 1,-1 1 13,-1-1 1,0 0-1,-1 0 0,-1 0 1,0 0-1,0 0 1,-2 0-1,1 1 1,-2-1-1,0 0 1,-4-13-1,6 25-251,1 4-2895,0 4-3037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0:57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127 127 7091,'0'0'718,"0"0"-385,0 0 57,0 0 426,0 0 22,-8-14 42,-23-41-314,31 54-552,-1 1 0,1-1 0,0 0 0,0 0 1,-1 1-1,1-1 0,0 0 0,-1 1 0,1-1 0,-1 1 0,1-1 0,-1 0 1,1 1-1,-1-1 0,1 1 0,-1-1 0,0 1 0,1 0 0,-1-1 0,0 1 1,1 0-1,-1-1 0,0 1 0,1 0 0,-1 0 0,0 0 0,0-1 0,1 1 0,-1 0 1,0 0-1,0 0 0,1 0 0,-1 0 0,0 0 0,0 1 0,1-1 0,-1 0 1,0 0-1,0 0 0,1 1 0,-1-1 0,0 0 0,1 1 0,-1-1 0,0 1 0,0 0 1,-15 24 18,15-24 1,-6 13-15,1 0 1,0 0-1,1 0 1,0 0-1,2 1 1,-1 0-1,2 0 1,0 0-1,0 23 1,2-35-16,0-1 0,0 1 0,1-1 1,-1 0-1,0 0 0,1 1 0,0-1 1,-1 0-1,1 0 0,0 1 0,0-1 1,1 0-1,-1 0 0,0 0 0,0-1 1,1 1-1,0 0 0,-1 0 0,3 1 1,0 0 4,0 0 0,0-1 1,0 0-1,0 0 0,1 0 1,-1-1-1,1 1 0,-1-1 1,6 1-1,7 0 63,0 0-1,0-2 1,0 0-1,23-3 1,-37 3-62,1-1 0,0 0 0,-1 0 1,0 0-1,1 0 0,-1 0 0,0-1 0,1 1 0,-1-1 1,0 0-1,0 0 0,0 0 0,-1 0 0,1-1 0,0 1 1,-1-1-1,1 0 0,-1 1 0,0-1 0,0 0 0,0 0 1,-1-1-1,1 1 0,-1 0 0,1-1 0,-1 1 0,0 0 1,0-6-1,2-10 8,0 1 0,-2-1 1,0 0-1,-3-24 0,1 8-14,1 33-7,0 1 1,0-1 0,1 1 0,-1-1 0,0 1 0,0-1 0,1 1 0,-1 0 0,1-1 0,0 1 0,-1-1 0,1 1 0,0 0 0,0 0 0,0-1-1,0 1 1,0 0 0,0 0 0,0 0 0,0 0 0,0 0 0,3-1 0,0 0-8,-1 0 1,1 1 0,0-1-1,0 1 1,-1 0-1,1 0 1,0 1-1,8-1 1,-5 0 0,1 1 1,-1 1 0,1-1-1,0 1 1,-1 1 0,1-1-1,-1 1 1,0 0 0,9 4-1,-8-1-7,-1-1-1,1 1 0,-1 1 1,0-1-1,-1 1 0,1 0 1,6 9-1,-14-15 33,0 1 0,1-1 1,-1 1-1,0 0 0,1-1 0,-1 1 1,0-1-1,0 0 0,0 1 0,1-1 1,-1 0-1,0 1 0,0-1 0,0 0 0,0 0 1,0 0-1,1 1 0,-1-1 0,0 0 1,0 0-1,0-1 0,0 1 0,0 0 1,-1 0-1,-33 0 88,33 0-94,-9 0-6,5 0-9,-1 0 1,1 0-1,-1 0 1,1 1-1,0 0 1,-1 0-1,-7 3 1,12-3 1,-1 1 0,1-1 0,0 1-1,0 0 1,0 0 0,0-1 0,0 1 0,0 1 0,0-1 0,1 0 0,-1 0 0,1 0 0,-1 1 0,1-1 0,0 1 0,0-1 0,0 1 0,0 0 0,1-1 0,-1 6 0,-1-4 1,1 0 0,0 1-1,1-1 1,-1 0 0,1 1-1,0-1 1,0 1 0,0-1-1,1 0 1,-1 1 0,1-1-1,0 0 1,0 1 0,1-1-1,-1 0 1,1 0-1,0 0 1,0 0 0,0 0-1,1-1 1,3 6 0,-1-5-1,0 0 0,0-1 0,0 1 1,0-1-1,1 0 0,-1-1 0,1 1 0,0-1 1,0 0-1,0 0 0,0-1 0,0 0 0,0 0 1,12 0-1,-1 0 22,1 0-1,-1-1 1,1-1 0,-1-1-1,0-1 1,1 0 0,19-7-1,-31 8-6,1-1 1,-1 0-1,0 0 0,0 0 0,0-1 1,0 0-1,-1 0 0,1 0 0,-1-1 1,0 1-1,0-1 0,-1-1 0,1 1 1,-1-1-1,-1 1 0,1-1 0,-1 0 1,0-1-1,0 1 0,-1 0 0,3-10 1,-2 2-14,10-33 39,-13 46-42,0 0 0,1 0 0,-1 0 0,1 0 0,-1 0 0,1 0 0,-1 0 0,1 0 0,0 0 0,-1 0 0,1 0 0,0 1 0,0-1 0,0 0 0,-1 0 0,1 1 0,0-1 0,0 1 0,0-1 0,0 0 0,0 1 0,0 0 0,0-1 0,1 1 0,-1 0 0,0-1 0,0 1 0,0 0 0,0 0 0,0 0 0,0 0 0,0 0 0,3 1 0,-2 1-11,0 1 0,0-1 1,0 1-1,0-1 0,0 1 0,-1 0 1,1 0-1,-1 0 0,0 0 0,0 0 1,0 0-1,0 0 0,0 0 0,-1 0 1,0 1-1,1 5 0,0 0 21,3 11 53,-3-9-47,1 0 0,0 0 0,1 0 0,0-1 0,9 19 1,-10-25 14,0-1 1,0 0-1,1 0 1,-1-1-1,1 1 1,-1 0-1,1-1 1,0 0 0,0 1-1,0-1 1,0 0-1,1-1 1,-1 1-1,0 0 1,1-1-1,-1 0 1,1 0-1,0 0 1,-1 0 0,1-1-1,0 1 1,3-1-1,7 1 113,-1 0 0,1-1 0,-1-1 0,1 0 0,-1-1 0,0-1 0,1 1 0,23-10-1,-32 9-94,1 1 0,-1-1 0,0 0 0,0 0 0,0-1 0,-1 0 1,1 1-1,-1-1 0,0-1 0,0 1 0,0-1 0,0 0 0,-1 1 0,0-2 0,0 1 0,0 0 0,-1 0 0,0-1 0,0 0 0,0 1 0,-1-1 0,2-11 0,-2 10-41,0 1 0,-1 0 0,1 0 0,-2-1 0,1 1 0,-1 0 0,1 0 0,-2 0 0,1 0 0,-1 0 0,0 0 0,0 0 0,0 0 0,-1 1 0,0-1 0,0 1 0,-1-1 0,-4-4 0,3 5 1,-1 0 0,1 0 0,-1 1 1,-1-1-1,1 1 0,0 1 0,-1-1 1,0 1-1,0 0 0,0 1 0,0-1 1,-1 2-1,1-1 0,0 1 0,-9-1 1,2 1-68,-1 0 0,0 1 1,1 0-1,-1 1 0,1 1 1,0 0-1,-1 1 0,1 1 1,0 0-1,1 1 0,-1 1 1,1 0-1,0 0 0,0 1 1,1 1-1,-20 16 0,0 7-2891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39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91 3137,'0'0'1126,"0"0"-413,0 0-36,0 0 68,0 0-73,0 0-101,0 0-222,0 0-18,0 0-115,0 0-21,0 0-16,0 0 24,30-11 746,396-17-132,-391 24-812,470-42 32,-180 44-65,-157 4 72,-168-2-17,23 0 106,83 0-39,-105 0-33,-1 0 203,0 0 83,-4 0-29,2 0-307,-28-1 177,0 1-1,-1 1 1,1 2 0,0 1 0,1 2 0,-36 11 0,-12 8-178,-1-4 0,-1-2 0,0-5 0,-94 6 0,-498-1 364,650-20-299,0-1 1,-32-7-1,1 0 344,49 8-421,1 1 0,-1 0-1,0-1 1,0 1 0,0 0-1,0 0 1,0 1 0,0-1 0,1 1-1,-1-1 1,0 1 0,0 0-1,1 0 1,-1 0 0,0 0-1,1 1 1,-1-1 0,1 1 0,-3 1-1,1 2-43,0 0 0,1 0 1,-1 0-1,1 0 0,0 0 0,1 0 0,-3 8 0,-11 19-373,-4-2-1689,14-24-1333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41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2091 1393,'0'0'1683,"0"0"-498,0 0-65,0 0 185,0 0-102,0 0-352,0 0-360,0 0-219,0 0-77,0 0-78,0 0-5,0 0-5,0 0-56,0 0 55,0 0 70,0 0 70,0 0 69,0 0 5,0 0 16,0 0-59,0 0 30,0 0-21,5-20 752,11 1-1000,1 0 1,1 1 0,0 1 0,1 0 0,1 2 0,25-16 0,25-20-29,279-260 14,-316 279-20,1-2 12,0-1-1,48-68 1,-62 77-19,2 0-1,0 1 1,27-22 0,-31 31-27,-1 0 0,0-2 1,-2 1-1,0-2 0,0 0 1,-2-1-1,19-38 0,3-21 5,56-96 0,-70 131 22,-1-1 1,-2 0 0,-2-1 0,15-75 0,23-65-6,18-79-13,-71 262 29,0 0 1,1 0 0,-1 1 0,1-1 0,-1 1 0,1-1 0,0 1 0,0 0 0,4-4 0,-4 5-1,0 0 0,-1-1 0,1 1 0,-1-1 0,0 1 0,1-1-1,-1 0 1,0 0 0,0 0 0,0 1 0,0-1 0,0 0 0,0-3 0,-1 4 58,0 1-18,0 0 16,0 0-24,0 0-10,0 0-17,-4 7-250,2-4-19,-6 12-234,2-2-2801,2-2-5460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4:53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2807 2337,'0'0'21,"0"0"17,0 0 52,0 0 348,0 0 352,0 0-19,0 0-128,0 0 18,-3 6 158,0-1-417,1-4-182,1 1-1,-1-1 0,1 1 0,0 0 0,0 0 1,0 0-1,0-1 0,0 1 0,0 0 0,1 0 1,-1 0-1,0 1 0,0 2 0,1-4 147,0-1-43,0 0 29,0 0 3,0 0 47,0 0 28,0 0 29,0 0-80,0 0-35,0 0-83,0 0-39,0 0-84,0 0-52,31 0 263,61 1-153,107-3 33,-180-2-176,0-1 0,0-1 0,0-1 0,0 0 0,-1-1 1,-1-1-1,31-20 0,48-22 231,-78 41-155,0-1 0,0 0-1,-1-1 1,0-1 0,-1-1 0,-1 0-1,21-24 1,-13 13 34,51-41-1,-11 21-138,87-69-10,-132 100-21,0 0 0,1 2-1,36-18 1,-41 24 19,-1-1-1,1 0 0,-1 0 1,-1-2-1,0 1 0,0-2 1,-1 0-1,0 0 0,0-1 1,17-23-1,-15 15 28,2 0-1,0 0 1,1 2 0,0 0-1,30-23 1,-20 17-31,37-40 0,-9 2 23,3 2 0,77-63 0,-124 113 8,-1-1 0,-1 0-1,0 0 1,0-1 0,-1 0-1,8-18 1,12-17-16,-11 22 8,154-206 229,-162 219-200,0-1 0,-2 1 0,1-1 0,-1-1 0,-1 1 0,0-1 0,-1 0 0,4-20 0,-5 17-14,2 0 1,0-1-1,1 2 1,1-1-1,13-22 1,119-162 105,-47 43 891,-54 110-984,-31 40-44,0 0 0,-1-1 0,0 1 0,0-1 0,-1 0 1,0-1-1,-1 1 0,4-10 0,80-194 210,-35 91 1,-19 32-9,-19 47-101,35-72-1,-91 156 336,-19 49-441,-50 103 1,-30 46 5,98-177-17,-77 122-8,99-150 8,2 1-1,1 1 0,-16 55 1,-13 48 18,-86 181 1,113-286-9,-2-1 0,-2 0 1,-1-1-1,-43 45 1,-15 20-47,14-14 54,-3-2 0,-3-4-1,-86 68 1,92-86-23,31-26 11,-1-1 0,-2-2 0,-1-1 0,-61 32 0,46-31-28,2 1 0,-57 46 1,53-37 47,-128 79-26,87-59-1,84-52 3,-1-1-1,0 0 0,-1-1 0,1-1 0,-2 0 1,1-1-1,-25 3 0,-11-2 1,-62 0 1,6-2-1,101-2-11,1 0-1,0 0 1,-1 1 0,1 0 0,0 0 0,0 1 0,1 0 0,-12 8 0,17-11-23,1-1 1,0 1-1,-1-1 1,1 1 0,0-1-1,-1 1 1,1-1-1,0 1 1,0-1-1,0 1 1,-1 0-1,1-1 1,0 1-1,0-1 1,0 1-1,0 0 1,0-1-1,0 1 1,0-1-1,0 1 1,0 0-1,0-1 1,1 1 0,-1-1-1,0 1 1,0 0-1,1-1 1,-1 1-1,0-1 1,0 1-1,1-1 1,-1 1-1,1-1 1,-1 1-1,0-1 1,1 0-1,-1 1 1,2 0-1,16 11-2838,-1-11-1123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25 257 3602,'0'0'1238,"0"0"-489,0 0-10,0 0 347,0 0-150,0 0-124,0 0-188,-4-7-136,-1 1-313,4 4-153,-1 0 1,1-1 0,-1 1 0,1 0-1,-1 0 1,1-1 0,0 1 0,0-1 0,0 1-1,1-1 1,-1 1 0,1-1 0,-1-4 0,1 7-37,0 0-12,0 0 23,0 0 70,0 0 71,0 0 201,0 0 123,0 0 47,0 0-77,0 0-58,0 0-83,0 0-80,20 29 338,58 80 568,69 89 52,-115-159-1036,1-2 1,71 60 0,-101-93-120,1-1-1,0 0 1,0 0 0,0 0 0,1 0 0,-1-1 0,1 0 0,-1 0 0,1 0-1,0 0 1,0-1 0,0 1 0,0-1 0,5 0 0,-8-4 38,-1-1 0,0 1 0,0-1 1,0 0-1,0 1 0,-1-1 0,0 1 0,0-1 1,1 0-1,-2 0 0,0-4 0,1 4-17,1-111-10,-6 1 0,-21-128 0,-12 26-22,34 209 52,11 5-651,-6 2 534,48 3-3348,-31 2-1168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7940,'0'0'1571,"0"0"-677,0 0-281,0 0 233,0 0 64,16-1-120,173-25 575,74-7 151,-229 28-2287,-34 5 202,-18 5-1199,0 1-1487,5-3-1529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5731,'0'0'560,"0"0"-173,0 0 333,0 0 358,0 0 72,12 4-139,7 1-611,0 0-1,1-1 1,-1-1-1,31 0 1,41-4 898,137-19 0,-213 19-1240,19-2-33,-33 3-18,0 0 0,-1 0 1,1 0-1,0 0 0,0 0 1,0-1-1,-1 1 0,1 0 1,0 0-1,0-1 0,-1 1 1,1 0-1,0-1 0,-1 1 1,1-1-1,0 1 0,-1-1 1,1 1-1,-1-1 0,1 1 1,-1-1-1,1 0 0,-1 1 1,1-1-1,-1 0 0,1 1 1,-1-2-1,0 1 156,0 1 82,0 0 94,0 0-155,0 0-138,0 0-484,0 0-1427,0 0-2580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1 266 4210,'0'0'2454,"0"0"-874,0 0-260,0 0-143,0 0-102,-1-4-549,104 171 1859,-61-88-1612,62 103 655,-86-154-1257,2 0 0,1-2 1,1 0-1,26 24 0,-43-46-146,0 0-1,0 0 0,1-1 1,-1 0-1,1 0 1,10 4-1,-3-1 0,-12-6 29,1-8 40,0-1 0,-1 0 1,1 0-1,-1 1 0,-1-1 0,0 0 0,-2-15 0,2-2-48,0-743-29,0 769-67,0 0-10,3-1-736,-2 1 632,0 0 0,0 0 1,0 0-1,1 0 0,-1 0 1,0 0-1,0 0 1,0 0-1,0 1 0,0-1 1,0 0-1,0 1 0,0-1 1,0 1-1,0-1 0,0 1 1,0-1-1,0 1 1,0-1-1,0 1 0,0 0 1,-1 0-1,1-1 0,0 1 1,-1 0-1,2 2 1,10 14-2387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 2209,'0'0'960,"0"0"-447,0 0 399,0 0-224,0 0-399,0 0-257,0 0-32,-3-3-513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5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23 5122,'-4'-6'4621,"1"-6"-2209,1 7-1102,2 9 2126,0 8-3314,0-1 1,1 1-1,1 0 0,-1 0 0,2-1 0,0 0 1,0 1-1,1-1 0,1 0 0,-1 0 1,2-1-1,0 0 0,0 0 0,1 0 0,11 13 1,-14-22-396,-1 1 1,1-1-1,0-1 1,-1 1-1,1 0 1,0-1-1,0 0 1,0 0 0,0 0-1,-1 0 1,9-2-1,4 1-2687,-4 1-1519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4306,'0'0'608,"0"0"-61,0 0 88,0 0 406,0 0 127,0 0-335,0-9 88,0 5-639,0 7 1134,2 19-1016,1 0 0,1 0 0,1 0 0,1-1 0,0 1 0,2-2 0,1 1 0,0-1 0,2 0 0,0-1 0,1 0 0,1-1 0,0 0 0,25 24 0,-14-17-8166,-24-25 3378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6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2545,'0'0'1419,"0"0"-151,0 0-30,0 0 40,0 0-155,0 0-227,0 0-130,0 0-193,0 6 22,0 1-414,0 60 1704,10 83 0,-7-130-1688,1 1 0,0-1 0,2 0-1,0-1 1,1 1 0,1-1 0,1 0 0,17 26 0,-25-43-176,0 0 0,0 0 0,0-1 0,0 1 0,0-1-1,1 1 1,-1-1 0,1 1 0,-1-1 0,1 0 0,-1 0 0,1 0 0,0 0 0,-1 0 0,1 0 0,0 0 0,0 0-1,0-1 1,0 1 0,0-1 0,0 1 0,-1-1 0,1 0 0,4 0 0,-6-12 19,0-119-6443,0 112 1958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4418,'0'0'1065,"0"0"-657,0 0 21,0 0 521,0 0 66,0 0-973,0 0 0,-1 0 0,1 0-1,0 0 1,0 0 0,-1 0-1,1 0 1,0 0 0,0 0-1,-1 0 1,1 0 0,0 0-1,0 0 1,-1 1 0,1-1-1,0 0 1,0 0 0,0 0-1,-1 0 1,1 1 0,0-1 0,0 0-1,0 0 1,0 0 0,-1 1-1,1-1 1,0 0 0,0 0-1,0 1 1,0-1 0,0 0-1,0 0 1,0 1 0,0-1-1,0 0 1,0 0 0,0 1 0,0-1-1,0 0 1,0 1 0,0-1-1,0 0 1,0 0 0,0 1-1,0-1 1,0 0 0,0 1-1,0 43 1134,-2-7-400,2-1 0,2 0 0,1 1 0,2-1 0,17 66 0,-20-98-739,41 106 820,-38-98-784,1 0 0,1-1 0,0 1-1,0-2 1,1 1 0,18 17 0,-26-28-72,0 0 0,0 1 0,0-1 0,0 0 0,1 0 0,-1 1 0,0-1 0,0 0 1,0 0-1,0 0 0,1 1 0,-1-1 0,0 0 0,0 0 0,0 0 0,1 0 0,-1 1 0,0-1 0,0 0 1,1 0-1,-1 0 0,0 0 0,0 0 0,1 0 0,-1 0 0,0 0 0,0 0 0,1 0 0,-1 0 0,0 0 1,1 0-1,-1 0 0,0 0 0,0 0 0,1 0 0,-1 0 0,0 0 0,0 0 0,1 0 0,-1 0 0,0-1 1,0 1-1,1 0 0,-1 0 0,0 0 0,0 0 0,0-1 0,1 1 0,-1 0 0,0 0 0,0 0 0,0-1 1,0 1-1,1 0 0,-1 0 0,0-1 0,0 1 0,0 0 0,0 0 0,0-1 0,0 1 0,0 0 1,0 0-1,0-1 0,0-20-457,-1 19 312,1-1-185,0-1 0,0 1 0,-1-1 0,0 1 0,0 0-1,0 0 1,0-1 0,0 1 0,-1 0 0,1 0 0,-1 0-1,-4-5 1,-6-8-3390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4258,'0'0'368,"0"0"222,0 0 125,0 0-104,0 0 56,0 0-35,15 0-50,-5 0-583,38 1 1424,1-3 0,61-10 0,135-47 109,-238 58-5142,-1-1-2201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8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4322,'0'0'1515,"0"0"-218,0 0 176,0 0 133,0 0 21,0-6-466,2-18-252,-1 19-138,-1 5-240,0 8-133,4 36 183,2-1 1,1 1 0,26 78-1,-14-55 19,-16-56-555,6 28 251,2 0-1,2-1 1,32 65 0,-46-99-7233,-4-4 1297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8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4658,'0'0'1091,"0"0"-373,0 0 200,0 0 234,0 0-165,10-1-165,120-6 1485,-60 5-1215,-1-3 0,76-16 1,77-44 511,-209 61-1594,-13 4-206,-1 1 1,1-1-1,0 0 1,0 1-1,0-1 1,-1 1-1,1-1 1,0 0-1,0 1 1,0-1-1,0 0 1,0 1-1,0-1 0,0 1 1,0-1-1,0 0 1,0 1-1,0-1 1,0 1-1,0-1 1,0 0-1,0 1 1,1-1-1,-1 1 0,0-1 1,0 0-1,0 1 1,0-1-1,1 0 1,-1 1-1,0-1 1,0 0-1,1 0 1,-1 1-1,0-1 0,1 0 1,-1 0-1,0 1 1,1-1-1,-1 0 1,0 0-1,1 0 1,0 1-1,-11-1-7287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5:5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1 259 976,'0'0'5691,"0"0"-3938,0 0-1190,0 0 232,0 0 616,16 23-96,-5-8-1114,16 22 272,-2 2 1,34 69 0,-15 2 579,-18-45-293,35 66 0,-51-114-664,0 0 0,1-1 0,0 0 0,1 0 0,1-1 0,1-1 0,0-1 0,24 19 0,-27-26-66,1 0 1,-1-1-1,1 0 1,0-1 0,0 0-1,0-1 1,0 0-1,1-1 1,-1-1-1,1 0 1,-1 0 0,17-2-1,-26 1-21,-1 0 0,0-1-1,1 1 1,-1 0 0,0-1 0,1 1-1,-1-1 1,0 0 0,0 0-1,0 0 1,0 0 0,0 0 0,0 0-1,0 0 1,0-1 0,0 1 0,0-1-1,-1 0 1,3-1 0,-2-1-8,1 0 1,0 0-1,-1-1 0,0 1 1,0-1-1,0 1 1,-1-1-1,3-9 0,-1-8-92,-1 0-1,0-1 0,-3-28 1,1 28-74,0-33-79,2 16 45,-2 0 0,-2 1 0,-2-1 0,-1 0 0,-11-41 0,-7 17 135,-33-65 0,33 80 106,2-1 1,-26-94 0,51 165-2295,6 0-2054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00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32 2241,'0'0'2759,"0"0"-1527,0 0-34,0 0 579,0 0-203,-3-8-584,-4-15-419,12 31 961,21 40 399,-4-2-874,-19-38-920,0 0 1,1 0-1,-1 0 1,2 0-1,-1-1 1,1 1-1,0-1 0,0-1 1,1 1-1,9 8 1,-15-15-122,0 0-1,1 1 1,-1-1 0,0 0 0,1 0 0,-1 0 0,0 1 0,1-1-1,-1 0 1,0 0 0,1 0 0,-1 0 0,0 0 0,1 0-1,-1 0 1,0 0 0,1 0 0,-1 0 0,0 0 0,1 0-1,-1 0 1,0 0 0,1 0 0,-1 0 0,0 0 0,1 0 0,-1 0-1,0 0 1,1 0 0,-1-1 0,0 1 0,1 0 0,-1 0-1,0 0 1,0-1 0,1 1 0,-1 0 0,0 0 0,0-1 0,0 1-1,1 0 1,-1-1 0,0 1 0,0 0 0,0-1 0,0 1-1,1 0 1,-1-1 0,1-26 150,-13-27-188,8 46 14,-1 0 0,0 0-1,0 1 1,0-1 0,-1 1 0,0 1-1,-1-1 1,1 1 0,-1 0 0,-9-6-1,13 10 0,1 1 0,0-1 0,-1 0 0,0 1 0,1 0-1,-1-1 1,0 1 0,0 0 0,1 0 0,-1 1-1,0-1 1,0 1 0,0-1 0,0 1 0,0 0-1,0 0 1,0 0 0,0 1 0,0-1 0,0 1-1,0-1 1,1 1 0,-1 0 0,0 0 0,0 0 0,1 0-1,-1 1 1,0-1 0,1 1 0,0 0 0,-1 0-1,1 0 1,0 0 0,0 0 0,-2 2 0,-2 4 6,1 0 1,0 0 0,1 1-1,0-1 1,0 1 0,0 0-1,1 0 1,1 0-1,0 0 1,-2 12 0,1 13 26,1 52 0,2-68-6,0-10-12,1 1 0,0-1 0,0 0 0,1 0 0,0-1 0,0 1 0,1 0 0,0-1-1,1 1 1,-1-1 0,1 0 0,1 0 0,-1 0 0,1-1 0,1 1 0,-1-1 0,1-1 0,0 1 0,0-1 0,0 0 0,1 0 0,0-1 0,0 0 0,0 0 0,13 4 0,2 1-2,1-1 1,1-1-1,-1-1 0,1-1 0,0-1 1,0-1-1,37-1 0,-32-1 86,0-3 1,0 0-1,1-2 0,-2-1 0,39-11 1,-58 15-57,-8 1-31,-1 0 10,0 0-45,25 0-2577,-17 0-2366,-2 0-3982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0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7 188 5699,'0'0'2318,"0"0"-1622,0 0-386,0 0 325,0 0 427,0 0-155,-2 8-448,-1 19-75,2 0 0,0 0 1,2 0-1,1 0 0,1 0 0,1 0 1,11 39-1,72 186 1619,-78-229-1829,110 252 811,-97-230-936,2-2 1,2-1 0,62 77-1,-86-116-50,4 4-6,-1 0-1,1 0 1,1-1-1,-1 1 1,1-1 0,0-1-1,0 1 1,1-1-1,0-1 1,0 1-1,14 5 1,-17-10-33,-4 0 154,-1-1109-2368,-1 1091 2259,-1 1 0,-1 1 0,-1-1 0,0 0 0,-1 1-1,-1 0 1,-1 0 0,0 0 0,-1 1 0,0 0 0,-18-22 0,25 35-1196,6 4-363,-4-2 1580,15 9-2459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0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43 5426,'0'0'1553,"0"0"-558,0 0-184,0 0 454,0 0-30,0 0-621,-5 0-321,6 0-197,83-1 1660,97-13-1,-134 3-1427,-29 6-222,0 1 0,1 1 0,28-2 1,-46 5-134,-1 0-69,0 0-123,0 0-48,0 0-72,0 0-432,0 0-1077,-3 0-1565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0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6051,'0'0'1019,"0"0"-147,0 0 302,0 0 352,0 0-283,32 1-509,0 0-580,201 2 837,-145-10-370,28-2-3742,-119 9-2316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0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41 3057,'0'0'2599,"0"0"-1433,0 0-475,0 0 253,0 0 329,0 0-214,-2-7-272,0 4-635,1 1-88,0 0 0,0 1-1,0-1 1,0 0 0,1 0 0,-1 0 0,0-1 0,1 1-1,-1 0 1,1 0 0,0 0 0,0-4 0,0 6 467,0 9 197,4 60 61,4-1 0,2 0 0,4-1 1,34 104-1,-48-171-789,14 37-1814,-14-36 1654,1 1 0,-1-1 0,1 0 1,-1 1-1,1-1 0,0 1 0,0-1 0,0 0 1,0 0-1,0 1 0,0-1 0,0 0 0,0 0 0,0 0 1,1 0-1,-1 0 0,0-1 0,1 1 0,2 1 1,-4-4-3537,0-7-1967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0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6035,'0'0'958,"0"0"-382,0 0-13,0 0 218,0 0 327,1 19-12,0-7-912,0 13 230,1-1 0,1 1 1,10 36-1,2 4 1193,9 87 0,-3-7-510,-20-142-1140,11 43 428,-11-44-458,-1-1-1,1 1 1,0 0 0,-1-1 0,1 0 0,0 1 0,0-1 0,0 1 0,0-1 0,0 0 0,0 0 0,0 1 0,1-1 0,-1 0 0,0 0 0,1 0 0,-1 0 0,0-1 0,1 1 0,-1 0-1,1-1 1,0 1 0,-1-1 0,1 1 0,1-1 0,-3 0-2421,0-2-1407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0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1777,'0'0'3585,"0"0"-2661,0 0-490,0 0 428,0 0 403,13-1-123,80-2 800,153-26 0,-128 1-937,130-21 311,-247 48-1336,-1 1-1,1 0 1,-1 0 0,1-1-1,-1 1 1,0 0 0,1 0-1,-1 0 1,1 0 0,-1-1-1,1 1 1,-1 0 0,1 0-1,-1 0 1,1 0 0,-1 0-1,1 0 1,-1 0 0,1 0-1,-1 1 1,1-1 0,-1 0-1,0 0 1,1 0 0,-1 0-1,1 1 1,-1-1-1,1 0 1,-1 1 0,0-1-1,1 0 1,-1 0 0,0 1-1,1-1 1,-1 1 0,0-1-1,1 0 1,-1 1 0,0-1-1,0 1 1,0-1 0,1 0-1,-1 1 1,0-1 0,0 1-1,0-1 1,0 1 0,0-1-1,0 1 1,0-1 0,0 1-1,0-1 1,0 1 0,0-1-1,0 1 1,0-1 0,0 1-1,-1 4-843,1-4-1246,0-1-1542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09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21 5875,'0'0'416,"0"0"11,0 0 104,0 0 234,0 0-58,0 0-165,-19-3-70,-1-1-313,10 0-23,-1 1 0,0 1 0,-1 0 0,1 1 0,0 0 0,0 1 0,-1 0-1,1 0 1,-15 4 0,16-2-13,1 1-1,-1 1 1,1 0-1,-1 0 1,1 1 0,1 0-1,-1 0 1,1 1-1,0 0 1,0 1 0,0-1-1,1 2 1,0-1-1,1 1 1,-1 0-1,2 0 1,-1 1 0,1 0-1,0 0 1,1 0-1,0 0 1,1 1-1,-5 16 1,0 15 208,1 1 1,2 0-1,2 0 1,4 58-1,-1-60 38,1-18-150,0 0-1,2 0 1,1-1 0,0 1 0,12 32 0,49 99 879,-43-107-723,-2 0-1,21 74 1,18 204 741,-9-39-274,-33-208-618,1-4 39,-3 0-1,9 130 0,-23-152-138,-3 239 224,1-277-336,-1-1 0,0 1 0,-1 0 0,-1-1 0,0 1 0,0-1-1,-1 0 1,-1-1 0,0 1 0,-1-1 0,0 0 0,0-1 0,-1 0 0,-1 0-1,0-1 1,0 1 0,0-2 0,-1 0 0,-1 0 0,1-1 0,-1 0 0,-1 0-1,1-2 1,-1 1 0,0-1 0,0-1 0,-1 0 0,1-1 0,-1-1 0,-19 3-1,2-4 0,3 1 7,-1-1 0,0-2 0,-36-5 0,57 5-12,1 0 0,0 0 1,0-1-1,-1 0 0,1 0 0,1 0 0,-1-1 0,0 0 0,0 0 0,1-1 0,0 1 0,0-1 0,0-1 1,0 1-1,0 0 0,1-1 0,0 0 0,0 0 0,0 0 0,-2-7 0,4 8-193,0 0-1,1-1 1,0 1-1,0 0 0,0-1 1,1 1-1,0-1 1,0 0-1,0 1 1,1-9-1,-1 11-236,1 0-1,-1 0 1,1-1-1,-1 1 1,1 0-1,0 0 1,0 0-1,0 0 1,0 0-1,0 0 1,0 1-1,0-1 1,1 0-1,2-2 1,8-6-5734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1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0 303 6259,'0'0'1499,"0"0"-562,0 0-28,0 0-42,0 0-144,0 0-338,0 0-177,10-13 3463,34-50-3597,-33 45-45,-2-1 0,0 0 0,-1 0 0,-1-1 0,0 1-1,-2-2 1,-1 1 0,0 0 0,1-31 0,-5 50 0,0 1 48,0 8 297,0 461 1525,2-446-1801,1 0-1,1 0 0,0-1 1,2 0-1,1 0 0,11 25 0,4 18 412,-9-46 94,-3-17-2279,0-11-4073,-4-3-4978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1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3938,'0'0'1451,"0"0"-773,0 0-305,0 0 364,0 0 461,0 0-459,10-9-246,33-31 17,-40 38-373,1-1 1,0 0 0,-1 1-1,1 0 1,0 0 0,0 0-1,1 0 1,-1 1 0,0 0-1,0-1 1,1 2 0,-1-1 0,1 0-1,-1 1 1,0 0 0,1 0-1,-1 0 1,8 2 0,9-1 135,-17 0-253,0 0 1,0 0-1,0 0 1,0 1-1,0-1 1,-1 1 0,1 0-1,-1 0 1,1 0-1,-1 1 1,0-1-1,0 1 1,0 0-1,0 0 1,0 0-1,0 0 1,-1 1-1,0-1 1,0 1-1,4 7 1,3 6 60,0 1 1,-2 0 0,7 21 0,-9-16-41,-1 0 0,-1 0 1,-1 0-1,-1 1 0,-3 28 1,2-9-29,0-41-9,0 0 0,0-1 0,0 1 0,-1 0 0,1-1 0,0 1 0,-1-1-1,1 1 1,-1-1 0,1 1 0,-1-1 0,0 1 0,0-1 0,0 1 0,0-1 0,0 0 0,0 0 0,0 1 0,0-1-1,0 0 1,0 0 0,-1 0 0,1 0 0,0 0 0,-1 0 0,1-1 0,-1 1 0,1 0 0,-1-1 0,1 1 0,-3-1 0,-4 2 35,0-1 1,-1 0 0,1-1-1,-17 0 1,9-1-1,14 1-37,1 0 0,0 0 0,-1-1 0,1 1 0,0 0-1,-1-1 1,1 1 0,0-1 0,0 0 0,-1 1 0,1-1 0,0 0 0,0 0 0,0 0 0,0 0 0,0 0 0,0 0 0,0 0-1,0 0 1,1 0 0,-1 0 0,0 0 0,1-1 0,-1 1 0,1 0 0,-1 0 0,1-1 0,-1 1 0,1 0 0,0-3 0,-4-44 160,4 45-136,41 0 49,-34 3-69,1 0-1,-1 1 1,0 0 0,0 0 0,1 0 0,-1 1 0,0 1-1,-1-1 1,1 1 0,0 0 0,-1 1 0,1-1 0,-1 1-1,0 0 1,9 9 0,-7-6 5,1-1 0,1 0 1,-1 0-1,1-1 0,0 0 0,0-1 0,0 0 0,1 0 1,-1-1-1,1-1 0,0 0 0,0 0 0,0-1 1,0 0-1,19-2 0,-28 0 8,0 0 0,-1 0 1,1 0-1,-1 0 0,0-1 1,1 1-1,-1 0 0,0-1 1,0 1-1,1 0 0,-1-1 1,0 0-1,-1 1 0,1-1 0,0 0 1,0 1-1,-1-1 0,1 0 1,-1 0-1,1 1 0,-1-1 1,0 0-1,0 0 0,0 0 1,0 1-1,0-1 0,0 0 1,-1-3-1,1 2-110,0 0 1,0 0-1,0 0 1,0 1-1,-1-1 1,1 0-1,-1 0 0,0 0 1,1 1-1,-1-1 1,-1 0-1,1 1 1,0-1-1,-1 1 1,1 0-1,-1-1 0,1 1 1,-5-4-1,4 6-2435,0 0-2559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1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5330,'0'0'270,"0"0"-113,0 0 182,0 0 440,0 0-43,0-8 99,3 5 4453,24 3-5084,79 1 489,206-25 0,-213 13-251,-57 10 3689,-58 0-4539,0 0-3100,12 1 221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3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 5250,'0'0'1262,"0"0"3,0 0 253,0 0-144,0 0-395,0 0-379,-7 0-216,-6-1-290,3 1 22,-1-1 0,0 2-1,1-1 1,-1 1-1,1 1 1,0 0-1,-1 1 1,-9 3-1,-12 10 31,-1-2-1,-1-2 1,1 0-1,-2-3 1,0-1 0,0-1-1,0-2 1,-55 1-1,89-6-126,1 0-8,0 0-11,0 0 21,0 28 176,0 50 367,-2-25-244,2-1 0,2 1 0,3-1 0,14 63 0,3-19 703,14 149 0,-13 105 134,-16-231-974,-6 62 108,-2-109-113,13 131 1,8-129-71,-15-60-85,-1 0-1,0 1 1,-1-1-1,-1 1 0,2 17 1,-2-31-34,1-1 0,-1 1 0,1 0 0,0-1 0,-1 0 0,1 1 0,0-1 0,0 0 1,-1 0-1,5-1 0,-4 1 128,426-6 195,-429 6-285,0 0-67,0 0-8,0 0 24,0 0 56,0 0 40,0 0-59,0 0-122,4-4-2911,1-5-2031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3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6435,'0'0'1414,"0"0"-595,0 0-216,0 0 243,0 0-150,0 0-245,-5 40 1208,7-36-1559,-1-1 0,1 1 0,0-1 0,-1 0 0,2 0 0,-1 0 0,0 0 0,1-1 0,-1 1 0,1 0 0,0-1 0,0 0-1,0 0 1,0 0 0,0 0 0,0 0 0,0 0 0,1-1 0,-1 0 0,1 0 0,5 2 0,12 2 220,-1 0-1,29 2 1,-47-6-290,68 4 513,92-5 0,-68-1-348,-94 1-172,1 0 1,-1 0-1,1 0 0,-1 0 0,1 0 1,0 1-1,-1-1 0,1 0 1,-1 0-1,1 1 0,-1-1 1,1 0-1,-1 1 0,0-1 0,1 0 1,-1 1-1,1-1 0,-1 1 1,0-1-1,1 1 0,-1-1 1,0 1-1,1-1 0,-1 1 0,0-1 1,0 1-1,0-1 0,1 1 1,-1 0-1,0-1 0,0 1 1,0-1-1,0 1 0,0-1 0,0 1 1,0 0-1,0-1 0,0 1 1,-1-1-1,1 1 0,0-1 0,0 1 1,0-1-1,-1 1 0,1-1 1,-1 2-1,-13 35-105,8-24 168,-6 26 113,1-1-1,1 2 0,3-1 1,-4 57-1,7 162 1322,5-159-1041,2 20-156,25 150-1,-17-217-265,2 0-1,2-1 1,2 0-1,3-1 1,49 89-1,-60-121-31,-1 0-1,-1 0 1,0 1-1,-1-1 1,-1 2-1,-1-1 0,-1 0 1,-1 1-1,0 0 1,-2-1-1,-2 31 1,-13 13 32,0-3-16,15-59-37,1 1 0,-1-1 0,0 1 0,0-1-1,-1 1 1,1-1 0,0 1 0,0-1 0,-1 0-1,1 1 1,-1-1 0,1 1 0,-1-1 0,0 0-1,1 0 1,-1 1 0,0-1 0,0 0 0,0 0-1,0 0 1,0 0 0,0 0 0,0 0 0,0 0-1,-3 1 1,2-2 2,0 0 1,-1-1-1,1 1 0,0-1 0,-1 1 0,1-1 0,0 0 1,0 0-1,-1 0 0,1 0 0,0 0 0,0-1 0,0 1 1,1-1-1,-4-2 0,-8-5-22,0 0 0,-1 1 0,0 1 0,-1 0 0,0 1 0,0 0 1,0 1-1,0 1 0,-22-3 0,-10 1-74,-86 2 1,127 4 88,-26-5-609,32 5 565,0 0 0,0 0 0,-1 0 0,1-1 0,0 1 0,0 0 0,0 0 0,-1 0 0,1-1 0,0 1 0,0 0 0,0 0 0,0-1 0,0 1 0,-1 0 0,1 0 0,0-1 0,0 1 0,0 0 0,0 0 0,0-1 0,0 1 0,0 0 0,0-1 0,0 1 0,0 0 0,0 0-1,0-1 1,0 1 0,0 0 0,0-1 0,0 1 0,0 0 0,0 0 0,1-1 0,-1 1 0,0 0 0,0 0 0,0-1 0,0 1 0,1 0 0,-1 0 0,0 0 0,0-1 0,1 1 0,3-4-971,1 0 1,0 1-1,0 0 0,0 0 0,0 0 0,1 0 0,5-1 0,15-5-8380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3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213 215 7668,'0'0'1325,"0"0"-524,0 0 370,0 0 214,0 0-219,-26-11-355,-81-34 66,104 44-782,0-1-1,-1 1 1,1 0 0,-1 0-1,1 1 1,-1-1-1,1 0 1,-1 1 0,1 0-1,-1 0 1,1 0-1,-5 1 1,7 0-65,-1-1 0,1 1 0,-1-1-1,1 1 1,0 0 0,-1 0 0,1-1 0,0 1 0,0 0-1,-1 0 1,1 0 0,0 0 0,0 1 0,0-1 0,0 0-1,1 0 1,-1 1 0,0-1 0,0 2 0,-1 4 23,0 0 0,1 0-1,0 0 1,0 0 0,1-1 0,-1 1 0,2 0 0,0 9-1,0 1 194,-1-14-228,1 0 0,-1 0 0,1 0 0,-1 0 0,1 1-1,0-2 1,0 1 0,0 0 0,1 0 0,-1 0 0,1 0 0,0-1 0,-1 1 0,1-1-1,0 1 1,0-1 0,1 0 0,-1 0 0,0 0 0,1 0 0,0 0 0,-1 0-1,1-1 1,0 1 0,0-1 0,0 0 0,0 0 0,0 0 0,0 0 0,0 0 0,5 0-1,12 2 37,1 0 0,0-2 0,36-1 0,-30-1 33,-12 1-68,0 0 0,0-1-1,0 0 1,0-1 0,0-1-1,-1 0 1,16-7 0,-25 8-16,-1 0 1,1 0 0,-1-1-1,0 1 1,0-1 0,0 0-1,0-1 1,-1 1 0,0-1 0,1 1-1,-1-1 1,0 0 0,-1 0-1,1 0 1,-1-1 0,1 1-1,-1-1 1,-1 1 0,1-1 0,-1 0-1,0 1 1,0-1 0,0 0-1,0 0 1,-1-8 0,1 2-13,-1 0 0,0 1 1,-1-1-1,0 1 0,0-1 0,-1 1 1,-1-1-1,0 1 0,0 0 1,-9-18-1,8 22 4,1 1 0,-1 0-1,0 0 1,-1 0 0,1 1 0,-1-1-1,0 1 1,0 0 0,0 0 0,-1 1 0,1 0-1,-1 0 1,0 0 0,0 1 0,0-1-1,0 1 1,0 1 0,-1-1 0,-8 0 0,1 0-9,1 0 1,-1 1 0,0 0-1,0 1 1,0 1 0,1 0 0,-1 1-1,-16 4 1,25-4 7,1-1 0,-1 1-1,1 0 1,-1 0 0,1 1 0,0-1-1,0 1 1,0 0 0,1 0 0,-1 0-1,1 0 1,-1 1 0,1-1 0,0 1-1,0 0 1,1 0 0,-1 0 0,1 1-1,0-1 1,0 0 0,0 1 0,1-1-1,0 1 1,0 0 0,0-1 0,-1 10-1,2-11-15,-1-1 0,1 1 1,0-1-1,-1 0 0,1 1 0,1-1 0,-1 1 0,0-1 0,0 1 0,1-1 0,0 1 0,-1-1 0,1 0 0,0 0 0,0 1 0,0-1 0,0 0 0,1 0 0,-1 0 0,1 0 0,-1 0 0,1 0 0,3 3 0,0-3-162,0 1-1,1-1 0,-1 0 0,0-1 1,1 1-1,0-1 0,-1 0 0,1-1 1,11 1-1,58 0-4428,-56-1 67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3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4914,'0'0'2172,"0"0"-641,0 0-127,0 0-260,0 0-432,-3 8-101,1 1-393,0 1 0,0-1-1,1 1 1,1 0-1,-1-1 1,1 1-1,1 0 1,3 16 0,22 92 1329,-7-41-512,18 159 1475,9 39-471,-40-248-1928,1-1 0,13 29-1,-18-48-153,1 0 0,0 0 0,1-1 0,0 1 0,0-1 0,0 0 0,1 0 0,0 0 0,0-1 0,0 1 0,1-1 0,11 8 0,-4-9-1941,-10-7-4647,-3-6 1915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34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9909,'0'0'1547,"0"0"-845,0 0-297,0 0 491,0 0 241,0 20-286,-1 11-631,3 128 1078,-2-152-1247,1 0 1,0 0-1,0 0 0,0-1 0,1 1 0,0 0 1,1-1-1,-1 1 0,1-1 0,1 0 0,-1 0 1,1 0-1,0-1 0,0 1 0,1-1 0,-1 0 1,1 0-1,0 0 0,1-1 0,-1 1 0,1-1 1,0-1-1,0 1 0,0-1 0,0 0 1,1-1-1,-1 1 0,1-1 0,-1 0 0,1-1 1,0 0-1,0 0 0,0 0 0,0-1 0,10-1 1,-12 2-36,0-1 0,1 0 0,-1-1 0,0 1 0,0-1 0,0 0 0,1-1 0,-1 1 0,0-1 0,-1 0 0,10-5 0,-10 4-7,-1 0 1,0 0 0,0 0-1,0-1 1,0 1-1,0-1 1,-1 0 0,0 0-1,1 0 1,-1 0-1,-1 0 1,1-1 0,-1 1-1,2-6 1,-1-2-50,1 0 1,-1 0-1,-1-1 1,0 1-1,-1 0 1,-3-25-1,2 33 22,1-1-1,-1 0 1,-1 1 0,1 0 0,-1-1 0,0 1-1,0 0 1,0 0 0,-5-7 0,6 9 14,-1 0 1,0 1 0,1-1-1,-1 0 1,0 1 0,0 0-1,0-1 1,0 1 0,-1 0-1,1 0 1,0 0 0,0 0-1,-1 0 1,1 1 0,0-1-1,-1 1 1,1-1 0,-1 1 0,-2 0-1,4 0 28,1 0-48,0 29-56,0-19 83,-1 5 13,0 0 0,2 0 0,-1-1 0,2 1 0,0 0 0,1 0 0,0-1 0,1 0 0,1 0 0,0 0 0,9 16 0,-2-10 12,-1 0 1,0 1-1,-2 1 1,0-1-1,-1 1 1,-1 1-1,-2-1 1,6 38-1,-7 113 157,-5-109 41,0-58-186,0-1 0,0 1 1,0 0-1,-1 0 0,0-1 0,-1 1 0,1-1 1,-1 1-1,0-1 0,0 0 0,0 0 1,-1 0-1,0-1 0,0 1 0,0-1 0,-1 0 1,1 0-1,-1-1 0,0 1 0,0-1 0,-10 5 1,-4 2 21,-1 0 1,0-2 0,-1 0-1,-35 8 1,43-13-79,-1-1 0,1 0 0,-24-1 0,36-1-119,1 0 0,-1-1 1,0 1-1,0 0 0,0-1 1,0 1-1,1-1 0,-1 1 0,0-1 1,1 0-1,-1 1 0,0-1 1,1 0-1,-1 1 0,1-1 1,-1 0-1,1 0 0,-1 0 0,1 1 1,-1-1-1,1 0 0,0 0 1,-1 0-1,1 0 0,0 0 1,0 0-1,0 0 0,0 0 0,0 0 1,0 1-1,0-1 0,0 0 1,0 0-1,0 0 0,1 0 1,-1 0-1,1-1 0,-1-4-2064,0-15-7144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16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20 311 5875,'0'0'1339,"0"0"-531,0 0-18,0 0 376,0 0-144,0 0-369,-4 4-138,4-4-474,0 1 1,-1 0-1,1-1 0,-1 1 0,1-1 1,-1 1-1,1-1 0,-1 1 0,1-1 1,-1 1-1,0-1 0,1 1 0,-1-1 1,0 1-1,1-1 0,-1 0 0,0 0 1,1 1-1,-1-1 0,0 0 0,0 0 1,1 0-1,-2 0 0,2-15 1785,19-38-829,101-202-771,-120 254-252,0 1 34,0 0-46,1 12 92,1-1-1,0 0 0,0 0 0,2 0 1,6 18-1,5 16 385,0 6 39,1-1-1,27 54 1,-41-82-523,-3-21-1289,2-15-1059,1-11-2726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17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53 5683,'0'0'1173,"0"0"-540,0 0 28,0 0 439,0 0-87,0 0-322,-16-1 4,11-2 2521,5 0-3208,1 1 0,-1 0 0,1 0 0,-1 0 0,1 0 0,0 0 0,0 0 0,0 0 0,0 0 1,0 0-1,0 0 0,1 1 0,-1-1 0,1 0 0,-1 1 0,1-1 0,-1 1 0,1-1 0,0 1 0,0 0 0,0 0 0,0 0 0,0 0 0,0 0 0,0 0 0,0 1 0,0-1 0,0 0 0,0 1 0,0 0 0,4-1 0,6 0 14,-1 0 0,0 0 1,0 1-1,23 3 1,-31-2-22,0-1 1,0 1-1,0 1 1,0-1 0,0 0-1,-1 1 1,1 0-1,0-1 1,-1 1-1,1 0 1,-1 0 0,0 1-1,0-1 1,0 0-1,0 1 1,0-1-1,0 1 1,0 0 0,-1-1-1,1 1 1,-1 0-1,0 0 1,0 0-1,0 0 1,-1 0 0,2 6-1,1 9 16,-1 0 1,0 0-1,-2 25 0,0-35-11,0 16 44,2 4-30,-2 1 0,-2-1 0,0 1 0,-2-1 0,-1 0-1,-10 31 1,14-54 10,1-4 10,0-1 67,0 0 21,0 0 50,0-109 102,45 108-528,-21 2 259,0 1-1,-1 2 1,25 6 0,-24-4 3,0-2 1,0 0 0,26 0 0,81-4 182,-130 0-138,-1 0-22,0-31 98,0 21-6209,0 8-3941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22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323 179 5154,'0'0'809,"0"0"92,0 0 225,0 0-45,0 0-65,0 0-359,1-18-289,1 0-218,1 0 372,-2 0 0,1-1 1,-2 1-1,-4-34 0,4 51-490,-1-1 0,0 1 0,1 0 0,-1 0 0,0 0 0,0 0 0,0 0 0,0 1 0,1-1 0,-1 0 0,-1 0 0,1 0 0,0 1 0,0-1 0,0 1 0,0-1 0,0 1-1,-1-1 1,1 1 0,0 0 0,0-1 0,-1 1 0,1 0 0,0 0 0,-2 0 0,-41 0 264,33 0-233,5 0-37,0 0-1,0 0 1,0 0-1,0 1 1,1 0 0,-1 0-1,0 1 1,1-1 0,-1 1-1,0 0 1,1 1 0,0-1-1,0 1 1,0 0-1,0 1 1,0-1 0,1 1-1,-1 0 1,1 0 0,0 0-1,0 1 1,-5 7-1,-6 11 146,0 1 0,2 0 0,0 1 0,2 1-1,1 0 1,1 0 0,1 1 0,1 0 0,2 0-1,-3 30 1,1 28 692,9 170 0,2-213-736,2 0 0,20 75 0,37 81 26,-39-129-138,14 56 75,-6 1 0,21 175 0,-21-121 470,65 201 1,-7-31-423,-72-261-109,-3 1-1,-5 1 1,-2 104 0,-9-193-24,1 1 1,-1 0-1,0-1 1,0 1-1,0 0 1,-1-1-1,1 1 1,0-1-1,-1 0 1,0 0-1,0 1 1,1-1-1,-1 0 1,-1 0-1,1-1 1,0 1-1,0 0 1,-1-1-1,1 1 1,0-1-1,-1 0 1,0 0-1,-3 2 1,-8 2 33,0 0 0,0-1 0,-16 3 0,11-4-21,-1 0-1,0-1 1,0-2 0,0 0-1,0 0 1,0-2 0,0-1-1,0 0 1,1-2 0,-1 0-1,1-1 1,1-1 0,-1 0-1,1-2 1,-28-17 0,43 24-19,-12-4-4,14 6 32,1 0-6,0 0-34,8-3-2127,15 1 719,51-7-4540,-49 4-484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1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10 4386,'0'0'1249,"0"0"-582,0 0-105,0 0 244,0 0-19,0 0-395,0-10-122,-1 119 2248,-16 112 1,-4-39-881,3 206 0,18-382-1674,0 1 0,1-1 1,0 0-1,0 0 0,0 1 0,1-1 1,0 0-1,0 0 0,0 0 0,1-1 1,0 1-1,0-1 0,1 1 0,7 8 1,-6-13-2456,-4-4-1795,-1-11-1575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1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4610,'0'0'998,"0"0"-294,0 0 230,0 0 253,0 0 16,0 0-336,21 0-200,163-8 1169,-59-5-326,171-9-264,-241 22-1177,-54 0-47,-1 0 26,0 0 34,0 0 60,0 0 95,0 0 27,0 0-8,0 0 9,0 0-124,-2 0-157,1 0 0,-1-1 0,0 1 1,1-1-1,-1 1 0,1-1 0,0 0 0,-1 0 0,1 1 1,-1-1-1,1 0 0,0 0 0,0 0 0,0 0 0,-2-3 0,-6-9-4431,6 8-1513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43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6563,'0'0'1008,"0"0"-269,0 0 259,0 0 491,0 0-321,-2 23-308,-8 76-226,9-83-404,2 0 0,-1-1-1,2 1 1,0 0 0,1 0-1,0 0 1,7 15 0,6 38 670,-7 96 281,-10-123-1072,3 0 1,1 0 0,11 47-1,-14-88-127,0 0 0,0 1-1,0-1 1,0 0 0,1 1 0,-1-1-1,0 0 1,1 0 0,-1 0-1,1 1 1,-1-1 0,1 0 0,0 0-1,0 0 1,-1 0 0,1 0 0,0 0-1,0 0 1,0 0 0,0 0-1,0-1 1,0 1 0,0 0 0,0-1-1,0 1 1,1 0 0,-1-1 0,2 1-1,18 0-4114,-13-1-344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4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6723,'0'0'848,"-1"23"214,-7 428 4618,7-384-5179,1 59 203,1-111-632,0 0 0,1 0-1,1 0 1,1-1 0,10 29 0,-8-39-575,-3-14-370,0-12-1577,-3-2-1557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44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7427,'0'0'662,"0"0"-275,0 0 373,0 0 457,0 0-275,19 0-364,-9 0-566,61 1 1093,0-4 0,120-19 0,-117 3-285,10-2 350,122-17-1,-187 39-1443,-18 5 979,-27 13-617,12-8-6356,14-11-1288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45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80 195 4738,'0'0'1331,"0"0"-471,0 0 33,0 0 204,0 0 53,0 0-59,-2-5-291,-6-17-258,6 17-137,2 15-98,0 16-192,-1-5 76,2 1 1,4 33-1,-4-48-152,1 0 0,0 1 0,0-1 0,1 0 0,0 0-1,0-1 1,1 1 0,-1-1 0,1 1 0,1-1-1,7 8 1,-6-7-10,1-1 1,0 0-1,0-1 0,0 0 0,0 0 0,1 0 1,0-1-1,0 0 0,0-1 0,1 1 0,-1-2 0,1 1 1,0-1-1,-1-1 0,1 1 0,0-1 0,0-1 0,0 0 1,0 0-1,0-1 0,0 0 0,0 0 0,-1-1 1,1 0-1,0-1 0,-1 0 0,0 0 0,0-1 0,0 0 1,0 0-1,7-6 0,-3 0-6,0 0-1,-1-1 1,0-1-1,-1 1 1,-1-2 0,0 1-1,0-1 1,-2-1-1,1 1 1,-2-1 0,0-1-1,0 1 1,-1-1-1,-1 0 1,-1 0 0,0 0-1,-1-1 1,1-30 0,-3 42-20,-1 0 1,1-1 0,0 1 0,-1 0-1,0-1 1,0 1 0,0 0 0,-1 0 0,1 0-1,-1 0 1,0 0 0,0 0 0,0 1-1,-1-1 1,0 1 0,1-1 0,-4-2 0,0 1 5,0 1 1,0-1 0,0 1 0,0 1 0,-1-1 0,1 1 0,-1 0-1,0 1 1,-9-3 0,-12-1 45,-1 2-1,0 0 0,-57 2 0,84 2-51,-12 0 5,-1 1 0,1 1-1,-1 0 1,1 1 0,0 1 0,-26 10-1,32-11 1,-1 1 0,1 0 0,-1 1 0,1 0 0,1 0 0,-1 1 0,1 0 0,0 0 0,0 1 0,1 0 0,-9 11 0,12-11-7,0 0-1,0-1 1,1 1 0,0 0 0,0 0 0,0 0 0,1 0 0,0 1-1,1-1 1,0 0 0,0 0 0,0 1 0,3 11 0,-3-14-188,1 0 0,0 0 1,0 0-1,1 0 1,-1 0-1,1 0 1,0 0-1,0 0 1,1-1-1,-1 1 1,1-1-1,0 1 1,0-1-1,1 0 1,-1 0-1,1-1 1,0 1-1,7 4 0,16 2-6034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4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1 417 4466,'0'0'1433,"0"0"-534,0 0-13,0 0 389,0 0 229,0 0-378,2 7-493,11 13-291,-13-20-328,0 0 0,0 0 0,1 1-1,-1-1 1,0 0 0,0 0 0,1 0 0,-1 0 0,0 0 0,1 0 0,-1 1 0,0-1 0,1 0-1,-1 0 1,0 0 0,1 0 0,-1 0 0,0 0 0,1 0 0,-1-1 0,0 1 0,1 0 0,-1 0 0,0 0-1,0 0 1,1 0 0,-1 0 0,0-1 0,1 1 0,-1 0 0,0 0 0,0 0 0,1-1 0,-1 1-1,0 0 1,4-5 68,-1-1 0,-1 1-1,1 0 1,-1-1-1,0 1 1,2-12 0,79-328 1051,-78 310-939,-3 22 906,-2 40-587,0 83 509,9 355 2278,-9-403-2236,0-61-981,0-1-35,0 0-8,0 0-24,0 0-35,0-13-1011,0-15-3849,0 18 407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50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1 317 3073,'0'0'843,"0"0"-32,0 0 379,0 0-117,0 0-166,0 0-168,0 7-168,0 13-113,0-16 164,0-6 170,2-61 3235,3 22-4649,22-41 595,-19 64 3,-2 0 0,0-1 0,-1 0 0,0 0 0,-2 0 0,2-27 0,-5 45 48,-2 12 23,1 1 1,0-1-1,1 1 0,1-1 1,0 1-1,4 21 0,-2-10 110,57 388 2671,-58-402-2752,0 1 0,1-1 0,0 0-1,0 0 1,1 0 0,0 0 0,1-1 0,0 1-1,11 14 1,-15-19 22,-1-5-4296,0-13-1477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51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76 4370,'0'0'1198,"0"0"-590,0 0 209,0 0 508,0 0-156,-1 0-1023,1 0-1,-1 0 1,1-1-1,-1 1 1,1 0-1,-1-1 1,1 1-1,-1 0 1,1-1-1,0 1 1,-1-1-1,1 1 1,-1-1-1,1 1 1,0-1-1,-1 1 1,1-1-1,0 1 1,0-1-1,-1 0 1,1 0-1,0-2-111,0 0 0,0 1-1,0-1 1,0 0-1,0 1 1,1-1-1,-1 0 1,1 1-1,0-1 1,0 1-1,0-1 1,0 1-1,0-1 1,1 1-1,-1 0 1,1-1 0,-1 1-1,4-3 1,-2 3-26,0 0 0,0 1 0,1-1 0,-1 1 0,1-1 0,-1 1 0,1 0 0,-1 0 0,1 1 0,0-1 0,-1 1 0,1 0 0,7 0 0,-2 0 6,0 1 0,0 1 0,1-1 0,-1 2 0,0-1 1,-1 1-1,1 0 0,0 1 0,-1 0 0,0 1 0,0-1 0,0 2 0,0-1 0,-1 1 0,0 0 0,0 0 0,-1 1 0,0 0 0,0 0 0,0 1 1,-1-1-1,0 1 0,0 0 0,-1 1 0,0-1 0,-1 1 0,0 0 0,0 0 0,-1 0 0,0 0 0,-1 0 0,1 18 0,-1-20 27,-1 0-1,0 0 1,-1 0-1,0-1 1,0 1-1,0 0 0,-1 0 1,0-1-1,0 1 1,0-1-1,-1 1 1,0-1-1,-1 0 1,1 0-1,-1-1 0,0 1 1,-1-1-1,1 1 1,-1-2-1,0 1 1,0 0-1,-1-1 1,1 0-1,-12 6 0,13-7-12,-1-1 0,1 1 0,-1-1 0,0 0-1,1 0 1,-1-1 0,0 0 0,0 0 0,0 0-1,-1 0 1,-7-1 0,12-2-30,1 0-1,-1 0 1,1 0 0,-1 0 0,1 0-1,-1 0 1,1 0 0,0 0-1,0-1 1,0 1 0,1-3 0,-1 1-8,-1-23-28,0 19 10,1 0 0,0 0 1,0 0-1,0 0 0,4-16 1,-4 23 20,1-1-1,0 0 1,0 0 0,-1 1 0,1-1 0,0 0 0,0 1 0,1-1 0,-1 1 0,0 0 0,0-1-1,1 1 1,-1 0 0,1 0 0,-1 0 0,1 0 0,-1 0 0,1 0 0,0 0 0,0 0-1,-1 0 1,1 1 0,0-1 0,0 1 0,0 0 0,-1-1 0,1 1 0,0 0 0,0 0 0,3 0-1,0 1 10,0-1-1,1 1 1,-1 0-1,0 0 1,0 1-1,1-1 1,-1 1-1,0 0 1,-1 1-1,1-1 1,0 1-1,-1 0 1,1 0-1,6 7 1,16 9 29,-18-13-22,0-1 0,1-1 0,-1 1-1,1-1 1,0-1 0,0 0 0,1 0 0,13 1 0,8-1 10,45-2 1,-51-1 18,-24 0-20,1 0 0,0 0 0,0 0 0,0 0 0,0 0 0,-1-1 0,1 1 0,0-1 0,0 0 0,-1 0 0,1 0 0,0 0 0,-1 0 0,1-1 0,-1 1 0,0-1 0,1 0 0,-1 1 0,0-1 0,0 0 0,0 0 0,0-1 0,-1 1 0,1 0 0,0-1 0,-1 1 0,0-1 0,2-3 0,0-4-542,-1 0-1,0-1 1,0 0 0,-1 1 0,-1-1 0,0-12-1,0 22 416,-1-2-3469,-1 0-2966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5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57 3634,'0'0'1416,"0"0"-52,0 0 178,0 0 88,0 0-392,0 0-497,-3-11-260,-9-34-100,6 105 385,6-41-605,0-1 0,1 1 0,1 0 0,1 0 0,8 31 0,-8-44-127,-1 1 0,1-1 1,1 0-1,-1 0 1,1 0-1,0 0 0,0 0 1,1-1-1,0 0 1,0 0-1,0 0 0,0-1 1,1 0-1,0 0 1,0 0-1,0-1 0,0 0 1,12 5-1,0-3 27,1-1-1,-1-1 1,0-1-1,1 0 0,-1-1 1,1-1-1,0-1 1,28-5-1,-42 6-50,1-2-1,0 1 0,0 0 0,-1-1 1,1 0-1,-1-1 0,1 1 0,-1-1 1,0 0-1,0 0 0,0 0 1,-1-1-1,1 0 0,-1 0 0,0 0 1,0 0-1,0-1 0,6-9 0,-7 8-6,1-1-1,-1 0 0,-1 0 0,1 0 0,-1 0 0,-1 0 0,1-1 0,-1 1 1,0 0-1,-1-1 0,0 1 0,0-1 0,0 1 0,-3-13 0,1 15-6,0 0-1,0 0 0,-1 0 1,1 0-1,-1 0 0,0 1 1,0-1-1,-1 1 0,1 0 1,-1 0-1,0 0 0,0 0 1,-1 1-1,1-1 0,-1 1 1,1 0-1,-1 1 0,-7-4 1,-6-2-28,1 1 1,-1 0 0,0 1-1,-21-3 1,24 5-16,0 2 0,0 0 0,0 0 0,0 2 0,-28 2-1,39-2 43,0 1-1,0-1 0,0 1 0,0 0 1,0 1-1,1-1 0,-1 1 1,0-1-1,1 1 0,-1 0 0,1 1 1,0-1-1,0 0 0,0 1 0,0 0 1,0 0-1,1 0 0,-1 0 0,1 0 1,-1 0-1,1 1 0,0-1 0,1 1 1,-1-1-1,0 1 0,0 5 0,-2 10-6,1 1 0,1 0 0,0 0 0,2 0-1,0 0 1,4 22 0,-3-37-14,0 0 0,0-1 0,1 1 0,-1-1 0,1 1 0,0-1 0,0 0 0,0 0 0,1 0-1,0 0 1,-1 0 0,1 0 0,1-1 0,-1 1 0,0-1 0,1 0 0,0 0 0,0 0 0,0 0 0,0-1 0,0 0 0,0 0 0,1 0-1,4 2 1,-3-2-526,1 0 0,0-1 0,0 1 0,0-1 0,13 0 0,6-1-3925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5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7940,'0'0'901,"0"0"1,0 0 157,0 0-18,0 0-182,-3 23 24,0-6-739,1 0 1,1 0-1,1 1 0,0-1 0,1 0 1,1 0-1,1 1 0,0-1 1,1-1-1,8 21 0,182 526 4458,-97-261-4879,-94-296-336,-3-6-5356,0 0 369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7:5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6787,'0'0'1993,"0"0"-611,0 0-376,0 0-11,0 0-221,-1 5-235,-4 15-362,2 0 0,0 1 0,2-1 0,0 1 0,1-1 0,1 1 0,1-1 0,1 0 0,1 0 1,1 0-1,0 0 0,11 25 0,-12-37-142,0 0 1,1-1-1,0 1 1,0-1-1,1 0 0,0 0 1,0-1-1,0 0 1,1 0-1,0 0 0,0-1 1,0 0-1,1 0 1,0-1-1,0 0 1,0-1-1,0 1 0,1-1 1,-1-1-1,1 0 1,0 0-1,-1-1 1,1 0-1,0 0 0,0-1 1,0 0-1,0-1 1,17-3-1,-24 4-30,0-1 0,0 0 0,0 0 0,0 0 0,-1 0 0,1 0 0,0 0 0,-1-1 1,1 1-1,-1 0 0,0-1 0,1 0 0,-1 1 0,0-1 0,0 1 0,0-1 0,0 0 0,0 0 0,0 0 0,0 0 0,-1 0 0,1 0 0,-1 0 0,1 0 0,-1-3 0,3-58 48,-4 48-21,1-7-33,-2 1 0,0 0 0,-10-39 0,9 48 20,-1 0-1,0 1 1,-1-1 0,0 1 0,0 0 0,-1 1 0,-1-1 0,-10-11 0,17 21-19,0 1 0,0 0 0,0 0 0,0-1 1,-1 1-1,1 0 0,0 0 0,0 0 1,0-1-1,0 1 0,-1 0 0,1 0 1,0 0-1,0-1 0,-1 1 0,1 0 0,0 0 1,0 0-1,-1 0 0,1 0 0,0 0 1,-1 0-1,1-1 0,0 1 0,0 0 1,-1 0-1,1 0 0,0 0 0,-1 0 0,1 0 1,0 0-1,0 1 0,-1-1 0,1 0 1,0 0-1,-1 0 0,1 0 0,0 0 1,-1 0-1,-3 14 2,3 28-7,1-35 4,-1 17 4,2-1 0,0 1 0,1 0 0,1-1 0,1 0 0,13 40 0,-3-27 23,83 236 215,-85-228-138,-2 0 0,-2 1 0,-2 0 0,0 64 0,-6-99-72,1 17 169,-7 47-1,5-64-138,-1-1 0,-1 0-1,0 0 1,0 0 0,0 0-1,-1-1 1,-1 1 0,-8 12-1,0-2 82,-1-2 0,0 0-1,-1-1 1,-1 0 0,-1-1-1,0-1 1,-20 13 0,24-19-133,-1-1 0,1 0 1,-1-1-1,-1-1 0,1 0 1,-1 0-1,0-2 1,0 0-1,0-1 0,0 0 1,-16-1-1,30-1-30,1 1-63,-1-1 1,1 0 0,-1 0 0,1 0 0,-1 0-1,0 0 1,1 0 0,-1 0 0,1 0 0,-1 0-1,1 0 1,-1 0 0,0 0 0,1 0 0,-1 0 0,1-1-1,-1 1 1,1 0 0,-1 0 0,1-1 0,-1 1-1,1 0 1,-1-1 0,1 1 0,0 0 0,-1-1-1,1 1 1,-1-1 0,1 1 0,0 0 0,-1-1-1,1 1 1,0-1 0,0 1 0,-1-1 0,1 1-1,0-1 1,0 0 0,0 1 0,0-1 0,0 1-1,0-1 1,-1-15-4433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1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1345,'0'0'1483,"0"0"-352,0 0 126,0 0 71,0 0-148,0 0 4909,14 0-5954,466 0 1407,-479 0-1516,-1 0 30,0 0 65,0 0 68,0 0 134,0 0 10,-5 0 305,-132-3-253,7 1-4033,115 1-79,8-1-4842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0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22 376 2417,'0'0'2113,"0"0"-1134,0 0-365,0 0 354,0 0 267,0 0-82,0 0-382,-3-9-277,0-1-283,1 7-74,1-1 0,-1 1 0,1-1-1,0 0 1,0 1 0,1-1 0,-1 0-1,1 1 1,0-5 0,-1 3 2425,-1 10-1939,-1 14-697,5 25 382,2 1 1,2-1-1,2 0 1,2-1 0,1 0-1,23 54 1,-10-40-73,1-2 1,3-1-1,3-1 1,41 54 0,-55-83-232,1-1 1,1-1-1,1-1 1,0-1 0,2 0-1,1-2 1,0 0 0,31 16-1,-53-34 1,-1-1-1,1 0 0,0 0 0,-1 0 0,1 0 1,-1-1-1,1 1 0,-1 0 0,1 0 1,-1 0-1,0 0 0,0 0 0,0-1 1,1 1-1,-1 0 0,0 0 0,-1 0 0,1 0 1,0-2-1,1-35-100,-2 36 91,2-129-507,-5-254-617,-3 268 831,-28-149 0,30 231 294,-2 0 0,-2 0 1,-2 1-1,0 0 0,-27-52 1,69 144-6081,-20-41 1809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1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41 5667,'0'0'1093,"0"0"-228,0 0-3,0 0 149,0 0 5,-14-6 852,510-29 1074,-494 35-3347,-2 0-606,0 0-761,0 0-1725,0 0-2709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6403,'0'0'1691,"0"0"-671,0 0-193,0 0 37,0 0-109,3 3-275,4 2-355,0-1 1,0 1-1,1-1 0,0 0 0,-1-1 1,1 0-1,0 0 0,1-1 0,-1 0 1,0 0-1,18 1 0,16-1 355,50-3 0,-40 0-112,-46 1-344,18 2 52,-24-2-69,1 0 1,0 0-1,-1 0 1,1 0-1,-1 1 1,1-1-1,0 0 1,-1 0-1,1 1 1,-1-1-1,1 0 0,-1 1 1,1-1-1,-1 1 1,1-1-1,-1 1 1,0-1-1,1 1 1,-1-1-1,0 1 1,1-1-1,-1 1 1,0-1-1,1 1 0,-1-1 1,0 1-1,0 0 1,0-1-1,0 1 1,0-1-1,0 2 1,0-2 24,0 0-11,0 0-29,0 0-75,0 2-939,0-1-2555,0-1-625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82 3618,'0'0'1027,"0"0"-149,0 0-102,0 0 190,0 0 21,0 0-166,0 0-260,-3-8 76,-10-42 650,11 27 3189,1 129-3984,3 136 550,-2-235-1042,1-1 0,0 1 0,1-1-1,0 1 1,0-1 0,0 0 0,1 0 0,0 0 0,0 0-1,0-1 1,7 9 0,14 28-27,-22-38-112,3 4-2717,3-9-3804,-5-1 825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6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 4962,'0'0'2263,"0"0"-1564,0 0-278,0 0 299,0 0 257,0 0-961,0 0 0,0 0 0,0-1 0,0 1 0,0 0 0,0 0 0,0 0 0,0 0 0,0 0 0,0-1 0,-1 1 0,1 0 0,0 0 0,0 0 0,0 0 0,0 0 0,0 0 0,-1 0 0,1 0 0,0-1 0,0 1 0,0 0 0,0 0 0,0 0 0,-1 0 0,1 0 0,0 0 0,0 0 0,0 0 0,0 0 0,-1 0 0,1 0 0,0 0 0,0 0 0,0 0 0,0 0 0,-1 0 0,1 0 0,0 0 0,0 0 0,0 1 0,0-1 0,0 0 0,-1 0 0,1 0 0,0 0 0,0 0 0,0 0 0,0 0 0,0 0 0,0 1 0,-1-1 0,1 0 0,0 0 0,0 0 0,0 0 0,0 0 0,0 1 0,0-1 0,0 0 0,0 0 0,0 1 0,-2 8 92,0 0 1,1 1-1,1-1 0,0 1 0,0-1 0,2 12 0,-1 16 163,9 158 1595,-6-164-1576,2-1 0,0 0 0,3-1 0,15 40 0,1-12-114,-25-56-190,0-1-20,0 0-222,-9-14-3215,0-2 99,-3 2-889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7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2801,'0'0'806,"0"0"-43,0 0 464,0 0 78,0 0-155,17 1-177,189 6 1634,-170-7-2179,0-2-1,-1-2 0,0-1 1,50-14-1,-24-2-74,-32 9-212,1 2 0,-1 1-1,2 2 1,-1 1 0,61-5 0,-95 19-29,1-6-140,0-1 0,0 0 1,0 0-1,0 0 0,0 0 0,0 0 0,-1-1 1,1 1-1,0-1 0,0 0 0,-4 0 0,7 0-1145,0-1-1906,0-4-3412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7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 5266,'0'0'905,"0"0"-126,0 0 96,0 0 21,0 0-63,-8-1-246,-28 0-235,34 1-334,0 0-1,0 0 1,0 0 0,0 1 0,0-1 0,0 1-1,0-1 1,0 1 0,0 0 0,0 0 0,1 0-1,-1 0 1,0 0 0,1 0 0,-1 0-1,0 0 1,1 1 0,0-1 0,-3 3 0,-18 33 111,15-25-67,-3 6 14,2 1 0,-1 0 0,2 0 1,1 1-1,0 0 0,1 0 0,-2 24 1,2 17 630,2 65 1,3-106-524,1-4-16,1 0 1,0 0-1,1 0 1,0 0-1,2 0 0,0 0 1,9 19-1,60 104 865,-50-98-847,43 73 31,-25-46-132,-3 2 0,58 142 0,-94-204-53,0 1-1,-1 0 1,0 0-1,0 0 0,-1 0 1,0 0-1,-1 1 1,0-1-1,0 0 1,-3 15-1,1-18 7,1-1 0,-1 1 0,-1-1 0,1 0 0,-1 0 0,1 0 0,-1 0 0,-1 0 0,1-1 0,-1 1 0,0-1 0,0 0 0,0 0 0,0 0 0,-1-1 0,1 0 0,-10 5 0,-5 2 20,0-2 0,-1 0 0,0-1 0,0-1 0,-1-1 0,0 0 0,0-2 0,0-1 0,0 0 1,0-2-1,-27-2 0,37 0-41,1 0 1,0 0-1,0-1 1,0 0 0,0-1-1,1 0 1,-1-1 0,1 0-1,-13-9 1,11 7-8,10 7-24,0-1-1,0 1 1,1-1-1,-1 1 1,0-1-1,1 1 1,-1-1-1,0 1 1,1-1-1,-1 0 1,1 1-1,-1-1 1,1 0-1,-1 0 1,1 1-1,-1-1 1,1 0-1,-1-1 1,3-7-4465,0 4 926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1 236 7059,'0'0'667,"0"0"-128,0 0 211,0 0 618,0 0-164,1 16 306,24-46-78,-13 7-1125,0-1 0,-2 0 0,-1 0 0,-1-1-1,-1 0 1,5-36 0,-12 61-301,0-1 0,0 1 0,-1-1 1,1 1-1,0-1 0,1 0 0,-1 1 0,0-1 0,0 1 0,0-1 1,0 1-1,0-1 0,0 1 0,1-1 0,-1 1 0,0-1 0,1 1 0,-1-1 1,0 1-1,1-1 0,-1 1 0,0-1 0,1 1 0,-1 0 0,1-1 1,-1 1-1,0 0 0,1-1 0,-1 1 0,1 0 0,-1 0 0,1-1 1,0 1-1,-1 0 0,1 0 0,-1 0 0,1 0 0,-1 0 0,1 0 1,-1 0-1,1 0 0,-1 0 0,1 0 0,0 0 0,-1 0 0,1 0 1,-1 0-1,1 1 0,-1-1 0,1 0 0,-1 0 0,1 0 0,-1 1 1,1-1-1,-1 0 0,1 1 0,-1-1 0,0 1 0,1-1 0,-1 0 1,1 1-1,-1 0 0,7 14 152,-1 0 0,0 1 0,-1 0 0,-1 0 0,0 0 0,-2 0 0,2 32 0,-3-31-47,0 0 0,1-1 0,1 0 0,0 1 0,1-1 0,1 0 0,1-1 0,0 1 0,10 16 0,-4-20-73,-6-19-534,-3-27-2537,-3 30 2522,0-24-3176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09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5763,'0'0'728,"0"0"-440,0 0 176,0 0 657,0 0 346,0 0-346,8-4-524,43-26 48,-41 22-487,0 1-1,0 0 0,1 1 0,0 0 1,1 1-1,-1 0 0,1 1 0,0 0 1,0 1-1,0 1 0,1-1 0,18 0 1,-27 5-141,1-1 0,0 1 1,0-1-1,-1 1 0,1 0 1,-1 1-1,0-1 1,1 1-1,-1 0 0,0 0 1,-1 0-1,1 1 1,0-1-1,-1 1 0,0 0 1,0 0-1,0 0 0,-1 0 1,1 1-1,-1-1 1,3 8-1,3 5 23,-2 0 1,1 0-1,-2 0 0,6 35 1,-7-23 42,-1-1 0,-2 0 0,-3 46 1,1-65-57,0 0 1,0 0-1,-1 0 0,0 0 1,-1 0-1,0 0 1,-1 0-1,0-1 1,0 0-1,0 1 0,-1-2 1,0 1-1,-1-1 1,-11 13-1,16-19-16,-1 1 0,1 0 1,-1-1-1,0 1 0,0-1 0,1 0 0,-1 1 0,0-1 0,0 0 1,0 0-1,0 0 0,0-1 0,-1 1 0,1 0 0,0-1 0,0 1 0,0-1 1,-1 0-1,1 0 0,0 0 0,0 0 0,-1 0 0,1 0 0,0-1 1,0 1-1,0-1 0,-4 0 0,4-1 0,0 0-1,0 1 1,1-1-1,-1 0 1,0 0-1,0 0 1,1-1-1,0 1 1,-1 0 0,1 0-1,0-1 1,0 1-1,0-1 1,0 1-1,0-1 1,1 1 0,-1-1-1,1 1 1,0-1-1,0 0 1,0-4-1,-1-19 35,0 19-33,1-1-1,-1 0 1,2 0 0,-1 0-1,3-12 1,-2 19-15,0 0-1,-1 0 1,1 0 0,0 1-1,0-1 1,0 0-1,0 1 1,0-1 0,0 1-1,0-1 1,0 1-1,0-1 1,0 1 0,0 0-1,0 0 1,0-1 0,0 1-1,1 0 1,-1 0-1,0 0 1,0 0 0,0 0-1,0 0 1,0 1-1,0-1 1,1 0 0,-1 0-1,0 1 1,1 0 0,35 13-61,-24-4 71,0 0 0,0 2 1,17 20-1,-19-19-1,1-1 0,0-1-1,16 13 1,-22-21 11,-1 1-1,1-1 1,-1 0-1,1-1 1,0 1-1,0-1 1,0 0-1,0-1 1,1 0-1,-1 0 0,0 0 1,9 0-1,-13-1 1,-1 0-1,0-1 0,0 1 0,0 0 0,1-1 0,-1 1 0,0 0 0,0-1 0,0 1 0,0-1 0,0 0 0,0 1 0,0-1 0,0 0 1,0 0-1,0 0 0,0 1 0,-1-1 0,1 0 0,0 0 0,0 0 0,-1 0 0,1 0 0,-1-1 0,1 1 0,-1 0 0,1 0 0,-1 0 1,0 0-1,0-1 0,1 1 0,-1 0 0,0-2 0,0-3-72,1 0 1,-1-1-1,-1 1 1,1 0-1,-3-12 1,-2 10-1240,4 7-3933,1 1-868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1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1 336 5651,'0'0'880,"0"0"80,0 0 324,0 0 50,0 0-227,0 0-334,1 0-657,0 0 0,0 0-1,0 0 1,0 0-1,0 0 1,0 0-1,0 0 1,0-1 0,0 1-1,0 0 1,-1-1-1,1 1 1,0-1 0,0 1-1,0-1 1,0 1-1,0-1 1,-1 1-1,1-1 1,0 0 0,0 0-1,-1 1 1,1-1-1,0-1 1,21-20-10,-1-1 0,-1-1 0,-1-1 0,-1-1 0,-2 0 0,0-1 0,-2-1 0,-1-1 0,-1 0 0,10-37 0,-23 95 560,6 54 1,0-18-114,-4-52-456,3 81 696,4 1 0,31 144 0,-39-236-736,0-1 1,1 0 0,-1 0 0,1 1 0,0-1 0,-1 0-1,1 0 1,0 0 0,0 0 0,0 0 0,3 4-1,3-11-595,6-10-3473,-13 14 3881,11-12-5934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14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6 720,'0'0'2153,"0"0"-1470,0 0-146,0 0 367,0 0-93,0 0-320,13-4 518,-13 3 5457,-250 20-4275,142-19-1778,108 0-407,0 0-20,0 0 25,0 0-33,0 0-7,0 0 10,0 0-26,0 0-96,1 53 181,3 0 1,2 0-1,3 0 1,2 0-1,33 95 0,-25-81-18,22 133-1,-13-49-7,-28-148-21,1 0 0,0 0 0,-1 0 0,1 0 1,1-1-1,-1 1 0,0 0 0,1-1 1,-1 1-1,1-1 0,0 1 0,0-1 1,0 0-1,3 3 0,-4 7 104,-2-12-96,1 1-1,0-1 0,0 1 1,0-1-1,-1 1 1,1-1-1,0 1 0,0-1 1,0 1-1,0-1 0,0 1 1,0-1-1,0 1 1,0-1-1,0 0 0,0 1 1,0-1-1,0 1 1,0-1-1,1 1 0,-1-1 1,0 1-1,0-1 1,0 1-1,1-1 0,-1 0 1,0 1-1,0-1 1,1 1-1,-1-1 0,0 0 1,1 1-1,-1-1 1,1 0-1,-1 0 0,0 1 1,1-1-1,-1 0 0,1 0 1,-1 1-1,1-1 1,-1 0-1,1 0 0,0 0 1,-1 0-9,5 2 22,0-1 1,0 0-1,0 0 1,0 0-1,0 0 1,0-1-1,0 0 1,0 0-1,0 0 1,5-1-1,0 1 6,0 0-19,193 7 105,-179-4-94,-1 0 1,0 2-1,-1 0 1,1 2-1,-1 0 1,35 18-1,-49-18-38,-11-3-172,3-4 157,0 0 1,-1 0 0,1 0-1,0 0 1,-1 0 0,1 0-1,-1 0 1,1 0 0,0 0-1,-1 0 1,1 0 0,0 0-1,-1-1 1,1 1 0,0 0-1,-1 0 1,1 0 0,0 0-1,-1-1 1,1 1 0,0 0-1,-1 0 1,1-1 0,0 1-1,0 0 1,-1-1 0,1 1-1,0 0 1,0-1 0,0 1-1,-1 0 1,1-1 0,0 1-1,0 0 1,0-1 0,0 1-1,0 0 1,0-1 0,0 0-1,0-7-3158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2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14 6307,'0'0'565,"0"0"94,0 0 123,0 0 299,0 0 66,0 0-243,0 0-239,-5-10 13,5 10-672,0 0-1,0 0 1,0-1 0,-1 1 0,1 0 0,0 0 0,0-1 0,0 1 0,0 0-1,-1 0 1,1 0 0,0-1 0,0 1 0,-1 0 0,1 0 0,0 0-1,0 0 1,-1 0 0,1 0 0,0-1 0,0 1 0,-1 0 0,1 0 0,0 0-1,0 0 1,-1 0 0,1 0 0,0 0 0,-1 0 0,1 0 0,0 0 0,0 0-1,-1 0 1,1 0 0,0 1 0,-1-1 0,1 0 0,0 0 0,0 0-1,-1 0 1,1 0 0,0 1 0,0-1 0,-1 0 0,1 0 0,0 0 0,0 1-1,-1-1 1,-23 36 513,1 1-1,2 1 0,-26 62 0,34-68-252,2-1-1,0 2 1,3-1-1,1 1 1,1 1-1,2-1 0,1 1 1,1 0-1,6 55 1,-3-77-172,2 1-1,-1-1 1,1 1 0,1-1-1,0 0 1,1 0 0,1-1-1,-1 1 1,2-1 0,-1 0 0,2-1-1,-1 0 1,1 0 0,1 0-1,0-1 1,13 10 0,13 7 149,1-1 0,1-2 0,54 26 0,-89-48-236,7 8 256,-9-3-6052,0-11 1313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23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0 395 3249,'0'0'1705,"0"0"-453,0 0 65,0 0 268,0 0-310,0-6-11,0 3-1195,0 6 450,5 65 274,3 0 0,2-1 0,4 0 0,25 76-1,-36-134-722,29 87 472,-29-89-486,0 1 0,1-1 0,0 0 0,0 0 0,0 0 0,1 0 0,0-1 0,0 0 0,12 10 0,-13-13 6,-4-2-65,1 0 0,-1 0 1,1-1-1,0 1 0,-1 0 0,1 0 1,0-1-1,0 1 0,0-1 0,-1 1 1,1 0-1,0-1 0,0 0 0,0 1 1,0-1-1,0 1 0,0-1 0,0 0 1,0 0-1,0 0 0,0 1 1,0-1-1,0 0 0,0 0 0,0 0 1,0-1-1,0 1 0,0 0 0,0 0 1,0 0-1,0-1 0,0 1 0,0 0 1,0-1-1,-1 1 0,1-1 0,0 0 1,0 1-1,0-1 0,-1 1 0,1-1 1,0 0-1,0 0 0,-1 1 1,1-1-1,-1 0 0,1 0 0,0-1 1,8-23-123,-1-1 0,-2 1 0,-1-1 0,0-1 0,0-25 0,3-13-161,9-53-183,2-157-1,-21 267 482,0 1-1,0-1 1,-1 1-1,0 0 1,0 0-1,0 0 0,-1 1 1,0-1-1,-7-7 1,-6-14 4,15 25 41,0 0 1,1 0-1,-1 0 1,0 0-1,0 1 0,-1-1 1,1 1-1,-1-1 0,1 1 1,-1 0-1,0 0 0,1 0 1,-1 0-1,0 0 0,-1 0 1,1 1-1,-4-2 1,137 8 23,-65-1 57,98-7 0,260-27 188,-287 22-287,-86 7-1,0-3 0,-1-1 1,57-15-1,47-34 87,-115 38-97,1 2 0,0 1 1,1 2-1,41-6 0,95 7 34,-175 10-54,-1 0-14,0 0 12,2 0 2,-1 0 1,0 0 0,0 0-1,0 1 1,1-1-1,-1 0 1,0 1 0,0-1-1,0 1 1,0-1-1,0 1 1,0-1 0,0 1-1,0 0 1,0-1-1,0 1 1,1 1 0,2 47 889,-5 96 1,-1-55 1,2-11 306,0-78-1100,2-1 79,-1 0-4598,-1 0-2001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24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1729,'0'0'4690,"0"0"-2620,0 0-893,0 0-166,0 0-219,0 0-312,0 9-21,5 30-11,1 0-1,2 0 0,1-1 0,2 0 0,2 0 1,1-1-1,25 44 0,-37-76-421,1-1 1,0 0-1,0 0 1,0 0-1,0 0 0,1 0 1,0 0-1,0-1 0,0 0 1,0 0-1,0 0 1,0 0-1,1-1 0,-1 1 1,6 1-1,1-2 19,0 1 1,0-1-1,0-1 0,1 0 0,18-1 1,-30 0-41,1 0 1,0-1-1,0 1 1,-1 0-1,1-1 1,0 1 0,-1 0-1,1-1 1,-1 1-1,1-1 1,0 1-1,-1-1 1,1 0 0,-1 1-1,1-1 1,-1 1-1,0-1 1,1 0-1,-1 1 1,0-1 0,1 0-1,-1 0 1,0 1-1,0-1 1,1 0-1,-1 0 1,0 1 0,0-1-1,0 0 1,0 0-1,0-1 1,0-34 73,-1 23-75,1-3 22,1-8-49,-1 0 0,-1 0-1,-1 1 1,-1-1 0,-1 0 0,-11-32 0,15 55 24,-7-16-69,7 23-127,1 16 137,2 33 110,3 0 1,14 61-1,-9-56 47,39 241 568,-49-296-653,0 0-1,0 1 1,0-1-1,-1 1 1,0-1 0,0 1-1,0-1 1,-2 11 0,1-14-9,0 0 1,0 0-1,0 0 1,-1 0-1,1-1 1,0 1-1,-1 0 1,1-1 0,-1 1-1,1-1 1,-1 0-1,0 1 1,0-1-1,1 0 1,-1 0-1,0 0 1,0 0 0,0-1-1,0 1 1,0 0-1,0-1 1,0 1-1,-1-1 1,-1 0-1,-15 3-20,0-2 0,-27-1-1,20-1-207,25 1 163,1 0 1,-1 0-1,0 0 0,0 0 1,1-1-1,-1 1 0,0 0 1,1 0-1,-1-1 0,0 1 1,1-1-1,-1 1 0,0-1 1,1 1-1,-1-1 0,1 1 1,-1-1-1,1 1 0,-1-1 1,1 0-1,0 1 0,-1-1 1,1 0-1,0 1 0,-1-1 0,1 0 1,0 1-1,0-1 0,0 0 1,0 0-1,-1 1 0,1-1 1,0 0-1,0 0 0,1 1 1,-1-1-1,0 0 0,0 0 1,0 1-1,0-1 0,1 0 1,-1 1-1,1-2 0,-1-8-2250,0-6-2551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2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7107,'0'0'862,"0"0"-563,0 0 82,0 0 558,0 0 62,0 0-254,7 0 8,109 4 2931,-39-3-3328,-24 2-4447,-53-3-3587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25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8996,'0'0'1219,"0"0"-856,0 0 67,0 0 720,0 0 21,3-5-728,4-3-388,-2 0 0,1 0 1,-1 0-1,-1-1 0,0 0 1,0 0-1,0 0 0,-1 0 0,-1 0 1,0-1-1,0 0 0,0 1 1,-1-1-1,-1-17 0,0-24 31,0 51-91,1 0 0,-1 0 0,0 0 0,1 0 0,-1 0 0,0 0 0,1 0 0,-1 0 0,0 0 0,1 0 0,-1 0 0,0 0 0,0 0 0,1 0 0,-1 0 0,0 0 0,1 0 0,-1 0 0,0 1 0,0-1 0,1 0 0,-1 0 1,0 0-1,0 1 0,1-1 0,-1 0 0,0 0 0,0 1 0,1-1 0,-1 0 0,0 0 0,0 1 0,0-1 0,0 0 0,1 1 0,9 31 494,0 0 0,-2 0 0,-1 1 0,-2 0 0,2 50 0,-1-16 568,-2-20-476,-3-27-238,0 0 0,2 0 0,0 0 0,1-1 0,9 25 0,-9-41-1094,-4-13-2546,0 7 2004,0-8-3427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2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3265,'0'0'2175,"0"0"-1409,0 0-473,0 0 310,0 0 168,0 0-251,-6 26 1404,9-19-1784,-1-1 0,1 1 0,1-1 0,-1 0 0,1 0 0,0 0 0,0-1 0,1 1 0,-1-1 0,1 0 0,1 0 0,-1-1 0,7 5 0,9 10 114,-4-2-32,23 21 604,-1 3 1,36 48 0,-64-73-602,0 0 0,-2 0 0,0 1 0,0 1 0,-2-1 1,0 1-1,-1 0 0,-1 1 0,-1 0 0,3 20 0,-3-3-32,-2 0 0,-1 1-1,-1-1 1,-3 0-1,0 0 1,-3 0-1,-1 0 1,-1-1-1,-2 0 1,-2-1-1,-17 37 1,7-29 240,-30 41 0,16-26 21,32-44-867,16-17-65,15-15-888,-9-6-2209,-3-4-2361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6:27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4002,'0'0'4124,"0"0"-2795,0 0-915,0 0 314,0 0 8,5-4-200,3-3-330,1 1-1,1 0 0,-1 1 0,1-1 0,0 2 0,0-1 0,0 2 0,1-1 0,-1 1 1,1 1-1,0 0 0,0 0 0,0 1 0,-1 1 0,1 0 0,15 1 0,-20 0-123,0 1-1,-1-1 1,1 1-1,0 0 1,-1 1-1,1-1 1,-1 1-1,0 0 0,0 1 1,0-1-1,0 1 1,-1 0-1,1 0 1,-1 0-1,0 1 1,0-1-1,-1 1 1,1 0-1,4 10 0,-2-5 42,0 1 0,0 0 0,-2 1 0,1-1 0,-1 1-1,-1 0 1,0 0 0,2 24 0,-4-10-1,1-13-88,-1 1 1,0-1-1,-1 0 0,-1 1 0,0-1 0,-1 1 1,-1-1-1,0 0 0,-6 18 0,-66 90 12,74-122-37,1 1 1,-1-1 0,1 0 0,-1 1 0,1-1 0,-1 0 0,1 1 0,0-1-1,-1 0 1,1 0 0,0 1 0,-1-1 0,1 0 0,0 0 0,0 0 0,0 0-1,0 1 1,0-1 0,0 0 0,0 0 0,0 0 0,0 0 0,0 1 0,1-3-1,-2-32-98,0 15 39,1-41-18,0 58 64,0 1-1,1 0 0,-1 0 0,0-1 1,1 1-1,0 0 0,-1 0 1,1 0-1,0 0 0,0 0 0,0 0 1,0 0-1,1 0 0,-1 0 1,0 0-1,1 0 0,-1 1 0,1-1 1,0 1-1,0-1 0,2-1 0,1 2 0,1 0-1,0 0 1,0 1-1,0 0 1,0 0-1,0 0 1,-1 1-1,1-1 1,0 1-1,0 1 1,0-1-1,-1 1 1,1 0-1,6 4 1,4 4 23,0 0-1,1-1 1,-1-1 0,2 0 0,-1-2-1,1 0 1,0 0 0,1-2 0,-1 0 0,1-2-1,27 2 1,-33-4 22,4 0 45,0 0-1,0-1 1,22-5 0,-35 6-62,0-1 0,0 0-1,0-1 1,0 1 0,0-1 0,-1 1 0,1-1-1,-1 0 1,1 0 0,-1-1 0,0 1 0,0-1 0,0 1-1,0-1 1,0 0 0,-1 0 0,1-1 0,-1 1-1,4-7 1,-5 8-38,0 0 0,0 1 0,0-1 0,0 0-1,-1 0 1,1 0 0,-1 0 0,1 0 0,-1 0 0,0 0-1,0-1 1,0 1 0,0 0 0,0 0 0,0 0 0,0 0-1,-1 0 1,1 0 0,-1 0 0,0 0 0,1 0 0,-1 0-1,-2-3 1,-15-9-2125,-8 3-3768,8 6-5150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15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0 5122,'0'0'798,"0"0"50,0 0 518,0 0 118,0 0-612,0 0-426,-7 1-246,4 0-184,0 0 1,-1 0-1,1 0 1,0 1 0,0 0-1,0-1 1,0 1-1,1 0 1,-1 1-1,0-1 1,1 0 0,-1 1-1,1-1 1,0 1-1,0 0 1,0 0-1,0 0 1,1 0 0,-1 0-1,-1 5 1,-34 87 456,26-63-307,-126 320 1795,92-276-966,44-75-990,1-1-47,0 0-73,0 0-403,0 0-1568,0 0-2553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16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1 2657,'0'0'1299,"0"0"-189,0 0-291,0 0 75,0 0 107,0 0-324,-8 0-285,6 0-372,-1 0 0,1 0 0,-1 0-1,1 0 1,-1 0 0,1 1-1,0-1 1,-1 1 0,1 0 0,0 0-1,-1 0 1,1 0 0,0 0 0,0 0-1,0 1 1,0-1 0,0 1-1,0-1 1,-3 4 0,-2 5 119,0 0 0,0 0 0,-8 18 0,13-24-105,-194 395 2506,38-71-1329,111-239-811,-55 117 729,96-185-774,5-18 513,2-13-395,-1 9-473,0-2-10,0 0 0,1 0 0,-1 0 0,1 0 0,0 0 0,0 0 0,0 0 0,1 0-1,-1 0 1,0 0 0,1 1 0,0-1 0,0 0 0,0 1 0,0 0 0,0-1 0,4-2-1,-4 4-338,0-1 0,1 1 0,-1-1 0,1 1 0,0 0 0,-1 0 0,1 1 0,0-1 0,-1 0 0,1 1 0,0-1 0,5 1 0,6 0-5083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36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3986,'0'0'2924,"0"0"-1804,0 0-301,0 0 483,0 0 147,0 0-409,8 0-279,493 0 2443,-501 0-3323,0 1 1,0-1-1,0 1 1,1-1-1,-1 1 1,0-1-1,0 1 1,0 0-1,0-1 0,0 1 1,0-1-1,0 1 1,0-1-1,-1 1 1,1 0-1,0-1 1,0 1-1,0-1 0,0 1 1,-1-1-1,1 1 1,0-1-1,-1 1 1,1-1-1,0 1 1,-1-1-1,1 1 1,-1-1-1,1 0 0,-1 1 1,1-1-1,0 0 1,-1 1-1,0-1 1,1 0-1,-1 0 1,1 1-1,-1-1 0,-18 3-3986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85 122 1633,'0'0'1006,"0"0"-1,0 0 279,0 0 63,0 0-45,0 0-222,-5-12-210,-16-35 64,17 39-438,0 1 0,-1 0 0,0 1 0,0-1 0,-1 1 0,1 0 0,-9-7 0,10 10-574,2 13 134,1-1 1,-1 0-1,1 1 0,1-1 1,0 11-1,0 483 3346,0-503-3349,0 0 9,0 0-25,0 0 22,0 0-25,0 0 14,0 0-21,0 0 0,7-11-1020,11-13-5039,-10 16-771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1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5266,'0'0'1545,"0"0"-392,0 0-46,0 0-203,0 0-239,0 0 279,0 30-210,0 235 1179,0-233-1603,-1-4-174,0 0-1,2 1 1,1-1 0,2 0-1,0 0 1,2-1 0,1 1-1,10 25 1,-11-29-69,-6-20-2950,0-4 2876,0 0-3968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7027,'0'0'667,"0"0"-285,0 0 109,-3 23 776,1-10-1043,-5 39 667,1 65 0,5-37-215,-1-32-206,2 0 0,2 0 0,2 0 0,16 76-1,-19-121-442,-1-2 0,0-1-65,-15 0-5716,3 0-1852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4242,'0'0'734,"0"0"-171,0 0 432,0 0 464,0 0-264,12-4-194,3-1-733,-1 1 0,1 0 0,-1 1 0,1 1 0,18-1 0,36 0 415,83-14 0,-84 7-431,84 0 1,-127 9-239,0 1 1,0 2 0,0 0-1,0 1 1,0 2 0,0 1-1,31 11 1,-56-17 29,1 1-1,-1-1 1,1 1-1,0-1 1,-1 0-1,1 1 1,0-1-1,0 0 1,-1 0 0,1 0-1,0 0 1,-1 1-1,1-1 1,0 0-1,0 0 1,-1 0-1,1-1 1,0 1 0,0 0-1,-1 0 1,1 0-1,0 0 1,-1-1-1,2 0 1,1-17 486,-3 17-596,0 1-529,0 0-1884,0 0-2310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409 116 1521,'0'0'2508,"0"0"-1172,0 0-498,0 0 82,0 0 118,0 0-366,-8-18-191,-24-52-92,30 67-334,0 1 0,1 0 0,-1 0 0,0 0 0,0 1 0,0-1 0,0 0 0,0 1 0,0-1 0,-1 1-1,1 0 1,-1 0 0,1 0 0,0 0 0,-1 0 0,0 0 0,1 1 0,-1-1 0,1 1 0,-1 0 0,0 0 0,1 0 0,-1 0 0,0 0 0,1 0 0,-1 1 0,-4 1 0,-7-1 202,12-1-230,0 1 1,-1 0 0,1-1 0,0 1 0,0 0 0,-1 0 0,1 0 0,0 1 0,0-1-1,0 0 1,0 1 0,1-1 0,-1 1 0,0 0 0,1 0 0,-1-1 0,1 1-1,-1 0 1,1 0 0,0 0 0,0 1 0,-1 2 0,-21 54 629,22-58-643,-13 54 319,3 0-1,1 0 0,3 1 1,1 105-1,7-141-227,1 0-1,0-1 1,2 0-1,0 1 1,1-1-1,12 29 1,59 108 151,-25-55-150,-11-20-16,62 150 32,-91-202-90,-2 1 0,-1 1 0,-1 0-1,-2 0 1,3 61 0,-8-52-23,2-24 16,-2 0 0,0 0 0,-1 1 0,-1-1 0,-7 29 0,8-40-10,-1-1 1,0 1-1,0-1 1,-1 1-1,0-1 1,1 0-1,-1 0 1,-1 0-1,1-1 1,0 1-1,-1-1 1,0 0-1,0 0 1,0 0-1,0 0 1,0 0-1,-1-1 1,1 0-1,-1 0 1,0 0-1,1-1 1,-1 0-1,-8 2 1,-42 5 69,0-2-1,0-3 1,-72-5-1,37 1-102,83 1-354,-17-1 772,17-9-5481,7 7-1277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4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31 7187,'0'0'1177,"0"0"-566,0 0-72,0 0 603,0 0 146,-5 23-455,-15 79-335,18-94-455,1 0 0,0 0 0,1 0 1,0 0-1,0 0 0,1 1 0,0-1 0,0 0 0,1 0 0,0 0 0,1 0 0,-1-1 0,1 1 0,1-1 0,-1 1 0,2-1 0,-1 0 0,0-1 0,1 1 0,1-1 0,-1 0 0,1 0 0,9 7 0,-4-5 3,1 0 0,-1-1 0,1-1 0,0 0 0,0-1 0,1 0 0,0-1 0,0 0 0,0-1 0,0-1 0,0 0 0,19 0-1,-32-2-44,16 1 56,0 0 0,0-2 0,0 0 0,0-1 0,23-5 0,-35 6-38,0-1 0,0 1 0,-1-1 0,1 0 1,-1 0-1,1 0 0,-1 0 0,0 0 1,1-1-1,-1 0 0,0 0 0,-1 0 0,1 0 1,-1 0-1,1 0 0,-1 0 0,0-1 1,0 1-1,0-1 0,-1 0 0,1 0 1,-1 1-1,0-1 0,0 0 0,0 0 0,0 0 1,-1-6-1,1 0 5,0 0 0,-1 1 0,0-1 0,-1 0 0,0 1 0,0-1 0,-1 1 0,-1 0 0,1-1 0,-2 1 0,1 0 0,-1 0 0,-8-13 0,3 11 8,0-1 0,-1 1-1,0 1 1,-1-1 0,0 2-1,0 0 1,-1 0 0,-16-8 0,10 6 83,-1 1 0,0 1 1,-32-11-1,44 17-93,-1 1 0,0 0 0,0 0 0,0 1 0,0 0 0,0 0 0,0 1 0,0 0 0,0 1 0,0 0 0,0 0 0,-12 4 0,17-4-20,0 0 0,0 1 0,0 0 0,0 0 0,0 0 0,1 0 1,-1 0-1,1 1 0,-1-1 0,1 1 0,0-1 0,0 1 0,0 0 1,1 0-1,-1 0 0,1 0 0,-1 0 0,1 0 0,-1 4 0,-1 3-376,1 0 0,0 0-1,0 1 1,1-1-1,1 12 1,0-21-2956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5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7 289 1393,'0'0'3228,"0"0"-1796,0 0-242,0 0-317,0 0 7,-1 6 198,-3 14 841,2-15 738,4-18-1756,4-18-764,2 0 0,15-35 0,-15 44 6,-1 0 0,0 0 0,-1 0 1,-2-1-1,4-44 0,4 446 1906,-12-122-1014,0-146-5386,0-111 258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7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1 296 5410,'0'0'571,"0"0"62,0 0 322,0 0 75,0 0-46,0 0-213,0 5-21,0-4-695,0 0 1,0 1-1,0-1 0,0 0 1,0 0-1,0 0 1,1 0-1,-1 0 1,1 0-1,-1 0 1,0 0-1,1 0 0,0 0 1,-1 0-1,1 0 1,0 0-1,-1-1 1,1 1-1,0 0 0,0 0 1,0-1-1,-1 1 1,1 0-1,0-1 1,2 1-1,-1 0 14,1 0-1,-1-1 1,1 1-1,-1-1 1,1 0 0,-1 1-1,1-1 1,0-1 0,-1 1-1,1 0 1,-1-1-1,1 1 1,-1-1 0,5-1-1,-2-1-28,0 1 0,0-1 0,-1 0 0,1 0 0,-1-1 0,0 1 0,0-1-1,0 0 1,0 0 0,5-8 0,31-51 86,-38 59-112,11-23 138,-1 0-1,-2-1 1,0 0 0,-2-1-1,6-43 1,-23 769 3169,9-696-3203,0-1-25,0 0-7,0 0 44,0 0-42,0 0-133,0 0-627,0 0-1375,0 0-1698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58 3426,'0'0'1870,"0"0"-726,0 0 3,0 0-5,0 0-40,-1-10-261,-4-27-417,5 36-418,1 1 1,-1 0-1,0-1 1,0 1-1,0 0 0,0-1 1,0 1-1,0 0 1,0 0-1,0-1 1,0 1-1,0 0 1,0-1-1,0 1 0,-1 0 1,1-1-1,0 1 1,0 0-1,0 0 1,0-1-1,0 1 0,-1 0 1,1-1-1,0 1 1,0 0-1,0 0 1,-1 0-1,1-1 1,0 1-1,0 0 0,-1 0 1,1 0-1,0 0 1,0-1-1,-1 1 1,1 0-1,0 0 1,-1 0-1,1 0 0,0 0 1,-1 0-1,1 0 1,0 0-1,-1 0 1,1 0-1,0 0 1,0 0-1,-1 0 0,1 0 1,0 0-1,-1 0 1,1 0-1,0 0 1,-1 0-1,1 1 1,0-1-1,0 0 0,-1 0 1,-8 13 93,6 3 48,0 0 0,1 0 1,1 1-1,1-1 0,0 0 1,3 24-1,-2-36-125,0 1 0,0-1 0,0 1 1,1-1-1,0 0 0,0 0 0,0 1 0,0-1 1,0 0-1,1-1 0,0 1 0,0 0 0,0-1 1,0 1-1,0-1 0,1 0 0,-1 0 1,1-1-1,0 1 0,0-1 0,0 0 0,0 0 1,0 0-1,1 0 0,-1-1 0,1 1 0,8 0 1,11 3 121,0-1 0,1-2 0,44 0 0,-69-2-145,25 0 65,-11 1-12,0 0 0,0-2 0,0 0 0,0 0 0,25-7 0,-36 7-35,1-1 0,-1 1-1,0-1 1,0 1 0,0-1 0,0 0 0,-1 0-1,1 0 1,0 0 0,-1-1 0,1 1 0,-1-1 0,0 0-1,0 1 1,0-1 0,0 0 0,-1 0 0,1 0-1,-1 0 1,0-1 0,1 1 0,-1 0 0,-1 0 0,1-1-1,0 1 1,-1-1 0,0 1 0,0-1 0,0-4-1,-1 3-15,0 0 0,0-1 0,0 1-1,-1 0 1,0 0 0,0 0-1,0 0 1,0 0 0,-1 1-1,0-1 1,0 1 0,0-1-1,-1 1 1,1 0 0,-1 0 0,0 1-1,0-1 1,-1 1 0,1 0-1,-1 0 1,1 0 0,-10-3-1,-6-4-15,-1 1-1,0 1 0,0 0 0,-30-5 1,23 9-39,0 1 0,-56 1 1,63 2 20,17 0 28,0 0 1,-1 0-1,1 1 0,0-1 0,0 1 0,-1 0 0,1 1 0,0-1 1,0 1-1,0-1 0,0 1 0,0 0 0,1 1 0,-1-1 0,1 1 1,-1-1-1,1 1 0,0 0 0,0 0 0,0 1 0,0-1 0,1 1 0,-1-1 1,1 1-1,0 0 0,0 0 0,0 0 0,1 0 0,0 0 0,-2 4 1,-1 13-183,0 1 0,1-1 1,1 1-1,1 37 1,1-48-6,0-1-108,-1-9 204,1 1 0,0-1-1,-1 1 1,1-1-1,0 1 1,0-1 0,0 1-1,0 0 1,0-1-1,0 1 1,1-1 0,-1 1-1,0-1 1,1 1 0,-1-1-1,1 1 1,0-1-1,-1 0 1,1 1 0,0-1-1,0 0 1,0 1-1,0-1 1,0 0 0,0 0-1,0 0 1,0 0-1,0 0 1,1 0 0,-1 0-1,0 0 1,2 0 0,20 3-4107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8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5763,'0'0'1302,"0"0"74,0 0-242,0 0-80,0 0-352,-4 6-193,0 4-336,1-1 0,0 1-1,1 0 1,-1 0 0,2 0 0,0 0 0,0 0 0,0 0-1,2 0 1,-1 0 0,4 20 0,6 18 584,18 58 1,-15-61-222,12 44 444,14 44 15,31 208-1,-69-334-1113,2 1-723,7-6-4581,-2-2 220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49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91 6387,'0'0'1152,"0"0"-506,0 0-40,0 0 199,0 0-290,-1 11-277,-5 31 247,2 0 0,3 0 0,0 0 0,8 48 0,-6-85-437,0-1 1,0 0-1,0 1 1,1-1-1,0 0 1,0 0-1,0 0 1,0 0-1,1-1 1,-1 1-1,1-1 1,0 1-1,0-1 1,0 0-1,1 0 1,-1 0-1,1 0 1,0-1-1,-1 0 1,1 0-1,0 0 1,1 0-1,-1 0 1,0-1-1,0 1 1,1-1-1,-1-1 1,7 2-1,-4-1 6,0-1 0,1 0 0,-1 0 0,0-1 0,0 0 0,0 0 0,1 0 0,-1-1 0,-1 0 0,1-1 0,0 1 0,0-1 0,-1 0 0,0-1 0,1 0 0,9-8 0,-9 6-35,0-1 0,0-1 0,-1 1 1,0-1-1,0 0 0,-1 0 1,0-1-1,0 1 0,-1-1 1,0 0-1,-1-1 0,4-14 1,-2-2 0,-2-1 0,-1 0 0,-2-34 0,0 59-21,1-5 10,-2 0-1,1 0 1,-1 0-1,0 1 1,-1-1-1,1 0 1,-1 1-1,-1-1 1,1 1-1,-1-1 1,0 1-1,-1 0 0,1 0 1,-1 1-1,0-1 1,-1 1-1,1 0 1,-1 0-1,0 0 1,0 1-1,-1 0 1,-11-7-1,17 15-38,-1 0 0,1 0 0,0 0 0,0 1 0,0-1 0,1 0 0,-1 0 0,1 0-1,0 0 1,2 6 0,45 85 40,-28-60 3,17 46-1,-15-26 75,-3 1 0,-3 1 0,-2 0 0,-2 1 0,-3 1-1,2 65 1,-12-119-13,1 0-1,-1-1 0,0 1 1,-1 0-1,1 0 0,-1 0 0,0-1 1,0 1-1,0-1 0,-1 0 1,0 1-1,1-1 0,-1 0 1,-1-1-1,1 1 0,-1 0 1,1-1-1,-1 0 0,0 0 0,0 0 1,0 0-1,-1-1 0,1 1 1,-1-1-1,-6 2 0,-15 6 195,0-2 0,0 0 0,-39 5 0,51-11-308,-48 5-1945,60-7-2876,2 0-5773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5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5795,'0'0'1470,"0"0"-523,0 0-67,0 0 259,0 0-39,0 0-450,0 0-81,13 1 12,452 2 2507,-281-4-3326,-183 1-515,-1 0-930,-2 0-1268,-11 0-2024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5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5651,'0'0'995,"0"0"323,0 0 88,27 0 8,177 2 138,-125 3-1045,0 3-1,124 29 0,-142-25-165,-60-11-414,0-1 13,0 0 1,0 0 0,0 0 0,0 0 0,0 0 0,0 0-1,0 0 1,0 1 0,0-1 0,0 0 0,0 1-1,0-1 1,0 0 0,0 1 0,-1 0 0,1-1-1,0 1 1,0-1 0,-1 1 0,1 0 0,0-1-1,0 1 1,-1 0 0,1 0 0,-1 0 0,1 0 0,-1-1-1,1 1 1,-1 2 0,0-3-3308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1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0 352,'0'0'1934,"0"0"-1160,0 0-190,0 0 369,0 0-3,0 0-452,6 16 3331,465-27-660,-470 11-2867,-1 0 87,0 0-21,0 0 35,0 0-40,0 0-59,0 0-144,0 0-58,0 0-65,0 0-58,0 0-86,0 0-85,0 0 43,0 0-94,0 0-107,0 0-498,0 0-1281,0 0-1972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27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33 5426,'0'0'918,"0"0"-184,0 0 208,0 0 277,0 0-147,0 0-439,0 0-246,0 0-73,-1-5-74,-3-17 49,0 17 79,0 12-342,0 17 31,0 1 0,2 0 0,1 0 0,3 35 0,-1-8 45,-1-41-80,1 0 0,0-1 0,1 1-1,1 0 1,0-1 0,0 1 0,1-1 0,0 0 0,0 0-1,1 0 1,1-1 0,0 0 0,0 0 0,1 0-1,0-1 1,0 0 0,13 11 0,-10-10-13,1-1 0,-1-1 0,1 0 1,1 0-1,-1-1 0,1 0 0,0-1 1,1 0-1,-1-1 0,1-1 0,0 0 1,0 0-1,0-2 0,17 1 0,-23-1 6,0-1-1,1 0 1,-1-1-1,0 1 1,0-1 0,0-1-1,14-4 1,-18 5-9,-1-1 0,0 0 0,0 0 1,0 1-1,0-1 0,0 0 0,0-1 1,0 1-1,-1 0 0,1 0 1,-1-1-1,0 1 0,0-1 0,1 0 1,-2 1-1,1-1 0,0 0 0,0 1 1,-1-1-1,0 0 0,1 0 0,-1 1 1,-1-6-1,4-13-2,-2-1 0,-1 1 0,0-1 0,-2 1 0,0 0 0,-2 0 0,-9-32 0,4 22-26,-7-20 23,15 49-5,0-1 1,0 1-1,-1-1 0,1 1 1,-1-1-1,1 1 1,-1 0-1,0 0 1,0 0-1,0 0 1,0 0-1,0 0 0,0 0 1,-4-1-1,5 2 1,1 1-1,-1 0 1,1-1-1,-1 1 1,1 0 0,-1-1-1,1 1 1,-1 0-1,0 0 1,1 0-1,-1 0 1,0-1-1,1 1 1,-1 0-1,1 0 1,-1 0 0,0 0-1,1 0 1,-1 0-1,0 1 1,1-1-1,-1 0 1,1 0-1,-1 0 1,0 1-1,1-1 1,-1 0 0,1 0-1,-1 1 1,1-1-1,-1 1 1,1-1-1,-1 0 1,1 1-1,-1-1 1,1 1-1,0-1 1,-1 1-1,1-1 1,0 1 0,-1 0-1,1-1 1,0 1-1,0-1 1,-1 1-1,1 0 1,-1 35-231,2-23 201,-2 9 29,1 0 1,1 1 0,1-1-1,1 0 1,1 0 0,0 0-1,10 24 1,57 107-40,12 34 45,-74-163 5,-2 1 1,0 0-1,-2 0 0,-1 1 0,2 50 1,-6-75-1,-1 0-1,1 0 1,0 0 0,-1 0 0,1-1-1,-1 1 1,0 0 0,1 0 0,-1 0 0,0 0-1,1-1 1,-1 1 0,0 0 0,0 0 0,0-1-1,0 1 1,0-1 0,0 1 0,0-1-1,0 1 1,0-1 0,0 0 0,0 1 0,0-1-1,0 0 1,0 0 0,0 0 0,0 0 0,0 0-1,0 0 1,-1 0 0,-47 0 203,35-1-144,-12-1 1,0-1 0,0-1-1,1-1 1,-1-2 0,1 0-1,1-2 1,-43-21 0,66 30-169,1 0-268,6-1-2135,12-1-830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3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4450,'0'0'403,"0"0"-83,0 0 198,0 0 490,0 0 441,0 0-174,12 1-216,396 6 2583,-274-26-3551,-133 19-121,-1 0-50,0 0-109,0 0-441,-41 0-4996,34 0 2480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3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5763,'0'0'338,"0"0"119,0 0 250,0 0 338,0 0 239,0 0-150,0 26-417,-1 30-593,-1 38 2042,20 177 0,-1-149-422,-17-122-1777,0-1-1,1 1 0,-1 0 1,0-1-1,0 1 1,0 0-1,0-1 0,1 1 1,-1 0-1,0 0 0,0-1 1,0 1-1,1 0 0,-1 0 1,0-1-1,0 1 1,1 0-1,-1 0 0,0 0 1,1-1-1,-1 1 0,0 0 1,1 0-1,-1 0 0,0 0 1,1 0-1,-1 0 0,0 0 1,1 0-1,-1 0 1,0 0-1,1 0 0,-1 0 1,0 0-1,1 0 0,-1 0 1,0 0-1,1 0 0,-1 0 1,0 0-1,1 0 0,-1 1 1,0-1-1,1 0 1,-1 0-1,0 0 0,0 1 1,1-1-1,-1 0 0,0 0 1,0 1-1,1-1 0,-1 0 1,0 0-1,0 1 1,0-1-1,1 0 0,-1 1 1,0-1-1,0 0 0,0 1 1,0-1-1,0 0 0,0 1 1,0-1-1,0 0 0,0 1 1,0 0-1,16-32-4406,-14 25 2424,7-10-5603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3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2001,'0'0'2361,"0"0"-1665,0 0-469,0 0 341,0 0 441,0 0-187,-6 1 1995,66 6-1782,0-3-1,102-5 1,-50-2-556,-96 3-445,-8-1-9,0 1 1,0 0-1,0 0 0,0 1 0,0 0 0,14 4 1,-22-5 29,0 1 1,1-1 0,-1 1-1,1-1 1,-1 1-1,0-1 1,0 1 0,1-1-1,-1 1 1,0-1 0,0 1-1,0-1 1,1 1 0,-1-1-1,0 1 1,0 0 0,0-1-1,0 1 1,0-1 0,0 1-1,0-1 1,0 1 0,0-1-1,-1 1 1,1 0 0,0-1-1,0 1 1,0-1-1,-1 1 1,1-1 0,0 1-1,0-1 1,-1 1 0,1-1-1,-1 0 1,1 1 0,-13 17 172,13-17-210,-3 3 4,0 1 0,0 0 1,1-1-1,-1 1 0,1 0 1,0 1-1,1-1 0,-1 0 1,1 0-1,0 1 0,0 6 0,1 66 303,2-38-104,-3 44 121,17 375 1499,-10-418-1706,3 0 0,15 46 1,-10-40-19,7 48 0,-120-113 526,-38 18-870,136 0 107,1 0-219,0 0-611,0 0-690,0-6-4739,0-2-1227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3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59 8836,'0'0'926,"0"0"-515,0 0 66,0 0 665,0 0 99,-7 24-276,0 1-688,-9 49-1,16-72-255,0-1 0,0 1 1,0 0-1,0 0 0,0 0 1,1 0-1,-1 0 0,1 0 1,-1 0-1,1 0 0,-1-1 0,1 1 1,0 0-1,0 0 0,0-1 1,0 1-1,0-1 0,1 1 1,-1-1-1,0 1 0,1-1 1,-1 0-1,1 1 0,-1-1 1,1 0-1,0 0 0,-1 0 1,1-1-1,0 1 0,2 1 0,4 0 89,0 0-1,0 0 0,0-1 0,0 0 0,10-1 0,-9 1-5,14 0-12,-6 1 3,-1-1 1,0 0-1,1-2 0,-1 0 1,19-3-1,-32 3-83,1 0-1,-1 0 1,0 0-1,1 0 1,-1-1-1,0 1 1,0-1-1,0 0 1,0 0-1,0 0 1,0 0-1,-1-1 1,1 1-1,-1-1 1,1 0-1,-1 1 1,0-1-1,0 0 1,0 0-1,0 0 1,-1-1-1,1 1 1,-1 0-1,0-1 1,0 1-1,0 0 1,-1-1-1,2-7 1,-1-81-151,-2 89 130,1 1 0,0-1 0,-1 0 0,1 1 0,-1-1 0,0 0 0,0 1 0,0-1 0,0 1 0,-1-1 0,1 1 0,-1 0 0,1-1 0,-1 1 0,0 0 0,0 0 0,1 0 0,-2 0 0,1 1 0,0-1 0,0 0 0,0 1 0,-1 0 0,1-1 0,-1 1 0,1 0 0,-1 0 0,0 0 0,1 1 0,-1-1 0,-4 0 0,-11-2 15,0 1 0,-1 1 0,-31 1 0,27 1-22,12-1 13,-1 1 1,1 0 0,-1 1-1,1 0 1,0 1-1,-1 0 1,1 0-1,1 2 1,-11 4 0,17-7-10,0 0 1,0 0 0,1 1 0,-1-1-1,1 1 1,0-1 0,0 1 0,0 0-1,0 1 1,0-1 0,1 0 0,-1 1 0,1-1-1,0 1 1,0 0 0,0 0 0,1 0-1,-1 0 1,1 0 0,0 0 0,0 0-1,0 0 1,1 0 0,-1 1 0,1-1 0,0 0-1,1 6 1,0-7-26,0-1 0,0 0 0,0 0 0,0 0 0,0 0 0,0 0 0,1-1 0,-1 1 0,1 0 0,-1 0 0,1-1-1,0 1 1,-1-1 0,1 0 0,0 1 0,0-1 0,0 0 0,0 0 0,0 0 0,0 0 0,0-1 0,1 1 0,-1-1 0,0 1 0,0-1 0,3 1 0,66 4-6518,-71-5 6392,24 0-7657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3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8564,'0'0'264,"0"0"-27,0 0 454,0 0 798,0 0-136,-7 20-283,2-7-938,1 0 1,1 0-1,0 0 1,0 1-1,1-1 1,1 1 0,0-1-1,1 1 1,1-1-1,0 1 1,0-1-1,5 17 1,62 250 2482,37 130 282,-96-383-2825,2 0 0,21 42 0,-16-57-1218,-12-13-5546,-4 1 438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3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55 6451,'0'0'1627,"0"0"-704,0 0 62,0 0 544,0 0-329,0-12-415,-1 2-595,1-17-91,0 22 152,2 14 340,3 21-44,0 0 0,2 1 0,1-2 0,2 1 1,1-1-1,18 35 0,-24-56-478,0 1 1,0-1-1,1 1 1,0-2-1,1 1 1,-1-1-1,1 0 1,1 0 0,-1-1-1,1 0 1,1 0-1,-1-1 1,1 0-1,-1 0 1,1-1-1,1 0 1,-1-1-1,1 0 1,-1 0-1,1-1 1,0-1-1,0 1 1,14-1-1,-7-1-69,17-1 223,-33 0-214,0 1 0,0-1-1,0 1 1,0-1 0,0 1 0,0-1-1,0 0 1,0 0 0,0 1 0,0-1-1,0 0 1,0 0 0,-1 0 0,1 0 0,0 0-1,-1 0 1,1 0 0,-1 0 0,1 0-1,-1 0 1,1 0 0,-1-1 0,0 1 0,0 0-1,1-2 1,1-11-18,0 1 1,-1-1-1,0 0 0,-1 0 0,-1 0 1,0 1-1,-5-23 0,4 29-6,-1 1 1,1-1-1,-1 0 0,0 1 1,-1 0-1,1-1 0,-1 2 0,0-1 1,-1 0-1,0 1 0,1 0 1,-2 0-1,1 0 0,-1 0 0,1 1 1,-9-5-1,21 14-16,0 1 1,-1-1-1,1 1 0,-1 0 1,0 0-1,-1 1 0,0 0 1,6 9-1,2 7 15,-1 0-1,12 30 0,43 160 38,-65-205-31,6 24 38,-2 0 0,-1 1 0,-2-1 0,-1 1 0,-4 55 0,1-85-5,0 1 0,0-1 0,-1 1 0,1-1 0,-1 0 0,0 0 0,0 1 0,0-1 0,0 0 0,0-1 1,-1 1-1,1 0 0,-1-1 0,0 1 0,1-1 0,-1 0 0,0 0 0,-1 0 0,1-1 0,0 1 0,0-1 0,-7 3 0,-7 2 92,0 0 0,-1-1 0,-20 2 0,-13-1 16,-101 0 0,131-6-174,-17-5-436,37 5 268,0-1-1,-1 1 0,1-1 0,0 1 0,0-1 0,0 1 0,0-1 1,-1 0-1,1 0 0,0 1 0,0-1 0,1 0 0,-1 0 0,0 0 1,0 0-1,0 0 0,1 0 0,-1 0 0,0-1 0,1 1 0,-1 0 0,1 0 1,-1 0-1,1-1 0,-1-1 0,1-11-6063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04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7315,'0'0'1361,"0"0"-289,0 0-138,0 0 144,0 0-152,0 0-313,0 0-268,0 0-111,0 0-76,0 0-28,13-11-7,-7 7-118,10-10 79,0 0 0,0-1 0,-1 0-1,21-29 1,-25 22-49,0-1 0,-1 0-1,-1 0 1,-1-1 0,6-32-1,3-6 36,-17 70 147,-1 0 0,1 0 0,1 1 0,0-1 0,0 0 0,1 0 0,2 8 1,26 94 61,-8-29-65,-7 0 555,-4 0 0,-3 1 0,-5 127 0,-3-209-635,0 0-28,0 0 57,0 0 32,1-4-203,-1-1 1,1 1-1,-1-1 0,0 0 1,0 1-1,0-1 0,-2-5 1,2-2-356,0 9 108,3-25-2392,8 14-3245,-1 8-4408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5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47 4530,'0'0'1217,"0"0"-601,0 0-125,0 0 475,0 0 231,-5-8-204,-15-22-318,15 22-29,-1 43 333,-1 30-198,-19 277 1791,26-201-2156,3-138-311,-3-4-5305,0-6-1590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5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9236,'0'0'761,"0"0"-393,0 0-222,0 0 103,0 0 223,0 29 205,-1 185 316,-1-149-341,3 141 774,-1-200-1420,1-1-1,-1 0 1,2 0-1,-1 0 1,0 0-1,1 0 1,0 0-1,0-1 1,1 1-1,-1-1 1,1 1-1,0-1 1,0 0-1,0 0 1,6 5-1,-8-7 100,-1-1-2440,0-1 1556,0 0-3468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5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5827,'0'0'837,"0"0"-354,0 0 214,0 0 242,0 0 133,22-6-258,147-32 306,-59 22 76,219-5-1,-312 8-1801,-12 1-2638,-5 7-683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58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37 5971,'0'0'629,"0"0"-31,0 0 50,0 0 105,0 0 42,0-6-198,0 5-562,0 0-1,0 0 1,0 0-1,0 0 0,0-1 1,0 1-1,0 0 1,-1 0-1,1 0 1,0 0-1,-1 0 1,1 0-1,-1 0 0,1 0 1,-1 0-1,1 0 1,-1 0-1,0 0 1,0 0-1,1 0 1,-1 0-1,0 0 0,0 1 1,0-1-1,-1-1 1,-1 2 8,0-1 1,0 0-1,0 1 0,0-1 1,-1 1-1,1 0 1,0 0-1,0 0 1,0 0-1,0 1 0,-6 1 1,0 1 14,0 0 0,0 1-1,0 0 1,0 0 0,1 1 0,-1 0 0,1 1 0,1 0 0,-1 0 0,1 1-1,0-1 1,0 2 0,1-1 0,0 1 0,0 0 0,-4 9 0,-11 18 247,2 0 0,-21 57 0,24-50-52,2 0 0,2 1 0,2 0 0,1 0 0,3 1-1,1 0 1,3 1 0,1-1 0,2 1 0,3-1 0,1 0-1,17 68 1,158 364 1192,-149-402-1294,37 82 204,53 138 219,-106-251-526,-3 0 0,-2 0-1,-1 1 1,-3 1 0,1 45 0,-5-48-2,0-16 36,-2-1-1,-4 40 1,3-58-49,0 1 1,-1-1-1,0-1 0,0 1 1,0 0-1,-1 0 0,0-1 1,0 1-1,-1-1 0,0 0 1,0 0-1,0 0 1,-9 8-1,1-5-6,1 0 1,-1-1 0,-1 0-1,0-1 1,0 0-1,0-1 1,-1 0-1,0-1 1,0-1 0,0 0-1,0-1 1,-1 0-1,0-2 1,-27 1-1,15-2 13,0-2 0,0 0-1,0-2 1,1-1 0,-1-2 0,1 0-1,-30-13 1,27 8-39,9 5-15,1-1-1,-1-1 1,2-1-1,-1 0 1,-23-19 0,29 9-696,15 12-3095,3 5-1109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8:5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9 7876,'0'0'1195,"0"0"77,0 0-130,0 0-277,0 0-436,0 0-234,-10 19 112,4-6-213,-1-1 31,1 1 0,0 1 1,1-1-1,0 1 0,1-1 1,1 1-1,0 1 0,-2 23 1,4-23 39,1 1 1,1 0-1,0-1 1,1 1-1,0-1 0,7 22 1,-7-31-126,1 0-1,0 0 1,0 0 0,1 0-1,0-1 1,0 1 0,0-1 0,1 0-1,-1 0 1,1 0 0,0-1-1,1 0 1,-1 0 0,1 0-1,0-1 1,0 0 0,8 4-1,2-2 24,0 0-1,1-1 0,-1-1 0,1-1 0,-1 0 0,1-1 0,31-2 0,-21 1 2,-24 0-56,1 0 0,-1 0 0,1-1 0,-1 1 0,1-1 0,-1 0 1,1 0-1,-1 0 0,0 0 0,0 0 0,1-1 0,-1 1 0,0-1 0,0 0 1,0 0-1,-1 0 0,1-1 0,0 1 0,-1-1 0,0 1 0,1-1 0,-1 0 1,0 0-1,0 0 0,-1 0 0,1 0 0,-1 0 0,1 0 0,1-7 0,0-6 27,1 0 0,-2-1 1,0 1-1,-1-1 0,-2-16 0,1 28-28,-1-4 12,0 0-1,-1 0 0,0 0 0,0 1 0,-1-1 1,0 1-1,-1-1 0,0 1 0,0 0 0,-1 0 1,0 0-1,0 1 0,-1 0 0,0 0 1,-10-9-1,2 2 47,-2 1 1,1 0-1,-2 1 1,1 1-1,-2 0 1,-20-8-1,32 16-78,0 1 0,-1 0 0,1 0 0,-1 1 0,1 0 0,-1 0 0,0 0 0,-9 1 0,15 0-109,0 1 0,1-1 0,-1 0 1,1 1-1,-1-1 0,1 0 0,-1 1 1,1-1-1,-1 1 0,1-1 0,-1 1 1,1-1-1,0 1 0,-1-1 0,1 1 1,0-1-1,-1 1 0,1 0 0,0-1 1,0 1-1,0 0 0,-1-1 0,1 1 1,0-1-1,0 1 0,0 0 0,0-1 1,0 1-1,0 0 0,0-1 0,1 1 1,-1 0-1,0-1 0,0 1 1,0 0-1,1-1 0,-1 1 0,1 2-1153,1 8-7283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7475,'0'0'729,"0"0"-180,0 0 241,0 0 419,0 0-297,28 0 1518,26-2-2105,-23 1-177,60 5 1,-89-4-146,0 1-1,0 0 1,0 0-1,-1 0 1,1 0-1,0 0 1,0 1-1,-1-1 1,1 0 0,0 1-1,-1-1 1,1 1-1,-1 0 1,0-1-1,0 1 1,0 0-1,0 0 1,0 0-1,0 0 1,0 0 0,0 0-1,-1 0 1,1 0-1,-1 0 1,1 0-1,-1 0 1,0 1-1,0-1 1,0 0 0,0 0-1,0 0 1,-1 0-1,0 3 1,1 1 23,-1-1 0,1 1-1,-1 0 1,-1 0 0,1-1 0,-1 1 0,0 0 0,0-1 0,-1 0 0,1 1 0,-5 5 0,-50 42 138,40-39-10,1 0 1,-22 26-1,38-39-120,-1 0 1,0 0 0,0 0 0,0 0 0,0 0 0,1 0 0,-1 1 0,1-1 0,-1 0-1,1 0 1,-1 0 0,1 1 0,-1-1 0,1 0 0,0 0 0,0 1 0,0-1 0,0 0 0,0 1-1,0-1 1,0 2 0,1-2 0,-1 0 0,1 0 0,0 0 0,0-1 0,-1 1 0,1 0 0,0 0 0,0-1 0,0 1 0,0 0 0,0-1 0,0 1 0,0-1 0,0 1 0,0-1 0,0 0-1,0 1 1,0-1 0,2 0 0,9 2 257,1-2 0,-1 1-1,22-4 1,-16 2 65,70 1-932,-31 0-7278,-51 0-1201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1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6035,'0'0'960,"0"0"-87,0 0 378,0 0 32,0 0-413,0 0-19,12 3-131,25 5-6,1-1 0,0-2 0,1-1-1,75-4 1,-38 0-2503,3 2-3728,-79-2-2388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45 101 8404,'0'0'389,"0"0"-202,0 0 315,0 0 906,0 0-263,-7-7-470,-21-18-270,28 25-402,0 0 0,0 0 0,0 0 0,0-1 0,0 1 0,0 0 0,-1 0 0,1 0 0,0 0 0,0 0 0,0 0 0,0-1 0,0 1 0,0 0 0,0 0 0,-1 0 0,1 0 0,0 0 0,0 0 0,0 0 0,0 0 0,0 0 0,0 0 0,-1 0 0,1 0 0,0-1 0,0 1 0,0 0 0,0 0 0,-1 0 0,1 0 0,0 0 0,0 1 0,0-1 0,0 0 0,0 0 0,-1 0 0,1 0 0,0 0 0,0 0 0,0 0 0,0 0 0,0 0 0,-1 0 0,1 0 0,0 0 0,0 0 0,0 1 0,0-1 0,0 0 0,0 0 0,0 0 0,-1 0 0,1 0 0,0 0 0,0 1 0,0-1 0,0 0 0,0 0 0,0 11 8,0-8 17,-1 33 194,0-10-16,1-1 1,1 1 0,1 0 0,9 41 0,-10-62-179,0 0 1,0 0-1,1 0 0,0-1 1,0 1-1,0 0 1,1-1-1,0 1 0,0-1 1,0 0-1,0 0 1,0 0-1,1 0 0,0 0 1,0-1-1,0 0 1,0 0-1,0 0 0,1 0 1,-1-1-1,1 1 1,0-1-1,0 0 0,0-1 1,0 1-1,0-1 1,0 0-1,0 0 0,7 0 1,-6-1 7,1 1 0,0-1 0,-1 0 1,1 0-1,-1-1 0,1 0 0,0 0 0,-1-1 1,7-2-1,-10 3-22,0-1 1,0-1-1,-1 1 1,1 0-1,0-1 1,-1 1-1,0-1 1,1 0-1,-1 0 1,0 0-1,0 0 1,-1 0-1,1 0 1,-1 0-1,0-1 1,1 1-1,-1 0 1,0-6-1,5-18 12,-2-1-1,0 0 1,-2 0 0,-1 0-1,-2 0 1,-4-35-1,3 55-16,0 1 1,0-1-1,0 1 0,-1 0 1,-7-13-1,-3-10 149,12 27-153,1 3-53,0 0-70,9 30-92,11 11 206,-3-7 12,-1 1-1,21 68 0,-22-21-21,-3 0 1,-4 0-1,-4 146 0,-4-227 13,1 4 15,-1 0 0,-1 0 0,1 0 0,-1 0 0,0 1 0,0-1-1,0 0 1,0-1 0,-1 1 0,0 0 0,0 0 0,-1-1 0,1 1 0,-1-1-1,0 0 1,0 0 0,0 0 0,-1 0 0,1 0 0,-1-1 0,0 1 0,0-1-1,0 0 1,-1 0 0,1-1 0,-1 1 0,1-1 0,-1 0 0,0-1 0,-7 3-1,-12 1 163,0-1-1,-1-1 0,0-1 0,1-1 0,-29-3 0,12 1-282,40 1 41,1 1 0,0-1 0,0 0 0,-1 0-1,1 0 1,0 0 0,0 0 0,-1 0 0,1 0-1,0 0 1,0 0 0,-1 0 0,1 0 0,0 0-1,0 0 1,0 0 0,-1-1 0,1 1 0,0 0-1,0 0 1,-1 0 0,1 0 0,0 0 0,0 0 0,0-1-1,-1 1 1,1 0 0,0 0 0,0 0 0,0 0-1,0-1 1,0 1 0,-1 0 0,1 0 0,0 0-1,0-1 1,0 1 0,0 0 0,0 0 0,0-1-1,0 1 1,0 0 0,0 0 0,0-1 0,0 1 0,0 0-1,0 0 1,0-1 0,0 1 0,0 0 0,0-2-571,0-6-5329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1 272,'0'0'4698,"0"0"-3121,0 0-763,0 0 242,0 0-125,0 0-18,7 4 44,3 2-824,0 1-1,-1 0 1,0 1-1,-1 0 1,0 0-1,0 1 1,-1 0-1,0 0 1,0 0-1,5 12 1,57 116 690,-59-116-662,47 100 666,-14-35-500,-4 2-1,28 99 0,-60-164-319,-2 1 1,-1 0-1,-1 1 0,-1-1 1,-1 0-1,-1 1 1,-4 29-1,2-39-128,-1 1 1,0-1-1,-1 0 0,-1 0 1,0-1-1,-1 1 0,-1-1 0,0-1 1,-1 1-1,-1-1 0,0-1 0,-12 15 1,11-16-288,5-5 72,1-1 0,-1 1 1,0-1-1,-1 0 0,1 0 0,-1 0 0,0-1 0,0 0 0,-1 0 1,1-1-1,-1 0 0,0 0 0,1 0 0,-1-1 0,-12 2 0,-20 0-4188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3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 3570,'0'0'2390,"-16"23"-944,5-8-1212,-18 26 515,2 1 0,-28 57 0,35-57-262,2 1 0,2 1 0,2 1 0,2 0 0,2 0 0,1 1 0,3 1 0,2-1 0,2 1 0,5 67 0,0-97-390,0 0 0,2 0-1,0-1 1,0 1 0,2-1-1,0 0 1,1-1 0,0 0 0,2 0-1,-1-1 1,2 0 0,0 0-1,0-1 1,21 17 0,4 1-45,2-2 1,0-1-1,2-2 1,48 23-1,-66-40-2282,-17-9-1308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2545,'0'0'2991,"0"0"-2049,0 0-313,0 0 598,-3 24-71,-12 191 1207,15-208-2304,0-1 0,0 1 0,0-1 0,1 1 0,0-1 0,1 1 0,-1-1 0,1 1 0,0-1 0,1 0 0,-1 0 0,6 8 0,-5-10-27,1 0 0,0-1 1,-1 0-1,1 1 0,1-1 1,-1 0-1,0-1 0,1 1 0,-1-1 1,1 0-1,0 0 0,0-1 1,-1 1-1,1-1 0,0 0 0,10 1 1,-5-1 59,3 2 36,0-2-1,0 0 1,0 0 0,18-2-1,-29 1-114,1 0-1,-1-1 0,0 1 0,1-1 0,-1 1 0,0-1 0,0 0 1,1 0-1,-1 0 0,0 0 0,0 0 0,0 0 0,0-1 0,0 1 1,-1-1-1,1 1 0,0-1 0,-1 0 0,1 0 0,-1 1 0,1-1 1,-1 0-1,0 0 0,0 0 0,0-1 0,0 1 0,0 0 0,-1 0 1,1-1-1,0-2 0,0-5 20,0 1 0,0-1 0,-1 0 0,0 1 0,-1-1 0,0 0 0,-1 1 0,0-1 0,0 1 0,-1 0 0,0 0 0,0 0 0,-10-16 0,10 19-18,-1 1 0,0-1-1,-1 1 1,0 0 0,1 0 0,-2 1-1,1-1 1,0 1 0,-1 0-1,0 1 1,0-1 0,0 1 0,0 0-1,-1 1 1,1 0 0,-1 0-1,1 0 1,-1 0 0,0 1-1,-9 0 1,11 0-16,0 0 0,0 1 0,0 0-1,0 0 1,0 0 0,0 1 0,0 0-1,0 0 1,0 0 0,0 0 0,1 1 0,-1-1-1,-4 4 1,7-3-10,-1 0 1,1 1-1,0-1 1,0 1-1,0-1 0,1 1 1,-1 0-1,1 0 1,-1 0-1,1 0 0,0 0 1,0 0-1,0 0 1,1 0-1,-1 0 0,1 1 1,-1-1-1,1 0 1,0 0-1,1 6 0,-1-4-18,0 0 0,0 0 0,0 0 0,1 0-1,0 0 1,0 0 0,0-1 0,3 10 0,-3-13-87,1 1 0,-1 0 0,0-1 1,0 0-1,1 1 0,-1-1 0,1 0 1,0 1-1,-1-1 0,1 0 0,0 0 1,-1-1-1,1 1 0,0 0 0,0 0 1,0-1-1,0 1 0,0-1 0,0 0 0,0 1 1,0-1-1,0 0 0,0 0 0,2-1 1,12 1-4948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7139,'0'0'1022,"0"0"517,0 0-95,0 0-268,0 0-250,-12 17-243,5-7-586,0 0 0,0 1 1,1 0-1,1 0 0,-1 0 0,2 1 0,0 0 1,0 0-1,1 0 0,1 0 0,0 1 0,0-1 0,1 16 1,3 17 175,1 1 1,3 0 0,1-1 0,3 0 0,1-1 0,2 0-1,3-1 1,1 0 0,2-1 0,45 73 0,-51-97-399,0-1 0,1-1 1,30 27-1,-44-43-969,0 0-661,0 0-679,0 0-850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7972,'0'0'1688,"0"0"-1058,0 0-475,0 0 162,1 25 281,4 84-78,-4-97-427,0 0 0,0 0 0,1 1 0,1-1 1,0-1-1,0 1 0,2 0 0,-1-1 0,1 0 0,9 13 0,-11-19-55,1-1 0,-1 0 1,1 0-1,0 0 0,1 0 0,-1-1 1,1 0-1,-1 0 0,1 0 0,0 0 0,0-1 1,1 0-1,-1 0 0,0 0 0,1 0 1,-1-1-1,1 0 0,-1 0 0,1-1 1,-1 0-1,7 0 0,-10 1-26,1-1 0,-1 0 0,1 1 0,-1-1 0,1 0 0,-1-1 0,1 1-1,-1 0 1,1-1 0,-1 1 0,1-1 0,-1 0 0,0 0 0,1 0 0,-1 0 0,0 0 0,0 0 0,0-1 0,1 1 0,-1-1 0,-1 1 0,1-1 0,0 0-1,0 0 1,-1 0 0,1 0 0,-1 0 0,0 0 0,1 0 0,-1-1 0,0 1 0,0 0 0,0-1 0,-1 1 0,1-1 0,-1 1 0,1-1 0,-1 1 0,0-5 0,6-31 47,-3 0 1,-2-75 0,-1 59 137,0 53-99,0 1-63,0 0-67,0 0-59,0 28-71,2-12 163,1 1 0,1-1 0,0 0 0,2 0 0,-1-1 0,2 0 0,0 0 0,14 22 1,13 31 12,-22-37-4,-2 0 1,-1 0 0,-1 1-1,-2 0 1,-2 0 0,0 1-1,-3 60 1,-1-89-8,0 0-1,-1 0 1,0 0-1,0 0 1,0 0-1,0-1 1,0 1-1,-1 0 1,1 0-1,-1-1 1,0 1-1,0-1 1,-1 0-1,1 1 1,-4 3 0,0-1 30,-1 0 1,0-1-1,0 1 1,0-1 0,-1 0-1,-14 6 1,6-4 66,-1 0 0,0-2 0,-1 0 0,1-1 0,-1 0 0,-27 1 0,-81-5-764,124 0-1350,2 0-1732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7539,'0'0'1564,"0"0"-534,0 0-147,0 0-136,0 0-334,-4 25-7,2-8-303,-5 32 431,-1 78 0,6-48 280,0-33-326,2-1 0,8 60 0,-8-97-487,2-1-1,-1 1 0,1-1 0,0 1 1,1-1-1,-1 0 0,1 0 0,1 0 1,0 0-1,7 10 0,-10-17-635,-1 0-1550,0 0-768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5859,'0'0'2529,"0"0"-2257,0 0 256,0 0 1009,0 0-321,0 0-463,172-8-209,-112 5 96,0 0 17,0 3-17,-6 0-304,-9 0-256,-6 0-80,-9 0-128,-9 0-192,0 6-1041,-9-1-848,-12-2-1921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7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7011,'0'0'4770,"0"0"-3841,0 0-593,0 0 176,0 0 1297,0 0-784,0 175-529,0-126-240,0 0-144,6-12-112,0-1 32,3-9-32,0-9-48,-3-7-96,0-8-785,0-3-1728,-6 0-1008,0 0-3203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10261,'0'0'885,"0"0"-628,0 0-135,0 0 326,0 0 345,1 23-108,17 364 1490,-17-366-1963,0 5-2716,-1-26-905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7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6899,'0'0'747,"0"0"-48,0 0 464,0 0 382,0 0-360,0 0-324,26 0-279,182 5 469,-120 0-394,-14 0-1201,-26-4-3299,-42-1-1252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08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622 136 4162,'0'0'1254,"0"0"181,0 0-125,0 0-203,0 0 14,-15-22-281,-53-66-309,65 85-502,1 1 0,-1-1 0,0 1 0,0 0-1,-1 0 1,1 0 0,0 1 0,-1-1 0,1 1 0,0 0 0,-1 0 0,0 0-1,1 0 1,-1 0 0,0 1 0,1 0 0,-1 0 0,0 0 0,1 0 0,-1 0-1,0 1 1,1 0 0,-1 0 0,1 0 0,-1 0 0,1 0 0,-1 1 0,1-1-1,0 1 1,-1 0 0,1 0 0,0 0 0,-3 3 0,-4 4 46,1-1-1,0 2 1,0-1 0,0 1 0,2 0 0,-1 1 0,1 0-1,1 0 1,0 1 0,0-1 0,1 1 0,-5 20-1,0 3 80,2 0 0,2 1 0,-3 46-1,2 58 589,13 195 0,9-217-355,38 146 0,-16-94-145,-2 39 212,-10 1-1,-1 313 1,-24-504-440,-1-1 1,0 1 0,-2 0 0,0-1 0,-1 0 0,0 0-1,-12 28 1,12-38 4,0 0 0,0 0 0,-1 0-1,0 0 1,-1-1 0,0 0 0,0 0-1,0-1 1,-1 0 0,1 0 0,-2 0-1,1-1 1,-1 0 0,1 0 0,-1-1-1,-1 0 1,-13 5 0,-1-3 74,0-2 1,0 0-1,0-2 1,0 0-1,-33-2 1,36 0-74,14-1 2,-1 1 0,1-1 0,0 0 0,0 0 0,0 0 0,0-1 0,0 0 0,0-1 0,0 1 0,1-1 0,-1 0 0,-5-4 0,8 4-270,-1 1 0,1-1 0,0 0 0,1 0 0,-1 0 0,0 0-1,1 0 1,-1 0 0,1-1 0,0 0 0,0 1 0,1-1 0,-1 0-1,1 1 1,0-1 0,0 0 0,0 0 0,0 0 0,0-8 0,1-10-6091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1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7860,'0'0'1464,"0"0"-418,0 0 83,0 0-172,0 0-338,0 0-264,-17 18-11,-49 62 129,63-76-431,0 1 0,1 0 0,-1 0 0,1 0 0,0 0 0,1 0 0,-1 0 0,1 1 0,0-1 0,0 0 0,1 1 0,0-1 0,0 1 0,1 9 0,0 3 99,-1-14-125,0-1 0,0 1 1,0-1-1,1 1 1,0-1-1,0 1 1,0-1-1,0 1 0,0-1 1,1 0-1,-1 0 1,1 0-1,0 0 1,0 0-1,0 0 1,0 0-1,1 0 0,-1-1 1,5 4-1,-2-2-1,1-1-1,0 1 0,-1-1 1,1-1-1,0 1 0,1-1 1,-1 0-1,0-1 0,0 1 1,9 0-1,-3-1 13,1 0 0,-1-1 0,0-1 0,1 1 0,-1-2 0,0 0 0,0 0 0,0-1 0,-1-1 0,1 0 1,15-8-1,-19 8-17,-1-1 1,0-1-1,0 1 1,0-1-1,-1 0 1,0-1 0,0 1-1,0-1 1,-1 0-1,0-1 1,-1 0-1,1 1 1,-1-1-1,-1 0 1,0-1 0,0 1-1,0-1 1,-1 1-1,0-1 1,-1 0-1,0 0 1,-1 0-1,0-12 1,0 18-7,0 0-1,0 0 1,-1 0 0,0 0-1,1 1 1,-1-1-1,0 0 1,0 0 0,0 1-1,-1-1 1,1 0 0,-1 1-1,1-1 1,-1 1-1,0 0 1,0-1 0,0 1-1,0 0 1,-1 0 0,1 0-1,0 1 1,-1-1-1,1 1 1,-1-1 0,0 1-1,1 0 1,-1 0 0,0 0-1,0 0 1,-4-1-1,-10-1 21,0 0-1,0 1 1,0 1-1,-19 1 1,29 0-11,-7 0-11,-1 0 1,0 1 0,0 0-1,0 2 1,0-1 0,1 2-1,-1 0 1,1 1 0,0 0-1,0 1 1,1 1 0,0 0-1,0 0 1,0 2 0,1-1-1,1 2 1,-1-1 0,-10 13-1,19-18-8,0 0-1,-1-1 1,2 1-1,-1 0 1,0 0-1,1 1 0,0-1 1,0 0-1,0 1 1,0 0-1,1-1 0,0 1 1,0 0-1,0-1 1,0 1-1,1 8 0,0-12-16,0 1 0,0-1 0,0 0 0,0 0 0,0 1 0,0-1 0,0 0 0,1 1 0,-1-1 0,1 0 0,-1 0 0,1 0 0,-1 1 0,1-1 0,0 0 0,0 0 0,-1 0 0,1 0 0,0 0 0,0 0 0,0 0 0,0-1 0,0 1 0,0 0 0,0 0 0,0-1 0,1 1 0,-1-1 0,0 1 0,2 0 0,43 2-2604,-32-3 912,30 0-6628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1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13 325 4370,'0'0'1323,"0"0"-474,0 0 119,0 0 129,0 0-33,-3 8-173,-7 24-173,11-31-642,-1 0 1,0-1-1,0 1 0,0-1 1,1 1-1,-1-1 0,0 1 1,1-1-1,-1 1 0,0-1 1,1 0-1,-1 1 0,1-1 1,-1 0-1,1 1 0,-1-1 1,1 0-1,-1 1 0,1-1 1,-1 0-1,1 0 0,-1 1 1,1-1-1,-1 0 0,1 0 1,0 0-1,-1 0 0,1 0 1,-1 0-1,1 0 0,-1 0 1,1 0-1,0 0 0,-1 0 1,1 0-1,-1-1 0,2 1 1,22-4 701,-18 0-712,-1 0-1,0-1 1,-1 1 0,1-1-1,-1-1 1,0 1 0,0 0-1,0-1 1,-1 0 0,4-8-1,25-67 200,-23 50-133,-2 0 0,5-40 1,3-14 326,-16 84-458,1 1-1,0 0 1,0 0-1,0 0 1,0-1-1,0 1 1,0 0-1,0 0 1,0 0-1,1-1 1,-1 1-1,0 0 1,0 0-1,0 0 1,0-1-1,0 1 1,0 0-1,0 0 1,0 0-1,0-1 1,1 1-1,-1 0 1,0 0-1,0 0 1,0 0 0,0 0-1,1-1 1,-1 1-1,0 0 1,0 0-1,0 0 1,0 0-1,1 0 1,-1 0-1,0 0 1,0 0-1,0 0 1,1 0-1,-1 0 1,0 0-1,0 0 1,1 0-1,-1 0 1,0 0-1,0 0 1,0 0-1,1 0 1,-1 0-1,0 0 1,0 0-1,0 0 1,1 0-1,-1 0 1,0 0-1,0 1 1,0-1-1,0 0 1,1 0-1,-1 0 1,0 0-1,0 0 1,0 1-1,0-1 1,0 0-1,0 0 1,1 0-1,-1 1 1,9 16-140,0 21 286,-2 0 0,5 65-1,-10-68 125,2 1 0,2-1 1,0 0-1,14 37 0,-15-65 154,-2-3-1247,-2 0-3669,-1-2-1672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12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0 338 5683,'0'0'984,"0"0"-512,0 0 94,0 0 490,0 0 300,0 0-57,7-1-243,0-2-921,-1 1 0,0-1 0,0-1 0,-1 1 0,1-1 0,-1 0 0,0-1 0,0 1 0,0-1 0,0 0 0,-1 0 0,0 0 0,0-1 0,0 0 0,-1 1-1,4-8 1,9-18 441,24-62-1,-34 77-426,0 1 0,-1-1 0,-1-1 0,-1 1 0,0 0 0,0-18 0,-3 34-152,-1 39 122,-14 73-1,-1 14 155,14-82-157,0-17 28,0 1 0,2 0 1,1 0-1,6 30 0,-5-53-120,0 0-1,0 0 0,0 0 0,1 0 0,0 0 0,0-1 0,0 1 0,0-1 0,1 0 1,0 0-1,7 6 0,-11-25-83,0 0-4175,0 7 401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1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52 8996,'0'0'939,"0"0"14,0 0-116,0 0-124,0 0-265,-12 18-67,-36 59-44,46-73-324,-1 0 0,2 0 1,-1 1-1,0-1 1,1 0-1,0 1 0,0-1 1,0 1-1,0-1 1,1 1-1,0-1 0,0 1 1,0 0-1,0-1 1,1 1-1,0-1 0,1 6 1,0-6-4,0-1 1,0 0-1,0 1 1,0-1-1,1 0 1,-1 0-1,1 0 1,-1-1-1,1 1 1,0-1-1,0 1 1,1-1-1,-1 0 1,0 0-1,1 0 1,4 1-1,3 1 38,0-1 0,1 0-1,-1 0 1,1-2 0,-1 1 0,1-1-1,0-1 1,0 0 0,0-1 0,-1 0-1,14-3 1,-22 3-37,1 0 0,0-1 0,-1 1 0,1-1 0,-1 0 0,1 0 1,-1 0-1,0 0 0,0 0 0,0-1 0,0 1 0,0-1 0,-1 0 0,1 0 0,-1 0 0,1 0 0,-1-1 0,0 1 0,-1 0 0,1-1 1,-1 0-1,1 1 0,-1-1 0,1-5 0,1-5 24,-1 1 0,-1-1 1,0 0-1,-1 0 0,-2-22 0,2 32-25,-1-1-1,0 0 0,0 1 0,-1-1 1,1 1-1,-1-1 0,0 1 1,0 0-1,0 0 0,0 0 1,-1 0-1,0 0 0,0 0 0,0 1 1,0 0-1,-1-1 0,1 1 1,-1 0-1,0 0 0,0 1 1,0-1-1,0 1 0,-5-2 0,-3-1 28,1 1-1,-1 0 0,0 1 0,0 1 0,-1 0 0,1 0 0,-22 1 0,30 1-36,-1 1-1,1-1 0,-1 1 1,1 0-1,0 0 0,0 1 1,0-1-1,0 1 0,0 0 1,0 0-1,0 0 0,0 1 1,1-1-1,-1 1 0,1 0 1,0 0-1,0 0 0,0 1 1,0-1-1,0 1 0,1-1 1,-1 1-1,1 0 0,0 0 1,1 0-1,-3 6 0,0 0-34,1 0 0,0 0 0,1 1-1,0-1 1,1 1 0,0-1 0,0 1 0,1 0-1,1-1 1,2 16 0,-3-24-81,1 1 0,0-1 0,-1 1 0,1-1 1,0 0-1,0 1 0,0-1 0,1 0 0,-1 0 0,1 0 0,-1 0 0,1 0 0,0 0 1,-1 0-1,1 0 0,0-1 0,0 1 0,0-1 0,1 1 0,-1-1 0,0 0 0,0 0 1,1 0-1,-1 0 0,1 0 0,-1 0 0,1-1 0,-1 1 0,1-1 0,-1 0 0,4 0 1,10 0-4741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1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8996,'0'0'1318,"0"0"-352,0 0-246,0 0 115,0 0 43,-11 29-11,6-16-771,-1-1-26,1 0 1,1 0-1,0 0 1,0 1-1,2-1 0,-1 1 1,1 0-1,1 0 0,1 0 1,0 0-1,0 0 0,1 0 1,1 0-1,0-1 1,8 25-1,39 78 831,80 135-1,-62-127-687,-63-114-256,-1 0 0,1 0 0,-1 1 0,2 15 0,-4-23-191,0 1 0,-1-1-1,1 0 1,-1 1 0,0-1-1,0 0 1,0 1-1,0-1 1,0 0 0,0 1-1,-1-1 1,1 0-1,-1 1 1,1-1 0,-1 0-1,0 0 1,0 0-1,0 1 1,0-1 0,0 0-1,-1 0 1,1-1 0,-3 4-1,-3-3-3657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1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 4546,'0'0'1235,"0"0"-466,0 0 127,0 0 526,0 0 99,2-8-241,-1 5-1073,-1 7 1126,1 237 1684,-1-238-2999,0 1 0,0-1 0,1 0 0,-1 1 1,1-1-1,0 0 0,0 0 0,0 0 0,0 1 0,0-1 0,1 0 0,0-1 0,-1 1 0,1 0 0,0 0 0,0-1 1,1 1-1,-1-1 0,1 1 0,-1-1 0,1 0 0,-1 0 0,1 0 0,0-1 0,3 2 0,1 0 18,-1-1 0,1-1 0,-1 1-1,1-1 1,-1 0 0,1-1-1,0 0 1,0 0 0,-1 0 0,1-1-1,12-2 1,-17 2-24,1 0 0,-1 0 0,1-1-1,-1 1 1,0 0 0,0-1 0,0 0-1,0 1 1,0-1 0,0 0 0,0 0-1,0 0 1,-1 0 0,1 0 0,-1-1 0,1 1-1,-1 0 1,0-1 0,0 1 0,0-1-1,-1 1 1,1-1 0,0 1 0,-1-1 0,1-3-1,1-11 13,0 0-1,-1-29 0,-2 34-12,2 5 14,-1 1 0,-1-1 0,1 0 0,-1 1 0,0-1-1,-1 1 1,1-1 0,-1 1 0,-1 0 0,1-1 0,-6-8 0,7 13-17,1 1-3,0 1-26,0 0-14,7 25-77,13 26 133,-3 1 1,-2 1-1,-2 0 0,-2 1 1,5 96-1,-13-107 23,0 3 33,-2-1 0,-6 72 0,4-112-57,0 1 0,-1-1 0,0 0 0,0 0 0,0 0 1,-1 0-1,1 0 0,-1 0 0,-1 0 0,1-1 0,0 0 0,-1 0 0,0 0 0,0 0 1,0 0-1,-1-1 0,1 0 0,-1 0 0,0 0 0,1 0 0,-11 3 0,2-1 59,-1 0-1,0-1 1,0 0-1,0-1 0,0-1 1,0-1-1,-19 1 1,19-2-198,-23-1 443,36 1-389,0 0 0,1-1 0,-1 1 0,0 0 0,0-1-1,0 1 1,0-1 0,0 1 0,1-1 0,-1 1 0,0-1 0,0 1 0,1-1 0,-1 0 0,0 0 0,1 1 0,-1-1 0,1 0 0,-1 0 0,1 0 0,-1 1 0,1-1 0,-1 0 0,1 0 0,0 0 0,0 0 0,0 0 0,-1 0 0,1 0 0,0 0 0,0-1 0,0-9-3902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0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69 179 5635,'0'0'1395,"0"0"-251,0 0-26,0 0 155,0 0-246,0 0-309,0-4-286,0 2-406,-2-9 167,1 1 0,0-1-1,1 1 1,1-14 0,-1 21-127,0 0-1,1 0 1,0 0 0,-1 1 0,1-1 0,0 0-1,1 0 1,-1 0 0,0 1 0,1-1 0,0 0-1,0 1 1,-1-1 0,1 1 0,0 0 0,1 0-1,-1 0 1,0 0 0,1 0 0,3-2 0,11-5-21,1 1 1,0 1 0,0 1 0,0 0 0,1 2 0,0 0-1,0 1 1,0 0 0,1 2 0,24 1 0,-43 0-47,-1 0 0,1 0 0,-1 0 0,1 1 0,-1-1 0,1 0 0,-1 0 0,0 1 1,1-1-1,-1 0 0,1 1 0,-1-1 0,0 0 0,1 1 0,-1-1 0,0 0 0,1 1 0,-1-1 0,0 1 1,0-1-1,1 1 0,-1-1 0,0 1 0,0-1 0,0 1 0,0-1 0,1 1 0,-1-1 0,0 1 0,0-1 0,0 2 1,0 20-22,0-15 19,0 13 34,0 0 0,-2 0 0,0 0-1,-1 0 1,-1-1 0,-1 1-1,-8 20 1,-12 27-9,16-38-12,-1-1 1,-2 0-1,0-1 1,-2 0 0,-19 26-1,28-47-34,-1-1-1,0 0 1,0-1 0,0 1-1,0-1 1,-1 0-1,1-1 1,-1 0-1,0 0 1,0 0 0,0-1-1,-13 3 1,11-3-29,0 1 1,0 0 0,1 0 0,0 0-1,0 1 1,-10 7 0,15-9 43,0 1 1,1-1-1,-1 1 0,1-1 1,0 1-1,0 0 1,0 0-1,0 0 0,1 0 1,-1 1-1,1-1 0,-1 0 1,1 1-1,0-1 1,1 1-1,-1-1 0,1 1 1,-1-1-1,1 1 0,0 5 1,0-7 4,0 0 1,0 0-1,0 0 0,0 0 0,1 0 1,-1 1-1,0-1 0,1 0 1,0 0-1,-1 0 0,1 0 1,0 0-1,0 0 0,2 3 1,-2-5 2,1 1 1,-1 0-1,0-1 1,0 1-1,0-1 1,1 1 0,-1-1-1,0 1 1,1-1-1,-1 0 1,0 0-1,1 0 1,-1 0 0,0 0-1,1 0 1,-1 0-1,0 0 1,1 0 0,-1-1-1,0 1 1,1 0-1,-1-1 1,0 0-1,0 1 1,0-1 0,2-1-1,3-2 19,-1 0 0,0-1 0,0 0 0,-1 0 0,1 0 0,-1-1 0,0 1 0,-1-1 0,1 0 0,-1 0 0,-1 0 0,4-9 0,7-13 12,-4 11-13,-7 11-3,0 1 0,1 0 0,0 0 0,0 0 0,0 0 0,6-6 0,-9 11-11,0 0-1,1 0 1,-1-1-1,1 1 1,0 0 0,-1 0-1,1 0 1,-1 0-1,1 0 1,-1-1 0,1 1-1,-1 0 1,1 0-1,0 0 1,-1 1 0,1-1-1,-1 0 1,1 0-1,-1 0 1,1 0 0,-1 0-1,1 1 1,-1-1-1,1 0 1,-1 0 0,1 1-1,-1-1 1,1 0-1,-1 1 1,0-1-1,1 1 1,-1-1 0,1 0-1,-1 1 1,0-1-1,1 1 1,-1-1 0,0 1-1,0-1 1,0 1-1,1 0 1,12 26 132,-12-24-96,8 18 87,0-1 0,2 0 0,0 0 0,1-1 0,16 18 0,-23-31-112,1 0 1,-1-1-1,1 1 0,0-1 0,0-1 1,1 1-1,-1-1 0,1-1 0,0 1 1,0-1-1,1 0 0,-1-1 0,0 1 1,1-1-1,0-1 0,-1 0 0,1 0 1,9 0-1,-8-1-295,-2 0 452,0 0 0,0 0 1,0 0-1,1-1 0,-1 0 0,8-3 0,4-11-860,-17 13 326,-1 0-1,0-1 1,-1 1-1,1 0 0,0 0 1,0 0-1,-1-1 0,0 1 1,1 0-1,-1-1 0,0-2 1,0 5-5304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2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27 252 8340,'0'0'1294,"0"0"-230,0 0-162,0 0-86,0 0-149,0 0-61,-4-20-142,-19-76 425,28 109-749,-1 1 0,2-1 0,0 0 0,10 15 1,8 18 153,57 146 537,-44-97-478,5-1 1,63 104-1,-16-79-259,-57-78-57,-22-24 108,-10-17-60,-5-16 34,-13-45-179,3-1 0,2-1-1,-4-77 1,2-195-50,14 314 109,1-299-295,0 319 205,0 1-95,0 0-145,13 2-3647,-2 7 1353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2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4770,'0'0'1097,"0"0"-204,0 0 247,0 0-119,0 0-479,0 0-179,17 0 707,47 6-306,0-4 1,0-2 0,0-2-1,109-20 1,-143 15-915,-1 1 0,2 2 0,42-1-1,-72 13-6286,-1-5 1173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29:21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0 576,'0'0'953,"0"0"-9,0 0-79,0 0 234,0 0-40,2 14 2580,28-9-2757,1-2 0,0-1 1,55-5-1,-13 1-353,271-1 242,-343 3-747,-1 0 5,0 0 40,0 0 41,-40 0-572,31 0-844,4 0-1707,2 0-1376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1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44 2913,'0'0'3106,"0"0"-1495,0 0-410,0 0 213,0 0 197,0 0-341,0 0-179,0 0-354,0-9-297,0-20-159,0 24 2,0 25-76,-1 76 577,3 110 316,0-172-1022,2-1-1,1 0 0,2-1 0,12 37 0,-7-16-243,-11-30-3827,-1-23 773,0 0-2073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15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6435,'0'0'800,"0"0"131,0 0 310,0 0 42,0 0-488,4 29-96,1 2-474,14 144 1172,-17-139-1066,1 0-1,2-1 0,2 1 1,1-1-1,23 62 1,-25-88-27,-1-3-1087,-4-1-3474,-1-5-1305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15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3330,'0'0'2027,"0"0"-1395,0 0-333,0 0 590,0 0 559,7 0-98,60 0 277,0-3-1,105-18 1,201-30 187,-297 43-958,-80-6 295,3 11-2042,3 0-4227,1-2 2199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2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9 3041,'0'0'1705,"0"0"-536,0 0-35,0 0 216,0 0-225,0 0-162,0 0-226,-13-9-249,10 9-473,1 0 0,-1 1 0,1-1-1,-1 0 1,1 1 0,-1-1 0,1 1 0,0 0 0,-1 0 0,1 0-1,0 0 1,0 0 0,0 1 0,0-1 0,0 0 0,0 1-1,0 0 1,0-1 0,-2 5 0,-41 44 183,36-39-165,-12 13 181,2 1 0,0 1-1,2 1 1,1 0-1,1 1 1,1 1 0,1 0-1,2 1 1,1 0-1,2 1 1,1 0 0,1 1-1,-3 55 1,7-43 250,3 0 0,6 52 0,-4-78-309,1 1-1,1-1 1,0-1-1,1 1 0,1-1 1,0 0-1,19 30 1,-12-27 5,0-2 1,2 1-1,0-2 1,0 0-1,21 15 1,96 63 590,-93-68-507,-35-24-209,-3-2-22,-1-1 1,0 1-1,0-1 1,-1 1 0,1 0-1,0-1 1,0 1-1,0 0 1,0-1-1,0 1 1,-1 0-1,1 0 1,0 0-1,-1 0 1,1 0-1,-1 0 1,1 0-1,-1 0 1,1 0 0,-1 0-1,0 0 1,1 0-1,-1 0 1,0 0-1,0 0 1,0 2-1,-8-3-1987,4-6-2807,4-4-1990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2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58 5907,'0'0'1206,"0"0"-254,0 0 190,0 0 288,0 0-387,2-5-595,1 1-408,-1 1-1,1-1 1,0 0-1,0 1 1,0-1-1,0 1 0,1 0 1,0 0-1,-1 0 1,1 1-1,0 0 1,0-1-1,6-1 1,-8 2-33,1 1 0,-1 0 1,0 0-1,0 1 0,1-1 1,-1 0-1,1 1 0,-1 0 1,1-1-1,-1 1 0,0 0 0,1 0 1,-1 0-1,1 1 0,-1-1 1,1 0-1,-1 1 0,0 0 1,1-1-1,-1 1 0,0 0 0,1 0 1,-1 1-1,0-1 0,0 0 1,0 1-1,0-1 0,0 1 1,-1 0-1,3 2 0,1 4 10,0 0 0,0 0 0,-1 1 0,-1 0 0,1 0 0,-1 0 0,-1 0 0,0 0 0,0 1 0,0 12-1,1 18 40,-3 46-1,-1-37-37,1-41-12,-1-1 0,1 0 0,-1 0 0,-1 0 0,1 0 0,-1 0 0,0 0 0,0-1 0,-1 1 0,0 0 0,-1-1 0,1 0 0,-1 0 0,0 0 0,0 0 0,-1-1 0,0 0 0,0 0-1,0 0 1,-6 4 0,2-3 2,-1 0-1,1-1 0,-1 0 0,0 0 0,0-1 1,0-1-1,-1 0 0,1 0 0,-1-1 0,0 0 0,0-1 1,-16 0-1,24-2-21,1 1 0,-1-1 0,1 0 0,-1 1 0,1-1 0,0 0 0,-1-1 0,1 1 0,0 0 0,0-1 0,0 1 0,0-1 0,0 0 0,0 1 1,0-1-1,0 0 0,1 0 0,-1 0 0,1-1 0,0 1 0,-1 0 0,1 0 0,0-1 0,-1-4 0,0 3-12,1-1-1,-1 1 1,1-1 0,0 1-1,0-1 1,1 0 0,-1 0-1,1 1 1,0-1 0,0 0-1,1 0 1,-1 1 0,3-8-1,-1 11 32,1 0-1,-1 1 1,1-1-1,-1 0 1,1 1-1,-1 0 1,1-1-1,-1 1 1,1 0-1,0 1 1,-1-1-1,3 1 1,2-1 14,-3 0-5,0 1 1,0 0-1,-1 0 1,1 0-1,0 0 1,0 1-1,-1-1 1,1 1-1,-1 0 1,1 0 0,-1 0-1,0 0 1,4 4-1,44 45 307,-4-6 0,-39-40-235,0-1-1,0 0 0,0-1 1,0 0-1,0 0 0,1 0 1,-1-1-1,1-1 1,0 1-1,-1-1 0,1-1 1,0 0-1,0 0 0,-1 0 1,10-3-1,-16 3-72,0-1-1,0 1 0,0-1 1,0 1-1,0-1 0,0 0 1,-1 0-1,1 0 0,0 0 1,0 0-1,-1 0 0,1 0 1,-1-1-1,1 1 0,-1 0 1,0-1-1,1 1 0,-1-1 1,0 0-1,0 1 0,0-1 1,0 0-1,0 0 1,-1 0-1,2-3 0,2-18-4399,-4 17-4574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22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8116,'0'0'1753,"0"0"-862,0 0-403,0 0 115,0 0 18,0 0-135,0 13 98,1 21-139,1-1 1,2 0-1,9 37 0,-11-57-345,1 0 1,1 0-1,1-1 1,0 1-1,0-1 0,1 0 1,0 0-1,2-1 0,-1 1 1,1-2-1,18 20 1,-20-26-85,-1-1 1,1 0 0,1 0 0,-1 0-1,0 0 1,1-1 0,-1 0-1,1-1 1,0 1 0,0-1 0,-1-1-1,1 1 1,0-1 0,13-2 0,-7 2 60,-11 0-68,-1-1 1,1 1-1,-1-1 1,0 1-1,1-1 1,-1 0-1,1 0 1,-1 0-1,0 0 1,0 0-1,0 0 1,1 0-1,-1 0 1,0 0-1,0-1 1,-1 1-1,1 0 1,0-1-1,0 1 1,0 0-1,-1-1 1,1 1-1,-1-1 1,1 1-1,-1-1 1,0 0-1,0 1 1,0-1-1,0-1 1,5-58-23,-4 50 13,0-13-63,1-13-28,-6-70-1,4 104 95,0 1 0,-1-1-1,1 1 1,-1-1 0,0 0-1,0 1 1,0 0 0,0-1-1,0 1 1,0 0 0,0-1-1,-1 1 1,1 0 0,-1 0-1,0 0 1,0 0 0,1 0-1,-1 1 1,0-1 0,-1 0-1,1 1 1,0 0 0,0-1-1,-4 0 1,6 40 0,0 14 23,15 349 244,-7-328-266,-4-1 1,-8 121-1,4-190 0,-1 1-1,0-1 1,0 0 0,0 0-1,0 0 1,-1 0-1,1 0 1,-1 0 0,0 0-1,0-1 1,0 1 0,0 0-1,0-1 1,0 0-1,-1 1 1,1-1 0,-1 0-1,0 0 1,1-1-1,-1 1 1,0 0 0,0-1-1,0 0 1,-1 0-1,1 0 1,0 0 0,0 0-1,-6 0 1,-11 2 56,0 0 0,-1-2 1,-30-1-1,29-1 0,-32 1-370,54 0-976,0 0-1539,0 0-1761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24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41 2193,'0'0'1414,"0"0"-277,0 0 55,0 0 203,0 0-26,0 0-299,-16 0 979,171-1-633,257-35 1,-399 32-1307,-36 5-22,-48 6-27,4 9-30,-79 29 0,89-24 32,-1-4 0,-74 13 0,87-29 139,44-1-183,25 0-3108,-6 0-3554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27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39 4786,'0'0'1193,"0"0"-198,0 0 275,0 0 42,0 0-12,0 0-292,-2-6-285,-4-19-32,6 24-678,0 1 0,0 0 0,0 0 0,0-1 0,0 1-1,0 0 1,0 0 0,0-1 0,0 1 0,0 0 0,0 0 0,0 0 0,0-1 0,0 1-1,0 0 1,0 0 0,-1-1 0,1 1 0,0 0 0,0 0 0,0 0 0,0-1 0,0 1 0,0 0-1,-1 0 1,1 0 0,0 0 0,0-1 0,0 1 0,-1 0 0,1 0 0,0 0 0,0 0-1,0 0 1,-1 0 0,1 0 0,0-1 0,0 1 0,-1 0 0,1 0 0,0 0 0,0 0-1,0 0 1,-1 0 0,1 0 0,0 0 0,0 0 0,-1 0 0,1 0 0,0 1 0,0-1 0,-1 0-1,1 0 1,0 0 0,0 0 0,0 0 0,-1 0 0,1 0 0,0 1 0,0-1 0,0 0-1,0 0 1,-1 0 0,1 0 0,0 1 0,0-1 0,0 0 0,0 0 0,0 1 0,-6 10-105,1 12 140,2 0 0,0 0 0,1 0 0,2 0 0,0 1 0,6 37 0,-5-56-43,0 0 0,1 0 0,0 0-1,0 0 1,0 0 0,1-1 0,-1 1-1,1 0 1,1-1 0,-1 0 0,0 0-1,1 0 1,0 0 0,0-1 0,0 1-1,0-1 1,1 0 0,-1 0-1,1-1 1,0 1 0,-1-1 0,1 0-1,0 0 1,9 1 0,9 2 23,0-1-1,0-1 1,0-2 0,30 0-1,-47-1-14,-5-1-13,0 1 1,0 0-1,0-1 0,0 1 1,0 0-1,0-1 1,0 1-1,0-1 0,0 0 1,0 1-1,-1-1 1,1 0-1,0 0 0,0 1 1,-1-1-1,1 0 1,0 0-1,-1 0 0,1 0 1,-1 0-1,1 0 1,-1 0-1,1 0 0,-1 0 1,0 0-1,0 0 1,0 0-1,1 0 0,-1 0 1,0 0-1,0-1 1,0 0-1,0-47-73,-1 33 29,0 9 38,-1-1 0,1 0 0,-1 1 0,-1-1 1,1 1-1,-1-1 0,-1 1 0,0 0 0,-8-12 1,2 4-7,0 2 1,0-1-1,-21-18 1,31 32 10,0-1 0,-1 1 0,1 0 0,0 0 1,0 0-1,0 0 0,0 0 0,0-1 1,-1 1-1,1 0 0,0 0 0,0 0 0,0 0 1,0 0-1,-1 0 0,1 0 0,0 0 0,0 0 1,0 0-1,-1 0 0,1 0 0,0 0 0,0 0 1,0 0-1,-1 0 0,1 0 0,0 0 1,0 0-1,0 0 0,0 0 0,-1 0 0,1 0 1,0 0-1,0 0 0,0 1 0,-1-1 0,1 0 1,0 0-1,0 0 0,0 0 0,0 0 0,0 0 1,0 1-1,-1-1 0,1 0 0,0 0 1,0 0-1,0 0 0,0 1 0,0-1 0,0 0 1,0 0-1,0 0 0,0 1 0,0-1 0,0 0 1,-2 20-99,7 27-46,4-25 149,0 0-1,16 24 1,-14-25 6,0 0 0,11 33 0,74 251 99,-150-302 195,-116-3-1777,170 0-2035,0 0-4402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2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2177,'0'0'3754,"0"0"-2338,0 0-682,0 0 533,0 0 121,0 0-625,8-10 117,3 6-715,0 0 0,0 1 0,0 0 1,1 1-1,-1 0 0,1 0 0,-1 2 0,1-1 0,15 2 0,-20-1-167,-6 1 13,1-1-1,-1 1 1,0-1 0,0 1 0,0-1 0,0 1-1,0-1 1,0 1 0,0 0 0,0 0 0,0 0 0,0-1-1,0 1 1,0 0 0,-1 0 0,1 0 0,0 0-1,-1 0 1,1 1 0,-1-1 0,1 0 0,-1 0 0,1 0-1,-1 0 1,0 1 0,0-1 0,1 0 0,-1 0-1,0 1 1,0-1 0,-1 2 0,2 51 351,-2-40-281,0-4-57,0-1 0,-1 1 0,0-1 0,-1 0 0,0 0 0,0 0 0,-1 0 0,-9 15-1,8-16-16,0 1 0,1 0-1,0 0 1,0 0 0,1 0-1,1 1 1,-1 0 0,-1 18-1,6-27 2,0 0 0,1 0 0,-1-1 0,0 1 0,0-1 0,0 1 0,1-1 0,-1 0 0,0 0 0,1 0 0,-1 0 0,4-1 0,-2 1 19,31 1 67,-24 0-61,1 0 0,-1-1 0,1 0 0,-1-1 1,1 0-1,-1 0 0,1-2 0,-1 1 0,0-2 1,15-5-1,-25 8-12,-1 1-18,3 13-2727,-3-7-1742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2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4162,'0'0'827,"0"0"19,0 0 442,0 0 182,0 0-315,12 0 185,50 0-134,1-3 0,121-21-1,-119 9-749,0 3-1,0 3 1,109-1 0,-173 10-454,0 0 0,1 0 0,-1 0 1,0 0-1,0 0 0,0 0 0,0 0 1,0 0-1,0 0 0,0 1 0,1-1 1,-1 1-1,0-1 0,0 0 0,0 1 1,0 0-1,1 0 0,1 21-4028,-3-19 496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29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17 106 6979,'0'0'1510,"0"0"-328,0 0 3,0 0-172,0 0-156,16-11-158,-3 0-587,-1 0 25,2 1 0,-1 0 0,1 0 0,1 2 0,-1 0 0,2 0 0,19-6 0,-32 13-129,1 0 0,-1 0 0,0 1 0,1-1-1,-1 1 1,1 0 0,-1 0 0,1 0 0,-1 0-1,1 0 1,-1 1 0,0 0 0,1 0 0,-1 0-1,0 0 1,1 0 0,-1 0 0,0 1 0,0 0-1,0 0 1,0 0 0,-1 0 0,1 0 0,0 0-1,-1 1 1,1-1 0,-1 1 0,0 0 0,0-1-1,0 1 1,0 0 0,-1 0 0,1 1 0,-1-1-1,0 0 1,0 0 0,0 1 0,1 3 0,2 15 22,0 0 0,-2 1 0,-1 0 0,-2 41 0,0-28 20,0-25-42,0-1 0,-1 0 0,0 1 0,0-1 0,-2 0 0,1 0 1,-1 0-1,0-1 0,-1 1 0,0-1 0,-1 0 0,0 0 0,0-1 1,-1 0-1,-14 14 0,13-14 12,0-1 0,-1 0 0,0 0 0,0-1 0,0 0 0,-1 0 0,1-1 0,-2-1 0,1 1 0,0-2 0,-1 0 0,1 0 0,-1 0 0,0-2 0,-13 2 0,22-3-4,0 0-1,0 0 0,0 1 1,0-1-1,0-1 0,0 1 0,0 0 1,0 0-1,0-1 0,0 1 1,1-1-1,-1 0 0,0 1 1,0-1-1,0 0 0,1 0 0,-1 0 1,0 0-1,-1-2 0,2 0 8,0 1-1,0-1 1,1 1 0,-1-1-1,0 0 1,1 1-1,0-1 1,0 0 0,0 1-1,0-1 1,0-4-1,1-8 2,-1 11-19,1 0 1,0 1 0,1-1-1,-1 1 1,0-1 0,1 1-1,0-1 1,0 1 0,0 0-1,0 0 1,1 0 0,-1 0-1,1 0 1,-1 1-1,1-1 1,0 1 0,0 0-1,0 0 1,1 0 0,-1 0-1,0 0 1,6-2 0,8-3 21,0 0 1,0 1-1,25-5 1,86-8 155,-88 16-106,66-16 0,-93 15 11,0 0 0,0-1 0,-1 0 0,1-1 0,-1 0 0,-1-1 0,1 0-1,20-18 1,-30 23-198,1-1 0,-1 1 0,1-1 0,-1 0 0,0 0 1,0 0-1,-1 0 0,1 0 0,0-1 0,-1 1 0,0 0 0,0-1 0,0 1 0,0-1 0,-1 1 0,1-1 0,-1-5 0,0-7-3094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3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1761,'0'0'3951,"0"0"-2361,0 0-694,0 0 193,0 0-102,7 4-264,11 11-409,0 2 0,-1 0-1,-1 0 1,0 2 0,-2 0 0,22 36 0,3 1 101,61 77 529,86 128-93,-175-242-829,0 1 0,-2 1 0,0-1-1,-1 1 1,-1 1 0,8 39-1,-9-13 187,-2-1-1,-1 54 0,-3-93-126,-1 0 0,0 0 0,-1-1 0,1 1 0,-1-1 0,-1 1-1,0-1 1,0 0 0,0 1 0,-1-2 0,0 1 0,-6 8 0,-8 8 319,-2 0 0,-22 20 0,24-26-124,0 2-1,-26 35 1,36-39-307,11-12-669,17-20-2651,-6 1-987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31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3538,'0'0'1790,"0"0"-1057,0 0-559,0 0 55,0 0 182,0 0 88,-1 16 496,0 619 6438,14-490-6422,36 161-1,-22-162-316,8 152 0,-31-7 962,-4-197 797,0-91-2386,0-1 18,0 0-32,0 0-37,0 0-85,2-15-1508,20-16-4391,-10 23-131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3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3 109 4754,'0'0'2201,"0"0"-1283,0 0-8,0 0 736,0 0-344,0 0-694,0 0-593,-1-1 0,1 1-1,0 0 1,0 0 0,0 0 0,-1-1 0,1 1-1,0 0 1,0-1 0,0 1 0,0 0 0,0 0-1,0-1 1,-1 1 0,1 0 0,0-1-1,0 1 1,0 0 0,0-1 0,0 1 0,0 0-1,0-1 1,0 1 0,0 0 0,0-1 0,1 1-1,-1 0 1,0 0 0,0-1 0,0 1 0,0 0-1,0-1 1,1 1 0,-1 0 0,0 0 0,0-1-1,0 1 1,1 0 0,-1 0 0,0 0 0,0-1-1,1 1 1,-1 0 0,11-11 72,1 1 0,0 0 0,0 1 1,1 0-1,0 1 0,0 1 0,1 0 0,26-9 0,-34 14-65,0 0 0,0 0-1,0 1 1,1 0 0,-1 0-1,1 1 1,-1-1-1,0 1 1,1 1 0,-1-1-1,1 1 1,-1 0 0,7 2-1,-8-1-1,-1 0 0,1 0-1,-1 1 1,0-1 0,0 1-1,0 0 1,-1 0-1,1 0 1,-1 1 0,1-1-1,-1 1 1,0 0-1,0 0 1,-1 0 0,1 0-1,-1 0 1,2 6 0,6 17 56,-2 1 0,-1 0 1,-2 0-1,0 1 0,-2 0 1,-1 0-1,-3 48 1,1-66-67,-1-1 1,0 1 0,-1-1 0,0 1 0,0-1 0,-1 1-1,-6 11 1,7-18-8,0 1-1,0-1 1,0 1 0,-1-1-1,0 0 1,1 0-1,-2 0 1,1-1 0,0 1-1,-1-1 1,1 0-1,-1 0 1,0 0 0,0 0-1,-1 0 1,1-1-1,-8 3 1,9-4-1,-1 0 0,1 0 1,0 0-1,0 0 0,-1-1 0,1 0 0,0 0 0,-1 0 1,1 0-1,0 0 0,-1-1 0,1 1 0,-4-2 1,5 1 0,0 0 1,0 0 0,0 0-1,0 0 1,1 0 0,-1-1-1,1 1 1,-1-1 0,1 1 0,-1-1-1,1 1 1,0-1 0,0 0-1,-1 0 1,1 1 0,0-4-1,-2-4 4,0-1-1,1 0 1,0 0-1,1 0 1,0 0-1,1-20 1,1 29-12,-1 1 1,1-1 0,-1 1 0,1-1-1,-1 1 1,1-1 0,0 1 0,-1-1-1,1 1 1,0-1 0,-1 1 0,1 0-1,0-1 1,0 1 0,-1 0 0,1 0-1,0 0 1,0 0 0,0 0 0,-1-1-1,1 1 1,0 1 0,0-1 0,-1 0-1,1 0 1,2 0 0,26 6-63,-13 3 75,0 1 0,-1 1 0,0 1 0,20 20 0,-18-16 1,0-1 0,1-1-1,20 12 1,-26-19-15,1-1 1,0 0-1,1-1 1,-1-1-1,1 0 0,0-1 1,0 0-1,0-1 1,0-1-1,22 0 1,-33-1 18,1-1 0,-1 1 0,1-1 0,0 0 0,-1 0 0,1 0 0,-1 0 0,0-1 0,1 1 0,-1-1 0,0 0 0,0 0 0,0 0 0,0-1 0,0 1 0,-1-1 0,1 1 0,-1-1 0,0 0 0,1 0 0,-1 0 0,-1 0 0,1 0 0,0 0 0,-1-1 0,1 1 0,-1-1 0,0 1 0,0-1 0,0-3 0,3-13 225,-1 0 1,0 0-1,-2 0 1,0-20-1,-2 39-283,0 1 0,1-1-1,-1 1 1,1-1 0,-1 1 0,0 0 0,1-1-1,-1 1 1,0 0 0,0-1 0,1 1 0,-1 0 0,0 0-1,0 0 1,1 0 0,-1-1 0,0 1 0,0 0-1,0 1 1,1-1 0,-1 0 0,0 0 0,0 0-1,1 0 1,-1 0 0,0 1 0,0-1 0,-9 5-3132,-1 11-3135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35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27 5442,'0'0'998,"0"0"270,0 0 111,0 0 203,0 0-358,0 0-466,0-6-318,0-15-106,0 33 194,0 48 665,-2 65 630,2 99 81,2-187-1768,2 1-1,1-1 0,19 67 0,-20-86-285,6 19 601,-10-36-575,0 0-1,1 0 0,-1 0 1,0 0-1,1 0 0,-1 0 1,1-1-1,-1 1 0,1 0 1,-1 0-1,1 0 0,0 0 1,0-1-1,-1 1 0,1 0 1,0-1-1,0 1 0,0 0 1,-1-1-1,1 1 1,0-1-1,0 0 0,0 1 1,0-1-1,1 1 0,0-4-3276,0-11-1540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3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6051,'0'0'1726,"0"0"-630,0 0-66,0 0 40,26-3-166,4 0-703,20-3 154,61 2-1,346-18 2042,-452 22-2372,19-1 2,-24 1-25,1 0 0,-1 0 1,1 0-1,-1 0 1,1 0-1,-1 1 0,1-1 1,-1 0-1,1 0 1,-1 0-1,1 0 0,-1 1 1,1-1-1,-1 0 1,0 0-1,1 1 0,-1-1 1,0 0-1,1 1 1,-1-1-1,0 1 0,1-1 1,-1 0-1,0 1 1,1-1-1,-1 1 0,0-1 1,0 1-1,0-1 1,0 1-1,1-1 0,-1 1 1,0-1-1,0 1 1,0 0 27,0-1-40,5 0-704,-4 0 483,0 0 1,0 0-1,0 0 1,0 0-1,0 0 0,0 0 1,0 0-1,0 0 1,0 0-1,0 0 0,0-1 1,0 1-1,0 0 1,0-1-1,0 1 0,0-1 1,0 1-1,0-1 1,0 1-1,-1-1 0,1 0 1,0 1-1,0-1 1,-1 0-1,1 0 0,0-1 1,8-6-6308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3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7732,'0'0'1915,"0"0"-341,0 0-259,0 0 97,0 0-439,-2 8-348,-8 53 152,4 1 0,1 0 0,7 96 0,-1-152-699,0-1 0,0 0 0,1 1 0,-1-1 0,1 0 0,3 7 0,6 14-1322,-8-7-3333,-3-18 802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3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6867,'0'0'1467,"0"0"-818,0 0 156,0 0 882,0 0-175,1 30-397,1 13-746,0 136 1157,-9-66-278,1-46-700,4 0 0,6 75 0,1-128-661,-1-33-1711,-4-44-4654,0 39 1334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3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3522,'0'0'955,"0"0"277,0 0 62,0 0 235,33 0-78,248 0 1311,-189-5-1414,-1-4 0,141-31 0,-221 39-1119,-9 2-3294,-2-1-355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4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3378,'0'0'1795,"0"0"-912,0 0 24,0 0 454,0 0-113,0 0-429,0 0-162,0-2 1887,0 11-2063,-2 48-222,0-24-39,2 1-1,1-1 1,9 53-1,-9-78-189,0-1-1,1 1 1,1 0 0,-1-1-1,1 1 1,1-1-1,-1 0 1,1 0-1,0 0 1,1-1 0,0 0-1,0 1 1,0-1-1,0-1 1,1 1-1,0-1 1,1 0 0,-1-1-1,1 1 1,10 4-1,-8-6 35,1 0 1,0-1-1,0 0 0,0-1 0,0 0 0,0-1 0,0 0 0,14-1 1,8 0 147,-29 0-204,0 1 1,0-1-1,-1 0 1,1 1-1,0-1 1,0 0-1,-1-1 1,1 1-1,-1 0 1,1-1-1,-1 0 1,1 1-1,-1-1 1,0 0-1,0 0 1,0 0-1,0-1 1,0 1-1,-1 0 1,1-1-1,0 1 1,-1-1-1,0 0 1,0 1-1,2-6 1,3-10-6,-1 1 1,0-1 0,1-18 0,-2 18 5,2-24-17,-1 0 0,-1-60 0,-4 100 0,0 1-1,0 0 1,0 0-1,0 0 1,0 0-1,0 0 1,0 0-1,0 0 1,0 0-1,-1-1 1,1 1-1,0 0 1,-1 0-1,1 0 1,-1 0-1,1 0 1,-1 0-1,0 1 1,1-1-1,-1 0 1,0 0-1,0 0 1,1 0-1,-1 1 1,0-1-1,0 0 1,0 1-1,0-1 1,0 1-1,0-1 1,0 1-1,0 0 1,0-1-1,0 1 1,0 0-1,0 0 1,0-1-1,0 1 1,-1 0-1,1 0 1,0 0-1,-2 1 1,0 39 8,3-32 5,-4 271 23,5-165 46,1-81-32,1 0 0,2 0 0,16 55 1,-2-4 44,-14-49-11,-2 0 0,-1 54 0,-2-71 3,0-14-61,0 1 0,-1-1 0,0 0 1,1 0-1,-1 0 0,-1 0 1,1 0-1,-1 0 0,1 0 0,-1 0 1,0 0-1,-1-1 0,1 1 1,0-1-1,-1 0 0,0 0 0,0 1 1,0-2-1,0 1 0,-1 0 1,1-1-1,-1 1 0,1-1 0,-1 0 1,0 0-1,0-1 0,-5 2 1,4-1 21,-1 0 0,0 0 0,0-1 0,0 0 0,-1-1 0,1 1 0,0-1 0,0 0 0,0-1 0,0 1 0,0-1 0,0 0 0,0-1 0,0 0 0,0 0 0,0 0 0,0 0 0,-8-6 0,2 1-30,0 0 1,-1 1-1,-20-7 0,-4-2-46,37 15 104,-3-2-264,7 1-5585,12 1-1740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45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 4546,'0'0'675,"0"0"115,0 0 426,0 0 33,0 0-494,0 0-456,-1-1-294,1 1 1,0 0 0,0 0 0,0 0-1,-1 0 1,1 0 0,0 0 0,0 0-1,-1-1 1,1 1 0,0 0 0,-1 0-1,1 0 1,0 0 0,0 0 0,-1 0-1,1 0 1,0 0 0,0 0 0,-1 0-1,1 1 1,0-1 0,0 0 0,-1 0-1,1 0 1,0 0 0,0 0 0,-1 0-1,1 0 1,0 1 0,0-1 0,0 0-1,-1 0 1,1 0 0,0 1 0,0-1-1,0 0 1,-1 0 0,1 0 0,0 1-1,0-1 1,0 0 0,0 0 0,0 1-1,0-1 1,0 0 0,0 1-1,0-1 1,0 0 0,0 0 0,0 1-1,-3 10 208,2 0 0,-1 0 0,2 0-1,-1 1 1,2-1 0,1 13 0,0 15 256,1 1351 8874,-17-1223-8795,1 2 1190,13-171-2011,0 0-1,1 0 1,-1 1 0,1-1-1,0 0 1,-1 0 0,1 1 0,0-1-1,0 0 1,0 1 0,0-1-1,0 1 1,3-3 0,9-11-3953,-6 7-1133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4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 1633,'0'0'1294,"0"0"-403,0 0 141,0 0 147,0 0-138,0 0-150,-1 0-726,0 0 0,0-1 0,-1 1-1,1 0 1,0 0 0,0 0 0,0 0 0,0 0 0,-1 0 0,1 0 0,0 0-1,0 1 1,0-1 0,0 0 0,-1 1 0,1-1 0,0 1 0,0-1 0,-1 1-1,-5 11 119,0 0 0,1 0 0,1 0 0,0 0 0,0 1-1,2 0 1,-1 0 0,-2 24 0,3-12 230,1 0 0,1 0-1,5 48 1,-3-70-489,0 0 0,0 0 0,1 0-1,-1 0 1,1 0 0,0 0 0,0 0 0,0 0-1,0-1 1,0 1 0,1-1 0,-1 1 0,1-1-1,0 0 1,-1 0 0,1 0 0,0 0 0,0-1-1,0 1 1,0-1 0,1 0 0,-1 0 0,0 0-1,1 0 1,-1 0 0,6-1 0,14 4 77,-1-1-1,40-2 1,-56-1-75,-2 1-8,0-1-1,0 0 0,0 0 1,0 0-1,0-1 0,0 0 1,0 0-1,0 0 0,0 0 1,0 0-1,0-1 0,-1 1 1,1-1-1,-1 0 0,1 0 1,-1-1-1,0 1 1,1-1-1,-1 0 0,0 0 1,-1 1-1,1-2 0,-1 1 1,1 0-1,-1-1 0,0 1 1,0-1-1,0 1 0,-1-1 1,1 0-1,1-7 0,1-2 4,0 0-1,-1 0 0,-1 0 0,0-1 0,-1 1 1,0-1-1,-1 1 0,-1-1 0,0 1 1,-5-25-1,5 33 46,-1-1-1,1 1 1,-1 0 0,0 0-1,-1-1 1,1 1 0,-1 1 0,0-1-1,0 0 1,-1 1 0,1-1-1,-1 1 1,0 0 0,0 0-1,-1 1 1,1-1 0,-1 1 0,1 0-1,-1 0 1,0 1 0,0-1-1,-1 1 1,1 0 0,0 1-1,-1-1 1,1 1 0,-11-1 0,6 1-142,-1 0 1,1 1-1,-1 0 1,0 1-1,1 0 1,0 0 0,-1 1-1,1 1 1,0 0-1,0 0 1,0 1-1,0 0 1,1 1 0,0 0-1,-1 1 1,2-1-1,-1 2 1,1-1-1,0 1 1,0 1 0,-7 8-1,11-10-1204,4-4-2570,0-2-2113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4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0 324 3794,'0'0'739,"0"0"-160,0 0 80,0 0 117,0 0-208,0 0-18,40 0 6666,-33-7-7140,1-1 0,-1-1 0,0 0 0,0 0 0,8-17 0,3-1-41,-17 25-30,41-59 258,55-104 0,-96 182 3009,1 79-2355,-2 267 1975,0-362-2815,0-1-31,0 0-108,0 0-295,0 0-1207,0 0-1376,0-2-2769,0-5-5245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0:5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0 219 2721,'0'0'1766,"0"0"-133,0 0 368,0 0 125,0 0-338,1 1-1400,0 0 0,1-1 1,-1 1-1,0-1 0,0 0 0,1 1 1,-1-1-1,0 0 0,1 0 1,-1 0-1,0 0 0,1 0 0,-1 0 1,3-1-1,2-7-293,1-1 0,-1-1 1,-1 1-1,0-1 0,0 0 1,-1 0-1,4-13 0,5-10 5,1-4-25,11-25-22,-25 62-32,0 0-66,6 8-19,7 45 429,-2 2 0,-3-1 1,3 109-1,-10-108 82,3 0 1,2-1-1,2 0 0,23 80 0,-21-109 616,-10-41-488,-1-15-5283,1 16-465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0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5875,'0'0'1288,"0"0"-423,0 0-132,0 0 70,0 0 225,0 0-9,-1 33-187,3 108-120,-1-128-614,1 1 0,0-1-1,1 0 1,1 0 0,0 0-1,0 0 1,1 0 0,10 17-1,-2-3 89,-7-15-96,258 597 3315,-254-581-3337,2 6-34,0 0 0,3-1 0,1-1-1,29 46 1,-44-77-31,-1 0 0,1 0 0,0 0 0,-1-1 0,1 1 0,0 0 0,-1 0 0,1-1 0,0 1-1,0 0 1,0-1 0,-1 1 0,1-1 0,0 1 0,0-1 0,0 1 0,0-1 0,1 0 0,8-9 189,-2-35 176,-8 35-357,23-214 136,-11-424 0,-18 573-115,-4 0 0,-3 1 0,-23-75 0,30 131 352,3 6-1458,1 5-3548,4 17 2058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0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91 8836,'0'0'1206,"0"0"-302,0 0-15,0 0 202,0 0-317,-2 0-388,6 0-298,50-3 345,-1-3 0,0-2-1,74-21 1,-57 12-68,82-8-1,-145 24-59,21 0-1343,-24 5-156,-13 7 147,5-8 606,-12 9-816,-1-6-2424,5-4-1270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1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7027,'0'0'1454,"0"0"-520,0 0-112,0 0 63,0 0 60,6 0-246,49 3 335,-1-3-1,0-2 1,106-18 0,-135 15-1230,0 1 1,32-1-1,-51-1-3427,-1-1-1192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10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30 1857,'0'0'3577,"0"0"-1848,0 0-467,0 0 283,0 0-96,-5-5-257,-15-15-253,15 15-117,5 5-152,0 0-113,-1 77 648,5 114 731,-2-168-1823,2 1 0,0-1-1,2 0 1,0 0 0,2 0-1,10 22 1,-14-36-94,-1 0 0,0 1-1,-1-1 1,0 1 0,1 13 0,-2-13-155,1 0-1,0 0 1,0 0 0,5 11 0,-7-20-8,0-1 0,1 1 0,-1 0 0,0-1 1,1 1-1,-1-1 0,1 1 0,-1-1 0,1 1 1,0-1-1,-1 1 0,1-1 0,-1 1 0,1-1 1,0 0-1,-1 1 0,1-1 0,0 0 0,-1 0 1,1 0-1,0 1 0,1-1 0,11-1-6033,-8-2 815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10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7635,'0'0'689,"0"0"-241,0 0 136,0 27 577,-1 3-866,0 57 1146,4 1 0,20 121 0,-19-189-1282,-3-10-112,1-1 1,0 1-1,1-1 0,0 0 1,0 0-1,1 0 0,0-1 1,0 1-1,10 12 0,-11-15 43,-2-4-3909,-1-4-1288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11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4690,'0'0'638,"0"0"-190,0 0 387,0 0 656,0 0 38,0 0-488,12 0 666,50-4-798,0-2 1,78-19-1,-22 3-414,170-35 654,-101 17-399,-174 39-369,-6 0-1322,-1 0-2717,-6 1-3254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12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5234,'0'0'988,"0"0"-36,0 0 200,0 0 60,0 0-292,0 0-306,0-14-307,0-31 1074,0 37 1188,0 40-1616,0 108 444,33 242-1,-21-337-785,-12-45-512,0 0 5,0 0 24,0 0 0,0 0 75,0-16-40,0-85-1337,0 33-6398,0 50-2864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18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29 2721,'0'0'1804,"0"0"-396,0 0-196,0 0 295,0 0-202,0 0-412,0 0-242,-21-1-130,-151-4 983,-220 5-829,322-18 755,70 13-88,3 22-1308,0 1-1,1-1 1,1 0 0,0-1-1,1 1 1,1-1-1,1 0 1,10 15 0,16 38 61,-13-17-16,103 269 178,-108-268-91,-2 1 0,-2 0 0,-3 0 0,3 69-1,-7-47-42,5 0-1,2 0 0,24 79 0,-29-119-104,-2 0 0,-1 0 0,-1 49 1,4 41 44,-2-69-45,-5 74 1,-2-55 45,2-72-73,-6 47-115,54-51 559,306 0 80,-309 8-246,-40 1 503,-3-7-4460,-2-2-746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2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10 149 3105,'0'0'1665,"0"0"-662,0 0 120,0 0 526,0 0-29,0 0-374,0 0-219,0 0-59,0-30 526,0 20-1383,0-1 0,1 1 0,0-1 0,0 1 0,5-15 0,-5 23-112,0 0 0,-1-1 0,1 1 0,1 0 0,-1 0 0,0 0 0,0 0 0,1 0 0,-1 0 0,1 0 0,0 0 1,-1 0-1,1 1 0,0-1 0,0 1 0,0-1 0,0 1 0,1 0 0,-1 0 0,0 0 0,0 0 0,1 0 0,-1 0 0,0 1 0,1-1 0,-1 1 1,1 0-1,-1 0 0,3 0 0,0-1-13,0 1 0,-1 1 0,1-1 1,0 1-1,-1-1 0,1 1 0,-1 1 0,1-1 1,-1 1-1,1 0 0,-1 0 0,0 0 1,5 3-1,-4 0 14,0 0-1,0 0 1,-1 0 0,1 0 0,-1 1 0,-1 0-1,1-1 1,4 12 0,1 6 22,0 0-1,-2 1 1,-1 0-1,0 1 1,-2-1 0,-1 1-1,-1 0 1,-1 0 0,-3 37-1,1-55-16,0 0 0,0 0 0,-1 0 1,1-1-1,-2 1 0,1-1 0,-1 1 0,0-1 0,0 0 0,-1 0 0,1 0 0,-1 0 0,-1-1 1,1 1-1,-1-1 0,0 0 0,0-1 0,0 1 0,-1-1 0,0 0 0,0 0 0,0-1 0,0 0 1,0 0-1,-1 0 0,1-1 0,-1 0 0,0 0 0,1-1 0,-1 0 0,0 0 0,0 0 0,-13-1 1,6 0 8,11 0-12,0 1 0,0-1 0,1 0 0,-1 0 1,0-1-1,0 1 0,0 0 0,1-1 0,-1 0 0,0 0 1,-3-1-1,5 0-24,0 1 1,0-1-1,0 1 1,0-1-1,0 0 1,0 0-1,0 1 1,1-1-1,-1 0 1,0 0-1,1 0 1,0 0-1,0 0 1,-1 0-1,1 0 1,0 0-1,0 0 1,1-3-1,-1 3 19,1 1 0,-1-1 0,1 0 0,-1 1 0,1-1 0,0 1 0,0-1 0,0 1 0,-1-1 0,1 1 0,1 0 0,-1 0 0,0-1 0,0 1 0,0 0 0,1 0 0,-1 0 0,0 0 0,1 0 0,-1 0 0,1 1 0,-1-1 0,1 0 0,-1 1 0,1-1 0,0 1 0,-1 0 0,1-1 0,0 1 0,2 0 0,59-4-62,-54 4 21,-4 0 37,-1 0 0,1 1 0,0-1 0,-1 1 1,1 0-1,0 0 0,-1 0 0,1 0 1,-1 1-1,1 0 0,-1 0 0,0 0 0,0 1 1,0-1-1,0 1 0,0 0 0,0 0 0,-1 0 1,5 7-1,7 3 20,-10-10 14,1 0 0,0 0 0,0 0 0,0-1 1,0 0-1,1 0 0,-1-1 0,0 0 0,1 0 0,-1 0 0,1-1 0,-1 0 1,1 0-1,11-2 0,5 1 478,-22 1-406,-1 0-16,0 0-38,0-14-975,0 9-2657,0 0-3400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23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10373,'0'0'1171,"0"0"-35,0 0 49,0 0-94,0 0-357,0 9-600,1 0 0,0 1-1,0-1 1,1 0 0,3 9 0,-2-15-96,0 0 0,0-1 0,1 1 0,-1 0 0,1-1 0,-1 0 0,1 0 0,0 0 0,0 0 0,0-1 0,0 0 0,0 0 0,0 0 0,0 0 0,9 0 0,-13-1 130,0 0-34,0-2-107,0 0 0,0 0 0,0 0 0,0 0 0,-1-1 0,1 1 0,-1 0 0,1 0 0,-1 0 0,0 0 0,0 0 0,0 0 0,0 0 0,0 0 0,0 1 0,0-1 0,-1 0 1,1 1-1,-1-1 0,1 1 0,-1-1 0,0 1 0,0 0 0,1-1 0,-1 1 0,-4-1 0,-1-1 55,0 1 0,0 1-1,0-1 1,0 1 0,-1 0 0,1 1-1,-8 0 1,14 0-84,0 0-1,-1 0 0,1 1 1,0-1-1,0 0 1,0 1-1,0-1 0,0 1 1,0-1-1,0 1 1,0-1-1,0 1 0,0 0 1,0-1-1,0 1 1,1 0-1,-1 0 0,0 0 1,0 0-1,1-1 1,-1 1-1,0 0 0,1 0 1,-1 0-1,1 1 1,0-1-1,-1 0 0,1 0 1,0 0-1,-1 0 1,1 2-1,-2 41-136,2-36 113,0-6 12,1 0-1,-1 0 0,1 0 1,0-1-1,-1 1 1,1 0-1,0-1 1,0 1-1,0 0 1,0-1-1,1 0 0,-1 1 1,0-1-1,1 0 1,-1 1-1,1-1 1,-1 0-1,1 0 0,-1 0 1,1 0-1,0 0 1,-1-1-1,1 1 1,0-1-1,0 1 1,0-1-1,-1 1 0,1-1 1,0 0-1,3 0 1,67 4-464,-63-4 409,-7 0 66,-1 1 0,1-1-1,0 0 1,-1 0 0,1 0-1,0 0 1,-1-1 0,1 1-1,-1 0 1,1-1-1,0 1 1,-1-1 0,1 1-1,-1-1 1,1 0 0,-1 0-1,0 0 1,1 0 0,1-2-1,-2 1 21,0 0 1,0 0-1,-1-1 0,1 1 0,-1 0 0,1-1 0,-1 1 0,0 0 0,0-1 0,0 1 0,-1-3 0,1-8 11,0 9-23,0 1 1,-1 0-1,1-1 0,-1 1 1,0 0-1,0 0 0,0 0 1,0 0-1,-1 0 1,1 0-1,-1 0 0,0 0 1,0 0-1,0 1 1,0-1-1,0 1 0,0-1 1,-1 1-1,1 0 1,-1 0-1,0 0 0,-4-2 1,1 0-19,0 1 0,-1 1 1,1-1-1,-1 1 0,1 0 1,-1 0-1,0 1 0,0 0 1,-13 0-1,18 1 13,0 0 1,0 1-1,0-1 1,0 1-1,0 0 0,0-1 1,0 1-1,0 0 0,0 0 1,0 1-1,0-1 1,1 0-1,-1 0 0,0 1 1,1-1-1,-1 1 1,1 0-1,0-1 0,0 1 1,-1 0-1,1 0 0,0 0 1,0 0-1,1-1 1,-1 1-1,0 1 0,1-1 1,-1 0-1,1 0 0,0 0 1,-1 3-1,-1 11-922,0 0-1,1 0 1,2 17-1,-1-18-2050,0-13-4815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2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87 1713,'0'0'6261,"0"0"-4404,0 0-1249,0 0 305,0 0 114,-1-6-392,0 4-595,1 0 0,0 0 0,-1 0 0,1 1 0,0-1 0,0 0 0,0 0 0,0 0 0,1 0-1,-1 0 1,0 1 0,1-1 0,-1 0 0,1 0 0,0 1 0,-1-1 0,1 0 0,0 1 0,0-1 0,0 1 0,3-4 0,0 2 27,0 0 0,0 0 0,0 0 0,0 0 0,0 1 1,1-1-1,0 1 0,-1 0 0,6-1 0,-2 1-39,-1-1-1,0 1 1,1 1 0,-1 0-1,1 0 1,0 0-1,-1 1 1,1 0 0,0 0-1,8 2 1,-12-1-22,0 0 0,0 0-1,0 1 1,0 0 0,0-1 0,-1 1-1,1 1 1,0-1 0,-1 0 0,1 1-1,-1 0 1,0 0 0,0 0 0,0 0-1,0 0 1,-1 1 0,0-1 0,5 8 0,-1 4 29,1-1 1,-2 2 0,0-1 0,-1 1-1,0-1 1,-1 1 0,0 21 0,-1 0 12,-2 0 1,-5 41 0,2-61-39,0-1 0,-1 0 0,-1 0 0,-1 0 0,0-1 1,-11 20-1,-2-1 46,-37 50 1,56-84-52,0 0 1,0 0-1,0 1 1,0-1-1,0 0 1,0 0-1,0 0 1,0 0-1,0 0 0,0 0 1,-1 0-1,1 0 1,0 0-1,0 0 1,0 0-1,0 0 1,0 1-1,0-1 1,-1 0-1,1 0 1,0 0-1,0 0 0,0 0 1,0 0-1,0 0 1,0 0-1,-1 0 1,1 0-1,0 0 1,0-1-1,0 1 1,0 0-1,0 0 1,0 0-1,0 0 0,-1 0 1,1 0-1,0 0 1,0 0-1,0 0 1,0 0-1,0 0 1,0 0-1,0 0 1,0-1-1,0 1 1,-1 0-1,1 0 1,0 0-1,0 0 0,0 0 1,0 0-1,0 0 1,0-1-1,0 1 1,0 0-1,0 0 1,0 0-1,0 0 1,0 0-1,0 0 1,0-1-1,0 1 0,0 0 1,0 0-1,0 0 1,-2-18 79,0-22-43,2 40-34,0-54 115,14 56-344,58 38 309,-62-32-80,1-1-1,0 0 1,0-1 0,1-1-1,-1 1 1,1-2 0,0 0 0,1 0-1,17 2 1,21-3 799,-29-3-5322,-22 0-2048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2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5827,'0'0'1926,"0"0"-1219,0 0-21,0 0 559,0 0-9,0 0-447,23 1-340,178 1 1159,-74-2 303,-127 1-1906,0 0 0,0 0 1,0 1-1,0-1 1,0 0-1,-1 0 1,1 0-1,0 0 1,-1 0-1,1 0 1,0 0-1,-1 0 1,0 0-1,1 0 1,-1 0-1,1 0 1,-1 0-1,-1 2 1,-4 0-63,1 0 0,0-1 1,0 1-1,-1-1 0,1 0 1,-1 0-1,-11 1 0,-25 1-4321,36-4 662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25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15 134 2385,'0'0'2729,"0"0"-1104,0 0 19,0 0 34,0 0-160,-2-6-262,1 2-1030,-1-1 0,0 0-1,1 0 1,0 0-1,0 0 1,1 0 0,-1 0-1,1 0 1,0 0 0,0 0-1,2-9 1,0 11-211,-1 0 1,0 0-1,1 0 0,0 0 0,0 1 1,0-1-1,0 1 0,0-1 1,0 1-1,0 0 0,1-1 0,-1 1 1,1 1-1,0-1 0,0 0 1,-1 1-1,1-1 0,0 1 0,0 0 1,1 0-1,2-1 0,2-1-11,0 1-1,1 0 1,-1 0-1,1 0 0,-1 1 1,1 1-1,-1-1 1,1 1-1,16 3 1,-21-2-4,0 0 1,0 0 0,0 1 0,0-1-1,0 1 1,0 0 0,-1 0 0,1 1-1,-1-1 1,1 1 0,-1-1-1,0 1 1,0 0 0,0 0 0,-1 1-1,1-1 1,-1 0 0,1 1 0,-1 0-1,0-1 1,2 7 0,1 10 21,0 0-1,-1 0 1,-1 1-1,0-1 1,-2 1-1,-1-1 1,-2 24 0,2 0 34,-1-28-45,-1 0 0,0-1 0,0 1-1,-2-1 1,0 0 0,-1 0 0,-8 18-1,10-25-16,-1 0 0,0-1 0,0 1-1,0-1 1,-1 0 0,0 0 0,-1 0-1,0-1 1,0 0 0,0 0-1,-1 0 1,0-1 0,0 0 0,-13 7-1,15-10 25,0 0 0,0-1 0,0 1-1,-1-1 1,1-1 0,0 1-1,-1-1 1,1 0 0,0 0 0,-1 0-1,1-1 1,0 1 0,-8-4-1,10 4-53,1-1-1,-1 0 0,1 0 1,0 0-1,-1 0 0,1-1 1,0 1-1,0-1 0,0 1 0,0-1 1,0 0-1,0 0 0,0 0 1,1 0-1,-1 0 0,1 0 0,-1 0 1,1 0-1,0-1 0,0 1 1,0-1-1,0 1 0,0 0 1,1-1-1,-1 0 0,1 1 0,0-1 1,-1-4-1,30 6-251,144 7 658,60-1 578,-180-15-454,-52 10-629,1 0 0,0-1 0,0 1 0,-1-1 0,1 0 0,0 0 0,0 1 0,-1-1 0,1 0 0,-1 0 0,1-1 0,-1 1 0,1 0 0,-1 0 0,0-1 0,0 1 0,0-1 0,0 1 0,0-1 0,0 1 0,0-1 0,0 0 0,0 1 0,-1-1 0,1 0 0,0-2 0,-1-6-6788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2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7107,'0'0'891,"0"0"-560,0 0 147,0 0 626,0 0 11,0-1-1085,0 1 0,0-1 0,0 1 1,0-1-1,0 1 0,0-1 0,0 1 0,0-1 0,0 1 0,0 0 0,0-1 0,0 1 0,1-1 0,-1 1 0,0-1 0,0 1 0,1-1 0,-1 1 0,0 0 0,0-1 0,1 1 0,-1 0 0,1-1 0,-1 1 0,0 0 0,1-1 0,-1 1 0,1 0 0,-1 0 0,0-1 0,1 1 0,-1 0 0,1 0 0,-1 0 0,1 0 1,-1 0-1,1-1 0,0 1 0,30-6 246,0 2 1,0 0 0,54 2 0,-84 2-270,0 1-1,1-1 1,-1 1 0,1-1 0,-1 1 0,0-1 0,1 1-1,-1 0 1,0-1 0,0 1 0,1 0 0,-1 0-1,0 0 1,0 0 0,0 0 0,0 0 0,0 1 0,0-1-1,-1 0 1,1 0 0,0 1 0,0-1 0,-1 0-1,1 1 1,-1-1 0,0 0 0,1 1 0,-1-1 0,0 1-1,0-1 1,0 1 0,0 2 0,0 62 279,-1-46-168,-7 16 12,6-33-104,1 0 1,0 0 0,0 1-1,0-1 1,1 0-1,-1 1 1,1-1-1,-1 0 1,1 1 0,0-1-1,1 0 1,0 5-1,0-6-20,0-1 1,0 0-1,0 1 0,0-1 0,0 0 0,1 0 0,-1 0 0,0 0 0,1 0 0,-1 0 1,1-1-1,-1 1 0,1 0 0,-1-1 0,1 1 0,-1-1 0,1 0 0,0 1 1,-1-1-1,1 0 0,3 0 0,45 2 359,-41-3-176,107-1 1449,-116 2-1662,0 0-8,0 0-22,0 0-114,0 0-387,0 8-3892,0 0-2607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26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5266,'0'0'1185,"0"0"-249,0 0 302,0 0 384,0 0-309,6 0-651,454-39 3319,-163 6-3179,-154 30-791,-142 3-59,-1 0-136,0 8-3573,0-6 751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2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27 127 7635,'0'0'881,"0"0"-86,0 0 141,0 0-18,0 0-347,7-17-315,27-51-61,-32 65-170,1-1 0,0 1 1,-1 0-1,1 0 0,0 0 1,1 1-1,-1-1 0,0 1 0,1 0 1,-1 0-1,1 0 0,0 0 1,0 1-1,0-1 0,0 1 1,0 0-1,0 0 0,0 0 0,0 1 1,0 0-1,0-1 0,0 1 1,1 1-1,-1-1 0,4 1 0,5 0 150,-9-1-147,-1 1-1,0-1 0,0 1 1,1 0-1,-1 0 1,0 0-1,0 1 0,0-1 1,0 1-1,-1 0 0,1 0 1,0 0-1,-1 0 1,1 0-1,-1 0 0,0 0 1,0 1-1,1 0 0,-2-1 1,1 1-1,0 0 1,-1 0-1,1 0 0,-1 0 1,0 0-1,0 0 0,2 6 1,1 5 13,-1 0 0,0 0 0,-1 1-1,0 28 1,-2-32-48,0 13 37,0 0 0,-7 40-1,5-55-22,-1 0-1,1 0 1,-2 0-1,1 0 0,-1 0 1,-1-1-1,0 0 0,0 0 1,0 0-1,-7 7 0,5-7 6,1-1-1,-1 1 0,-1-1 1,1-1-1,-1 0 1,0 0-1,0 0 0,-1-1 1,0 0-1,0-1 0,0 0 1,0 0-1,0-1 0,-1 0 1,0-1-1,0 0 0,0 0 1,1-1-1,-20-1 0,28 0-5,0-1 0,0 0 0,0 1 0,0-1 0,1 0-1,-1 0 1,0 1 0,1-1 0,-1 0 0,0 0 0,1 0 0,-1 0 0,1 0-1,0 0 1,-1 0 0,1 0 0,0 0 0,-1 0 0,1 0 0,0 0 0,0 0-1,0 0 1,0 0 0,0-1 0,0 1 0,0 0 0,0 0 0,1 0-1,-1 0 1,1-1 0,-1-4 10,0-2-1,1 1 0,1-1 1,-1 0-1,1 1 0,0-1 1,1 1-1,0-1 1,0 1-1,1 0 0,-1 0 1,2 0-1,-1 1 0,1 0 1,0 0-1,0 0 1,0 0-1,1 1 0,0-1 1,8-4-1,-4 3 55,0 0 0,0 1 0,0 0 0,1 1 0,0 0 0,0 1 0,0 0 0,1 1-1,-1 0 1,1 1 0,0 0 0,15 0 0,-21 2-62,0 0-1,0 1 1,-1 0-1,1 0 0,0 1 1,0-1-1,-1 1 1,1 0-1,-1 0 1,0 1-1,1 0 0,-1 0 1,7 6-1,3 0 47,-9-5-4,1-1-1,-1 0 1,1 0 0,0-1 0,0 1 0,0-2 0,1 1 0,-1-1 0,0 0 0,1 0 0,-1-1 0,15-1 0,-18 1-24,0-1 0,0 0 0,0 1 0,0-2 1,0 1-1,0 0 0,0-1 0,0 0 0,0 1 1,0-1-1,-1-1 0,1 1 0,-1-1 0,0 1 1,0-1-1,0 0 0,0 0 0,0 0 1,0-1-1,-1 1 0,0-1 0,0 1 0,2-5 1,-1 0-792,0 0 0,0 0 1,-1 0-1,-1-1 1,1 1-1,-1-17 1,-1 16-4204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35.65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117 47 7603,'0'0'1212,"0"0"-513,0 0-299,0 0-59,0 0 100,-13 31 36,0-4-346,4-12-67,2-1 1,0 2-1,1-1 1,1 1-1,0 0 1,1 0-1,0 0 1,2 0-1,0 1 1,0 0-1,2 19 1,3-11 44,1 0 0,1 0 1,1-1-1,1 1 0,1-1 1,1-1-1,1 0 1,1 0-1,1-1 0,2 0 1,0-1-1,26 30 1,-34-44-112,1-1-1,0-1 1,0 1 0,1-1 0,-1 0 0,1-1 0,0 0 0,0 0 0,1-1 0,-1 0 0,17 4 0,-20-6 9,0 0-1,-1 0 0,1 0 0,0-1 0,-1 0 1,1 0-1,0 0 0,0 0 0,-1-1 0,1 0 1,0 0-1,-1 0 0,1-1 0,-1 1 0,1-1 1,-1 0-1,0 0 0,0-1 0,0 1 0,0-1 0,0 0 1,-1 0-1,1 0 0,3-4 0,1-5 15,-1-1-1,1 1 1,-2-1-1,0-1 0,-1 1 1,0-1-1,-1 0 1,0 0-1,-1 0 1,1-18-1,0-20 45,-4-77 1,-1 98-59,0 17 0,-1 1-1,0 0 0,-1-1 1,-1 1-1,0 0 1,0 1-1,-2-1 1,1 1-1,-2 0 1,1 0-1,-2 1 1,0 0-1,0 0 1,-14-13-1,13 14 0,0 1 0,0 1 0,-1 0 0,0 0 0,0 1 0,-1 0 0,0 1 0,-1 0 0,1 1 0,-1 0-1,0 1 1,0 0 0,0 1 0,-1 0 0,-19-1 0,26 3-4,-1 1 0,1 0 0,-1 0 0,0 1 0,1 0 0,-1 0 0,1 0 0,-1 1 0,1 0 0,0 0 0,-1 1 1,1-1-1,-7 5 0,7-1 1,1-1 0,-1 1-1,1-1 1,0 1 0,1 1 0,-1-1 0,1 1 0,0 0 0,1 0 0,0 0 0,-3 10 0,0-3 6,1 0 1,1 0-1,1 1 0,0-1 0,0 1 0,2 0 0,0 0 0,0 0 1,2 0-1,-1 0 0,2 0 0,6 28 0,-5-35-7,0 0-1,0 0 1,1 0 0,-1 0-1,2-1 1,-1 1-1,1-1 1,0 0 0,1-1-1,-1 1 1,2-1-1,-1 0 1,0 0 0,1-1-1,0 0 1,0 0-1,1-1 1,-1 0 0,1 0-1,0-1 1,0 0-1,0 0 1,13 2 0,-8-2-10,0 0 0,0-1 0,-1-1 0,1 0 0,0-1 1,0 0-1,21-4 0,-28 3 5,0 0 0,-1-1 0,1 0 0,-1 0 1,1-1-1,-1 1 0,0-1 0,0 0 0,0-1 0,-1 1 0,1-1 0,-1 0 0,1 0 1,-1 0-1,-1-1 0,1 1 0,-1-1 0,5-8 0,-4 4 18,0 1-1,0-1 0,-1 0 0,0 0 1,-1 0-1,0 0 0,0 0 1,-1-1-1,0 1 0,-1-1 1,0 1-1,-2-17 0,1 20 1,0-1 0,0 0 0,-1 1 0,0-1 0,-1 1 0,1 0 0,-1-1 0,0 1 0,-1 1 0,0-1 0,1 0 0,-2 1 0,1 0 0,-1 0 0,0 0 0,0 0 0,-10-7 0,3 5 55,-1 1-1,1 0 0,-1 0 0,0 2 0,0-1 0,-1 2 1,1-1-1,-1 2 0,0 0 0,1 1 0,-1 0 0,-19 2 0,30-1-66,0 0 0,0 1 0,-1 0 0,1-1 0,0 1 0,0 1 0,0-1 0,0 0 0,0 1 0,0-1 0,0 1 0,1 0 0,-1 0 0,1 0 0,-1 0 0,1 1 0,0-1 0,0 1 0,0-1 0,0 1 0,0 0 0,0 0 0,1 0 0,-1-1-1,1 2 1,0-1 0,0 0 0,0 0 0,-1 6 0,-1 10-321,0 0 0,1 0 0,1 37 0,1-43-217,0 5-2906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37.15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39 36 7716,'0'0'1683,"0"0"-237,0 0-526,0 0-186,0 0-102,0 0-330,-6 6-203,2 0-73,0 2 0,0-1 0,0 0 0,1 1 1,0 0-1,0 0 0,1 0 0,0 0 1,1 0-1,-1 0 0,2 0 0,-1 1 0,1-1 1,0 0-1,2 10 0,0 3 53,0-1-1,1 1 1,2-1-1,0 0 1,11 29 0,-11-38-68,0 0 1,0 0 0,1-1 0,0 0-1,0 0 1,1 0 0,1-1 0,0 0-1,0-1 1,1 1 0,-1-2 0,2 1 0,-1-1-1,1 0 1,0-1 0,1-1 0,0 1-1,-1-2 1,2 1 0,-1-1 0,23 4-1,-20-6 11,0-1 0,-1-1-1,1 0 1,0-1 0,0 0-1,-1-1 1,1 0 0,-1-1-1,1-1 1,-1 0-1,0-1 1,20-11 0,-23 10-19,-1 0 0,1 0 0,-2-1 1,1-1-1,-1 1 0,0-2 0,-1 1 1,0-1-1,0 0 0,-1 0 0,0 0 0,0-1 1,-1 0-1,-1-1 0,1 1 0,2-13 1,-3 10-1,-1 0 1,-1-1-1,0 1 1,0-1-1,-1 1 1,-1-1-1,-1 1 1,-2-19-1,2 25 1,-1-1-1,0 1 1,0 0 0,-1 0 0,0-1-1,0 2 1,-1-1 0,0 0-1,0 1 1,0-1 0,-1 1-1,0 1 1,0-1 0,0 1 0,-12-9-1,6 6 11,-1 1-1,0 0 1,0 1 0,-1 0-1,1 1 1,-1 1 0,-1 0-1,1 0 1,0 2-1,-1-1 1,1 2 0,-1 0-1,-18 1 1,21 0-6,1 1 1,0 0 0,0 1-1,1 0 1,-1 1 0,0 0-1,1 0 1,-1 1 0,1 0-1,0 1 1,0 0 0,1 0-1,0 1 1,0 0-1,0 0 1,0 1 0,1 0-1,-10 13 1,4 1 21,1 0 1,0 0-1,2 1 1,0 1-1,2-1 0,1 2 1,0-1-1,2 1 0,0 0 1,2 0-1,1 0 1,1 47-1,1-67-28,0 1-1,0-1 1,1 1 0,-1-1 0,1 0-1,0 0 1,0 1 0,0-1 0,1 0-1,-1 0 1,1 0 0,0 0 0,0 0-1,0-1 1,1 1 0,0 0-1,-1-1 1,5 4 0,-1-3-5,-1-1 0,1 0-1,0 0 1,0 0 0,0-1 0,0 0 0,0 0 0,0-1 0,1 1-1,-1-1 1,0-1 0,8 1 0,12 0 19,0-1 1,1 0-1,-1-2 0,0-2 1,0 0-1,-1-1 0,32-12 1,-42 12-13,0-1 1,0 0-1,0-2 1,-1 0 0,0 0-1,-1-1 1,0-1-1,0 0 1,-1-1-1,0 0 1,-1-1 0,-1 0-1,11-15 1,-18 22 1,0 0 0,0 0 0,-1 0 1,1-1-1,-1 1 0,0-1 0,-1 1 0,1-1 1,-1 0-1,0 0 0,-1 1 0,1-1 1,-1 0-1,-1 0 0,1 0 0,-1 0 1,1 1-1,-2-1 0,1 0 0,-1 1 0,0-1 1,0 1-1,0-1 0,-1 1 0,0 0 1,0 0-1,0 0 0,0 0 0,-6-5 0,-8-2 32,1 1 0,-2 0 1,1 1-1,-1 1 0,-1 1 0,1 1 0,-1 0 0,-1 2 0,-29-6 0,-5 3 190,1 2 0,-73 2 0,121 3-227,0 1 1,0 0 0,0 0-1,0 1 1,1 0-1,-1-1 1,0 1-1,0 1 1,1-1-1,-1 1 1,0 0-1,1 0 1,-9 5-1,11-4-7,-1 0-1,1 0 1,0 0 0,0 0-1,0 1 1,0-1-1,0 1 1,1-1-1,-1 1 1,1-1 0,0 1-1,0 0 1,1 0-1,-1-1 1,1 1-1,-1 5 1,1 34-784,5 2-1574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38.31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102 102 768,'0'0'4634,"0"0"-2376,0 0-965,0 0-52,0 0-174,-5-5-344,-18-15-432,23 20-289,0 0 0,0 0 0,-1 0 0,1 0 0,0 0 0,0 0-1,-1 0 1,1 0 0,0 0 0,-1 0 0,1 0 0,0 0 0,0 0 0,-1 0 0,1 0 0,0 1 0,0-1 0,-1 0 0,1 0 0,0 0-1,0 0 1,-1 1 0,1-1 0,0 0 0,0 0 0,0 0 0,0 1 0,-1-1 0,1 0 0,0 0 0,0 1 0,0-1 0,0 0 0,0 0-1,0 1 1,0-1 0,0 0 0,-1 1 0,1-1 0,0 0 0,0 0 0,0 1 0,0-1 0,1 0 0,-1 1 0,0-1 0,0 0 0,0 0 0,0 1-1,0-1 1,0 1 0,-1 20 11,1-19-6,0 32 9,-1-14 28,1 0 0,1 0-1,5 27 1,-4-39-26,0-1 0,0 0-1,1 0 1,0 0 0,0 0 0,1-1-1,-1 1 1,2-1 0,-1 0-1,1 0 1,-1 0 0,12 9 0,-10-10-8,1 0 1,0-1-1,0 0 1,0 0 0,0-1-1,1 1 1,-1-2 0,1 1-1,0-1 1,0 0 0,0-1-1,9 1 1,1 0 33,0-2 0,0 0-1,0-1 1,25-5 0,-34 5-28,-1-1-1,0 0 1,0-1 0,0 0-1,0 0 1,0-1 0,-1 0-1,0 0 1,0-1-1,0 0 1,0 0 0,-1-1-1,1 1 1,-1-2 0,-1 1-1,1 0 1,-1-1 0,0 0-1,-1 0 1,0-1-1,0 1 1,0-1 0,-1 0-1,0 0 1,-1 0 0,0 0-1,0-1 1,1-15 0,-3 18-1,0 0-1,0 0 1,-1 0 0,0 0 0,0 0 0,0 0 0,-1 0 0,0 0 0,0 1 0,0-1 0,-1 1 0,-4-8 0,1 6 10,0 0 1,0 1 0,-1-1 0,0 1-1,0 1 1,-1-1 0,-12-6 0,1 2 147,-1 0 1,0 2 0,-1 0-1,1 2 1,-1 0 0,0 1-1,-1 2 1,1 0-1,-1 1 1,0 1 0,-32 2-1,49 0-155,-1-1-1,1 1 0,0 0 0,-1 0 0,1 1 0,0-1 1,0 1-1,0 0 0,0 1 0,1-1 0,-1 1 1,1 0-1,-1 0 0,1 0 0,0 1 0,0 0 0,0-1 1,1 1-1,-1 1 0,1-1 0,0 0 0,0 1 0,0 0 1,1-1-1,0 1 0,-2 6 0,-2 6-8,1 1-1,0 0 1,2-1-1,0 1 0,1 0 1,0 30-1,2-40-5,1 0-1,-1 0 0,1 0 1,0-1-1,1 1 1,0 0-1,0-1 0,1 1 1,0-1-1,0 0 1,0 0-1,1 0 0,0 0 1,9 10-1,-6-11 3,0 1-1,0-1 1,0 0 0,1-1-1,-1 1 1,2-1 0,-1-1-1,0 0 1,1 0-1,0-1 1,0 0 0,12 3-1,-6-3-1,-1 0-1,1-1 1,0 0-1,0-1 0,0-1 1,0-1-1,0 0 1,0 0-1,0-2 1,-1 0-1,1 0 0,-1-2 1,19-7-1,-25 8 6,0 0 0,-1-1 0,1 0 0,-1 0 0,0-1 1,0 1-1,-1-2 0,0 1 0,0-1 0,0 0 0,-1 0 0,0 0 0,0-1 0,-1 0 0,0 0 0,-1 0 0,1 0 0,-2-1 0,1 1 0,-1-1 0,0 1 0,-1-1 0,1-15 0,-2 17 6,0 0-1,0 0 1,0 0-1,-1-1 1,0 1-1,-1 1 1,0-1-1,0 0 1,0 0-1,-1 1 1,0-1-1,0 1 1,0 0-1,-1 0 1,0 0-1,0 0 1,-1 1-1,1 0 1,-7-6-1,3 5-12,-1-1-1,0 1 0,0 0 0,-1 1 0,1 0 0,-1 1 0,0 0 1,0 0-1,-1 1 0,1 0 0,-1 1 0,-11-1 0,5 1 2,0 0 0,0 2 0,0 0-1,-1 1 1,1 0 0,-19 5 0,32-5-169,0 0 1,0 0 0,0 0-1,0 0 1,0 1-1,0 0 1,1 0 0,-1 0-1,1 0 1,0 0-1,-1 1 1,1 0 0,0-1-1,0 1 1,0 0 0,1 0-1,-1 1 1,1-1-1,0 0 1,0 1 0,0 0-1,0-1 1,1 1 0,-1 0-1,1 0 1,0 0-1,0 0 1,0 0 0,1 0-1,0 0 1,-1 5-1,1 18-6772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43.0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49 5955,'0'0'1494,"0"0"-646,0 0 41,0 0 226,0 0-230,0 0-362,0 0-176,0 0 163,0 0 85,8 0 720,278-21 1040,2 1-1999,-287 20-271,-1 0-32,0 0 107,0 0 201,-107 0 436,74-1-812,1 1 1,-1 1-1,-33 7 0,-20 6-9,-1-3-1,-114-1 0,200-10-31,1 0-54,7 6-311,22-2 475,0-1 1,1-1-1,-1-1 1,0-2-1,1-1 1,28-7-1,56-11 71,-51 7-156,1 3 0,93-2 0,-156 12-1,-1 0-2,-7 5 79,-9 5-157,-1-1 0,1 0 0,-2-2 0,-20 7 0,-11-6-4288,45-8 1066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48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168 120 2945,'0'0'1014,"0"0"-315,0 0-67,0 0 292,0 0 60,0 0-333,1-12-134,-2-4-342,5-37 443,6 24 74,-5 19 560,-3 20 4327,-5 5-5521,-1 0-1,0-1 1,-1 1-1,-1-1 0,0 0 1,-10 16-1,-12 31 238,-51 165 355,68-186-578,2 1 1,2 0-1,-3 73 0,9 234 277,2-333-285,0 0-1,1-1 1,0 1 0,2 0-1,-1-1 1,12 26-1,45 80 277,-42-87-273,0 0-1,17 52 1,-33-80-68,0 0 0,0 0 1,0-1-1,1 1 0,0-1 1,-1 0-1,2 0 0,-1 0 1,0 0-1,1 0 0,0-1 1,-1 1-1,1-1 0,1 0 1,-1 0-1,0-1 0,1 1 1,-1-1-1,1 0 0,5 1 1,9 3 65,0-2 0,0 0 0,37 2 0,-25-3 140,-31-3-188,1 0 0,-1 0 1,1 0-1,0 0 0,-1 0 1,1 0-1,-1 0 0,1 0 1,0 0-1,-1 1 0,1-1 1,-1 0-1,1 0 0,-1 1 1,1-1-1,0 0 0,-1 1 1,0-1-1,1 0 0,-1 1 1,1-1-1,-1 1 0,1-1 1,-1 1-1,0-1 0,1 1 1,-1-1-1,0 1 0,1-1 1,-1 1-1,0-1 0,0 1 1,0 0-1,0-1 0,1 2 1,-1-2 190,0 0 32,0 0 43,0 0-24,0 0-22,0 0 3,0 0-64,0 0 30,0 0-118,0 0 45,0 0-85,0 0-21,0 0-25,0 0-66,0 0-45,0 0-200,0 0-478,-3 0-3768,0 0-57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1 146 192,'0'0'7169,"0"0"-5062,0 0-1648,0 0 222,0 0 300,0 0-220,1 0-662,-1 0-1,1 0 1,0 0 0,0 0 0,-1 0 0,1 0 0,0-1-1,0 1 1,0 0 0,-1 0 0,1 0 0,0-1 0,0 1 0,-1 0-1,1-1 1,0 1 0,-1-1 0,2 0 0,2-11 254,0 0-1,2 1 1,-1-1 0,1 1 0,1 0 0,12-15-1,-15 22-360,0 0-1,0 0 0,1 1 1,-1-1-1,1 1 0,0 0 1,0 0-1,0 1 0,0-1 0,0 1 1,1 0-1,-1 1 0,1-1 1,-1 1-1,1 0 0,0 0 1,6 1-1,-7-1 5,1 0-1,-1 1 1,0 0-1,1 0 1,-1 0 0,0 1-1,1 0 1,-1 0-1,0 0 1,1 0 0,-1 1-1,0 0 1,0 0 0,-1 1-1,1-1 1,0 1-1,-1 0 1,1 0 0,-1 0-1,0 1 1,0 0-1,0 0 1,-1 0 0,1 0-1,-1 0 1,0 1 0,4 7-1,0 2 11,-1 0-1,0 0 1,0 1 0,-1 0-1,-1 1 1,-1-1-1,2 23 1,-1 10 14,-4 54 1,-1-86-11,-1-1 0,0 0 1,-1 1-1,-1-1 1,0 0-1,-11 24 0,12-30-11,-2 0 0,0 0 0,0 0 1,0-1-1,-1 0 0,0 0 0,-1 0 0,0-1 0,0 0 0,0 0 0,-13 7 0,18-12 7,0 0 0,0-1 0,0 0 0,0 1 0,-1-1 0,1 0 0,0 0 0,-1 0 0,1 0 0,-1-1 0,0 1 0,1-1 0,-1 0 0,1 1 0,-1-1 0,0 0 0,1 0 0,-1-1 0,1 1 0,-1-1 0,1 1 0,-1-1 0,1 0 0,-4-1 0,3-1 2,0 1 0,0-1 0,0 0 0,0 0 0,1 0 0,-1 0 0,1 0 0,0-1 0,0 1 0,0-1 0,1 1 0,-1-1 0,1 0 0,-1-4 0,-4-14-19,2 0 0,1-1 0,1 1 1,1-28-1,1 50 6,0-1 0,0 1 0,0 0 0,0 0 0,0 0 0,0 0 0,0-1 0,0 1 0,0 0 0,0 0 0,1 0 0,-1 0 0,0 0 0,0 0 0,0-1 0,0 1 0,0 0 1,0 0-1,0 0 0,1 0 0,-1 0 0,0 0 0,0 0 0,0 0 0,0 0 0,0 0 0,1 0 0,-1 0 0,0-1 0,0 1 0,0 0 0,0 0 0,1 0 0,-1 0 0,0 0 0,0 0 0,0 1 0,0-1 0,1 0 0,-1 0 0,0 0 0,0 0 0,0 0 0,0 0 0,0 0 0,1 0 0,-1 0 0,0 0 0,0 0 0,0 0 0,0 1 0,0-1 0,16 9-61,19 20 149,-29-24-89,11 9 48,0-1 1,35 20-1,-44-29-42,0 0 0,1-1 0,0 0 0,0 0 0,0-1 0,0 0 1,0-1-1,0 0 0,12 0 0,8-1-144,10 0 193,-8 0-6864,-31 0-1330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49 11381,'0'0'1099,"0"0"-624,0 0-165,0 0 298,0 0-106,32 11 453,-32-11-935,1 0 0,-1 0 0,1 0 0,-1 1 0,0-1 0,1 0 0,-1 0 0,1 0 0,-1 0 0,0 0 0,1 0 0,-1 0 0,1 0 1,-1-1-1,0 1 0,1 0 0,-1 0 0,1 0 0,-1 0 0,0 0 0,1-1 0,-1 1 0,0 0 0,1 0 0,-1-1 0,0 1 0,1 0 0,-1 0 0,0-1 0,0 1 1,1 0-1,-1-1 0,0 1 0,0 0 0,0-1 0,1 1 0,-1-1 0,0 1 0,0 0 0,0-1 0,0 1 0,0-1 0,0 1 0,0 0 0,0-1 0,0 1 1,0-1-1,0 1 0,0 0 0,0-1 0,0 1 0,0-1 0,0 1 0,-1 0 0,1-1 0,0 1 0,0 0 0,0-1 0,-1 1 0,1-1 0,-20-18 88,14 16-35,1 1 0,-1 0 1,0 0-1,0 0 0,0 1 0,0 0 0,0 0 1,-9 0-1,14 6-70,0 1 1,0-1 0,0 0-1,1 1 1,-1-1-1,1 0 1,1 7-1,0-8 6,-2-2-13,1 0 1,0 0-1,0 1 0,0-1 0,0 0 0,0 0 1,0 0-1,1 0 0,-1 0 0,1 0 0,-1 0 1,1-1-1,0 1 0,0 0 0,-1 0 0,2 0 1,-1-1-1,0 1 0,0 0 0,0-1 0,1 1 1,-1-1-1,2 2 0,2-1-16,0-1 1,-1 0-1,1 0 1,0 0-1,0 0 1,0-1-1,0 0 1,8 0-1,-12-5 71,0 1-1,0-1 0,0 1 0,-1-1 0,1 1 0,-1-1 0,0 1 0,-1-6 0,1 5 41,0 2-86,0 1-1,-1 0 1,1-1 0,0 1-1,-1-1 1,1 1 0,-1 0-1,0-1 1,1 1 0,-1 0-1,0 0 1,0 0 0,-1 0-1,1 0 1,0 0 0,-1 0-1,0 0 1,1 0 0,-1 1-1,0-1 1,0 0 0,1 1-1,-1 0 1,-1-1 0,1 1-1,-3-1 1,-3-1-60,1 1 0,0 0 0,-1 0 0,1 1 0,-1 0-1,1 1 1,-10-1 0,15 26-1476,2-3-387,0-9-633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2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0 287 5491,'0'0'1928,"0"0"-1218,0 0-275,0 0 552,0 0-77,3 3-249,-2-1-622,0-1-1,0 0 1,0-1-1,0 1 1,0 0-1,0 0 0,0 0 1,0 0-1,1-1 1,-1 1-1,0-1 1,0 1-1,1-1 0,-1 1 1,0-1-1,1 0 1,-1 0-1,0 1 1,1-1-1,-1 0 0,1 0 1,-1-1-1,0 1 1,1 0-1,-1 0 0,0-1 1,2 0-1,1 0 37,-1-1 0,1 0 0,-1 0 0,0-1 0,0 1 0,0-1 0,-1 1 0,1-1 0,0 0-1,1-4 1,6-7 199,-1-1-1,0-1 0,12-30 1,-16 29-124,-1-1 1,0 1-1,-1-1 1,-1 0-1,-1 0 0,-2-31 1,1 27 58,0 21-159,0 1 1,10 9 10,-3 4 77,0-1-1,-1 1 0,0 0 1,-1 0-1,-1 1 0,0-1 1,-1 1-1,0 0 0,1 18 0,-1 23 535,-4 59 0,0-46-59,1 218 1559,0-286-1988,0 0-78,0 0 63,0 0-28,0 0-13,0 0-29,0-2-280,-1-1 1,1 1 0,-1-1 0,1 0-1,0 1 1,0-1 0,1 0 0,-1 1-1,0-1 1,1 0 0,-1 1 0,1-1-1,0 1 1,0-1 0,0 1 0,2-3-1,7-15-3729,-8 16 2113,6-12-7458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9492,'0'0'1606,"0"0"-779,0 0 46,0 0 469,0 0-144,73 3 1200,304-3 241,-377-14-7658,0 6-396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1 343 7860,'0'0'627,"0"0"-366,0 0 371,0 0 772,0 0-193,14-6-552,-1 2-543,-7 3-72,-1-1 0,1 0 0,-1 0 0,0 0 0,0-1 0,0 0 0,0 0 0,0 0-1,0 0 1,-1-1 0,0 0 0,1 0 0,-2 0 0,1 0 0,5-8 0,2-6 266,-1 0 1,-1-1-1,0 0 0,-2-1 1,0 0-1,-1 0 0,-1 0 1,-1-1-1,-1 1 0,-1-1 1,0-40-1,-2 483 3182,1-405-3332,0 0 0,1-1 0,1 0 0,0 0 0,1 1-1,1-2 1,0 1 0,2-1 0,-1 0 0,11 15 0,-17-29-118,0-1-4,0 0-1,0 0-88,0 0-197,0-28-10050,0 10 251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7924,'0'0'1987,"0"0"-765,0 0-398,0 0 172,0 0-100,5-14-501,18-46-302,-22 57-82,1 0 0,-1 0 0,1 1 0,0-1-1,0 0 1,0 1 0,0 0 0,0-1 0,0 1-1,1 0 1,-1 0 0,1 0 0,0 0 0,-1 1-1,1-1 1,0 1 0,0-1 0,0 1 0,0 0 0,5-1-1,1 1 84,-1 0 0,1 1-1,0-1 1,0 2 0,10 0 0,-14 0-6,-2-1-70,-1 1 0,0 0 0,0 0 0,0 0 0,0 0 0,0 0 0,0 0 0,0 0 0,0 1 0,-1-1 0,1 1 0,0-1 0,-1 1 0,1-1 0,-1 1 0,0 0 0,0 0 0,1 0-1,-1 0 1,0 0 0,0 0 0,-1 0 0,1 0 0,0 0 0,-1 1 0,0-1 0,1 4 0,2 9 72,-2 0 0,1 29 0,-3-39-39,2 20 47,-1 0-1,-2 0 0,0 0 0,-2 0 0,0-1 1,-2 1-1,-1-1 0,-10 24 0,-32 62 173,48-115-237,0 1 0,0 0 0,1 0-1,0 0 1,-1-1 0,2 1 0,-1 0 0,1-7 0,0 9-41,0 0-1,0 1 1,0-1-1,0 0 1,0 1-1,0-1 1,0 0 0,1 1-1,-1 0 1,1-1-1,-1 1 1,1 0-1,-1 0 1,1-1 0,0 1-1,-1 0 1,1 1-1,0-1 1,0 0-1,0 1 1,0-1-1,0 1 1,0-1 0,0 1-1,0 0 1,-1 0-1,1 0 1,0 0-1,0 0 1,0 0 0,3 1-1,7 1-31,0 1 0,0 0 0,-1 1 0,12 5 0,-1-1 56,-5-3 38,0-1 0,0 0 0,1-2-1,-1 0 1,1-1 0,-1 0-1,25-3 1,-38 0-30,1 1 0,-1-1 0,1 0 0,-1 0 0,1 0 0,-1 0 0,0-1 0,0 0 0,0 0 0,6-6 0,31-37-1038,-37 37-1718,-3 3-949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7443,'0'0'865,"0"0"-116,0 0 473,0 0-66,0 0-455,0 0-303,19-4 61,30-4 422,95-4 1,-43 11 517,171-23 1,-211 14-1025,8-2-236,128-6 0,-196 18-814,-1 0-1334,-1 1-1016,-4 3-1390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0 184 944,'0'0'8183,"0"0"-5430,0 0-1542,0 0 113,0 0-172,3-20-741,13-60-211,-14 76-195,-1 0 1,1 1-1,0-1 1,0 1-1,0-1 1,0 1-1,0 0 0,1 0 1,0 0-1,-1 0 1,1 0-1,0 1 0,1-1 1,-1 1-1,0 0 1,1 0-1,-1 0 0,1 0 1,-1 1-1,1-1 1,0 1-1,7-1 0,0-2 4,1 0 1,-1 0-1,1 1 0,-1 1 0,1 0 0,13-1 0,-21 3-3,-1 0-1,1 0 1,-1 0 0,1 0 0,-1 1 0,1-1-1,-1 1 1,1 0 0,-1 0 0,0 0-1,0 1 1,1-1 0,-1 1 0,0-1 0,0 1-1,0 0 1,0 1 0,-1-1 0,1 0-1,-1 1 1,3 3 0,2 4 25,-1 2 0,0-1 0,-1 1 0,0 0 0,-1 0 0,-1 0 0,0 0 0,0 1 0,-1-1 1,0 17-1,0 18 76,-7 63 0,4-104-103,0 3 2,0 0 0,-1 0-1,-1 0 1,1 0 0,-2 0 0,1 0 0,-1-1-1,0 1 1,-1-1 0,0 0 0,0-1 0,-1 1-1,-7 7 1,8-9 10,0-1 0,-1 0 0,1 0 0,-1-1 0,0 1 0,-1-1 0,1-1 0,0 1 0,-1-1 0,0 0 0,0 0 0,0-1 0,0 0-1,0 0 1,-1-1 0,-10 1 0,16-3-12,1 1 0,0 0-1,0-1 1,-1 0 0,1 1-1,0-1 1,0 0 0,0 0-1,0 1 1,0-1 0,0 0-1,0 0 1,0 0 0,0 0-1,0-1 1,0 1 0,1 0-1,-1 0 1,1 0 0,-1 0-1,1-1 1,-1 1 0,1 0-1,-1-1 1,1 1 0,0 0-1,0-1 1,0 1 0,0 0-1,0-1 1,0-2 0,1-54-25,0 49 55,-1 6-32,1-1 0,0 1 0,0-1 0,0 1 1,0 0-1,0-1 0,1 1 0,0 0 0,-1 0 0,1 0 0,0 0 0,1 0 0,-1 1 0,0-1 0,1 1 1,-1-1-1,1 1 0,0 0 0,0 0 0,0 0 0,0 0 0,0 1 0,0-1 0,1 1 0,-1 0 1,4-1-1,14-5 6,0 2 1,1 1-1,28-2 1,-2-1 20,36-13 22,130-50-1,-211 68-143,-3 2-26,1 0-1,0 0 1,0 0-1,0 0 1,-1-1 0,1 1-1,0 0 1,-1-1 0,1 1-1,0 0 1,-1-1-1,1 1 1,0-1 0,-1 1-1,1-1 1,-1 0-1,1 1 1,-1-1 0,1 1-1,-1-1 1,0 0 0,1 1-1,-1-1 1,0 0-1,1 0 1,-1 1 0,0-2-1,3-5-3844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 3842,'0'0'480,"0"0"70,0 0 359,0 0 343,0 0-252,0 0-477,-21-7 1494,21 8-1975,-1 6 125,1 0 0,0-1-1,0 1 1,0 0-1,1-1 1,0 1 0,0-1-1,0 1 1,1-1-1,0 0 1,1 1 0,-1-1-1,1 0 1,0 0-1,1-1 1,-1 1 0,7 6-1,358 420 3233,-299-343-2843,-4 2 0,70 132 0,-108-171-420,-3 2 1,-1 1-1,-4 1 0,-1 0 1,-4 1-1,10 71 1,-14-23 103,-4 1 0,-10 127 0,1-207-125,0 1 1,-2-1-1,-1 0 1,-1-1-1,-19 45 0,-67 111 1487,70-140-1025,15-35-2092,6-19 89,6-24-5457,2 18-2694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1:58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5539,'0'0'1363,"0"0"-235,0 0 254,0 0 104,0 0-469,50 0 314,334-22 2169,-196 7-2667,13 12 479,-201 26-981,-2-2-98,0-1 1,-8 34-1,-3 28 254,-5 750 1908,18-735-2103,-1 217 604,5 557 817,0-820-1208,18 91 0,-12-88-438,5 70 1,-6 134 185,-9-257-224,0-1 9,0 0 20,0 0-2,0 0-18,0 0 31,0 0-37,0 0-5,-1 1-25,0 0 0,0 0 0,0 0 1,0 0-1,0-1 0,-1 1 0,1 0 0,0-1 1,0 1-1,-1-1 0,1 1 0,0-1 0,0 0 1,-1 1-1,1-1 0,-1 0 0,1 0 0,0 0 1,-1 0-1,-1 0 0,-42-1 52,31 0-45,-4 0-10,0-1 0,0 0-1,-25-9 1,-40-4-7,-85 14-168,167 1 64,1 0-222,0-3-132,1 0-1,-1 0 1,0-1-1,1 1 1,0 0-1,0 0 1,0 0-1,0 0 1,0 0-1,0 0 1,1 1-1,0-1 1,3-4-1,11-12-3903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03.2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97 0 8196,'0'0'285,"0"0"-197,0 0 40,0 0 430,-12 28 608,5-14-977,-3 9 87,0 0 0,1 1 0,2 0 0,0 0 0,1 1 0,-4 48 0,8-22 245,-3 21 395,4 0-1,9 86 1,-8-151-885,1 1 1,0-1-1,1 0 0,-1 0 1,2 0-1,-1 0 0,1 0 1,0 0-1,0-1 0,0 1 1,1-1-1,0 0 0,0 0 1,1 0-1,0-1 0,0 1 1,0-1-1,1 0 0,0-1 1,-1 1-1,2-1 0,-1-1 1,0 1-1,1-1 0,0 0 1,-1 0-1,1-1 0,0 0 1,0 0-1,1-1 0,-1 1 0,0-2 1,1 1-1,-1-1 0,0 0 1,1-1-1,-1 1 0,11-4 1,-9 2 5,1-1 1,-1-1-1,0 0 0,0 0 1,0 0-1,-1-1 0,1-1 1,-1 1-1,0-1 0,-1-1 1,0 0-1,0 0 0,0 0 1,10-16-1,-4 6 4,-2 0 0,0-1 1,-1 0-1,-1-1 0,-1 0 0,7-25 0,-9 20 4,-2-1-1,-1 1 1,-2-1-1,-1-36 1,0 40 7,0 11-39,-2 0 0,1 1 0,-1-1 1,-1 1-1,0-1 0,0 1 0,-1 0 0,0 0 0,-1 0 0,1 1 0,-2-1 1,1 1-1,-1 0 0,-1 1 0,-9-10 0,2 3 11,-1 0 0,-1 1-1,0 1 1,-1 1 0,0 0-1,-29-13 1,36 20-21,0 0 1,-1 0-1,1 1 0,-1 0 0,-13-1 0,20 4-2,0-1 0,0 1 0,0 0 0,-1 0 0,1 1 0,0-1-1,0 1 1,0 0 0,0 0 0,0 0 0,1 0 0,-1 1 0,0-1-1,0 1 1,1 0 0,-1 0 0,-4 5 0,0 1-7,0 1 0,1 0-1,1 1 1,0-1 0,0 1 0,1 0 0,0 0 0,0 1 0,1 0 0,-3 13-1,1 1-8,1-1-1,1 1 0,-1 43 0,5-61 16,-1 0 0,1 0-1,1 0 1,-1 1 0,1-1 0,1 0 0,-1 0-1,1 0 1,0 0 0,1 0 0,0-1 0,0 1-1,0-1 1,1 1 0,-1-1 0,2 0 0,-1-1-1,1 1 1,0-1 0,0 0 0,0 0 0,1 0-1,-1-1 1,1 0 0,11 6 0,-1-2 1,1-1 0,-1-1-1,1 0 1,1-2 0,-1 0 0,1 0 0,-1-2 0,1 0 0,0-1 0,0-1 0,0-1-1,-1 0 1,1-1 0,0-1 0,-1-1 0,1-1 0,-1 0 0,0-1 0,-1 0 0,0-2-1,0 0 1,0-1 0,-1 0 0,0-1 0,-1-1 0,0-1 0,-1 0 0,0 0 0,11-15-1,-19 20 12,0 0 0,0-1 0,0 0 0,-1 1 0,0-2 0,-1 1 0,1 0 0,-2-1 0,1 0 1,-1 1-1,-1-1 0,1 0 0,-2 0 0,1 0 0,-1 0 0,0 0 0,-1 0 0,0 0 0,-1 0 0,0 1 0,0-1 0,0 0 0,-1 1 0,-1-1 0,0 1 0,0 0 0,0 0 0,-1 1 0,-6-9 0,1 5 61,1 0 1,-1 1-1,-1 1 1,0 0-1,0 0 1,0 1-1,-1 0 1,-1 1-1,1 1 1,-1 0-1,0 0 1,-1 1-1,1 1 1,-1 0-1,0 1 1,0 1-1,0 0 1,0 1-1,-21 0 1,30 1-69,0 1 1,0-1-1,1 1 1,-1 0-1,0 0 1,0 1 0,1-1-1,-1 1 1,1 0-1,0 0 1,-1 0-1,1 1 1,0 0-1,0 0 1,1 0 0,-6 5-1,3-2-3,1 1-1,0 0 1,1 0-1,-1 0 1,1 1-1,1-1 1,-1 1-1,-3 14 1,1 1-99,2 1-1,0 0 1,1 0 0,2 0 0,1 34 0,0-55-76,0 1-1,0 0 1,1-1 0,-1 1 0,1-1 0,0 1 0,0-1 0,0 1-1,3 6 1,22 13-4061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06.1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105 165 4018,'0'0'1526,"0"0"-227,0 0 56,0 0 302,0 0-171,0 0-472,3-17 1425,-5 4-337,-3 22-2085,0 0 0,0 0 1,0 1-1,1-1 0,1 1 1,0 0-1,0 0 0,-2 19 1,1-11-9,-4 31 81,2-1 0,1 100 0,5-146-87,0 1 1,-1 0-1,2 0 1,-1 0-1,0 0 1,1 0 0,-1 0-1,1 0 1,0 0-1,0 0 1,0-1-1,0 1 1,1 0 0,-1-1-1,1 1 1,0-1-1,-1 1 1,1-1-1,0 0 1,0 0 0,1 0-1,-1 0 1,0 0-1,1 0 1,4 2-1,-1-2 17,0 0-1,0-1 0,0 1 0,0-1 0,0-1 0,0 1 1,0-1-1,1 0 0,-1-1 0,0 1 0,11-4 0,-9 2 10,0-1 1,0-1-1,0 1 0,0-1 0,-1-1 0,1 1 0,-1-1 0,0-1 0,-1 1 0,1-1 0,-1 0 0,-1-1 0,7-7 0,4-7 75,0-1 0,24-47-1,-32 51-76,-1 0-1,-1-1 1,0 0 0,-2 0-1,0 0 1,-1 0 0,-1-1 0,0 1-1,-3-30 1,1 42 9,-1 1 1,0-1-1,-1 0 1,1 1-1,-2-1 0,1 1 1,0 0-1,-1-1 1,0 1-1,-1 0 1,1 1-1,-1-1 0,0 1 1,-1-1-1,1 1 1,-1 1-1,0-1 0,0 1 1,-1-1-1,1 1 1,-1 1-1,-9-5 1,4 2 28,0 0 1,-1 1 0,0 0 0,0 1 0,-1 1-1,1 0 1,-1 0 0,1 2 0,-1-1 0,0 1-1,-19 2 1,29 0-68,0-1-1,0 1 1,0 0 0,0 0-1,1 0 1,-1 1-1,0-1 1,1 1 0,-1 0-1,1-1 1,-1 1-1,1 0 1,0 0 0,0 1-1,0-1 1,0 0 0,0 1-1,0-1 1,-1 4-1,-26 59-58,24-53 58,-5 17-20,1 1 0,1-1 0,2 1 0,1 0 0,1 1 0,2-1 0,1 44 0,1-72 13,1-1-1,-1 1 1,0-1-1,0 1 1,1-1-1,-1 1 1,1-1 0,0 0-1,-1 1 1,1-1-1,0 0 1,0 1-1,0-1 1,-1 0-1,1 0 1,1 0-1,-1 1 1,0-1 0,0 0-1,0-1 1,0 1-1,1 0 1,1 1-1,1 0-4,1-1 0,-1 1 0,0-1-1,1 0 1,-1 0 0,1-1 0,-1 1 0,7-1 0,-2 0 3,0-1 1,0 0 0,0 0 0,0-1 0,0 0-1,-1 0 1,1-1 0,12-6 0,-13 4 2,0 0 1,0-1 0,0 0-1,0-1 1,-1 1-1,0-1 1,-1-1-1,1 1 1,-2-1 0,1-1-1,-1 1 1,0-1-1,-1 0 1,1 0-1,-2 0 1,0 0 0,0-1-1,0 1 1,-1-1-1,-1 0 1,0 1-1,0-1 1,-1 0 0,-1-17-1,0 23 14,0-1 1,0 1-1,0-1 0,-1 1 0,0 0 1,0-1-1,0 1 0,0 0 0,-1 0 1,1 0-1,-1 1 0,0-1 0,-1 1 0,1-1 1,0 1-1,-1 0 0,0 0 0,1 1 1,-1-1-1,0 1 0,-1 0 0,1 0 1,0 0-1,-1 1 0,1-1 0,-5 0 1,-10-3 23,0 1 1,0 0 0,0 2 0,-37-1 0,54 3-36,0 1 1,1-1-1,-1 0 1,0 1-1,1-1 1,-1 1-1,0-1 1,1 1-1,-1 0 1,1 0-1,-1 0 1,1 0 0,-1 0-1,1 0 1,0 0-1,0 0 1,-1 0-1,1 1 1,0-1-1,0 1 1,0-1-1,0 0 1,0 1-1,1 0 1,-1-1-1,0 1 1,1-1-1,-1 1 1,1 0-1,0 0 1,-1-1-1,1 3 1,-2 9-366,1 1 0,1 0 0,0 17-1,1-10-1188,-1 9-2321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10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 4546,'0'0'1670,"0"0"-189,0 0-51,0 0 179,0 0-275,0 0-382,0-5-301,0 4 931,-1 17-571,-7 129 1414,-4-52-1887,5 0-1,4 1 1,3 0 0,5 0-1,24 130 1,-19-179-471,-5-27-67,-1 0 1,-1 0-1,2 30 1,-5-48-142,0 0-348,0-54-8688,0 38 3177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11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5971,'0'0'1827,"0"0"-463,0 0-188,0 0 6,0 0-344,7-10-249,-2 3-479,-4 4-71,1 0-1,0 1 0,-1-1 1,2 0-1,-1 0 0,0 1 0,0 0 1,1-1-1,-1 1 0,1 0 1,0 0-1,0 0 0,0 1 0,0-1 1,0 1-1,0-1 0,0 1 1,0 0-1,0 0 0,1 1 0,2-1 1,150-4 1953,-43 4-892,159-24-1,-198 13-104,136-5 0,-209 17-917,-1 0 68,0 0 30,0 0 118,0 0-70,0 0 37,0 0-138,0 0-59,0-22-6718,0 6-1896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13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7491,'0'0'1489,"0"0"-278,0 0 73,0 0-87,0 0-324,0 0-446,1 3-168,8 41 566,-1 0 1,-2 0-1,-2 0 1,-2 60-1,1-21-289,-3-46-339,3 0 1,1 0-1,2 0 1,1-1-1,17 49 1,-22-77-93,0 1 1,0-1 0,-1 1 0,0 0 0,-1-1 0,0 14 0,0 1-3258,2 0-5445,-2-23 1335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1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5667,'0'0'2657,"0"0"-1859,0 0-388,0 0 513,-2 29 641,1-1-1192,-2 13 312,2 0 1,8 77-1,-3-93-424,27 183 1861,-22-166-1697,2 0 0,29 74-1,-37-108-401,0-2-8,0 0-1,-1 1 1,0-1 0,0 1 0,2 11-1,-4-18-122,0 0-307,0 0-1145,0 0-1360,-3 0-1772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1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6531,'0'0'1104,"0"0"-234,0 0 80,0 0 163,0 0-324,20-3-154,0-1-484,10-1 144,0 1 0,43 1-1,11 3 694,0-3 0,145-24 0,-133 8-414,1 5 0,179-4-1,-276 18-293,0 0 150,0 0-78,0 0-13,0 0-120,0 0-70,0 0-66,0 0-30,0 0-66,0 0 50,0 0-80,0 0 41,0 0-30,0 0-8,0 0-80,3 0-1441,-2 0-2156,1 0-1557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2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33 5667,'0'0'1382,"0"0"-347,0 0-40,0 0-51,0 0-90,0 0-184,0 0-348,1-5-145,1-17 81,-2 17 70,0 5 22,0 0-30,0 0-101,0 0 58,0 0-21,-17 22 107,-39 52-12,3 2 0,4 3-1,3 1 1,4 3 0,3 1-1,5 2 1,2 2 0,-22 105-1,43-124 161,3 1-1,2 137 1,8-165-324,2 0 1,2 0 0,2 0-1,1-1 1,2 0-1,2-1 1,2 0 0,2-1-1,1-1 1,2-1-1,1 0 1,36 45 0,-24-39-109,1-1 1,3-2 0,1-2 0,2-1-1,1-2 1,2-2 0,1-2-1,2-1 1,63 29 0,-80-45 101,1-2-1,0 0 1,1-3 0,0 0 0,1-2-1,0-1 1,47 2 0,-78-8-34,-1 0 42,0 1-218,0-3-6500,0-7 329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26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0 443 2449,'0'0'3538,"0"0"-2100,0 0-475,0 0 32,0 0-13,0 0-366,0 0-208,2 11 1054,4-12-1267,-1 1 1,1-1-1,0-1 0,-1 1 0,1-1 0,-1 0 1,0 0-1,0-1 0,0 1 0,0-1 0,0 0 0,0-1 1,-1 1-1,1-1 0,-1 0 0,7-8 0,8-10 20,-2-1 0,19-32 0,-7 12-16,-13 19-175,7-7 9,-1-1 0,-1-1 0,-2-1 0,-1-1 0,12-37 0,-30 72-37,1 0 1,-1 1 0,0-1 0,0 0 0,0 0 0,0 0-1,0 0 1,0 0 0,0 0 0,0 0 0,0 0 0,0 0-1,0 0 1,1 0 0,-1 0 0,0 0 0,0 0 0,0 0-1,0 0 1,0 0 0,0 0 0,0 0 0,0 0 0,1 0-1,-1 0 1,0 0 0,0 0 0,0 0 0,0 0 0,0 0-1,0 0 1,0 0 0,0 0 0,0 0 0,1 0 0,-1 0-1,0 0 1,0 0 0,0 0 0,0 0 0,0-1 0,0 1-1,0 0 1,0 0 0,0 0 0,0 0 0,0 0 0,0 0-1,0 0 1,0 0 0,0-1 0,4 20-13,0 35 238,-4-45-151,3 161 676,-38 334 0,23-292 14,11-153 2319,1-70-3519,0-6-308,4 6-2674,1 4-1192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29.6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6787,'0'0'1131,"0"0"-464,0 0 272,0 0 470,0 0-358,1 0 2801,22 0-3801,602 0 2502,-625 1-2555,0 1 50,0-2 67,0 0 34,0 0 70,-10 1-645,-7 1-7622,11-2-2223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32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 6419,'0'0'1499,"0"0"-696,0 0-96,0 0-141,0 0-195,0 0 26,-5 28 137,-2 8-343,2-8 34,0 0-1,2-1 0,1 48 0,1-18 297,0-7 72,8 72 1,-4-105-505,0 0 1,1-1-1,0 1 1,1-1-1,1 1 1,1-2-1,0 1 1,11 15-1,-5-11-35,1-1-1,1 1 0,1-2 0,1-1 1,0 0-1,2-1 0,27 20 0,-32-27-18,1 0-1,-1-1 1,1 0 0,1-1-1,-1-1 1,1-1-1,1 0 1,-1-1-1,0-1 1,1 0-1,25 0 1,-37-3-25,0 0 0,0 0 0,0 0 0,0 0 0,-1-1 1,1 0-1,0 0 0,0 0 0,-1-1 0,1 1 0,-1-1 0,1 0 0,-1 0 0,0-1 1,0 1-1,0-1 0,0 0 0,0 0 0,-1-1 0,1 1 0,-1-1 0,0 1 1,4-7-1,4-7-6,0 0 0,-1-1 0,0-1 0,-2 0 0,0 0 0,-1 0 0,-1-1 0,-1 0 0,5-38 0,-3-15 7,-4-105 1,-3 123-11,0 45-5,-1 0 1,0 0 0,0 0-1,-1 0 1,0 0 0,-1 0 0,0 0-1,-1 1 1,0-1 0,0 1-1,-1 0 1,0 0 0,0 1-1,-1-1 1,0 1 0,-1 0 0,0 1-1,0 0 1,-1 0 0,0 1-1,-14-10 1,6 6-6,-1 2 0,0 0 0,0 0-1,-1 2 1,0 0 0,0 1 0,0 1 0,0 1 0,-1 0-1,-37 1 1,19 0-16,23 1 14,0 1-1,0 0 0,0 1 0,-22 4 0,32-4 4,-1 0-1,2 1 0,-1-1 0,0 1 1,0 0-1,0 0 0,1 0 0,-1 0 1,1 1-1,0-1 0,0 1 0,0 0 1,0 0-1,0 0 0,0 1 0,1-1 1,0 1-1,-1-1 0,-2 8 0,0 5-182,1 0 0,0 0 0,1 0 0,0 0 0,2 1 0,0-1 0,1 1 0,0-1 0,4 18 0,-4-33 43,0 0 0,0 0 0,0 1-1,0-1 1,1 0 0,-1 1 0,1-1-1,-1 0 1,1 0 0,-1 0 0,1 1-1,0-1 1,0 0 0,-1 0 0,3 2 0,16 8-4668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33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5410,'0'0'729,"0"0"-209,0 0 96,0 0 331,0 0-55,0 0-108,10 6-267,38 21 45,-2 3 0,0 1-1,-2 3 1,-2 1-1,-1 2 1,-2 2 0,56 73-1,-61-62-241,-3 1 0,-3 2-1,-1 1 1,-3 1 0,-2 1-1,-3 1 1,-2 0 0,-3 2-1,-2 0 1,-3 0 0,2 115 0,-12 145 426,-4-255-667,-2 0 1,-30 121-1,-15-20-9,44-145-12,-1 1 0,-1-2 0,0 1 1,-1-2-1,-26 33 0,27-43 245,7-8-6379,3-12-3177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37.96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307 259 6659,'0'0'2142,"0"0"-813,0 0-467,0 0 296,0 0-17,0 0-41,1-11-177,2-32-304,-3 43-607,0-1 1,1 1 0,-1 0 0,0-1-1,0 1 1,0 0 0,0-1-1,0 1 1,0 0 0,0-1 0,0 1-1,0 0 1,0-1 0,0 1 0,0 0-1,0-1 1,0 1 0,-1 0-1,1-1 1,0 1 0,0 0 0,0 0-1,0-1 1,0 1 0,-1 0 0,1 0-1,0-1 1,0 1 0,-1 0 0,1 0-1,0-1 1,0 1 0,-1 0-1,1 0 1,0 0 0,-1 0 0,1-1-1,0 1 1,0 0 0,-1 0 0,1 0-1,0 0 1,-1 0 0,1 0-1,0 0 1,-1 0 0,1 0 0,0 0-1,-1 0 1,1 0 0,0 0 0,-1 0-1,1 0 1,0 0 0,-1 0-1,1 1 1,0-1 0,-1 0 0,1 0-1,0 0 1,0 1 0,-1-1 0,1 0-1,-16 17 171,5 4-140,1 1-1,1 1 1,1 0 0,1 0-1,-7 45 1,6-17-74,0 94 1,8-138 16,0-1 0,0 1 0,1 0 0,0-1 0,0 1 0,0 0 0,1-1 0,0 0 0,4 10-1,-4-13 10,0 0-1,0 0 1,1-1-1,-1 1 0,0-1 1,1 1-1,0-1 0,-1 0 1,1 0-1,0 0 0,0 0 1,0-1-1,0 1 1,1-1-1,-1 0 0,0 0 1,1 0-1,-1 0 0,7 0 1,1 1 14,1-1 1,0-1 0,-1 1 0,1-2-1,0 0 1,-1 0 0,1-1 0,-1 0 0,1-1-1,-1-1 1,0 0 0,0 0 0,-1-1-1,1 0 1,10-8 0,-4 1 12,-1-1 1,0 0-1,-1-2 1,0 0-1,-2 0 1,0-1-1,20-31 1,-23 30-9,-1-1 0,0 0 0,-2 0-1,0-1 1,0 0 0,-2 0 0,-1 0 0,0-1 0,-1 0 0,-1 0-1,-1 0 1,-1 0 0,-1 1 0,-3-22 0,3 33-6,0 0 1,-1 0-1,0 1 0,-1-1 1,0 1-1,0-1 0,0 1 1,-1 0-1,0 0 0,0 0 1,-1 1-1,-9-11 0,5 8 14,0 1 0,-1 0 0,0 0 0,0 1 0,-1 0 0,1 0 0,-20-7 0,12 7 29,0 1 1,-1 0 0,1 1-1,-1 2 1,0-1-1,0 2 1,0 1-1,-1 0 1,1 1-1,-32 5 1,38-2-36,0 1-1,0 0 0,1 1 1,-1 1-1,1 0 1,1 0-1,-1 1 1,1 1-1,0 0 1,0 0-1,1 1 1,1 1-1,-1-1 1,1 2-1,1-1 1,0 1-1,1 0 1,0 1-1,-7 13 1,1 2-14,2 1 0,0 0 0,2 0 0,1 1 0,1 0 0,1 1 0,-2 47 0,6-57-5,1 0 1,2 1 0,0-1 0,1 0 0,0 0 0,7 22-1,-7-35-3,0-1-1,1 0 0,0 0 0,0 0 0,0-1 0,0 1 0,1 0 0,0-1 0,0 0 1,1 0-1,0-1 0,-1 1 0,1-1 0,1 0 0,-1 0 0,1 0 0,-1-1 1,1 0-1,0 0 0,0-1 0,1 1 0,6 1 0,5 0-102,1-1-1,-1-1 1,0 0 0,1-2-1,28-1 1,-45 1-41,1-1 1,0 1-1,0-1 0,-1 1 1,1-1-1,0 0 0,-1 0 1,1 0-1,0 0 1,-1 0-1,5-4 0,15-21-3475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39.14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160 205 4434,'0'0'1910,"0"0"-245,0 0 21,0 0-528,0 0-598,0 0-250,-15 27-17,3-8-188,3-4-4,0-1-1,1 2 0,1-1 1,0 1-1,1 0 0,0 0 0,2 1 1,0 0-1,1 0 0,-2 21 1,5-30-22,-2 18 183,1 0 1,2 0 0,0 1-1,2-1 1,8 36 0,-9-56-226,0 1-1,0-1 1,1-1-1,0 1 1,0 0 0,0 0-1,1-1 1,0 0 0,0 0-1,0 0 1,0 0 0,1-1-1,0 1 1,0-1 0,0 0-1,0-1 1,1 1 0,-1-1-1,1 0 1,0-1-1,0 1 1,0-1 0,0 0-1,1-1 1,-1 0 0,0 0-1,10 1 1,-5-1-5,-1 0 0,1 0 1,0-1-1,0-1 0,-1 0 0,1 0 1,-1-1-1,1 0 0,-1-1 0,0 0 1,0 0-1,0-1 0,0-1 0,-1 0 1,1 0-1,-1-1 0,0 0 0,-1 0 1,0-1-1,0 0 0,0-1 0,8-10 1,-1-1-13,0 0 1,0-2 0,-2 1 0,-1-2 0,0 0-1,-2 0 1,11-34 0,-15 39-12,-1-1 1,-1-1-1,0 1 1,-2 0-1,0-1 0,-1 0 1,-1 1-1,-1-1 0,0 1 1,-6-29-1,3 37 1,0 0 0,0 1 0,-1 0 0,0-1 0,0 2 0,-1-1 0,0 1 0,-1 0 0,0 0 0,0 1 0,-1-1-1,0 2 1,0-1 0,0 1 0,-1 0 0,0 1 0,0 0 0,-15-5 0,7 2-6,-1 1 0,-1 1-1,1 1 1,-1 1 0,0 0 0,0 1 0,0 1-1,0 1 1,-23 1 0,36 1-6,0 0 0,1 0-1,-1 0 1,1 1 0,-1 0 0,1 0 0,-1 0 0,1 1-1,0 0 1,0 0 0,1 0 0,-1 0 0,-6 7 0,3-1-3,0-1 0,0 2 0,1-1 0,0 1 0,1 0 0,-6 13-1,-3 13-7,1 0-1,-17 77 0,21-63 38,2 1 0,3 0 0,2 98 0,2-144-25,1-1-1,0 1 0,0-1 1,0 1-1,1 0 0,0-1 1,0 1-1,0-1 0,0 0 1,1 1-1,-1-1 1,1 0-1,0 0 0,1 0 1,-1 0-1,1 0 0,-1-1 1,1 1-1,0-1 1,1 1-1,-1-1 0,0 0 1,1-1-1,0 1 0,0 0 1,0-1-1,0 0 1,0 0-1,0 0 0,0-1 1,1 1-1,-1-1 0,0 0 1,1 0-1,8 0 0,1 1 6,0 0-1,-1-2 0,1 0 0,0 0 0,0-1 1,-1-1-1,1 0 0,0-1 0,-1 0 0,0-1 1,0-1-1,22-10 0,-18 5-4,0-1 0,-1-1 1,0 0-1,-1-1 0,-1 0 0,0-1 1,0-1-1,15-22 0,-17 20 0,-1-1 1,0-1-1,-2 0 0,0 0 0,0-1 0,-2 0 1,-1 0-1,0-1 0,-2 1 0,0-1 1,-1-1-1,-2 1 0,0 0 0,-1 0 0,-1-1 1,-7-39-1,4 50 6,0 0 0,0 0 1,-2 1-1,1-1 0,-1 1 1,-1 0-1,0 0 0,0 1 1,-1 0-1,0 0 0,0 1 0,-1 0 1,0 1-1,-1 0 0,-20-12 1,15 10 9,0 1-1,0 1 1,-1 0 0,0 1 0,-1 1 0,0 0 0,1 1-1,-1 1 1,0 1 0,-25-1 0,38 3-23,0 1 1,1-1-1,-1 1 1,0-1-1,1 1 0,-1 0 1,1 1-1,-1-1 1,1 1-1,0-1 1,0 1-1,-1 0 0,1 0 1,0 0-1,1 1 1,-1-1-1,0 1 1,-2 3-1,0 0 37,0 1 0,1 0 1,0 0-1,1 1 0,-1-1 1,1 1-1,-4 15 0,2 6-859,0 0 0,2 1-1,0 47 1,3-45-4447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41.8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148 187 1345,'0'0'6440,"0"0"-3959,0 0-1694,0 0 109,0 0 348,0 0-273,-17-10-507,4 2-378,0 1 0,0 0 0,-22-7 0,34 14-82,0 0 0,0 0 0,-1 0 0,1 0 0,0 0 0,0 0 0,0 0 0,-1 0 0,1 1 0,0-1 0,0 0-1,0 1 1,-1-1 0,1 1 0,0-1 0,0 1 0,0 0 0,0-1 0,0 1 0,0 0 0,0 0 0,0 0 0,0 0 0,1 0 0,-1 0 0,0 0 0,1 0 0,-1 0-1,0 0 1,1 0 0,-1 2 0,-11 40 41,10-35-26,-3 21 6,2 1 1,1-1 0,2 30 0,0-41-12,0-13-16,0-1-1,0 1 1,1-1-1,0 0 1,0 1-1,0-1 1,0 0-1,0 1 1,1-1 0,0 0-1,0 0 1,0 0-1,1-1 1,-1 1-1,1 0 1,0-1-1,0 0 1,0 1-1,0-1 1,0 0 0,1-1-1,0 1 1,-1-1-1,1 1 1,0-1-1,0 0 1,0-1-1,0 1 1,1-1 0,-1 0-1,0 0 1,1 0-1,-1 0 1,1-1-1,5 1 1,1-1 14,-1 0 1,0 0-1,1 0 1,-1-2-1,1 1 1,-1-1-1,0-1 1,0 0-1,0 0 0,0-1 1,-1 0-1,1-1 1,-1 0-1,12-8 1,-2-3 5,-1 0 1,-1-2-1,27-32 0,-38 42-3,0 0-1,-1-1 1,0 0-1,0 0 1,-1-1 0,-1 1-1,1-1 1,-1 1-1,-1-1 1,0 0-1,2-18 1,-4 18 1,1-1 0,-2 1 0,1 0 0,-1-1 0,-1 1 0,0 0 0,-1 0 0,1 0 0,-2 0 0,-6-14 0,6 18 22,0 0-1,0 1 0,-1-1 1,1 1-1,-1 0 0,0 0 1,-1 1-1,1-1 0,-1 1 1,0 0-1,0 1 0,0 0 1,0 0-1,-1 0 0,1 0 1,-11-2-1,12 4-1,-1-1 0,0 1 1,0-1-1,1 2 0,-1-1 1,0 1-1,0-1 0,0 2 0,0-1 1,0 1-1,1-1 0,-1 2 0,0-1 1,0 1-1,1 0 0,-1 0 1,1 0-1,0 1 0,-1 0 0,1 0 1,1 0-1,-1 0 0,0 1 1,1 0-1,-6 6 0,1 2-22,0 0 0,1 1-1,0 0 1,1 0 0,1 1 0,0 0-1,1 0 1,-7 28 0,8-28-20,0 1 0,1 0 1,1 0-1,1 0 0,0 0 0,0 0 0,4 29 1,-2-40-1,0 1 1,0-1-1,1 0 1,0 1-1,-1-1 1,1 0-1,0 0 1,1 0-1,-1 0 1,1-1-1,0 1 1,0-1-1,0 1 1,0-1-1,1 0 1,-1 0 0,1-1-1,0 1 1,-1-1-1,1 1 1,1-1-1,-1 0 1,0-1-1,0 1 1,1-1-1,-1 0 1,1 0-1,-1 0 1,7 0-1,10 1 14,0 0-1,1-2 1,-1 0-1,1-1 0,-1-1 1,32-8-1,-45 8-15,1 0 0,0-1 0,0 0-1,-1 0 1,0-1 0,0 0 0,0-1-1,0 1 1,-1-2 0,1 1 0,-1-1 0,-1 0-1,1-1 1,-1 1 0,0-1 0,-1 0-1,9-14 1,-12 18 14,-1 1-1,1-1 1,-1 0-1,0 0 1,0 0-1,0 0 1,0 0-1,-1 0 1,1 0-1,-1 0 1,1 0 0,-1 0-1,0 0 1,0 0-1,-1 0 1,1 0-1,-1 0 1,1 0-1,-1 0 1,0 0-1,0 0 1,0 0-1,-1 0 1,1 1-1,-1-1 1,1 0-1,-1 1 1,0-1-1,0 1 1,0 0 0,0 0-1,0-1 1,-1 1-1,1 1 1,-4-3-1,-8-4 46,0 0-1,-1 2 1,0-1-1,0 2 1,-22-6-1,32 10-42,-17-5 26,-1 0 0,-1 2 0,1 1 0,-36-1 1,56 4-42,1 0 1,0 0-1,0 0 1,-1 0-1,1 0 1,0 1 0,0-1-1,0 1 1,-1-1-1,1 1 1,0 0-1,0 0 1,-3 2-1,3-2-187,1 1 0,0-1-1,0 1 1,0 0 0,1-1-1,-1 1 1,0 0 0,1-1-1,-1 1 1,1 0 0,-1 0-1,1-1 1,0 1 0,0 0-1,0 0 1,0 0 0,0 2-1,0 20-8187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43.1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17 255 6867,'0'0'1310,"0"0"-846,5 24 398,29 173 1681,-33-194-2527,2 21 290,1 0-1,1 0 0,1 0 0,10 23 0,-14-41-246,0-1-1,0 0 0,1 0 1,0 0-1,0 0 1,0-1-1,0 1 1,1-1-1,0 1 1,0-1-1,0-1 0,1 1 1,-1 0-1,1-1 1,0 0-1,-1 0 1,2-1-1,-1 1 1,0-1-1,0 0 1,1 0-1,-1-1 0,10 2 1,-5-2-5,-1 0 0,1-1 0,-1-1 0,1 1 0,-1-1 0,1-1 0,-1 0 1,0 0-1,0-1 0,0 0 0,0 0 0,0-1 0,-1 0 0,14-9 0,-13 6-30,-1 0 0,1-1 0,-1 0-1,-1 0 1,1-1 0,-1 0 0,-1 0-1,0-1 1,0 0 0,-1 0 0,0 0 0,4-13-1,-2-3 32,-1 0 0,-2 0 0,0 0 0,-2 0 0,-1-1 0,-4-50 0,3 68 3,-1-1 1,0 1 0,-1 0-1,0 0 1,-1 0 0,0 1 0,0-1-1,-1 0 1,0 1 0,0 0 0,-1 0-1,0 0 1,0 1 0,-1 0-1,0-1 1,0 2 0,-1-1 0,-10-7-1,8 8-12,-1 0 0,1 0-1,-1 1 1,-1 0 0,1 1-1,0 0 1,-1 1 0,0 0-1,0 1 1,0 0 0,0 0-1,0 1 1,0 1 0,-22 2-1,25-1-49,1 1-1,0 0 1,0 0-1,0 1 0,0 0 1,1 0-1,-1 1 1,1 0-1,0 0 1,0 0-1,0 1 0,0 0 1,1 0-1,0 0 1,0 1-1,0 0 1,1 0-1,0 0 0,-5 10 1,-2 4-11,0 2 0,1-1 1,2 1-1,-12 45 0,15-45 0,1 0 0,1 0-1,0 1 1,2 0 0,2 30 0,-1-46 9,1 1 0,0-1 0,0 1 1,1-1-1,0 1 0,0-1 1,1 0-1,0 0 0,0 0 0,1 0 1,0 0-1,0-1 0,0 1 0,1-1 1,0-1-1,0 1 0,1-1 1,10 9-1,-5-7-4,1-1 0,-1 0 0,1-1 0,0 0 0,0-1 1,1 0-1,20 3 0,-1-3 5,60 0 1,-78-4-19,-1 0 1,1-2 0,-1 0-1,0 0 1,0-1-1,0-1 1,0 0-1,-1-1 1,1 0-1,-1-1 1,0 0 0,-1-1-1,1 0 1,-1-1-1,-1 0 1,0-1-1,0 0 1,0-1 0,-1 0-1,-1 0 1,9-14-1,-7 10 28,-1-1-1,0 0 0,-2 0 0,1-1 1,-2 0-1,0 0 0,-1-1 0,-1 0 1,0 0-1,-1 0 0,1-22 0,-4 27 9,0 0 0,0 0-1,-1 0 1,-1 0-1,0 0 1,0 0-1,-1 1 1,-1-1 0,0 1-1,0 0 1,-1 0-1,-1 1 1,0-1-1,0 1 1,-1 0 0,0 1-1,-9-10 1,3 6 67,-1 0-1,-1 1 1,0 0 0,-1 1 0,0 1 0,0 0 0,-1 1 0,0 1 0,-1 1 0,1 0-1,-2 2 1,1 0 0,-1 0 0,1 2 0,-1 0 0,-20 1 0,33 2-65,1 0-1,-1 0 1,0 1 0,1 0 0,-1 0 0,0 1-1,1-1 1,-1 1 0,1 0 0,0 1 0,0-1 0,0 1-1,0 0 1,0 1 0,1-1 0,-7 7 0,5-4-11,0 1-1,0 1 1,1-1 0,0 1 0,1 0 0,0 0-1,0 1 1,0-1 0,-3 15 0,2 3-20,0 0 0,1 1 0,2-1 0,1 1 0,0 0 0,5 33 0,-2-51 6,-1-1-1,1 1 0,0-1 1,1 1-1,0-1 0,0 0 1,1 0-1,0 0 0,1-1 1,-1 0-1,1 1 0,1-2 1,-1 1-1,1 0 0,0-1 0,1 0 1,12 8-1,-9-7-205,1-1 1,-1 0-1,1 0 1,0-2-1,0 1 0,1-1 1,-1-1-1,1 0 0,0 0 1,0-2-1,23 2 1,-22-4-3126,-9-4-1746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44.3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148 1 7988,'0'0'2355,"0"0"-989,0 0-314,0 0 175,0 0-459,-22 13-474,7-6-269,9-4-20,-1 0 0,1 0 1,0 0-1,0 1 0,0-1 0,1 2 0,-1-1 0,1 0 0,0 1 0,0 0 0,1 0 0,-1 1 0,1-1 0,0 1 0,1 0 0,-1 0 0,1 0 0,1 0 0,-1 1 0,1-1 0,0 1 0,0 0 0,0 7 0,-5 216 242,7-195-182,0-23-15,0 1 0,1-1 0,1 1 0,0-1 0,1 0 0,0 0 0,1 0-1,0 0 1,7 14 0,-8-21-31,0 1 0,1-1-1,-1 0 1,1-1 0,0 1-1,0-1 1,1 1 0,-1-1-1,1-1 1,0 1 0,0 0-1,1-1 1,-1 0 0,0-1-1,1 1 1,0-1 0,0 0-1,-1 0 1,1-1 0,11 2 0,-8-2 8,-1 0 1,1-1 0,0 0 0,-1 0 0,1-1 0,-1 0 0,1-1 0,-1 1 0,0-2 0,1 1 0,-1-1 0,0 0 0,-1-1 0,1 0 0,0 0 0,-1-1 0,0 0 0,0 0 0,-1-1 0,1 1 0,-1-1 0,0-1 0,-1 1 0,0-1 0,0 0 0,0-1 0,-1 1 0,0-1 0,0 1 0,-1-1 0,0 0 0,0-1 0,-1 1 0,2-13 0,-1 8 1,0-1 0,-1 1 0,-1 0 0,0-1 0,-1 0 0,0 1 0,-1-1 0,-1 1 0,0-1 0,-1 1 1,0 0-1,-1 0 0,-1 0 0,0 1 0,0-1 0,-1 1 0,-1 0 0,0 1 0,-15-19 0,1 7 192,-1 1 1,-1 0-1,-29-19 0,40 32-115,-1 1 0,0 0-1,-1 0 1,0 2-1,0-1 1,0 2 0,-1 0-1,-19-4 1,33 9-97,0 0 1,0 0-1,0 0 0,1 0 1,-1 0-1,0 0 1,0 0-1,0 1 1,1-1-1,-1 0 0,0 0 1,0 1-1,1-1 1,-1 1-1,0-1 1,1 0-1,-1 1 1,0-1-1,1 1 0,-1-1 1,1 1-1,-1 0 1,1-1-1,-1 1 1,1 0-1,-1-1 0,1 1 1,0 0-1,-1-1 1,1 1-1,0 0 1,-1 0-1,1-1 0,0 1 1,0 0-1,0 0 1,0 0-1,0-1 1,0 2-1,0 41-85,1-26 92,-3 44-59,0-24 124,4 59 0,-1-87-142,0 0 1,1-1-1,-1 1 0,2 0 0,-1-1 0,1 0 0,1 1 0,-1-1 0,1 0 1,1-1-1,-1 1 0,7 7 0,-9-13-316,10 9-402,-2-8-2865,-4-3-1649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2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0 379 6387,'0'0'1371,"0"0"-757,0 0 34,0 0 385,0 0-233,6-22-403,45-164 217,-44 166-512,0-1 81,0 0 0,-1-1 0,-2 1 0,4-43 0,-8 62-15,0 2 128,0 0 19,0 0-3,2 10-78,-1 1 0,0-1 0,0 0 0,-2 0 0,-1 15 0,0 10 459,2 108 1455,0 45-567,0-63-4606,0-124-782,0-1-2628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26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7812,'0'0'957,"0"0"-226,0 0 123,0 0 93,0 0-245,5 0-121,55 5 346,1-4 0,87-8-1,-80-3-659,-39 5-164,0 1-1,30 0 0,-29 4-672,-17 0-6610,-13 0 209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2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5475,'0'0'664,"0"0"120,0 0 579,0 0-55,0 0-476,4-11 1006,10-4-1074,0 0 0,33-24 1,-27 23-398,-17 14-334,0 0-1,1 0 1,-1 0 0,1 0-1,-1 0 1,1 1 0,0-1-1,0 1 1,0 0-1,-1 1 1,1-1 0,0 0-1,0 1 1,0 0 0,0 0-1,0 0 1,0 1 0,0-1-1,0 1 1,0 0-1,0 0 1,0 0 0,0 1-1,-1-1 1,1 1 0,-1 0-1,1 0 1,-1 0-1,1 1 1,-1-1 0,0 1-1,0-1 1,-1 1 0,1 0-1,0 0 1,-1 1 0,0-1-1,3 6 1,3 2 93,-1 1 1,-1 1-1,0 0 0,-1-1 1,0 2-1,-1-1 1,4 26-1,-4-9 321,-2 0 1,-3 48-1,1-71-405,-2 0 0,1 0 0,-1 0 1,0 0-1,0 0 0,-1-1 0,0 1 0,0-1 0,0 1 1,-1-1-1,0 0 0,0 0 0,-1-1 0,0 1 0,1-1 1,-2 0-1,-7 5 0,6-4-17,0 0 0,-1-1 0,0 0-1,0-1 1,0 0 0,-1 0 0,1-1 0,-1 0 0,0 0 0,0-1-1,0 0 1,0-1 0,-11 1 0,18-2-22,0 0-1,0 1 1,0-1-1,0 0 1,0 0-1,0 0 1,0-1-1,0 1 1,0 0 0,0-1-1,0 1 1,0-1-1,0 0 1,0 0-1,0 0 1,1 0-1,-1 0 1,0 0 0,0 0-1,1 0 1,-1-1-1,1 1 1,-1 0-1,1-1 1,-1-1-1,0-3-10,1 1 0,0 0 0,0-1-1,1 1 1,0-1 0,0 1 0,0-1-1,2-9 1,-1 12 11,0 0 0,0 1 1,0-1-1,1 1 0,-1-1 1,1 1-1,-1 0 0,1-1 0,0 1 1,0 0-1,0 0 0,0 0 0,0 0 1,0 0-1,1 1 0,-1-1 0,1 1 1,-1 0-1,1-1 0,-1 1 0,5-1 1,66-21 58,-65 21-47,33-5 17,0 2-1,0 1 1,1 2-1,43 5 0,-12-2 18,28-1 725,-100-3-842,0 1 1,0-1-1,0 1 1,-1-1-1,1 0 1,-1 1-1,0-1 1,0 0-1,0 1 1,0-1-1,-1-5 1,1 6-268,0-16-1825,0 4-2827,0 1-3945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3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5138,'0'0'1161,"0"0"-299,0 0 186,0 0 241,0 0-262,0 0-446,-9 12 1813,10-9-2317,0 1 1,-1-1 0,1 0 0,1 0 0,-1 1 0,0-1 0,1 0 0,-1 0 0,1 0 0,0-1 0,0 1 0,0 0 0,1-1 0,-1 1 0,0-1 0,4 3 0,53 39 600,-31-25-312,26 23 183,-10-8-174,58 55 1,-88-74-241,-1 0 1,-1 1 0,0 0-1,-1 1 1,0 1-1,-2-1 1,13 33 0,2 25 414,-3 2 0,-3 0 0,7 91 1,-15 70-260,-10-222-275,0-9-5,-1-1 1,0 1 0,0 0 0,0-1 0,-1 1 0,0-1 0,0 0 0,-1 0 0,1 0 0,-1 0 0,-1 0 0,1 0 0,-5 5 0,-6 6 93,-1-2 0,-27 25 0,29-29-51,13-10-9,0-1 62,0 0-27,0 0 32,0 0-48,0 0-5,0 0 34,0 0-29,0 0-45,0 0-25,0 0 25,0 0 29,0 0-21,0 0-19,0 0-88,0 0-59,0 0-96,28-6-2840,-17-2-896,-2-3-3331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47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4674,'0'0'2908,"0"0"-1419,0 0-801,0 0-112,0 0 94,0 0 50,0 0 273,0 0 274,8 30 22,3 4-874,-2-4 25,-1-1 1,-2 1-1,-1 0 0,2 36 1,-2 40 1283,-4-45-1242,3 0 0,3-1 0,19 79 0,-22-125 155,1 7-2926,-5-21 2190,-1 0 1,1 1-1,-1-1 1,1 0 0,-1 1-1,1-1 1,-1 0-1,1 0 1,-1 1 0,1-1-1,-1 0 1,1 0-1,-1 0 1,0 0 0,1 0-1,-1 0 1,1 0 0,-1 0-1,1 0 1,-1 0-1,0 0 1,1 0 0,-1 0-1,1 0 1,-1-1-1,1 1 1,-1 0 0,1 0-1,-1-1 1,1 1-1,-1 0 1,1-1 0,-1 1-1,1 0 1,-1-1 0,1 0-1,-45-30-6885,30 18-233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48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6019,'0'0'1566,"0"0"-168,0 0 48,0 0-168,0 0-235,8 12-219,-4-3-673,-2-6-117,-1 1 0,1-1-1,0 1 1,0-1 0,0 0 0,0 0-1,0 0 1,1 0 0,0 0 0,-1 0 0,1-1-1,0 1 1,0-1 0,0 0 0,1 0-1,-1 0 1,0 0 0,1-1 0,-1 1-1,1-1 1,5 1 0,24 1 529,1-2 0,0-1 0,58-8 0,95-27 1426,-178 33-1871,18-4 209,0 1 0,0 1 0,42-1 0,-63 3-508,0 0 1,0-1-1,-1 1 1,1-1 0,-1-1-1,0 1 1,0-1-1,0 0 1,-1 0 0,1 0-1,6-10 1,-3 6-764,14-15-3386,-4 4-1675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49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8308,'0'0'2145,"0"0"-1281,0 0-504,0 0 166,0 0 218,-1 31 556,-1 209 1106,0-141-1158,-1-30-146,9 85 0,-5-148-1065,1 1-1,0 0 0,0 0 1,0-1-1,1 1 0,0-1 1,0 0-1,5 7 0,0 1-21,-7-13 9,-1-1-16,0 0-163,0 0-680,0 0-1134,0 0-1465,0 0-1816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49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6163,'0'0'1515,"0"0"-592,0 0 470,0 0 520,2 31-272,17 234 1504,-1-49-1784,-18-158-2639,0-56-593,-1-2-1127,-4 0-1930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5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5555,'0'0'848,"0"0"48,31-3 233,9 1-695,9-2 543,90-17 0,310-102 4145,-436 120-4975,-11 2-41,-2 1-4,0 0 111,-29 8 636,25-6-1026,-3 1 414,-7-2-5572,14-1-838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57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83 2433,'0'0'1604,"0"0"-705,0 0-211,0 0-16,0 0-130,0 0-161,0 0-74,-6 0 64,-46 0 2060,42 0-733,44 0-1396,6 0 209,1-2 1,0-2-1,0-2 0,42-11 0,-62 11-370,0 1 0,1 1 0,-1 0 0,26 1-1,-46 3-129,-1 0 0,1 0-1,-1 1 1,0-1 0,1 0-1,-1 0 1,0 1 0,1-1-1,-1 0 1,0 1-1,1-1 1,-1 0 0,0 1-1,0-1 1,1 0 0,-1 1-1,0-1 1,0 1-1,0-1 1,0 0 0,0 1-1,1-1 1,-1 1 0,0-1-1,0 1 1,0-1 0,0 0-1,0 1 1,0-1-1,0 1 1,-1-1 0,1 1-1,0-1 1,0 0 0,0 1-1,0-1 1,0 1 0,-1-1-1,1 0 1,0 1-1,0-1 1,-1 1 0,1-1-1,0 0 1,-1 0 0,1 1-1,0-1 1,-1 0-1,1 1 1,0-1 0,-1 0-1,1 0 1,-1 0 0,1 1-1,0-1 1,-1 0 0,1 0-1,-1 0 1,1 0-1,-1 0 1,1 0 0,0 0-1,-1 0 1,1 0 0,-1 0-1,1 0 1,-1 0-1,0 0 1,-372 0-408,308 12 281,48-8-115,40-3 245,-1 1 0,25 6 0,-23-3 24,0-1 1,31 0-1,-29-4-25,38 2 303,0-3 0,1-3 0,-1-3 0,82-19 0,24-28 100,-202 66-320,-1 0-1,0-3 1,-1 0 0,0-2-1,0-2 1,-38 1 0,12-2-238,0 1 1,-66 16-1,66-10-3,0-2 1,-68 1-1,88-9 157,25 0-1,-1-1 0,1 0 0,-1-1-1,1 0 1,-1-1 0,-19-6 0,29 7-17,5 1-15,-32 0-232,32 0 249,-1 0 1,0 0 0,-1-1 0,1 1-1,0 1 1,0-1 0,0 0 0,0 0 0,0 1 0,0-1 0,0 1 0,0 0 0,0 0 0,0-1 0,0 1 0,0 0 0,-3 3 0,3-3 16,1-1-2,1 0-22,0 0-18,0 0-59,14 1 111,-1-1 1,1-1 0,0 0-1,-1-1 1,24-5-1,18-3 116,462-53 1803,-499 62-1924,-17 1-16,1 0 0,0 0 0,-1 0 0,1 0-1,0 0 1,0 0 0,-1 0 0,1-1 0,0 1 0,-1-1 0,1 0-1,-1 1 1,1-1 0,-1 0 0,3-2 0,12-6 71,-10 7-4001,-6 2-757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58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4962,'0'0'2441,"0"0"-1259,0 0-507,0 0 259,0 0-96,0 0-478,-1 4-163,-1 26 203,2-30-385,0 1 0,0 0 0,0 0 1,1 0-1,-1 0 0,0 0 0,1 0 1,-1-1-1,1 1 0,-1 0 0,1 0 1,-1-1-1,1 1 0,0 0 0,-1-1 1,1 1-1,0 0 0,0-1 0,-1 1 1,1-1-1,0 1 0,0-1 0,0 0 1,0 1-1,-1-1 0,1 0 0,0 0 1,0 1-1,0-1 0,0 0 0,0 0 1,0 0-1,1 0 0,-1 0 145,-1 0 120,0 0-5,0 0 128,0 0 128,-2-3-439,1 0 1,-1 1-1,0-1 0,0 1 1,0 0-1,0-1 0,0 1 1,0 0-1,-1 0 1,1 0-1,-1 1 0,0-1 1,1 0-1,-1 1 0,0 0 1,-5-2-1,-1 1-15,0 0 0,1 0 0,-1 1 0,-17 0 0,24 2-79,1 0 0,-1 0 0,1 0 0,-1 0 0,1 0 0,0 0 0,0 1 0,0-1 0,-1 0 0,1 0 0,0 1-1,1-1 1,-1 1 0,0-1 0,0 1 0,1-1 0,-1 1 0,1 0 0,-1-1 0,1 1 0,-1-1 0,1 1 0,0 0 0,0 0 0,0-1-1,0 1 1,1 2 0,-1 54-185,1-56 182,0 0 0,0 0 0,0 0 0,0 0 0,0 0 1,0-1-1,0 1 0,0 0 0,1-1 0,-1 1 0,1-1 0,-1 1 0,1-1 0,0 0 1,-1 1-1,1-1 0,0 0 0,0 0 0,0 0 0,0-1 0,0 1 0,0 0 0,0-1 1,0 1-1,0-1 0,0 0 0,0 0 0,4 0 0,5 1 50,0 0 0,0-1 0,0-1 0,14-2 0,-23 2-31,-1 1 1,0-1 0,1 1 0,-1-1-1,1 0 1,-1 0 0,0 0 0,0 0 0,0 0-1,1 0 1,-1 0 0,0 0 0,0 0-1,0-1 1,-1 1 0,1 0 0,0-1-1,0 1 1,-1 0 0,1-1 0,-1 1 0,1-1-1,-1 1 1,0-1 0,1 1 0,-1-1-1,0 0 1,0 1 0,0-1 0,0 1-1,-1-4 1,1 3 32,0-1 1,0 1-1,0-1 0,-1 1 1,1 0-1,-1-1 0,0 1 1,1-1-1,-1 1 0,0 0 1,0-1-1,-1 1 0,1 0 0,0 0 1,-1 0-1,1 0 0,-1 0 1,-3-3-1,-4 1 62,0 0-1,1 1 1,-1-1 0,0 2 0,-1-1-1,1 2 1,-18-3 0,27 4-72,0 0-21,0 0-32,0 0-43,0 0-71,-1 3-9,-1 13 60,0 0 1,2 0 0,0 1-1,2 18 1,-1-34 42,-1 0 0,1 0 0,-1 1 0,1-1 1,0 0-1,0 0 0,0 0 0,-1 0 0,1 0 1,0 0-1,0 0 0,0 0 0,1 0 0,-1-1 0,0 1 1,0 0-1,0-1 0,1 1 0,-1-1 0,0 1 1,0-1-1,1 0 0,-1 1 0,1-1 0,-1 0 0,0 0 1,2 0-1,46 2-541,-39-2 473,-7 0 98,1 0-1,-1-1 0,0 1 0,0-1 1,0 1-1,0-1 0,1 0 1,-1 0-1,0-1 0,-1 1 1,1 0-1,0-1 0,0 0 0,0 0 1,-1 0-1,1 0 0,-1 0 1,0 0-1,0 0 0,0-1 1,0 0-1,0 1 0,3-5 0,-3 2 32,0 0 0,0 0 0,-1 1 0,1-1-1,-1 0 1,0 0 0,0 0 0,-1-1-1,0 1 1,0 0 0,0 0 0,0 0-1,-1 0 1,-1-8 0,1 11 11,0 1-1,0 0 1,0-1-1,0 1 1,0 0-1,0 0 1,0 0 0,0 0-1,0 0 1,-1 0-1,1 0 1,0 0-1,-1 0 1,1 1 0,-1-1-1,1 1 1,-1-1-1,1 1 1,-1-1-1,1 1 1,-1 0 0,1 0-1,-4 0 1,-43-2 552,39 2-555,-1 0-354,9 0 337,0 0 0,0 0 0,0 0 0,-1 0 0,1-1 0,0 2 0,0-1 0,0 0 0,0 0 1,0 0-1,0 0 0,0 1 0,0-1 0,0 0 0,0 1 0,0-1 0,0 1 0,1-1 0,-2 2 0,-1 15-4770,3-17 51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59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0 425 11221,'0'0'838,"0"0"-393,0 0 425,0 0 568,0 0-419,9-9-309,4-7-586,1 0 0,-2-1 1,-1 0-1,0-1 0,-1 0 0,0-1 0,-2 0 1,11-37-1,-14 31 50,-2 0 0,0-1 0,-2 1 0,-3-39 0,1 10 388,1 54-516,3 12-9,-2 0 1,0 1 0,0-1-1,-1 14 1,0 22 417,10 252 1902,-7-127-1441,-3-161-857,0-1 15,0 1 0,1 0 0,0-1 0,1 1 0,0-1 0,1 0 0,5 16 0,-7-41 836,1-13-4594,-2 17-598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20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59 5234,'0'0'3357,"0"0"-1949,0 0-631,0 0 447,0 0 227,-8 6 2767,48-8-3745,0-2 0,53-12 0,-53 7-331,1 3 1,57-3 0,130 9 115,-227 0-308,-1 0-78,-5-14-2405,2 10-5248,-3 4 100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2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4322,'0'0'1070,"0"0"-147,0 0 248,0 0 366,0 0 0,0 0-529,29 7 1454,11-3-1634,74 4 620,-60-9-900,0-2 1,0-2-1,84-19 0,-104 15-328,17-4 73,0 1 0,0 3 1,93-4-1,-144 13-320,0 0 56,0 0 6,0 0-3,0 0-3,0 0-5,0 0 25,0 0 20,-14 0 24,-45-8-1177,21-2-5937,34 9 2232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2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20 128 4354,'0'0'518,"0"0"-190,0 0 251,0 0 530,0 0-41,-5 3-289,5-3-730,-1 1 0,0-1-1,0 0 1,0 0 0,1 1 0,-1-1 0,0 1 0,1-1 0,-1 1 0,0-1 0,1 1 0,-1-1 0,1 1 0,-1-1-1,1 1 1,-1 0 0,1-1 0,-1 1 0,1 0 0,-1-1 0,1 1 0,0 0 0,-1 0 0,1-1 0,0 2 0,20-4 2712,44-19-269,-40 13-2302,0 1 0,1 1-1,0 1 1,0 2 0,0 0-1,31 2 1,-28-1-88,64-1 20,-16 0 4,123-18 0,-142 11-66,-24 5 9,1-2 1,-1-1 0,51-19 0,-83 24-1056,-13 3 480,-24 5-3445,19 1-197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22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56 4674,'0'0'246,"0"0"-174,0 0 8,0 0 285,0 0 227,-4 8 33,0-3-423,2-3-115,0 0 0,1 1 0,-1-1-1,1 0 1,-1 0 0,1 1 0,0-1 0,0 1 0,0-1-1,1 1 1,-1-1 0,0 6 0,1-8 655,0 0 111,0 0 94,0 0-45,0 0 35,0 0-62,9 0-586,37 1 628,0-2-1,86-14 0,-63 0-638,258-48 424,-288 57-669,1 3 0,-1 1 1,78 6-1,-75 11 3,-38-13-32,0 0 1,0 0-1,1 0 1,-1 0 0,0-1-1,1 0 1,-1 0 0,9 1-1,-16-7 2147,-7 3-4284,6 3-1609,-2-1-1407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2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4002,'0'0'880,"0"0"-149,0 0 366,0 0 50,0 0-315,0 0-271,0 0-31,-1 2 3136,-2 26-3532,1 96 1427,6 146 1573,-1-251-3026,1 0-1,1 0 1,1-1 0,0 0 0,16 30-1,-12-25-25,-4-49-1419,1-21-6903,-3 38 1679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2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6019,'0'0'629,"0"0"-300,0 0 316,0 0 708,0 0 82,6 26-306,1 6-823,2 6 437,7 78 0,-14-100-391,8 96 1822,35 162 1,-42-261-2082,1 0-1,1-1 0,0 1 0,8 14 1,-12-24-53,-1-2-13,0-1-22,0 0 24,0 0-80,0 0-234,1-5-3961,-2-1 2459,1 4 577,-3-13-4940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2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3298,'0'0'1552,"0"0"-202,0 0 224,0 0 288,0 0-290,21 0-545,69-1-264,-74 1-439,1-2-1,-1 0 1,0-1 0,1-1-1,-1 0 1,27-13 0,36-7 547,-28 16-680,-1 2-1,65 0 0,-89 5-152,-1-2 0,1 0-1,0-2 1,-1-1 0,0-1-1,0-1 1,33-15 0,34-9 407,-89 31 18,-3 1-207,-6 0-3266,6 0-1251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2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3794,'0'0'707,"0"0"-291,0 0 299,0 0 317,0 0-117,0 0-562,0-7-129,0-47 2222,0 54-2011,0 0 35,0 0-116,0 0-49,0 0-71,0 0-36,0 0-6,0 0-29,0 3-99,0 425 3129,14-323-2294,-13-100-641,2-14-482,0-13-1120,-3 3-1473,0 3-705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30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2353,'0'0'507,"0"0"147,0 0 274,0 0 350,0 0-134,11-8 187,-8 9 2159,-4 40-3048,0-24-90,0 0-1,1 0 1,1 0 0,1 0-1,0 0 1,1 0 0,10 31-1,122 250 2536,-117-261-2405,-13-33-87,-5-21-549,-12-28-4350,5 29 126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5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73 124 4626,'0'0'1473,"0"0"-219,0 0 178,0 0 361,0 0-184,0 0-417,0 0-373,0-5-184,-4-24 2017,5 31-2657,-1 0 0,1 0 0,0 0-1,0 0 1,-1 0 0,2 0 0,-1-1-1,0 1 1,0 0 0,0 0 0,1-1-1,-1 1 1,1-1 0,-1 0 0,1 1-1,0-1 1,0 0 0,-1 0 0,1 0-1,0 0 1,0 0 0,0 0 0,0 0-1,0-1 1,0 1 0,0-1 0,0 0 0,4 1-1,69 4 216,-69-5-190,-5-1-6,0 1 1,0 0-1,-1-1 1,1 1-1,0-1 1,-1 1-1,1-1 1,-1 1-1,1-1 1,-1 1-1,1-1 1,-1 1 0,1-1-1,-1 0 1,1 0-1,-1 1 1,0-1-1,1 0 1,-1 1-1,0-1 1,0 0-1,1 0 1,-1 0-1,0 1 1,0-1-1,0 0 1,0 0-1,0 1 1,0-2-1,0-30 166,0 26-120,0 1-35,0 0 1,0 0 0,0 0-1,0 0 1,-1 0 0,0 0 0,0 0-1,0 0 1,-3-6 0,3 9-18,-1 1 1,0-1 0,1 0-1,-1 1 1,0 0 0,0-1-1,0 1 1,0 0 0,0 0-1,0 0 1,0 0 0,0 1-1,0-1 1,0 0 0,-1 1-1,1 0 1,0-1 0,0 1-1,-1 0 1,1 0 0,0 0-1,-4 1 1,4-1-3,0 0-1,0 0 1,0 0 0,0 0-1,0 0 1,0 0 0,0 1 0,0-1-1,0 1 1,0-1 0,0 1 0,0 0-1,0 0 1,0 0 0,0 0-1,1 0 1,-1 0 0,0 0 0,1 1-1,-1-1 1,1 1 0,-1-1-1,0 3 1,0 0-7,0 1 0,1-1 0,-1 1-1,1-1 1,0 1 0,1 0 0,-1 0 0,1-1-1,0 9 1,0-10-6,0 1 1,0-1-1,0 1 0,0-1 0,1 0 0,-1 1 0,1-1 1,0 0-1,0 1 0,0-1 0,0 0 0,3 5 0,-2-6 5,0-1-1,0 1 1,0-1-1,0 1 1,0-1 0,0 0-1,1 0 1,-1 0-1,0 0 1,1-1-1,-1 1 1,1 0-1,-1-1 1,1 0-1,-1 1 1,1-1-1,3-1 1,71 2 234,-77-38-53,-2 32-179,0 1 0,0 0 1,0 0-1,0 0 0,-1 1 0,1-1 1,-1 0-1,0 1 0,0 0 1,0 0-1,-1 0 0,1 0 0,-1 0 1,1 1-1,-1-1 0,0 1 1,0 0-1,0 0 0,0 0 0,-8-1 1,-2-2 7,1 1 1,-1 1 0,0 0 0,0 1 0,-23-1-1,35 3-8,0 0-1,0 0 1,0-1-1,0 1 1,0 1-1,0-1 1,0 0-1,0 0 1,0 1-1,1-1 0,-1 1 1,0-1-1,0 1 1,0 0-1,1 0 1,-1 0-1,0 0 1,1 0-1,-1 0 1,1 0-1,-3 3 0,2 0-12,1 0 0,0 0 0,0 0 0,1 0 0,-1 0-1,1 0 1,-1 0 0,1 0 0,1 5 0,-1-4 2,1-1-14,0 0 0,1 1 0,0-1 0,0-1 0,0 1 0,0 0 0,0 0 0,1-1 0,-1 1 0,1-1 0,0 0 0,0 0 0,0 0 0,1 0 0,6 4 0,16 3-4740,-22-10-2716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5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7411,'0'0'1545,"0"0"-643,0 0 29,0 0 347,0 0-64,1 0-1187,-1 1 1,0-1 0,0 0-1,1 0 1,-1 1-1,0-1 1,0 0 0,1 0-1,-1 1 1,0-1-1,1 0 1,-1 0 0,1 0-1,-1 0 1,0 1-1,1-1 1,-1 0 0,0 0-1,1 0 1,-1 0 0,1 0-1,-1 0 1,0 0-1,1 0 1,-1 0 0,1 0-1,-1 0 1,0 0-1,1 0 1,-1-1 0,0 1-1,1 0 1,-1 0-1,0 0 1,1 0 0,-1-1-1,0 1 1,1 0 0,-1 0-1,0-1 1,1 1-1,-1-1 1,10-9 81,-1 0 0,0-1-1,-1 0 1,0 0 0,-1-1 0,0 0-1,-1-1 1,10-25 0,-9 11 33,-1-1 1,-2 1-1,0-1 0,-2 1 0,-1-1 0,-3-35 1,1 10 230,0 44 326,-1 17-292,-2 24-297,6 38 266,3-1-1,18 98 0,32 138 818,-55-305-1290,1 1 1,-1 0-1,0 0 1,0-1 0,0 1-1,0 0 1,0 0-1,1-1 1,-1 1-1,0 0 1,-1 0 0,1-1-1,0 1 1,0 0-1,0 0 1,0-1 0,-1 1-1,1 0 1,0 0-1,-1-1 1,1 1-1,0 0 1,-1-1 0,0 2-1,-11-2-4110,8-1 2733,-7 1-4718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57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7571,'0'0'2180,"0"0"-915,0 0-316,0 0 135,0 0 170,13 1-427,25-1-339,0-2 0,1-1 1,-1-2-1,71-20 1,-61 13-276,1 2 0,0 2 0,61-1 0,-109 9-359,-1 0-375,0 0-626,0 0-710,0 0-738,0 0-1383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5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84 7764,'0'0'1067,"0"0"-315,0 0 414,0 0 597,0 0-327,-3 2-446,-1-2-721,7-7 99,20-20 499,-18 21-746,1 1 0,0-1 0,0 1 1,0 0-1,1 1 0,-1 0 1,1 0-1,13-6 0,-16 9-120,-1 1-1,1-1 0,0 1 0,-1-1 1,1 1-1,0 0 0,-1 0 0,1 1 0,0-1 1,-1 1-1,1 0 0,0 0 0,-1 0 1,1 0-1,-1 1 0,0-1 0,0 1 1,1 0-1,-1 0 0,0 0 0,0 0 0,-1 1 1,1-1-1,0 1 0,-1-1 0,1 1 1,-1 0-1,0 0 0,0 0 0,0 1 1,-1-1-1,3 5 0,4 12 6,-1 1 0,0 0 0,-2 0 0,5 31 0,-3-14 10,-1 4-5,-1 1-1,-2 1 1,-3 47 0,0-47-46,0-42 31,-1 1 1,1-1-1,-1 1 1,0 0-1,0-1 1,0 0-1,0 1 1,0-1-1,0 1 1,-1-1 0,1 0-1,-1 0 1,0 0-1,1 0 1,-1 0-1,0 0 1,0 0-1,0-1 1,0 1-1,-1-1 1,1 1-1,0-1 1,-1 0-1,1 0 1,-1 0-1,1 0 1,-1-1-1,1 1 1,-1-1 0,0 1-1,1-1 1,-4 0-1,-6 2-3,1-1-1,-1-1 0,0 0 1,0 0-1,-23-5 1,30 4-10,0-1 1,1 0-1,-1 0 1,1 0 0,0 0-1,0-1 1,0 0 0,0 0-1,0 0 1,0 0-1,1-1 1,-1 1 0,1-1-1,0 0 1,0 0-1,0 0 1,1 0 0,0 0-1,-1-1 1,2 1 0,-1-1-1,0 0 1,1 1-1,0-1 1,0 0 0,0 0-1,0-5 1,3 9 14,0 0 1,0 0 0,0 0-1,1 0 1,-1 0 0,0 1-1,0-1 1,0 1-1,0-1 1,1 1 0,-1 0-1,0 0 1,0 0 0,1 0-1,-1 0 1,0 1-1,3 0 1,2-1 23,34 1 285,0-1 0,0-2 0,-1-2-1,1-2 1,-1-2 0,41-13 0,-37 8 225,-30 10-439,1-2 0,-1 0 0,22-11 0,-34 13-663,0 0 0,0 0 0,0-1 0,-1 1 0,0-1 0,0 1 1,0-1-1,0 1 0,0-1 0,-1 1 0,1-1 0,-1-6 0,0 7-345,3-17-6480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5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8356,'0'0'1809,"0"0"-918,0 0-550,0 0-18,0 0 339,0 29 325,0 191 859,0-162-941,3 0 0,14 83 0,-11-114-757,1 1 0,1-1 0,1 0-1,1-1 1,2 0 0,1 0 0,17 25 0,-30-51-192,0 0 0,0 0 0,0 0 0,0 0 0,0-1 0,1 1 0,-1 0 0,0 0 0,0 0 0,0 0 0,0 0-1,0 0 1,0-1 0,1 1 0,-1 0 0,0 0 0,0 0 0,0 0 0,0 0 0,1 0 0,-1 0 0,0 0 0,0 0 0,0 0 0,0 0 0,1 0 0,-1 0 0,0 0 0,0 0 0,0 0 0,1 0 0,-1 0 0,0 0 0,0 0 0,0 0 0,0 0 0,1 0 0,-1 0 0,0 0 0,0 0 0,0 1 0,0-1 0,0 0 0,1 0 0,-1 0 0,0 0 0,0 0 0,0 0 0,0 1 0,0-1 0,0 0 0,0 0 0,1 0 0,-1 0 0,0 1 0,0-1-1,-1-19-5086,1 15 4616,-3-19-4599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0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6851,'0'0'768,"0"0"721,0 0 96,0 0-128,0 0-273,174 15-448,-99-15-31,10 0-209,0-9 0,4-9-208,-11 5-192,-6 4-96,-11 3 16,-6 3-48,-4-3-592,-48 3-1617,4 0-3778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0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6515,'0'0'2156,"0"0"-542,0 0-440,0 0-238,0 0-202,-2 13-171,-7 271 2340,9-221-2576,1-50-285,0-1-1,0 1 0,1-1 0,1 1 0,0-1 1,5 12-1,-7-19-47,1 0 1,0 0-1,0-1 1,0 1-1,1-1 1,0 1-1,0-1 1,0 0-1,0 0 1,1-1-1,-1 1 1,1-1-1,0 1 1,0-1-1,0 0 1,1-1-1,6 4 1,-5-5-235,-5-1-5528,-1 0 42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1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6627,'0'0'2943,"0"0"-1994,0 0-722,0 0 75,0 0 570,2 19 443,26 390 2324,-27-401-3628,0 1-1,1-1 0,-1 0 1,2 1-1,-1-1 0,1 0 1,8 15-1,-11-21-134,0-1-5154,0-1-979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1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7107,'0'0'891,"0"0"-397,0 0 237,0 0 376,0 0 123,26-5-376,3 0-650,25-4 398,60-3 0,246 5 2340,2-1-1631,-333 1-833,-18 3-1376,-1 3-3455,-10 1-145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88 9604,'0'0'1748,"0"0"-171,0 0 63,0 0 183,0 0-418,0 13 140,0 4-1501,0-10 6,-1-1 0,1 1 0,1-1 0,-1 0 0,1 1 0,0-1 0,3 7 0,-3-10-20,0-2 0,0 1 0,0 0 0,1 0 0,-1 0 0,1 0 0,-1-1 0,1 1 0,-1-1-1,1 1 1,0-1 0,0 0 0,0 1 0,0-1 0,0 0 0,0 0 0,0-1 0,0 1 0,0 0 0,0-1 0,1 1-1,-1-1 1,0 0 0,0 1 0,4-1 0,1 1 76,0-1 0,1 0 0,0 0 0,-1 0 0,15-3 0,-20 3-92,-1-1-1,1 0 1,0 0-1,-1 1 1,1-1 0,0 0-1,-1 0 1,1 0-1,-1-1 1,0 1 0,1 0-1,-1-1 1,0 1-1,0 0 1,0-1-1,0 1 1,0-1 0,0 0-1,0 1 1,0-1-1,-1 0 1,1 0 0,-1 1-1,1-1 1,-1 0-1,0 0 1,1-3 0,0-4 9,0-1 0,0 0 1,-1 0-1,0 0 1,-1 1-1,0-1 0,-1 0 1,-4-15-1,5 22-20,-1-1-1,0 0 1,0 1-1,0 0 0,0-1 1,-1 1-1,0 0 1,1 0-1,-1 0 1,0 0-1,0 1 1,-1-1-1,1 1 0,0 0 1,-1 0-1,0 0 1,1 0-1,-1 1 1,0-1-1,0 1 0,0 0 1,-7-1-1,9 2 4,-1-1 0,1 0-1,-1 1 1,1-1-1,-1 1 1,1 0 0,-1 0-1,1 0 1,0 0 0,-1 1-1,1-1 1,-1 0-1,1 1 1,-1 0 0,1 0-1,0-1 1,0 1 0,-1 1-1,1-1 1,0 0-1,0 0 1,0 1 0,0-1-1,0 1 1,1 0 0,-1 0-1,0 0 1,1-1-1,-1 1 1,1 1 0,0-1-1,-1 0 1,1 0 0,-1 3-1,-1 6-11,1 0-1,0 0 0,0 1 0,1-1 1,1 1-1,0 11 0,0-19 9,0-2-5,1 0 0,0 1 0,-1-1 0,1 1 0,0-1 0,0 0 0,0 1 0,0-1 0,1 0 0,-1 0 1,1 0-1,-1 0 0,1 0 0,0 0 0,0-1 0,-1 1 0,1 0 0,0-1 0,1 1 0,-1-1 0,0 0 0,0 0 0,1 0 0,-1 0 0,0 0 0,1-1 0,-1 1 0,1 0 0,-1-1 0,5 0 0,12 3 14,0-1 0,36 0 0,-45-2 19,-9 0-25,-1 0 1,1 0-1,0 0 0,0 0 0,0 0 1,0 0-1,0 0 0,0 0 1,0-1-1,0 1 0,0 0 0,0 0 1,0-1-1,0 1 0,0-1 0,0 1 1,-1-1-1,1 1 0,0-1 1,0 1-1,0-1 0,-1 0 0,1 0 1,-1 1-1,1-1 0,0-1 0,1-25 87,-3 10-86,1 15-10,0 0-1,0 0 0,-1 1 1,1-1-1,-1 0 0,1 0 1,-1 0-1,1 1 0,-1-1 1,0 0-1,0 1 0,0-1 1,0 1-1,0-1 0,0 1 1,-1-1-1,1 1 0,0 0 1,-1 0-1,1-1 0,-1 1 1,1 0-1,-1 0 0,1 0 1,-1 1-1,0-1 0,0 0 1,1 1-1,-1-1 0,0 1 1,0-1-1,-2 1 0,-9-2-88,0 1 0,0 0 0,-23 3 0,12-1-243,23-1 253,-1-1 0,0 2-1,0-1 1,1 0 0,-1 0-1,0 0 1,0 1 0,1-1-1,-1 1 1,0 0 0,1-1-1,-1 1 1,1 0 0,-1 0-1,1 0 1,-1 0-1,1 0 1,-1 0 0,1 0-1,0 1 1,0-1 0,0 0-1,0 1 1,0-1 0,0 1-1,0-1 1,-1 3 0,-2 20-3685,4-18-50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2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0 443 11317,'0'0'926,"0"0"-416,0 0 389,0 0 387,0 0-398,22-25-568,69-77-149,-86 97-150,-1 0 0,0 1 0,0-1 1,0-1-1,0 1 0,-1 0 0,0-1 0,0 0 0,-1 0 1,1 0-1,-1 0 0,-1 0 0,3-12 0,0-5 102,5-16 39,-5 21-113,0 0 0,0 0 0,2 0 0,0 1 0,2-1 1,0 1-1,12-19 0,-20 36-45,0-1 1,0 1 0,1 0 0,-1 0 0,0-1-1,0 1 1,0 0 0,1 0 0,-1 0 0,0-1-1,0 1 1,1 0 0,-1 0 0,0 0 0,0 0 0,1-1-1,-1 1 1,0 0 0,1 0 0,-1 0 0,0 0-1,1 0 1,-1 0 0,0 0 0,0 0 0,1 0-1,-1 0 1,0 0 0,1 0 0,-1 0 0,0 0-1,1 0 1,-1 0 0,0 1 0,1-1 0,-1 0-1,0 0 1,0 0 0,1 0 0,-1 1 0,0-1 0,0 0-1,1 0 1,-1 0 0,0 1 0,0-1 0,0 0-1,0 0 1,1 1 0,-1-1 0,0 0 0,0 1-1,0-1 1,0 0 0,0 0 0,0 1 0,0-1-1,0 0 1,1 1 0,-1-1 0,-1 1 0,8 24 275,-6-21-197,11 67 1056,5 123 1,-14-128-477,3 0 0,21 96 1,-18-130-331,-9-31-279,3-1 61,-2 0-4358,-1 0-3384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16.67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 1 5250,'0'0'699,"0"0"-485,0 0-155,0 0 151,0 0 343,0 0 359,-1 3 131,1-2-965,0 0-1,-1 0 1,1-1-1,0 1 1,0 0-1,0-1 1,0 1-1,0 0 1,0 0 0,0-1-1,0 1 1,0 0-1,1-1 1,-1 1-1,0 0 1,0 0-1,0-1 1,1 1-1,-1 0 1,0-1 0,1 1-1,-1-1 1,1 1-1,-1-1 1,1 1-1,-1 0 1,1-1-1,-1 0 1,1 1-1,0-1 1,-1 1 0,1-1-1,1 1 1,30 2 2242,-21-4-2496,41 1 261,561-11 1391,-472 1-1466,-141 10-4,0 0-22,0 0-22,0 0 9,-40 0-1972,36 0-453,0 0-1887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17.64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0 367 5330,'0'0'1425,"0"0"-240,0 0 66,0 0 195,0 0-419,0 0-616,12-13-126,17-23 48,-1-2 0,-2-1 0,26-49 0,-25 37-92,-16 33-198,-2-1 0,0 0 0,9-26 0,-19 118 88,3-27 90,-21 183 1193,0 4 416,19-206-1653,0-38-182,0-16-1950,0 1-3721,0 16-3542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18.19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120 107 9060,'0'0'1532,"0"0"-487,0 0-74,0 0 337,0 0-303,7-4 225,-7 0-1198,0 3-72,0 1-80,13 5-178,-11-2 299,-1-1 0,1 0 0,0 1 1,1-1-1,-1 0 0,0 0 1,1 0-1,-1-1 0,1 1 0,4 2 1,-7-4 8,1 0 0,-1 0 0,1 0 0,-1 0 0,1 0 0,-1 0 0,1 0 0,-1 0 0,1 0 0,-1 0 0,1 0 0,-1 0 0,0 0 0,1 0 0,-1-1 0,1 1 0,-1 0 0,1 0 1,-1 0-1,0-1 0,1 1 0,-1 0 0,1-1 0,-1 1 0,0 0 0,1-1 0,-1 1 0,6-24 215,-4 11-181,-1 5-19,0-1 0,0 1 0,-1-1-1,0 0 1,-1 1 0,0-1 0,-2-9 0,1 17-25,1 0 0,-1 0 0,1 0 0,-1 0 0,0 0 0,1 1 0,-1-1 0,0 1 0,0-1 0,1 1 0,-1 0 0,0-1 0,0 1 0,0 0 0,-3 1 0,-40 0 40,31 0-64,8-1 32,1 0 0,-1 1 0,1 0 0,-1 0 0,1 0 0,-1 1 0,1-1 0,0 1 0,0 1 0,-5 2 0,8-4-75,-1 0-1,1 1 1,0 0-1,0-1 1,0 1 0,0 0-1,0 0 1,1 0-1,-1 0 1,0 0-1,1 0 1,0 0 0,-1 1-1,1-1 1,0 0-1,0 1 1,0-1 0,1 1-1,-1-1 1,1 1-1,-1 0 1,1 3 0,0-5-2375,0-1-1834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18.72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49 4642,'0'0'4053,"0"0"-2426,0 0-787,0 0 225,0 0 29,0 0-438,2-4-408,-1 1-224,1 0-1,0 0 0,0 1 1,0-1-1,0 1 0,0 0 1,1-1-1,-1 1 0,1 0 1,-1 0-1,1 1 0,0-1 1,0 0-1,0 1 0,0 0 1,0 0-1,0 0 0,5-1 1,5-1 26,1 1 1,-1 1-1,21 0 1,-32 2-46,0-1 0,0 1 0,-1 0 0,1 0 0,-1 0 0,1-1 0,0 2 0,-1-1 0,0 0 0,1 0 0,-1 0 0,0 1-1,0-1 1,1 0 0,-1 1 0,0-1 0,0 1 0,-1-1 0,1 1 0,0 0 0,0-1 0,-1 1 0,1 0 0,-1 0 0,0-1 0,1 1 0,-1 0 0,0 0 0,0 2 0,4 60 185,-4-61-180,0 7 2,-4 51 78,2-57-84,1 0 0,0 0-1,-1 0 1,0 0 0,0-1-1,0 1 1,0-1 0,-1 1 0,1-1-1,-1 0 1,0 0 0,-6 5-1,-104 80 89,112-88-95,1 0 1,0 0-1,0 0 1,0 0 0,0 0-1,0 0 1,0 0-1,0 1 1,0-1-1,0 0 1,-1 0-1,1 0 1,0 0-1,0 0 1,0 0 0,0 0-1,0 0 1,0 0-1,0 1 1,0-1-1,0 0 1,0 0-1,0 0 1,0 0 0,0 0-1,0 0 1,0 0-1,0 0 1,0 1-1,0-1 1,0 0-1,0 0 1,0 0-1,0 0 1,0 0 0,0 0-1,0 0 1,0 1-1,0-1 1,0 0-1,0 0 1,0 0-1,0 0 1,1 0 0,-1 0-1,0 0 1,0 0-1,0 0 1,0 0-1,0 0 1,0 1-1,0-1 1,0 0 0,0 0-1,1 0 1,-1 0-1,0 0 1,0 0-1,0 0 1,0 0-1,0 0 1,0 0-1,0 0 1,0 0 0,1 0-1,-1 0 1,0 0-1,15 2-66,22-1-29,-35-1 98,40 1 18,-18 0 42,-1-1 0,0 0 0,1-2 0,-1-1-1,0-1 1,23-7 0,82-33 1027,-127 43-1193,0 0 0,0-1 0,0 1 0,-1 0 0,1-1 0,0 1 1,-1-1-1,1 0 0,-1 1 0,0-1 0,0 1 0,1-1 0,-1 0 0,0 1 1,0-1-1,0 1 0,-1-1 0,1 0 0,-1-2 0,1-2-2068,0-6-3887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19.40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 67 5859,'0'0'675,"0"0"-369,0 0-52,0 0 109,0 0 146,0 11 44,0 39-97,0-48-415,-1-1 1,1 1-1,0-1 0,0 1 1,0-1-1,1 1 1,-1-1-1,0 1 0,1-1 1,-1 1-1,1-1 1,-1 1-1,1-1 0,0 0 1,-1 1-1,1-1 0,0 0 1,0 1-1,0-1 1,0 0-1,0 0 0,0 0 1,0 0-1,1 0 1,-1 0-1,0 0 0,2 0 1,0 0 92,1 0 0,0 0 0,0 0 0,-1-1 0,1 0-1,0 0 1,0 0 0,4-1 0,5 1 500,-12 0-588,0-1-1,1 1 0,-1 0 1,0-1-1,0 1 0,0-1 1,0 1-1,0-1 0,0 0 1,0 1-1,0-1 0,0 0 1,-1 0-1,1 1 0,0-1 0,0 0 1,0 0-1,-1 0 0,1 0 1,-1 0-1,1 0 0,-1 0 1,1 0-1,-1-1 0,0 1 1,1 0-1,-1 0 0,0 0 0,0 0 1,0 0-1,0-1 0,0 0 1,0-50 593,0 37-266,-1 11-326,1 0 0,-1-1 0,0 1 0,0 0 0,0 0 1,0 0-1,-1 0 0,0 0 0,0 0 0,0 0 0,0 0 0,-1 1 0,-2-5 0,4 7-50,0 0 1,0 0 0,0 0-1,0 0 1,0 0 0,-1 1-1,1-1 1,0 0-1,0 0 1,0 1 0,-1-1-1,1 1 1,0-1 0,-1 1-1,1 0 1,0 0-1,-1-1 1,1 1 0,-1 0-1,1 0 1,0 0 0,-1 0-1,1 1 1,0-1-1,-1 0 1,1 0 0,0 1-1,-1-1 1,1 1 0,0 0-1,-1-1 1,1 1-1,0 0 1,0-1 0,0 1-1,0 0 1,0 0 0,0 0-1,0 0 1,0 0-1,0 0 1,0 0 0,1 1-1,-1-1 1,0 0 0,0 2-1,-5 6-136,1 0-1,1-1 0,-1 2 0,1-1 1,-4 18-1,3 7-5670,5-30-809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19.99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28 9044,'0'0'430,"0"0"-78,0 0 333,0 0 449,0 0-376,0-1-730,0 0-1,0 0 0,0 0 1,0 0-1,0 1 1,0-1-1,0 0 1,0 0-1,0 0 1,1 0-1,-1 1 1,0-1-1,0 0 1,1 0-1,-1 0 1,1 1-1,-1-1 1,0 0-1,1 1 1,-1-1-1,1 0 1,1 0-1,208-8 1054,-208 9-1076,-1 0 0,0 1 0,0-1 0,0 1-1,0-1 1,1 1 0,-1-1 0,0 1 0,0-1 0,0 1 0,0 0 0,0 0 0,0-1 0,-1 1 0,1 0 0,0 0 0,0 0 0,0 0 0,-1 0 0,1 0-1,-1 0 1,1 0 0,-1 0 0,1 1 0,-1-1 0,1 0 0,-1 0 0,0 0 0,0 1 0,0-1 0,1 0 0,-2 2 0,3 49 226,-3-37-196,1-7-9,-1 1 0,0-1 0,0 1-1,-1-1 1,0 1 0,-1-1 0,0 0 0,0 0-1,-1 0 1,-7 13 0,-5 2 17,-37 43-1,-6 6-37,57-68-9,0 0 1,1 0-1,-1 0 1,1 0 0,0 0-1,0 0 1,0 1-1,1-1 1,-1 0-1,1 1 1,0-1-1,1 6 1,-1 0-8,0-9 10,1 0 0,-1 0 0,1 0 0,-1 0 0,1 0-1,0 0 1,0 0 0,-1 0 0,1 0 0,0 0 0,0 0 0,0-1 0,0 1 0,0 0 0,0-1 0,0 1 0,0 0 0,0-1 0,0 1 0,0-1 0,0 0 0,1 1 0,-1-1 0,0 0 0,0 0-1,0 0 1,2 0 0,42 5 25,-38-4-5,60 3 580,123-8 0,-180 2-356,-12 0-109,-18 0-5553,13 2-3292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5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5843,'0'0'1347,"0"0"-8,0 0-18,0 0 85,0 0-451,0 0-395,0-17 1284,2 37-1698,1 1 0,2-1 1,0 0-1,0 0 0,2-1 1,1 0-1,0 0 0,14 23 0,9 23 264,229 460 1721,-254-515-2107,0 3-13,1-1 0,0 0 0,0-1 0,2 1 0,-1-1 0,1-1 0,1 0 0,21 18 0,-28-79-227,-3-25-104,-1-28 20,4 0-1,20-125 0,3 81 458,-7-1-1,2-164 1,-21 313-149,0 0-30,0 0-47,0 0-19,0 0-29,0 11-238,0-8 255,-1 1-249,1 0 0,1 0-1,-1 0 1,1-1-1,-1 1 1,1 0 0,3 6-1,2 6-4599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52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4402,'0'0'2092,"0"0"-1084,0 0-578,0 0 237,0 0 248,0 0-80,17 0 1056,422 0 2095,-438 0-4093,-1 0-66,0 0-297,0 0-677,0 4-3023,0 5 654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53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2049,'0'0'3004,"0"0"-1830,0 0-456,0 0 303,0 0 300,18 1-254,449 4 1089,-298-5-2047,-168 0-173,-25 0-1793,12 0-1206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5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6371,'0'0'1262,"0"0"-294,0 0 369,0 0 306,0 0-165,0 0-344,1-5-277,1-17-300,-2 17-151,0 27 207,-1 100-102,3 138-259,-2-256-256,1 0-1,0 0 1,0-1 0,0 1-1,0 0 1,0-1-1,1 1 1,0-1-1,-1 0 1,6 6-1,1 5-279,-7-13-327,-1-1-472,0 0-537,0 0-770,0 0-942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5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7459,'0'0'769,"0"0"341,0 0 157,4 28-59,2 2-900,4 26 711,5 79-1,-14-76-425,-3-37-490,2-1 1,1 1 0,1-1-1,1 0 1,0 1 0,8 23-1,-7-39-12,0 1-458,-3-2-3684,-1-5-1720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57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5186,'0'0'814,"0"0"-368,0 0 133,0 0 472,0 0-96,16-1-61,11-1-600,33 0 528,0-4 1,59-13-1,-80 10-485,0-3 1,-1-1-1,62-31 1,-87 40-214,-11 4-101,0 0 1,0-1-1,0 1 1,0-1-1,0 0 1,0 0-1,0 0 0,-1 0 1,1 0-1,0 0 1,3-3-1,-4 3-60,-1 1-35,0 0-53,0 0-185,0 18-4415,0-14-509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2:58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7043,'0'0'566,"0"0"-419,0 0 18,0 0 379,-19 28 67,-2 1-431,9-13-63,0 0 1,1 1 0,1 1 0,1 0 0,0 0 0,1 0 0,1 1 0,-7 28 0,-2 29 942,3 1 1,4 1 0,3 0 0,6 122-1,2-184-953,0 0-1,1 1 0,1-1 1,1-1-1,0 1 0,1-1 1,0 1-1,1-2 0,1 1 1,1-1-1,0 0 0,0-1 1,2 0-1,-1-1 0,17 15 1,-7-9 168,0-1 1,2-1-1,-1-1 1,2-1-1,0-1 1,1-1-1,0-1 1,43 13-1,-64-23-552,0 0 1711,-2 2-9085,-1-12-4023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0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 1377,'0'0'3420,"0"0"-1659,0 0-526,0 0 64,0 0-93,0 0-310,0-9-94,0 9-489,0 0 0,0 0-1,0 0 1,0 0 0,0 0-1,0 0 1,-8 80-160,-1 0 418,2 144-1,38-224-12,254-24-300,-166 21-266,-98 13 9,-17-6-5543,-4-4 1727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0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4210,'0'0'928,"0"0"-279,0 0 151,0 0 273,0 0-206,0 8-195,-1 159 2821,5 295 769,-4-462-4256,0 6 47,0 1 1,0-1-1,1 1 0,0-1 1,0 0-1,1 0 0,-1 0 1,1 1-1,0-1 0,6 9 1,-5-56-9,-3 27-2958,0 0-2226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0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5507,'0'0'1475,"0"0"-221,0 0-126,0 0 188,0 0-383,0 0-490,0 0-277,7 0 122,100 0 1192,186-24 1,-264 19-1456,48-1 1,-76 6-50,-4 0 37,-33 2 122,0 2 1,-67 17-1,-4 0 35,40-12-363,-94-1 0,160-19-4370,1 6-1757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0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65 4482,'0'0'2209,"0"0"-971,0 0-216,0 0 213,0 0-187,0 0-413,-4-2-261,3 2-354,0 0 0,0 0-1,1 0 1,-1 0 0,0-1 0,0 1 0,1 0 0,-1-1 0,0 1-1,1 0 1,-1-1 0,0 1 0,1-1 0,-1 1 0,1-1-1,-1 1 1,1-1 0,-1 1 0,1-1 0,-1 1 0,1-1-1,-1 0 1,1 1 0,0-1 0,-1 0 0,1 1 0,0-1-1,0 0 1,0 0 0,-1 1 0,1-1 0,0 0 0,0 0 0,0 1-1,0-1 1,0-1 0,2 0 26,-1 1 0,0-1 0,1 1 0,0-1 0,-1 1 0,1 0 0,0-1 0,-1 1-1,1 0 1,0 0 0,0 0 0,4-1 0,9-3 131,0 0 0,31-5 0,-34 8-144,0 0 0,0 1 0,0 1 0,0 0 0,15 2 0,-22-1-25,-1 0 0,1 1 0,-1-1 1,0 1-1,0 0 0,0 0 0,0 0 0,0 1 0,0-1 0,-1 1 1,1 0-1,-1 0 0,0 0 0,0 1 0,0-1 0,4 7 0,2 5 18,0 0 0,-1 1 0,0 0 0,-2 0 0,0 1 0,0 0 0,-2 0-1,3 22 1,-2-9 43,-3 1-1,0 0 1,-6 56-1,1-69-44,-1-1 0,-2 0 0,1-1 0,-2 1 0,0-1 0,-1 0 0,-1-1 0,0 0 0,-1 0 0,0-1 0,-1 0 0,-1-1 0,0-1 0,-1 1 0,-1-2 0,1 0 0,-2-1 0,-24 14 0,36-22 11,0-1-1,-1 0 0,1 0 1,0 0-1,0 0 0,-1 0 1,1-1-1,0 1 0,-1-1 1,1 0-1,0 0 0,-1 0 1,1-1-1,0 1 0,-1-1 1,-4-2-1,6 2-14,-1 0-1,1 0 1,0 0-1,0-1 1,1 1 0,-1-1-1,0 1 1,0-1-1,1 0 1,-1 0 0,1 0-1,-1 0 1,1 0-1,0 0 1,0 0-1,0 0 1,0 0 0,0 0-1,1-1 1,-1 1-1,0 0 1,1-1 0,0-2-1,-3-20 14,2 0 0,4-42 0,-3 66-32,1 0 0,-1 0 0,1 1 0,-1-1 0,1 0 0,-1 0 0,1 0 0,-1 0 0,1 1 0,0-1 0,-1 0 0,1 1 0,0-1 1,0 1-1,-1-1 0,1 0 0,0 1 0,0 0 0,0-1 0,0 1 0,0-1 0,0 1 0,0 0 0,0 0 0,0 0 0,0 0 0,0-1 0,1 2 0,38-1-63,-27 0 75,0 2-4,1 0 0,-1 1 0,0 1 0,-1 0 0,1 1 0,-1 0 0,0 0 1,14 10-1,-9-6-1,2 0 0,34 11 1,-22-14 37,0-1 1,1-2-1,-1-2 0,34-1 0,-26 0 102,-38-2-270,0 1-1,1-1 1,-1 1 0,0-1-1,0 1 1,0-1 0,0 0 0,0 1-1,0-1 1,0 0 0,-1 0 0,1 0-1,-1 0 1,1 0 0,-1 0 0,1-3-1,0 0-2086,1-1-2411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1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68 3458,'0'0'2059,"0"0"-872,0 0-269,0 0 56,0 0-27,0 0-205,0 0-150,0 0-66,22-8 1632,57-2-1797,1 4 0,125 4 0,-128 3 829,-198-3-1063,52-1-118,1 3-1,-124 16 0,173-14 4,1 0 1,-29 0-1,46-2 7,1 0 0,0 0-78,8 0-152,27-3 243,1 0 0,40-11 1,17-2-20,-36 8-161,49-5 396,-31 10-2966,-75 3-48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1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9 182 4930,'0'0'2252,"0"0"-489,0 0-413,0 0-58,0 0-183,0 0-97,-2-6-295,1 2-663,0 0-1,0 1 0,0-1 1,0 0-1,0 0 0,1 0 1,0 0-1,0 0 0,0 0 1,0 0-1,1 0 1,-1 0-1,1 0 0,0 0 1,0 1-1,0-1 0,1 0 1,0 1-1,-1-1 0,1 1 1,4-6-1,3 1-35,-1 0-1,1 1 1,1 0-1,-1 0 1,1 1-1,0 0 1,1 1-1,-1 1 1,21-7-1,-11 6-3,0 1-1,1 0 1,-1 2-1,36 0 1,-54 2-14,1 0-1,-1 1 1,1 0 0,0-1-1,-1 1 1,1 0 0,-1 0 0,0 0-1,1 1 1,-1-1 0,0 0-1,0 1 1,0 0 0,0-1-1,0 1 1,0 0 0,0 0 0,0 0-1,-1 0 1,1 0 0,-1 1-1,0-1 1,1 0 0,-1 1-1,0-1 1,0 1 0,-1-1 0,1 1-1,0 3 1,3 10 30,-2 0-1,0 0 1,1 25-1,-2 16 32,3 27 91,-10 97 1,5-171-120,-1 1 0,0-1 0,0 0 1,-1 1-1,0-1 0,-1 0 0,0-1 0,0 1 1,-12 17-1,12-22 1,0 0 0,-1 0 0,1 0 0,-1-1 0,0 0 0,-1 0 0,1 0 0,-1 0 0,1-1 0,-1 0 0,0 0 0,0-1 0,-1 0 0,1 0 0,0 0 0,-14 1 0,-2 1-93,0-2 1,0-1 0,0 0 0,0-2-1,-31-4 1,52 4 51,-1 0 0,0 0 0,1 0 0,0 0 0,-1 0 0,1 0 0,-1 0 0,1-1 0,0 1-1,0-1 1,0 1 0,0-1 0,0 1 0,0-1 0,0 1 0,1-1 0,-1 0 0,0 0 0,1 1 0,0-1 0,-1 0 0,1 0 0,0 0 0,0 1 0,0-1 0,0 0 0,0 0-1,0 0 1,0 1 0,2-4 0,-2-1-15,1 1 1,0 0-1,0 0 0,0 0 0,1 0 0,0 0 0,0 1 0,0-1 0,6-8 1,1 3 20,0 2 1,1 0-1,0 0 1,1 0 0,0 2-1,0-1 1,0 1 0,1 1-1,19-7 1,-24 10 2,-1 0 0,1 0 1,0 0-1,-1 1 0,1 0 0,0 0 0,0 1 0,0 0 1,-1 0-1,1 0 0,0 1 0,0 0 0,-1 1 0,1-1 1,0 1-1,-1 1 0,1-1 0,-1 1 0,9 5 1,15 15 51,1-1 0,45 22 0,-62-37-18,0-1 0,0-1 1,1 0-1,-1-1 0,1-1 0,0 0 0,0-1 1,26 1-1,-13-3 32,-21 1-33,1 0 0,-1 0 1,0-1-1,0-1 0,0 1 0,0-1 0,0 0 1,0 0-1,0-1 0,0 0 0,-1 0 1,1-1-1,0 0 0,-1 0 0,0 0 1,8-7-1,-12 7 10,-1-1 1,0 0-1,0 0 1,0 0-1,0 1 1,-1-1-1,0 0 1,0 0-1,0 0 1,-1-8 0,0-11-2250,1 14-2478,0 4-2310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2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4546,'0'0'1918,"0"0"-1149,0 0-465,0 0 123,0 0 514,0 0 183,0 0-127,4 23-188,22 192 1530,19 185 543,-42-345-2834,-3-54-376,0-1-753,0-1-1189,0-6-1246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3:2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4770,'0'0'769,"0"0"172,0 0 233,28-7 99,-19 4-1158,212-47 2672,-152 44-2538,102 2 0,-122 4-2393,-46 0-2404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4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0 923 4306,'0'0'1494,"0"0"-475,0 0 216,0 0 193,0 0-161,0 0-451,0 0-346,0 0 66,0 0 131,36-33 77,116-106-15,-101 96-309,2 2 1,1 2-1,2 3 0,69-32 1,-57 31-168,17-9-143,315-168 733,11 30-304,-383 173-554,-15 5-22,0 1-1,1 0 1,-1 1-1,1 0 0,0 1 1,27-2-1,-40 5-231,-1 0-305,-21 13-769,0 0 0,1 1-1,-36 33 1,48-39-2176,5-5-3617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4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4 931 3730,'0'0'1243,"0"0"-269,0 0 122,0 0 625,0 0-35,-3 12 841,6-65-1039,0 45-1454,0-1 0,1 1 0,-1 0 0,2 1 0,-1-1 0,1 1 0,0 0 0,0 0 0,7-6 0,63-55 64,-57 53-90,55-42 50,2 3-1,106-57 1,175-70 198,-86 47-53,-191 92-71,201-100 131,-271 139-563,-13 6-1022,-12 6-1626,5-7-1681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4:42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0 799 2849,'0'0'2743,"0"0"-1889,0 0-233,0 0 817,0 0 126,0 0-441,23-7-342,9-5-428,0 0 0,-1-2 0,55-34 0,631-403 2459,-634 397-2716,15-12 128,126-61 0,-202 120-255,-21 11-17,-12 8 90,-49 27 98,48-32-453,0 0 0,0 1-1,0 0 1,1 1 0,-14 13-1,24-20-2476,1-2-2133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7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13 308 8196,'0'0'934,"0"0"114,0 0 209,0 0 237,0 0-318,0 0-546,0 0-291,0-1-329,0 1 1,0-1 0,-1 1 0,1 0 0,0-1-1,0 1 1,0-1 0,0 1 0,0 0 0,-1-1 0,1 1-1,0 0 1,0-1 0,-1 1 0,1 0 0,0-1-1,-1 1 1,1 0 0,0 0 0,-1-1 0,1 1 0,0 0-1,-1 0 1,1 0 0,0-1 0,-1 1 0,1 0-1,-1 0 1,1 0 0,-1 0 0,1 0 0,0 0-1,-1 0 1,1 0 0,-1 0 0,0 0 0,1 8 61,-1 0-1,1 0 1,1 0 0,0 0 0,0 0-1,0 0 1,1 0 0,0 0 0,6 13-1,32 95 740,5-1 0,75 133 1,-99-211-701,34 44 0,-47-70-100,0-2 1,1 1 0,-1-1 0,2-1 0,-1 1-1,1-2 1,0 1 0,22 10 0,-31-17-7,0 0 0,0-1 1,0 1-1,0 0 1,-1-1-1,1 1 0,0-1 1,0 0-1,0 1 0,0-1 1,1 0-1,-1 0 1,0 1-1,0-1 0,0 0 1,0 0-1,0 0 1,0 0-1,0 0 0,0-1 1,0 1-1,0 0 0,0 0 1,0-1-1,0 1 1,0-1-1,0 1 0,0-1 1,0 1-1,0-1 1,0 1-1,0-1 0,0 0 1,-1 1-1,1-1 0,0 0 1,-1 0-1,2-1 1,0-3 39,-1-1 1,0 1 0,0 0 0,-1 0-1,1-1 1,-1-9 0,0-2 3,-16-575 108,8 474-149,9-123 0,-1 236-14,0 1 0,1-1-1,-1 1 1,1 0 0,0-1-1,0 1 1,2-6 0,-2 8-24,0 1 1,0 0-1,-1 0 1,1 0-1,0 0 1,0 0-1,1 0 0,-1 0 1,0 0-1,0 1 1,0-1-1,1 0 0,-1 1 1,0-1-1,0 1 1,1-1-1,-1 1 1,1 0-1,-1-1 0,0 1 1,1 0-1,-1 0 1,1 0-1,-1 0 1,2 0-1,-1 1-37,0 1 0,0-1 0,-1 1 0,1-1 0,0 1 0,-1 0 0,1 0 0,-1-1 0,0 1 0,1 0 0,-1 0 0,0 0 1,0 1-1,0-1 0,0 0 0,-1 0 0,1 3 0,15 43-1907,-16-46 1735,5 16-3589,2-5-3794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7027,'0'0'870,"0"0"314,0 0 439,0 0-113,0 0-627,2 0-537,56 0 535,0-3-1,0-2 1,85-20-1,126-30 756,-246 54-1501,-19 2-3753,-3-1-3889,-1 6-104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0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6787,'0'0'496,"0"0"38,0 0 442,0 0 284,0 0-156,0 0-402,0 3-582,0 0 1,0 0 0,1 0-1,-1 0 1,1 0-1,0 0 1,0 0-1,0 0 1,2 4 0,8-1-1,1-1 1,0 0 0,0-1 0,0 0 0,0-1 0,1 0 0,-1-1-1,18 1 1,110-3 808,-71-2-507,51 2 1299,-120 0-1606,0 0-33,0 0 20,0 0 44,0 0 1,0 0-16,0 0-62,0 0-39,0 0-4,0 0-60,0 0-158,0 0-854,0 0-2033,0 0-2686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2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3938,'0'0'1483,"0"0"-832,0 0-32,0 0 419,0 0 69,0 0-339,-1-3-167,1 1-464,0 0 0,0 0 1,0 1-1,1-1 0,-1 0 1,0 0-1,1 1 0,-1-1 0,1 0 1,-1 1-1,1-1 0,0 1 1,0-1-1,0 0 0,-1 1 1,2 0-1,-1-1 0,0 1 1,0 0-1,0-1 0,2 0 1,3-3 7,0 1 1,0 0-1,0 0 1,1 0 0,8-3-1,10-3-41,0 2-1,28-7 0,-10 7 19,1 1-1,0 3 0,48 1 1,-92 3-122,1 0 1,-1 0-1,1 0 1,-1 1-1,1-1 1,-1 0-1,1 0 1,-1 1-1,0-1 0,1 0 1,-1 1-1,1-1 1,-1 1-1,0-1 1,1 0-1,-1 1 1,0-1-1,0 1 1,1-1-1,-1 1 1,0-1-1,0 1 1,0-1-1,1 1 0,-1-1 1,0 1-1,0-1 1,0 1-1,0-1 1,0 1-1,0 0 1,0 25 80,-1-18-28,1-2-30,-1-1 0,0 1 0,0-1 0,-1 1 1,1-1-1,-1 0 0,0 0 0,-1 0 0,1 0 0,-1 0 0,0 0 0,0 0 0,-1-1 0,1 0 0,-1 0 0,0 0 0,0 0 0,-5 3 0,-7 6 43,-1-1 0,0-2 0,-32 16 0,45-24-11,1-1 1,0 0-1,-1 0 1,1 0-1,-1 0 0,1 0 1,-1-1-1,1 0 1,-8 0-1,7 0 157,4-34 30,-1 33-247,1 0 0,0-1 0,0 1 0,0-1 0,0 1 0,0-1 0,0 1 0,1 0 0,-1-1 0,0 1 0,1-1 0,-1 1 0,1 0 0,-1 0 0,1-1 0,0 1 0,0 0-1,-1 0 1,1 0 0,0-1 0,1 0 0,1 1-2,-1 1 0,0-1 0,1 0-1,-1 1 1,1-1 0,-1 1 0,1 0 0,-1 0-1,1 0 1,3 1 0,6-1 27,-1 0-23,1 0 0,-1 1 1,0 1-1,0 0 0,1 0 1,-2 1-1,1 1 0,0 0 1,0 0-1,-1 1 0,0 0 1,0 1-1,15 11 0,-13-8 2,18 10-31,-1 1 1,-1 2-1,41 41 0,-68-62 28,0 0 0,0-1 0,0 1 0,-1 0 0,1 0 0,0 0 0,-1 0 0,1 0 0,-1-1-1,1 1 1,-1 0 0,1 0 0,-1 1 0,0-1 0,1 0 0,-1 0 0,0 0 0,0 0 0,0 0 0,0 0 0,0 0 0,0 0 0,0 0 0,0 0-1,0 1 1,-1-1 0,1 0 0,0 0 0,-1 0 0,1 0 0,0 0 0,-1 0 0,0 0 0,1 0 0,-1-1 0,0 1 0,1 0 0,-1 0-1,0 0 1,0-1 0,1 1 0,-1 0 0,0-1 0,0 1 0,0 0 0,0-1 0,0 1 0,-2 0 0,-5 2 23,-1 0 1,1 0-1,-1 0 1,-13 1-1,20-4-29,-68 10 63,0-4 0,-96-4 1,107-3-395,59 1 189,0 0 1,0 0 0,-1 0 0,1 0 0,0 0-1,0 0 1,0 0 0,-1 0 0,1 0-1,0 0 1,0 0 0,0 0 0,-1 0-1,1 0 1,0 0 0,0 0 0,-1 0-1,1 0 1,0 1 0,0-1 0,0 0-1,0 0 1,-1 0 0,1 0 0,0 0-1,0 0 1,0 1 0,0-1 0,-1 0 0,1 0-1,0 0 1,0 1 0,0-1 0,0 0-1,0 0 1,0 0 0,0 1 0,0-1-1,0 0 1,0 0 0,-1 0 0,1 1-1,0-1 1,0 0 0,0 1-7951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2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3073,'0'0'4133,"0"0"-2444,0 0-609,0 0 254,0 0-187,16 0-298,288 17 2694,-65-15-1977,-131-3-1862,-108 1-617,0 0-599,0 0-551,0 0-938,0 0-1177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2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44 5442,'0'0'1201,"0"0"138,0 0 323,0 0-10,0 0-494,0-2 2042,0 1-3198,0 0 0,1 0 0,-1 1 0,0-1 0,1 0 0,-1 1 0,0-1 1,1 0-1,-1 1 0,1-1 0,-1 0 0,1 1 0,0-1 0,-1 1 0,1-1 0,-1 1 0,1-1 0,0 1 0,1-1 0,10-4 46,0 0-1,1 0 0,-1 2 1,1-1-1,19-1 1,-28 4-39,-1 1 0,1-1 1,-1 1-1,1 0 0,-1 0 1,1 1-1,-1-1 1,1 1-1,-1 0 0,1 0 1,-1 0-1,0 0 0,1 1 1,-1-1-1,0 1 1,0 0-1,0 0 0,0 0 1,0 0-1,-1 0 1,1 1-1,-1-1 0,1 1 1,-1-1-1,4 7 0,1 8 23,-1 1 0,0 0-1,-1 1 1,-1-1 0,-1 1-1,0-1 1,-2 1-1,0 0 1,-3 29 0,2-30-31,0-12 5,-1 1-1,0-1 1,0 0 0,-1 1 0,0-1 0,0 0-1,-1 0 1,1 0 0,-1 0 0,0-1 0,-1 1-1,1-1 1,-1 0 0,-1 0 0,-5 7-1,-2-2-1,1 1-1,-1-2 0,-1 1 0,0-2 1,-19 11-1,25-16-21,0-1 1,1 0 0,-1 0-1,0-1 1,0 0-1,0 0 1,0-1-1,0 0 1,0 0-1,-12-2 1,17 1-1,1 1-1,0-1 1,-1 0 0,1 0 0,0 0-1,-1 0 1,1 0 0,0 0 0,0 0-1,0 0 1,0 0 0,0-1 0,0 1-1,0 0 1,1-1 0,-1 1 0,0-1-1,1 1 1,-1 0 0,1-1 0,-1 1-1,1-1 1,0 0 0,0 1-1,-1-2 1,-3-48-112,3 43 116,1-77-410,28 88 357,12 22 119,-34-20-42,0-1 1,0 0 0,0 0-1,0 0 1,1-1-1,0 0 1,0 0-1,0-1 1,0 0 0,10 2-1,58 3 51,0-4-1,98-7 1,-160 3-92,-1 0 0,0-1 0,0-1 0,-1 0 0,1 0 0,-1-1 0,1-1 0,-1 0 0,19-11 0,-22 6-1812,-5 3-2389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30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3602,'0'0'2614,"0"0"-1696,0 0-406,0 0 867,0 0 329,-1 22-315,0-2-1109,-1 12 269,1-1-1,7 60 1,9 27 1394,0 134 1,-13-238-1148,-1-11-2064,-1-10-6935,0-12 916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30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7956,'0'0'1150,"0"0"-566,0 0 408,0 0 27,1 28-320,4 177 726,-4-97 553,17 123 0,-6-190-1841,-12-41-354,0-8-4387,0-9 247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30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5426,'0'0'1052,"0"0"63,0 0 117,35-5 62,117-13-261,-104 14-312,86 2 0,-71 3-240,98 7 1252,1 0-3055,-154-8-2210,-1 0-5109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3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5807 9 2801,'0'0'2335,"0"0"-1378,0 0-71,0 0 443,0 0-105,0 0-191,-20 0-203,-148 0 1197,-73 11 205,-5-1-1097,-36-27-455,-229 4 795,320 16-871,-85-5-398,-314 5 236,323 18-423,-68 3-14,77-12-114,-9 0 170,195-10-54,-101 14-1,-51-1 35,21-2-7,-136 4-30,236-15-5,-37 8-33,-139 29 0,-55 6 72,200-44-6,79-1-2,53 0-20,2 0-7,0 0 18,0 0-42,0 0 21,-4 2-123,-2 7 106,1-1 0,1 1 0,-1 1-1,1-1 1,1 0 0,0 1 0,-4 19-1,-3 8-1,-2 8 7,2 0 1,1 0 0,-3 77-1,10 141 5,3-138-34,1-72 35,2-1-1,2 0 0,17 65 0,55 151 62,-19-71-61,-51-161 6,-5-20 2,1 0-1,0-1 0,13 30 0,-16-45 2,-1 1-1,0-1 1,0 0-1,0 1 0,0-1 1,0 0-1,1 0 1,-1 1-1,0-1 1,0 0-1,0 0 1,1 0-1,-1 1 0,0-1 1,0 0-1,1 0 1,-1 0-1,0 0 1,1 0-1,-1 0 1,0 1-1,0-1 1,1 0-1,-1 0 0,0 0 1,1 0-1,-1 0 1,0 0-1,0 0 1,1 0-1,-1 0 1,0 0-1,1 0 0,-1 0 1,0-1-1,1 1 1,-1 0-1,0 0 1,0 0-1,1 0 1,-1 0-1,0 0 1,0-1-1,1 1 0,-1 0 1,0 0-1,0-1 1,0 1-1,1 0 1,-1 0-1,0 0 1,0-1-1,0 1 1,0-1-1,8-14 31,-1-6-255,17-49 92,-21 63-518,1 1 0,-1 0 1,1 1-1,1-1 0,6-6 0,2-1-4325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35:34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 3602,'0'0'1771,"0"0"-725,0 0-70,0 0 444,0 0-49,0 0-603,-4-4-346,4 4-398,0 0 1,0-1 0,0 1-1,0 0 1,-1-1-1,1 1 1,0 0-1,0 0 1,0 0-1,-1-1 1,1 1-1,0 0 1,0 0 0,-1 0-1,1 0 1,0-1-1,0 1 1,-1 0-1,1 0 1,0 0-1,-1 0 1,1 0 0,0 0-1,0 0 1,-1 0-1,1 0 1,0 0-1,-1 0 1,1 0-1,0 0 1,0 0-1,-1 0 1,1 0 0,0 0-1,-1 0 1,1 0-1,0 0 1,0 1-1,-1-1 1,1 0-1,0 0 1,0 0 0,-1 0-1,1 1 1,0-1-1,0 0 1,0 0-1,-1 1 1,1-1-1,0 0 1,0 0-1,0 1 1,-6 26 631,6 61-212,1-54-143,-3 146 1026,9 238 767,0-370-1805,2-1 0,19 57 0,-16-67-167,-2 1 1,-2-1 0,-1 1 0,3 58-1,-10 243 84,0-337-166,0-2-75,0 0 59,0 0-51,0 0 86,0 0 107,0 0 175,0 0-181,0 0-10,0 0-41,0 0-61,0 0-8,0 0-24,0 0-19,0 0 14,0-32-1030,4 18-1382,5 5-1641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2:45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33 2049,'0'0'408,"0"0"-93,0 0 309,0 0 393,0 0 7,0 0-207,0 0-33,0 0-104,0 0-125,0 0 8,0 0-51,0 0-45,0 0-96,0 0 56,0 0 40,0 0 56,0 0-56,0 0-25,0 0-49,0 0-127,0 0-47,0 0-32,0 0-3,-15 5 494,13 1-674,0 0 1,0 0-1,1 0 0,-1 0 1,1 0-1,1 0 1,-1 0-1,1 0 1,0 1-1,0-1 1,2 9-1,-1-14-8,-1 0 0,1-1 0,-1 1 0,1-1 1,-1 1-1,1-1 0,-1 1 0,1-1 0,0 1 0,-1-1 0,1 0 0,0 1 0,-1-1 1,1 0-1,0 0 0,-1 1 0,1-1 0,0 0 0,0 0 0,-1 0 0,1 0 1,0 0-1,0 0 0,-1 0 0,1 0 0,0 0 0,0 0 0,-1-1 0,1 1 0,1-1 1,0 1 8,-1 0 1,1 0-1,0-1 1,-1 1-1,1-1 1,-1 1-1,1-1 1,-1 0 0,1 0-1,-1 0 1,1 0-1,-1 0 1,3-2-1,-2 0 39,0-1 0,-1 0 0,1 0 0,-1 0-1,0 0 1,0 0 0,0 0 0,-1 0 0,1 0-1,-1-1 1,0 1 0,-1-4 0,1 6-24,0 1 0,0-1-1,-1 1 1,1-1 0,0 1 0,-1-1 0,1 1 0,-1-1 0,0 1-1,1 0 1,-1-1 0,0 1 0,0 0 0,0-1 0,0 1-1,0 0 1,0 0 0,0 0 0,-1 0 0,1 0 0,0 0 0,-1 1-1,1-1 1,0 0 0,-1 1 0,1-1 0,-1 1 0,1-1-1,-1 1 1,1-1 0,-1 1 0,-1 0 0,-3 0 61,1 0 0,-1 0 0,1 1 0,-1-1 0,1 1 1,-1 1-1,-9 3 0,14-5-80,0 1 1,0-1-1,-1 1 1,1-1 0,0 1-1,0 0 1,0-1-1,0 1 1,0 0-1,0 0 1,1 0-1,-1 0 1,0-1-1,0 1 1,1 1-1,-1-1 1,0 0-1,1 0 1,-1 0 0,1 0-1,-1 0 1,1 0-1,0 1 1,-1-1-1,1 0 1,0 0-1,0 1 1,0-1-1,0 0 1,0 0-1,0 0 1,0 1-1,1-1 1,-1 0 0,0 0-1,1 1 1,-1-1-1,1 0 1,-1 0-1,1 0 1,-1 0-1,2 2 1,0-2-14,1 1 1,-1-1-1,0 0 0,0 0 1,1 0-1,-1 0 0,0 0 1,1 0-1,-1-1 1,1 1-1,-1-1 0,1 1 1,-1-1-1,1 0 0,-1 0 1,1 0-1,2-1 0,0 1 7,-1 0-1,0 0 0,0-1 1,0 1-1,0-1 0,0 0 1,0 0-1,-1-1 0,1 1 0,4-3 1,-6 3 12,-1 0 0,1-1 1,-1 1-1,0 0 0,1-1 0,-1 1 1,0-1-1,0 1 0,0-1 0,0 0 1,0 1-1,0-1 0,-1 0 0,1 0 1,0 0-1,-1 0 0,1 1 1,-1-1-1,0 0 0,0 0 0,0 0 1,0 0-1,0 0 0,-1-3 0,0 3 3,0 1 0,0-1-1,0 1 1,0 0-1,0-1 1,-1 1 0,1 0-1,-1 0 1,1 0-1,0 0 1,-1 0 0,0 0-1,1 1 1,-1-1-1,0 0 1,1 1-1,-1-1 1,0 1 0,1 0-1,-1-1 1,0 1-1,0 0 1,1 0 0,-4 1-1,4-1-3,1 0-33,0 0-13,0 0 8,0 0-43,0 0-50,0 0-94,0 0-56,0 0 19,0 0-85,0 0 79,0 0 81,0 0 143,0 0 76,0 0 15,0 0 19,0 0-11,-11 4-82,11-4 11,0 0-1,1 0 1,-1 0-1,0 0 1,0 0-1,0 0 1,1 0-1,-1 0 1,0 0-1,0 0 1,0 0-1,1 0 0,-1 1 1,0-1-1,0 0 1,0 0-1,1 0 1,-1 0-1,0 0 1,0 0-1,0 0 1,0 1-1,0-1 1,1 0-1,-1 0 1,0 0-1,0 0 1,0 1-1,0-1 1,0 0-1,0 0 1,0 0-1,0 1 1,0-1-1,0 0 1,0 0-1,0 0 1,0 1-1,0-1 1,0 0-1,0 0 1,0 0-1,0 1 1,0-1-1,0 0 1,0 0-1,0 0 1,0 1-1,0-1 1,0 0-1,0 0 1,0 0-1,0 0 1,0 1-1,-1-1 1,1 0-1,0 0 1,0 0-1,0 0 1,0 1-1,-1-1 1,1 0-1,0 0 1,10 0-52,-9 1 55,-1-1 0,1 0 0,0 1 0,0-1 0,0 0 0,0 0-1,0 0 1,0 0 0,0 0 0,0 0 0,0 0 0,0 0 0,0 0 0,0 0 0,0 0 0,0-1 0,0 1 0,-1 0-1,1-1 1,0 1 0,0-1 0,0 1 0,0-1 0,-1 1 0,1-1 0,0 1 0,0-1 0,-1 0 0,1 1-1,-1-1 1,1 0 0,0 0 0,-1 0 0,1 1 0,-1-1 0,0 0 0,1 0 0,-1 0 0,0 0 0,1 0 0,-1 0-1,0 0 1,0 0 0,0 0 0,0 0 0,0-1 0,-1 2-159,-1-1-1,1 0 1,-1 0-1,0 1 1,1-1-1,-1 0 1,1 1 0,-1 0-1,0-1 1,0 1-1,1 0 1,-1 0-1,0 0 1,1 0 0,-1 0-1,0 0 1,-2 1-1,-1-1-1015,2 0-3695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2:53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 2305,'0'0'2727,"0"0"-1065,0 0-235,0 0 88,0 0-90,0 0-489,0 0-274,16 0 2002,55 1-2399,-8-3-160,-57 2 33,-24 1-47,0 1-83,-37 7 47,-12 1 26,66-6-82,-1 1 0,0-1 0,1 0 0,0 1 0,0-1 0,1 1 0,-1-1 0,1 1 0,0 6 0,0-7 6,-5 79 576,41-104-463,-29 18-197,0 1-1,0-1 1,0 1 0,1 0 0,-1 1 0,0 0 0,1 0-1,-1 0 1,1 1 0,-1 0 0,1 1 0,-1-1 0,1 1-1,-1 1 1,8 2 0,-11-3 35,-1 0-1,1 1 1,0 0 0,0 0-1,-1 0 1,1 0 0,-1 0-1,1 1 1,-1-1-1,0 1 1,0 0 0,0 0-1,-1 0 1,1 1 0,-1-1-1,1 1 1,-1-1 0,0 1-1,-1 0 1,1-1-1,0 1 1,-1 0 0,0 0-1,0 0 1,0 0 0,-1 1-1,1-1 1,-1 6-1,-1-2 52,1-1-1,-1 0 0,-1 1 0,0-1 1,0 0-1,0 0 0,0 0 0,-1 0 1,-1 0-1,1 0 0,-1-1 0,0 0 0,0 0 1,-1 0-1,0 0 0,0-1 0,-10 9 1,11-12 8,0-1 1,0-1-1,0 1 1,0 0 0,0-1-1,0 0 1,0 0 0,0 0-1,0-1 1,1 1 0,-1-1-1,0 0 1,0 0 0,0 0-1,0 0 1,1-1-1,-5-2 1,-14-3 28,-37 4-1901,59 2-787,0 0-2665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2:57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6 624,'0'0'1625,"0"0"-472,0 0-52,0 0 132,0 0-99,0 0-150,-3-3 4926,4 2-6292,1 1 388,1-1-1,0 1 0,-1 0 1,1-1-1,0 2 1,-1-1-1,1 0 1,0 0-1,-1 1 1,1-1-1,0 1 0,-1 0 1,1 0-1,-1 0 1,1 0-1,2 2 1,34 30 34,-21-14-10,-15-16-20,0 0 0,-1 0 0,0 1 0,0-1 0,0 1 0,0 0 0,0-1 0,-1 1 1,0 0-1,0 0 0,0 0 0,0 0 0,0 0 0,-1 8 0,-1 67 416,-1-40-277,1-21-130,-1 1 0,-1-1 0,-1 0 0,-11 34 0,9-34-3,1 0 1,1 0 0,0 0 0,-2 36-1,5 38 179,4 122 507,5-63-617,-7-140-88,1 0-1,0 0 1,1 0 0,0 0-1,0 0 1,1 0 0,8 12-1,-10-19 3,1 0 0,0 0-1,0 0 1,0 0 0,0-1-1,0 1 1,1-1 0,0 0-1,0 0 1,0 0 0,0-1-1,0 1 1,0-1 0,1 0-1,-1 0 1,1-1 0,-1 1-1,1-1 1,6 1 0,42 3-15,-53-5 34,0 0 12,0 0 28,0-1-50,1 0-1,-1 0 0,0 0 0,0 0 0,0 1 0,0-1 0,0 0 0,0 0 1,0 0-1,0 0 0,0 0 0,-1 0 0,1 1 0,0-1 0,0 0 0,-1 0 0,1 0 1,-1 0-1,1 1 0,-1-1 0,1 0 0,-1 1 0,1-1 0,-1 0 0,1 1 1,-1-1-1,0 1 0,0-1 0,1 1 0,-1-1 0,0 1 0,0-1 0,1 1 1,-1 0-1,-1-1 0,-35 1 246,18 1-128,18-1-124,0 1 0,-1-1 0,1 1 0,-1-1 0,1 1 0,0 0-1,-1-1 1,1 1 0,0 0 0,0 0 0,-1 0 0,1 0 0,0 0 0,0 0-1,0 0 1,0 1 0,1-1 0,-1 0 0,0 1 0,0-1 0,1 0-1,-1 1 1,1-1 0,-1 3 0,-12 41 0,11-36 30,-1 11 53,1-1-1,0 1 1,2 0 0,0 0 0,1-1 0,1 1 0,7 29 0,3 37 90,-12-68-25,0 0-1,-1-1 0,-1 1 0,-1-1 1,-7 27-1,4-18-202,0 9 74,-2 71 0,8-80 14,-2 1 0,-1-1-1,0 0 1,-2 0 0,-10 30-1,-7 23 43,17-55 14,-16 43 0,17-54-43,2 1-1,0 0 0,0 0 0,1 0 0,1 0 1,0 0-1,3 17 0,-1 17 139,-2-32-188,0-24-7429,0 1-3224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3:08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1185,'0'0'1333,"0"0"-644,0 0-249,0 0 107,0 0 296,0 0-64,0 5 6713,0 20-7549,7 246 1930,-6-48-1079,-3-101-515,-17 72 988,18-140-1204,0-25-61,1-1 1,1 1-1,1-1 0,7 30 1,-5-31 2,-1 0 1,-2 0 0,0 0 0,-4 35 0,0 8 5,0-6 1,-20 111 1,2-28 2,16-114-24,-1-1 0,-17 49 0,20-71 9,0 6-11,0-1 1,1 1-1,0 26 0,-1 3 51,1 185 52,4-153-7662,-2-91-428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3:41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9 1697,'0'0'789,"0"0"-183,0 0-6,0 0 337,0 0-17,0 0-271,-5-2 4937,-6-5-5762,200 7 1219,-235 9-912,37-9-138,-10-1-97,-1 1 1,1 2-1,-1-1 0,-34 10 0,134-8-280,-32-3 290,-44 0-153,-30 0-487,19-9 1216,7 8-474,0 1 0,0 0 0,0 0 0,0 0-1,0-1 1,0 1 0,0 0 0,0 0 0,0 0 0,0 0 0,0-1-1,0 1 1,0 0 0,0 0 0,0 0 0,0 0 0,-1 0 0,1-1 0,0 1-1,0 0 1,0 0 0,0 0 0,0 0 0,0 0 0,-1 0 0,1-1-1,0 1 1,0 0 0,0 0 0,0 0 0,-1 0 0,1 0 0,0 0-1,0 0 1,0 0 0,0 0 0,-1 0 0,1 0 0,0 0 0,0 0-1,0 0 1,0 0 0,-1 0 0,1 0 0,0 0 0,0 0 0,0 0-1,0 0 1,-1 0 0,1 0 0,0 1 0,0-1 0,0 0 0,0 0 0,0 0-1,-1 0 1,1 0 0,0 0 0,0 0 0,0 1 0,0-1 0,0 0-1,0 0 1,0 0 0,0 0 0,-1 0 0,1 1 0,0-1 0,0 0-1,0 48 386,-11 71-1,11-120-393,0 0 0,0 1 0,0-1 0,-1 1 1,1-1-1,0 1 0,0-1 0,0 1 0,-1-1 1,1 0-1,0 1 0,-1-1 0,1 1 0,0 0 0,-1-1 1,1 1-1,-1-1 0,1 1 0,-1 0 0,1-1 1,-1 1-1,1 0 0,-1-1 0,1 1 0,-1 0 0,1 0 1,-1-1-1,1 1 0,-1 0 0,0 0 0,1 0 0,-1 0 1,1 0-1,-1 0 0,0 0 0,1 0 0,-1 0 1,1 0-1,-1 0 0,0 0 0,1 1 0,-1-1 0,1 0 1,-1 0-1,1 1 0,-1-1 0,1 0 0,-1 1 1,1-1-1,-1 0 0,1 1 0,-1-1 0,1 1 0,0-1 1,-1 1-1,1-1 0,0 1 0,-1-1 0,1 1 0,0-1 1,0 1-1,-1-1 0,1 1 0,0 0 0,-1-16-175,1 0-1,0 1 0,2-1 0,-1 0 0,2 1 0,4-17 1,-9 47 629,0-1 1,1 1-1,3 30 1,-2 25-364,-6 142 426,6-162-442,-1-50-68,0-1 0,0 0 0,0 0-1,0 0 1,0 0 0,0 0 0,0 0 0,0 0 0,0-1 0,0 1 0,0 0-1,1 0 1,-1-1 0,0 1 0,0-1 0,0 1 0,0-1 0,0 1 0,-1-2-1,-1-4-117,-1-1 0,1 0 0,1 0 0,-1-1 0,1 1 0,1 0 0,-1-1 0,0-13 0,1-70-453,2 56 458,0 19-8,1 0 1,0 1 0,1-1 0,1 1 0,1 0 0,7-17-1,6-25 112,-24 171 1232,-2-55-1023,-49 272 970,1-83-1066,58-257-240,-1-1-1,-1 0 1,0 0 0,-2-12 0,1-27-329,7-7 248,4 1 0,31-106-1,-24 102-323,-13 43 239,5-23 614,-6 36-66,-5 22-136,-28 234 690,22-125-67,7-83-421,-2 0 1,-2-1-1,-2 1 1,-19 65-1,12-80 81,14-31-401,0 1 0,-1 0 1,1 0-1,0 0 0,0 0 1,-1 0-1,1-1 1,0 1-1,0 0 0,-1 0 1,1-1-1,0 1 0,0 0 1,0 0-1,-1-1 0,1 1 1,0 0-1,0 0 1,0-1-1,0 1 0,0 0 1,-1-1-1,1 1 0,0 0 1,0-1-1,0 1 1,0 0-1,0-1 0,0 1 1,0 0-1,0 0 0,0-1 1,0 1-1,0 0 1,1-1-1,-1 1 0,0 0 1,0-1-1,0 1 0,0-1 1,1-9-32,0 0 0,0 0 1,1 0-1,4-12 0,12-27-140,-6 23 96,-2-1 1,-2 0-1,0-1 1,-1 1-1,-2-1 0,2-39 1,-7 67 156,0 0-19,0 0 30,0 23 237,1 120-28,-6 224 110,2-347 484,0-37-733,0-36-234,3-92 182,0 145-130,0 11 58,-6 24 130,-15 47 0,8-32-82,11-192 88,2 142-208,0 0-31,0 0-36,-1 13 80,-1 6-165,5-17 114,4-8 57,1-7 32,0-1 1,-1 0 0,-1 0 0,0 0 0,5-22-1,0 2-18,0-5 29,-3 1 0,-1-1 0,-1-1 0,-3 1 0,-1-1-1,-5-54 1,3 19-23,1 64-7,0 0 0,1 1 0,0-1-1,8-19 1,5-28-47,-9-33 20,-5 64 43,0 0-1,10-46 1,-6 48 21,-1 0 1,-1 0 0,-1-47-1,-2 71-20,0-24 36,0 12-31,0 14 24,3 141 111,0-39-83,-15 146 0,7-217-21,-2-1-1,-12 32 1,10-36-17,2-1 1,0 1-1,-3 41 1,7-45-16,-1 0 1,-14 45 0,12-48-6,1 0-1,0 0 1,2 1 0,-3 30 0,-8 70 110,13-110-83,0 0 0,0 0 0,-1 0 0,-3 11 0,0-2-3,2-16 452,1-14-419,0-14-157,1 8 87,1-1 0,2 0 0,-1 1 0,2-1 0,0 1 0,1-1 0,9-23 0,5-13 2,-3-1 1,-3 0-1,-1-1 0,3-64 1,19-98-31,-11 148 15,-16 52 8,0 0-1,-2-1 1,1 0 0,1-19-1,-1-176-530,-5 170 573,0 43-45,0-6 522,0 0-5363,0 6 2619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3:42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13 4306,'0'0'1619,"0"0"-658,0 0-163,0 0 434,0 0 83,0 0-410,0 0-356,45-13 1903,-43 13-2434,0 0 0,0 0 0,-1 1 0,1-1 0,0 1 0,-1-1 0,1 1 0,0-1 0,-1 1 0,1 0 0,0 0 0,-1-1 0,1 1 0,-1 1 0,0-1 0,1 0 0,-1 0 0,0 0-1,0 1 1,1-1 0,-1 0 0,0 1 0,0-1 0,-1 1 0,1 0 0,0-1 0,0 1 0,-1 0 0,1-1 0,-1 1 0,0 0 0,1 0 0,-1-1 0,0 1 0,0 3 0,1 6 88,-1 0 0,1 0 0,-2 0 0,-3 20 0,3-28-55,0 0 0,0-1 0,-1 1 0,1 0-1,-1-1 1,1 1 0,-1-1 0,0 1 0,0-1 0,0 0 0,-1 0 0,1 1 0,0-2 0,-1 1 0,0 0 0,1-1 0,-1 1 0,0-1 0,0 1 0,1-1 0,-1 0 0,0-1 0,0 1 0,0 0 0,0-1 0,0 0 0,-1 1-1,1-1 1,-5-1 0,8 1 115,0 0-25,0-1-133,1 0-1,-1-1 0,0 1 0,1 0 1,-1 0-1,1 0 0,0-1 1,-1 1-1,1 0 0,0 0 1,0 0-1,0 0 0,0 0 1,0 0-1,0 1 0,0-1 1,0 0-1,0 0 0,0 1 1,0-1-1,0 1 0,1-1 1,-1 1-1,0-1 0,0 1 1,1 0-1,-1-1 0,0 1 1,1 0-1,-1 0 0,3 0 0,-2 0-16,0 0 0,1 0 0,-1 0 0,0 0-1,1 0 1,-1 0 0,0 1 0,1-1-1,-1 1 1,0 0 0,0 0 0,0 0-1,0 0 1,0 0 0,0 0 0,0 0-1,0 1 1,3 1 0,-1 3 9,-1-1-1,1 1 1,-1 0 0,0 0-1,-1 0 1,1 0 0,-1 0-1,-1 0 1,3 12 0,-4-15 13,1 0 0,-1 0 0,0 0 1,0 0-1,0 0 0,0 0 0,-1 0 1,1 0-1,-1 0 0,0 0 0,1 0 1,-2 0-1,1 0 0,0-1 0,0 1 1,-1 0-1,0-1 0,1 1 0,-1-1 1,0 0-1,0 1 0,-3 2 0,-6 2 460,0 0-1,0-1 1,-1 0 0,0-1-1,0-1 1,0 1-1,0-2 1,-1 0-1,1 0 1,-1-1 0,0 0-1,0-2 1,1 1-1,-16-2 1,28 1-492,0 0 22,0 0-40,0 0-121,0 0-141,0 0-429,0 0-553,0-13-7349,0 6 720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3:46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 1105,'0'0'3961,"0"0"-2259,0 0-949,0 0 141,0 0 263,0 0-287,0 0-283,0 0-165,0 0-20,0 0-23,0 0-35,0 0-151,0 0-57,0 0 16,0 0 58,0 0 52,0 0-27,0 0 23,0 0-31,0 0 45,0 0-5,0 0 93,0 0-21,0 0-67,0 0-112,43 0 371,-42-1-508,1 1 1,-1 0-1,1 0 0,-1 0 0,0 0 0,1 0 1,-1 0-1,1 0 0,-1 0 0,1 1 0,-1-1 1,1 0-1,-1 1 0,0-1 0,1 1 0,-1 0 0,0-1 1,0 1-1,1 0 0,-1 0 0,0 0 0,0 0 1,0 0-1,0 0 0,0 0 0,0 0 0,0 0 1,0 1-1,-1-1 0,1 0 0,0 0 0,-1 1 1,1-1-1,-1 1 0,1-1 0,-1 0 0,0 1 1,0-1-1,1 1 0,-1-1 0,0 1 0,0-1 0,-1 2 1,6 21 137,-2-1-10,0-1 0,-2 1-1,0-1 1,-2 1 0,-5 34-1,-4-1 132,5-38-254,2 0 1,0 0-1,1 19 0,0-8 19,1-22-42,0 0 0,0 0 1,1 0-1,0 0 0,1 0 0,1 10 0,-1-15-9,0-1 0,0 0-1,0 0 1,-1 0 0,1 0 0,0 0 0,0 0-1,1 0 1,-1 0 0,0 0 0,0 0 0,0-1-1,1 1 1,-1 0 0,0-1 0,0 1-1,1-1 1,-1 0 0,1 1 0,-1-1 0,0 0-1,1 0 1,1 0 0,41 1 124,-32-2 82,-12 1-108,0 0 21,0 0-57,0 0 60,0 0 12,0 0 28,-51 1 167,48 1-324,1 0 0,0 1 0,0-1 0,0 1 0,0 0-1,0-1 1,0 1 0,1 0 0,-1 0 0,1 0 0,0 0 0,-2 5 0,-9 48 139,6-27 74,1-3-82,1-1 0,2 1 0,1 49 1,1-56-129,0-16 32,0 0-11,0 0 0,0-1 0,0 1 0,0 0 0,0 0 0,-1 0 0,1 0 0,-1-1 0,0 1 1,0 0-1,-1 2 0,1-4-23,-1 0 1,1 1-1,-1-1 1,1 0-1,-1-1 1,0 1-1,0 0 1,1 0-1,-1-1 1,0 1-1,0-1 1,0 0-1,0 1 1,1-1 0,-1 0-1,0 0 1,0 0-1,0 0 1,-2-1-1,3 1-477,-15 0 821,9-1-7658,7-3 2486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3:5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3314,'0'0'1467,"0"0"-331,0 0-266,0 0-22,0 0-178,0 0-315,0 0-147,0 0-51,0 0 89,0 0 7,0 0 124,0 0 71,0 0 11,0 0-123,0 0-88,0 0-51,0 0-58,0 0 13,0 0-29,0 0 16,0 0-65,0 0 30,16-30 227,-10 28-329,0 0 0,0 0-1,0 1 1,0 0 0,1 0 0,-1 1 0,0-1-1,0 1 1,0 1 0,1-1 0,8 3-1,-13-1 6,-1 1 0,0 0 0,0 0-1,0 0 1,0 0 0,0 0-1,-1 0 1,1 0 0,-1 0-1,0 0 1,0 0 0,0 0-1,-1 6 1,1-5 9,0 11 19,0 1 4,0 1 0,-1-1-1,-4 24 1,3-34-31,0 0 0,0 0 0,0 0 0,-1 0 0,0-1 0,0 1 0,0-1 0,-1 0 0,0 0 0,0 0-1,0 0 1,-7 6 0,-6 5-27,16-14-19,5-7 32,1-1 27,35-56 163,-40 62-183,0 0 0,0-1 1,1 1-1,-1 0 1,0-1-1,1 1 0,-1 0 1,1 0-1,-1-1 0,0 1 1,1 0-1,-1 0 0,1 0 1,-1 0-1,0 0 1,1-1-1,-1 1 0,1 0 1,-1 0-1,1 0 0,-1 0 1,0 0-1,1 0 0,-1 0 1,1 1-1,-1-1 1,1 0-1,-1 0 0,0 0 1,1 0-1,-1 0 0,1 1 1,-1-1-1,0 0 0,1 0 1,-1 1-1,0-1 1,1 0-1,-1 1 0,0-1 1,0 0-1,1 1 0,-1-1 1,0 0-1,0 1 1,1-1-1,-1 1 0,0 0 1,13 18 131,-13-19-133,2 4 24,1 1 1,0-1-1,0 1 0,0-1 1,1 0-1,0-1 1,-1 1-1,1-1 0,0 1 1,1-1-1,-1 0 1,0 0-1,1-1 0,0 0 1,0 1-1,-1-2 0,1 1 1,0 0-1,1-1 1,-1 0-1,0 0 0,0-1 1,0 1-1,1-1 1,-1 0-1,0-1 0,10-1 1,-14 2-15,0 0 1,1-1-1,-1 1 1,0-1-1,1 1 0,-1-1 1,0 1-1,1-1 1,-1 0-1,0 0 1,0 0-1,0 1 0,0-1 1,0 0-1,0 0 1,0-1-1,0 1 1,0 0-1,0 0 0,0 0 1,-1-1-1,1 1 1,-1 0-1,1-1 1,-1 1-1,1 0 0,-1-1 1,1-1-1,-2-46 304,0 29-858,-1 19-2722,2 1-2454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4:35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61 304 4002,'0'0'531,"0"0"-294,0 0 145,0 0 712,0 0 303,0 0-479,0 0-427,0 0-251,0 0-146,-6 2-62,4-1-116,-29 11 609,30-11-422,-1-1 1,1 1-1,0 0 0,0-1 1,-1 1-1,1 0 1,0 0-1,0 0 0,0 0 1,0 0-1,0 0 1,0 1-1,0-1 0,0 0 1,0 0-1,1 1 1,-1-1-1,0 0 0,1 1 1,-1-1-1,0 3 1,1-4-11,0 0-2,0 0 26,0 0 3,0 0 48,0 0 126,0 0 31,0 0-42,0 0-40,0 0 74,0 0 49,0 0 50,0 0-59,0 0-63,0 0-43,0 0-49,0 0-15,0 0-8,0 0 21,5-2-145,0 0 0,-1 0 0,1-1 1,-1 1-1,0-1 0,1 0 0,-2 0 0,8-7 0,-11 9-39,38-32 80,0 2 0,80-49 0,-13 34 0,-5-12 346,-59 33-377,-25 17-63,-1 1-1,1 1 0,26-7 0,-28 9 0,-8 1-920,-14 5-1692,-4 5-1580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4:39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1 860 3314,'0'0'1389,"0"0"-676,0 0-182,0 0 336,0 0 64,0 0-280,27-4 1392,146-157 222,-171 160-2264,209-191 276,-88 94 526,-104 84-786,1 1 0,43-20 0,-59 31 55,-1-1 0,1 1 0,0-1 0,-1 0 0,0 0 0,1-1 0,2-4 0,22-18 107,-6 7 410,8-4-338,-15 15-171,1-1 0,20-16 0,31-17 176,-44 33-178,-1 1-1,25-5 1,-29 9-72,1-1-1,-1-1 1,0-1 0,24-12 0,-36 16-6,1 1 1,0 0-1,0 0 0,-1 0 1,2 1-1,-1 0 1,7 0-1,22-4-6,86-37 62,-92 35-7,0 1 0,0 2 1,1 1-1,41 1 0,9-1 15,223-4 1318,-258 7-1081,56 12-160,-63-13-79,-26 0-16,1 0 0,0 1 0,-1 0 0,1 2 0,-1-1 0,1 2-1,-1 0 1,18 6 0,-11-2-15,0 0 0,1-2-1,33 6 1,-30-7 5,1 1 1,26 10-1,-18-4 122,63 11 0,-59-15-63,52 16 1,-29-6 141,-43-13-206,-1 0 0,0 1 0,1 1 0,22 12 0,-18-8-5,1 0-1,-1-1 0,1-2 0,1 0 0,33 6 0,25 7 19,3 22-52,-48-31 57,-26-9-46,0 0 0,0 1 1,-1 0-1,0 0 1,1 1-1,-1 1 1,0-1-1,-1 2 1,1-1-1,-1 1 1,0 0-1,8 9 1,-6-6-4,0 0 0,0-1 0,0 0 0,22 12 1,-20-13 0,0 1 0,-1 0 1,1 0-1,9 12 1,121 113-10,-124-114 12,1-2 1,27 20 0,7 6 5,-47-38-24,-1 0 0,0 0 0,0 1 1,0-1-1,0 1 0,6 13 1,-11-18 9,0 0 1,0-1-1,1 1 1,-1-1-1,0 1 1,0 0 0,0-1-1,1 1 1,-1-1-1,0 1 1,0-1-1,1 1 1,-1-1-1,0 1 1,1-1 0,-1 1-1,1-1 1,-1 1-1,1-1 1,-1 0-1,1 1 1,-1-1 0,1 0-1,-1 1 1,1-1-1,-1 0 1,1 0-1,-1 1 1,1-1 0,1 0-1,2-6-1884,0-6-3673,-4 5-6002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4:45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2518 67 3442,'0'0'749,"0"0"-301,0 0 99,0 0 392,0 0 441,0 0-126,0 0-241,0 0-910,0 0-1,0 0 0,1 0 0,-1 0 1,0 0-1,0 0 0,0 0 0,0 0 1,1 0-1,-1 0 0,0 0 0,0 0 1,0 0-1,0-1 0,0 1 0,1 0 0,-1 0 1,0 0-1,0 0 0,0 0 0,0 0 1,0 0-1,0 0 0,1 0 0,-1-1 1,0 1-1,0 0 0,0 0 0,0 0 0,0 0 1,0 0-1,0-1 0,0 1 0,0 0 1,0 0-1,0 0 0,0 0 0,0 0 1,1-1-1,-1 1 0,0 0 0,0 0 1,0 0-1,-1 0 0,1-1 0,0 1 0,0 0 1,0 0-1,0 0 0,-523-19-459,368 18 423,-167 3-31,157 11-16,-38 2 13,9-15-42,-94 4-18,19 33 50,139-15-398,107-19 234,-50 8-216,-88 24 1,160-34 389,0 0 0,0 0 0,0 0 0,-1 0 0,1 0 0,0 0 0,0 1 0,1-1 0,-1 0 0,0 0-1,0 1 1,0-1 0,1 1 0,-1-1 0,1 0 0,-1 1 0,1-1 0,0 1 0,0 0 0,-1-1 0,1 1 0,0-1 0,0 1 0,0-1 0,1 1 0,-1-1 0,0 1-1,1-1 1,-1 1 0,1-1 0,0 3 0,21 64-83,-15-49 107,5 19-24,-2 0-1,-2 1 1,-2 0 0,-1 0-1,0 66 1,-6-61 288,0-17-248,1 0-1,1 0 0,2 0 1,8 41-1,-8-53-79,-1-1-1,0 1 0,0 25 0,-2-26 1,0 1-1,1-1 1,6 23-1,-6-35 1,-1 0 0,1 0 0,0-1 0,0 1 0,1 0 0,-1-1 0,0 1 0,1-1 0,-1 1 0,0-1 0,1 0 0,0 0 0,-1 0 0,1 0 0,0 0 0,-1 0 0,1 0 0,0 0 0,0-1 0,0 1 0,0 0-1,0-1 1,0 0 0,0 0 0,3 1 0,61-2-335,-42-1 255,41 1-289,-37-1 361,0 1 0,0 2 0,0 1 0,0 1 0,35 8 0,-48-6 84,257 68 142,-233-68-173,0-1 0,-1-2 1,62-5-1,-11 0 9,-78 4-45,-1 0-1,1 0 1,0 1 0,19 6 0,-7-1-11,10-2 27,-1-1-1,1-1 0,0-2 1,48-3-1,-4-1 6,869-9 275,-859 13-275,-65 1-1,1-1 0,0-1 0,-1-1 0,1-1 0,-1 0 0,0-2 0,1-1-1,24-9 1,-22-10 156,-5 3-242,-17 17 76,-1-1 1,0 1-1,0-1 0,0 0 0,0 0 0,-1 0 0,0 0 1,0 0-1,0 0 0,0-9 0,5-21-51,-2 23 13,0-1 1,-2 1-1,1-1 0,-2 1 0,0-1 0,0 0 1,-1 1-1,-1-1 0,-3-20 0,-3-3-15,-25-68 1,24 80-5,2 3-52,1-1 1,2 1 0,0-1 0,1-41 0,1 37 160,0 0 0,-10-48 0,4 30 26,1-1-1,2 0 0,4-75 0,0 62 400,0 55-431,-1 1 0,0-1 0,1 1 0,-1-1 0,-1 1 0,1 0 0,0-1-1,-1 1 1,1 0 0,-1 0 0,1 0 0,-1 0 0,0 0 0,0 0 0,0 0 0,0 1 0,0-1 0,0 1 0,-1 0 0,1-1 0,0 1 0,-5-1 0,-4-3-62,0 1 0,0 0 1,-21-4-1,15 5-45,0 1-1,0 1 1,0 1 0,-21 1-1,32 0-146,0-1-1,0 1 0,0 0 1,1 1-1,-1-1 0,0 1 0,0 0 1,1 1-1,-1-1 0,1 1 0,0 0 1,0 1-1,0-1 0,-8 8 1,11-5-1105,2-1-1604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4:5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1110 8276,'0'0'1254,"0"0"-566,0 0-138,0 0 154,0 0-26,0 0-169,4 3 33,2 2-323,1-1 0,0 0 0,0 0 0,0-1 0,1 1 0,-1-2 0,1 1 0,-1-1 0,1 0 0,0-1 0,0 0 0,0 0 0,0-1 0,0 0 0,0 0 0,0-1 0,0 0 0,12-3 0,0-1-133,0 0 0,-1-2 0,1 0-1,-1-2 1,-1 0 0,23-14 0,10-13-32,-1-1-1,-2-3 1,-2-2 0,-2-1 0,77-99 0,-52 52-45,128-155-5,-158 202-8,3 1 0,0 3 0,65-46 0,-91 73-27,1 2 1,0 0-1,1 1 1,34-12-1,-43 18 18,1 0-1,1 1 0,-1 0 0,0 1 1,0 0-1,1 0 0,-1 1 0,0 0 1,1 1-1,-1 0 0,12 3 1,-22-4 13,1 1 0,0-1-1,0 0 1,0 0 0,0 0 0,-1 1 0,1-1 0,0 0 0,0 1 0,-1-1 0,1 1 0,0-1 0,-1 1 0,1-1 0,0 1 0,-1-1 0,1 1 0,-1 0 0,1-1 0,-1 1 0,1 0 0,-1-1 0,1 1 0,-1 0 0,0 0 0,1 0 0,-1-1 0,0 1 0,0 0 0,0 0 0,0 0 0,1 0 0,-1-1 0,0 1 0,0 0 0,-1 0 0,1 1 0,-17 35 0,2-7 6,11-13 33,2 1 1,0 0-1,1 30 0,1-48-49,0 0 76,0 0-26,0 0 16,0 0 16,-4-29 227,-9-208 307,13 237-577,0 0-7,0 0 12,0 0 6,0 0-45,0 0 45,-2 22-486,13 194 588,-11-156-100,-1-60-22,-1 1-1,0-1 0,1 0 1,-1 0-1,0 1 0,1-1 1,-1 0-1,0 0 0,0-1 1,1 1-1,-1 0 0,0 0 0,1-1 1,-1 1-1,0-1 0,1 0 1,-1 1-1,1-1 0,-1 0 1,-2-2-1,1-7 2,-1 0 1,1 0-1,0-1 1,1 1-1,1-1 0,-1 0 1,1-13-1,1-2 104,6-49 0,10 15-50,-12 49-50,-1 0 0,0 0 0,0-1 0,-1 1 0,1-16 0,-3 27 9,0 0 4,0 0-57,0 0 19,0 0-35,0 0-101,0 0-27,8 11-47,48 57 221,-40-50-44,0 1 0,25 39 0,-39-56 33,-1 1 0,1-1 0,-1 1 0,0 0-1,0 0 1,0-1 0,0 1 0,0 0 0,-1 0 0,0 0 0,1 0 0,-1 0 0,0 0 0,-1 5 0,1-7 4,-1 1-1,1 0 1,-1-1 0,0 1-1,0 0 1,0-1-1,0 1 1,0-1-1,0 1 1,0-1 0,0 0-1,-1 0 1,1 1-1,0-1 1,-1 0 0,1 0-1,-1 0 1,-1 1-1,-8 2 25,0-1-1,0 0 0,-1 0 0,1-1 0,-1 0 0,-12 0 1,-21 4 18,44-6-55,1 0 0,-1 1 0,1-1 0,-1 0 1,0 1-1,1-1 0,-1 0 0,1 1 0,-1-1 0,1 1 0,-1-1 1,1 0-1,-1 1 0,1-1 0,0 1 0,-1 0 0,1-1 1,0 1-1,-1-1 0,1 1 0,0-1 0,0 1 0,-1 0 0,1-1 1,0 1-1,0 0 0,0-1 0,0 2 0,0 7-3040,0-8 2489,0 2-4493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12 5891,'0'0'1350,"0"0"-606,0 0 8,0 0 436,0 0-39,0 0-362,0 0-184,0 0-133,0 0 50,0 0-125,2-11 56,-23 60-112,-63 98 328,42-76-434,-48 106 1,87-167-481,-4 6 428,-2-11-5219,8-5 1732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3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5074,'0'0'849,"0"0"266,0 0-43,0 0 340,0 0 100,0-10-466,0-31-446,0 31-295,1 18-84,0 0 0,1 0 0,-1-1 1,2 1-1,4 11 0,1 5 170,13 44 85,3 0 0,3-2 0,58 102 1,-79-158-555,0 1-1,-1 0 1,0 1 0,-1-1 0,0 1 0,-1 0 0,0 0 0,-1 0 0,-1 0 0,1 14 0,-2-26-1526,0 0-493,0-1-1518,2-5-2545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6771,'0'0'958,"0"0"-46,0 0 123,0 0 43,0 0-368,0 0-345,7-9 169,2 6-425,1 0-1,-1 1 1,1 1-1,0-1 1,0 1-1,0 1 1,0 0 0,0 0-1,15 3 1,-24-2-102,0 0 0,1 0 0,-1 0 0,0 0 0,1 0 0,-1 0 0,0 0 0,0 0 0,0 1 0,0-1 0,0 0 1,-1 1-1,1-1 0,0 1 0,0-1 0,-1 0 0,1 1 0,-1-1 0,0 1 0,1 0 0,-1-1 0,0 1 0,0 2 0,0 46 229,-1-34-118,1-7-45,-1-1 0,0 0 0,-1 0 1,0 1-1,0-1 0,-5 9 0,4-9-34,0 0 0,0 0 0,1 0 0,0 0-1,1 0 1,-1 12 0,48-19 361,62-1-389,-104 2-3594,-4 3-4127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19 6035,'0'0'82,"0"0"204,0 0 834,0 0 390,0 0-274,-4-6-527,-9-7-474,6 21 220,7 43 821,2-19-507,-3 27 423,0 0-517,2 1-1,3-1 0,11 63 1,-14-120-841,0-5-6816,-1-7 369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7844,'0'0'512,"0"0"-208,0 0 608,0 0 273,0 0-49,0 0-575,88 0-49,-55 2 0,0-2 112,4 0-271,0 0-33,-4 0-320,0-2 0,-3 1-945,-27-1-1216,3 0-6194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5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4882,'0'0'2663,"0"0"-1487,0 0-471,0 0 66,0 0-62,0 12-58,0 63 474,-2-34-309,2-1 0,7 43 0,-6-74-730,0 1-1,1-1 0,0 0 0,1 0 0,0 0 0,0 0 0,1 0 1,0-1-1,1 1 0,0-1 0,0 0 0,1-1 0,0 1 0,9 8 1,-13-14-58,0 0 0,0 0 1,1 0-1,-1 0 1,0 0-1,1 0 1,0-1-1,-1 1 1,1-1-1,0 0 0,0 0 1,0 0-1,0 0 1,0-1-1,-1 1 1,1-1-1,1 0 1,-1 1-1,0-1 1,0-1-1,0 1 0,0 0 1,0-1-1,0 1 1,-1-1-1,6-2 1,-5 1-5,0-1 1,0 1-1,0-1 0,0 0 1,0 1-1,0-1 1,-1-1-1,0 1 0,1 0 1,-1-1-1,-1 1 1,1-1-1,0 1 1,-1-1-1,0 0 0,0 0 1,0 1-1,0-1 1,0-5-1,1-7-36,-1-1-1,0 1 1,-1 0-1,-1-1 0,-1 1 1,0-1-1,-1 1 1,-1 0-1,0 0 1,-1 1-1,-1-1 1,-10-17-1,12 20 16,-9-11 45,13 23-85,0 1-30,0 4-88,2 18 136,1-1 0,1 1-1,0 0 1,15 39-1,4 16 27,-4 4 270,-4 1 0,-3 0 1,1 126-1,-13-204-257,0-1-1,0 1 0,0 0 1,-1-1-1,1 1 0,-1-1 1,0 1-1,0 0 0,0-1 1,-1 0-1,1 1 0,-1-1 1,0 0-1,0 0 0,0 0 1,0 0-1,-1 0 0,1 0 1,-1-1-1,1 1 0,-1-1 1,0 0-1,0 1 0,0-1 1,0-1-1,-5 3 0,-2-1 10,1 1-1,-1-2 1,0 0 0,0 0-1,0-1 1,0 0-1,0 0 1,-14-2-1,21 1-57,1-1 0,-1 1 0,1-1 0,0 1 0,-1-1 0,1 0 0,0 0 0,-1 0 0,1 0 0,0 0-1,0 0 1,0-1 0,0 1 0,0-1 0,0 0 0,-2-2 0,2 2-370,1 0 0,-1 0 0,1 0-1,0 0 1,0 0 0,0 0 0,0-1 0,0 1 0,0 0 0,0-5 0,0-6-4364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6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5475,'0'0'851,"0"0"-409,0 0 361,0 0 451,0 0-277,9-3-254,10-2-372,0 1 1,0 0 0,1 2-1,20 0 1,-39 2-336,1 1-1,-1 0 1,0 0 0,0-1 0,0 1-1,0 0 1,0 0 0,-1 0 0,1 0-1,0 0 1,0 0 0,-1 1 0,1-1-1,0 0 1,-1 0 0,0 0 0,1 1-1,-1-1 1,1 0 0,-1 0 0,0 1-1,0-1 1,0 0 0,0 3 0,3 34 190,-3-25-196,1-6 5,-1 0 0,1 1 0,-2-1 0,1 0 0,-1 1 0,0-1-1,0 0 1,-1 0 0,0 0 0,0 0 0,-1 0 0,0 0 0,0 0 0,-1-1-1,-6 10 1,10-16-11,-1 1 0,0 0 0,1 0-1,-1-1 1,0 1 0,1 0 0,-1 0-1,1 0 1,-1 0 0,1 0 0,0-1-1,-1 1 1,1 0 0,0 0 0,0 0 0,0 0-1,0 0 1,-1 0 0,1 0 0,0 0-1,1 0 1,-1 0 0,0 0 0,0 0-1,0 0 1,1 0 0,-1 0 0,1 1-1,0 0 16,1 0 0,-1-1 0,1 1 0,-1-1 0,1 1 0,0-1 0,0 0 0,0 0 0,0 1 0,-1-1 0,1-1 0,3 2 1,7 2 87,0 0 0,0-1 0,17 1 0,114 12 464,-136-13-2028,-7-3-1008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7619,'0'0'433,"0"0"82,0 0 589,16 3 185,284 30 2702,-277-29-3610,-11 0-975,-12-3 517,0-1 0,0 0 1,0 0-1,1 0 0,-1 0 0,0 0 0,0 0 0,0 0 1,0 1-1,0-1 0,0 0 0,0 0 0,0 0 1,1 0-1,-1 0 0,0 1 0,0-1 0,0 0 0,0 0 1,0 0-1,0 0 0,0 1 0,0-1 0,0 0 0,0 0 1,0 0-1,0 0 0,0 1 0,0-1 0,0 0 0,0 0 1,0 0-1,0 0 0,-1 1 0,1-1 0,0 0 0,0 0 1,0 0-1,0 0 0,0 0 0,0 0 0,0 1 1,0-1-1,-1 0 0,1 0 0,0 0 0,0 0 0,-2 2-5210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5891,'0'0'1841,"0"0"-641,0 0 641,0 0-576,0 0 111,103 10-319,-71-10-689,-1 0 208,0 0-336,-1 0-48,-3 0-192,-1 0 0,-2 2-16,0 1-176,-2 0-720,-18-3-1505,-1 0-3842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7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6003,'0'0'3724,"0"0"-3364,0 0 64,3-4 294,-2 4-687,-1-1 1,1 1-1,-1-1 0,1 1 1,-1-1-1,1 1 0,-1 0 1,1-1-1,-1 1 0,1-1 1,-1 1-1,1 0 0,0 0 1,-1-1-1,1 1 0,0 0 1,-1 0-1,1 0 0,-1 0 1,1 0-1,0 0 0,-1 0 1,1 0-1,0 0 0,-1 0 1,1 0-1,0 0 0,-1 0 1,1 1-1,0-1 0,-1 0 1,1 0-1,-1 1 0,1-1 1,1 1-1,17 28 808,10 55 544,-27-74-1161,24 77 1081,24 96-629,-80-215-279,26 23-439,1 1 0,0-1-1,1-1 1,0 1 0,0 0-1,1 0 1,0-1 0,1-11 0,0-3 23,1 1 0,6-28 0,-5 37 37,1 0 0,1 0 0,0 0 0,1 0 0,1 1 0,0-1 0,1 2 0,0-1 0,1 1 0,12-15 0,-15 23 14,0 2 1,0-1-1,0 0 0,1 1 1,0 0-1,-1 0 1,1 1-1,0-1 0,0 1 1,-1 0-1,1 1 1,0 0-1,0 0 0,0 0 1,10 2-1,-8-1 2,0-1 0,-1 0 0,1 0 0,0-1 0,0 0 0,-1 0 0,1 0 0,8-4-1,-11 0-1137,-4 0-4553,-1 0-3924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0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6739,'0'0'390,"0"0"39,0 0 369,18-3 205,157-11 1451,-172 14-2389,1 0 0,0 0 0,0 1 0,-1-1 0,1 1 0,0-1 0,0 1 0,-1 0 0,1 1 0,-1-1 0,1 1 0,-1-1 0,0 1 0,1 0 0,-1 0 0,0 1 0,0-1 0,2 4 0,-3-4-12,-1 0 1,0 0-1,0 0 0,0 0 0,-1 1 0,1-1 0,0 0 0,-1 1 0,0-1 0,1 0 1,-1 1-1,0-1 0,0 1 0,0-1 0,-1 0 0,1 1 0,0-1 0,-1 1 0,0-1 1,0 0-1,1 0 0,-1 1 0,0-1 0,-1 0 0,1 0 0,0 0 0,-1 0 0,1 0 1,-1 0-1,-1 1 0,-46 48 394,39-43-379,0 1-1,1 0 1,1 1 0,0 0-1,0 0 1,-9 16-1,16-25-38,1 0 0,-1 0 1,0 0-1,1 1 0,0-1 0,-1 0 0,1 0 0,-1 1 1,1-1-1,0 0 0,0 0 0,0 1 0,0-1 0,0 0 1,0 0-1,0 1 0,0-1 0,1 0 0,-1 0 0,0 1 1,1-1-1,-1 0 0,1 0 0,-1 0 0,1 1 0,0-1 1,-1 0-1,1 0 0,0 0 0,0 0 0,0 0 0,0 0 1,-1-1-1,1 1 0,1 0 0,-1 0 0,0-1 1,0 1-1,0-1 0,0 1 0,0-1 0,1 1 0,-1-1 1,0 0-1,0 1 0,1-1 0,-1 0 0,0 0 0,0 0 1,3 0-1,11 2 308,0-2 0,0 1 1,24-4-1,-20 2-92,32-10 485,-43 9-612,-1-1-1,1 2 1,0-1-1,13 0 0,-20 2-141,-1 0-37,0 0-142,0 0-554,-1 0-1335,-2 0-1435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0 7427,'0'0'1465,"0"0"0,0 0-123,0 0-56,0 0-78,0 0-186,0 0-411,0 0-283,0 0-213,0 0-6,-6 12 57,-24 47-157,-150 272-648,178-328-199,-8 11-445,4-9-5000,5-5-1115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2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6979,'0'0'1171,"0"0"-378,0 0 146,0 0 181,15 10 102,-1-2-968,-7-4-160,1 0 0,-1 0-1,0 1 1,0 0 0,-1 1 0,0-1-1,1 1 1,-2 1 0,1-1 0,-1 1-1,0 0 1,5 10 0,32 87 586,-35-80-639,2-1 0,0 0 0,1-1 0,2 0 0,17 26 0,-18-39-434,-9-9-3152,-2 0-17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3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4002,'0'0'648,"0"0"-394,0 0 92,0 0 513,0 0 190,12-1-406,62-1 37,-72 2-630,0 1 0,0-1-1,0 1 1,-1-1 0,1 1 0,0 0-1,-1 0 1,1 0 0,0 0-1,-1 0 1,0 0 0,1 0 0,-1 1-1,1-1 1,-1 0 0,0 1 0,0-1-1,0 1 1,0-1 0,0 1-1,0 0 1,0-1 0,-1 1 0,1 0-1,-1 0 1,1-1 0,-1 1 0,0 0-1,1 0 1,-1 0 0,0 0-1,0 0 1,0-1 0,-1 3 0,1 0 34,0 1-1,0-1 1,0 0 0,-1 0 0,0 0 0,0 0 0,0 0 0,0 0 0,-1 0 0,1 0-1,-1 0 1,0-1 0,0 1 0,-4 5 0,-12 5 108,-23 24 115,39-36-294,1-1-1,-1 1 1,1 0-1,-1-1 1,1 1-1,0 0 1,0 0 0,0 0-1,0 0 1,1 0-1,-1 0 1,0 0-1,1 0 1,-1 0 0,1 0-1,0 0 1,0 0-1,0 0 1,0 1-1,0 1 1,3-2 12,-1-1 0,1 0-1,0 0 1,0-1 0,0 1 0,0 0 0,-1-1 0,1 0-1,0 0 1,0 1 0,0-2 0,0 1 0,4-1-1,-2 1 26,12-1-159,11 3 947,-27-1-916,0 0 1,0-1-1,0 1 0,-1 0 1,1-1-1,0 1 1,-1 0-1,1 0 1,0 0-1,-1 0 0,1 0 1,-1 0-1,0 0 1,1 0-1,-1 0 1,0 0-1,1 0 0,-1 0 1,0 0-1,0 0 1,0 0-1,0 0 1,0 0-1,0 0 0,0 1 1,0 2-2999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5410,'0'0'2143,"0"0"-932,0 0-584,0 0-107,0 0 257,0 17 55,-11 419 3159,-9-435-11418,14-5-97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4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5539,'0'0'480,"0"0"416,0 0 369,0 0-17,0 0 161,101 0-561,-66 0-223,3 0-65,1 0-208,0 0-32,-8 0-224,-5 0-32,-6 0-64,-5 0-80,-2 0-384,-13 0-1841,0 0-4834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4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8996,'0'0'1219,"0"0"-23,0 0-116,0 0 131,0 0 126,-22 111-206,22-104-1087,-2 8 30,0 1-1,2 0 0,0 0 0,1-1 0,4 22 0,-5-34-60,1 0 0,0 1 0,0-1 0,0 0 0,1 0 0,-1 0 0,1-1 0,-1 1 0,1 0 0,0 0 0,0-1 0,0 1 0,1-1 0,-1 0 0,0 0 0,1 0 0,0 0 0,-1 0 0,1 0 0,0-1 0,0 1 0,0-1 0,0 0 0,0 0 0,0 0 0,0 0 0,1 0 0,-1-1 0,0 0 0,0 1 0,1-1 0,2-1 0,-4 1-8,-1 0-1,1 0 0,-1 0 1,1 0-1,-1-1 0,1 1 1,-1 0-1,1-1 0,-1 0 1,1 1-1,-1-1 0,0 0 0,1 0 1,-1 1-1,0-1 0,0 0 1,1 0-1,-1 0 0,0-1 1,2-1-1,-1-1 12,0 1-1,-1-1 1,1 1 0,-1-1 0,1 0-1,-1 0 1,0 0 0,0-5 0,1-12 70,-1 0 1,-2-35 0,0 27-54,1-2-62,0 30-38,0 1-61,0 0-141,-6 38-92,1-9 350,1 0 0,2 1 0,1 0 0,2-1-1,0 1 1,2-1 0,1 1 0,2-1-1,16 51 1,-3-7 55,-18-66-38,0 0 0,0 0 0,0 0 0,-1 0 0,0 0 1,0 0-1,-1-1 0,-3 14 0,3-19-1,0 1 1,0 0-1,0-1 1,-1 1-1,1-1 1,-1 0-1,1 1 1,-1-1-1,1 0 1,-1 0-1,0 0 1,1 0-1,-1 0 1,0 0-1,0-1 0,0 1 1,0-1-1,0 1 1,0-1-1,0 1 1,0-1-1,-2 0 1,-51 2 148,44-2-143,11 0-11,-4 0-247,-1 0 1,1 0-1,0 0 1,-1 0-1,1-1 1,0 0-1,0 0 1,-1 0-1,-3-2 1,7 2 27,-1 0 0,1 0 0,0-1 0,-1 1 0,1-1 0,0 0 0,0 1 1,0-1-1,0 0 0,1 1 0,-1-1 0,0 0 0,1 0 0,-1 0 0,1 1 1,-1-1-1,1 0 0,0 0 0,0 0 0,0 0 0,0 0 0,1-3 0,-1-9-6288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6531,'0'0'926,"0"0"-185,0 0-124,0 0 236,0 0-308,1-3-305,1 1-171,0 0 1,0 1-1,0-1 1,1 0-1,-1 1 1,0-1-1,1 1 1,-1 0-1,0 0 1,1 0-1,0 0 1,-1 0-1,1 0 1,0 1-1,4-1 1,48-2 1077,-55 3-1134,1 0-1,-1 0 1,1 1-1,-1-1 1,1 1-1,-1-1 0,1 0 1,-1 1-1,1-1 1,-1 1-1,1-1 0,-1 1 1,0-1-1,1 1 1,-1 0-1,0-1 0,0 1 1,1-1-1,-1 1 1,0 0-1,0-1 0,0 1 1,0-1-1,0 1 1,0 0-1,0-1 0,0 1 1,0 1-1,0 26 308,-1-21-218,1 2-47,-1-1-1,0 1 1,-1-1 0,0 1-1,0-1 1,-1 0-1,0 0 1,0 0-1,-6 10 1,-14 35 103,23-52-154,-1 0 0,1 0 0,0 1 0,-1-1 0,1 0 0,0 1 0,0-1 0,0 1 0,0-1 0,0 0 0,0 1 0,0-1 0,0 0-1,1 1 1,-1-1 0,0 0 0,1 1 0,-1-1 0,1 0 0,0 1 0,-1-1 0,1 0 0,0 0 0,0 0 0,0 0 0,-1 0 0,1 0-1,0 0 1,1 0 0,-1 0 0,0 0 0,0-1 0,0 1 0,0 0 0,1-1 0,-1 1 0,0-1 0,1 1 0,-1-1 0,0 0-1,1 1 1,-1-1 0,2 0 0,11 2 106,-1-1 0,0-1 0,25-2 0,-13 1 347,-25 31-2398,0-29 395,0 3-4504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5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11685,'0'0'737,"0"0"-471,0 0 167,0 0 468,0 0-210,6 0-344,51 1 297,109 19-1,-161-19-641,-4-1-11,0 0-125,-1 0 0,1-1 0,-1 1 0,0 0 0,1 0 0,-1 0-1,1 0 1,-1 0 0,1 0 0,-1 1 0,1-1 0,-1 0 0,0 0 0,1 0 0,-1 0 0,1 0 0,-1 1-1,0-1 1,1 0 0,-1 0 0,0 1 0,1-1 0,-1 0 0,0 1 0,1-1 0,-1 0 0,0 1 0,0-1-1,1 0 1,-1 1 0,0-1 0,0 0 0,0 1 0,1-1 0,-1 1 0,0-1 0,0 1 0,0-1-1,0 0 1,0 1 0,0 1-8099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5475,'0'0'1136,"0"0"57,0 0-153,0 0 307,0 0-95,7 4-308,3 1-709,1 0 1,-1-1-1,1 0 0,0-1 0,0 0 1,0-1-1,0-1 0,1 1 0,-1-2 1,15 0-1,15 1 220,-14 0-1521,-10-1-2445,-15 0-3932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7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6723,'0'0'1729,"0"0"-582,0 0 86,0 0 61,20-1-153,160-3 2109,-174 4-3086,-4 0-127,-1-1 0,1 1-1,-1 0 1,1-1 0,0 1-1,-1 0 1,1 0-1,0 0 1,-1 1 0,1-1-1,0 0 1,-1 1 0,1-1-1,-1 1 1,1-1-1,-1 1 1,1 0 0,-1-1-1,1 1 1,1 2 0,-19-3-21,-14-1-156,1 2 1,-1 1 0,1 2 0,-44 10-1,71-13 131,0 0 1,0 0-1,0 0 0,0 1 0,1-1 0,-1 0 0,0 1 0,1 0 0,-1-1 0,1 1 1,-1 0-1,1 0 0,0 0 0,0 0 0,-1 0 0,2 0 0,-1 0 0,0 0 1,0 0-1,1 1 0,-1-1 0,1 0 0,-1 0 0,1 1 0,0-1 0,0 0 0,0 1 1,0-1-1,1 0 0,0 4 0,0 1-3,0-1-1,0 0 1,1 1 0,0-1 0,0 0 0,0 0-1,1 0 1,0 0 0,6 9 0,-8-13 16,0-1 0,-1 1-1,1-1 1,0 0 0,0 1 0,0-1 0,0 0 0,1 0 0,-1 1 0,0-1-1,1 0 1,-1 0 0,0 0 0,1-1 0,-1 1 0,1 0 0,-1 0 0,1-1-1,0 1 1,-1-1 0,1 0 0,-1 1 0,1-1 0,0 0 0,0 0 0,-1 0-1,1 0 1,0 0 0,-1 0 0,1-1 0,0 1 0,-1 0 0,1-1 0,-1 1-1,1-1 1,-1 0 0,1 0 0,-1 1 0,1-1 0,-1 0 0,3-2 0,4-2 6,1 0 1,-1 1 0,1 1-1,0-1 1,0 1 0,0 1 0,0 0-1,1 0 1,10 0 0,-16 2-18,0 0 0,-1 0 0,1 0 0,0 1 0,0-1 0,-1 1 0,1 0 0,0 0 0,-1 1 0,1-1 0,-1 1 0,0 0 0,1 0 0,-1 0 0,0 0 0,0 0 0,0 1 1,0-1-1,-1 1 0,1 0 0,-1 0 0,1 0 0,-1 0 0,3 6 0,0 0-1,0-1 1,-1 1 0,0 0-1,-1 0 1,0 1 0,0-1-1,-1 1 1,0-1-1,-1 1 1,0 0 0,0-1-1,-2 21 1,0-27 13,-1 0 1,1 0-1,-1-1 1,1 1 0,-1 0-1,0 0 1,0-1-1,0 1 1,0-1-1,0 1 1,-1-1-1,1 0 1,-1 0 0,0 0-1,1-1 1,-1 1-1,0 0 1,0-1-1,0 0 1,0 0-1,0 0 1,-7 1 0,-3 2 33,0-1 0,0-1 0,0 0 1,-18-1-1,10 0 11,17 0-40,-1-1 0,0 0 0,1 1 0,-1-1 0,0-1 0,0 1 0,1-1 0,-1 0 0,0 0 0,1 0 0,-1 0 0,1-1 0,0 0 0,-1 0 0,-6-4 0,11 4-161,-1 1 1,1 0-1,-1 0 1,1-1-1,-1 1 1,1 0-1,0-1 1,0 1-1,-1 0 1,1-1-1,0 1 1,0-1-1,0 1 1,1 0-1,-1-1 1,0 1 0,1 0-1,-1-1 1,0 1-1,1 0 1,-1 0-1,1-1 1,0 1-1,-1 0 1,1 0-1,0 0 1,0 0-1,0 0 1,0 0-1,0 0 1,1-1-1,11-5-3038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7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8340,'0'0'835,"0"0"-88,0 0 336,0 0 38,0 0-412,6-10-359,-3 5-300,-1 1-12,0 0 1,0 1-1,0 0 0,0-1 0,1 1 0,-1 0 0,1 0 0,0 0 0,0 1 0,0-1 0,0 1 0,0-1 0,1 1 0,-1 0 1,1 0-1,-1 0 0,1 1 0,0 0 0,0-1 0,-1 1 0,9-1 0,-10 2-21,0 0 1,0 0-1,-1 1 0,1-1 0,0 0 0,0 1 1,0-1-1,0 1 0,-1 0 0,1 0 0,0-1 1,0 1-1,-1 0 0,1 0 0,-1 1 0,1-1 1,-1 0-1,1 0 0,-1 1 0,2 2 1,0 0-2,-1 0 1,0 0 0,-1 0-1,1 0 1,-1 0 0,1 0-1,-1 0 1,1 9 0,-1 5 20,0-1-1,-2 1 1,-4 31 0,3-39-30,0-1 0,-1 1 0,0 0 0,-1-1 0,0 0 0,-6 10 0,8-15-5,-1 1 0,1-1 0,-1 1 0,-1-1 0,1 0 0,0 0 0,-1 0 0,0-1 0,0 1 0,0-1 0,0 0 0,-1 0 0,-6 3 0,10-6 5,0 1 0,0-1-1,1 0 1,-1 1 0,0-1-1,1 0 1,-1 0 0,0 1-1,0-1 1,1 0 0,-1 0-1,0 0 1,0 0 0,0 0-1,1 0 1,-1 0 0,0-1-1,0 1 1,1 0 0,-1 0-1,0-1 1,1 1 0,-1 0-1,0-1 1,0 1 0,1 0 0,-1-1-1,1 1 1,-1-1 0,0 1-1,1-1 1,-1 0 0,1 1-1,0-1 1,-1 1 0,1-1-1,-1 0 1,1 1 0,0-1-1,-1 0 1,1 0 0,0 1-1,0-1 1,0 0 0,-1 0-1,1 1 1,0-1 0,0 0-1,0 0 1,0 0 0,1 0-1,-1-1-13,0 1 0,0-1-1,0 1 1,0-1 0,0 1 0,1-1-1,-1 1 1,1 0 0,-1-1-1,1 1 1,0 0 0,-1-1 0,1 1-1,0 0 1,0 0 0,0 0-1,0 0 1,0-1 0,0 1 0,0 0-1,0 1 1,0-1 0,0 0-1,1 0 1,0 0 0,2 0 8,0 1 1,0-1-1,0 1 0,0 0 1,-1 0-1,1 1 0,0-1 1,0 1-1,0 0 1,0 0-1,-1 0 0,1 0 1,0 1-1,-1-1 1,1 1-1,-1 0 0,0 0 1,1 1-1,-1-1 0,4 5 1,-2-3 28,0-1-1,0 1 1,0-1 0,1 0-1,-1 0 1,1 0 0,9 2 0,-11-4 75,1 0 0,-1-1 1,1 0-1,0 1 0,-1-2 0,1 1 1,-1-1-1,1 1 0,0-1 1,-1 0-1,0-1 0,1 1 1,-1-1-1,0 0 0,0 0 1,0 0-1,0-1 0,0 1 0,0-1 1,-1 0-1,1 0 0,-1-1 1,5-4-1,-4 3-213,0 0-1,0 0 1,0-1-1,-1 1 1,0-1-1,0 1 1,0-1-1,-1 0 1,0 0-1,0 0 1,0-1-1,-1 1 1,0 0-1,0-1 1,0 1-1,-1-9 1,0 14 26,0 1 1,0 0-1,0-1 1,-1 1 0,1 0-1,0-1 1,0 1-1,0 0 1,0-1-1,0 1 1,-1 0 0,1-1-1,0 1 1,0 0-1,-1 0 1,1-1-1,0 1 1,0 0 0,-1 0-1,1-1 1,0 1-1,-1 0 1,1 0 0,0 0-1,-1 0 1,1 0-1,0-1 1,-1 1-1,1 0 1,0 0 0,-1 0-1,1 0 1,0 0-1,-1 0 1,1 0-1,0 0 1,-1 0 0,1 0-1,-1 0 1,1 1-1,-2-1-202,-9 0-2534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10117,'0'0'1291,"0"0"-702,0 0-314,0 0-3,-12 21 9,-43 90 115,-64 118 435,115-221-838,2-4-3,1 0 1,-1-1-1,0 1 1,0-1 0,0 0-1,-1 0 1,1 0-1,-1 0 1,0 0 0,1 0-1,-1-1 1,0 1 0,-1-1-1,1 0 1,-5 3-1,6-22-5395,2 4 374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9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6787,'0'0'1598,"0"0"-584,0 0-286,0 0 302,0 0-13,11 11-382,2 3-368,-1 0 0,0 1 0,0 0 0,-2 0 1,15 29-1,-13-18-74,12 25-33,27 85-1,-50-133-276,2 3-929,2-5-4127,-1-1 571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3073,'0'0'2636,"0"0"-1942,0 0-385,0 0 409,16-1 88,3 0-617,23-2 478,57 3 0,-97 0-646,-1 0 1,1 0-1,-1 0 0,1 0 0,-1 0 0,1 1 1,-1-1-1,0 0 0,1 1 0,-1-1 1,1 1-1,-1-1 0,0 1 0,1 0 1,-1 0-1,0-1 0,0 1 0,0 0 0,1 0 1,-1 0-1,0 0 0,0 1 0,0-1 1,-1 0-1,1 0 0,0 1 0,0-1 0,-1 0 1,1 1-1,-1-1 0,1 0 0,-1 1 1,1-1-1,-1 1 0,0-1 0,0 1 0,0-1 1,0 1-1,0-1 0,0 1 0,0-1 1,0 1-1,-1-1 0,1 0 0,-1 1 0,1-1 1,-1 1-1,1-1 0,-2 2 0,-2 5 145,1 0-1,-1-1 1,-1 0-1,1 1 1,-1-2-1,0 1 1,-8 7-1,-2-1-4,12-11-119,0 0-1,-1 0 0,1 1 0,0-1 0,1 1 1,-1 0-1,0 0 0,1 0 0,0 0 1,-1 1-1,1-1 0,0 1 0,1-1 0,-1 1 1,1 0-1,-2 6 0,3-9-1,1 0-1,0 0 1,0 0 0,-1 0-1,1 0 1,0-1 0,0 1-1,0 0 1,0-1 0,0 1-1,0 0 1,0-1-1,0 1 1,0-1 0,0 0-1,0 1 1,0-1 0,1 0-1,-1 0 1,0 0 0,0 0-1,0 0 1,2 0 0,31 3 392,-33-3-413,39-2 422,-32 1-378,1 0 1,-1 1-1,1 0 1,-1 0-1,1 1 0,-1 0 1,1 1-1,9 2 0,-15-2-375,-1-1-3052,-2-1-72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2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6819,'0'0'1676,"0"0"-345,0 0-160,0 0-280,0 0-133,0 17 96,-9 312 3489,9-324-4659,-4 19 933,4-23-777,-1-1 0,1 1 0,0-1 0,0 1 0,-1-1 1,1 0-1,0 1 0,-1-1 0,1 0 0,0 1 0,-1-1 1,1 0-1,-1 1 0,1-1 0,0 0 0,-1 0 0,1 1 0,-1-1 1,1 0-1,-1 0 0,1 0 0,-1 0 0,1 0 0,-1 0 1,0 0-1,-1 0-3503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30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7251,'0'0'360,"0"0"-215,0 0 52,0 0 390,0 0 363,8 0 7,150-4 1950,-87 4-5152,-69 0-2013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3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4146,'0'0'2193,"0"0"-638,0 0-410,0 0-155,0 0-142,-1 3 307,1 22-713,1 0-1,1-1 0,1 1 1,1-1-1,2 1 0,11 33 1,-15-51-389,1 0 0,0 0 0,1 0 1,-1-1-1,1 1 0,0-1 1,1 0-1,0 0 0,0-1 0,9 9 1,-9-10-22,0-1 1,0 0 0,1 0-1,-1-1 1,1 0 0,-1 0-1,1 0 1,0 0 0,0-1-1,-1 0 1,1 0-1,0-1 1,9 0 0,-13 0-37,-1-1 0,1 0 0,-1 0 1,1 1-1,-1-1 0,1 0 0,-1 0 1,1-1-1,-1 1 0,0 0 0,1 0 1,-1-1-1,0 1 0,0 0 0,0-1 1,0 1-1,-1-1 0,1 1 0,0-1 0,0 0 1,-1 1-1,1-1 0,-1 0 0,0 1 1,1-1-1,-1 0 0,0-3 0,5-55-360,-5 56 335,1-112-177,-2 116 276,0 28-89,18 195 83,1 4 0,-18-206-62,1-12 3,-1 0 0,0-1-1,-1 1 1,0-1 0,0 1-1,-3 8 1,3-13-3,-1-1 0,0 0 0,1 0 1,-1 0-1,0 0 0,0-1 0,-1 1 0,1 0 0,-1-1 0,1 1 0,-1-1 0,0 0 0,0 0 0,0 0 1,0 0-1,0-1 0,0 1 0,-5 1 0,1-1 35,1 0 0,-1 0 0,0 0 1,0 0-1,0-1 0,0 0 0,-11-1 0,16 0-46,0 0 1,0 0-1,0 0 0,0 0 0,0-1 0,1 1 0,-1-1 0,0 1 1,0-1-1,1 1 0,-1-1 0,0 0 0,1 0 0,-1 0 0,1 0 1,-1 0-1,1 0 0,-1-1 0,1 1 0,0 0 0,0-1 1,0 1-1,0-1 0,0 1 0,0-1 0,0 0 0,0 1 0,0-1 1,1 0-1,-1 1 0,1-1 0,-1-3 0,-1-30-2573,3 24-350,-1-6-5560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31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33 6035,'0'0'923,"0"0"-528,0 0-64,0 0 271,0 0 335,16-5-3,51-17-155,-66 21-727,1 0 1,0 0-1,0 1 1,0-1-1,0 1 1,0-1-1,0 1 1,0 0-1,0 0 1,0 0 0,0 0-1,0 0 1,-1 0-1,1 0 1,0 1-1,0-1 1,0 1-1,0-1 1,0 1-1,2 1 1,-3-1-22,-1 0 0,1 0 1,-1 0-1,1 0 0,-1 0 0,1 0 0,-1 0 1,0 0-1,1 1 0,-1-1 0,0 0 1,0 0-1,0 0 0,0 1 0,0-1 1,0 0-1,0 0 0,-1 0 0,1 0 0,0 1 1,0-1-1,-2 2 0,-2 6 117,0 1 0,0-1 0,-1 0 0,-9 12 0,-27 26 99,29-34-196,0 1 1,1 0-1,0 1 1,-9 17-1,19-32-34,1 1 0,-1 0 0,1 0 0,-1-1 0,1 1 0,0 0 0,-1 0 0,1 0 0,0 0 0,0 0 0,-1-1 0,1 1-1,0 0 1,0 0 0,0 0 0,0 0 0,0 0 0,1 0 0,-1 0 0,0 0 0,0-1 0,0 1 0,1 0 0,-1 0 0,1 0 0,-1 0 0,0-1 0,1 1 0,-1 0 0,1 0 0,0-1 0,-1 1 0,1 0-1,0-1 1,-1 1 0,1-1 0,0 1 0,-1-1 0,1 1 0,0-1 0,0 0 0,0 1 0,0-1 0,-1 0 0,1 1 0,0-1 0,0 0 0,0 0 0,0 0 0,2 0 0,59 0 898,-41-1-667,71 1 755,-91 0-1033,-1 0-60,0 0-468,0 0-1173,0 3-790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3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10501,'0'0'728,"0"0"-405,0 0 48,0 0 488,0 0 163,-9 0 194,158 0 1071,4 0-3645,-152 0-1676,-1 0-1861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3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3137,'0'0'5347,"0"0"-4595,0 0 113,0 0 63,0 0 48,0 0 49,66 25 15,-42-23-159,2-1-177,-1-1-400,1 0-64,2 0-192,-1 0 32,3 0-64,-3 0-32,-1 0-448,-20 0-1873,-6 0-4930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3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12438,'0'0'1238,"0"0"-828,0 0-276,0 0-38,0 0 45,3-12-98,11-39-35,-12 47-4,1 1 0,-1 0-1,1 0 1,0 0 0,0 0 0,0 1-1,0-1 1,0 1 0,1-1 0,-1 1-1,1 1 1,-1-1 0,1 0 0,0 1 0,0-1-1,-1 1 1,1 0 0,0 1 0,0-1-1,6 0 1,-2 0 0,3-1 18,-1 0 1,0 0 0,1 2 0,17 0 0,-25 0-21,0 0 0,0 0 0,0 1 1,-1-1-1,1 1 0,0 0 0,0-1 0,-1 2 1,1-1-1,0 0 0,-1 0 0,0 1 0,1-1 1,-1 1-1,0 0 0,1 0 0,-1 0 1,0 0-1,-1 0 0,1 0 0,3 4 0,2 11 21,-1 1-1,0-1 1,-1 1-1,-1 0 1,-1 0-1,0 1 1,-1-1-1,-1 1 1,-1-1-1,-1 1 0,-4 23 1,3-33-17,0 0 1,-1 1 0,0-1-1,-1 0 1,0-1-1,-1 1 1,0-1 0,0 0-1,0 0 1,-1 0-1,-11 11 1,7-9-189,-1 0-1,0 0 1,0-1 0,-1 0-1,0-1 1,0-1 0,-14 7 0,23-13 153,0 1 0,0-1 1,0 0-1,0 0 1,0 0-1,0-1 0,0 1 1,0-1-1,0 0 1,0 0-1,-1 0 0,-3 0 1,6-1 36,0 1 0,0-1 0,-1 1 0,1-1 0,0 0 0,0 1-1,0-1 1,1 0 0,-1 0 0,0 0 0,0 0 0,0 0 0,0 0 0,1 0 0,-1 0 0,1 0 0,-1 0 0,1 0 0,-1 0 0,1 0 0,-1-1 0,1 1 0,0 0 0,0 0 0,-1 0-1,1-1 1,0 1 0,0 0 0,0 0 0,1-2 0,-1-4 12,0 1 1,0-1-1,1 1 0,0 0 1,0-1-1,1 1 0,0 0 1,0 0-1,0 0 0,1 0 0,-1 0 1,1 0-1,1 1 0,-1 0 1,1-1-1,0 1 0,0 1 1,1-1-1,0 0 0,-1 1 0,1 0 1,1 0-1,-1 1 0,0-1 1,1 1-1,0 0 0,8-2 0,-11 4 5,-1 0-1,1 0 0,-1 1 0,1-1 0,0 1 0,0 0 0,-1-1 0,1 1 0,0 0 0,0 1 1,-1-1-1,1 0 0,0 1 0,-1 0 0,1 0 0,4 2 0,36 27 915,-38-26-836,0 1 0,0-1 0,0 0 1,0-1-1,1 1 0,-1-1 0,1 0 1,0-1-1,0 1 0,8 1 0,63 2 267,-72-6-377,0 0 1,0 0 0,0 0-1,-1-1 1,1 0-1,0 0 1,0 0 0,-1 0-1,1-1 1,-1 0 0,1 0-1,-1 0 1,4-3-1,-2-4-1020,-4-2-2118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11237,'0'0'1758,"0"0"-1152,0 0-465,0 0 155,0 0 422,0 0-107,17-3-184,148-9-214,-161 12-202,39-1 267,-35-1-123,-27-2-89,7 3-74,-1-1 0,1 1 0,-1 1 0,1 0 0,0 1-1,-1 0 1,1 1 0,-15 4 0,22-4 5,0 0 0,-1 0-1,1 1 1,1 0 0,-1-1 0,0 2-1,1-1 1,-1 0 0,1 1-1,0 0 1,0 0 0,1 0 0,-1 1-1,1-1 1,0 1 0,0 0 0,0-1-1,1 1 1,0 1 0,-3 9 0,3-8 25,1 0 1,0 0 0,1 0 0,-1 0 0,2 14 0,0 7 40,24-31 265,19-12-256,-27 9-81,1 0 0,-1 0 1,2 2-1,-1 0 0,0 2 0,23-2 0,-38 4 2,1 0-1,0 0 1,-1 0-1,1 1 1,0-1-1,-1 1 1,1 0-1,-1 0 1,1 0-1,-1 0 1,1 0-1,-1 1 1,0 0-1,0 0 1,1 0-1,-1 0 1,-1 0-1,1 1 1,0-1-1,-1 1 1,1-1-1,-1 1 1,0 0-1,0 0 1,0 0-1,0 1 1,0-1-1,-1 0 1,1 1-1,-1-1 1,0 1-1,0-1 1,0 1-1,-1-1 1,1 1-1,-1 5 1,1 9-42,-1-1 1,-1 1-1,0-1 0,-2 1 1,0-1-1,-9 29 1,11-41 34,-1 0 0,0 0 1,0-1-1,0 1 0,-1-1 1,1 0-1,-1 1 0,0-1 1,0 0-1,0-1 0,-1 1 1,0-1-1,1 1 0,-1-1 1,0 0-1,0 0 0,-1-1 1,1 1-1,-1-1 0,1 0 1,-1 0-1,0-1 0,0 1 1,1-1-1,-1 0 0,0 0 1,-10 0-1,8-1 133,-5 0 130,0 0 1,0 0-1,0-1 1,0-1 0,0 0-1,0 0 1,-14-6 0,15 5-48,-7-2 136,13 1-4539,5 2 749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2705,'0'0'4906,"0"0"-3078,0 0-1118,0 0 34,0 0 22,0 0-225,0 0-293,0 7-82,-16 270 1386,15-274-1538,1-1 0,0 1 0,0-1 0,1 1 0,-1-1 0,0 1-1,1-1 1,0 1 0,-1-1 0,1 1 0,0-1 0,0 0 0,1 1-1,-1-1 1,0 0 0,1 0 0,-1 0 0,1 0 0,0 0-1,0 0 1,0 0 0,0-1 0,0 1 0,0-1 0,0 1 0,0-1-1,0 0 1,1 0 0,-1 0 0,1 0 0,-1 0 0,1-1-1,-1 1 1,1-1 0,-1 1 0,1-1 0,-1 0 0,1 0 0,-1 0-1,1 0 1,0-1 0,-1 1 0,1-1 0,-1 1 0,1-1-1,-1 0 1,0 0 0,1 0 0,-1 0 0,0-1 0,0 1 0,0-1-1,0 1 1,0-1 0,0 0 0,0 1 0,0-1 0,-1 0-1,1 0 1,0 0 0,-1-1 0,2-2 0,3-14 9,0-1 0,-1 0-1,-1 0 1,-1-1 0,-1 1 0,-1-1 0,-2-39 0,1 27-25,-8 97-200,10 25 211,4 0 0,3 0 1,34 142-1,-40-221-8,0-1 0,-1 1 0,-1 0 0,0 0 0,0 0 0,-1 0 0,0-1 0,-2 13 1,1-20 17,0 1 0,1-1 0,-2 1 1,1 0-1,0-1 0,0 0 0,-1 1 1,0-1-1,1 0 0,-1 0 1,0 0-1,0 0 0,0 0 0,0 0 1,0 0-1,-1-1 0,1 1 0,0-1 1,-1 0-1,1 0 0,-1 1 1,0-2-1,1 1 0,-1 0 0,0 0 1,1-1-1,-1 0 0,0 1 0,0-1 1,1 0-1,-1 0 0,-4-1 1,-2 1 81,0 0-1,-1 0 1,1-1 0,0 0 0,0-1 0,-16-4 0,22 5-122,1-1-1,0 1 0,-1 0 0,1-1 0,0 0 1,0 1-1,0-1 0,0 0 0,0 0 0,0 0 0,0 0 1,1-1-1,-1 1 0,1 0 0,0-1 0,0 1 1,0-1-1,0 1 0,0-1 0,0 0 0,0 1 0,1-1 1,0 0-1,-1 1 0,1-1 0,0 0 0,1-4 1,-1 2-306,-1 3 63,1 1 0,0-1-1,0 0 1,0 0 0,0 0 0,1 0 0,-1 1-1,0-1 1,1 0 0,0 0 0,-1 1-1,1-1 1,0 0 0,0 1 0,-1-1 0,3-2-1,9-7-7047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4946,'0'0'512,"0"0"-218,0 0 314,0 0 91,0 0 112,0 0 0,13-3-80,-6 1-655,14-4 590,1 2 0,-1 0 0,33-2 0,-56 42 956,-2-30-1506,1 1-1,-1-1 1,-1 0 0,1 0-1,-1-1 1,0 0-1,-10 10 1,9-11-77,1 1 0,0 0 1,0 1-1,0-1 0,0 1 0,1 0 1,0 1-1,-5 9 0,9-15-27,1-1 0,-1 1-1,0-1 1,0 1 0,0-1-1,0 1 1,0-1 0,1 1 0,-1-1-1,0 1 1,1-1 0,-1 1-1,0-1 1,1 0 0,-1 1 0,0-1-1,1 1 1,-1-1 0,1 0-1,-1 1 1,0-1 0,1 0-1,-1 0 1,1 1 0,-1-1 0,1 0-1,-1 0 1,1 0 0,0 0-1,-1 0 1,1 1 0,-1-1 0,1 0-1,-1 0 1,1 0 0,-1 0-1,1-1 1,-1 1 0,1 0-1,0 0 1,34 0 277,-26 0-223,35-2 105,-30 0-130,0 1 1,0 1-1,1 0 0,-1 1 0,0 1 0,14 3 0,-23-3-88,6 1-2422,-11-3-1549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3618,'0'0'4516,"0"0"-2725,0 0-1063,0 0 40,0 0-18,5 5 354,5-1-925,-1-1 0,1 0 0,-1-1-1,1 0 1,0 0 0,0-1-1,0 0 1,0-1 0,15-2-1,-14 2-105,1-1 0,0 2 0,-1-1-1,1 2 1,0-1 0,-1 2 0,13 3-1,-23-5-353,4 1 204,-4 0-3196,-1-2-2945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2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2065,'0'0'2468,"0"0"-988,0 0-426,0 0-197,0 0 42,10 4 307,24 2-160,1 0 1,-1-3-1,66 0 1,-84-2-1408,-13-1-3170,-3 0 3525,0 0-6325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2865,'0'0'1497,"0"0"-849,0 0-34,0 0 506,0 0 124,15-9-335,46-29-250,-57 36-555,0-1 0,0 1 0,0 0 0,1 0 0,-1 0-1,1 1 1,-1-1 0,1 1 0,0 0 0,0 0 0,-1 1 0,1 0-1,0-1 1,0 2 0,-1-1 0,6 1 0,-7 0-42,0 0 0,0 1 0,-1-1 0,1 1 0,0-1 0,-1 1 0,1 0-1,-1 0 1,0 0 0,0 0 0,1 1 0,-1-1 0,-1 1 0,1-1 0,0 1 0,-1-1 0,1 1 0,1 4 0,2 8 163,-1 1 1,-1 0-1,0 0 0,-1 0 0,0 0 1,-2 28-1,0-25-132,-1-1 1,-1 1 0,-1-1-1,-7 28 1,8-39-92,0 0-1,-1 0 1,1 0 0,-1 0-1,-1-1 1,0 1 0,1-1-1,-2 0 1,1 0 0,-1-1 0,0 1-1,0-1 1,0 0 0,-9 6-1,11-9-32,1-1 0,0 1 0,-1-1 0,1 0-1,-1 0 1,0 0 0,1 0 0,-1 0 0,0 0 0,1-1-1,-1 0 1,0 1 0,0-1 0,1 0 0,-1 0 0,0 0-1,0-1 1,0 1 0,1-1 0,-1 1 0,0-1 0,1 0-1,-1 0 1,1 0 0,-4-2 0,4 1-17,-1 0 0,1-1-1,-1 1 1,1 0 0,0-1 0,0 0 0,0 1-1,1-1 1,-1 0 0,0 0 0,1 0 0,0 0 0,0 0-1,0 0 1,0 0 0,0-1 0,1 1 0,-1 0 0,1 0-1,0-5 1,0 7 34,0 0 0,0 0 0,0-1 0,0 1 1,0 0-1,0 0 0,0 0 0,0 0 0,1 0 0,-1 0 0,0 0 0,1 0 0,-1 0 0,1 0 0,-1 0 0,1 0 0,-1 0 0,1 0 0,0 0 1,-1 0-1,1 0 0,0 1 0,0-1 0,0 0 0,-1 0 0,1 1 0,0-1 0,0 1 0,0-1 0,0 1 0,1-1 0,3 0 21,0 1 0,-1 0 0,1 0 0,-1 0 1,1 0-1,-1 1 0,7 1 0,72 22 638,-66-18-440,0 0 0,0-1 0,0-1 0,28 3 0,-38-7-355,-4 1 28,-1 0 0,0-1 1,1 0-1,-1 1 0,1-1 0,-1 0 1,0 0-1,1 0 0,-1-1 0,1 1 1,-1 0-1,0-1 0,1 0 0,-1 1 1,0-1-1,5-2 0,-5-5-5219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3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9 9252,'0'0'1582,"0"0"-1075,0 0-363,0 0 230,0 0 207,12-2-92,138-5 1370,-150 7-1816,0 0 23,0 0 7,0 0 60,-4 0 94,-18 0-342,1 1 0,0 0 0,-39 9 0,55-9 105,-1 1 0,1-1 0,0 1 0,0 0 1,0 0-1,0 0 0,1 1 0,-1 0 0,1 0 0,-1 0 0,1 0 0,0 1 0,0 0 0,0 0 0,1 0 1,0 0-1,-1 0 0,1 1 0,1-1 0,-1 1 0,-3 7 0,5-9 3,0-1 0,0 1 1,0-1-1,1 1 0,-1-1 0,0 1 1,1 0-1,0-1 0,-1 1 0,1 0 0,0-1 1,1 1-1,-1 0 0,0-1 0,1 1 0,-1 0 1,1-1-1,0 1 0,0-1 0,0 1 1,0-1-1,0 0 0,1 1 0,-1-1 0,1 0 1,0 0-1,-1 0 0,1 0 0,0 0 1,0 0-1,0-1 0,0 1 0,1 0 0,2 1 1,34-45 382,-35 40-381,1 0 0,0 0 1,0 1-1,0-1 0,0 1 0,0 0 1,0 1-1,0-1 0,0 1 0,0 0 1,0 0-1,0 0 0,0 1 1,0 0-1,0 0 0,0 0 0,0 1 1,0-1-1,0 1 0,-1 0 0,1 1 1,-1-1-1,1 1 0,-1 0 0,0 0 1,0 0-1,0 0 0,0 1 1,-1 0-1,6 7 0,-2-4 6,-1 0-1,0 0 1,-1 0 0,0 1 0,0 0-1,-1 0 1,1 0 0,-2 1-1,1-1 1,-1 1 0,-1 0-1,0 0 1,0 0 0,0 0 0,-1 0-1,-1 0 1,1 0 0,-2 14-1,-1-19 18,1-1 0,-1 0 0,0 1-1,1-1 1,-1 0 0,-1 0 0,1 0-1,0 0 1,-1-1 0,1 1 0,-1-1-1,0 1 1,0-1 0,0 0 0,0 0-1,0 0 1,-1 0 0,1-1 0,-1 1-1,1-1 1,-1 0 0,1 0 0,-1 0-1,-5 0 1,-10 3 431,0-1-1,0-1 1,-26 0 0,-27-2 1490,77-18-6666,3 11 431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4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7315,'0'0'2212,"0"0"-1070,0 0-430,0 0 161,0 0 119,15 0-109,324 4 1649,-335-4-2789,9-2-203,-7-4-3460,-2 0-4102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4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9092,'0'0'1273,"0"0"-945,0 0-160,0 0 608,-5 15 385,-1 2-907,0 0 1,-1-1-1,-1 0 0,0-1 1,-21 30-1,-31 28 240,-114 159 1192,164-228-8193,10-4-1873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5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7716,'0'0'861,"0"0"-399,0 0 189,0 0 275,0 0-185,8 1-138,-4 0-538,-1-1 1,0 1-1,1 0 0,-1 0 1,0 1-1,1-1 0,-1 1 1,0 0-1,0-1 0,0 1 0,-1 0 1,5 5-1,-1-1 140,-2 0-1,1 0 1,-1 0-1,0 1 1,0 0 0,3 8-1,79 162 3174,-83-169-3347,-1-1 0,0 0 0,0 1 1,-1 0-1,2 12 0,-3-13-53,1 0 0,0 1-1,0-1 1,1 0 0,0 0 0,4 10 0,-5-16-33,-1-1 0,1 1 1,0 0-1,-1-1 0,1 1 0,0 0 1,-1-1-1,1 1 0,0-1 1,0 1-1,-1-1 0,1 0 0,0 1 1,0-1-1,0 0 0,0 1 0,-1-1 1,1 0-1,0 0 0,0 0 1,1 0-1,13-1-4122,-9-2-746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5330,'0'0'1727,"0"0"-506,0 0-500,0 0-4,0 0-135,6-2-203,6-2-114,1 1-1,0 0 1,0 1 0,23-1 0,-29 3-217,0 0 1,-1 0-1,1 0 1,-1 1 0,1 0-1,-1 0 1,0 1-1,1 0 1,-1 0 0,0 0-1,0 1 1,9 5-1,-15-8-26,1 1-1,-1 0 1,1-1-1,-1 1 1,1 0-1,-1-1 0,1 1 1,-1 0-1,0 0 1,1-1-1,-1 1 1,0 0-1,0 0 0,0 0 1,1-1-1,-1 1 1,0 0-1,0 0 0,0 0 1,0 0-1,0-1 1,-1 1-1,1 0 1,0 0-1,0 0 0,0-1 1,-1 1-1,1 0 1,0 0-1,-1-1 1,1 1-1,-1 0 0,1-1 1,-1 1-1,1 0 1,-1-1-1,1 1 0,-1-1 1,-1 2-1,-24 21 717,26-23-737,-12 8 122,1 1 0,0 0 0,-16 17 0,24-22-110,0 0 1,0 0 0,1 0-1,-1 0 1,1 0-1,0 1 1,0-1 0,1 1-1,-1-1 1,1 1 0,0 0-1,0-1 1,1 1 0,-1 7-1,1-11 5,1 0 0,0 0-1,-1 0 1,1 0 0,-1 0 0,1 0 0,0 0-1,0 0 1,0-1 0,-1 1 0,1 0-1,0-1 1,0 1 0,0-1 0,0 1 0,0-1-1,0 1 1,0-1 0,0 1 0,0-1-1,0 0 1,0 0 0,0 0 0,1 0-1,-1 1 1,0-1 0,0-1 0,1 1 0,43 1 722,-36-1-480,9 0 178,-6 1-63,0-1 0,0 0 0,0-1 0,0-1 0,0 0-1,0 0 1,0-1 0,11-4 0,-22 6-218,-1 1-66,0 0-86,0 0-50,0 0-126,0 0-210,0 0-852,0 0-1355,0 0-1141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5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6451,'0'0'760,"0"0"-159,0 0 266,0 0 288,0 0-160,0 0-320,0-6-296,0-16-187,0 16-99,0 6 97,0 0-33,0 0-37,0 4-56,10 232 1130,-6-198-918,2-1 0,1 0 0,2 0 0,18 47 1,5-29-197,-11-22-51,-21-32 0,0-1 9,-1-16-150,-4-6-69,1-1 0,0 0 0,2 0 0,1 0 0,1 0 0,4-34 0,30-142-664,-8 68 777,-15 81 27,-8 38 50,1 0 0,-2 0-1,0 0 1,0 0-1,-1 0 1,-1 0 0,0 0-1,0 0 1,-4-17-1,3 25-10,0-8 885,20 17-528,-12-3-323,11 5 27,2-1 1,-1-1 0,1 0 0,29 2-1,146 19 335,-68-7-331,-26-10-54,58 9 16,-99-10-11,1-3-1,0-2 1,63-5-1,-66 1-11,147-11-13,35-1 41,-50 19-78,-135-3 54,81-8 0,-51 1 505,-78 42 233,-7 91 2050,0-129-2720,0 0 52,0 0-28,0 0 17,0 0 26,0 0-23,0 0 15,0 0-50,0-28-3486,0 23 430,0-3-5509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1 224,'0'0'5768,"0"0"-4487,0 0-1137,0 0 507,0 0 763,0 0-232,-1 19-390,-3 45-407,-5 188 1746,9-249-2119,1 1 0,-1-1 1,1 0-1,0 1 0,0-1 1,0 0-1,0 0 0,1 0 1,-1 0-1,1 0 0,0 0 0,0-1 1,0 1-1,0 0 0,0-1 1,1 0-1,-1 1 0,1-1 1,-1 0-1,1 0 0,0 0 1,0-1-1,0 1 0,0-1 1,0 0-1,0 1 0,0-1 0,0-1 1,1 1-1,-1 0 0,0-1 1,1 0-1,-1 1 0,0-1 1,1-1-1,-1 1 0,0 0 1,1-1-1,-1 0 0,0 0 1,0 0-1,1 0 0,-1 0 1,0 0-1,0-1 0,-1 0 0,1 1 1,0-1-1,0 0 0,-1-1 1,5-3-1,-1-4-20,0 1 0,0-1 0,-1-1 1,0 1-1,-1-1 0,0 0 0,-1 0 0,0 0 0,2-19 0,-1-8 44,-1-59 0,-4 70 19,2 27-60,-1-1 0,0 1 0,0-1 0,0 0 0,0 1 0,0-1 0,0 1-1,0-1 1,0 0 0,0 1 0,0-1 0,0 1 0,-1-1 0,1 0 0,0 1 0,0-1 0,-1 1 0,1-1 0,0 1 0,-1-1-1,1 1 1,0-1 0,-1 1 0,1-1 0,-1 1 0,1 0 0,0-1 0,-1 1 0,1-1 0,-1 1 0,0 0 0,1 0 0,-1-1-1,1 1 1,-1 0 0,1 0 0,-1 0 0,0 0 0,1-1 0,-1 1 0,1 30-19,18 275 347,-13-241-112,-3 0 1,-6 66 0,4-120-203,-1 0 0,0 0 1,0 0-1,-1 0 0,-1 0 1,1 0-1,-2-1 0,1 1 1,-1-1-1,-1 0 0,-5 10 1,8-18 10,0 0 1,0 1 0,-1-1-1,1 0 1,0 0 0,0 0-1,-1-1 1,1 1 0,0 0-1,-1-1 1,1 0 0,-1 1-1,1-1 1,0 0-1,-1 0 1,1-1 0,-1 1-1,1 0 1,-3-2 0,-1 2 10,1-2 0,-1 1 1,0-1-1,1 0 0,-1 0 1,-8-5-1,10 5-34,-22-21 500,22 9-2373,12-2-3454,1 8-1895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49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2225,'0'0'3052,"0"0"-1731,0 0-505,0 0 321,0 0-142,59 11 2228,-15-5-2150,0-3 1,1-1 0,60-6 0,-95 2-710,3 2-1390,-13 0 978,0 0-1,1 0 0,-1 0 0,0 1 1,0-1-1,0 0 0,0 0 0,0 1 1,0-1-1,0 0 0,0 0 0,0 1 1,1-1-1,-1 0 0,0 0 0,0 1 1,0-1-1,-1 0 0,1 0 0,0 1 1,0-1-1,0 0 0,0 0 0,0 1 1,0-1-1,0 0 0,0 0 0,0 0 1,0 1-1,-1-1 0,1 0 0,0 0 1,0 0-1,0 1 0,0-1 0,-1 0 1,1 0-1,0 0 0,0 0 0,0 0 1,-1 1-1,1-1 0,0 0 0,0 0 1,-1 0-1,1 0 0,0 0 0,-7 4-2453,1-3-1246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5:50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8164,'0'0'1144,"0"0"-410,0 0-19,0 0 213,0 0-138,8 3-142,28 6-269,0-2-1,0-1 1,60 3-1,79-5 1429,-164-4-1131,-30 0-1206,6 0-7707,12 0 44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6:0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32 6211,'0'0'1441,"0"0"-241,0 0-2,0 0-46,0 0-255,0 0-286,0 0-171,0 0-13,0-1-358,0 0 0,-1-1 0,1 1 0,0-1 0,0 1 0,0-1 0,0 1 0,0-1 0,0 1 0,1 0 0,-1-1 0,0 1 0,1-1 0,-1 1 0,2-3 0,2 3-59,0 0-1,0-1 0,1 2 0,-1-1 0,0 0 1,1 1-1,-1 0 0,0 0 0,1 0 0,-1 0 1,0 1-1,6 0 0,-8 0-15,0 0-1,0 0 1,0 0 0,0 0-1,-1 0 1,1 1-1,0-1 1,0 1 0,-1-1-1,1 1 1,-1-1-1,1 1 1,-1 0 0,0 0-1,0-1 1,0 1-1,0 0 1,0 0 0,0 0-1,0 0 1,-1 1 0,1-1-1,-1 0 1,1 4-1,1 8 13,-1 1-1,0 0 0,-1 1 0,-1-1 0,0 0 0,-1-1 0,0 1 0,-9 27 1,8-33-2,-1 0 1,0 0-1,0 0 0,0-1 1,-1 0-1,0 0 1,-1 0-1,0-1 1,0 1-1,0-2 1,-1 1-1,0-1 0,-1 0 1,1 0-1,-11 6 1,17-11-10,0-1 0,0 1 0,-1 0 0,1 0 0,0-1 0,0 1-1,0-1 1,0 1 0,-1-1 0,1 1 0,0-1 0,0 0 0,-1 0 0,1 0 0,0 1 0,-1-1 0,1 0 0,0-1 0,0 1 0,-1 0 0,1 0 0,0 0 0,0-1 0,-1 1 0,1-1 0,0 1 0,0-1 0,0 1 0,-1-1-1,1 0 1,0 0 0,0 1 0,0-1 0,0 0 0,1 0 0,-1 0 0,0 0 0,0 0 0,0 0 0,1 0 0,-1-1 0,0-1 0,-2-3-92,2-1 1,-1 0-1,1 0 0,0 1 0,0-1 1,1-13-1,23 19 22,-14 2 102,0 1 0,0-1 0,-1 1 0,1 0 0,-1 1-1,15 7 1,-12-6 83,-1 0 0,1 0 0,18 3-1,7 3 334,-35-10-573,1 1-1,-1-1 0,1 1 0,-1-1 0,0 1 0,1-1 0,-1 1 1,0 0-1,0 0 0,0 0 0,1 0 0,-1 0 0,0 0 0,0 0 1,0 0-1,0 0 0,-1 1 0,1-1 0,0 0 0,0 0 0,-1 1 1,1 1-1,-1-3-3620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6:0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23 8036,'0'0'1310,"0"0"-403,0 0-110,0 0 17,0 0-254,7-4-210,0 1-268,0 0 0,1 0 0,-1 1 0,1 0 0,-1 0 0,1 1 0,0 0 0,0 0 0,0 1 0,-1 0 0,1 0 0,0 1 0,0 0 0,7 2 0,-14-3-53,-1 0 32,0 0-2,0 0 61,0 0 24,-32 0-109,23 0-58,1 1 0,-1-1 0,1 2 1,-1-1-1,1 1 0,-1 0 0,1 1 0,0 0 0,-15 8 1,19-9 18,0 1 1,1-1 0,-1 1 0,1 0 0,0-1-1,0 2 1,0-1 0,0 0 0,1 0 0,-1 1 0,1 0-1,0-1 1,0 1 0,0 0 0,1 0 0,-1 0 0,1 0-1,0 0 1,0 0 0,0 1 0,1-1 0,-1 8-1,1-11 16,0 0 0,0 0-1,0 0 1,0-1-1,0 1 1,0 0-1,0 0 1,0 0-1,1 0 1,-1 0-1,0 0 1,1 0-1,-1-1 1,0 1-1,1 0 1,-1 0-1,1-1 1,-1 1 0,1 0-1,0 0 1,-1-1-1,1 1 1,0-1-1,-1 1 1,1-1-1,0 1 1,0-1-1,0 1 1,-1-1-1,1 1 1,0-1-1,0 0 1,0 0-1,0 1 1,0-1-1,0 0 1,0 0 0,-1 0-1,1 0 1,0 0-1,0 0 1,0 0-1,0-1 1,0 1-1,0 0 1,0 0-1,-1-1 1,2 1-1,11-1-101,16 0 145,-18 0-69,0 1 0,0 0 0,0 1 0,0 0 0,0 0 0,12 4 0,-20-4 7,0 0 1,0 1-1,-1-1 0,1 1 0,0-1 1,-1 1-1,0 0 0,1 0 0,-1 0 1,0 0-1,0 0 0,0 0 0,0 1 1,-1-1-1,1 1 0,0-1 0,-1 1 1,0 0-1,0 0 0,0-1 0,0 1 1,0 0-1,0 0 0,-1 0 1,0 0-1,1 0 0,-1 5 0,2 85 29,-3-92-18,1-1 0,0 1-1,-1 0 1,1 0 0,-1-1 0,1 1 0,-1 0 0,1-1 0,-1 1 0,1 0 0,-1-1 0,0 1 0,1-1 0,-1 1 0,0-1 0,0 1 0,0-1 0,1 0 0,-1 1 0,0-1 0,0 0 0,0 0 0,1 1 0,-1-1 0,0 0-1,0 0 1,0 0 0,0 0 0,-1 0 0,-34 0 168,29 0-161,-44 0 90,51 0-135,0 0-196,0 0-474,0 0-550,0 0-1051,0 0-1694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6:03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8292,'0'0'672,"0"0"-304,0 0 265,0 0 183,0 0-218,0 0-201,9 0-53,152 0 1867,-88 0-5652,-71 0-2055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6:0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4450,'0'0'779,"0"0"-381,0 0 194,0 0 800,0 0 52,5 14 541,-5-11-1905,0 0 0,-1 1 0,1-1 0,-1 0 0,0 0 0,0 0 0,0 1 0,0-1 0,-1 0 0,1 0 0,-1-1 0,-3 6 0,-31 38 371,24-33-267,-34 39 304,-75 64 1,33-34-423,74-63-271,12-15-4973,2-4 629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6:0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4786,'0'0'550,"0"0"-78,0 0 630,0 0 413,0 0 25,14 14-465,-4-5-907,3 2 94,-1 1 0,0 1-1,0 0 1,-1 0 0,-1 1 0,14 25 0,-15-15 301,0 0 1,7 33-1,2 9-20,-17-62-533,0-1 0,0 0 0,1 0 1,-1 0-1,1-1 0,0 1 0,0 0 1,0 0-1,0-1 0,0 1 0,0-1 0,1 0 1,-1 0-1,1 0 0,-1 0 0,1 0 1,0 0-1,5 1 0,-2-1-43,1 0 0,-1 0 0,1-1 1,-1 0-1,1 0 0,0-1 0,-1 0 0,9-1 0,-14 1-80,-1 0-1,1 0 1,-1 0-1,1 0 1,-1 0-1,1 0 0,-1 0 1,1 0-1,-1 0 1,1 0-1,-1 0 1,1 0-1,-1-1 1,1 1-1,-1 0 1,0 0-1,1-1 1,-1 1-1,1 0 0,-1 0 1,0-1-1,1 1 1,-1 0-1,0-1 1,1 1-1,-1-1 1,0 1-1,0 0 1,1-1-1,-1 1 0,0-1 1,0 1-1,1-1 1,0-7-5468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6:05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4226,'0'0'1096,"0"0"-263,0 0-204,0 0 6,0 0-48,17-16 862,58 16-574,-74 4-585,0 1 0,-1-1 0,0 1 0,1-1 0,-1 1 0,-1-1-1,1 1 1,-2 5 0,-25 36 311,23-42-588,1 1-1,-1-1 1,1 1 0,0 0-1,1 1 1,-1-1-1,1 0 1,0 1-1,0-1 1,0 1-1,1 0 1,0 0-1,0 9 1,0-14-13,1 0 0,0 1 0,0-1 0,0 0 0,0 0 0,0 1 0,1-1 0,-1 0 0,0 1 0,0-1 0,1 0 0,-1 0 0,1 0 0,-1 1 0,1-1 0,0 0 1,-1 0-1,1 0 0,0 0 0,0 0 0,0 0 0,1 1 0,27 2 148,-19-4-137,-6 0 18,-1 0 0,1-1 1,-1 1-1,0 0 0,1-1 1,-1 0-1,1 0 0,-1 0 1,0 0-1,0-1 1,1 1-1,-1-1 0,3-2 1,-1 4 686,-4 0-5947,-3 0-219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6:05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3442,'0'0'530,"0"0"-172,0 0 42,0 0 227,0 0-13,0 0-238,0 0-181,0 0 109,39-3 2318,-30 1-2338,1 0-1,-1 2 0,1-1 0,0 1 0,-1 0 0,16 3 1,-25 0-168,1 0 0,-1 0 1,0-1-1,0 1 1,0 0-1,0 0 1,-1 0-1,1 0 0,-1-1 1,0 1-1,1 0 1,-1 0-1,-2 3 1,-20 31 172,18-30-276,0 0 0,0 1 1,0 0-1,1-1 0,0 2 0,1-1 1,0 0-1,0 1 0,1 0 0,0-1 1,1 1-1,-1 9 0,55-16 321,9-2-17,-61 0-271,-1 0 23,0 0-10,0 0-27,0 0 16,0 0-54,0 0-290,0 0-1153,0 0-2011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46:2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4066,'0'0'1152,"0"0"-493,0 0-29,0 0 82,0 0-162,0 0-291,0 0-145,0 0 28,0 0 66,0 0 115,0 0 85,0 0 77,0 0 6,0 0 38,0 0-119,0 0-119,0 0-112,0 0-115,19 0 83,706 8 189,-406 7-299,-59-2-34,-78-11 1,-96-3 6,167 20 0,-204-13-36,89-2-1,-53-3 11,355 1 15,32 1 4,55 5 525,-522-9-495,1 0-1,-1 0 0,1 0 0,-1-1 0,0 0 0,8-3 1,-7 2-35,0 0 1,1 1-1,-1 0 1,1 0-1,12-1 1,101 1-297,-67 3 2972,-35-1-590,-20 1-2057,0-1 0,1 0 0,-1 0 0,1 1-1,-1-1 1,1 1 0,-1-1 0,1 1 0,-1 0 0,1 0-1,-1-1 1,1 1 0,0 0 0,-1 0 0,1 0-1,0 0 1,0 1 0,0-1 0,0 0 0,-2 3 0,-17 35-69,6-10 89,-20 16-45,18-26 16,2 1-1,-14 24 1,24-35 8,-1 0 1,2 0-1,-1 1 1,1-1-1,1 1 1,0 0-1,0 0 1,0 16-1,11 512 1033,0-463-1034,31 129-1,-25-139 15,-12-52-41,0 1 0,0 0 0,1 0-1,0 0 1,7 13 0,-13-30 33,-1 1 1,1 0-1,-1 0 0,1 0 1,-1 0-1,0 1 0,1-1 1,-1 1-1,0-1 0,0 1 1,0 0-1,0 0 0,-1 1 1,1-1-1,-5 0 0,-63-6-221,55 6 231,-139-4-88,-51-5 38,-353-36 4,-1 28-57,442 12-72,-290-6 71,-345 12 82,678 4-54,-97 16 1,22-1-28,-120 18 41,102-11-33,57-15-45,-43 7-66,154-18 180,-1 1 0,1-1-1,-1 0 1,1 0 0,-1 0 0,1 0-1,-1 0 1,1 0 0,0 0 0,-1 0-1,1 0 1,-1 0 0,1-1 0,-1 1-1,1 0 1,-1 0 0,1 0 0,0 0-1,-1-1 1,1 1 0,-1 0 0,1 0-1,0-1 1,-1 1 0,1 0 0,0-1-1,-1 1 1,1 0 0,0-1 0,0 1-1,-1-1 1,0-18 122,14-33-358,-7 34 121,8-48 8,-3 0 1,-3-1-1,-3 0 0,-5-89 0,-25-83 671,25 222-587,0-359 867,3 349-643,2 0-1,14-50 1,-17 68-209,3 8-42,-1 0 0,1 0 0,-1 0 0,1 1 0,0 0 0,-1 0 0,1 0 0,5 1 0,-3-1 0,45 2 43,-34 0 23,-1-2 0,1 0 1,-1 0-1,0-2 0,22-4 0,-36 5-48,0-1-1,0 1 1,0 0-1,0 1 1,1-1-1,-1 1 1,0-1-1,1 1 1,-1 0-1,0 0 1,1 0-1,-1 1 1,0-1-1,0 1 1,1 0-1,-1-1 1,0 2 0,0-1-1,0 0 1,0 1-1,0-1 1,0 1-1,0 0 1,-1 0-1,1 0 1,-1 0-1,1 0 1,2 4-1,6 7-1068,-6-8-5002,-5-5 2393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0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3714,'0'0'1963,"0"0"-1240,0 0-285,0 0 223,0 0 289,0 0-336,3 6 1835,22 307-2005,-18-160-253,-3-78 94,9 78 38,22 72-320,-32-191 17,-1-1 1,-4 49-1,1-17 34,1-64-33,0-1 35,0 0 3,0 0 5,0 0 80,0 0-19,0 0 142,0 0 26,-5 0-132,2 0-2917,0 0-1316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1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64 1745,'0'0'934,"0"0"-500,0 0-143,0 0 99,0 0 274,0 0 64,-3-10-119,0-2-365,-13-29 2067,12 52 1117,2 28-2896,1 48-834,9 81 400,39 228 0,-9-118-35,-33-136 33,-6-104-40,1-38 152,0 0 96,0 0-98,0 0-14,0 0-72,0 0-27,0 36-325,0-35 228,0 0-1,0 0 1,0 0-1,-1 0 0,1-1 1,0 1-1,0 0 1,0 0-1,0 0 1,0 0-1,0 0 1,1 0-1,-1-1 1,0 1-1,0 0 1,1 0-1,-1 0 1,0 0-1,1-1 1,-1 1-1,1 0 1,-1 0-1,1-1 0,-1 1 1,1 0-1,0-1 1,-1 1-1,1-1 1,0 1-1,-1-1 1,1 1-1,0-1 1,0 1-1,0-1 1,-1 0-1,1 1 1,0-1-1,0 0 1,0 0-1,1 1 1,-1-2-41,0 1 0,1-1 0,-1 1 0,0-1 0,1 0 1,-1 0-1,0 1 0,0-1 0,1 0 0,-1 0 0,0 0 1,0 0-1,0 0 0,0-1 0,-1 1 0,1 0 0,0 0 1,0 0-1,-1-1 0,1 1 0,-1-1 0,1 0 1,3-16-2616,1 1-2964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1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650 1 5154,'0'0'1025,"0"0"-262,0 0-48,0 0 144,0 0-8,0 0-229,-16 9-238,6-4-313,-7 4 12,0 0-1,1 1 0,0 1 1,1 0-1,-22 22 0,-293 346 460,300-347-663,-105 121-1850,129-143 1639,1-2-3540,5-8 785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1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1382 0 1425,'0'0'4450,"0"0"-3146,-16 13-1010,-33 30 1222,-73 83 1,-3 10-762,-159 131 1,146-141-559,-169 145-176,68-62-21,219-191-29,-2 2-162,-37 27 0,85-50-3861,-4-10 58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1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961 0 5394,'-16'18'673,"-109"126"-460,4 1 1049,-199 248 1286,183-217-1985,-80 110-518,213-281-172,2-2-81,0 0 1,-1 0 0,1 0 0,0 1-1,0-1 1,1 1 0,-1-1 0,1 1-1,0 0 1,0 0 0,-1 5 0,2-7-2357,0-2-555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12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963 1 5507,'-18'19'4527,"-301"322"-3535,143-158-705,-192 256 0,313-355-141,51-76-308,0 0 1,0 0 0,1 1-1,0-1 1,1 1 0,0-1 0,0 1-1,1 0 1,-1 10 0,2-18-96,0-1 204,0 0 0,0 0 0,0 1 0,0-1 1,0 0-1,0 0 0,0 0 0,0 0 0,0 0 0,0 1 1,0-1-1,0 0 0,0 0 0,0 0 0,0 0 0,0 1 1,0-1-1,0 0 0,0 0 0,0 0 0,1 0 0,-1 0 0,0 1 1,0-1-1,0 0 0,0 0 0,0 0 0,0 0 0,0 0 1,0 0-1,0 0 0,1 0 0,-1 1 0,0-1 0,0 0 1,0 0-1,0 0 0,0 0 0,1 0 0,-1 0 0,0 0 1,0 0-1,0 0 0,0 0 0,0 0 0,1 0 0,-1 0 1,0 0-1,0 0 0,0 0 0,0 0 0,1 0 0,-1 0 0,0 0 1,0 0-1,0 0 0,0 0 0,10-2-3300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1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1 8308,'-7'16'419,"-34"60"696,-56 76 1,-43 77 1089,-74 168-964,207-387-1367,2 1 1,-1 1-1,2-1 0,-1 1 1,1 0-1,1 0 0,1 0 1,-1 1-1,2-1 1,-1 14-1,2-24-1995,0-2-2073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32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459 408 2737,'0'0'502,"0"0"-6,0 0 438,0 0 309,0 0-64,0 0-130,-14-1 3011,-44-2-3801,45 3-176,-15 0 120,-50 6 0,67-4-200,1 0 1,0 1-1,0 0 1,0 0-1,1 1 1,-1 1-1,1-1 1,-12 10-1,8-6 18,1 1-1,1 1 0,0 0 1,0 0-1,1 1 0,0 1 1,0-1-1,2 2 0,-1-1 1,2 1-1,0 1 0,0-1 1,1 1-1,1 0 0,0 0 0,1 1 1,1-1-1,0 1 0,1 0 1,-1 20-1,5-4 78,1-1 1,2 0-1,10 40 0,-7-40-96,-2 0 0,-1 1 0,1 41-1,-7-45 9,0-21-23,0 0 1,1 0 0,0 0-1,0 0 1,0 0 0,1 0-1,0 0 1,0 0-1,0 0 1,1 0 0,0-1-1,0 1 1,0-1 0,5 8-1,0-2 32,1 1-1,-2 0 1,0 0-1,0 1 1,-1 0-1,5 19 1,14 86 336,-19-88-344,5 48 112,-5 1 0,-2-1 0,-10 87-1,3-118-111,-2 0 1,-2-1-1,-21 70 0,-59 130 24,81-230-40,3-5 5,0 0 0,0 0 0,1 0 1,1 0-1,0 1 0,0-1 0,1 1 0,1-1 0,0 1 0,0 0 0,1-1 0,1 1 1,0-1-1,0 0 0,1 0 0,1 0 0,0 0 0,0 0 0,1 0 0,0-1 0,1 0 1,0 0-1,9 9 0,26 36 6,-12-16 16,41 69 0,-63-95-19,0 1-1,-1 0 1,-1 1 0,0 0 0,-1 0-1,0 0 1,-1 0 0,-1 0-1,0 22 1,-3-21 9,-1 1 1,0 0-1,-2 0 0,0-1 1,0 1-1,-2-1 0,-14 29 1,0 3 27,5-9-40,2 1 0,1 1 0,-6 42 0,15-68 7,1 1 0,1 0 0,1 0 0,0 0 0,0 0 0,2 0 1,0 0-1,1-1 0,0 1 0,2-1 0,6 19 0,14 18 0,-2 1-1,-3 1 1,-2 1-1,-2 1 1,-3 0-1,6 59 1,-14 9 189,-12 157 1,-1-3 23,13-226-210,2 0-1,2 0 1,3-1-1,28 79 1,-2-5 4,-10-22-17,-4 2 0,-5 0 1,-5 1-1,1 124 0,-15-171 5,3-1-1,3 0 0,2 0 1,3 0-1,35 109 0,-30-125-20,-2 0 0,-2 1 0,-1 0 0,-3 1 0,-1-1 0,0 48 0,-7-77 21,-1 1 0,0 0 0,-1-1 0,-1 1 0,0-1 1,-1 1-1,-8 18 0,1-10 12,-1-1 1,-1 1-1,-22 27 0,21-31-11,-31 48 261,42-62-252,1 0 1,0 0-1,0 0 1,1 1-1,-1-1 1,1 0 0,0 1-1,0-1 1,1 1-1,0-1 1,0 1-1,1 6 1,0-9-22,0 0 1,1 0-1,-1-1 1,1 1-1,-1-1 1,1 1-1,0-1 0,0 0 1,0 1-1,0-1 1,1 0-1,-1-1 0,1 1 1,-1 0-1,1-1 1,-1 1-1,1-1 0,0 0 1,0 0-1,4 2 1,67 17-93,-67-19 67,91 18-725,-50-11 679,0 2-1,-1 2 1,73 28 0,52 52 233,-111-57-57,65 28-1,-103-54-56,-1-1-1,1-1 1,1-1-1,-1 0 0,1-2 1,45 2-1,1-4 123,0-4 0,0-2 0,106-20-1,-174 23-164,91-22 633,1 5-1,185-13 0,-262 31-518,11-2-82,-1 2 0,0 1 1,1 1-1,-1 1 0,0 1 1,0 1-1,30 11 0,-24-2-53,1-1 0,1-2 0,0-2 0,0-1 0,1-1 0,0-2 0,39 0 0,-3-8 37,1-2-1,-1-4 0,78-21 1,-73 16 12,-1 4 1,2 2 0,84 4-1,-133 6-49,-1 2 0,0 1-1,0 1 1,0 1-1,-1 1 1,44 20 0,-36-14 47,1-1-1,73 16 1,-15-19 1,0-4 0,164-10 1,-145-7 8,175-41 1,-51 7-8,-205 40-24,1 1-1,-1 1 1,1 2-1,-1 2 1,1 1-1,-1 1 1,1 2-1,-1 1 1,-1 1-1,49 18 1,-41-8 33,1-2 0,1-1 0,0-3 0,1-1 0,0-2 0,0-2 0,56 1 0,20-9 230,-1-6 0,162-31 0,-275 39-267,-1 0-1,1-1 0,-1 1 1,1-1-1,-1 0 1,0 0-1,1 0 0,-1-1 1,0 1-1,0-1 1,1 0-1,-1 1 1,-1-1-1,1-1 0,0 1 1,0 0-1,-1-1 1,1 1-1,-1-1 1,0 0-1,0 0 0,0 0 1,0 0-1,-1 0 1,1 0-1,-1-1 0,0 1 1,0 0-1,0-1 1,0 1-1,0-1 1,-1 1-1,0-1 0,1 1 1,-1-1-1,-1 0 1,1-3-1,-1-23-49,-2 0-1,0 0 1,-2 0 0,-13-40-1,-8-69 36,22 105 16,-2 1 0,-2-1 1,0 1-1,-16-37 1,1 18 9,2-2 1,2 0-1,2-1 1,-16-107-1,28 121-39,-3 0-1,0 1 0,-3 0 0,-1 0 1,-3 1-1,0 1 0,-3 0 1,-27-43-1,30 57-57,-9-16 87,-28-59-1,45 83 61,1 0 0,1 0-1,1 0 1,0-1 0,1 1 0,1-1-1,-1-25 1,3 12 35,1 1 1,1 0-1,2 0 1,0 0-1,2 1 0,16-47 1,58-106 65,-52 125-126,-3-2 1,-2 0 0,17-70-1,-31 70-17,-3-1-1,-2 0 0,-4-63 1,0 30-35,2 3 32,-3 0 0,-5 0 1,-20-110-1,8 121-46,-3 0 0,-52-125 0,52 158 12,-1 2-1,-3 0 0,-1 2 0,-2 0 0,-55-60 1,-91-63-87,-14-14 157,179 168-34,1-1 1,0-1-1,0 1 0,1-2 1,0 1-1,1-1 0,1 0 1,0 0-1,1 0 0,0-1 1,1 1-1,1-1 0,0 0 1,0 0-1,2 0 1,0 0-1,0 0 0,1 0 1,1 0-1,0 0 0,8-24 1,9-16-23,1 1 1,3 1-1,2 1 0,33-50 1,-23 39 21,-4 6-10,39-98-1,-61 126-2,-1 1 0,-1-1 0,-1 0-1,-1-1 1,-2 1 0,0-32-1,-2 21 10,-3-1 0,-1 1 0,-2 0-1,-1 0 1,-14-43 0,-116-314-140,90 272 27,22 54-118,-38-74 1,52 125 179,-1-1 0,0 2 0,-2-1 0,0 2 0,-1 0 0,-1 0 0,-1 1 0,-20-16 0,-30-13-91,-3 2 0,-93-43 0,-26-14 108,155 82 88,27 16-63,0-1 1,0 0-1,0 0 0,1-1 0,-1 0 0,1 1 1,0-2-1,0 1 0,0-1 0,0 0 0,1 0 1,0 0-1,0 0 0,-5-10 0,-3-14 38,-13-50 1,20 58-21,-1 1 1,0 0 0,-2 0 0,0 1 0,-22-37 0,15 38-37,0 0 0,-1 2 0,0-1 0,-2 2 0,0 0 0,0 2 0,-1 0 0,-1 0 0,0 2 0,-1 1 0,0 0 0,-1 2 0,0 0 0,0 1 0,0 2 0,-1 0 0,0 1 0,0 2 0,0 0 0,-28 2 0,34 3 6,0 1 0,0 0 0,1 1 0,-1 1 0,1 1 1,1 1-1,-25 14 0,-14 6-8,-15 4 26,-104 32 0,136-54-4,-1-1-1,0-2 0,0-1 0,-67 0 0,9-7 17,-155-22 1,-276-24 25,215 27-52,-42 4 6,330 19-15,-1 2 1,1 0 0,0 2 0,1 0 0,0 2 0,0 0-1,-39 24 1,29-16 18,-1-1 0,-52 16 0,-17-6-51,-1-5 0,-114 8 0,182-25 26,-1-2 0,1-1 0,-1-2 1,-46-7-1,64 3-167,0-1 0,0-1 1,1-1-1,0-1 0,-23-14 1,20 11 73,0 0 1,0 2 0,-28-9-1,28 15-131,0 2-1,0 1 1,-1 0 0,1 1-1,0 2 1,-41 7-1,55-6 246,6 1-2860,1-3-672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0:43.20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2897,'0'0'1067,"0"0"-570,0 0-1,0 0 243,0 0 147,0 0-265,11 1 3681,35 1-2806,103 13 1905,-114-13-2688,52 9 0,-52-6-286,53 2 1,-59-6-180,-1 2-1,1 0 1,40 11-1,153 17 244,-176-23-197,71 3-1,-28-4-173,179 5 203,-186-13-236,146 5-78,29 27-42,-146-16 130,-48-6-117,-5-1 17,79 2-1,315-10-17,-437-1 29,0-1 0,0 0 0,22-7 0,21-4 0,191-8-51,-90 9 126,-59 2-82,98-7 14,-61 4 42,-89 7-51,54-1 0,-50 2-25,-53 4 49,1 1-1,0-1 0,0 0 0,0 0 1,0 0-1,-1 1 0,1-1 0,0 0 0,-1 0 1,1 1-1,-1-1 0,1 0 0,-1 1 1,1-1-1,-1 1 0,1-1 0,-1 0 0,0 1 1,1-1-1,-2 0 0,-10-4-40,-1 0-1,1 1 1,-1 0 0,0 1-1,0 1 1,-25-2-1,-84 4-62,50 2 92,-310 5-602,179-12 576,-110 3 2,297 3 55,-138 12-84,117-8 33,0-2 0,1-1-1,-1-2 1,-54-6 0,34-7 14,44 9-12,0 0 0,0 1 1,0 1-1,-22-1 0,-198 11-42,120-8 44,-450-7 57,467-4-20,66 6-58,-52-2-1,-60 6-28,-152 3-256,252 1 111,-43 9-1,-37 4-430,-181-10-387,341-4 700,51 9-1,35 3 350,-36-13-63,41 1-7,225 31 1,120 23 42,-175-47 18,-6 3 14,133-5 78,-244-9-159,-142 2 63,161-6-16,-182 3 22,1 0-1,-2-2 1,1 0-1,33-15 1,-51 20 43,-2-2-58,0 0 0,1 1 0,-1-1-1,0 0 1,0 0 0,0 1 0,0-1-1,-1 1 1,1-1 0,0 1 0,-1-1-1,1 1 1,-1 0 0,1-1 0,-1 1-1,1 0 1,-1 0 0,0 0 0,0 1 0,1-1-1,-1 0 1,0 1 0,0-1 0,0 1-1,0-1 1,0 1 0,-4 0 0,-62-7-142,63 7 138,-333 16-521,245-8 311,-136-3-758,179-5 896,49 0 84,1 0-13,0 0 69,0 0-8,0 0-123,0 0 48,0 0-34,0 0-62,0 0 19,20 0-88,306 8 297,116-3 401,250-16-162,-692 11-304,46 0 579,-46 0-632,1 0 0,-1 0 0,0-1 0,1 1 0,-1 0 0,0 0 0,1 0 0,-1 0 0,0-1 0,1 1 0,-1 0-1,0 0 1,1-1 0,-1 1 0,0 0 0,0 0 0,0-1 0,1 1 0,-1 0 0,0-1 0,0 1 0,0 0 0,1-1 0,-1 1 0,0 0 0,0-1-1,0 1 1,0 0 0,0-1 0,0 1 0,0-1 0,0 1 0,0 0 0,0-1 0,0 1 0,0 0 0,0-1 0,0 1 0,-1 0 0,1-1-1,0 1 1,0-1 0,0 1 0,0 0 0,-1 0 0,1-1 0,-8-17-4412,0 8-2063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1:04.46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1551 178 5058,'0'-1'303,"0"-1"-1,0 1 1,0 0-1,-1-1 1,1 1-1,0-1 1,-1 1-1,0 0 1,1 0-1,-1-1 1,0 1-1,1 0 1,-1 0-1,0 0 1,0 0-1,0 0 1,0 0-1,-2-2 1,-28-14 1706,-37 0-1255,64 17-533,-21-3-136,0 1 0,-48 3-1,55 0-48,0 0-1,1-1 0,-1-1 0,0 0 1,0-2-1,1 0 0,-30-9 1,21 4 51,0 1 1,-1 1 0,0 2 0,0 0 0,-52 1 0,-50-7 164,31-8-313,38 6 95,-87-6 1,106 16-35,13 0 7,0 0-1,-1 2 0,1 1 1,0 1-1,0 1 1,-48 13-1,59-10-29,0 0-1,0 1 1,1 1-1,0 0 1,1 1-1,-24 18 1,33-22 13,1 0 0,-1 0 0,1 1 0,0-1 0,1 1 0,-1 0 1,1 0-1,0 1 0,0-1 0,1 1 0,0 0 0,0 0 0,1 0 0,0 0 0,0 1 0,1-1 1,0 0-1,-1 13 0,-1 99-19,1 66 15,3-175 14,1 0 1,0 0-1,1 1 0,0-1 0,1-1 1,0 1-1,0-1 0,1 1 0,0-1 1,1 0-1,0-1 0,0 0 0,1 0 1,0 0-1,0 0 0,13 9 1,15 10 0,0-2 1,65 34 0,-59-35-1,-27-17 11,1 0 1,-1-1-1,1-1 0,0 0 1,1-1-1,25 4 0,101 3 138,-33-5-95,276 46 25,-313-37-60,-57-10-15,1-1 0,0-1 0,-1 0 0,21 0 0,27-7 60,1-2-1,81-19 1,-64 10-32,-63 11-33,0 1-1,0-2 1,0-1 0,25-10 0,-36 12 10,-1 0 1,1 0 0,0 0 0,-1 0-1,0-1 1,0 0 0,0-1 0,-1 1-1,0-1 1,0 0 0,0-1 0,-1 1-1,5-8 1,28-52 158,-26 49-155,-1 0 1,0-1-1,-1 0 0,-1-1 1,-1 0-1,7-27 1,-12 33 50,-1 0 0,0 1 1,0-1-1,-1 0 0,-1 0 1,0 1-1,-1-1 0,-1 1 1,-3-14-1,3 19-32,1 0-1,-1 0 1,0 1 0,0 0-1,-1-1 1,0 1-1,0 1 1,-1-1 0,1 1-1,-1-1 1,0 1-1,-1 1 1,1-1 0,-1 1-1,0 0 1,0 0 0,-9-4-1,-39-22 314,44 23-316,0 1 1,-1 0 0,0 1-1,0 0 1,0 1 0,-21-6-1,11 6-12,0-2 0,0 0 0,-29-14 0,9-2-9,35 18-28,0 0-1,-1 0 0,1 0 0,-1 1 0,1 0 1,-1 0-1,0 1 0,0 0 0,0 0 0,-1 1 1,1 0-1,0 0 0,-1 1 0,-8 0 0,15 0-100,0 0-1,0 1 1,0-1 0,0 1-1,0-1 1,0 1-1,0-1 1,0 1-1,0 0 1,1-1 0,-1 1-1,0 0 1,0 0-1,0 0 1,1 0 0,-1 0-1,1 0 1,-1 0-1,1 0 1,-1 0-1,1 0 1,-1 0 0,1 0-1,0 0 1,-1 0-1,1 2 1,-2 2-1972,-1 3-4111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2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2545,'0'0'1684,"0"0"-852,0 0-229,0 0 395,0 0 245,0 0-240,13 5 5669,-3-4-7202,288-9 815,-233 5-254,92-17 0,-55 5-64,-12 5 122,106-15 33,-19 4 872,350 4 0,-426 17-906,-17 11-48,-10 0-78,-40-3 204,-17-7-188,0 0 0,0 2 1,0 0-1,17 6 0,-2-2-48,-32-7 80,0 1 0,0-1 0,0 0 0,0 0-1,-1 0 1,1 0 0,0 0 0,0 0 0,0 0 0,0 0 0,0 0-1,0 0 1,0 0 0,-1 0 0,1 0 0,0 1 0,0-1 0,0 0 0,0 0-1,0 0 1,0 0 0,0 0 0,0 0 0,0 0 0,0 1 0,0-1-1,0 0 1,0 0 0,0 0 0,0 0 0,0 0 0,0 1 0,0-1 0,0 0-1,0 0 1,0 0 0,0 0 0,0 0 0,0 0 0,0 1 0,0-1-1,0 0 1,0 0 0,0 0 0,0 0 0,0 0 0,0 0 0,0 0 0,0 1-1,1-1 1,-1 0 0,0 0 0,0 0 0,0 0 0,0 0 0,0 0-1,0 0 1,1 0 0,-5 3-317,15-1 432,-5-26-21,-5 16-142,-2 21 18,-14 121 366,15-133-319,0-1 21,0 0 16,0 0 40,0 0 96,0-43 219,0-22-411,0 65-8,-1 0-3,0 0 0,0 1 0,0-1 0,-1 0 0,2 1 1,-1-1-1,0 1 0,0-1 0,0 1 0,0-1 0,0 1 0,0 0 0,0-1 0,1 1 0,-1 0 0,0 0 0,1 0 0,-1 0 0,0 0 0,1-1 0,-1 1 0,1 0 0,-1 0 1,1 0-1,0 0 0,0 0 0,-1 0 0,1 1 0,0-1 0,0 1 0,-3 39-125,3-37 96,0-3 62,0-1-65,0 0 59,0 0-51,1 0 28,1 0 0,-1-1-1,0 1 1,0-1-1,0 1 1,0-1 0,1 1-1,-1-1 1,0 0-1,0 0 1,0 1 0,0-1-1,0 0 1,-1 0-1,1 0 1,0 0 0,0 0-1,-1 0 1,1 0 0,0 0-1,-1 0 1,1 0-1,-1-1 1,1 1 0,-1 0-1,0 0 1,0-1-1,1 1 1,-1-2 0,3-40 18,-3 42-19,0 0 21,-1 3-25,0 0 0,-1 0 1,1 0-1,0 0 0,0 0 0,0 0 0,0 0 0,1 0 0,-1 0 1,1 0-1,-1 0 0,1 5 0,-1-5-2,-1 13 15,0-1 1,1 1-1,0 21 0,1-33 2,0-3 45,0 0-3,0 0 70,0 0-53,0 0 58,0-43-6,0 41-115,0 0 0,0 1 0,0-1 0,-1 1 0,1-1 0,0 0 1,-1 1-1,0-1 0,1 1 0,-1-1 0,0 1 0,0-1 0,1 1 0,-1 0 0,0-1 0,0 1 0,-1 0 0,1 0 0,0 0 0,0-1 0,-1 1 0,1 1 0,0-1 0,-1 0 0,1 0 0,-1 0 0,1 1 0,-1-1 0,0 1 0,1-1 0,-1 1 0,1 0 0,-1 0 0,0-1 0,1 1 0,-1 0 0,-2 1 0,2-1-121,0 0-1,0 0 0,0 0 0,1 0 1,-1 1-1,0-1 0,0 0 0,1 1 1,-1 0-1,0-1 0,1 1 1,-1 0-1,1 0 0,-1 0 0,1 0 1,-1 0-1,1 0 0,-1 0 1,1 1-1,0-1 0,0 0 0,0 1 1,0-1-1,0 1 0,0-1 0,0 1 1,0 0-1,1-1 0,-1 1 1,0 0-1,1 0 0,0-1 0,-1 3 1,2-3-3797,1-1-4781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2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1958 117 2417,'0'0'1369,"0"0"-185,0 0-74,0 0 157,0 0-205,0 0-179,-40-13 1769,-335-17-2385,72 8 66,202 17-220,73 5-2,-1-1 0,-46-9 0,5-3-14,-1 3-1,-84-2 1,-147 12-108,126 3 52,3-3 4,173 0 9,0 0 93,0 0 221,0 0 115,-58 0 434,57-2-2232,6 1-987,1 1-1289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2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 4722,'0'0'1361,"0"0"-289,0 0-101,0 0 267,0 0-224,0 0-344,0 0-230,0-4-3,0-6 1048,0 11-631,-3 30-443,0 49-615,3-79 206,0 0 1,0 1 0,0-1-1,0 0 1,0 0 0,0 1-1,0-1 1,0 0 0,0 1-1,1-1 1,-1 0 0,1 0-1,-1 1 1,1-1 0,-1 0-1,1 0 1,-1 0 0,1 0-1,0 0 1,0 0 0,0 0-1,0 0 1,-1 0 0,1 0-1,0 0 1,1 0 0,-1-1-1,0 1 1,0 0 0,2 0-1,2 0 16,-1-1 0,1 0-1,-1 0 1,1 0 0,-1 0 0,1-1-1,6-2 1,24-1 30,-24 4-360,31 0-2144,-36 0 663,-23 0-140,11 0-4411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28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2385,'0'0'1323,"0"0"-517,0 0 323,0 0-134,-1 29 200,-2 9-749,0 3 250,1 2 0,6 49 0,-4-86-609,1 0 0,1 0 0,-1 0 0,1 0 0,0 0 0,0-1 0,0 1 0,1 0 0,0-1 0,0 0 0,1 0 0,-1 0 0,1 0 0,7 6 0,-10-10 70,-1-1 70,0 0-5,-2-26 84,-5 4-1954,7 18-2341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2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3586,'0'0'1832,"0"0"-1253,0 0-261,0 0 336,0 0 229,-5 13 467,1 22-3,1 58 0,3-93-1336,-1 1 0,1 0 0,0 0 1,0 0-1,0 0 0,0 0 0,0 0 0,0-1 0,0 1 0,0 0 0,0 0 1,1 0-1,-1 0 0,0 0 0,0 0 0,1-1 0,-1 1 0,1 0 0,-1 0 0,1-1 1,-1 1-1,1 0 0,-1 0 0,1-1 0,-1 1 0,1-1 0,0 1 0,0-1 1,-1 1-1,1-1 0,0 1 0,0-1 0,-1 1 0,1-1 0,0 0 0,0 0 0,0 1 1,0-1-1,0 0 0,-1 0 0,1 0 0,0 0 0,0 0 0,0 0 0,0 0 1,0 0-1,0 0 0,0-1 0,-1 1 0,1 0 0,1-1 0,10 1 115,237 0 283,-142 0-4827,-107 0 149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2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7043,'0'0'993,"0"0"-452,0 0-29,0 0 361,0 0 7,0 0-226,-9 29-187,-25 92 80,30-104-358,1 0 0,1 1 0,0-1 1,1 1-1,1-1 0,2 20 0,0 9 141,-2-41-298,0 1 0,0-1 1,0 1-1,1 0 0,0-1 0,0 0 1,0 1-1,1-1 0,0 0 0,4 10 1,-5-13-39,-1-2-111,0 0-793,0 0-1787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31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304 143 2721,'0'0'947,"0"0"-176,0 0 571,0 0-352,0 0-342,0 0-74,-7-13 200,3 6-688,-2-6 63,-1-1-1,-1 2 1,0-1 0,0 1-1,-1 0 1,-1 1-1,-17-16 1,27 26-63,-1 0 0,1 1 0,-1-1 0,0 0 0,1 1 0,-1-1-1,0 1 1,0-1 0,0 1 0,1 0 0,-1-1 0,0 1 0,0 0 0,0-1 0,0 1 0,0 0 0,0 0 0,1 0 0,-1 0 0,0 0 0,0 0-1,0 0 1,0 0 0,0 0 0,0 0 0,0 1 0,0-1 0,1 0 0,-1 1 0,0-1 0,0 0 0,0 1 0,1-1 0,-1 1 0,0-1 0,0 1-1,1 0 1,-1-1 0,1 1 0,-1 0 0,0-1 0,1 1 0,-1 0 0,1 0 0,-1-1 0,1 1 0,0 0 0,-1 0 0,1 0 0,0 0 0,0 0-1,0 0 1,-1-1 0,1 1 0,0 0 0,0 0 0,0 0 0,1 1 0,-3 12-80,1 0-1,0 0 1,2 15-1,-1-15 546,-1 22-263,0-17-141,1 1 0,3 26 0,-2-41-142,0 0-1,0 0 1,0 0 0,1 0 0,-1-1-1,1 1 1,0 0 0,1-1-1,-1 0 1,1 1 0,0-1 0,0 0-1,0 0 1,4 3 0,-7-7 13,0 1 0,1-1 0,-1 0 0,0 1 1,0-1-1,1 0 0,-1 0 0,0 1 0,0-1 0,1 0 0,-1 0 1,0 0-1,1 1 0,-1-1 0,0 0 0,1 0 0,-1 0 0,0 0 0,1 0 1,-1 0-1,0 0 0,1 0 0,-1 0 0,1 0 0,-1 0 0,0 0 1,1 0-1,-1 0 0,0 0 0,1 0 0,-1 0 0,0 0 0,1 0 1,-1-1-1,0 1 0,1 0 0,-1 0 0,0 0 0,1-1 0,5-17 260,-6-37-204,-1 43 52,1 4-99,0 0 0,-1 0 0,0 1 0,-1-1 0,0 0 0,0 1 0,0 0 0,-1-1 0,-7-12 0,8 17-31,0 0-1,0-1 1,0 1 0,0 0-1,-1 1 1,1-1 0,-1 0 0,0 1-1,0-1 1,0 1 0,0 0-1,0 0 1,-1 0 0,1 1-1,-1-1 1,1 1 0,-1 0-1,1 0 1,-1 0 0,0 0-1,0 0 1,-6 1 0,9 0-1,1 0-1,-1 1 1,0-1 0,0 0-1,0 1 1,0-1 0,1 1-1,-1-1 1,0 1 0,0 0-1,1-1 1,-1 1 0,0 0 0,1-1-1,-1 1 1,1 0 0,-1 0-1,1 0 1,-1-1 0,1 1-1,0 0 1,-1 0 0,1 0-1,0 0 1,0 0 0,-1 0 0,1 0-1,0 0 1,0 0 0,0-1-1,0 3 1,1 40-37,-1-30 11,1-11 29,-1 0 0,1 0 1,-1 0-1,1 0 0,-1-1 0,1 1 0,0 0 1,0 0-1,0-1 0,0 1 0,0 0 0,1-1 1,-1 1-1,0-1 0,1 0 0,-1 1 1,1-1-1,-1 0 0,1 0 0,0 0 0,0 0 1,-1 0-1,1 0 0,0-1 0,0 1 0,0 0 1,0-1-1,0 0 0,0 1 0,0-1 0,3 0 1,12 2 101,0-1 0,30-1 1,-29-1 26,-17 1-116,1 0 0,-1-1 0,0 1 0,1 0 0,-1-1 0,0 0 0,0 1-1,1-1 1,-1 0 0,0 1 0,0-1 0,0 0 0,0 0 0,0 0 0,0 0 0,0 0 0,0 0 0,0 0 0,-1-1 0,1 1 0,0 0 0,-1 0 0,1-1 0,-1 1 0,1 0-1,-1 0 1,0-1 0,1 1 0,-1-1 0,0 1 0,0 0 0,0-1 0,0 1 0,0-1 0,0 1 0,-1 0 0,1-1 0,0 1 0,-2-3 0,2 0-11,-1 0-1,1 0 1,-1 0 0,0 0 0,-1 1-1,1-1 1,-1 0 0,1 0 0,-1 1 0,0-1-1,-1 1 1,1-1 0,-4-3 0,-4 2-7,-1-1 0,0 2 0,0-1 0,0 1 0,0 1 0,0 0 0,-1 1 0,0 0 0,1 1 0,-1 0 0,0 1 0,-19 1 0,22-1-17,6 0 22,0 0 0,0 1 0,0-1-1,0 1 1,0-1 0,-1 1 0,1 0 0,0 0-1,1 1 1,-1-1 0,0 0 0,0 1 0,1 0-1,-1 0 1,0-1 0,1 1 0,0 1 0,-1-1 0,1 0-1,0 1 1,0-1 0,1 1 0,-1-1 0,0 1-1,1 0 1,0 0 0,-1 0 0,1 0 0,-1 6 0,-1 4-13,0 1 0,1 0 0,1 1 0,0-1 0,2 18 0,-1-26 25,0-1 1,1 0-1,0 0 0,0 0 0,0 0 0,1 0 0,-1 0 0,1 0 1,0-1-1,1 1 0,-1-1 0,1 1 0,0-1 0,0 0 0,0 0 1,1 0-1,-1 0 0,1-1 0,0 1 0,0-1 0,0 0 0,0 0 1,1-1-1,-1 1 0,1-1 0,0 0 0,0 0 0,0-1 0,5 2 1,10 2 51,0-2 0,1 0 0,-1-1 0,1-1 1,40-3-1,-53 1-49,0 1 0,0-2 0,0 1 0,-1-1 0,1 0 0,0-1 0,-1 0 0,1 0 0,-1-1 1,0 0-1,0 0 0,0 0 0,-1-1 0,1 0 0,-1-1 0,0 1 0,-1-1 0,0 0 0,8-11 0,-7 8 12,-1-1 1,0 0-1,-1 1 0,0-1 0,-1-1 1,0 1-1,0-1 0,-1 1 1,0-1-1,-1 0 0,0 1 0,-1-1 1,0 0-1,-3-14 0,2 22-14,0-1-1,0 1 1,0-1-1,0 1 1,-1 0 0,0-1-1,1 1 1,-1 0-1,0 0 1,-1 0-1,1 0 1,-1 1-1,1-1 1,-1 1-1,0-1 1,0 1-1,0 0 1,0 0 0,0 0-1,0 0 1,0 1-1,-1-1 1,1 1-1,-1 0 1,1 0-1,-8-1 1,-9-1 111,0 0 0,0 1-1,-31 1 1,45 1-91,-2 0-29,1 0 1,-1 1-1,1 0 0,-1 0 0,0 0 0,1 1 0,0 1 1,0-1-1,-1 1 0,2 0 0,-1 1 0,-7 4 0,10-5-5,0 0 1,0 1-1,0-1 0,1 1 0,0 0 0,0 0 0,0 0 0,0 0 1,0 0-1,1 1 0,0-1 0,0 1 0,0 0 0,1-1 0,-1 1 0,1 0 1,0 0-1,1 0 0,-1 8 0,0-8-1,1 0 0,0 1 0,0-1 1,0 1-1,1-1 0,0 0 0,0 0 0,0 1 0,1-1 0,0 0 1,2 5-1,-2-7 9,1 0 0,-1 0 1,1 0-1,0 0 1,0 0-1,0-1 0,1 1 1,-1-1-1,0 0 1,1 0-1,-1 0 0,1 0 1,0-1-1,0 0 1,6 2-1,6 1 15,0-1-1,0 0 1,1-1 0,-1-1-1,0-1 1,1 0 0,29-4-1,-45 3-13,-1 0 0,1 0-1,0 0 1,0 0-1,0 0 1,-1 0 0,1 0-1,0 0 1,-1 0-1,1 0 1,-1 0 0,0 0-1,1-1 1,-1 1-1,0 0 1,0 0 0,1-1-1,-1 1 1,0 0 0,0 0-1,0 0 1,-1-1-1,1 0 1,-5-32-13,0 27-14,-1 0-1,0 0 1,-1 0-1,0 1 0,0 0 1,0 0-1,0 1 0,-1-1 1,0 2-1,0-1 1,0 1-1,-1 1 0,0-1 1,1 1-1,-1 1 0,0 0 1,0 0-1,-17-1 1,25 3-62,0 0 1,0 0-1,-1 0 0,1 0 1,0 0-1,0 1 1,-1-1-1,1 0 1,0 1-1,0-1 1,-1 1-1,1-1 1,0 1-1,0 0 1,0-1-1,0 1 1,0 0-1,0 0 1,0-1-1,0 1 1,0 0-1,1 0 1,-1 0-1,0 0 1,0 0-1,1 1 1,-1-1-1,0 2 0,-16 20-3756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3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7555,'0'0'1847,"0"0"-700,0 0 35,0 0 218,26 3 156,203 27 1106,-203-27-2342,26 5 180,62 18 1,-105-23-388,-8-3-6269,-1 0-308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3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1521,'0'0'7248,"0"0"-5308,0 0-1759,0 0-61,0 0 387,0 0 142,-2 25-177,-8 189 707,10-213-1166,0 0-1,0 0 1,1-1 0,-1 1 0,0 0-1,0-1 1,1 1 0,-1 0 0,0-1-1,1 1 1,-1 0 0,1-1-1,-1 1 1,1 0 0,-1-1 0,1 1-1,-1-1 1,1 1 0,-1-1 0,1 0-1,0 1 1,-1-1 0,1 1 0,0-1-1,-1 0 1,1 0 0,0 1-1,1-1 1,32 4 251,-23-5-211,0 0 1,0 0-1,0-1 0,11-4 0,-2 1-42,0 0 1,0 2-1,0 0 1,1 1-1,-1 1 0,38 3 1,-24-1-57,43-4-1,-69 1-342,-6-4-3711,-2 4-180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32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11013,'0'0'944,"0"0"465,0 0 480,0 170 144,0-110-448,3-6-737,3 2-176,3-7-384,-3-8-47,3-6-177,-3-11-16,-6-5-32,3-8-32,-3-3 0,3-3-224,-3-5-673,0 0-2144,0 0-1553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3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1008,'0'0'3367,"0"0"-1867,0 0-559,0 0 79,0 0-79,0 0-314,0 86 3266,-1-70-3539,0 33 386,1-47-720,0 0 0,0-1 0,0 1 1,0 0-1,1 0 0,-1-1 0,0 1 0,1 0 1,-1-1-1,1 1 0,0-1 0,-1 1 0,1 0 0,0-1 1,0 1-1,0-1 0,0 0 0,0 1 0,0-1 1,2 2-1,-1-9 143,0 0 0,-1 0 0,0 1 0,0-1 0,-1 0 0,0 0 0,0 0 0,-1-8 0,1 10-51,0-103 8,0 198-230,0-51-3867,0-37-3168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34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6211,'0'0'1006,"0"0"-265,0 0 209,0 0 181,0 0 11,0 0-352,4 10-198,9 21-138,-1 1-1,-2 0 1,-1 1-1,-2 0 1,5 44-1,-11-65-321,0 0 0,1 0-1,1 0 1,0 0-1,7 14 1,-6-24-100,0 0 0,0-1 0,0 0 0,1 0-1,-1 0 1,0-1 0,1 1 0,-1-1 0,0 0 0,1 0 0,-1-1 0,6 0 0,7 1 9,200 2 250,-138-2-128,-78 0-115,-1 0-107,0 0-61,-28 0-1206,-73 0-4036,98 0 2502,3 0-219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35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5827,'0'0'1702,"0"0"-411,0 0 139,0 0-200,0 0-320,0 0-371,0 6-17,0-5-503,12 499 6592,-12-487-6474,-1-11-94,1 0 0,0 0 0,-1 0 0,1 0 0,0 0 0,0 0 0,1 0 1,-1 0-1,0 0 0,0 0 0,1 0 0,0 0 0,-1 0 0,1-1 0,0 1 0,0 0 1,1 2-1,-2-4 10,0 0-96,0 0-296,0 0-1179,0 0-3073,0 0-4010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4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61 10821,'0'0'1619,"0"0"-650,0 0-212,0 0 47,0 0-242,-1-4-102,-1 11-442,3 8 74,1-1 1,0 1-1,1-1 1,0 1-1,1-1 0,1 0 1,10 21-1,4 14 164,64 213 670,41 111-324,-100-313-581,3-2 1,3 0-1,2-2 1,43 56 0,-58-88-14,-8-10 19,2-1 0,0 0 1,14 14-1,-24-27-20,-1-1-1,0 1 1,1 0 0,-1 0-1,0-1 1,1 1 0,-1 0-1,0 0 1,0-1 0,0 1 0,1 0-1,-1-1 1,0 1 0,0 0-1,0-1 1,0 1 0,1-1-1,-1 1 1,0 0 0,0-1-1,0 1 1,0 0 0,0-1 0,0 1-1,0-1 1,0 1 0,0 0-1,0-1 1,0 1 0,0 0-1,-1-1 1,1 1 0,0-1-1,0 1 1,-1-1 0,1-2 27,0-1206 225,0 1203-261,-2 0 1,1 1-1,-1-1 1,1 1 0,-1 0-1,-1-1 1,1 1 0,-1 0-1,0 0 1,0 1 0,-1-1-1,1 1 1,-1-1 0,0 1-1,0 0 1,0 1 0,-7-6-1,11 9-30,-1 0-1,1 0 0,0 0 0,0-1 0,0 1 0,0 0 1,-1 0-1,1 0 0,0 0 0,0 0 0,-1 0 0,1 0 1,0 0-1,0 0 0,-1-1 0,1 1 0,0 0 0,0 0 0,0 0 1,-1 0-1,1 0 0,0 1 0,0-1 0,-1 0 0,1 0 1,0 0-1,0 0 0,-1 0 0,1 0 0,0 0 0,0 0 1,0 0-1,-1 1 0,1-1 0,0 0 0,0 0 0,0 0 0,-1 0 1,1 1-1,0-1 0,0 0 0,0 0 0,0 0 0,0 1 1,0-1-1,0 0 0,-1 0 0,1 0 0,0 1 0,0-1 1,0 0-1,0 0 0,0 1 0,0 16-3434,0-11 2171,0 12-2839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49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7107,'0'0'1865,"0"0"-574,0 0 9,0 0 84,0 0-213,0 0-432,22 2-184,51 2 158,116-9-1,-113-1-365,-34 3-79,0-1-1,76-19 1,-102 10-7882,-26 13-54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4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4194,'0'0'2884,"0"0"-2089,0 0-384,0 0 493,0 0 451,27 10-498,92 31-300,-91-33-158,1-2 0,-1 0 0,1-2-1,0-2 1,0 0 0,47-4-1,-11 1 691,-57 8 304,-7-4-5276,-1-3-1412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1585,'0'0'7803,"0"0"-5356,0 0-2092,0 0-190,0 0 40,0 0 385,0 27-24,-1 3-430,-7 144 485,-13 340 1978,28-514-8450,-2 0 2298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2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3426,'0'0'4226,"0"0"-2519,0 0-949,0 0-129,0 0-165,3 11 75,10 53 802,-3 1-1,2 113 0,-8-90-557,17 94 0,-12-117-1143,-9-64-561,0-1-895,0 0-951,0 0-1774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2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5202,'0'0'1284,"0"0"-295,0 0-79,0 0-168,0 0 213,0 0-131,31-7-125,8-1-493,153-23 840,-64 12 274,-64 9-533,115-5 0,-178 15-829,-1 0 7,0 0 8,0 0-13,0 0 48,0 0-11,0 0 22,0 0-11,0 0-416,0 0-1262,0 0-2060,0 0-3028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1020 46 6819,'0'0'1142,"0"0"147,0 0-300,0 0 377,0 0-389,-15-7-489,2 0-376,0 1-1,0 1 1,0 0 0,-1 1 0,1 1 0,-1 0-1,0 1 1,-25-2 0,28 5-14,-1 0-1,0 0 1,1 1 0,-1 0-1,1 1 1,-1 1 0,1-1 0,0 2-1,1 0 1,-20 11 0,15-5 20,0-1 0,1 2 0,0 0 0,1 1 1,1 0-1,-19 25 0,17-18-23,1 1 0,1 0 1,1 0-1,0 1 0,2 1 1,1 0-1,0 0 0,2 0 1,1 1-1,-5 47 0,10-69-89,-1 166 413,3-142-357,0 1-1,2-1 0,1-1 0,12 37 0,41 103 165,55 169 134,-83-230-99,21 137 0,-19 47 1287,-10 545 1,-22-819-1531,-1 0 1,0-1-1,-1 1 1,0-1-1,-2 1 1,1-1-1,-2 0 0,1 0 1,-2 0-1,0-1 1,0 0-1,-16 22 0,15-26 15,-1 0 0,1 0-1,-1-1 1,-1 0 0,1 0 0,-1-1-1,0 0 1,-1-1 0,1 0-1,-1 0 1,0-1 0,0-1-1,-1 1 1,1-2 0,-1 1-1,-18 1 1,-2-1 19,0-1 0,-1-1-1,1-1 1,0-2 0,0-2 0,0 0-1,0-2 1,1-2 0,-42-15 0,60 18-53,-20-6-2,1-2-1,0-1 1,1-1-1,1-2 1,-30-21-1,58 37-214,-1-1-1,1 1 1,-1 0-1,1-1 1,0 1-1,0-1 1,-1 1-1,1-1 1,0 1 0,0-1-1,0 0 1,1 0-1,-2-3 1,2 4 85,0 0 1,0 1 0,0-1 0,0 1 0,0-1-1,1 0 1,-1 1 0,0-1 0,0 1 0,1-1-1,-1 0 1,1 1 0,-1-1 0,0 1 0,1-1 0,-1 1-1,1 0 1,-1-1 0,1 1 0,-1-1 0,1 1-1,-1 0 1,1-1 0,0 1 0,-1 0 0,1 0-1,0-1 1,-1 1 0,1 0 0,-1 0 0,1 0-1,0 0 1,-1 0 0,1 0 0,0 0 0,-1 0 0,1 0-1,0 0 1,-1 0 0,2 1 0,21-1-5263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10229,'0'0'747,"0"0"-267,0 0 310,0 0 389,0 0-171,0 0-37,23 1-8,413 3 2034,-357-4-4529,-76 0-1306,-3 0-1687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 10917,'0'0'1630,"0"0"-557,0 0-145,0 0 403,0 0-285,0 0-1036,0 0-1,0-1 1,1 1 0,-1 0-1,0 0 1,1 0 0,-1 0-1,0 0 1,1 0-1,-1 0 1,0 0 0,1 0-1,-1 0 1,1 0 0,-1 0-1,0 0 1,1 0 0,-1 0-1,0 0 1,1 0 0,-1 0-1,0 0 1,1 0-1,-1 1 1,0-1 0,1 0-1,-1 0 1,0 0 0,0 1-1,1-1 1,-1 0 0,0 0-1,0 1 1,1-1-1,-1 0 1,0 1 0,0-1-1,0 0 1,0 1 0,1-1-1,-1 0 1,0 1 0,0-1-1,1 4 10,0-1 1,0 1-1,0-1 0,-1 1 0,0 0 1,1-1-1,-1 1 0,-1 0 0,1-1 0,0 1 1,-1-1-1,-1 6 0,-17 51 270,7-26-185,7-14-20,0 0 0,2 0 0,0 0-1,0 33 1,46-51 242,179-2 21,-128 0-4411,-92 0 887,-2 0-1879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10885,'0'0'1265,"0"0"-588,0 0-23,0 0 768,-5 32 509,1-7-1575,-21 195 1553,11 358 906,14-577-3397,0-24-6650,0-8-1297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5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7 5891,'0'0'1659,"0"0"-762,0 0 31,0 0 419,0 0-360,0-6-384,-3 40-127,0 1 0,-15 57-1,10-55 430,1 1-1,-3 67 1,12-104-856,0-1 1,0 1-1,0 0 1,0-1-1,0 0 1,0 1-1,0-1 1,1 0-1,-1 0 1,0 0-1,2-1 1,-2 1 12,349 19 824,-335-17-802,-14-1-8847,-12-1 2745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2:56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33 4930,'0'0'1774,"0"0"-408,0 0-328,0 0 280,0 0 326,0-8-569,0-17-639,0 32-76,0 56 164,-15 455 4561,15-374-4236,0-179-3827,0 19-757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0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191 270 2017,'0'0'491,"0"0"-184,0 0-155,23-25 229,68-76 590,-86 96-758,0-1-1,-1 1 0,1-1 0,-1 0 1,-1-1-1,1 1 0,4-13 0,-7 16 83,0-1-1,-1 1 1,1-1-1,-1 0 0,0 1 1,0-1-1,0 1 0,-1-1 1,0-4-1,-2-17 3746,3 24-3964,0 0 1,-1 0 0,1 0-1,-1 0 1,1 0-1,-1 0 1,1 0 0,-1 0-1,0 0 1,1 0 0,-1 1-1,0-1 1,0 0-1,0 1 1,0-1 0,1 0-1,-1 1 1,0-1 0,0 1-1,0 0 1,0-1 0,0 1-1,0 0 1,0-1-1,0 1 1,0 0 0,0 0-1,-1 0 1,1 0 0,-1 0-1,-36 0 489,33 1-547,1 0 1,0 0-1,0 1 1,0 0-1,0-1 1,0 1 0,0 1-1,1-1 1,-1 0-1,1 1 1,-1 0-1,1 0 1,0 0-1,0 0 1,-3 4 0,-37 61 27,31-47 8,-14 28 121,2 2-1,3 0 0,2 2 1,2 0-1,2 1 1,3 0-1,2 1 1,2 1-1,3-1 1,3 1-1,1 0 0,9 60 1,-6-97-134,1 0 1,1 0-1,1-1 1,1 1-1,0-1 1,1-1-1,1 1 1,0-1-1,2-1 1,0 1-1,1-2 1,14 18-1,-5-11 74,1-1 1,1 0-1,1-2 0,1-1 1,0-1-1,1-1 1,28 13-1,-42-23-98,5 1-798,1-6-2865,-6-1-135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0 642 4386,'0'0'2529,"0"0"-1704,0 0-497,0 0 389,4 25 524,50 357 2603,-48-332-3380,-1-4-81,13 47-1,-16-81-351,1-1 1,1 0-1,0 0 0,1 0 1,0-1-1,1 1 0,0-1 1,0-1-1,11 14 0,-15-21-5,1 1-1,-1-1 1,1 0 0,-1 1-1,1-1 1,0-1-1,-1 1 1,1 0-1,0-1 1,0 1-1,1-1 1,-1 0-1,0 0 1,0 0-1,0 0 1,1-1-1,-1 1 1,1-1 0,-1 0-1,4 0 1,-6-1-11,0 0 1,0 0-1,0 0 1,-1 0-1,1 0 0,0 0 1,0 0-1,-1 0 1,1 0-1,0-1 1,-1 1-1,1 0 1,-1 0-1,1-1 1,-1 1-1,0 0 1,0-1-1,1-1 1,4-34 27,-4 27-50,73-523-2530,-65 452 2619,-4 0 0,-7-111 0,-19 68 225,16 61 15,5 55 153,-1 8-457,1-1 0,0 1 0,0 0 1,0-1-1,0 1 0,0-1 0,0 1 0,0 0 0,0-1 0,0 1 1,0-1-1,0 1 0,0 0 0,0-1 0,0 1 0,0-1 0,0 1 1,0 0-1,1-1 0,-1 1 0,0 0 0,0-1 0,0 1 0,1 0 1,-1-1-1,0 1 0,1 0 0,-1-1 0,0 1 0,1 0 0,26 2 47,32 6 74,1-2 0,70-3-1,-71-2-148,89 13-1,-70-7 85,0-3 0,112-9-1,342-38 53,-209 25-108,-105 11-7,-181 3-14,-1-2 0,45-13 0,41-8 2,162-24 33,-270 48-5,0 0 0,-1-1 1,0-1-1,22-9 0,-21 7 0,1 1 1,0 1-1,21-5 0,5 4-18,-25 4-4,1 0 1,-1-1-1,-1-1 0,23-8 0,-38 12-2,1 0 1,0 1 0,-1-1 0,1 0 0,-1 0-1,1 1 1,-1-1 0,1 0 0,-1 1-1,1-1 1,-1 0 0,1 1 0,-1-1-1,0 1 1,1-1 0,-1 1 0,0-1 0,1 1-1,-1-1 1,0 1 0,1-1 0,-1 1-1,0-1 1,0 1 0,0-1 0,0 1 0,0 0-1,1-1 1,-1 1 0,0-1 0,0 1-1,0-1 1,-1 2 0,6 31 221,-4-23-157,6 32 90,22 179 1039,-17-171-276,-12-50-766,0 0-78,0 0 67,0 0-80,0 0 21,0 0-7,0-11-326,0 6-185,0-16-1508,-5 7-2470,-8 0-5879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5491,'0'0'1211,"0"0"-411,0 0-37,0 0 363,0 0 69,0 0-493,0 0-251,0 0-59,0 0 32,3-1-18,5-4-329,0 0 1,1 1-1,-1 0 1,1 0 0,0 1-1,0 0 1,1 1-1,-1 0 1,1 0 0,-1 1-1,19 0 1,-26 2-82,0 0 0,0-1 0,0 1 1,0 1-1,0-1 0,0 0 0,0 0 0,-1 1 1,1-1-1,-1 1 0,1-1 0,-1 1 0,1 0 1,-1-1-1,0 1 0,0 0 0,0 0 0,0 0 1,0 0-1,0 0 0,0 0 0,-1 0 0,1 0 1,-1 0-1,0 1 0,1-1 0,-1 3 1,4 70-58,-4-70 70,1 31 60,0-11-43,-1 0 0,-1 1 0,-6 30 0,6-50-16,-1 1 1,0-1-1,0 1 0,0-1 0,0 0 0,-1 0 0,0 0 0,-1-1 0,1 1 0,-1-1 0,0 0 1,0 1-1,-1-2 0,1 1 0,-1-1 0,0 1 0,-9 4 0,13-8-5,0 0 1,0 0-1,0 0 1,0 0-1,0-1 0,-1 1 1,1 0-1,0-1 0,-1 1 1,1-1-1,0 1 0,-1-1 1,1 0-1,0 0 0,-1 1 1,1-1-1,-1 0 0,1 0 1,0 0-1,-1-1 1,1 1-1,-1 0 0,1 0 1,0-1-1,-1 1 0,1-1 1,0 1-1,-1-1 0,1 0 1,0 1-1,0-1 0,0 0 1,0 0-1,0 0 0,0 0 1,0 0-1,0 0 1,0 0-1,-1-2 0,-1-2 15,1 0-1,0-1 0,1 1 1,-1 0-1,1-1 1,0 1-1,1-1 0,-1 1 1,1-9-1,12 13 77,2 1-20,1 1-1,0 0 1,-1 1-1,1 0 1,-1 2-1,22 7 1,-18-6-115,1 1 0,-1-2 0,38 4 0,-8-6-2978,-39-2-656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5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8756,'0'0'867,"0"0"-176,0 0 248,0 0 187,0 0-126,30 0-453,212 0 1110,-465 0-1305,221 0-355,0 0 0,0 0 0,-1 0 0,1 1-1,0-1 1,0 1 0,0 0 0,0-1 0,0 1 0,0 0-1,0 0 1,0 0 0,0 0 0,0 1 0,0-1 0,1 0-1,-1 1 1,1-1 0,-1 1 0,1 0 0,-1-1 0,1 1-1,0 0 1,0 0 0,0 0 0,0 0 0,0 0 0,0 0-1,0 0 1,1 0 0,-1 0 0,1 0 0,0 1 0,-1 1-1,1-1 8,0 0-1,0 0 1,0 0-1,0 0 1,0 0-1,1-1 0,-1 1 1,1 0-1,0 0 1,0 0-1,0-1 1,0 1-1,0 0 1,1-1-1,-1 1 0,1-1 1,-1 0-1,1 1 1,0-1-1,0 0 1,0 0-1,0 0 1,1 0-1,-1-1 0,3 3 1,5-1 67,0 0 0,1 0 0,-1-1-1,0 0 1,1-1 0,0 0 0,-1-1 0,21-1 0,23 1-240,-50 1 157,-1-1-1,1 1 0,-1 0 0,1 0 0,-1 0 0,0 1 0,1-1 0,-1 1 1,0 0-1,0 0 0,0 0 0,0 0 0,-1 0 0,1 1 0,0-1 0,-1 1 0,0-1 1,0 1-1,1 0 0,-2 0 0,1 0 0,0 1 0,1 3 0,0 0-16,0 1 0,-1-1 0,0 1 0,0 0 0,0 0 0,-1 0 0,0 0-1,-1 0 1,-1 12 0,1-18 31,-1 0 0,1 0 1,-1 0-1,0 0 0,0 0 0,0 0 0,0 0 0,-1 0 0,1-1 0,0 1 0,-1 0 0,1-1 0,-1 1 1,1-1-1,-1 1 0,0-1 0,0 0 0,0 0 0,0 0 0,0 0 0,-3 1 0,-54 17-1,43-15-2,-7 2 52,0-1 0,-1-2 0,1 0 0,-30-1 1,53-2-20,0-14-112,0 11-98,0 1 0,1-1 0,-1 1-1,1 0 1,-1-1 0,1 1 0,0 0 0,0-1 0,0 1 0,0 0 0,1 0 0,-1 0 0,0 0 0,1 0 0,0 0 0,-1 1 0,1-1 0,0 0 0,0 1 0,0-1 0,0 1 0,2-2-1,11-5-5455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4530,'0'0'3610,"0"0"-2218,0 0-677,0 0 550,0 0 160,7 3-494,8 5-504,1-2 0,0 0 1,1-1-1,-1-1 1,1 0-1,32 2 0,34-1-536,-4-4-4377,-79-1-847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4 8676,'0'0'1486,"0"0"-987,0 0-280,0 0 200,0 0 330,0 0-742,0 0-1,0 0 0,0 0 1,0 0-1,0-1 0,0 1 1,0 0-1,1 0 0,-1 0 1,0 0-1,0-1 0,0 1 1,0 0-1,0 0 0,0 0 1,0 0-1,0 0 0,1 0 1,-1-1-1,0 1 0,0 0 1,0 0-1,0 0 1,0 0-1,1 0 0,-1 0 1,0 0-1,0 0 0,0 0 1,0 0-1,1 0 0,-1 0 1,0 0-1,0 0 0,0 0 1,0 0-1,1 0 0,-1 0 1,0 0-1,0 0 0,0 0 1,1 0-1,-1 0 0,0 0 1,0 0-1,0 0 1,0 0-1,0 0 0,1 0 1,-1 1-1,0-1 0,0 0 1,0 0-1,0 0 0,0 0 1,0 0-1,1 1 0,-1 3 9,1 0 0,-1 0 0,0 0 0,0 0 0,0 0 0,-1 0 0,1 0 0,-1 0 0,0 0 0,0 0 0,0 0 0,-1-1 0,0 1 0,-3 6 0,-36 62 612,33-59-457,-17 25 213,-1-1-1,-2-2 1,-2-1-1,-62 57 1,92-91-417,-1 1 1,0 0-1,1-1 1,-1 1-1,0 0 1,0-1-1,0 1 0,0-1 1,0 0-1,1 1 1,-1-1-1,0 0 1,0 1-1,0-1 0,0 0 1,0 0-1,0 0 1,0 0-1,0 0 0,0 0 1,0 0-1,0 0 1,0 0-1,0 0 1,0-1-1,0 1 0,0 0 1,-1-1-1,1 0-279,0 1-1,0-1 0,0 0 0,1 0 1,-1 0-1,0 1 0,0-1 0,1 0 1,-1 0-1,0 0 0,1 0 1,-1 0-1,1 0 0,-1-1 0,1 1 1,0 0-1,-1 0 0,1 0 1,0 0-1,0 0 0,0-3 0,0-9-5352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6611,'0'0'1390,"0"0"-686,0 0 62,0 0 504,0 0 43,22 18-161,74 62-333,-73-58-231,-1 1-1,-1 1 1,34 50 0,-38-48-40,38 41 0,-45-56-642,-9-9 19,1 1 0,0-1 1,0 0-1,0 1 0,0-1 0,0 0 0,0 0 1,1 0-1,-1-1 0,1 1 0,-1-1 0,1 1 1,0-1-1,-1 0 0,1 0 0,0 0 1,0 0-1,0 0 0,0-1 0,0 1 0,0-1 1,4 0-1,-1-5-2817,-1-11-2319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 7828,'0'0'197,"0"0"339,0 0 796,0 0 74,0 0-550,0 0-485,-9-6 13,23 4-204,-1 1 0,1 1 0,27 3 0,-29 1-91,0 1-1,0 1 1,-1 0 0,1 0-1,16 13 1,9 6 60,-35-25-135,-1 1 0,1 0 0,-1 0 0,0 0 0,1 0 0,-1 0 0,0 0 0,0 0 1,1 0-1,-1 1 0,0-1 0,0 0 0,0 1 0,0-1 0,-1 1 0,1-1 0,0 1 1,-1-1-1,1 1 0,-1-1 0,1 1 0,-1 0 0,0-1 0,0 1 0,1 0 0,-1-1 1,0 1-1,-1 0 0,1-1 0,0 1 0,0 0 0,-2 2 0,-1 4 110,-1 0 0,0 0 0,0 0 0,-1-1 0,-8 10 1,-9 17 265,17-24-291,1 0 0,0 1 0,1-1 0,1 1 0,-1 0 0,2 0 0,-1 0 0,1 21 0,2-31-79,0-1 0,0 1 0,0 0 0,0 0-1,0 0 1,0-1 0,0 1 0,1-1 0,-1 1 0,0-1-1,0 1 1,0-1 0,0 0 0,1 1 0,-1-1 0,0 0-1,0 0 1,1 0 0,-1 0 0,3 0 0,32 1 194,-33-1-191,50 0 129,25 0 227,-26 0-2908,-51 0-1852,-1 0-5255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5571,'0'0'2062,"0"0"-984,0 0-283,0 0-3,0 0-144,0 12 17,1 1-497,1 0-1,0 1 1,0-1 0,2-1 0,0 1 0,0 0 0,1-1-1,7 12 1,64 109 1006,-23-43-606,-15-19 94,-3 1-1,28 87 1,-49-116-409,-2 1 0,-2 0 0,-2 0 0,-2 1 0,0 62 0,-12 41 326,4-129-518,-2 1 1,0-1 0,-1-1 0,-1 1 0,-12 26-1,0-10-15,-2-1 0,-1 0 0,-2-2 0,-1 0 0,-2-2 0,0-1 0,-2-1 0,-1-1 0,-48 33-1,68-55-1497,16-17-2333,11-13-1772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7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6067,'0'0'288,"0"0"-29,0 0 701,0 0 489,0 0-235,9-1-294,86-9 645,110 2 0,-203 8-1565,0 0 0,0 0 1,0 0-1,0 0 0,0 0 1,0 0-1,0 1 0,0-1 1,0 1-1,0-1 0,0 1 1,0 0-1,-1 0 0,1-1 1,0 2-1,0-1 0,-1 0 1,1 0-1,0 0 1,-1 1-1,1-1 0,-1 1 1,0-1-1,0 1 0,1 0 1,-1-1-1,0 1 0,0 0 1,1 2-1,-1 4 3,1 0 0,-1 0 0,-1 0 0,1 0 0,-1 0 0,-2 12 1,1-14 30,-1 1 1,0-1 0,0 0-1,0 0 1,-1 0 0,0 0-1,0 0 1,-1-1 0,1 1-1,-1-1 1,0 0 0,-1 0-1,1 0 1,-1-1 0,-10 8-1,10-8-1,-1 0 0,1 0 0,0 1-1,1 0 1,-1 0 0,1 0 0,0 1-1,0-1 1,0 1 0,1 0 0,0 0 0,0 0-1,1 1 1,-1-1 0,1 0 0,1 1-1,-2 11 1,3-15 14,0 0 0,1 0 0,-1 0 0,1 0 0,0 0 0,0 0 0,0 0 0,1-1 0,-1 1-1,1-1 1,-1 1 0,1-1 0,0 1 0,0-1 0,0 0 0,0 0 0,0 0 0,0 0 0,1 0 0,-1 0 0,1 0 0,-1-1 0,1 0 0,0 1 0,-1-1 0,1 0-1,0 0 1,0-1 0,0 1 0,0 0 0,4-1 0,15 4 246,0-2-1,0-1 0,29-1 1,-27 0-92,38 1 185,64-3 653,-126 2-1006,1 0 0,0 0 0,0-1 0,0 1 0,-1 0 0,1-1 0,0 1 0,-1 0 0,1-1 0,0 1 0,-1-1 0,1 1 0,0-1 0,-1 0 0,1 1 0,-1-1 0,1 0 0,-1 1 0,1-1 0,-1 0 0,0 1 0,1-2 0,-1-2-6258,0 4-2708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09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0 272,'0'0'3983,"0"0"-2833,0 0-691,0 0 221,0 0 305,0 0-99,6 6-59,2 0-617,-1-1 1,2 0 0,-1 0 0,0-1 0,1 0 0,0 0-1,0-1 1,0 0 0,0-1 0,14 3 0,113 7 1618,-26-3-772,-77-2-790,23 2-89,-177-8 147,-315-15-268,408 14-60,23 0 5,-1 0 1,1 0-1,-1 0 0,1-1 1,0 0-1,-1 0 0,-6-2 1,11 1-9,6 2-20,155 13 162,-18 1 139,200-11 848,-339-3-1059,-3 0 24,-4 0 160,-370 5-827,374-5-1169,0 0-1128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1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85 6995,'0'0'1126,"0"0"67,0 0 178,0 0-59,0 0-354,0 0-328,-15-9-171,-46-28-110,57 34-299,0 1 1,0 0-1,0 1 0,0-1 0,-1 1 0,1-1 1,-1 1-1,1 1 0,-1-1 0,1 1 1,-1 0-1,1 0 0,-1 0 0,-7 1 0,-17-2 118,54 9-32,1-1 1,0-1-1,1-2 1,39 3-1,116-7 560,-8 1 76,-158 2-702,-26 1 71,-26 0 38,28-3-164,-95 5 29,-157-9 1,228-2-4,-50-14 0,53 11 31,-59-7 0,291 10 1460,160-11-316,-360 16-1234,-3 0-30,-84-2-30,26 0-430,-68 7 0,89 3 52,36-8 282,-1 1 0,1-1-1,0 0 1,0 1 0,-1-1 0,1 1 0,0-1 0,0 1 0,0 0-1,0-1 1,0 1 0,0 0 0,0 0 0,0 0 0,0 0 0,0 0-1,0 0 1,0 0 0,1 0 0,-1 0 0,0 0 0,1 0 0,-1 1-1,1-1 1,-1 1 0,1 2-3761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12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3 4914,'0'0'2631,"0"0"-1295,0 0-386,0 0 211,0 0-46,0 0-229,-52-3 965,-398 14 345,450 18-2023,-4 21-61,-7 174 435,13-69-280,-4 169-72,-21-119-139,12-131 791,-3 107 0,14 403-204,0-583-641,0-1 1,1 1-1,-1 0 0,0 0 1,0 0-1,1 0 1,-1 0-1,0-1 1,1 1-1,-1 0 0,0 0 1,1-1-1,-1 1 1,1 0-1,0 0 1,-1-1-1,1 1 0,0-1 1,-1 1-1,1 0 1,0-1-1,-1 0 0,1 1 1,0-1-1,0 1 1,1-1-1,31 7 277,36-12 124,41-4-373,171 7 0,-134 4-3401,-147-3-1394,0-4-5031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1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2929,'0'0'798,"0"0"-334,0 0 193,0 0 164,0 0-276,0 0-169,-11 16 1759,9-8 4112,194-24-5951,-190 16-300,-1 0-1,1 1 0,-1-1 1,0 0-1,1 1 0,-1-1 1,0 1-1,1 0 0,-1-1 1,0 1-1,0 0 0,1 0 1,-1 0-1,0 0 0,0 0 1,0 0-1,0 0 0,0 0 1,-1 0-1,1 0 0,0 0 1,0 1-1,-1-1 0,1 0 0,-1 1 1,1-1-1,-1 0 0,1 1 1,-1-1-1,0 1 0,0-1 1,0 2-1,2 57-33,-3-44 60,2-7-11,-1-1 1,-1 1 0,1 0 0,-2-1 0,1 1 0,-1-1-1,0 1 1,-1-1 0,0 0 0,0 0 0,-1 0 0,0 0-1,0-1 1,-1 0 0,0 1 0,0-2 0,-1 1 0,0-1-1,0 1 1,0-2 0,-1 1 0,-8 5 0,-21 11 214,35-21-183,1-1 67,0 0 71,0 0 40,0 0 36,0 0-113,0-2-131,0 0 0,-1 0 1,1 0-1,0 0 0,1 0 1,-1 0-1,0 0 0,0 0 1,1 0-1,-1 0 0,2-3 1,2 3-15,1 0 0,-1 0 1,0 1-1,1 0 0,-1 0 0,1 0 1,-1 1-1,1-1 0,-1 1 1,1 0-1,0 0 0,8 2 0,6-1 0,2-2-11,0 1 0,-1 1 0,1 0-1,0 2 1,0 1 0,-1 0 0,0 2 0,29 11 0,-31-9-29,0 1 0,-1 0 0,0 1 1,-1 1-1,0 1 0,-1 0 0,19 20 1,-28-25-5,-1 0 1,0 0-1,0 0 1,-1 0-1,1 1 1,-2 0-1,1 0 1,-1 0-1,0 0 1,-1 0-1,0 1 1,0-1-1,-1 1 1,0-1-1,0 1 1,-1 0-1,0-1 1,-3 18-1,2-21 49,-1-1 0,0 1-1,-1 0 1,1-1-1,-1 1 1,0-1-1,0 0 1,0 0 0,0 0-1,-1 0 1,0-1-1,1 1 1,-1-1-1,-1 0 1,1 0 0,-8 4-1,-10 4 25,1 0 0,-26 9-1,20-11 54,0-2-1,-1-1 1,1-1-1,-1-1 1,0-2-1,-51-2 0,75 0-50,0-1-1,0 1 0,0-1 0,1-1 1,-1 1-1,0 0 0,1-1 0,-1 0 1,1 0-1,-1 0 0,1 0 0,0 0 1,0-1-1,0 0 0,0 1 0,0-1 1,-3-6-1,-8-8 134,1-2 0,-10-20 1,0 2 129,22 35-283,-1-1-12,0 0 0,0 0 0,0 0 0,0 0-1,0 0 1,-1 1 0,1-1 0,-1 1 0,0 0-1,0 0 1,0 0 0,-6-4 0,11 17-2877,5-5-840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1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 3778,'0'0'1243,"0"0"-357,0 0 346,0 0 110,0 0-312,0 0-288,-9-8 3300,12 7-3995,0-1 1,1 1-1,-1 0 1,0 0-1,1 1 1,-1-1-1,1 1 1,-1-1-1,1 1 1,4 0-1,-3 0 39,13-2-82,-1 0 0,0 1 0,0 0 0,1 2 0,22 2 0,-39-2-9,0-1 0,0 1 0,0 0 0,0 0 0,0-1 0,0 1 0,0 0 1,0 0-1,0 0 0,-1 0 0,1 0 0,0 0 0,0 0 0,-1 0 0,1 0 0,-1 0 0,1 1 0,-1-1 1,1 0-1,-1 0 0,0 0 0,0 1 0,0-1 0,1 2 0,0 35-127,-1-30 141,0 15 6,1-14-10,0 0 1,-1 1-1,0-1 1,-1 0-1,0 1 1,0-1-1,-1 0 0,0 0 1,-1 0-1,0 0 1,0-1-1,-1 1 1,-6 9-1,-4 2 30,-102 132 114,110-146-115,6-11 99,2-12-158,-2-73-74,0 89 96,1 0 0,-1 0 0,0 1 0,1-1 1,-1 0-1,1 1 0,-1-1 0,1 0 0,-1 1 0,1-1 1,-1 1-1,1-1 0,-1 1 0,1-1 0,0 1 0,0 0 0,-1-1 1,1 1-1,0 0 0,-1-1 0,1 1 0,0 0 0,0 0 1,-1 0-1,1 0 0,0 0 0,0 0 0,0 0 0,-1 0 0,1 0 1,0 0-1,0 0 0,-1 0 0,1 0 0,0 1 0,0-1 1,-1 0-1,2 1 0,34 13-81,-20 0 73,-1 1 0,19 23 0,-20-21 31,1-1 0,0-1 0,19 15-1,-28-26 18,0 1-1,0-2 0,1 1 1,0-1-1,-1 1 0,1-2 1,0 1-1,1-1 0,-1 0 1,0-1-1,0 0 0,1 0 1,8 0-1,12-32-223,-21 19-2366,-7 12-1246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1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1985,'0'0'1406,"0"0"-352,0 0-203,0 0-131,0 0 64,0 0-61,-7 0-96,-2 0-1079,-8-1 3153,29 8-636,64 17-1047,1-3-1,1-4 0,123 12 0,-99-28-281,-102-1-653,0 0-19,0 0 83,0 0-67,0 0 26,0 0-58,0 0-26,0 0 13,0 0 18,0 0-8,0 0 33,0 0 18,0 22-302,3 30 407,18 97 1,-8-70-109,1 66 446,-5 205-1,-9-293-462,-12 94 309,0 3 166,14 34-6,-4 205 258,-4-301-742,1-29 32,5 87 1,2-135-92,0 0 1,1-1 0,8 22-1,-11-35 5,0-1 0,0 0 0,0 0-1,0 1 1,0-1 0,0 0-1,0 1 1,-1-1 0,1 0-1,0 0 1,0 1 0,0-1-1,0 0 1,0 0 0,-1 1 0,1-1-1,0 0 1,0 0 0,0 0-1,-1 1 1,1-1 0,0 0-1,0 0 1,0 0 0,-1 0-1,1 1 1,0-1 0,0 0 0,-1 0-1,1 0 1,0 0 0,-1 0-1,1 0 1,0 0 0,0 0-1,-1 0 1,1 0 0,0 0-1,-1 0 1,1 0 0,0 0-1,0 0 1,-1 0 0,1 0 0,0 0-1,-1 0 1,1-1 0,0 1-1,0 0 1,-1 0 0,1 0-1,0 0 1,0-1 0,0 1-1,-1 0 1,1 0 0,-29-10-15,14 5-27,-42-7 39,-1 2 0,0 2 0,-74 1 0,-96-13 63,90-12-46,138 32-37,-1 0 1,1 0-1,0 0 0,0 0 0,-1 0 0,1 0 0,0 0 0,0 0 1,-1 0-1,1-1 0,0 1 0,-1 0 0,1 0 0,0 0 0,0 0 0,0-1 1,-1 1-1,1 0 0,0 0 0,0 0 0,0-1 0,-1 1 0,1 0 0,0 0 1,0-1-1,0 1 0,0 0 0,0 0 0,0-1 0,0 1 0,0 0 1,0-1-1,-1 1 0,1 0 0,0 0 0,0-1 0,1 1 0,-1 0 0,0-1 1,0 1-1,9-12-1555,13-3-2048,1 4-511,-2 3-4020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2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20 108 8932,'0'0'998,"0"0"-430,0 0-66,0 0 127,0 0-287,0 0-265,-4 13-5,1-2 4,-1 1 0,2 0 0,-1-1 0,2 1 0,-1 15-1,2-21-13,0-1-1,0 1 0,1-1 0,0 0 0,0 1 0,1-1 0,-1 0 0,1 0 0,0 0 1,1 0-1,-1 0 0,1-1 0,0 1 0,0-1 0,0 1 0,1-1 0,4 4 1,-2-3-6,0 0 0,1 0 1,-1 0-1,1-1 0,0 0 0,0-1 1,1 0-1,-1 0 0,1 0 1,-1-1-1,12 2 0,6-1 119,0-1-1,32-1 0,-42-1-124,-10 0-33,0 0 0,1 0 1,-1-1-1,0 0 0,1 0 0,-1 0 0,0 0 0,0-1 0,0 0 0,0 0 0,0-1 1,-1 1-1,1-1 0,-1 0 0,1 0 0,-1 0 0,0-1 0,0 0 0,0 0 1,-1 0-1,0 0 0,1 0 0,-1-1 0,-1 1 0,1-1 0,2-5 0,0-5 109,0-1-1,0 1 0,-2-1 1,0 1-1,-1-1 0,0 0 1,-1-26-1,-1 38-94,0-1 1,-1 1-1,1-1 0,-1 0 1,0 1-1,0-1 0,-1 1 1,1 0-1,-1-1 0,0 1 1,0 0-1,0 0 0,-1 0 1,0 0-1,1 1 0,-1-1 1,0 1-1,-1 0 0,1-1 1,-1 1-1,1 1 1,-1-1-1,0 1 0,0-1 1,0 1-1,0 0 0,-5-1 1,-6-2-16,0 0 0,0 2 1,-1-1-1,1 2 1,-1 0-1,-27 1 0,37 2-17,0-1-1,0 1 1,0 0-1,1 1 1,-1 0-1,0-1 1,1 2-1,0-1 1,-1 1-1,1 0 1,0 0-1,0 0 1,1 1-1,-1-1 1,1 1-1,-1 0 1,1 1-1,0-1 1,1 1-1,-1-1 1,1 1-1,0 0 1,0 1-1,-3 8 1,1-3-30,1 0 0,0 1 1,1-1-1,0 1 0,0 0 1,2-1-1,-1 1 0,1 0 1,1 0-1,0 0 0,3 19 1,-2-29-29,0 1 1,0 0-1,0-1 0,0 1 1,0-1-1,0 0 0,1 1 1,-1-1-1,1 0 1,0 0-1,-1 0 0,1 0 1,0 0-1,0 0 0,0-1 1,0 1-1,1 0 0,-1-1 1,0 0-1,1 0 1,-1 1-1,1-1 0,3 0 1,3 2-811,1-1 0,-1 0 1,1-1-1,-1 0 0,13 0 1,-3-1-4127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2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19 176 6515,'0'0'1070,"-3"-25"-531,-1-8-302,-3-22-78,6-7 2860,-3 315 2347,6 236-1750,0-460-3446,1-1 0,1 1-1,14 51 1,-14-68-176,0-1-1,0 0 0,1 0 1,1 0-1,0-1 1,0 0-1,1 0 1,0 0-1,1-1 1,0 0-1,16 13 1,3-10-1077,-21-10-8509,-6-2 4732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 5330,'0'0'3546,"0"0"-2164,0 0-579,0 0 152,0 0 46,-2 3-583,-56 135 377,33-74-265,-42 75 0,-13 22-13,79-160-612,0 0-1,0 0 1,1 0-1,-1 0 1,0 0-1,0 0 1,0 0-1,0 0 0,0 0 1,-1 0-1,1 0 1,0 0-1,0-1 1,0 1-1,-1-1 1,-1 2-1,2-2-227,-1 1 0,0-1 0,0 1 0,0-1 0,0 0 0,1 0 0,-1 0 0,0 0 0,0 0 0,0 0 0,0 0 0,1-1 0,-1 1 0,0-1 0,0 1 0,0-1 0,1 0 0,-1 1 0,0-1 0,1 0 0,-1 0 0,1 0 0,-1 0 0,1-1 0,0 1 0,-1 0 0,1-1 0,0 1 0,0-1 0,-2-1 0,-3-13-3319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2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5426,'0'0'1361,"0"0"-67,0 0-299,0 0-216,0 0-91,6-5 84,-4 4-735,-1-1 1,0 1-1,1 0 1,-1 0-1,1 1 1,0-1-1,-1 0 1,1 0-1,-1 1 1,1-1-1,0 1 1,0 0-1,-1-1 1,1 1-1,0 0 1,0 0-1,-1 0 1,1 0-1,0 0 1,0 0-1,-1 1 1,1-1-1,0 1 1,-1-1-1,1 1 1,0-1-1,-1 1 1,1 0 0,2 2-1,5 3 170,-1 1 0,0 1 0,0-1 0,12 18 1,26 37 1212,54 96 1,33 46 614,-116-181-1965,-13-15-56,1-1 0,0 0 0,0 0 0,1-1 1,0 0-1,0 0 0,1 0 0,-1-1 0,9 6 0,0-10-650,-6-2-3407,-3-1-77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37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24 374 9540,'0'0'1686,"0"0"-888,0 0-13,0 0 183,0 0 251,0 0-53,-4-12-488,2 7-605,-9-26 55,6 28-77,3 21 28,7 53 546,3 0 0,25 105 0,-10-57-278,-8-40-173,2-2 1,33 88-1,-40-139-144,0 0 0,2-1 0,1 0 0,0-1-1,2-1 1,1 0 0,1-1 0,1-1 0,37 35 0,-48-50-27,1-1 1,0 0 0,0 0 0,0-1 0,1 0 0,15 5 0,-22-8 3,0 0 1,0-1-1,1 1 1,-1 0-1,1-1 0,-1 0 1,1 1-1,-1-1 1,1 0-1,-1 0 1,1 0-1,-1-1 1,0 1-1,1 0 1,-1-1-1,1 0 0,-1 0 1,0 1-1,1-1 1,-1-1-1,0 1 1,0 0-1,0 0 1,0-1-1,0 1 1,0-1-1,0 0 0,-1 0 1,4-3-1,0-6-1,0 0 0,0 0-1,-1-1 1,0 0-1,-1 1 1,2-24 0,3-80-118,-5 51 14,7-532-270,-11 388 373,-6 58 8,4 131-6,0-1 1,-1 1 0,-1 0-1,0 0 1,-13-28-1,9 37-587,14 28-229,35 40-3583,-25-41-965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45.8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802 73 5555,'0'0'728,"0"0"-120,0 0 134,0 0 117,0 0 96,-8-12-104,-26-37-339,34 49-505,-1-1 0,1 0 0,-1 0 0,1 1 0,-1-1 0,1 0 0,-1 1 0,1-1 0,-1 0 0,0 1 0,1-1 1,-1 1-1,0-1 0,1 1 0,-1 0 0,0-1 0,0 1 0,0 0 0,1-1 0,-1 1 0,0 0 0,0 0 0,0 0 0,0 0 0,0 0 0,1 0 0,-1 0 0,0 0 0,0 0 0,0 0 0,0 0 0,0 0 0,1 1 0,-1-1 0,0 0 0,0 1 0,0-1 0,1 0 0,-1 1 0,0-1 0,1 1 0,-1-1 0,0 1 0,1 0 0,-1-1 0,1 1 0,-1 0 0,1-1 0,-1 1 0,1 0 0,-1 0 0,0 1 0,0-1 0,-17 23 108,2 1 1,0 1-1,-13 30 0,-12 19 198,-210 284 700,76-121-439,132-172-272,-60 122-1,97-176-276,2-5-8,1 0 1,0 0-1,0 1 1,0-1-1,1 1 0,0-1 1,1 1-1,-2 10 1,19-17-138,-10-1-12,16-1-149,-6-5-2692,-4-6-4799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46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892 0 5442,'0'0'801,"-16"31"338,-15 32-535,-137 266 1404,-381 555 1151,534-861-3050,-61 112 395,40-67-224,36-68-268,0 0 0,0 0 0,0 0 0,0 0-1,0 0 1,0 0 0,1 0 0,-1 0-1,0 0 1,0 0 0,0 1 0,0-1 0,0 0-1,0 0 1,0 0 0,1 0 0,-1 0-1,0 0 1,0 0 0,0 0 0,0 1 0,0-1-1,0 0 1,0 0 0,0 0 0,0 0-1,0 0 1,0 0 0,0 1 0,0-1 0,0 0-1,0 0 1,0 0 0,0 0 0,0 0 0,0 0-1,0 1 1,0-1 0,0 0 0,0 0-1,0 0 1,0 0 0,0 0 0,0 0 0,0 1-1,0-1 1,0 0 0,0 0 0,0 0-1,0 0 1,-1 0 0,1 0 0,0 0 0,0 0-1,0 1 1,0-1 0,0 0 0,0 0-1,-1 0 1,16-10 459,20-22-5698,-26 24-2721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3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8388,'0'0'1142,"0"0"-518,0 0-45,0 0 747,0 0 197,5-2-514,9-2-697,-1 1 0,1 0 1,0 1-1,0 1 0,1 0 1,22 1-1,14 0 252,288-16 885,-350 20-5475,-11 3 67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3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7331,'0'0'3170,"0"0"-1775,0 0-530,0 0 386,0 0 446,14 1-193,292 2 1068,-167-4-6918,-139 1 566,0 0-3125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38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10405,'0'0'1993,"0"0"-961,0 0-597,0 0 69,-6 24 715,-15 79 335,5 0 0,-4 139-1,20-90-1707,0-151-903,0-1-1189,0 0-1695,0 0-2123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39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3265,'0'0'6086,"0"0"-4040,0 0-1293,0 0-14,0 0 8,4-8 117,-4 8-862,0 0 1,0 0-1,0 0 0,0-1 0,0 1 1,0 0-1,0 0 0,0 0 1,0 0-1,0 0 0,0-1 1,0 1-1,0 0 0,0 0 1,0 0-1,0 0 0,0 0 1,0-1-1,0 1 0,1 0 1,-1 0-1,0 0 0,0 0 1,0 0-1,0 0 0,0 0 1,0 0-1,1 0 0,-1 0 1,0-1-1,0 1 0,0 0 1,0 0-1,0 0 0,1 0 1,-1 0-1,0 0 0,0 0 1,0 0-1,0 0 0,0 0 1,1 0-1,-1 0 0,0 0 0,0 0 1,0 0-1,0 1 0,0-1 1,1 0-1,-1 0 0,0 0 1,0 0-1,0 0 0,0 0 1,0 0-1,0 0 0,1 0 1,-1 0-1,0 1 0,0-1 1,0 0-1,2 10 246,-1 0 1,0 0-1,-1 1 0,-1 15 0,0 3 333,-3 217 2386,-1 5-3314,5-250-1096,1-2-4310,1-10 1733,-2-7-3482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3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5475,'0'0'843,"0"0"-425,0 0 247,0 0 682,0 0-216,5-3-290,5-2-603,1 1 1,1 0-1,-1 1 1,1 1 0,-1 0-1,17-2 1,82-1 911,-92 5-894,347-1 3231,-364 1-3426,-1 0 6,3 0 145,-3 0-5944,0 0 1781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4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1 4578,'0'0'915,"0"0"-480,0 0 91,0 0 554,0 0 118,-22-1-248,-72 1-209,89 1-632,-1-1 0,1 1 0,0 0 0,0 0 0,-1 1 0,1 0 0,0 0 0,0 0 0,1 0 0,-1 1-1,0 0 1,1 0 0,0 0 0,-1 0 0,1 1 0,0-1 0,1 1 0,-1 0 0,1 1 0,-3 3 0,-4 4 189,4-4-162,0 1 1,1-1 0,-1 1-1,2 1 1,-1-1-1,2 0 1,-1 1 0,1 0-1,0 0 1,1 0 0,-1 11-1,0 17 370,1 62 0,2-66-273,0 17-26,-2 25 401,4-1 1,3 0-1,21 109 1,81 391 1445,-85-373-1575,42 440 595,-58-535-874,-9 108 0,2-203-167,0 0-1,-1 0 1,-1 0 0,0 0 0,-1 0-1,0-1 1,0 0 0,-1 0 0,-1 0-1,0 0 1,0-1 0,-16 19 0,16-22 8,0-1 1,-1 1 0,0-1 0,0 0 0,0-1 0,-1 0 0,1 0-1,-1-1 1,0 0 0,-1 0 0,1-1 0,-1 0 0,0 0 0,1-1 0,-1 0-1,0 0 1,-17 0 0,10-3-17,1-1-1,-1-1 1,0 0 0,0 0-1,1-2 1,0 0 0,0-1-1,0 0 1,1-1-1,-1-1 1,2 0 0,-17-13-1,-123-79-66,152 100-6,1 0 1,0 0 0,-1 0 0,1 0 0,0 0 0,-1-1-1,1 1 1,0 0 0,0 0 0,-1 0 0,1 0-1,0 0 1,-1 0 0,1-1 0,0 1 0,0 0 0,-1 0-1,1 0 1,0-1 0,0 1 0,0 0 0,-1 0-1,1-1 1,0 1 0,0 0 0,0-1 0,0 1-1,0 0 1,0 0 0,-1-1 0,1 1 0,0 0 0,0-1-1,0 1 1,0 0 0,0-1 0,0 1 0,0 0-1,0-1 1,0 1 0,0 0 0,0 0 0,1-1 0,-1 1-1,0 0 1,0-1 0,0 1 0,0 0 0,0 0-1,1-1 1,-1 1 0,0 0 0,0 0 0,0-1 0,1 1-1,-1 0 1,0 0 0,0 0 0,1-1 0,-1 1-1,0 0 1,0 0 0,1 0 0,-1 0 0,0 0 0,1 0-1,-1-1 1,23-1-4628,3 2-986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4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 4866,'0'0'2511,"0"0"-796,0 0-408,0 0 273,0 0-25,0 0-1492,-1 0-1,1 0 1,0 0-1,0 0 1,-1 0-1,1-1 1,0 1-1,0 0 1,-1 0-1,1 0 1,0 0-1,0 0 1,-1-1 0,1 1-1,0 0 1,0 0-1,0 0 1,-1 0-1,1-1 1,0 1-1,0 0 1,0 0-1,0-1 1,0 1-1,0 0 1,-1 0-1,1-1 1,0 1-1,0 0 1,0 0-1,0-1 1,0 1 0,0 0-1,0-1 1,0 1-1,0 0 1,0 0-1,0-1 1,139-1 890,156 4 1362,-264 9-6645,-31-11 128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9156,'0'0'1540,"0"0"-695,0 0-324,0 0 308,0 0 174,-1 19-56,-10 313 1668,11-331-2611,0 0-1,0 0 1,1 0-1,-1 0 1,0 0-1,1 0 1,-1 0-1,1 0 1,0 0-1,-1 0 1,1 0 0,-1 0-1,1-1 1,0 1-1,0 0 1,0-1-1,-1 1 1,1 0-1,0-1 1,0 1-1,0-1 1,0 1-1,0-1 1,0 1 0,0-1-1,0 0 1,0 0-1,0 1 1,0-1-1,0 0 1,0 0-1,3 0 1,43-1 283,-32 0-203,126-15 10,-122 17-309,35-2 297,-51 0-401,0 1-1,0 0 1,0-1-1,-1 0 1,1 1-1,0-1 1,0 0-1,0-1 1,-1 1-1,1 0 1,-1-1-1,1 0 1,-1 1-1,3-3 1,-3-2-3187,-2-2-1715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0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7475,'0'0'1860,"0"0"-411,0 0-425,0 0 251,-4 24 454,-31 397 3666,35-278-6006,0-143-851,0 0-1289,0-2-1907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1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3922,'0'0'2206,"0"0"-544,-6 28-467,-48 173 1935,49-187-2647,3-8-69,0-1 1,0 1-1,1 0 0,0 0 0,0-1 1,0 10-1,37-23 85,-9 3-471,0 2 0,0 0 0,0 2 0,46 3 0,-9 0-14,-55-2-19,-1 0-1,0 1 0,0 1 1,-1-1-1,1 1 1,0 1-1,0-1 0,12 7 1,-17-8 513,-2-1-7004,-1 0 3517,0 0-2858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13 2865,'0'0'1131,"0"0"313,0 0-33,0 0 206,0 0-203,-5-4-251,5 3-1129,-1 1-1,1-1 1,-1 0-1,0 1 1,1-1-1,-1 1 1,1-1-1,-1 1 1,0-1-1,0 1 1,1 0-1,-1-1 1,0 1-1,0 0 1,1-1-1,-1 1 1,0 0-1,0 0 1,0 0-1,1 0 1,-1-1-1,0 1 1,0 0-1,0 1 1,0-1-1,1 0 1,-1 0-1,0 0 0,0 0 1,0 1-1,1-1 1,-2 1-1,-10 38 1042,0 40 955,4 0 1,4 146 0,4-160-1187,0-64-716,0-1-58,0 0 20,0 0-12,0 0-14,0-33-843,0 10-1656,0 6-4268,0 12-1762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 4882,'0'0'830,"0"0"117,0 0 288,0 0 59,0 0-333,0 0-286,0 0-355,-7-1-149,3 1-149,0 0 0,0 0 0,0 1 0,0-1 1,0 1-1,0 0 0,0 0 0,0 0 1,0 1-1,1 0 0,-1-1 0,1 1 1,-1 0-1,1 1 0,0-1 0,-1 0 1,1 1-1,0 0 0,-4 5 0,-11 13 294,-30 41 0,39-50-229,-20 28 371,2 2-1,1 0 1,3 2 0,1 0 0,3 2 0,1 0 0,3 1 0,1 0-1,3 2 1,2-1 0,2 1 0,-2 76 0,9-96-233,0-8 10,0 0 0,5 29 0,-4-43-179,1 0-1,0 1 0,0-1 1,1 0-1,0 0 0,0 0 1,1-1-1,0 1 0,0-1 1,6 8-1,6 3 84,0-1 0,2 0-1,-1-1 1,2-1 0,0-1-1,1-1 1,0 0 0,27 10-1,2-2 48,0-2 0,82 17 0,-109-31-146,-21-4-29,-1 0-22,-9 0-34,1 1-360,-20-2 286,28 1-91,-1 0 0,0 0 1,0 0-1,1 0 0,-1-1 0,0 1 0,1 0 0,-1-1 1,0 1-1,1 0 0,-1-1 0,1 1 0,-1 0 0,0-1 0,1 1 1,-1-1-1,1 1 0,-1-1 0,1 0 0,0 1 0,-1-1 1,1 1-1,0-1 0,-1 0 0,1 1 0,0-1 0,0 0 0,-1 1 1,1-1-1,0 0 0,0 0 0,0-1 0,0-5-4603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7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33 111 6323,'0'0'1310,"0"0"-312,0 0 218,0 0-15,0 0-195,-4-7-102,2 3-790,-13-31 491,15 33-591,0 1 1,-1-1-1,1 1 0,0 0 1,0-1-1,0 1 0,1-1 1,-1 1-1,0 0 0,1-1 1,-1 1-1,0-1 1,1 1-1,0 0 0,-1 0 1,1-1-1,0 1 0,-1 0 1,1 0-1,0 0 1,0 0-1,0 0 0,0 0 1,0 0-1,0 0 0,0 0 1,1 0-1,-1 0 0,2 0 1,4-3 8,1 0 0,0 0-1,0 1 1,1 0 0,-1 1 0,1 0 0,-1 0 0,1 0 0,0 1 0,-1 1 0,15 0 0,-21 1-17,1 0 1,-1 0 0,0 0-1,1 0 1,-1 0 0,0 0-1,0 1 1,0-1 0,0 1 0,0 0-1,0 0 1,0-1 0,-1 1-1,1 0 1,0 0 0,-1 1-1,0-1 1,0 0 0,0 0-1,0 1 1,0-1 0,0 1 0,0-1-1,-1 1 1,1-1 0,0 5-1,2 13 116,0 1 0,0 24 0,-3-36-60,2 15 5,-1 0-1,-2 1 1,-1-1 0,0 1-1,-2-1 1,-1 0 0,-1 0-1,0-1 1,-2 1 0,-1-1 0,-1-1-1,-13 22 1,15-30-45,5-8-14,1-1 1,-1 1 0,-1-1-1,1 0 1,-1 0-1,0-1 1,-7 8 0,9-11 7,1-1 1,0 1 0,-1 0 0,1 0-1,-1-1 1,1 1 0,-1-1-1,0 1 1,1-1 0,-1 0 0,0 0-1,1 1 1,-1-1 0,1 0 0,-1-1-1,0 1 1,1 0 0,-1 0 0,0-1-1,1 1 1,-1-1 0,1 1-1,-1-1 1,1 0 0,-1 1 0,1-1-1,-1 0 1,1 0 0,0 0 0,0 0-1,-1 0 1,1-1 0,0 1-1,0 0 1,0 0 0,0-1 0,0 1-1,1-1 1,-1 1 0,0-1 0,0-2-1,-4-4 47,1-1-1,1 1 1,0-1-1,0 0 1,-3-17-1,23 27-14,46 25 84,-52-20-105,0-1 0,0 0 0,0-1 0,1 0 0,0 0 0,21 2 0,103-4 255,-75-3-1616,-60 1-1352,-1 0-1415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53 6835,'0'0'1041,"0"0"-209,0 0 16,0 0 460,0 0-145,14-8-566,47-25-279,-55 31-239,0 0 0,0 0 0,0 0 1,0 1-1,0 0 0,1 0 0,-1 0 0,0 1 0,1 0 0,-1 0 1,0 1-1,1 0 0,10 3 0,-7-2-3,56 11 981,-79-12-745,0 1 0,0 1 0,-17 5 0,12-4-213,6-1-97,0 0 0,0 1 0,1 1-1,-1-1 1,1 2 0,0-1 0,0 2 0,1-1-1,0 2 1,-14 11 0,19-13 1,-1 0 0,1 1 1,0-1-1,1 1 0,0 0 0,0 0 1,0 1-1,1-1 0,0 1 0,1 0 1,0 0-1,0 0 0,0 0 0,1 0 0,0 0 1,1 13-1,-1-19 13,1 1-1,0-1 1,0 1-1,0-1 1,0 0-1,1 1 1,-1-1 0,0 0-1,1 1 1,0-1-1,0 0 1,-1 0 0,1 1-1,0-1 1,1 0-1,-1 0 1,0 0 0,3 3-1,-1-4 18,0 0-1,0 0 1,-1 0-1,1 0 1,0 0-1,0 0 1,0-1 0,1 0-1,-1 1 1,0-1-1,0 0 1,0-1-1,0 1 1,5-2-1,-3 1-13,-1-1-1,1 0 1,0 0-1,-1 0 0,1-1 1,-1 0-1,0 0 1,0 0-1,0 0 0,0 0 1,4-6-1,-3 3-25,0 1 1,1 1-1,0-1 0,0 1 0,0 0 1,7-4-1,3 4-18,0 1 1,0 0 0,0 1-1,0 1 1,1 0 0,-1 2-1,20 2 1,-31-2 19,0 0 1,1 0-1,-1 1 0,0 0 1,0 0-1,0 1 0,0-1 1,-1 1-1,1 0 0,0 0 1,-1 1-1,0-1 0,0 1 1,0 0-1,-1 0 0,1 0 1,-1 1-1,5 8 0,2 2-15,-2 1 0,0 0 0,0 0 0,7 26 0,-11-29-9,0-1 0,-1 1 0,-1 0 0,0 0 0,-1 0 1,0 0-1,0 0 0,-2 0 0,-2 16 0,3-28 31,-1 1-1,0-1 0,0 0 0,1 0 0,-1 0 1,0 0-1,0 0 0,0 0 0,0 0 0,0-1 1,0 1-1,-1 0 0,1-1 0,0 1 0,0 0 0,-1-1 1,1 0-1,0 1 0,0-1 0,-1 0 0,1 1 1,0-1-1,-3 0 0,-38 1 56,33-2-49,-22 2 81,-38 0 60,65-1-141,0-1 0,0 1 1,-1-1-1,1 0 1,0 0-1,0-1 0,0 1 1,0-1-1,0 1 0,0-1 1,1-1-1,-5-2 1,7-7-2797,1 5-1959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6643,'0'0'1617,"0"0"-881,0 0-18,0 0 616,0 0 144,0 0-515,10 9-173,-3-4-658,1 1 1,0-1 0,0-1 0,0 1 0,0-1-1,0-1 1,1 1 0,0-2 0,0 1 0,-1-1 0,1 0-1,1-1 1,12 0 0,171 5 1730,-109-6-6338,-82 0-1432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0 9700,'0'0'1073,"0"0"-494,0 0-190,0 0 417,-28 13 216,28-13-1022,-116 61 760,111-58-701,0 1-1,0 0 1,0 0-1,0 0 1,1 0-1,0 1 0,0 0 1,0-1-1,0 2 1,1-1-1,0 0 1,0 1-1,0-1 1,1 1-1,-3 10 1,-3 6 184,-5 9 116,-15 37 188,-2-2 1,-58 92-1,55-119-74,10-26-1484,22-12 762,0-1 0,0 0 0,0 0 0,0 0 0,0 0 0,0 0 0,0 0 0,0 0 0,0 0 0,0 0-1,0 0 1,0 0 0,0-1 0,0 1 0,0 0 0,0-1 0,1 1 0,-1-1 0,0 1 0,0-1 0,0 1 0,0-2-1,-5-7-4205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9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4130,'0'0'4084,"0"0"-2518,0 0-987,0 0 86,0 0 645,21 18-51,0-2-959,-7-5-120,-1-1 1,0 2 0,0 0-1,-1 0 1,-1 1 0,0 1 0,-1 0-1,9 16 1,11 25 757,-9-15-122,35 49 1,-48-78-768,0-1 1,1 0 0,0 0 0,1-1-1,0 0 1,0-1 0,1 0 0,0 0-1,13 5 1,17-2-386,-25-13-3388,-13 0 418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3:5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6051,'0'0'130,"0"0"12,0 0 447,0 0 828,0 0-88,19 5-339,23 5-600,52 14 733,126 48-1,-219-71-1112,0 0 0,0-1 0,1 1 0,-1 0-1,0 0 1,0 1 0,0-1 0,0 0 0,-1 0-1,1 0 1,0 1 0,0-1 0,-1 0-1,1 1 1,-1-1 0,1 1 0,-1-1 0,1 0-1,-1 1 1,0-1 0,0 1 0,0-1 0,0 1-1,0-1 1,0 1 0,0-1 0,0 1 0,-1-1-1,1 1 1,-2 1 0,1 3 57,-1 0 0,0-1 0,0 0 0,0 1 0,-1-1 1,1 0-1,-5 5 0,-60 65 344,45-53-343,1 1-1,-26 38 0,44-57-54,1-1-1,0 0 0,0 1 0,1 0 1,-1-1-1,1 1 0,-1 0 1,1 0-1,0 0 0,1 0 0,-1 0 1,1 0-1,0 0 0,0 0 0,0 5 1,1-7 1,-1 0 0,1 0 0,0-1 1,0 1-1,0 0 0,0 0 0,0 0 0,1-1 1,-1 1-1,0 0 0,1-1 0,-1 1 0,1-1 1,-1 0-1,1 1 0,0-1 0,0 0 0,0 0 1,-1 0-1,1 0 0,0-1 0,0 1 0,0 0 1,0-1-1,0 0 0,1 1 0,-1-1 0,2 0 1,96 4 692,-75-4-380,0 0 1,0 2-1,48 9 1,-68-9-340,0 0 0,0 1 0,0-1 0,-1 1 1,1 0-1,6 6 0,-3 4-4299,-8-12-2783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7507,'0'0'1438,"0"0"-832,0 0 205,0 0 614,0 0 85,0 0-296,25 4-219,35 5 29,90 3 1,113-12-1,-237 6-1298,-21-4-4094,-5-2-1725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87 4722,'0'0'1918,"0"0"-861,0 0-94,0 0 755,0 0 107,-20 31-486,-60 101-365,77-127-888,0 0 0,0 0 0,1 1 0,0-1 0,0 1 0,0-1 0,0 1 0,1 0 1,0-1-1,0 1 0,1 0 0,0 0 0,0 0 0,0 0 0,1 7 0,1 1 180,-1-10-215,-1-1-1,1 1 1,0-1-1,0 1 1,0-1-1,0 1 0,0-1 1,1 0-1,0 1 1,-1-1-1,1 0 1,1 0-1,-1 0 1,0-1-1,1 1 0,-1-1 1,1 1-1,0-1 1,0 0-1,0 0 1,0 0-1,0 0 1,0 0-1,0-1 0,1 1 1,-1-1-1,1 0 1,3 1-1,11 1 68,-1 0-1,1-1 1,0 0 0,25-2-1,-30 0-12,5-1-72,-1 0 1,1-1-1,-1 0 0,0-2 0,1 0 0,-1-1 1,-1-1-1,1 0 0,-1-1 0,0-1 1,-1 0-1,0-1 0,0-1 0,-1-1 1,0 0-1,-1 0 0,0-1 0,-1-1 1,0 0-1,-1-1 0,0 0 0,-2-1 1,14-26-1,-18 30-41,-2 0 0,1 0 0,-1 0 0,-1-1 0,0 0 0,-1 1 0,0-1 0,-1 0 0,0 1 0,-3-16 0,3 23-6,-1 1 1,0 0 0,0-1-1,0 1 1,0 0 0,-1 0-1,1 0 1,-1 0 0,0 0-1,0 0 1,0 0 0,0 0 0,-1 1-1,1-1 1,-1 1 0,1 0-1,-1-1 1,0 1 0,0 0-1,0 1 1,0-1 0,0 1-1,0-1 1,0 1 0,-1 0-1,1 0 1,-4 0 0,-10-3 1,0 1 1,0 1 0,0 1-1,-19 1 1,21 1 4,-1 0 0,1 1 0,-1 1 0,1 0 0,0 1 0,0 1 0,1 0 0,-1 1 0,1 1 1,-17 10-1,11-4-2,1 1 0,0 0 0,1 2 0,0 0 0,1 0 0,-15 21 0,26-28 6,0-1-1,0 2 0,1-1 0,0 1 0,0-1 0,1 1 0,-3 13 0,6-21-7,0 0 0,0 1 0,1-1 0,-1 0 0,1 1-1,-1-1 1,1 1 0,0-1 0,0 1 0,0-1 0,0 1 0,1-1-1,-1 0 1,1 1 0,-1-1 0,1 1 0,0-1 0,0 0 0,0 0-1,0 1 1,0-1 0,0 0 0,1 0 0,-1 0 0,1 0 0,0 0-1,-1-1 1,1 1 0,0 0 0,0-1 0,0 0 0,0 1 0,0-1 0,0 0-1,5 2 1,6 1-185,0-1-1,1 0 1,0-1-1,-1-1 1,1 0-1,0 0 1,17-3 0,-15 0-437,0 0 1,0-1-1,-1-1 1,1 0-1,-1-1 1,0-1-1,0 0 1,-1-1-1,0-1 1,15-10-1,-20 10 31,1-1-1,-1 0 1,-1 0 0,0-1 0,10-15-1,-11 15 944,0 0-1,1 1 0,0-1 0,15-12 0,-22 21-227,-1 1 0,1-1 0,-1 1 0,1-1-1,-1 1 1,1-1 0,-1 1 0,1 0 0,-1-1 0,1 1 0,0 0 0,-1-1-1,1 1 1,0 0 0,-1 0 0,1-1 0,0 1 0,-1 0 0,1 0-1,0 0 1,0 0 0,-1 0 0,1 0 0,0 0 0,-1 0 0,1 0-1,0 1 1,0-1 0,-1 0 0,1 0 0,0 1 0,-1-1 0,1 0 0,-1 1-1,1-1 1,0 0 0,-1 1 0,1-1 0,-1 1 0,1-1 0,-1 1-1,1-1 1,-1 1 0,1 1 0,7 30 1224,-5 61 959,-3 1-1,-19 138 0,14-177-1653,3 68-1,2-84-312,1-39-345,0 1 1,0-1-1,0 0 0,0 0 1,0 0-1,0 0 1,0 0-1,0 0 1,0 0-1,1 0 0,-1-1 1,0 1-1,0 0 1,0-1-1,0 1 1,0-1-1,1 0 1,4-4-283,0 0 0,-1 0 0,0 0 0,0-1 1,7-10-1,12-20-3685,-20 29 2760,11-18-4332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6723,'0'0'411,"0"0"-187,0 0 214,0 0 669,0 0 109,6 20-282,-4-13-842,3 12 102,0-2-1,2 1 1,0 0-1,1-1 0,0-1 1,18 26-1,29 34 886,-4 2 0,42 87 0,-65-106-463,-2 1-1,-3 1 0,26 112 1,-33-83 23,-3 0 0,-4 1 0,-4 1 1,-10 140-1,4-220-600,0 1 0,-1 0 0,0 0 1,-1-1-1,-1 0 0,0 1 0,-1-1 0,0 0 0,0-1 1,-2 0-1,1 0 0,-1 0 0,-1 0 0,0-1 1,-12 12-1,15-19-290,4-3-3257,1 0-1612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144 103 2849,'0'0'3877,"0"0"-2023,0 0-632,0 0 101,0 0-197,-24 27-102,-70 86-226,91-109-733,1 0-1,-1 0 1,0 0-1,1 0 1,0 0-1,0 0 1,0 1-1,1-1 0,-1 1 1,1 0-1,0-1 1,0 1-1,1 5 1,0-8-36,0 1 0,0-1 0,1 0 0,-1 1 0,1-1 0,0 1 0,0-1 0,0 0 0,0 0 0,0 0-1,0 1 1,1-1 0,-1 0 0,1 0 0,-1-1 0,1 1 0,3 2 0,2 1 12,0 0 0,1-1 0,0 0 0,0-1 0,0 1-1,0-2 1,0 1 0,1-1 0,8 1 0,11 2 37,-1-2 0,1-1-1,1-1 1,-1-1 0,53-7 0,-77 5-72,1 1 0,0-1 0,0 0 0,-1 0 1,1 0-1,-1 0 0,0-1 0,0 0 0,0 0 0,0 0 0,0 0 0,-1-1 1,1 1-1,-1-1 0,0 0 0,0 0 0,0 0 0,-1-1 0,1 1 1,-1 0-1,0-1 0,0 0 0,-1 1 0,1-1 0,0-6 0,2-13-73,-1 0-1,-1 1 0,-1-1 1,-2-25-1,0 14-228,1 29 251,0-1 1,0 1 0,-1-1-1,0 0 1,0 1-1,-1 0 1,1-1-1,-1 1 1,-5-9-1,6 12 41,-1 0 0,-1 0-1,1 1 1,0-1 0,-1 0 0,1 1-1,-1-1 1,0 1 0,0 0-1,0 0 1,0 0 0,0 0-1,0 1 1,0-1 0,-1 1-1,1 0 1,0 0 0,-1 0-1,-4-1 1,0 1 0,-1 1 0,1-1 0,0 1 0,0 1 0,0-1 0,-1 2 0,1-1 0,0 1 0,0 0 0,1 1 0,-1-1 0,0 2 0,1-1 0,0 1 0,0 0 0,0 0 0,0 1 0,1 0 0,-1 1 0,1-1 0,0 1 0,1 0 0,0 0 0,0 1 0,-8 13 0,4-5-3,0 1-1,0 1 0,2 0 0,0 0 0,1 0 1,1 1-1,0 0 0,2 0 0,0 0 0,-1 32 1,4-47-8,0-1 0,0 0 0,0 1 0,0-1 0,0 1 0,1-1 0,-1 0 0,1 1 0,-1-1 0,1 0 1,0 0-1,0 0 0,0 1 0,0-1 0,1 0 0,-1 0 0,0-1 0,1 1 0,-1 0 0,1 0 0,0-1 1,0 1-1,0-1 0,-1 1 0,1-1 0,1 0 0,-1 0 0,0 0 0,2 1 0,6 1-559,-1-2-1,0 1 0,1-1 1,-1 0-1,1-1 0,9-1 1,0 1-2189,-3 0-3309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2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69 171 3730,'0'0'1859,"-7"-24"-1165,-25-78-353,16 64 411,16 38-651,0-1 0,-1 1-1,1-1 1,-1 1 0,1-1 0,0 1 0,-1 0 0,1-1 0,-1 1 0,1 0-1,-1-1 1,1 1 0,-1 0 0,1 0 0,-1 0 0,0-1 0,1 1 0,-1 0 0,1 0-1,-1 0 1,1 0 0,-1 0 0,0 0 0,0 0 0,0 29 1625,1 26-344,2 0 0,15 81 0,11 25 346,-6-29 249,62 207 0,-79-325-1894,0 0 1,1 0-1,0-1 0,1 1 0,1-2 0,10 15 0,-14-22-210,0-1 1,-1 0 0,2 0-1,-1-1 1,0 1 0,1-1 0,-1 0-1,1 0 1,0 0 0,0-1-1,0 0 1,0 0 0,0 0-1,1-1 1,-1 1 0,1-1 0,-1 0-1,1-1 1,5 1 0,-6-1-909,4 1-311,-2-3-4365,-2-3-3992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0 8084,'0'0'2318,"0"0"-1486,0 0-447,0 0 724,-22 34 455,-145 224 474,116-177-1514,16-28-344,3 2 0,1 0-1,-23 64 1,47-83-380,7-35-112,0-14-2537,0-42-4354,0 31 1587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3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7059,'0'0'830,"0"0"-275,0 0 456,0 0 438,16 29 71,106 178 735,-103-176-1814,76 114 1109,-82-128-1453,0 0 0,2-1 0,0 0 1,0-1-1,34 23 0,-42-34-191,0 0 1,0-1-1,0 0 0,0 0 0,0-1 0,1 0 0,-1 0 0,1-1 0,-1 0 1,14 0-1,-14-3-2724,-2-7-2245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7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6435,'0'0'1291,"0"0"-450,0 0 63,0 0 401,0 0-113,0 0-239,0 0-230,9-2 600,288-7 1646,-251 6-2802,35-4-14,157 7-1,-235 1-146,0-1 1,-1 1-1,1 0 0,0 0 0,-1 0 0,1 0 0,-1 1 0,1-1 0,-1 1 0,0-1 0,0 1 0,4 3 0,-5-4-128,-1-1-1,1 1 1,0 0-1,0 0 1,-1 0-1,1 0 1,0 0-1,-1 0 1,1 0-1,-1 0 1,1 0 0,-1 0-1,0 0 1,1 0-1,-1 0 1,0 0-1,0 0 1,0 0-1,0 1 1,0-1-1,0 0 1,0 0 0,0 0-1,0 0 1,-1 0-1,1 0 1,0 0-1,-1 1 1,1-1-1,-1 0 1,1 0 0,-1 0-1,1 0 1,-2 1-1,-6 3-3417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0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6947,'0'0'1676,"0"0"-687,0 0 297,0 0 336,26 2-298,206 7 402,-156-4-1527,0 3-1,120 28 1,-157-28-208,6 4 16,4 2-645,-16-11-4312,-33-3-3481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3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7059,'0'0'1529,"0"0"-358,0 0-98,0 0 79,0 0 75,0 0-440,1-10-392,4-31-299,-2 42 48,2 8-17,2 15 243,1 25 441,-3 0 0,-2 1 0,-4 58 0,0-63-632,1 0 0,2 0 1,2 0-1,12 53 0,-1-48-258,2 10-246,-10-20-8120,-7-40 761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4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6499,'0'0'952,"0"0"-322,0 0 509,0 31 107,0 181 574,0 94 817,0-174-6944,0-132-4068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5442,'0'0'1046,"0"0"152,31-3 339,103-12 181,202 9 2712,-200 9-3548,-117-3-823,60 3 121,-74-2-185,1 0-1,0 1 0,-1-1 0,1 1 1,-1 0-1,1 1 0,-1-1 0,0 1 1,0 0-1,0 0 0,5 6 1,-9-9-78,-1 0-144,0 0-149,0 0-432,0 0-462,0 0-1017,3 0-1531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5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861 5 2129,'0'0'1486,"0"0"-309,0 0-228,0 0 20,0 0 66,0 0-115,-20-2-258,-64 0-88,82 2-537,-1 0 1,0 1-1,1-1 1,-1 0-1,0 1 1,1 0 0,-1 0-1,1 0 1,-1 0-1,1 0 1,0 0 0,-1 1-1,1-1 1,0 1-1,0 0 1,0-1-1,0 1 1,0 0 0,0 0-1,1 0 1,-1 1-1,1-1 1,-1 0-1,-1 5 1,-2 1 108,-3 6 44,1 0 0,1 1 0,0 0 0,0 0 0,2 0 0,0 1 0,0 0 0,-1 26 0,2 137 795,5-105-678,57 666 2842,-46-629-2849,26 843 1813,-40-931-2070,0 1 0,-2 0 0,0 0 0,-2-1 0,-12 38 0,12-46-14,-1-1 0,-1 1 0,0-1 0,-1 0 0,0-1-1,-1 0 1,-1 0 0,0-1 0,-16 16 0,20-23-19,0-1 1,1 0-1,-1-1 0,-1 1 0,1-1 1,0 0-1,-1-1 0,0 1 0,0-1 1,1-1-1,-14 3 0,-6-2 40,-50-2 0,34-1-35,8-2-7,0-1 0,0-2 1,0-1-1,-62-22 1,-22-5-17,81 21 214,27 3-1450,10 9 1029,1 1-1,-1-1 0,0 0 1,1 1-1,-1-1 0,1 1 1,-1-1-1,1 0 1,-1 1-1,1-1 0,-1 1 1,1-1-1,-1 1 0,1 0 1,0-1-1,-1 1 0,1 0 1,0-1-1,-1 1 0,1 0 1,0 0-1,0-1 0,0 1 1,26-7-5489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2609,'0'0'4720,"0"0"-2802,0 0-795,0 0 144,0 0-61,0 0-453,-3-1-223,246-3 2627,-235 5-3182,53 3 156,-56-4-182,0 1-1,-1 0 1,1 0 0,-1 0 0,1 1 0,-1-1 0,1 1 0,-1 0 0,0 0-1,5 4 1,-9-6-1085,0 0-1823,0 0-1432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6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7523,'0'0'1625,"0"0"-902,0 0-261,0 0 463,0 0 319,0 25-495,-2 80-388,1-89-222,-1 1 1,0-1 0,-9 30 0,8-36-48,0-1 0,1 1 0,0 0 0,0 20 0,2-30-68,0 0 24,0 0-22,0 0 4,0 0 39,7 1-25,1 0 1,0 0-1,-1 1 0,1 0 1,7 3-1,-7-2-40,0-1-1,0 0 1,0 0 0,0 0 0,10 0-1,41 0-105,-27-1 224,45-2 0,-68 0-629,0 0 0,0-1 0,0 0 0,-1 0 0,13-6 0,-20 8-3540,-1-3-2713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6867,'0'0'1073,"0"0"-41,0 0 163,0 0 305,0 0-270,-3 8-545,-5 22 90,0 0-1,2 1 1,1 0-1,-1 32 0,3 135 1581,3-137-1917,0-59-470,0-2-94,0 0-197,0 0-706,0-15-5988,0-5-1694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 1105,'0'0'4636,"0"0"-2851,0 0-728,0 0 159,0 0 78,0 0-411,2-4-400,2 1-341,-1 12 5,-2 35 142,-7 58 163,-3-48-380,3-22 55,-4 65-1,10-96-40,0-1 66,0 0-5,0 0 149,7 0-188,-1-1 0,1 0 0,-1-1 1,1 1-1,11-6 0,25-5-122,52 7 93,129 7 0,-212-1-72,-2-1-9,-7 0-1,0-1 0,1 1-1,-1 0 1,1 1 0,-1-1 0,1 1 0,-1 0-1,0-1 1,0 1 0,6 3 0,-8-1-162,-3-3-3125,-8 0-493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18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3538,'0'0'1990,"0"0"-739,0 0 112,0 0 123,-14 30-184,-44 97-66,47-99-694,2 1 1,1 0 0,1 1 0,2 0-1,1 0 1,1 0 0,1 0 0,5 45-1,-3-14 859,0-60-1329,0-1-43,0 0-62,0 0 0,-1 0 0,1 0 0,0 0-1,-1 1 1,1-1 0,-1 0 0,1 0 0,0 0-1,-1 0 1,1 0 0,-1 0 0,1 0 0,0-1-1,-1 1 1,1 0 0,-1 0 0,1 0-1,0 0 1,-1 0 0,1-1 0,0 1 0,-1 0-1,1 0 1,0 0 0,-1-1 0,1 1 0,0 0-1,-1-1 1,1 1 0,0 0 0,0-1 0,-1 1-1,1 0 1,0-1 0,0 1 0,0 0-1,0-1 1,0 1 0,-1-1 0,1 1 0,0 0-1,0-1 1,0 1 0,0-1 0,0 1 0,0 0-1,0-1 1,13-18-4852,-4 10-432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2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1 3714,'0'0'1107,"0"0"-670,0 0-31,0 0 258,-33 24 283,-105 85 177,125-98-903,1 1 0,0 0 0,1 1 0,0 0 0,1 1 0,1 0 0,0 1 0,-8 18 0,1-2 161,-21 37 982,-35 95 0,59-130-1028,3 2 0,0 0 0,2 0 0,2 0 0,-2 40 0,6-33 95,2 0 1,9 78-1,-6-101-305,1 0 0,1 0 0,1 0 0,1-1 0,0 0 0,2 0 0,0-1 0,15 22 0,5-1 187,2-1 1,2-2-1,52 44 0,-85-79-310,0 0 0,0 0 0,0 0 0,1 0 0,-1 0 0,0 0 0,0 0 0,0 1 0,0-1 0,0 0 0,0 0 0,0 0 0,0 0 0,1 0 0,-1 0-1,0 1 1,0-1 0,0 0 0,0 0 0,0 0 0,0 0 0,0 1 0,0-1 0,0 0 0,0 0 0,0 0 0,0 0 0,0 1 0,0-1 0,0 0 0,0 0 0,0 0-1,0 0 1,0 1 0,-1-1 0,1 0 0,0 0 0,0 0 0,0 0 0,0 0 0,0 1 0,0-1 0,0 0 0,0 0 0,-1 0 0,1 0 0,0 0 0,0 0-1,0 0 1,0 0 0,-1 1 0,-13 3 143,-15-6-1821,28 2 1367,1-1 1,-1 0 0,1 1-1,-1-1 1,1 1-1,-1-1 1,1 0-1,0 1 1,-1-1-1,1 0 1,0 1 0,-1-1-1,1 0 1,0 1-1,0-1 1,0 0-1,0 0 1,0 1-1,0-1 1,0-1 0,0-9-5918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2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0 534 4818,'0'0'1214,"0"0"-88,0 0 69,0 0-312,0 0-2,16-22-193,97-133-280,-88 119-351,-2-2-1,26-60 1,-41 79 417,-1 0 1,0-1-1,-2 0 0,0 0 1,-2-1-1,0 1 0,0-25 1,-14 230 46,-2 13 497,13 154 1508,0-351-2416,0-1-46,0 0-21,0 0-22,0 0-5,0 0-5,0 0-62,2-23-6147,8 8 430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2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37 192,'0'0'4306,"0"0"-3108,0 0-819,0 0 368,0 0 224,0 0-285,-2-4-345,0 2-242,0-1 0,0 1 0,0-1-1,-1 1 1,1 0 0,-1 0 0,1 0 0,-1 0 0,0 0-1,0 0 1,0 1 0,0 0 0,0-1 0,0 1 0,0 0 0,0 1-1,-1-1 1,1 0 0,0 1 0,0 0 0,-1 0 0,1 0-1,0 0 1,-1 0 0,1 1 0,0-1 0,0 1 0,0 0-1,-1 0 1,1 0 0,0 0 0,0 1 0,0-1 0,1 1-1,-1 0 1,0 0 0,1 0 0,-1 0 0,1 0 0,-5 5 0,-13 23 131,1 1 0,1 0 1,1 1-1,2 1 1,2 1-1,1 0 0,1 0 1,2 1-1,2 1 0,1-1 1,1 1-1,2 0 1,3 40-1,-1-51-132,1 1-1,2-1 1,1 0 0,0 0-1,14 46 1,-14-62-86,1-1 1,-1-1-1,1 1 1,1-1-1,-1 1 1,1-1-1,0 0 1,1-1-1,0 1 1,0-1-1,0 0 1,1-1-1,0 1 1,0-2-1,0 1 1,0-1-1,1 0 1,0 0-1,0-1 1,16 5-1,-12-5 23,0 0-1,0-1 1,1 0-1,-1-1 1,0-1-1,1 0 1,-1 0-1,14-3 1,-19 2-22,-1 0 0,1-1 0,-1 0 0,1 0 0,-1-1 0,0 1-1,0-1 1,0-1 0,0 1 0,-1-1 0,1 0 0,-1 0 0,0-1 0,0 1 0,8-11 0,-7 6-11,-1-1 0,1 0 1,-2 0-1,1 0 0,-1 0 0,-1-1 0,0 1 0,0-1 1,-1 0-1,-1 0 0,0 0 0,0 0 0,-1 0 0,0 0 1,-3-14-1,2 20 2,0 0 0,-1 1 0,0 0 1,0-1-1,0 1 0,0 0 1,0 0-1,-1 0 0,0 1 0,0-1 1,0 0-1,0 1 0,-1 0 0,1 0 1,-1 0-1,0 0 0,0 1 1,0-1-1,0 1 0,0 0 0,0 0 1,-9-2-1,-2-1 3,1 1-1,0 0 1,-1 1 0,0 1 0,-29-1-1,-45 3 74,88 1-82,-1 0 0,1 0-1,0 0 1,0 0-1,0 0 1,0 0-1,1 0 1,-1 0-1,0 1 1,0-1 0,1 0-1,-1 1 1,1-1-1,-1 0 1,1 1-1,-1-1 1,1 1-1,0-1 1,0 0 0,0 1-1,0-1 1,0 1-1,0 1 1,-2 39-30,1-12-206,1-5 321,0 0-1,7 43 1,-6-62-374,0 1 0,1-1 0,0 0-1,0 0 1,0 0 0,1 0 0,0 0 0,0 0 0,1-1 0,-1 0 0,1 1 0,0-1 0,1-1-1,-1 1 1,8 6 0,1-7-3775,-6-4-2686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27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3378,'0'0'2000,"0"0"-1036,0 0-33,0 0 171,0 0-89,0 0-114,12 5 246,31 5-542,0-2 0,0-2 0,74 1 0,2 1-240,-113-6 25,1 1-4776,-7-3 1128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2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35 5619,'0'0'595,"0"0"-27,0 0-16,0 0 478,0 0 8,3-8-401,4-18-48,-24 49 119,-13 19-503,-176 199 1428,9-11-694,179-201-888,-5 5-11,21-34-698,1 0-1734,-2 0-2231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27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6035,'0'0'541,"0"0"217,0 0 218,0 0 84,0 0-353,0 0-112,17 16 261,-5-5-663,1 0-20,-1 1 0,-1 0 0,0 0 0,-1 1 0,0 0 0,-1 1 0,13 24 0,-1 9 527,3 6-70,2 0 1,38 57-1,-55-97-587,0 0 0,1-1-1,1 0 1,0 0-1,0-1 1,1-1 0,1 0-1,-1 0 1,2-1-1,-1-1 1,1 0 0,29 11-1,-39-17-446,12 1 1075,-11-10-5593,-5-7-878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28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5378,'0'0'889,"0"0"-388,0 0 70,0 0 251,0 0-24,10-1-305,218-3 833,-226 45-597,-2-31-659,-1 1 0,0-1 0,-1 0 0,0-1 0,-1 1 0,0 0 0,0-1 0,-1 1 0,-5 8 0,-7 11 17,-30 38 0,-1 1-4,33-46-42,10-19-9,1 1 0,1 0 1,-1 0-1,0 0 0,1 0 0,0 1 0,0-1 0,0 1 1,1-1-1,-1 1 0,1 0 0,-1 8 0,2-12-20,1-1 0,-1 1 0,0 0-1,1-1 1,-1 1 0,0 0 0,1-1-1,-1 1 1,1-1 0,-1 1 0,1-1 0,-1 1-1,1-1 1,-1 1 0,1-1 0,0 1-1,-1-1 1,1 0 0,0 1 0,-1-1-1,1 0 1,0 0 0,-1 1 0,1-1 0,1 0-1,25 5 96,-20-4-90,213 24 1079,-189-23-1784,-27-2-2476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2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49 128 3378,'0'0'1333,"0"0"-268,0 0 26,0 0-21,0 0-8,0 0-216,-8-21-238,0-4-418,4 12-6,0 0 0,0 1 0,-1 0 0,-11-19 0,17 55 1603,6-7-1690,2 0-1,0 0 1,1-1-1,1 0 1,0-1-1,1 0 1,14 13-1,17 23 223,-9-4 80,-2 0-1,-2 2 0,-2 2 0,29 73 0,-41-82-160,-2 1-1,-2 0 0,-2 0 1,-2 1-1,-2 0 0,1 54 1,-6-95-220,0 28 179,0 0 0,-2 0 0,-1 0 0,-2 0 0,-1 0 0,-13 44 1,0-26 181,-2-1 1,-2-1-1,-2-1 1,-2-1 0,-2-1-1,-63 75 1,84-113-2432,8-15-2518,7-4-2569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30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38 1121,'0'0'1397,"0"0"-313,0 0-41,0 0 419,0 0 203,0 0-1589,0 0 0,0-1 0,0 1 0,0 0 0,0 0 0,0 0 0,0-1 0,1 1 0,-1 0 0,0 0 0,0 0 0,0-1 0,0 1 0,0 0 0,0 0 0,0 0 0,0 0 0,0-1 0,1 1 0,-1 0 0,0 0 0,0 0 0,0 0 0,0 0 0,1 0 0,-1-1 0,0 1 0,0 0 0,0 0 0,0 0 0,1 0 0,-1 0 0,0 0 0,0 0 0,0 0 0,1 0 0,-1 0 0,0 0 0,0 0 0,0 0 0,1 0 0,-1 0 0,0 0 0,0 0 0,0 0 0,1 0 0,-1 0 0,0 0 0,0 0 0,0 0 0,0 1 0,1-1 0,-1 0 0,0 0 0,0 0 0,0 0 0,0 0 0,0 1 0,1-1 0,-1 0 0,0 0 1,0 0-1,0 0 0,0 1 0,0-1 0,0 0 0,0 0 0,0 1 0,-2 77 491,0-41-287,1 0 1,2 0-1,6 44 0,-5-74-239,0 0-1,0-1 1,0 1-1,1-1 1,0 0-1,0 0 1,1 0-1,-1 0 1,1 0-1,0-1 0,1 1 1,0-1-1,0 0 1,0-1-1,0 1 1,0-1-1,1 0 1,0-1-1,0 1 1,0-1-1,0 0 0,1 0 1,-1-1-1,13 3 1,10 1 59,1-1 1,-1-1-1,1-2 1,39-1-1,-65-1-90,2 0-3,-1-1 1,1 1-1,-1-1 1,0 0-1,1 0 1,-1 0 0,0-1-1,0 1 1,0-2-1,0 1 1,0 0-1,0-1 1,-1 0-1,1 0 1,-1 0 0,1-1-1,-1 1 1,-1-1-1,1 0 1,0 0-1,-1 0 1,0-1-1,0 1 1,0-1-1,0 0 1,-1 0 0,0 0-1,0 0 1,0 0-1,-1 0 1,0-1-1,0 1 1,0 0-1,0-8 1,0 5-10,0-1-1,0 0 1,-1 1 0,0-1-1,0 0 1,-1 1 0,0-1 0,-1 1-1,0-1 1,0 1 0,-1 0-1,0 0 1,-1 0 0,1 0 0,-1 0-1,-1 1 1,0 0 0,0 0-1,0 0 1,-11-11 0,-2 3-14,0 0-1,-1 0 1,-1 2-1,0 0 1,-1 2 0,0 0-1,-1 1 1,0 2 0,0 0-1,-1 1 1,0 1 0,0 1-1,-1 1 1,1 2 0,-30-1-1,51 3 11,0 0 0,1 0 0,-1 0 0,0 1 0,0-1 0,1 1 0,-1-1 0,0 1 0,1-1 0,-1 1 0,1 0 0,-1 0 0,0 0 0,1 0 0,0 0 0,-1 0 0,1 0 0,0 0 0,-1 1 0,1-1 0,0 0 0,0 1 0,0-1 0,0 1 0,1-1 0,-1 1 0,0 0 0,0-1 0,1 1 0,-1 0 0,1 3 0,-2 6-32,1 0 1,0 0 0,1 0 0,1 14 0,-1-3-94,1-16 44,-1 0 0,1 0 0,0 0 0,0 0 0,0 0 0,1-1 0,0 1 0,0 0 0,1-1 0,0 1 0,-1-1 0,2 0 0,-1 0 0,8 8 0,-9-9-172,2-2 0,-1 1 1,0 0-1,0-1 0,1 1 0,0-1 1,-1 0-1,1 0 0,0 0 0,0-1 1,0 1-1,0-1 0,0 0 0,5 0 0,12 0-3425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3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73 152 6627,'0'0'907,"0"0"115,-12-24-166,-1-7-551,-34-64 1610,47 94-941,0 4-513,5 85 963,3 0 0,25 103 1,-1-6 164,-24-121-1028,2 18-118,3-1-1,4 0 1,28 80-1,-22-121-211,-5-27-1679,-17-13 1219,-1 0 1,1 0-1,0 0 1,0 0-1,0 0 1,0 0-1,0 0 1,-1 0-1,1 0 1,0-1-1,0 1 1,0 0-1,-1 0 1,1-1-1,0 1 1,0-1-1,-1 1 1,1 0-1,0-1 1,0 1-1,-1-1 1,1 0-1,0 0 1,8-13-5287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30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8052,'0'0'1235,"0"0"-864,0 0 82,0 0 913,-4 32 190,1-8-1274,-1 7 24,-1 0 0,-1-1 0,-1 1 0,-2-1 0,-17 37 0,-45 81 931,25-54-379,-39 110 0,81-192-1048,-3 8 448,5-8-4648,2-16-284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3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5282,'0'0'1094,"0"0"37,26 25 369,81 86 293,-94-96-1399,-2 0 0,1 0 0,-2 1 0,0 0 0,-1 1 1,-1 0-1,0 1 0,5 19 0,3 6 298,51 149 1685,-16-41-2028,-51-149-653,8 16 678,-1-10-4886,-5-8-2072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44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30 406 5410,'0'0'1065,"0"0"66,-3-25 385,-9-80 123,-3 12 3383,16 132-2053,0 8-3144,11 55 454,5-1 0,4 0 1,41 117-1,-45-169-226,29 64 0,-38-97-39,0-1 1,1 0-1,1 0 1,0-1-1,1 0 1,1-1-1,24 23 1,-36-36-11,0 0 1,0 0-1,1 1 0,-1-1 1,0 0-1,0 0 0,1 1 1,-1-1-1,0 0 1,1 0-1,-1 0 0,0 0 1,1 1-1,-1-1 1,0 0-1,1 0 0,-1 0 1,0 0-1,1 0 1,-1 0-1,0 0 0,1 0 1,-1 0-1,0 0 0,1 0 1,-1 0-1,0 0 1,1 0-1,-1-1 0,0 1 1,1 0-1,-1 0 1,0 0-1,1 0 0,-1-1 1,0 1-1,1 0 1,-1 0-1,0-1 0,0 1 1,1 0-1,-1 0 0,0-1 1,6-22 34,-5-46-165,-2 51 89,34-577-889,-14 365 718,-18 207 207,-1 9-10,1 0-1,0 1 1,1-1-1,1 0 1,0 0-1,0 1 0,8-18 1,-11 30-69,0 1 0,1 0 0,-1 0-1,0-1 1,0 1 0,0 0 0,0 0 0,1 0 0,-1 0 0,0-1 0,0 1 0,0 0-1,1 0 1,-1 0 0,0 0 0,0 0 0,1-1 0,-1 1 0,0 0 0,0 0 0,1 0-1,-1 0 1,0 0 0,0 0 0,1 0 0,-1 0 0,0 0 0,0 0 0,1 0 0,-1 0-1,0 0 1,0 0 0,1 0 0,-1 0 0,0 0 0,0 1 0,1-1 0,-1 0-1,0 0 1,0 0 0,0 0 0,1 0 0,-1 1 0,0-1 0,0 0 0,0 0 0,1 0-1,-1 1 1,0-1 0,0 0 0,0 0 0,0 0 0,0 1 0,0-1 0,0 0 0,1 1-1,6 13-2203,-4 2-995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4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7700,'0'0'2283,"0"0"-1045,0 0-243,0 0 75,0 0-51,17 0-349,117-13 251,11-2 112,-54 13-3382,-91 3-1197,0 4-2878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4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6227,'0'0'1075,"0"0"-131,0 0 276,0 0 519,0 0-18,19 4-555,24 4-288,1-2 1,50 0 0,-73-6-806,53 3 928,-69-3-1287,0 1 0,1 0 0,-1 0 1,0 1-1,0 0 0,-1 0 0,1 0 0,0 0 0,-1 1 1,1 0-1,5 4 0,-9-6-3137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46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7139,'0'0'2604,"0"0"-1542,0 0-547,0 0 58,0 0 180,0 0 213,3 32 173,1 9-800,2 18 250,-1 68 1,-5 148 1838,0-274-2450,0-1 1,0 1-1,1-1 1,-1 0-1,0 1 1,0-1 0,1 1-1,-1-1 1,0 0-1,1 1 1,-1-1-1,0 0 1,1 1 0,-1-1-1,1 0 1,-1 0-1,0 1 1,1-1 0,-1 0-1,1 0 1,-1 0-1,1 0 1,-1 0-1,1 1 1,-1-1 0,0 0-1,1 0 1,-1 0-1,1 0 1,-1 0-1,1 0 1,-1-1 0,1 1-1,-1 0 1,1 0-1,9-8-5255,-7-9-232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46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7828,'0'0'2243,"0"0"-1058,0 0-676,0 0 116,0 0 786,9 20-280,2 8-788,0 0 0,-2 1 0,-1 0-1,-1 0 1,3 34 0,-6 186 554,-4-249-1799,0 0-1558,-3 0-1371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4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4402,'0'0'736,"0"0"-7,0 0 82,0 0 336,0 0-317,12-6 2,-7 3-727,4-1 68,-1-1 1,1 2-1,0-1 0,0 1 1,0 1-1,0-1 0,1 1 1,-1 1-1,14-1 0,-6 2 155,114 1 1659,0-5 0,141-24-1,-224 18-1768,-26 5-92,0 1 1,42-2 0,-63 6-95,-1 0-72,0 0-24,0 0-64,0 0-54,2 23-1405,5-17 128,0-3-2191,1-3-3305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4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 4130,'0'0'1593,"0"0"-588,-25 27 281,3-4-894,-2 1 129,1 1-1,1 2 0,1 0 0,2 1 1,-29 54-1,0 20 1259,4 2-1,-37 133 1,66-180-1182,3 0 0,2 1-1,2 0 1,3 0 0,3 1 0,5 67 0,0-104-469,1 1 1,1-1 0,1 0-1,1 0 1,0-1 0,2 0-1,1 0 1,0-1 0,1 0-1,2-1 1,0 0 0,1-1-1,17 18 1,23 18 207,2-3 0,98 69 0,-115-91-248,-38-28-137,0-1 0,0 1 0,-1-1-1,1 1 1,0-1 0,0 1 0,0-1 0,0 0 0,0 0 0,0 1-1,-1-1 1,1 0 0,0 0 0,0 0 0,0 0 0,0 0 0,0 0 0,0 0-1,0 0 1,0-1 0,0 1 0,0 0 0,-1 0 0,1-1 0,0 1-1,0-1 1,0 1 0,0-1 0,-1 1 0,1-1 0,0 1 0,-1-1-1,2-1 1,16-23-2666,-16 21 2117,14-20-4873,3 0-3707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0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4162,'0'0'1286,"0"0"-424,0 0 226,0 0 342,0 0-192,0 0-315,13 0-253,40 0 5,-50 0-619,0-1 1,0 1 0,0-1 0,-1 1-1,1-1 1,0 0 0,0 0-1,0 0 1,-1 0 0,1-1 0,-1 1-1,1-1 1,-1 0 0,1 1 0,-1-1-1,0 0 1,0 0 0,0-1 0,0 1-1,0 0 1,-1-1 0,1 1-1,-1-1 1,2-3 0,8-10 139,29-38 188,-3 0 0,-2-3 0,37-81 0,-69 133-346,-2 1 7,1 1-1,-1-1 1,0 1-1,1-1 0,-2 0 1,1 1-1,0-1 1,0-6-1,-1 10-71,-3 36 57,-52 152 850,5-25 257,39-122-711,2 1 1,2-1 0,-3 74 0,10-114-446,0-1-119,0 0-415,0 0-834,0 0-1345,0 0-1499,0 0-2500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12 8084,'0'0'723,"0"0"184,0 0 253,0 0 92,0 0-484,0-12-411,-3 33-59,-1 0-1,-1 0 0,-1-1 1,-1 1-1,-11 22 0,-5 18 433,3-1 300,-14 72 0,29-108-846,1-1 0,2 1 1,0 0-1,2 0 1,1 0-1,4 33 0,-3-52-169,-1 0 0,1-1 0,0 1 0,0-1 0,0 1 0,1-1 0,0 0 0,0 1 0,0-1 0,0-1 0,0 1 0,1 0 0,0-1 0,0 0 0,0 0 0,0 0 0,0 0 0,1-1 0,-1 0 0,1 1 0,-1-2 0,1 1 0,0 0 0,0-1 0,8 1 0,7 2 49,-1-2 0,0 0 0,1-1 0,0-1 0,26-3 0,-44 2-57,1 0 1,-1 0-1,1 0 0,-1 0 1,1-1-1,-1 1 0,1-1 0,-1 1 1,0-1-1,0 0 0,0 0 1,0 0-1,0 0 0,-1-1 0,1 1 1,-1 0-1,1-1 0,-1 1 1,0-1-1,0 1 0,0-1 1,0 0-1,0 1 0,-1-1 0,1 0 1,-1 0-1,1-2 0,1-14 13,1 0 0,-2-30 0,-1 46-25,0-2 2,0 0 0,0 0 0,0 0 0,-1 0-1,1 0 1,-1-1 0,-1 1 0,1 1 0,-1-1 0,0 0 0,0 0 0,0 1 0,-1-1 0,1 1 0,-1-1 0,-6-5 0,4 6 4,1 0 0,-1 1 0,-1 0 0,1 0 0,0 0 1,-1 1-1,1 0 0,-1 0 0,0 0 0,0 0 1,0 1-1,0 0 0,0 1 0,-9-1 0,5 0 4,0 1-1,0 0 1,0 1 0,0 0-1,0 0 1,1 1 0,-1 0-1,0 1 1,0 0-1,-12 6 1,15-5-4,0 1-1,0-1 1,1 1-1,0 0 1,0 1-1,0-1 1,1 1 0,0 1-1,0-1 1,0 1-1,1-1 1,0 1-1,-5 14 1,6-16-8,1 0-1,0 0 1,0 1-1,1-1 1,-1 1 0,1-1-1,0 1 1,1 0-1,-1-1 1,1 1 0,0 0-1,1 0 1,-1-1-1,3 9 1,-2-10-4,1-1 0,-1 1 1,1-1-1,0 0 0,0 0 0,0 0 0,1 0 0,-1 0 0,1 0 1,-1 0-1,1-1 0,0 0 0,0 1 0,0-1 0,0 0 0,0 0 1,1-1-1,-1 1 0,1-1 0,-1 1 0,7 0 0,14 2-592,-1 0-1,1-2 1,0-1 0,24-2-1,-22 1-693,2-2-1840,-10-9-2079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 8628,'0'0'1763,"0"0"-557,0 0-539,0 0 126,0 0 215,-14 24-7,-206 317 2349,107-217-2443,25-30-832,81-85 306,2-1-1916,4-6-3895,-2-2-1349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7187,'0'0'1238,"0"0"-368,0 0 467,23 28 471,143 176 1437,69 109 764,-232-309-4271,-1 0 0,1-1 0,1 0 0,-1 1 0,0-1 0,1 0 0,0 0 0,-1-1 0,1 1 0,0-1 0,0 0 0,1 0 0,3 1 0,-5-3-3775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1601,'0'0'3329,"0"0"-2302,0 0-410,0 0 610,0 0 48,-2 7-285,-6 22-147,8-28-792,0 0-1,0 0 1,0 1 0,0-1-1,0 0 1,0 0 0,0 0-1,0 0 1,1 0-1,-1 1 1,0-1 0,1 0-1,-1 0 1,0 0 0,1 0-1,0 0 1,-1 0 0,1 0-1,0 0 1,-1 0 0,1-1-1,0 1 1,0 0-1,0 0 1,-1-1 0,1 1-1,0 0 1,0-1 0,0 1-1,0-1 1,0 1 0,0-1-1,1 1 1,-1-1 0,1 0-1,45 8 727,-41-7-602,315 4 2693,-178-7-1673,-143 2-1145,0 0 7,-26 0 449,-149 17 59,38-3-1282,46-10-2794,88-4-1149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4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 5859,'0'0'1704,"0"0"-631,0 0 90,0 0 299,0 0-531,0 0-512,-2 11-91,-9 25 12,-1-1-1,-1-1 1,-2 0-1,-2 0 1,-27 40-1,-27 58 81,38-64-300,4 2 0,-30 105 1,58-168-357,-5 9-3143,4-16-1320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1649,'0'0'4829,"0"0"-3053,0 0-650,11 30 691,72 212 1198,-18-55-1239,-55-163-1652,2 0 0,0-2-1,2 0 1,0 0 0,28 32-1,-35-48-69,-1-1-1,1 0 0,-1-1 0,1 0 0,1 0 0,12 5 1,12-3-1061,-31-6 864,0 0 1,0-1 0,-1 1-1,1 0 1,0 0 0,0 0-1,-1-1 1,1 1-1,0 0 1,-1-1 0,1 1-1,0-1 1,-1 1 0,1-1-1,-1 1 1,1-1-1,-1 1 1,1-1 0,-1 1-1,1-1 1,-1 0-1,0 1 1,1-1 0,-1 0-1,0 1 1,1-1 0,-1 0-1,0 0 1,0 1-1,0-1 1,0 0 0,0 0-1,3-18-5283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5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19 6595,'0'0'726,"0"0"-145,0 0 22,0 0-136,0 0-61,27-3-177,2 0-133,20-4 279,71 1 0,-118 6-329,0 0 1,0 0-1,0 0 0,0 1 1,0-1-1,0 1 1,1-1-1,-1 1 0,0-1 1,0 1-1,0 0 1,0 0-1,-1 0 0,1 0 1,0 0-1,0 1 1,-1-1-1,1 0 0,0 1 1,-1 0-1,3 3 1,-2-2 10,-1 0 1,1 0 0,-1 1 0,0-1-1,0 1 1,0-1 0,0 1 0,-1-1 0,0 1-1,1-1 1,-1 1 0,-1 4 0,1 0 29,-1 0-1,-1 0 1,0 0 0,0-1 0,0 1 0,-1-1 0,0 1 0,0-1 0,-1 0 0,0 0 0,-6 9-1,-9 3 107,-37 29-1,9-9 21,46-39-189,1 0 51,0 0 15,0 0-55,42-5 72,-32 4-112,0 1 1,0-1-1,0 2 1,0 0-1,10 1 1,-15 0 8,-1-1 0,1 1-1,0 0 1,-1 0 0,1 1 0,-1 0 0,0-1-1,0 1 1,0 0 0,0 1 0,5 4 0,-5-3-7,0-1 1,0 1 0,-1-1 0,1 1 0,-1 0 0,0 0-1,0 1 1,-1-1 0,1 1 0,-1-1 0,0 1 0,-1 0-1,0 0 1,2 10 0,-3-11 13,0-1-1,-1 0 0,1 0 1,-1 0-1,0 0 1,0 0-1,0 0 1,-1 0-1,1 0 1,-1 0-1,0-1 0,0 1 1,-1-1-1,1 1 1,0-1-1,-1 0 1,0 0-1,0 0 1,0 0-1,0 0 0,-7 3 1,-8 5 184,-1-1 0,-1-1-1,1-1 1,-1 0 0,-42 9 0,-37 14 359,71-15-624,22-5-4518,6-9-3143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6019,'0'0'1897,"0"0"-417,0 0-116,0 0-94,0 0-222,24 8-253,1 0-597,-3 0-23,0-1 1,0-1-1,1-1 1,0-1 0,25 1-1,445 0 2926,-277-7-2653,-214 2-449,0 0 0,0 0 1,0 0-1,1 0 0,-1 0 1,0 0-1,0 1 0,0-1 1,0 1-1,0-1 0,0 1 1,0 0-1,0 0 0,0 0 1,0 0-1,-1 0 0,1 0 1,0 1-1,-1-1 1,1 0-1,0 1 0,-1-1 1,2 3-1,-1 0-303,-1 1 0,1-1 0,-1 0 0,0 1 0,0-1 0,-1 1 1,1-1-1,-1 1 0,-1 6 0,0-2-2762,-4-5-1754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8548,'0'0'1430,"0"0"-366,0 0 468,0 0 277,0 0-798,13-11-563,-4 4-390,-1-1-5,1 1 0,0-1 0,0 2 0,1 0 0,0 0-1,0 1 1,0 0 0,1 0 0,13-3 0,8 2 98,0 1-1,0 1 1,46 2 0,-77 2-148,0 1-1,0-1 1,0 1 0,0 0 0,0-1 0,0 1 0,0 0 0,0 0-1,0 0 1,0 0 0,0 0 0,-1 0 0,1 0 0,0 0-1,-1 0 1,1 0 0,0 0 0,-1 1 0,0-1 0,1 0 0,-1 0-1,0 1 1,1-1 0,-1 0 0,0 0 0,0 1 0,0-1-1,0 0 1,-1 3 0,2 1 12,-1 0 0,0 0-1,-1 0 1,1 0 0,-1 0-1,0 0 1,-3 8 0,-1-5 0,0-1 1,-1 0 0,1 0 0,-2-1 0,1 0 0,-1 0 0,0 0-1,0 0 1,0-1 0,-1-1 0,1 1 0,-1-1 0,-1 0 0,1-1-1,0 0 1,-1-1 0,-12 3 0,21-5 32,0 0 67,0 0-46,9 0 78,28-1-90,43 1-93,-75 0 30,0 1-1,1 0 0,-1 0 0,0 0 0,0 1 1,0-1-1,0 1 0,0 0 0,-1 1 1,1-1-1,-1 1 0,6 4 0,11 13-3,0 0 0,-2 2-1,0 0 1,-1 1 0,24 42 0,-42-64 5,1 0 0,0 0 0,-1 0 0,1 0-1,0 0 1,-1 0 0,0 0 0,1 0 0,-1 0 0,0 0 0,1 1 0,-1-1 0,0 0 0,0 0 0,0 0 0,0 0 0,0 1 0,0-1 0,0 0 0,0 0 0,-1 0-1,1 0 1,0 0 0,-1 1 0,1-1 0,-1 0 0,1 0 0,-1 0 0,0 0 0,1 0 0,-1 0 0,0-1 0,0 1 0,1 0 0,-1 0 0,0 0 0,0-1 0,0 1-1,0 0 1,0-1 0,0 1 0,0-1 0,0 1 0,-1-1 0,1 0 0,0 1 0,-2-1 0,-7 2 32,0 0-1,-1-1 1,1-1-1,-17 0 1,9 0-29,-37 1 88,-25 2 459,-84-7 0,164 4-543,-1 0-1,0 0 1,1 0-1,-1 0 1,1 0 0,-1 0-1,0 0 1,1 0-1,-1-1 1,1 1-1,-1 0 1,0 0-1,1 0 1,-1-1-1,1 1 1,-1 0-1,1-1 1,-1 1-1,1 0 1,-1-1 0,1 1-1,-1-1 1,1 1-1,0-1 1,-1 1-1,1-1 1,-1 1-1,1-1 1,0 1-1,0-1 1,-1 1-1,1-1 1,0 1-1,0-1 1,0 0 0,0 1-1,-1-1 1,1 1-1,0-1 1,0 0-1,0 1 1,0-1-1,1 0 1,-1 1-1,0-1 1,0 1-1,0-1 1,0 0 0,1 1-1,-1-1 1,0 1-1,0-1 1,1 1-1,-1-1 1,1 1-1,-1-1 1,0 1-1,1-1 1,-1 1-1,1 0 1,-1-1-1,1 1 1,-1 0 0,1-1-1,0 0 1,27-11-2033,-4 3-1509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62 1393,'0'0'3046,"0"0"-2029,0 0-452,0 0 353,0 0 333,0 0-287,-5-10-231,-15-32-52,15 32-60,5 10-261,0 0-120,13 54 230,58 94 322,7 17 97,-27-32-220,-7 2 1,36 182 0,-68-233-257,-4 1 0,-4 128 0,-5-154-20,1-36-223,-1-1-1,-1 1 1,-1 0 0,-1-1-1,-2 1 1,0-1-1,-1-1 1,-15 32-1,21-50-131,-1 0-1,0 1 0,0-1 0,-1-1 1,1 1-1,-1 0 0,1 0 0,-1-1 0,0 0 1,0 1-1,0-1 0,0 0 0,0-1 0,-1 1 1,1 0-1,0-1 0,-7 2 0,-12 6 144,33-7-4225,10-2 488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4:5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68 4626,'0'0'1267,"0"0"-330,0 0-156,0 0 81,0 0 261,0 0-79,0-11-273,0-34-160,0 33 74,0 12-74,0 0-173,-9 13 93,4-2-272,0 1 0,1 1 0,0-1 0,1 1 0,0-1 1,1 1-1,0 15 0,2 99 1065,1-62-858,14 507 1236,-10 195 1197,-7-438-1997,0-280-766,-2-1-1,-2 0 1,-2 0-1,-3-1 0,-1 0 1,-3-1-1,-34 76 1,45-112-104,0 0 1,1 0 0,0 1 0,0 0 0,1 0 0,1-1-1,0 1 1,0 0 0,1 13 0,0-24 15,0 0-3,0 0-7,0 0 42,0 0-48,0 0-86,-1-1 0,0 0 0,1 0 1,0 0-1,-1 0 0,1 0 0,-1 0 1,1 0-1,0 1 0,0-1 0,-1 0 1,1 0-1,0 0 0,0 0 0,0 0 1,0 0-1,0 0 0,0 0 0,0 0 1,1 0-1,-1 0 0,0 0 0,1-2 1,10-27-2246,2 19 339,-1 4-2867,-6 4-2165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0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126 109 3602,'0'0'848,"0"0"-77,0 0 230,0 0 295,0 0 49,0 0-177,0-8 51,0-24-100,0 2 2783,-5 21-1867,-8-17-377,8 25-1544,-1 0 1,0 0 0,1 0-1,-1 1 1,0 0-1,-8 1 1,8-1-42,-47 0-44,52 0-42,1 0-54,0 0-114,21 0 167,79-1 347,177 5-25,-252 2-204,-21-4-6184,-4-2 1643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0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8212,'0'0'1825,"0"0"-769,0 0-352,0 0 198,0 0-216,0 0-265,-5 15 108,-81 182 1365,70-153-1340,15-43-532,0 1 0,1-1-1,0 0 1,-1 0 0,1 0 0,0 0 0,-1 0 0,1 1 0,0-1 0,0 0 0,0 0 0,0 0-1,0 1 1,0-1 0,1 0 0,-1 0 0,0 0 0,1 0 0,-1 1 0,0-1 0,1 0 0,-1 0 0,1 0-1,0 0 1,-1 0 0,1 0 0,0 0 0,0 0 0,0 0 0,-1-1 0,1 1 0,0 0 0,0 0-1,2 0 1,21 3 144,1-1-1,0-1 0,48-3 1,19 1-99,-9 5 35,-48-4-5831,-35-1 2709,0 0-1777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0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11669,'0'0'1697,"0"0"-480,0 0 1344,-15 186-272,9-107-672,3-6-545,3-6-352,0-8-207,0-13-417,0-13 48,0-6-80,0-11-128,0-5 64,0-6-64,0-5-256,0 0-1153,0 0-2097,-3-11-3617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0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6211,'0'0'1272,"0"0"-239,0 0-51,2 26 242,5 89-77,-7-97-921,-1 1-1,0-1 0,-2 1 1,0-1-1,-1 0 0,-7 18 1,7-21-95,0 0 0,0 0 0,1 0 0,1 0 0,0 16 0,2-29-102,-1 1-1,1-1 1,0 0-1,0 0 1,0 0-1,0 1 0,1-1 1,-1 0-1,1 0 1,-1 0-1,1 0 1,0 0-1,-1 0 1,1 0-1,0 0 1,0 0-1,1 0 1,-1 0-1,2 2 0,0-3 17,1 0 0,-1 0-1,0 0 1,1 0 0,-1 0-1,1-1 1,-1 0 0,1 1-1,-1-1 1,7-1 0,1 1 41,393-19 461,-403 18-741,0 1 0,1-1 0,-1 1 0,0-1 0,0 0 0,0 0 0,0 0 0,0 1 0,0-1 0,0 0 0,0 0 0,0 0 0,-1 0 0,1-1 0,0 1 0,-1 0 0,1 0 0,-1 0 0,1 0 0,-1-1 0,1-2 0,2-8-3998,-3-1-1226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02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5907,'0'0'1115,"0"0"-19,0 0-10,0 0 72,0 0 483,-8 27-75,-1-1-1213,-1 5 95,1 2 0,1-1 0,-5 48 0,-5 291 3236,19-368-3671,-1 0 1,0 0-1,1 1 0,0-1 0,0 0 0,0 0 0,0 0 0,0 0 1,1 0-1,-1 0 0,1 0 0,0 0 0,0-1 0,0 1 0,0-1 1,0 1-1,1-1 0,-1 0 0,4 3 0,-4-4-659,0 0-1,0 0 1,0 0-1,0 0 1,0 0 0,0-1-1,0 1 1,0-1-1,0 1 1,0-1 0,3 1-1,-5-1-9496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0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5699,'0'0'1451,"0"0"-536,0 0-131,0 0 51,0 0-10,0 0-126,-3 0 148,3 0 635,246 4 520,94-2-3929,-360 1-851,1 2-2389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6771,'0'0'832,"0"0"321,0 0 312,0 0-11,27 3-251,180 13 534,-126-10-907,109 24 0,-29-4-615,-142-25-196,-16-1-12,0-1-1,0 1 0,-1 0 0,1 1 0,0-1 0,0 0 0,0 1 0,-1 0 0,1-1 1,0 1-1,-1 0 0,4 2 0,-6-3-73,0 0-448,-7 0-3249,-4 0-299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2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36 196 6035,'0'0'1384,"0"0"-127,0 0-88,-2-25 172,-3-17-801,1 9 775,0-62 0,-6 457 1258,-1 7-1515,11-362-1048,1-1 0,0 1 0,0 0 0,0 0-1,1-1 1,0 1 0,0-1 0,6 13 0,4 8-35,-12-25 432,0-1-4030,0-1 1047,0 0-2448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9925,'0'0'482,"0"0"-4,0 24 520,-6 394 3508,6-328-4613,0-90-691,0 0-1010,-2 0-1333,-8 0-2912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4002,'0'0'891,"0"0"-267,0 0 259,0 0 254,0 0-14,17 2-197,258 9 2886,-224-13-3196,0-3-1,79-18 1,-14 1-993,-81 17-2264,50 0 0,-85 5-3231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3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32 1233,'0'0'1899,"0"0"-271,0 0-452,0 0 185,0 0 23,0 0-237,0-8-373,0-15-380,0 59 227,0 74 1085,0 494 2675,-12-629-10466,12 4 85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9 4386,'0'0'1169,"0"0"-244,0 0 311,0 0 340,0 0-212,-89 0 1930,-305 0-2205,337-8-433,56 8-605,1 0-14,0 0 59,0 0 6,0 0-38,0 0 5,1 10 179,26 194 710,0-7-553,5 44 70,9 216 519,10 167 171,-43-64 14,-9-384-736,1-176-438,0 0-18,27-2 213,-20-1-179,0 0 0,-1-1 0,1 0 0,-1-1 0,7-5 0,-9 6-19,-1 1 0,1 0 0,0 0-1,0 0 1,0 1 0,1-1 0,-1 1-1,1 0 1,-1 0 0,1 1 0,0-1 0,0 1-1,0 0 1,-1 0 0,9 0 0,310 1 19,-312 1 5,-11-1-77,1 0 1,-1 0 0,0 0 0,1 0-1,-1 0 1,1 0 0,-1 0-1,1 0 1,-1 0 0,1 0 0,-1 0-1,0 0 1,1 0 0,-1 0-1,1 0 1,-1 0 0,1-1 0,-1 1-1,0 0 1,1 0 0,-1-1 0,0 1-1,1 0 1,-1 0 0,0-1-1,1 1 1,-1 0 0,0-1 0,1 1-1,-1 0 1,0-1 0,0 1 0,0-1-1,1 1 1,-1 0 0,0-1-1,0 1 1,0-1 0,0 1 0,0-1-1,0 1 1,0 0 0,0-1-1,0 1 1,0-1 0,0 1 0,0-1-1,0 0 1,3-9-895,2-8-3753,3 2-3999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 3249,'0'0'2442,"0"0"-1322,0 0-237,0 0 579,0 0 414,0 0-390,4-1-633,-1 0-801,1 0 1,-1 0-1,0-1 0,1 1 0,-1-1 0,0 0 0,0 0 0,0 0 0,0 0 0,-1-1 0,1 1 0,-1-1 0,3-3 0,37-47 431,-28 33-326,38-50 163,48-89 0,-99 159-311,-1 0-1,0 0 1,0 0-1,0 0 0,0 0 1,0 1-1,0-1 0,0 0 1,1 0-1,-1 0 1,0 0-1,0 0 0,0 0 1,0 0-1,0 1 0,1-1 1,-1 0-1,0 0 1,0 0-1,0 0 0,0 0 1,1 0-1,-1 0 0,0 0 1,0 0-1,0 0 1,0 0-1,1 0 0,-1 0 1,0 0-1,0 0 0,0 0 1,1 0-1,-1 0 1,0 0-1,0 0 0,0 0 1,0 0-1,1-1 1,-1 1-1,0 0 0,0 0 1,0 0-1,0 0 0,0 0 1,0 0-1,1-1 1,-1 1-1,0 0 0,0 0 1,0 0-1,0 0 0,0 0 1,0-1-1,0 1 1,0 0-1,0 0 0,0 0 1,0-1-1,0 1 0,0 0 1,0 0-1,0 0 1,0 0-1,0-1 0,0 1 1,0 0-1,2 24 224,-6 41 327,4-65-554,-26 170 1553,15-113-988,3 1 0,-2 67 0,10 25 103,-18-153-3274,16 2 2276,1 0 1,0 0-1,-1-1 1,1 1-1,0 0 1,0-1-1,0 1 1,0-1 0,0 1-1,0-1 1,0 0-1,0 1 1,1-1-1,-1 0 1,1 1-1,-1-1 1,0-2 0,1-10-5263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3858,'0'0'2673,"0"0"-1614,0 0-344,0 0 363,0 0-246,0 0-458,-2 12 98,-7 25 279,-1 0 1,-20 43-1,18-51-318,1 0-1,1 1 1,2 0 0,0 1-1,3-1 1,-4 44-1,9-46-163,-1-15-172,1 0 1,0 0-1,1 0 0,0 0 1,1 0-1,4 13 1,-4-22-79,0 0-1,0 0 1,0 0 0,0 0 0,1-1-1,-1 1 1,1-1 0,0 1 0,0-1 0,1 0-1,-1 0 1,0-1 0,1 1 0,0-1-1,0 1 1,-1-1 0,1 0 0,1-1-1,-1 1 1,0-1 0,9 2 0,4 0 30,0 0 0,0-2 0,0 0 0,31-3 0,-45 2-44,0-1-1,0 1 1,-1-1 0,1 0-1,-1 0 1,1 0-1,-1 0 1,1 0 0,-1 0-1,1-1 1,-1 1-1,0-1 1,0 0 0,0 0-1,0 0 1,0 0-1,0 0 1,-1 0 0,1 0-1,-1-1 1,1 1-1,-1 0 1,0-1 0,0 1-1,0-1 1,0 0-1,0 1 1,-1-1 0,1-2-1,2-11-16,-1-1 0,0 1 0,-1-27 0,-1 35-14,0 6 25,-1 0 0,1 0 1,0 0-1,0 1 0,-1-1 0,1 0 0,-1 0 0,0 1 0,1-1 0,-1 0 0,0 1 1,0-1-1,0 1 0,0-1 0,0 1 0,0-1 0,0 1 0,-1 0 0,1 0 0,-1 0 1,-1-2-1,-1 1-1,0-1 0,-1 1 1,1 0-1,-1 0 0,0 1 1,0-1-1,-8 0 0,-1 0 2,0 0-1,0 2 0,1 0 0,-1 0 1,-14 3-1,22-2 5,1 0 1,0 1-1,-1-1 1,1 1-1,0 0 1,0 1-1,0-1 0,0 1 1,0 0-1,1 0 1,-1 0-1,1 1 1,0-1-1,0 1 1,0 0-1,0 1 1,1-1-1,0 0 0,-6 11 1,5-5-35,0 0 0,0 0 0,1 1 0,0-1 0,1 1 0,0 0 0,0 0 0,2 0 0,-1 11 0,2-21-14,-1 0-1,0 0 0,1 0 1,-1 0-1,1 0 0,-1 0 1,1 0-1,0 0 0,-1 0 1,1-1-1,0 1 1,0 0-1,-1-1 0,1 1 1,0 0-1,0-1 0,0 1 1,0-1-1,0 1 1,0-1-1,0 1 0,0-1 1,0 0-1,0 0 0,0 1 1,0-1-1,0 0 1,0 0-1,2 0 0,38 2-4745,-36-2 3297,7 0-4667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45 6803,'0'0'1876,"0"0"-1116,0 0-312,0 0 430,0 0 189,-9 48 1846,9-56-1313,2-3-1360,-1-1-1,-1 1 0,0-1 1,-1 1-1,-2-12 0,2 22-226,0 1-1,0-1 1,0 1-1,-1-1 1,1 1-1,0 0 1,0-1-1,-1 1 1,1 0-1,0 0 1,-1 0-1,1 0 1,0 0-1,0 0 1,-1 0-1,1 1 1,0-1-1,-1 0 1,1 1-1,0-1 1,0 1-1,0 0 0,0-1 1,-1 1-1,1 0 1,0-1-1,0 1 1,0 0-1,0 0 1,-1 1-1,-1 5 8,0 1-1,1-1 0,0 0 1,0 1-1,0-1 0,1 1 1,0 0-1,1-1 0,0 1 1,1 12-1,-1-7-32,0-13 15,0 1-1,0 0 1,1-1 0,-1 1-1,0-1 1,1 1-1,-1 0 1,0-1-1,1 1 1,-1-1-1,1 1 1,-1-1-1,1 1 1,-1-1-1,1 1 1,-1-1 0,1 0-1,-1 1 1,1-1-1,0 0 1,-1 1-1,1-1 1,0 0-1,-1 0 1,1 1-1,0-1 1,-1 0-1,1 0 1,0 0 0,-1 0-1,2 0 1,30 0 143,-21-1-57,-10 0-73,0-1 0,0 1 0,0-1 0,-1 0 0,1 1 1,0-1-1,-1 0 0,0 1 0,1-1 0,-1 0 0,0 0 0,0 1 0,0-1 0,0 0 0,0-3 0,-2-35 22,1 38-33,0 0 1,1 0-1,-1 0 1,0 1-1,0-1 1,-1 0-1,1 1 1,0-1-1,-1 1 1,1-1-1,0 1 1,-1 0-1,0 0 1,1-1-1,-1 1 1,0 0-1,1 0 1,-1 1-1,0-1 1,0 0-1,0 1 1,0-1-1,-4 0 1,-49-3 19,54 4-26,0 3-74,0 0 0,0 1 0,1-1 0,-1 1 0,1-1 0,0 0 0,0 1 0,1 6 0,-1-4-902,0 0-3069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8452,'0'0'998,"0"0"-398,0 0 483,-3 25 56,-23 197 513,22-70-895,5-150-751,-1-1 0,0 1-1,1 0 1,-1 0 0,1-1-1,-1 1 1,1 0-1,0-1 1,0 1 0,0-1-1,0 1 1,0-1 0,0 1-1,0-1 1,0 0-1,1 1 1,-1-1 0,0 0-1,1 0 1,-1 0 0,1 0-1,-1 0 1,1 0 0,0-1-1,-1 1 1,1 0-1,0-1 1,0 1 0,-1-1-1,1 0 1,3 1 0,8 1 55,0-1 1,1 0 0,16-2 0,-17 1 23,207 0 674,-125 0-7033,-95 0-252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7892,'0'0'933,"0"0"-500,0 0 551,-8 36 966,-2 2-1393,1 1 67,0 0 1,3 0-1,-3 75 1,8-60 78,2 167 1752,2-181-2166,1 0 0,2-1 0,16 58 0,-18-89-15,-8-26 117,-3-21-1413,3 3-3629,4 25-266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1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2993,'0'0'2329,"0"0"-1243,0 0 278,0 0 434,0 0-230,-5 0-546,-9 0-623,8 0-134,8 0 403,257 11 1666,-232-13-2205,-19 2-102,0-1 1,0 1-1,1 0 1,-1 0 0,0 1-1,0 0 1,14 4-1,-22-4-17,0 0-1,0-1 1,0 1-1,0-1 1,0 1 0,-1-1-1,1 1 1,0-1-1,0 1 1,0 0-1,0-1 1,-1 1-1,1-1 1,0 1-1,-1-1 1,1 0-1,0 1 1,-1-1-1,1 1 1,0-1-1,-1 0 1,1 1-1,-1-1 1,1 0-1,-1 1 1,1-1-1,-1 0 1,1 0-1,-1 1 1,1-1-1,-1 0 1,1 0-1,-1 0 1,1 0 0,-1 0-1,0 0 1,-24 8 222,0-2 1,0-1-1,-1-1 1,-26 0 0,-110-3 316,89-2-207,71 1-665,-25 0 1149,26 0-1025,0 0 0,0 0 0,0 0 0,0 0 1,1 0-1,-1 0 0,0 0 0,0 0 0,0-1 0,0 1 1,0 0-1,1 0 0,-1-1 0,0 1 0,0-1 1,1 1-1,-1-1 0,0 1 0,1-1 0,-1 1 1,0-1-1,1 1 0,-2-2 0,2 0-7423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2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1024,'0'0'4242,"0"0"-2446,0 0-638,0 0 40,0 0-238,0 0-461,0 8-264,0 16 0,-2 0 1,-1 1-1,0-2 1,-2 1-1,-1 0 1,-14 38-1,8-27-44,1 2 1,-5 38-1,16-74-171,1-1 1,-1 1-1,1 0 0,-1 0 0,1 0 0,-1-1 1,1 1-1,-1 0 0,1-1 0,0 1 1,0 0-1,-1-1 0,1 1 0,0-1 0,0 1 1,-1-1-1,1 1 0,0-1 0,0 0 0,0 1 1,0-1-1,0 0 0,0 0 0,0 0 1,-1 1-1,1-1 0,0 0 0,0 0 0,0 0 1,0-1-1,2 1 0,45 0 245,-34-1-168,315 1 983,-326 2-1064,-3-1-6838,0-1 1567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2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7027,'0'0'1430,"0"0"-520,0 0-112,0 0 514,0 0 182,-9 32-325,-2 2-888,3-9-50,1 1 1,1 0-1,1-1 1,1 2-1,0 51 1,4 328 2809,0-401-3816,1-12-889,1-11-2180,-2-3-2145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2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 5763,'0'0'880,"0"0"-197,0 0 483,0 0 301,0 0-440,0 0-437,-4 0 135,7 0-314,18-1-62,-14 1-226,0-1 1,1 1-1,-1 1 0,0-1 0,0 1 1,13 4-1,-17-4-104,-1 0 0,0 0-1,0 1 1,0-1 0,1 1 0,-2 0-1,1-1 1,0 1 0,0 0 0,0 0 0,-1 0-1,1 0 1,-1 0 0,0 0 0,1 1-1,-1-1 1,0 0 0,0 1 0,0-1-1,-1 1 1,1-1 0,-1 1 0,1 4 0,1 3 29,-1 1 1,0-1 0,-1 0 0,0 0-1,-1 0 1,0 0 0,0 1 0,-1-1-1,-4 11 1,4-14-21,-1-1 0,0 0 0,0 1-1,-1-1 1,0-1 0,0 1 0,0-1-1,-1 1 1,0-1 0,0 0 0,0-1 0,0 1-1,-1-1 1,-8 4 0,25-14 432,-8 5-465,1-1 0,0 1 0,-1 0-1,1 0 1,0 0 0,0 0 0,7 0 0,-9 1 6,1 0 0,-1 0 0,1 0 0,-1 0 0,1 0 0,-1 0-1,1 1 1,-1-1 0,0 1 0,1 0 0,-1 0 0,0 0 0,1 0 0,-1 0 0,0 0 0,0 0 0,0 1 0,0-1 0,3 4 0,-2 0 6,0 0 0,-1 1-1,0-1 1,0 1 0,0-1 0,-1 1 0,2 8 0,-2-7-4,3 14 41,-1 0 0,-1 1 0,-2 21 0,0-41-33,-1-1 0,1 0-1,-1 0 1,0 1-1,0-1 1,0 0 0,1 0-1,-1 0 1,0 0-1,-1 0 1,1 0 0,0 0-1,0-1 1,0 1 0,0 0-1,-1-1 1,1 1-1,0-1 1,-1 1 0,-1 0-1,-35 11 87,33-11-70,-126 29 307,130-29-386,-1 0 1,0 0 0,1 0 0,-1 0 0,1 0 0,0 0-1,-1 0 1,1 0 0,0 1 0,0-1 0,-1 1 0,1-1-1,0 1 1,1-1 0,-1 1 0,0 0 0,0-1 0,1 1-1,-1 0 1,0 2 0,-3 6-3575,1-2-3375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23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5811,'0'0'1627,"0"0"-629,0 0-75,0 0-85,0 0 42,6 1-144,406 30 4417,-190-20-3863,-205-10-1225,9 1 37,50 9 0,-71-10-119,1 0 0,0 1 1,-1 0-1,1 0 0,-1 0 1,0 1-1,0 0 0,0 0 1,0 0-1,0 0 1,-1 1-1,1 0 0,-1 0 1,6 7-1,-2 13-1614,-8-24 1434,0 1 1,0-1-1,0 1 0,0 0 0,0-1 0,0 1 1,0 0-1,0-1 0,0 1 0,0-1 0,-1 1 1,1-1-1,0 1 0,0 0 0,-1-1 0,1 1 0,0-1 1,-1 1-1,1-1 0,0 1 0,-1-1 0,1 1 1,-1-1-1,1 0 0,0 1 0,-1-1 0,1 1 1,-1-1-1,0 0 0,1 0 0,-1 1 0,1-1 0,-1 0 1,1 0-1,-2 1 0,-15-1-7185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2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26 8708,'0'0'1894,"0"0"-704,0 0-414,0 0 209,0 0-153,29-4-386,-12 2-363,203-17 231,-219 19-317,1 0 1,-1 0-1,0 0 0,0 0 0,1 0 0,-1 0 0,0 0 0,1 0 0,-1 1 0,0-1 1,0 0-1,1 1 0,-1-1 0,0 1 0,0 0 0,0-1 0,0 1 0,0 0 0,0 0 1,0-1-1,0 1 0,0 0 0,0 0 0,1 2 0,2 31-66,-4-26 74,0-4 9,0 1-1,0-1 1,0 1-1,-1-1 1,0 1-1,0-1 1,0 0-1,0 1 1,-1-1-1,0 0 1,0 0-1,0 0 1,-2 4-1,-3-1 9,1 0 0,-2 0 0,1 0 0,0-1-1,-10 6 1,7-6 51,0 0 0,0 0-1,-1-1 1,0 0-1,0-1 1,0 0-1,0-1 1,-1 0-1,-13 1 1,100-14 147,-56 6-220,0 0-1,28 0 1,-42 4-7,-1 0 1,1 0-1,0 0 1,0 0 0,-1 1-1,1 0 1,-1 0-1,1 0 1,-1 0-1,1 1 1,-1 0-1,1 0 1,-1 0 0,7 5-1,-8-3 0,0 0 1,0 0-1,0 0 1,0 1-1,-1 0 0,1-1 1,-1 1-1,0 0 1,-1 0-1,1 0 0,-1 0 1,0 0-1,0 7 0,3 14 20,-1 0 0,-1-1 0,-2 1 0,-3 35-1,2-56 6,-1-1 0,1 1 0,-1-1 0,0 0 0,-1 0 0,1 0 0,-1 0 0,0 0 0,0 0 0,0 0 0,0-1-1,0 0 1,-1 0 0,0 0 0,0 0 0,0 0 0,0-1 0,0 1 0,0-1 0,-5 2 0,-9 4 159,0-1 0,0-1 1,-30 7-1,32-10 187,-1-1 0,0 0 0,1-1-1,-33-2 1,40 1-245,1-1 0,-1-1 0,1 0 0,-1 0 0,1-1 0,-1 0-1,1 0 1,0-1 0,1 0 0,-14-9 0,12 7 111,1 0 0,1-1 0,-1-1 0,-10-13 0,16 19-384,0 0-1,1-1 1,-1 0 0,1 0-1,0 1 1,-1-1 0,1 0-1,0 0 1,1 0-1,-1 0 1,0 0 0,1 0-1,0 0 1,0 0 0,0 0-1,0 0 1,0 0-1,1 0 1,-1 0 0,2-4-1,4 0-4249,8 2-3925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27.6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22 3233,'0'0'2180,"0"0"-1289,0 0 0,0 0 555,0 0-261,8 3-211,39 9-23,1-2 1,72 6 0,0 0 0,-33-1 1,140 5 1,-966-33-674,692 13-202,522-6 269,-385 2-295,1-4 0,-1-5 0,101-26 0,-180 32-6,-11 6-44,0 1 0,0-1-1,0 1 1,0-1-1,-1 1 1,1 0 0,0-1-1,0 1 1,-1-1 0,1 1-1,0 0 1,0-1-1,-1 1 1,1 0 0,-1-1-1,1 1 1,0 0 0,-1-1-1,1 1 1,-1 0-1,1 0 1,0 0 0,-1-1-1,1 1 1,-1 0 0,1 0-1,-1 0 1,1 0-1,-1 0 1,1 0 0,-1 0-1,-33-6-1,0 2 0,-1 1-1,1 1 1,-54 6 0,4-2 31,16-2 28,14-2 63,-1 3 0,0 2 0,-89 16 0,79-5 35,199-12 406,71-21-431,71-1-43,-274 20-121,-2 0-21,0 0 26,-7 0 54,-439 24 101,98-8 838,348-16-622,0 0-67,15-11 60,4 5-272,0 1 0,0 1 1,0 0-1,39-1 0,88 6-96,-65 1 45,269-2-65,-347 0 78,-3 0-86,-9 0-125,-269 12-1558,258-11-1107,12-1-1991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0.7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437 59 2785,'0'0'1163,"0"0"-717,0 0-64,0 0 397,0 0 250,0 0-71,0 0-104,0-9-78,-1-29 126,1 38-855,0-1 1,-1 0 0,1 1-1,0-1 1,-1 1-1,1-1 1,0 0-1,-1 1 1,1-1-1,0 1 1,-1-1-1,1 1 1,-1-1 0,1 1-1,-1 0 1,1-1-1,-1 1 1,0 0-1,1-1 1,-1 1-1,1 0 1,-1 0-1,0-1 1,1 1 0,-1 0-1,0 0 1,1 0-1,-1 0 1,0 0-1,1 0 1,-1 0-1,0 0 1,1 0-1,-1 0 1,0 1 0,-22 6 524,10 5-381,1 2 1,0 0 0,1 0 0,1 1-1,0 0 1,1 1 0,-8 18 0,4-10 29,-42 77 759,6 3 0,3 1-1,-58 210 1,92-261-685,4 1 0,1 0 0,3 0 0,3 0 0,2 0 0,8 57 0,-3-82-180,0-1-1,2 1 1,2-2-1,0 1 1,2-1 0,1-1-1,1 0 1,2-1-1,0 0 1,2-2-1,0 0 1,39 38-1,-23-29 149,1-2 0,1-2 0,2-1-1,1-2 1,0-1 0,2-2-1,71 28 1,-112-51-239,1 1 0,0-1 0,-1 0 0,1 1 0,0-1 0,0 0-1,-1 1 1,1-1 0,0 0 0,0 0 0,0 1 0,-1-1 0,1 0 0,0 0 0,0 0 0,0 0-1,0 0 1,-1-1 0,1 1 0,0 0 0,0 0 0,0 0 0,-1-1 0,1 1 0,0 0 0,0-1-1,0 0 1,1-20-148,-3 4-1058,1 10 526,0-15-2031,3 5-2380,3-1-4420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6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0 378 5587,'0'0'1163,"0"0"-189,0 0 69,0 0 96,0 0-184,26-18-365,81-60-257,-96 69-188,0 0 0,-1-1 0,0 0 0,-1-1 0,0 0 0,0-1 0,-1 1 0,-1-2 0,0 1 0,-1-1 1,0 0-1,-1 0 0,5-17 0,-3 9 174,17-61 701,-23 80-924,-1 2 32,0 17 18,-2 15 117,0 0 0,-2-1-1,-12 46 1,-36 98 1258,18-65-888,-7 77 353,36-137-5027,5-64 506,0 1-1785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6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8756,'0'0'1064,"0"0"-154,0 0 8,0 0 162,0 0 150,-17 27-323,2-4-729,-3 3 80,2 0 0,1 2 0,1-1 0,-20 59 0,19-37 287,1 1 1,3 0 0,2 1-1,2 0 1,0 103-1,7-151-539,1 0 0,-1 0 0,0 0 1,1 0-1,0 0 0,0 0 0,0-1 0,0 1 0,0 0 0,0 0 0,1-1 0,-1 1 0,1-1 0,0 1 0,0-1 0,0 0 0,0 0 0,0 1 0,0-2 0,1 1 0,-1 0 0,0 0 1,1-1-1,0 1 0,-1-1 0,1 0 0,0 0 0,5 2 0,6 0 41,-1-1 0,1 0 0,-1-1 0,27 0 1,-31-1-1,-5-1-34,-1 1-1,0 0 1,1-1-1,-1 0 0,0 0 1,0 0-1,0 0 1,0 0-1,0-1 1,0 1-1,0-1 1,0 0-1,0 0 1,-1 0-1,1 0 0,-1 0 1,0-1-1,1 1 1,-1-1-1,0 0 1,-1 1-1,1-1 1,0 0-1,-1 0 1,1 0-1,-1 0 0,0 0 1,0-1-1,0 1 1,0-5-1,3-11 24,-1 0 0,-1 0 0,-1-37 0,-1 48-27,0 6-3,-1 1 0,1-1 0,-1 0 0,1 0 0,-1 0 0,0 0 0,0 0 0,0 1 0,0-1 0,0 0 0,0 1 0,0-1 0,-1 1 0,1-1 0,0 1 0,-1 0 0,1 0 0,-1-1-1,0 1 1,1 0 0,-1 0 0,0 1 0,0-1 0,0 0 0,0 0 0,1 1 0,-1-1 0,0 1 0,0 0 0,0 0 0,0-1 0,0 1 0,-3 1 0,-2-2 11,0 1 1,0 0-1,0 0 0,0 1 1,0 0-1,0 0 0,0 1 1,0 0-1,-7 3 0,7-2-15,0 2 1,0-1-1,0 1 0,1 0 0,-1 0 0,1 1 0,1 0 0,-1 0 1,1 1-1,0-1 0,0 1 0,1 0 0,-6 12 0,5-8-28,0 1-1,1 0 1,0 0-1,1 1 1,0-1 0,1 1-1,0-1 1,1 17-1,1-27 6,0-1-1,0 1 0,0 0 1,1-1-1,-1 1 1,0 0-1,1-1 0,0 1 1,-1-1-1,1 1 1,0-1-1,0 1 0,-1-1 1,1 0-1,0 1 1,0-1-1,1 0 0,-1 0 1,0 1-1,0-1 1,1 0-1,-1 0 0,0 0 1,1-1-1,-1 1 1,1 0-1,-1-1 0,4 2 1,2 0-894,1-1-1,-1 1 1,0-1 0,1-1 0,10 1 0,0-1-3591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7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35 7315,'0'0'1705,"0"0"-536,0 0 130,0 0-51,0 0-452,0 0-282,21 20 3656,-21-23-4128,1 1 24,-1-1 0,0 0 0,0 0 0,0 0 0,-1 0 0,1 1 0,-1-1 0,1 0 0,-1 0 0,-1-3 0,0 5-42,1 0 0,0 0 0,-1 0-1,1 0 1,0 0 0,-1 0 0,1 1-1,-1-1 1,0 0 0,1 1 0,-1-1 0,1 1-1,-1 0 1,0-1 0,1 1 0,-1 0-1,0 0 1,1 0 0,-1 0 0,-2 1 0,3-1-22,0 1 0,0-1 0,1 0 0,-1 1 0,0-1 0,0 1 0,0 0 0,0-1 0,0 1 0,1 0 0,-1-1 0,0 1 0,1 0 0,-1 0 0,0 0 0,1-1 0,-1 1 0,1 0 0,0 0 0,-1 0 0,1 0 0,-1 0 0,1 0 0,0 0 0,0 0 1,0 0-1,0 0 0,0 0 0,0 2 0,-2 40 35,2-35-42,1-8 5,-1 1 1,0-1-1,1 1 0,-1-1 0,0 1 1,1-1-1,-1 1 0,1-1 0,-1 1 1,1-1-1,-1 1 0,1-1 1,0 1-1,-1-1 0,1 0 0,-1 0 1,1 1-1,0-1 0,-1 0 0,1 0 1,0 0-1,-1 1 0,1-1 1,0 0-1,-1 0 0,1 0 0,0 0 1,-1 0-1,2-1 0,23 1 81,-23 0-63,-1 0-10,0 0 0,0 0 1,0 0-1,-1 0 0,1-1 0,0 1 1,0 0-1,0 0 0,0 0 0,0-1 1,0 1-1,-1 0 0,1-1 1,0 1-1,0-1 0,-1 1 0,1-1 1,0 1-1,0-1 0,-1 0 1,1 1-1,-1-1 0,1 0 0,-1 0 1,1 1-1,-1-1 0,1 0 1,-1 0-1,1 0 0,-1 1 0,0-1 1,1-2-1,-1-32 48,-2 16-30,2 17-26,-1 1 0,0 0 0,0-1 0,-1 1 0,1 0 0,0 0 0,0 0 0,0 0 1,-1 0-1,1 0 0,-1 0 0,1 0 0,-1 1 0,1-1 0,-1 0 0,1 1 0,-1-1 1,1 1-1,-1 0 0,0 0 0,1-1 0,-1 1 0,1 0 0,-3 1 0,0-2-76,1 0-1,-1 1 1,0 0-1,1 0 1,-1 0-1,0 1 1,0-1-1,1 1 1,-1 0-1,1 0 1,-5 1-1,-5 13-1116,9-4-1762,3-5-1327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5667,'0'0'2113,"0"0"-654,0 0-389,0 0 138,0 0-170,-20 7-384,6-2-553,6-3-44,0 0 1,0 1-1,0 0 1,0 1 0,1-1-1,0 1 1,0 1 0,0 0-1,0 0 1,0 0-1,1 0 1,0 1 0,1 0-1,-1 1 1,1-1 0,-5 8-1,-8 17 378,1 0 0,2 1 0,0 0 0,3 1 0,1 1-1,1 0 1,2 0 0,1 1 0,2 0 0,1 0 0,2 53 0,2-79-374,1 1 1,0-1 0,1 0 0,0 0 0,1 0 0,0 0 0,0 0 0,1 0-1,0-1 1,1 1 0,0-1 0,0 0 0,0-1 0,1 1 0,0-1 0,9 7 0,2 1 49,1-1 1,0-1 0,1-1 0,1-1 0,35 16 0,-48-22 377,-8-4-2097,0-1-3532,-6 0-180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9748,'0'0'1249,"0"0"-534,0 0 352,0 0 302,0 0-569,1 2-699,0-1 0,0 0 0,0 1-1,0-1 1,1 0 0,-1 0 0,0 0 0,1 0-1,-1 0 1,1 0 0,-1 0 0,1-1 0,2 2-1,19 1-24,-1 0-1,1-2 0,0 0 0,0-2 0,31-4 0,-35 0-1139,-14 3-5867,-5-1-1484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0 816,'0'0'7484,"0"0"-4920,0 0-1740,0 0 62,0 0 61,-4 15-67,0-1-698,-12 40 673,3 1 0,2 0 0,-7 87 0,58-142-306,181-5-495,-221 5-273,0 0-317,0-63-12750,0 53 9697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8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4066,'0'0'1214,"0"0"18,0 0 308,0 0-161,0 0-363,-2 6-269,-3 11-228,1 1 0,1 0-1,0 1 1,2-1-1,0 0 1,1 1-1,3 25 1,-2 12 604,0 18-36,-1 17-309,-1-29-3256,2-62-1225,1 0-2828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9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7635,'0'0'153,"0"0"49,0 0 164,0 0 410,0 0 313,16 27-190,7 10-630,-3-5 27,-2 0 0,28 66 1,-25-38 497,-2 0 1,-3 1 0,-3 0-1,8 82 1,-5 253 1008,-16-391-1786,0-1 1,-1 1-1,1 0 0,-1-1 1,0 1-1,0-1 1,-1 0-1,-2 8 1,3-11-166,0 1 0,0 0 0,0-1 1,0 0-1,0 1 0,0-1 0,0 0 1,0 1-1,-1-1 0,1 0 0,-1 0 0,1 0 1,-1 0-1,1 0 0,-1 0 0,1-1 0,-1 1 1,0-1-1,0 1 0,1-1 0,-1 1 0,0-1 1,0 0-1,-2 0 0,-8 0-4155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7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3330,'0'0'1267,"0"0"-811,0 0-85,0 0 432,0 0 459,0 0-222,4 11-301,14 31 189,1-2 0,3 0 0,29 42 0,-17-29-271,39 82 1,-52-82-533,-3 2 1,-2 0 0,-2 0-1,-3 2 1,5 66 0,-3 288 56,-13-404-177,1 6 29,-2 0 0,1-1 0,-2 1 0,1 0 0,-2-1 0,0 0 0,0 1 0,-1-1 0,-1 0 0,0-1-1,0 1 1,-1-1 0,-1 0 0,0-1 0,0 1 0,-1-1 0,0-1 0,-1 1 0,0-2 0,-16 13 0,8-7 167,5-6 122,1 1 0,1 1 0,-15 15 0,23-22-277,0 0 1,-1 0-1,1 0 1,0 0 0,1 1-1,-1-1 1,1 1-1,-1-1 1,1 1 0,0 0-1,0-1 1,1 1-1,-1 0 1,1 0 0,0-1-1,0 1 1,1 7-1,-1-10-45,0 0 0,1-1 0,-1 1 0,1 0 0,-1 0-1,1-1 1,0 1 0,-1 0 0,1-1 0,0 1 0,-1 0 0,1-1-1,0 1 1,0-1 0,0 1 0,-1-1 0,1 0 0,0 1 0,0-1-1,0 0 1,0 0 0,0 1 0,0-1 0,0 0 0,0 0-1,0 0 1,32 1-60,-26-1-1,11 0-134,11 0-3152,-17 0-1518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51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1297,'0'0'2790,"0"0"-1707,0 0-344,0 0 401,0 0 247,0 0-408,5 4-221,0 0-562,1-1 0,0 0 0,-1 0 0,1-1 0,0 1 0,0-1 0,0 0 0,1-1 0,-1 0 0,0 0 0,10 0 0,84-2 1393,-44-1-955,158-2 204,96 0-59,-310 19-525,1-6-63,-1 0-1,0 0 1,-1 1-1,0-1 1,0 0-1,-1 0 1,0 0 0,0 0-1,-1 0 1,-7 15-1,-55 100 835,56-98-831,1-1-1,-6 39 1,-11 35 94,2-40-166,14-40-69,2 0-1,0 1 1,1-1 0,1 1-1,-4 26 1,7-26-38,-2-1 0,0 1 0,-1-1 0,-9 21 0,7-21-4,0 0-1,2 1 1,-6 39-1,-16 175 41,20-199-32,-1 20 5,7-49-24,0-1 1,0 0 0,0 0-1,-1-1 1,0 1 0,1 0 0,-2 0-1,1-1 1,-6 9 0,-10 25 2,6 3-7,3 1 0,-9 80-1,-23 254 66,35 184 155,8-315-10,-16-64-175,1-31-11,1 135 38,12-283-56,0 1 0,0-1-1,-1 1 1,1-1 0,-1 0-1,0 1 1,1-1 0,-1 0-1,0 0 1,-1 1-1,1-1 1,0 0 0,0 0-1,-1 0 1,0 0 0,1-1-1,-1 1 1,0 0 0,0-1-1,0 1 1,0-1 0,0 1-1,0-1 1,0 0-1,0 0 1,0 0 0,-1 0-1,1-1 1,0 1 0,-1 0-1,1-1 1,-1 0 0,-3 1-1,-10 0 39,0 0 0,0-1-1,-30-4 1,43 4-41,-5-2 5,0 0 1,0 0-1,0-1 1,0 0-1,1 0 1,-11-7-1,-25-10 2,18 13-3,0 1 0,0 2 0,0 0 1,0 2-1,-48 1 0,73 1-35,4-1-79,0 0 0,0 0 0,1 0 0,-1 1 0,0 0 0,1 0 0,5 1 0,-4-1-92,9 1-270,-11-1-65,0 1 0,0-1 0,0 0 0,-1 0 1,1-1-1,0 1 0,6-2 0,3-5-4427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56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0 211 7988,'0'0'1499,"0"0"-528,0 0-69,0 0 157,0 0-139,0 0-482,0 0-259,5 8 42,8 19 274,-2 0 0,-2 0 1,0 1-1,-2 0 0,0 1 0,1 31 0,9 28 358,0-9-86,42 111-1,-46-157-686,0-1-1,3-1 1,0 0 0,2-1 0,1-1 0,24 27 0,-40-52-70,1 0-1,-1 0 1,1-1-1,0 0 1,0 1-1,0-1 1,0-1-1,0 1 1,1-1 0,-1 1-1,1-1 1,-1-1-1,1 1 1,0-1-1,0 0 1,0 0-1,0 0 1,5 0 0,-9-18 99,1-90-666,5 0 0,28-151 1,-26 214 399,14-64-160,-6-2 0,7-164 1,-24 212 390,0 60-26,0 2-29,0 0-40,0 0-51,0 0-46,1 26-127,2-17-248,-1-1 0,1 1-1,0-1 1,0 1 0,8 10 0,-1-4-3258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5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 5875,'0'0'1750,"0"0"-534,0 0 36,0 0 303,0 0-269,-3 0-36,7 0-854,364-18 1890,-367 18-2370,-1 1-1,1 0 1,-1 0 0,1-1-1,-1 1 1,1 0-1,-1 0 1,0 0-1,0 0 1,1 0-1,-1-1 1,0 1 0,0 0-1,0 0 1,0 0-1,0 0 1,0 0-1,0 0 1,0 0-1,-1 1 1,1-1-92,0 0 0,0-1 1,0 1-1,0-1 0,0 1 0,-1 0 0,1-1 1,0 1-1,0-1 0,0 1 0,-1-1 1,1 1-1,0-1 0,-1 1 0,1-1 1,-1 1-1,1-1 0,0 1 0,-1-1 0,1 0 1,-1 1-1,1-1 0,-2 1 0,-11 2-4519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56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6739,'0'0'1177,"0"0"-393,0 0 294,0 0 272,0 0-235,17 2-259,332 9 3397,-337-11-4221,-1 0-299,-3 0-4444,-8 0-540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57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9124,'0'0'939,"0"0"-285,0 0 370,0 0 903,-9 25-185,-1 2-1313,3-13-243,1 1 0,1 0 0,1 0 1,0 0-1,1 1 0,1-1 0,0 1 0,0 21 1,2 347 2859,0-384-3123,0 0-390,0 0-1168,0 0-1425,0-3-1729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5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10549,'0'0'1387,"0"0"-875,0 0-37,0 0 1049,0 34 274,3 209 675,-3-11 405,0-185-9771,0-68 1650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5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4786,'0'0'3380,"0"0"-2355,0 0-681,0 0 560,0 0 318,-7 0-331,7 0-881,-21 2 368,21-2-365,0 0 0,0 0 0,0 0-1,0 1 1,1-1 0,-1 0 0,0 0 0,0 0-1,0 1 1,0-1 0,0 0 0,0 0-1,0 0 1,1 1 0,-1-1 0,0 0-1,0 0 1,0 1 0,0-1 0,0 0-1,0 0 1,0 0 0,0 1 0,0-1 0,0 0-1,0 0 1,0 1 0,0-1 0,-1 0-1,1 0 1,0 1 0,0-1 0,0 0-1,0 0 1,0 0 0,0 1 0,0-1-1,-1 0 1,1 0 0,0 0 0,0 0-1,0 1 1,-1-1 0,1 0 0,0 0 0,0 0-1,0 0 1,-1 0 0,1 0 0,0 0-1,0 1 1,-1-1 0,11 4 175,1 0 1,-1-1-1,1 0 0,-1-1 1,1 0-1,20 1 1,77-2 612,-58-2-560,354-20 2043,-312 15-886,-91 6-1356,-1 0 44,0 0 23,0 0 8,0 0 22,0 0-11,0 0-69,0 0-46,0 0-55,0 0-295,0-1-1474,0-4-2666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1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6163,'0'0'974,"0"0"-150,0 0 144,0 0-87,0 0-348,0 0-292,-6 0 4,-237 16 1030,242-17-1264,0 1-1,-1 0 1,1 0-1,0 0 1,-1 0-1,1 0 1,0 1 0,0-1-1,-1 0 1,1 0-1,0 1 1,0-1-1,-1 1 1,1-1-1,0 1 1,0 0-1,0 0 1,0-1-1,0 1 1,0 0-1,0 0 1,0 0 0,0 0-1,0 0 1,0 0-1,1 0 1,-1 0-1,0 0 1,1 0-1,-1 1 1,1-1-1,-1 0 1,1 0-1,0 1 1,-1-1 0,1 0-1,0 1 1,0-1-1,0 0 1,0 2-1,-2 4 1,-8 46 463,2 0 0,2 0 0,2 78 0,21 164 356,0-28 112,-17 327 16,0-593-894,0-1 0,14-2 11,3-3-52,0 1-1,0 0 1,1 1 0,-1 1-1,25 0 1,257 21 233,-298-19-184,-1 0-88,0 0-325,0-3-3170,0-2-1033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27 4530,'0'0'1852,"0"0"-817,0 0-259,0 0 155,0 0 19,0 0-187,-1-4-344,1 4-428,0-1 41,0 0-1,0 0 0,0 0 0,0 0 0,0 0 0,0 1 0,-1-1 0,1 0 0,0 0 1,0 0-1,-1 0 0,1 1 0,-1-1 0,1 0 0,0 1 0,-1-1 0,1 0 1,-1 0-1,0 1 0,1-1 0,-1 1 0,0-1 0,1 1 0,-1-1 0,0 1 0,1-1 1,-1 1-1,0 0 0,0-1 0,0 1 0,1 0 0,-1-1 0,0 1 0,0 0 0,0 0 1,0 0-1,1 0 0,-1 0 0,0 0 0,0 0 0,0 0 0,0 0 0,0 1 1,1-1-1,-1 0 0,0 0 0,0 1 0,0-1 0,1 1 0,-1-1 0,0 0 0,1 1 1,-1-1-1,0 1 0,0 0 0,-15 13 98,0 0 0,1 1 0,1 1 0,1 0 0,0 1 0,1 0 0,0 1 0,-9 21-1,11-17 44,1-1-1,0 2 0,2-1 0,1 1 0,1 0 1,1 0-1,0 0 0,2 1 0,1-1 0,1 1 1,3 28-1,-2-47-152,0 0 0,0 0 1,0 0-1,0-1 0,1 1 1,-1-1-1,1 1 1,1-1-1,-1 0 0,0 1 1,1-1-1,0 0 0,0-1 1,0 1-1,1-1 0,-1 1 1,1-1-1,0 0 0,0 0 1,0 0-1,0-1 0,0 0 1,0 1-1,1-1 0,-1-1 1,1 1-1,8 1 0,10 2 71,1-1-1,-1-2 0,1 0 1,32-2-1,-36 0-53,-17 0-29,0 0 0,0-1 0,0 1 0,0-1 0,0 0 0,-1 0 0,1 0-1,0 0 1,0 0 0,-1-1 0,1 1 0,-1-1 0,1 0 0,-1 1 0,0-1 0,1 0 0,-1 0 0,0-1-1,0 1 1,-1 0 0,1-1 0,0 1 0,-1-1 0,0 0 0,1 1 0,-1-1 0,0 0 0,0 0 0,-1 0-1,1 0 1,-1 1 0,1-1 0,-1 0 0,0 0 0,0 0 0,0-3 0,0 1 1,0 0 1,0 1-1,0-1 1,-1 0-1,0 1 1,0-1-1,0 1 1,0-1-1,-1 1 1,1-1-1,-1 1 1,-1 0-1,1 0 1,0 0-1,-1 0 1,0 0-1,0 1 1,0-1-1,0 1 1,0 0-1,-1 0 1,-6-5-1,-3 3 15,-1 2-1,1-1 1,-1 2-1,1 0 1,-1 0-1,1 1 1,-1 1 0,0 1-1,0-1 1,-23 6-1,34-5-31,1 0 0,0 0 0,-1 0-1,1 0 1,0 0 0,0 0 0,0 1 0,0-1 0,0 1-1,0-1 1,0 1 0,0 0 0,1 0 0,-1 0-1,1 0 1,-1 0 0,1 0 0,0 0 0,0 0-1,0 1 1,0-1 0,0 1 0,0-1 0,1 0 0,-1 1-1,1-1 1,-1 1 0,1-1 0,0 1 0,0 2-1,0-1-33,1-1 0,-1 1 0,0 0-1,1-1 1,0 1 0,0-1 0,0 1-1,0-1 1,0 1 0,1-1 0,0 0-1,-1 0 1,1 0 0,0 0 0,1 0-1,-1 0 1,0 0 0,1-1 0,5 5-1,-5-5-190,24 12-1121,-5-11-2922,-6-3-3305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9348,'0'0'1078,"0"0"-710,0 0-213,0 0 269,0 0 152,0 0-258,-7 20-131,-61 156 418,65-169-452,1 0 0,0 0 1,0 1-1,0-1 0,1 0 0,0 1 0,-1 12 0,3-19-130,0 0 1,1 0 0,-1 0-1,0 0 1,0 0 0,0-1-1,1 1 1,-1 0-1,0-1 1,1 1 0,-1-1-1,0 1 1,1-1 0,-1 0-1,1 0 1,-1 0-1,0 0 1,1 0 0,-1 0-1,1 0 1,-1 0 0,1 0-1,-1 0 1,2-1-1,3 0 16,319 1 239,-324 0-350,-1 0-48,0 0-304,0 0-523,0 0-1377,0 0-1761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5298,'0'0'985,"0"0"-169,0 0-85,0 0-112,0 0-168,-2 3 147,-2 7-337,1 1 0,1-1 1,0 1-1,0-1 0,1 1 0,0 0 1,1-1-1,1 1 0,1 16 1,0 11 572,-5 9 364,-1-1 0,-20 85 0,20-111-916,-2 17 534,2 0-1,1 62 0,3-98-753,0-1 5,0-7-825,0-37-5114,0 25 53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7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6019,'0'0'1897,"0"0"-921,0 0-437,0 0-29,0 0 7,0 0-234,0 0-139,-9 0-75,-27 0 27,27 0 94,9 0 45,0 0 66,0 0 51,3 0-45,153 14 809,-34-1-839,-7-10 873,-483-3-433,364 0-712,1 0 0,-1 0 0,1 0 0,-1 1 0,1-1-1,0 1 1,-1 0 0,-4 2 0,7-2-77,0-1 0,0 1 0,0 0 0,0-1 0,0 1 0,0 0 0,0 0 0,0 0 0,0 0 0,1 0 0,-1 0 0,0 0 0,1 0 0,-1 0 0,1 0 0,-1 0 0,1 0 0,-1 0 0,1 0 1,0 1-1,-1-1 0,1 0 0,0 0 0,0 0 0,0 2 0,3-1-2393,12-2-2535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12 1841,'0'0'2430,"0"0"-1613,0 0-342,0 0 309,0 0 155,-10-2-53,-35-7-99,42 9-700,0 0 1,0 0 0,0 0-1,1 0 1,-1 1 0,0 0-1,0-1 1,0 1 0,1 0 0,-1 1-1,0-1 1,1 0 0,-1 1-1,1-1 1,-1 1 0,1 0-1,0 0 1,0 0 0,0 0-1,0 0 1,0 0 0,0 0-1,1 1 1,-1-1 0,1 1-1,-1-1 1,1 1 0,-1 2-1,-9 12 257,-9 9-36,1 2-1,1 0 0,2 1 0,-14 32 0,24-46-184,1 0 0,0 0-1,1 1 1,1 0 0,0 0 0,1 0 0,1 0 0,0 0-1,1 0 1,3 20 0,-2-33-112,0 0 0,0 0 0,0 0 0,1 0 0,-1 0 0,1-1-1,-1 1 1,1 0 0,0-1 0,0 1 0,0-1 0,1 0 0,-1 0 0,0 0 0,1 0 0,-1 0 0,1 0 0,0-1-1,0 1 1,-1-1 0,1 0 0,0 1 0,0-2 0,0 1 0,0 0 0,7 0 0,8 2 45,1 0 0,0-2 0,23-1 0,-30 0-25,-1 0-12,0-1 0,0 0 0,0 0 1,0-1-1,-1-1 0,1 0 0,0 0 1,-1-1-1,0 0 0,16-10 0,-21 11-6,0 0 0,-1-1-1,1 1 1,-1-1 0,0 0-1,0 0 1,0-1 0,0 1 0,-1-1-1,0 0 1,0 0 0,0 0-1,-1 0 1,1 0 0,-1-1-1,-1 1 1,1-1 0,-1 0-1,0 1 1,0-1 0,0-11 0,0 15-9,-1-1 1,0 1 0,0 0 0,-1-1 0,1 1 0,0 0 0,-1-1 0,1 1-1,-1 0 1,0 0 0,1 0 0,-1-1 0,0 1 0,0 0 0,-1 0 0,1 0-1,0 1 1,-1-1 0,1 0 0,-3-2 0,0 2 1,0 0 0,0 0 0,0 1 0,-1-1 0,1 1 0,0 0 0,-1 0 0,1 0 0,-1 1 0,-4-1 0,-12-1 13,1 1 1,-1 1-1,1 0 1,0 2-1,-34 6 1,48-6-23,0-1-1,0 1 1,0 0-1,0 0 1,0 1 0,0 0-1,1 0 1,-1 0 0,1 1-1,0 0 1,0 0 0,0 0-1,0 1 1,1-1 0,0 1-1,0 0 1,0 0-1,1 1 1,-1-1 0,1 1-1,0-1 1,-2 8 0,5-12-7,-1 1 1,0-1-1,0 1 1,1-1-1,-1 1 1,1 0-1,-1-1 1,1 1-1,0 0 1,0-1-1,0 1 1,0 0-1,0-1 1,0 1-1,0 0 1,0-1-1,1 1 1,-1 0-1,0-1 1,1 1-1,0-1 1,-1 1-1,1-1 1,0 1-1,0-1 1,0 1-1,0-1 1,0 0-1,0 1 1,0-1-1,0 0 1,1 0-1,-1 0 1,0 0-1,1 0 1,-1 0-1,3 1 1,4 0-451,0 0 1,1-1-1,-1 1 1,0-2-1,1 1 0,11-2 1,-8 1-848,12 0-3770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5971,'0'0'493,"0"0"-71,0 0 314,0 0 369,0 0-78,1 17-256,2 17-162,-3 0-1,0 1 1,-3-1 0,-7 38 0,8-62-455,0-4-101,0 0 0,0 0 0,0 0 0,1 0 0,0 0 0,1 0 0,-1 0 0,1 0 0,0 0 0,1 0 0,0 7 0,3-12-26,0 0 0,1-1 0,-1 1 0,0-1 0,0 0 0,0 0 0,0 0 0,6-1 0,-3 0-25,6 1 31,0-1 1,0 0-1,-1-1 0,1 0 1,0-1-1,-1-1 0,0 0 1,0 0-1,16-9 1,6 4-432,-12 9-2743,-22 0 3019,2 0-3271,-2 0-2266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6275,'0'0'974,"0"0"-270,0 0 561,0 0 634,0 0-386,-7 26-419,-10 51 298,-7 87 1,24-161-1368,-15 268 2991,15-270-3337,0 1-1,0-1 1,0 1-1,0 0 1,0-1-1,-1 1 0,1-1 1,0 1-1,-1-1 1,1 1-1,-1-1 1,0 1-1,1-1 1,-1 1-1,0-1 1,0 0-1,0 1 0,0-1 1,0 0-1,-1 2 1,-1-3-6170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0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6659,'0'0'1422,"0"0"-667,0 0 93,0 0 404,0 0 114,30 0-395,199-13 712,-155 7-1610,176-13 2586,-166 16-5223,0 1-3908,-84 2 1358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1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5683,'0'0'1624,"0"0"-306,0 0 187,0 0 288,0 0-574,4-5-717,5-3-342,-1 1 0,1 0 1,0 0-1,0 1 0,1 0 1,0 1-1,0 0 0,1 1 1,-1 0-1,21-5 0,-5 3 106,-1 1 1,1 1-1,48 0 0,-73 5-266,0-1 1,0 0-1,0 1 1,0-1-1,0 1 1,0-1-1,-1 1 1,1 0 0,0-1-1,0 1 1,-1 0-1,1 0 1,0-1-1,-1 1 1,1 0 0,-1 0-1,1 0 1,-1 0-1,1 0 1,-1 0-1,0 0 1,1 0 0,-1 0-1,0 0 1,0 0-1,0 0 1,0 0-1,0 0 1,0 0-1,0 1 1,1 43 134,-2-34-45,2 14 15,0-15-83,-1 0 1,0 0 0,0 0 0,-1 0 0,-3 12 0,4-20-3,-1 0 0,1 0 0,-1 0 0,0 0 0,0 0 0,0 0 0,0 0 0,0-1 0,0 1 0,-1 0 0,1-1 0,-1 1 0,1-1 0,-1 1 0,1-1 0,-1 0 0,0 0 0,1 0 0,-1 0 0,0 0 0,0 0 0,0 0 0,0-1 0,0 1 0,0 0 0,0-1 0,0 0 0,0 0 0,0 1 0,-4-2 0,5 1 73,1 0-58,0 0-38,12 0-141,42-10 159,-40 7-42,0 0-1,0 1 0,19-1 0,-31 3 26,-1 0 0,0 0 0,1 0 0,-1 1-1,0-1 1,1 0 0,-1 1 0,0-1 0,0 1 0,0 0-1,0-1 1,1 1 0,-1 0 0,0 0 0,0-1 0,0 1-1,0 0 1,0 0 0,-1 0 0,1 0 0,1 2 0,12 34-35,-9 40 116,-4-54-20,-1-15-35,1 0 1,-2 0-1,1 0 0,-1 0 1,-2 9-1,2-15-12,0 1 0,0 0-1,-1 0 1,1 0-1,-1-1 1,1 1 0,-1-1-1,0 1 1,0-1 0,0 0-1,0 1 1,-1-1-1,1 0 1,-1-1 0,1 1-1,-5 2 1,-15 8 276,-1-1 1,0-2-1,-1 0 0,0-1 1,0-1-1,0-2 1,-1 0-1,0-2 0,-44 1 1,29-36 191,39 31-491,1-1 1,0 2-49,0 0-77,0 0-24,1-15-5483,1 6 219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19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6147,'0'0'157,"0"0"283,0 0 966,-14 24 326,8-13-1543,-13 20 492,2 2 0,1 0 0,2 1 0,-20 68 0,29-60 93,1 1 1,3 80 0,1-64-34,1-52-358,-2-1-2655,-8-10-1474,0-5-1429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19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6499,'0'0'1209,"0"0"-401,0 0 40,0 0 315,26-3-66,189-11 755,-177 13-1484,-1 1 1,1 2-1,0 2 1,-1 1 0,71 20-1,-102-25-349,-5 0 8,-1 0-14,0 0-45,0 0-222,12-13-6386,-6 8-547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2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6611,'0'0'787,"0"0"59,0 0 178,0 0-61,0 0-229,-20 0-166,-65 7 38,78-5-506,1 1 1,0 0-1,-1 0 0,1 0 1,0 1-1,1 0 0,-1 0 1,1 0-1,0 1 0,0 0 1,0 0-1,0 0 0,1 0 1,0 1-1,0 0 0,1 0 1,-4 8-1,-4 3 172,2-1-62,0 1 0,2-1 1,0 1-1,1 0 0,1 1 0,0 0 0,1-1 0,1 1 1,1 1-1,0-1 0,2 0 0,1 21 0,-1-34-176,0 1-1,1-1 1,0 0 0,0 1-1,0-1 1,0 0 0,1 0-1,0 0 1,0 0 0,0 0-1,1 0 1,0 0 0,0-1-1,0 1 1,4 4-1,0-3 11,-1 0 0,1 0 0,-1-1 0,2 0 0,-1 0 0,0-1 0,1 0 0,16 6 0,-9-5 0,2 0-1,-1-1 1,0-1-1,1-1 0,-1 0 1,1-1-1,0-1 1,-1 0-1,30-5 1,-44 4-39,0 1 1,-1 0-1,1-1 1,-1 1-1,1-1 1,-1 0 0,1 0-1,-1 1 1,0-1-1,1 0 1,-1 0-1,0 0 1,0-1-1,0 1 1,0 0 0,0 0-1,0 0 1,0-1-1,0 1 1,0-1-1,0 1 1,-1-1-1,1 1 1,-1-1 0,1 1-1,0-3 1,0-47 7,-2 31-35,1 19 19,0-1 1,0 1-1,0-1 0,0 0 0,-1 1 0,1-1 1,-1 1-1,1-1 0,-1 0 0,0 1 0,1 0 1,-1-1-1,0 1 0,0-1 0,0 1 1,0 0-1,0 0 0,-1 0 0,1-1 0,0 1 1,0 0-1,-3-1 0,-1 0 3,0-1-1,1 1 1,-1 1-1,0-1 1,0 1-1,0 0 1,-8-1-1,-8 0 11,-1 2-1,-33 2 0,45 0-16,0 0-1,0 1 0,0 0 1,0 0-1,1 1 1,-1 1-1,1-1 1,0 2-1,1-1 1,-1 1-1,1 0 1,0 1-1,1 0 1,-1 0-1,2 1 0,-1 0 1,1 0-1,0 0 1,0 1-1,1 0 1,0 0-1,1 0 1,0 1-1,1-1 1,0 1-1,0 0 0,1 0 1,-2 15-1,4-23-7,0 0 0,0 0 0,1 0 0,-1 0 0,0 0-1,1 0 1,0 0 0,-1 0 0,1 0 0,0-1 0,0 1-1,0 0 1,0 0 0,0-1 0,0 1 0,1 0 0,-1-1-1,0 0 1,1 1 0,0-1 0,-1 0 0,1 1 0,-1-1-1,1 0 1,0 0 0,0-1 0,0 1 0,0 0 0,0 0-1,0-1 1,0 1 0,2-1 0,9 2-652,0-1 0,0 0 0,0-1 0,16-1 0,-2 0-3066,-12 1-2785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2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5250,'0'0'3092,"0"0"-1702,0 0-757,0 0 362,0 0 499,0 0-286,-10 28-445,-78 195 1132,84-213-1807,-1 2 30,0 0 1,1 0 0,0 0 0,1 1-1,1-1 1,0 1 0,0 16-1,2-28-111,1 0 0,0 0-1,0-1 1,0 1 0,0 0 0,0 0-1,0-1 1,0 1 0,0-1-1,0 1 1,0-1 0,0 1-1,0-1 1,1 0 0,-1 1-1,0-1 1,0 0 0,0 0-1,1 0 1,-1 0 0,0 0-1,0 0 1,0 0 0,0 0-1,1-1 1,-1 1 0,1-1-1,6 1 29,367 0 413,-349 4-975,-18-2-2249,-3 0-3824,-5-2 1005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2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5491,'0'0'2417,"0"0"-1211,0 0-158,-10 24 478,-17 47-94,4 0 0,-16 77-1,31-89-196,2 0-1,2 73 0,4-131-1159,0-1 40,0 0-59,0 0-14,0 0-52,1-36-4943,-2 16-619,1 8-2714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3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1409,'0'0'3863,"0"0"-2489,0 0-574,0 0 369,0 0-38,-5 1-384,-6 2 735,11-1-456,26 3-9,60 2-733,-70-6-51,4 0-140,252 28 1060,-268-28-1121,30 7 149,-33-8-178,0 1-1,0-1 1,0 1 0,0-1 0,0 1 0,0-1 0,0 1 0,0-1 0,0 1-1,0 0 1,0 0 0,0-1 0,0 1 0,-1 0 0,1 0 0,0 0 0,-1 0 0,1 0-1,0 0 1,-1 0 0,1 0 0,-1 0 0,0 0 0,1 1 0,-1 1 0,0-2 7,0 0 0,-1-1 1,1 1-1,-1 0 0,1 0 0,-1 0 1,1 0-1,-1-1 0,1 1 0,-1 0 1,0-1-1,1 1 0,-1 0 1,0-1-1,0 1 0,0-1 0,1 1 1,-1-1-1,0 1 0,0-1 1,0 0-1,0 1 0,0-1 0,0 0 1,0 0-1,-1 0 0,-30 6 106,26-6-109,-25 5 19,0-3 0,0 0 0,0-2-1,0-1 1,0-2 0,1-1 0,-1-1 0,1-2 0,-48-16 0,64 13 388,12 5-1395,10 3-4338,8 2 64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0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5378,'0'0'1348,"0"0"-310,0 0 469,-18 31 339,-2 2-1338,0-1-75,1 1 0,2 1 0,2 0 0,-14 41 0,14-19 231,2 0-1,3 1 1,2 0-1,3 1 0,2 74 1,3-124-615,0 0 0,1 0 0,0-1 1,0 1-1,1 0 0,0 0 0,1 0 0,-1-1 1,1 1-1,1-1 0,0 0 0,0 0 0,0 0 0,0-1 1,1 0-1,1 1 0,-1-1 0,1-1 0,0 1 1,0-1-1,13 8 0,-6-6-82,0 0-1,1 0 1,0-2-1,0 1 1,0-2 0,1 0-1,0-1 1,0 0 0,-1-2-1,30 1 1,-44-2-237,1-1 0,0 1 1,0 0-1,0-1 0,0 0 1,-1 1-1,1-1 0,0 0 1,-1 1-1,1-1 0,0 0 0,-1 0 1,1 1-1,-1-1 0,1 0 1,-1 0-1,0 0 0,1 0 1,-1 0-1,0 0 0,1 0 0,-1 0 1,0 1-1,0-1 0,0 0 1,0 0-1,0 0 0,0 0 1,0 0-1,0 0 0,0 0 0,-1-1 1,1-14-8517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9380,'0'0'849,"0"0"-449,0 0 752,0 0 433,0 0-512,0 0-385,111 36-384,-66-36-16,0 0-176,0 0 32,-9 0-144,-3 0-32,-12 0 16,0 0-384,-21 0-1953,0 0-3009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1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8484,'0'0'878,"0"0"-430,0 0 368,0 0 499,-10 23-333,5-7-850,-9 17 114,3 0 1,0 1-1,-7 49 1,14 10 273,5-92-514,-1 0 0,0 0 1,1 0-1,-1 0 0,1 0 0,-1 0 0,1 0 0,0-1 0,-1 1 0,1 0 0,0 0 0,0-1 0,-1 1 0,1 0 0,0-1 0,0 1 0,0-1 0,0 1 0,0-1 0,0 1 0,0-1 1,0 0-1,0 1 0,0-1 0,0 0 0,0 0 0,0 0 0,0 0 0,0 0 0,0 0 0,1 0 0,45 0 284,-33 0-253,64 2 94,-45 1-126,0-3 0,1 0 1,45-8-1,-66 2-1233,-10-4-3432,-3 4-1228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6915,'0'0'2233,"0"0"-1166,0 0-250,0 0 778,-4 27 25,-1 2-1241,-1 11 197,1-1 0,1 53 0,2-37 190,1 52 388,1-98-1095,1 0 1,0-1 0,1 1 0,0 0 0,0-1 0,1 0 0,0 0 0,0 1 0,6 8 0,16 4-1,-8-16-1623,-17-5 1400,0 0 0,1 0 0,-1 0 0,1 0 0,-1-1 0,1 1 0,-1 0 0,0 0 0,1 0 0,-1 0 0,1-1 0,-1 1 0,0 0 0,1 0 0,-1-1 0,0 1 0,1 0 0,-1 0 0,0-1-1,1 1 1,-1 0 0,0-1 0,0 1 0,1-1 0,-1 1 0,0 0 0,0-1 0,0 1 0,0-1 0,1 0 0,2-15-5412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2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7107,'0'0'819,"0"0"206,0 0 263,3 30-135,0 1-881,-3-13-123,2 1 0,0-1-1,2 1 1,0-1 0,0 0 0,2-1 0,0 1-1,15 28 1,19 26 384,69 146 921,-97-189-1239,-2 0 0,-1 0 0,-1 2 0,-2-1 0,5 60-1,-10-78-173,0 11 43,0 0 0,-1-1-1,-2 1 1,-3 24 0,3-39-67,0-1-1,-1 1 1,0-1-1,0 1 1,0-1 0,-1 0-1,0-1 1,-1 1 0,1-1-1,-1 0 1,0 0 0,-1 0-1,0 0 1,1-1-1,-11 7 1,10-8-144,-1 1 0,0-1 0,0 0 0,0 0 0,0-1 0,0 0 0,-1-1 0,1 1 0,-1-1 0,0-1 0,1 1 0,-11-1 0,17-1-3811,1 0-4837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3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20 6211,'0'0'742,"0"0"-78,0 0 552,0 0 17,0 0-350,0 0-813,0 0 0,0 0-1,0 0 1,0 0 0,-1 0 0,1 0 0,0 0-1,0 0 1,0 0 0,-1 0 0,1 0 0,0-1 0,0 1-1,0 0 1,0 0 0,0 0 0,-1 0 0,1 0-1,0 0 1,0-1 0,0 1 0,0 0 0,0 0-1,0 0 1,0 0 0,0-1 0,-1 1 0,1 0-1,0 0 1,0 0 0,0-1 0,0 1 0,0 0 0,0 0-1,0 0 1,0 0 0,0-1 0,0 1 0,0 0-1,0 0 1,0-1 0,10-2 30,-1 0-1,0 1 1,1 0-1,-1 1 1,1 0 0,-1 0-1,1 1 1,-1 0-1,1 0 1,0 1 0,9 3-1,-16-3-87,-1 0-1,1 1 1,-1-1-1,0 1 1,1 0-1,-1 0 1,0 0-1,0 0 1,0 0-1,-1 0 1,1 0-1,0 1 1,-1-1-1,1 1 1,-1-1-1,0 1 1,0-1-1,0 1 1,0 0-1,-1 0 1,1-1-1,-1 1 1,1 4-1,4 73 443,-5-70-394,0-3-22,0 0-1,0 0 1,0 1-1,-1-1 1,0 0-1,0 0 1,-1 0 0,0 0-1,0 0 1,-1 0-1,0-1 1,0 1 0,0-1-1,-1 0 1,0 0-1,0 0 1,-1 0 0,1-1-1,-1 1 1,-1-1-1,-10 8 1,10-7 7,3-4-27,0 1 1,1-1-1,-1 1 1,0-1-1,0 0 1,0 0-1,0-1 1,0 1-1,-1-1 1,1 1-1,-6 1 1,9-3 21,0 0 16,0 0 27,0 0-35,3-2-58,0 0 1,0 0-1,0 1 1,1-1-1,-1 1 1,1 0-1,-1 0 1,7 0-1,-5-1 8,1 1 1,0 0-1,-1 0 0,1 1 0,0 0 1,0 0-1,-1 0 0,1 1 0,0-1 1,-1 2-1,1-1 0,5 2 0,-7 0 4,0-1 0,0 1-1,0-1 1,-1 1-1,1 0 1,-1 1 0,0-1-1,0 0 1,0 1-1,-1 0 1,1 0-1,-1 0 1,0 0 0,0 0-1,2 6 1,1 4 21,-1 0 0,0 0 0,-1 1 0,-1-1 0,0 1 0,-1-1 0,-1 28 0,-1-40 2,1 1 0,-1-1 1,1 1-1,-1-1 0,0 1 0,0-1 0,0 0 1,0 1-1,0-1 0,-1 0 0,1 0 0,-1 0 1,1 0-1,-1 0 0,0 0 0,0-1 0,0 1 1,0 0-1,0-1 0,0 0 0,0 1 1,0-1-1,-1 0 0,1 0 0,0 0 0,-1-1 1,-3 2-1,-12 3 199,0-1 0,-34 3 0,29-4-31,-64 0 71,86-3-405,1 3-4712,0-3-2169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2673,'0'0'1441,"0"0"-438,0 0 256,0 0 342,0 0-283,0 0-358,20-8 3149,218 28-2422,-46-1-570,159-9 85,60 3-134,-385-13-1034,-20 0-31,1 0 0,0 0 0,-1 0 0,1 1 0,-1 0 0,1 0 0,-1 1 0,1 0 0,9 4 0,-15-6-10,-1 1 0,0-1-1,0 0 1,0 0 0,1 1-1,-1-1 1,0 0-1,0 0 1,0 1 0,0-1-1,0 0 1,0 0 0,0 1-1,0-1 1,1 0 0,-1 0-1,0 1 1,0-1 0,0 0-1,0 1 1,0-1 0,0 0-1,-1 0 1,1 1 0,0-1-1,0 0 1,0 1-1,0-1 1,0 0 0,0 0-1,0 1 1,-1-1 0,1 0-1,0 0 1,0 0 0,0 1-1,0-1 1,-1 0 0,1 0-1,0 0 1,0 1 0,-1-1-1,1 0 1,0 0 0,0 0-1,-1 0 1,1 0-1,-1 0 1,-9 6-149,-1-1-1,0-1 1,0 0 0,0-1-1,0 0 1,-15 2 0,-75 6-4380,90-10 3619,-8 0-3594,6-1-3109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5:44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6355,'0'0'2796,"0"0"-1201,0 0-528,0 0 315,0 0-173,29-6-537,97-20-269,-97 21-247,0 1 1,0 2-1,50 1 0,-32 2-197,-45 0 38,0-1-1,-1 1 0,1 0 0,-1-1 1,1 1-1,-1 0 0,0 0 0,1 0 1,-1 0-1,0 0 0,1 1 0,-1-1 1,0 0-1,0 1 0,0-1 0,0 0 1,0 1-1,-1-1 0,1 1 0,0-1 1,-1 1-1,1 0 0,-1-1 0,1 1 0,-1 0 1,0-1-1,0 1 0,0 0 0,0-1 1,0 1-1,0 3 0,-4 58 23,2-57-10,-1 0 1,0 0-1,0 0 1,0 0-1,0-1 0,-1 1 1,0-1-1,0 0 1,0 0-1,-1-1 1,0 1-1,0-1 0,0 0 1,0 0-1,-8 3 1,5-1 37,0-2-1,0 1 1,-1-1 0,0 0 0,1-1 0,-1 0 0,-1 0 0,1-1 0,0-1 0,-11 2 0,20-3 89,0 0 51,0 0 50,14-1-138,1-1-1,-1 0 1,20-6-1,27-3-89,-4 6-28,93 5 1,-144 1 13,1 0 1,0 1-1,0-1 0,-1 2 1,1-1-1,-1 1 0,0 0 1,1 0-1,-1 0 1,-1 1-1,1 0 0,0 0 1,-1 1-1,0-1 1,0 1-1,0 0 0,-1 1 1,0-1-1,6 10 1,-4-5-4,-1 0 0,1 1 1,-2 0-1,1 0 0,-1 0 1,-1 0-1,0 1 1,-1-1-1,0 1 0,0 19 1,-2-24 18,1-1 0,-2 1 0,1-1 1,-1 1-1,0-1 0,-4 12 0,4-15-1,-1 0-1,1-1 0,-1 1 0,0-1 1,1 0-1,-1 1 0,0-1 0,-1 0 1,1 0-1,0 0 0,0-1 0,-1 1 1,1 0-1,-1-1 0,0 0 1,1 1-1,-5 0 0,-12 4 177,1 0 0,-1-2 0,1 0 0,-1-1 0,-22 1 0,-99-5 1353,93 0-1118,30 0-303,-1 0 0,0-2 0,1 0 1,0 0-1,0-2 0,0 0 0,0-1 0,1-1 0,0 0 0,-20-13 0,33 19-110,1-1-1,0 1 0,0 0 1,1-1-1,-1 1 1,0-1-1,0 0 0,1 0 1,-1 1-1,1-1 0,-1 0 1,1 0-1,0 0 0,0-1 1,0 1-1,0 0 0,0-3 1,0 3-39,1 0 0,0 1-1,0-1 1,1 0 0,-1 0 0,0 1 0,1-1 0,-1 0 0,1 0 0,-1 1 0,1-1 0,0 1 0,-1-1 0,1 0 0,0 1 0,0 0-1,2-3 1,2-1-278,0 0 0,1 0 0,0 0 0,0 1 0,0 0 0,0 0 0,13-5-1,28-8-3827,3 3-3045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4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11 2641,'0'0'1572,"0"0"-759,0 0 150,0 0 459,0 0 11,0 0-390,0 0-301,0 0-286,0 0-40,0 0-32,0 0-63,-26 0-103,-80 0-4,96 0-100,0 0 1,1-1-1,-1 0 1,-17-5 0,6 3 462,75 4-407,-1 3 1,0 1 0,0 3 0,0 3-1,77 25 1,-110-31-155,-15-4-10,0 0-1,0 0 0,-1 1 1,1-1-1,0 1 0,-1 0 1,8 5-1,-13-6 32,-1-1 1,1 1-1,-1 0 0,0-1 1,1 1-1,-1-1 0,0 1 1,0-1-1,1 0 0,-1 0 1,-3 0-1,-62 0 88,0-2-1,-114-20 1,130 11 148,0 2 0,-87-4 0,138 13-305,0 2 31,1-1 0,-1 1 0,1-1 0,0 1 1,0-1-1,-1 0 0,1 0 0,0 1 1,0-1-1,0 0 0,0 0 0,1 0 1,-1 0-1,0 0 0,0 0 0,1 0 1,-1-1-1,0 1 0,1 0 0,-1-1 1,1 1-1,-1-1 0,1 1 0,-1-1 0,1 0 1,1 0-1,46 8 96,113 0 117,65 8-122,-209-16-90,-15 0-1,-1 0 0,1 0 0,0 0 0,0 0 1,0 0-1,0 1 0,-1-1 0,1 1 0,0 0 0,0 0 0,3 1 0,-57 0 319,-39-5-149,47 0-64,-47 4 0,76 0-90,0 1 1,0 0 0,1 1-1,-1 0 1,1 2-1,0-1 1,-19 11 0,-55 33 21,86-47-5,1-1-35,0 0 33,0 0-9,3 0 22,39-3 250,69-12-1,-12 0-53,-51 10-102,138-9 465,-186 14-575,0 0 8,-4 1 15,-1 0 1,1 0 0,-1 0 0,0-1-1,1 0 1,-1 0 0,0 0 0,-7-2-1,-8 0-29,-37 3-5,-1-3 0,1-2 0,1-2 0,-67-17 0,70 9-30,17 6 29,1-2 0,0-1 0,-39-19 0,67 24-62,14 4-100,15 3 71,100 25 65,-77-15 41,0-2 1,70 5-1,-6-11 61,-111 5-134,-11-6 75,0-1 0,-1 0 0,1 0 0,-1-1 0,-16-3 0,-12 1-45,-113 2 0,154 0 15,1 0-42,0 0-85,29 6 34,1-2 0,31 0 0,-5 1 41,58 6-9,-173-11 489,59 0-489,0 0 19,0 0 16,0 0 21,0 0-21,0 0 35,0 0-11,0 0 13,0 0-21,0 0 30,0 0-30,0 0 18,0 0-23,0 0 16,0 0-9,0 0 22,0 0 11,0 0-46,0 0 30,0 0-14,0 0 6,0 0-16,0 0 21,0 0-40,0 0 5,0 0 35,0 0 11,0 0 7,0 0-12,0 0-20,0 0 17,0 0-3,0 0-21,0 0 21,0 0-24,0 0 45,0 0-32,0 0 25,0 0-38,0 0-3,0 0 0,0 0-7,0 0 7,0 0 3,0 0 0,0 0 5,0 0 11,0 0-18,0 0 50,0 0-30,0 0 4,0 0-20,0 0-18,0 0-8,0 0 11,0 0-11,0 0 48,0 0-11,0 0 9,0 0-6,0 0 37,0 0-2,0 0-46,0 0 14,0 0-14,0 0 0,0 0 27,0 0 11,0 0-40,0 0 45,0 0-38,0 0-10,0 0 32,0 0-37,0 0 58,0 0-42,0 0 8,0 0-6,0 0 16,0 0-23,0 0 23,0 0-21,0 0-24,-40 0-397,-190-16-100,167 21 65,96 11 293,27-9 185,0-3-1,100-5 1,-56-1-33,-104 2 13,0 0 0,1 0 0,-1 0 1,0 0-1,1 0 0,-1 0 1,1 0-1,-1 0 0,0 0 0,1 0 1,-1 0-1,0 0 0,1 0 1,-1 0-1,1 0 0,-1 0 0,0 0 1,1 0-1,-1 1 0,0-1 1,1 0-1,-1 0 0,0 0 0,1 1 1,-1-1-1,0 0 0,0 0 1,1 1-1,-1-1 0,0 0 0,0 1 1,1-1-1,-1 0 0,0 1 1,0-1-1,0 0 0,0 1 0,0-1 1,1 0-1,-1 1 0,0-1 1,0 1-1,0-1 0,0 0 0,0 1 1,0-1-1,0 1 0,0-1 1,0 0-1,-1 1 0,1-1 0,0 0 1,0 1-1,0-1 0,0 0 1,0 1-1,-1-1 0,1 0 0,0 1 1,0-1-1,-1 0 0,1 1 1,0-1-1,0 0 0,-1 0 0,1 1 1,0-1-1,-1 0 0,1 1 0,-430-1 420,427 0-396,2 0-9,1 0-1,-1 0 0,1 0 1,-1 0-1,0 0 1,1 0-1,-1 0 1,0 0-1,1 0 0,-1 0 1,1 0-1,-1 0 1,0 0-1,1 0 0,-1-1 1,1 1-1,-1 0 1,1 0-1,-1-1 1,1 1-1,-1 0 0,1-1 1,-1 1-1,1 0 1,-1-1-1,1 1 1,-1-1-1,1 1 0,0-1 1,-1 1-1,1-1 1,0 1-1,0-1 0,-1 1 1,1-1-1,0 0 1,0 1-1,0-1 1,0 1-1,-1-1 0,1 0 1,0 1-1,0-1 1,0 1-1,1-2 1,20 1 39,-5 2-38,0 1 1,-1 0-1,1 1 1,21 8-1,-20-6 12,0-1-1,0 0 1,27 2-1,71-5-14,-67-2 0,-38 1-1,-15 0 4,-98 0 296,104 0-282,-1 0-29,0 0 24,0 0-38,0 0 30,0 0-19,0 0 0,0 0 24,0 0-16,0 0 13,0 0-18,0 0 37,0 0-40,0 0 10,0 0-4,0 0 15,0 0-21,0 0 32,0 0-21,0 0 13,0 0-24,0 0 0,0 0 21,0 0-21,0 0 27,0 0-33,0 0 44,0 0-44,0 0 4,0 0 26,0 0-16,0 0 13,0 0-24,0 0 22,0 0-22,0 0 22,0 0-19,0 0 27,0 0-30,0 0 51,0 0-43,0 0 17,0 0-17,0 0 14,0 0 8,0 0 2,33 22 83,-29-19-178,-1 0-1,0 1 1,1-1 0,-1-1 0,1 1 0,0 0-1,0-1 1,0 0 0,0 0 0,1 0-1,-1-1 1,1 1 0,-1-1 0,1 0 0,-1 0-1,1 0 1,-1-1 0,1 0 0,0 0-1,-1 0 1,1 0 0,0-1 0,-1 0 0,9-2-1,2-2-500,0 0 1,-1-1-1,0 0 0,0-1 0,-1-1 0,16-11 0,-2 1-4958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7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0 4642,'0'0'1630,"0"0"-899,0 0-91,0 0 406,0 0-43,0 0-373,0 5-331,1-1-1205,0 11 4253,0-25-386,-2 9-2939,-1 1 0,1-1 0,0 1 0,-1-1-1,1 1 1,0 0 0,-1-1 0,1 1 0,0 0-1,-1 0 1,1 0 0,-1 0 0,1 0 0,-3 1-1,2-1-4,0 0-14,-1 1-1,0-1 0,0 1 0,1 0 0,-1 0 0,1 0 0,-1 0 0,1 1 0,-1-1 0,1 1 0,-1-1 0,1 1 0,0 0 0,0 0 0,0 0 0,0 0 1,0 0-1,1 0 0,-1 0 0,1 1 0,-1-1 0,1 1 0,0-1 0,0 1 0,0 0 0,0-1 0,-1 5 0,-1 6 5,0-1 0,1 0 1,0 1-1,0 24 0,2-37-1,0 1 0,1 0 0,-1-1 0,1 1 0,-1 0 0,1-1-1,-1 1 1,1 0 0,-1-1 0,1 1 0,-1-1 0,1 1 0,0-1 0,-1 1 0,1-1 0,0 1 0,-1-1 0,1 0 0,0 1 0,0-1 0,-1 0 0,1 0 0,0 1 0,0-1-1,0 0 1,-1 0 0,1 0 0,0 0 0,0 0 0,1 0 0,33 0 211,-27-1-109,-7 1-92,0-1 0,0 1-1,0-1 1,0 0 0,-1 1-1,1-1 1,0 0-1,-1 0 1,1 1 0,-1-1-1,1 0 1,-1 0 0,1 0-1,-1 0 1,1 0 0,-1 0-1,0 0 1,1 0-1,-1 0 1,0 0 0,0 0-1,0 0 1,0 0 0,0 0-1,0 0 1,0 0-1,0-1 1,-1-39 205,1 33-146,0 6-60,0-1-1,-1 1 1,1-1-1,0 1 1,-1 0 0,0-1-1,1 1 1,-1 0-1,0 0 1,0 0-1,0 0 1,-1 0 0,1 0-1,0 0 1,-1 0-1,1 0 1,-1 0-1,0 1 1,0-1 0,1 1-1,-1-1 1,0 1-1,0 0 1,-5-3-1,1 2-7,1 0 0,-1 0 0,0 0 0,-1 1 0,1-1 0,0 1 0,0 1 0,-8-1 0,13 2-10,0-1 1,0 1-1,-1-1 0,1 1 1,0-1-1,0 1 0,0-1 1,0 1-1,0 0 1,0 0-1,0 0 0,0-1 1,0 1-1,0 0 0,0 0 1,1 0-1,-1 0 0,0 1 1,1-1-1,-1 0 0,1 0 1,-1 0-1,1 0 0,-1 1 1,1-1-1,0 0 1,0 0-1,-1 1 0,1-1 1,0 3-1,-1 48-82,1-42 33,0-8 51,0 0 0,0-1 0,1 1 0,-1 0 0,1-1 1,-1 1-1,1 0 0,-1-1 0,1 1 0,0-1 0,0 1 0,0-1 0,0 1 0,0-1 0,0 0 0,0 1 0,0-1 0,1 0 0,-1 0 0,1 0 0,-1 0 0,0 0 0,1 0 1,-1 0-1,1-1 0,0 1 0,-1 0 0,1-1 0,0 0 0,-1 1 0,4-1 0,7 2 28,-1-1 0,1 0 0,20-1-1,-17 0 44,-14-2-58,0 1 0,0 0 0,0 0 0,-1 0 0,1 0 0,0-1 0,-1 1 0,1 0 0,-1-1-1,1 1 1,-1 0 0,0-1 0,1 1 0,-1-1 0,0 1 0,0 0 0,0-1 0,0 1 0,0-1 0,0 1 0,-1 0 0,1-3 0,-7-35 89,4 35-109,0 0-1,0 0 1,-1 1-1,0-1 1,0 1-1,0 0 1,0 0 0,0 0-1,-1 1 1,1-1-1,-1 1 1,0 0-1,0 0 1,0 1-1,1-1 1,-1 1-1,-8 0 1,13 11-446,0 8-573,0-6-3380,0-6-4755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8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5266,'0'0'1265,"0"0"-683,0 0 242,0 0 411,0 0-109,0 0-150,20 2-271,27 2-430,224 15 1579,468-19 931,-756 14-4378,8-10 820,-1-1 0,0 0 1,0 0-1,0 0 0,0-1 0,-20 1 0,11-3-2186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8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1 213 3458,'0'0'1344,"0"0"-125,0 0 33,0 0 167,0 0-128,1 4-40,-1-3-1197,1-1-1,-1 1 0,0 0 0,0-1 0,0 1 1,1 0-1,-1 0 0,0-1 0,1 1 0,-1 0 1,0-1-1,1 1 0,-1-1 0,1 1 0,-1 0 0,1-1 1,0 1-1,-1-1 0,1 1 0,-1-1 0,1 0 1,0 1-1,-1-1 0,1 0 0,0 1 0,0-1 1,-1 0-1,1 0 0,0 0 0,0 1 0,-1-1 1,1 0-1,1 0 0,0-1 13,0 0-1,-1 0 1,1 0 0,0 0-1,0 0 1,-1 0 0,1-1-1,0 1 1,-1-1 0,0 1-1,1-1 1,1-2 0,39-67 684,-37 62-513,53-124 734,-58 133-970,0 0 0,0 0 0,0 0 0,0 0 0,0 1 0,0-1 0,0 0 0,0 0 0,0 0 0,1 0 0,-1 0 0,0 1 0,0-1 0,0 0 0,0 0 0,0 0 0,0 0 0,0 0 0,1 0 0,-1 1 0,0-1 0,0 0 0,0 0 0,0 0 0,0 0 0,1 0 0,-1 0 0,0 0 0,0 0 0,0 0 0,0 0 0,1 0 0,-1 0 0,0 0 0,0 0-1,0 0 1,0 0 0,1 0 0,-1 0 0,0 0 0,0 0 0,0 0 0,0 0 0,0 0 0,1 0 0,-1 0 0,0-1 0,0 1 0,0 0 0,0 0 0,2 20 51,-3 66 1015,-18 123 0,16-177-632,-1 54 0,4-85-313,0-1-36,0 0 2,0 0-32,0 0 59,-3-13-4285,3 10-27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9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82 8708,'0'0'1150,"0"0"-753,0 0-34,0 0 248,0 0 37,5 0-205,3 0-585,-7 1 211,0-1 1,0 1 0,0-1-1,1 0 1,-1 0 0,0 0-1,0 0 1,0 0 0,1 0-1,-1 0 1,0 0 0,0 0-1,1-1 1,-1 1 0,0 0-1,0-1 1,0 1 0,0-1-1,0 1 1,1-1-1,-1 0 1,0 1 0,0-1-1,-1 0 1,1 0 0,0 0-1,0 0 1,0 0 0,0 0-1,-1 0 1,1 0 0,0 0-1,-1 0 1,1 0 0,-1 0-1,1 0 1,-1-1 0,0 1-1,0 0 1,1-2 0,0-1 42,-1 1 0,1-1 0,-1 1 0,0-1 0,0 0 0,0 1 0,-1-1 0,1 1 0,-1-1 0,-2-5 0,2 8-83,0-1 0,-1 1 0,1 0 1,0 0-1,-1 0 0,0 0 0,1 0 0,-1 1 0,0-1 0,1 0 0,-1 1 0,0-1 0,0 1 1,1 0-1,-1-1 0,0 1 0,0 0 0,0 0 0,1 0 0,-1 1 0,-2-1 0,2 0-13,0 1-1,0-1 1,0 1 0,0-1-1,0 1 1,1 0-1,-1 0 1,0 0-1,0 0 1,1 0-1,-1 0 1,1 0-1,-1 0 1,1 1 0,-1-1-1,1 0 1,0 1-1,0 0 1,0-1-1,0 1 1,0 0-1,0-1 1,0 1-1,0 0 1,0 3-1,-1-2 11,1 0-1,1 0 1,-1 0-1,0 0 0,1 0 1,-1 0-1,1 0 0,0 0 1,0 0-1,0 0 0,1 0 1,-1 0-1,1 0 0,-1 0 1,1 0-1,2 3 0,-1-4-9,0 0 0,1 0 0,-1-1-1,1 1 1,-1-1 0,1 0-1,-1 0 1,1 0 0,0 0-1,0 0 1,0-1 0,-1 1 0,1-1-1,0 1 1,0-1 0,0 0-1,0 0 1,0-1 0,4 0-1,1 1 170,-8-46 357,-2 46-582,0-1-1,0 0 1,-1 0-1,1 1 1,0 0-1,0-1 1,0 1 0,-1 0-1,1 0 1,0 0-1,0 0 1,-3 1 0,-5-1-5742,10 0 814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9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66 7716,'0'0'2374,"0"0"-1296,0 0-395,0 0 213,0 0-114,26-10-366,85-30-195,-99 36-149,-1 1 0,1 0 0,0 1 0,0 0 0,0 1 0,0 0 0,17 2-1,-4-1 136,-24 0-205,-1 0-1,0 0 0,1 0 1,-1 1-1,0-1 0,0 0 1,1 0-1,-1 0 0,0 0 1,0 0-1,1 1 0,-1-1 1,0 0-1,0 0 0,0 0 1,1 1-1,-1-1 1,0 0-1,0 0 0,0 1 1,0-1-1,0 0 0,1 0 1,-1 1-1,0-1 0,0 0 1,0 0-1,0 1 0,0-1 1,0 0-1,0 1 1,0-1-1,0 0 0,0 0 1,0 1-1,0-1 0,0 0 1,0 1-1,0-1 0,0 0 1,0 0-1,-1 1 0,1-1 1,0 6 34,-1 1 18,-1 1 0,0-1 0,0 0 0,0 1 0,-1-1 0,0 0 0,0 0 0,-1 0 0,0-1 0,0 0 0,-1 1 0,0-1 0,0-1 0,0 1 0,-1-1 0,-9 8 0,-17 12 202,-61 39-1,89-62-232,-11 8 55,12-7-19,-1 0 0,-1 0 1,1 0-1,0-1 0,-1 0 1,1 0-1,-1 0 0,0 0 1,0-1-1,-8 2 1,12-3 244,1 0 155,0 0 82,11-8 161,2-3-641,1 1 0,0 1 0,1 0-1,0 1 1,20-8 0,-26 12-72,0 1 0,0 1 0,0-1 0,0 2 0,0-1 0,1 1-1,-1 1 1,0 0 0,1 0 0,-1 1 0,18 3 0,-24-3 8,-1 0-1,0 1 1,0-1 0,0 0-1,0 1 1,-1 0-1,1-1 1,0 1 0,-1 0-1,1 0 1,-1 0 0,1 0-1,-1 0 1,0 1 0,0-1-1,0 0 1,0 0 0,0 1-1,-1-1 1,1 4 0,10 54-49,-10-56 51,2 117 12,-3-120-7,-1 0 0,1 1 1,-1-1-1,1 0 0,-1 0 0,1 0 1,-1 0-1,0 0 0,0 0 0,1 0 1,-1-1-1,0 1 0,0 0 1,0 0-1,0-1 0,0 1 0,0 0 1,0-1-1,0 1 0,0-1 0,0 1 1,0-1-1,0 0 0,0 1 0,-3-1 1,-37 9 249,33-8-222,-47 5 113,-99-1 0,126-5-437,26-2-1619,2-7-1856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0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17 7283,'0'0'2439,"0"0"-1388,0 0-248,0 0 331,0 0-283,-6 10-488,5-5-313,-1 0 1,1 0-1,0 1 1,1-1-1,-1 0 1,1 1-1,0 5 1,0-2 198,6-9 312,-6 0-548,1 1-1,0-1 1,-1 0 0,1 0 0,-1 1 0,1-1 0,-1 0 0,1 0 0,0 0 0,-1 0 0,1 0 0,-1 0 0,1 0-1,0 0 1,-1 0 0,1 0 0,-1 0 0,1 0 0,0 0 0,-1 0 0,1-1 0,-1 1 0,1 0 0,-1 0 0,1-1-1,-1 1 1,1 0 0,-1-1 0,1 1 0,-1 0 0,1-1 0,-1 1 0,1-1 0,-1 1 0,0-1 0,1 1-1,-1-1 1,0 1 0,0-1 0,1 0 0,-1 1 0,0-1 0,0 0 0,1-2 48,-1-1 1,0 1-1,0 0 1,0-1-1,-1 1 0,1 0 1,-1-1-1,0 1 1,0 0-1,0 0 1,0-1-1,0 1 0,-1 0 1,1 0-1,-1 1 1,-3-5-1,2 4-43,-1 1-1,1 1 1,0-1 0,-1 0-1,1 1 1,-1-1-1,0 1 1,1 0 0,-1 1-1,0-1 1,0 0-1,1 1 1,-1 0 0,0 0-1,-4 1 1,7-1-11,-1 0 0,1 0 0,0 0 0,0 0 0,0 1 1,0-1-1,0 0 0,0 1 0,0-1 0,0 1 0,-1-1 0,2 1 1,-1 0-1,0-1 0,0 1 0,0 0 0,0 0 0,0-1 0,0 1 1,1 0-1,-1 0 0,0 0 0,1 0 0,-1 0 0,1 0 0,-1 0 0,1 0 1,0 0-1,-1 1 0,1 1 0,-4 23-1081,4-9-2792,0-11 1117,0-5-5422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1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30 7780,'0'0'1120,"0"0"-528,0 0 99,0 0 184,0 0-261,16-5-256,-10 3-335,11-3 182,0 0-1,1 1 0,-1 1 0,1 0 0,34 1 0,-51 2-193,1 0-1,-1 1 0,1-1 1,-1 1-1,1-1 1,-1 1-1,0 0 1,1 0-1,-1-1 0,0 1 1,0 0-1,0 0 1,1 0-1,-1 1 1,0-1-1,0 0 0,-1 0 1,1 0-1,0 1 1,0-1-1,-1 0 1,1 1-1,0-1 0,-1 1 1,1-1-1,-1 1 1,0-1-1,0 1 1,1 1-1,1 53 107,-2-44 8,-1-6-93,1-1 0,-1 0-1,-1 0 1,1 0 0,-1 0 0,0 0-1,0 0 1,0 0 0,0-1 0,-1 1 0,0-1-1,0 1 1,0-1 0,-1 0 0,0 0-1,1-1 1,-9 7 0,7-6 8,-1 0 0,0 1 0,0-2 1,0 1-1,0-1 0,-1 0 0,1 0 0,-1-1 0,0 0 0,0 0 0,1-1 1,-1 0-1,-8 1 0,15-2 3,0 0 21,0 0 2,0 0 33,2-2-92,0 1 1,0-1-1,0 1 0,1 0 1,-1 0-1,1 0 0,-1 0 0,1 0 1,-1 0-1,1 1 0,3-1 1,-6 1-5,7-2-3,1 1 0,-1 0 0,0 0 0,0 0 0,1 1 0,-1 0 0,1 1 0,-1 0 0,11 2 0,-14-1-3,0-1 0,-1 1 0,1 0 0,-1 0 0,1 0 0,-1 0 0,0 1 0,1-1 0,-1 1 0,0 0 0,-1 0 0,1 0 0,-1 0 0,1 0 0,-1 1 1,0-1-1,0 1 0,1 4 0,0-4 12,-1 1 0,0 0 1,0-1-1,-1 1 0,0 0 0,0 0 1,0 0-1,0 0 0,-1 0 1,1 1-1,-1-1 0,-1 0 1,1 0-1,-1 0 0,0 0 0,0 0 1,0 0-1,-1 0 0,0-1 1,0 1-1,0 0 0,0-1 1,-1 1-1,1-1 0,-1 0 0,0 0 1,-1 0-1,1 0 0,-1-1 1,0 1-1,0-1 0,-8 6 0,1-3 100,-1-1-1,0 0 0,0 0 0,0-1 1,-1-1-1,1 0 0,-17 2 0,-11-2-97,-41-1-1,55-2-614,26 0-2533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2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6 194 4242,'0'0'1393,"0"0"-358,0 0 45,0 0 89,0 0-324,0 0-290,-3 6-100,3-6-352,0 0 1,0 0-1,0 0 1,0 0-1,0 0 1,0 0-1,0-1 1,0 1-1,0 0 1,0 0-1,0 0 1,0 0-1,0 0 1,0 0-1,-1 0 1,1 0-1,0 0 1,0 0-1,0 0 1,0 0-1,0 0 1,0 0-1,0 0 1,0 0-1,0 0 1,0 0-1,0 0 1,0 0-1,0 0 1,-1 0-1,1 0 1,0 0-1,0 0 1,0 0-1,0 0 1,0 0-1,0 0 1,0 0-1,0 0 0,4-11-29,0 0-1,1 1 0,0-1 0,1 1 0,0 0 1,1 0-1,0 1 0,17-18 0,8-14 48,-22 26-100,-8 11-21,0 0 1,1 0 0,0 0-1,0 0 1,0 1 0,0-1 0,4-2-1,-6 14-61,-13 485 4225,12-493-4105,0-19-3906,0 1-662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0 6259,'0'0'1433,"0"0"-257,0 0-149,0 0 86,0 0-148,4 16-412,16 49-145,-19-63-362,0-1 0,0 1 0,1-1 0,-1 0 0,1 0 0,-1 1 0,1-1 0,0 0 0,-1 0 0,1 0 0,0 0-1,0-1 1,-1 1 0,1-1 0,0 1 0,0-1 0,0 1 0,0-1 0,0 0 0,0 0 0,0 0 0,0 0 0,0 0 0,0 0 0,-1-1 0,1 1 0,0-1 0,0 1 0,0-1 0,0 0 0,-1 1 0,1-1 0,0 0 0,2-2 0,-4-5 62,1 5 9,-1 1 1,0-1 0,0 1-1,0-1 1,0 1 0,-1-1-1,1 1 1,-1 0 0,1-1 0,-1 1-1,-2-5 1,2 6-83,-1 0 0,0 0 0,1 0 0,-1 0 1,0 0-1,0 0 0,1 0 0,-1 0 0,0 1 0,0-1 0,0 1 0,0 0 1,0-1-1,0 1 0,0 0 0,0 0 0,0 0 0,-3 1 0,-8-1-149,10-1 143,-1 1 0,1 0 0,-1 0 0,1 0 0,-1 1 1,1-1-1,-1 1 0,1 0 0,-7 2 0,9-2-109,0 0-1,-1 1 1,1-1-1,0 1 1,0-1-1,0 1 1,0-1 0,0 1-1,0 0 1,1-1-1,-1 1 1,0 0 0,1 0-1,-1-1 1,1 1-1,0 0 1,0 0 0,-1 0-1,1 0 1,0-1-1,1 1 1,-1 2 0,0-3-3293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3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0 0 4338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0 270 4338,'170'-15'1982,"-118"4"-881,-36-3-61,-8 5-267,1 0-500,-1 0 1,0-1-1,0 0 1,-1 0-1,-1-1 1,1 0 0,7-21-1,-4 8 414,-2 0 0,9-46 0,-20 106 1744,5 70 0,0-28-1279,-2 186 1430,0-263-2536,0-1-4,0-34-4030,0 22-377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7812,'0'0'1462,"0"0"-390,0 0 25,0 0-86,0 0-211,0 0-64,12 9-45,-5-3-564,1-1 9,-1 1 0,1-1 0,-1-1 0,1 1 0,0-1 0,1-1 0,-1 1 0,1-2 0,0 1 0,12 1-1,171 11 1681,-71-8-1148,-108-3-2989,-13-4 2236,0 0-1,-1 0 1,1 0 0,0 0-1,0 0 1,0 0 0,0 0-1,-1 0 1,1 0-1,0 0 1,0 0 0,0 0-1,0 0 1,0 0 0,-1 0-1,1 1 1,0-1-1,0 0 1,0 0 0,0 0-1,0 0 1,0 0 0,0 0-1,0 1 1,-1-1 0,1 0-1,0 0 1,0 0-1,0 0 1,0 0 0,0 1-1,0-1 1,0 0 0,0 0-1,0 0 1,0 0-1,0 0 1,0 1 0,0-1-1,0 0 1,0 0 0,0 0-1,0 0 1,0 1-1,0-1 1,0 0 0,1 0-1,-1 0 1,0 0 0,0 0-1,0 1 1,0-1-1,0 0 1,0 0 0,0 0-1,1 0 1,-17 3-6265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6835,'0'0'2425,"0"0"-1112,0 0-174,0 0 275,0 0-117,32 4-318,10 4-687,21 2 326,66 2 0,132 3 1421,-243-11-1898,-14-1-5818,-4-3 1656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8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6387,'0'0'1152,"0"0"-202,0 0 454,-1 34 332,-6 112-124,-12-6 610,13-112-1661,2-1 0,-1 48 1,3-35-287,3 41 453,0-75-695,-1 0 0,2-1 0,-1 1 1,0 0-1,1-1 0,0 0 0,0 1 0,1-1 0,0 0 0,0 0 0,4 6 0,-3-2-4339,-4-9-603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8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8052,'0'0'1099,"0"0"-355,0 0 97,0 0-4,0 0-39,0 23 389,-1 22 242,-12 91 0,3-49 880,1 167 0,9-229-2261,0-25-87,0 0 0,0 0 1,0-1-1,0 1 0,0 0 1,0 0-1,1 0 0,-1-1 0,0 1 1,0 0-1,0 0 0,0 0 1,0 0-1,1-1 0,-1 1 1,0 0-1,0 0 0,0 0 1,0 0-1,1 0 0,-1 0 1,0 0-1,0-1 0,0 1 1,1 0-1,-1 0 0,0 0 0,0 0 1,0 0-1,1 0 0,-1 0 1,0 0-1,0 0 0,0 0 1,1 0-1,-1 0 0,0 0 1,0 0-1,1 1 0,-1-1 1,0 0-1,0 0 0,0 0 1,0 0-1,1 0 0,-1 0 0,0 0 1,0 1-1,0-1 0,1-34-4653,-1 21 594,0-11-6259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2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5186,'0'0'1262,"0"0"-253,0 0 71,35 0 342,221 0 1006,310-46 2243,-503 38-4294,-56 7 154,-11 0-193,-25 1-73,23 0-262,-1 0 1,1 1-1,0 0 0,-1 0 0,1 0 0,0 1 0,0 0 1,-11 5-1,16-7-27,1 4-492,0-2-2340,0-2-1285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3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50 2513,'0'0'1414,"0"0"-760,0 0-209,0 0 145,0 0 141,0 0 16,13-7 147,57-32 1448,-77 38 2602,-84-2-3285,41 9-1494,-170 11 316,219-17-481,-1 0 1,1 0 0,0 0 0,-1 0-1,1 0 1,0 0 0,0 0-1,-1 0 1,1 1 0,0-1-1,0 0 1,-1 1 0,1-1-1,0 1 1,0-1 0,0 1 0,0 0-1,0-1 1,0 1 0,0 0-1,-2 2 1,0 25 267,4-11-63,13 253 1676,-1-169-1350,14 219 2,-27-217-371,26 581 306,-10-345-145,-16-338-342,0-1-2,0 0-17,38-2 489,4-12-356,-35 11-88,1 0 0,0 0 0,0 1-1,0 0 1,0 1 0,0 0 0,11-1 0,289 2 27,-308 0-71,0 0-22,0 0 17,-1 0 5,0 0 0,0 0 1,0 0-1,-1 0 0,1 0 0,0 0 1,0-1-1,0 1 0,0 0 1,-1-1-1,1 1 0,0-1 1,0 0-1,0 1 0,-2-2 1,2-17-3168,1 8-3122,0-1-3988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4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49 3906,'0'0'1651,"0"0"-858,0 0 15,0 0 486,0 0-163,0 0-272,0 0-288,28-3 819,-14-3-1337,3-1 34,1 0 1,-1 1 0,1 1 0,1 0 0,-1 2-1,0 0 1,21 0 0,-38 3-83,0 1-1,0-1 1,0 1-1,0 0 1,-1-1-1,1 1 1,0 0-1,-1 0 1,1-1-1,0 1 1,-1 0-1,1 0 1,-1 0-1,0 0 1,1 0-1,-1 0 1,0 0-1,1 0 1,-1 0 0,0 0-1,0 0 1,0 0-1,0 0 1,0 0-1,0 0 1,0 0-1,0 1 1,0 1 16,0 0 1,0 0-1,0 0 1,-1 0-1,1 0 1,-1 0-1,1 0 1,-1 0-1,-2 4 1,-2-1-2,-1-1 0,0 0 1,0 0-1,-1 0 0,1-1 1,-1 0-1,0 0 1,0-1-1,0 0 0,-1 0 1,-11 3-1,-38 18 45,116-31-12,-41 4-68,0 0 0,0 2 0,29 0 0,-43 1 11,-2 0 0,-1 1 0,0-1-1,1 0 1,-1 1-1,1 0 1,-1-1 0,0 1-1,1 0 1,-1-1 0,0 1-1,0 0 1,1 0-1,-1 0 1,0 0 0,0 0-1,0 0 1,0 1-1,0-1 1,-1 0 0,1 0-1,0 1 1,0-1 0,-1 0-1,1 1 1,-1-1-1,1 1 1,-1-1 0,0 1-1,0-1 1,1 1 0,-1-1-1,0 2 1,1 61-27,-1-47 44,0 3-10,0-12 2,1 1 1,-2 0-1,1-1 0,-1 1 0,0 0 0,-3 9 0,2-15 4,1 0 0,0-1 0,-1 1 0,1 0 0,-1-1 0,0 0 0,0 1 1,0-1-1,0 0 0,0 0 0,0 0 0,-1 0 0,1 0 0,-1 0 0,1-1 0,-1 1 0,0-1 0,1 0 0,-1 0 0,0 0 1,0 0-1,-4 0 0,-18 4 235,-1-2 0,1 0 0,-44-3 0,42 0-116,23 0-110,0-1-1,-1 1 1,1-1-1,0 0 1,0-1 0,0 1-1,0-1 1,0 0-1,0 1 1,0-2-1,-4-2 1,6 4-110,-1-1 0,1 0 1,0 1-1,0-1 0,0 0 0,0 0 1,1 0-1,-1 0 0,0-1 0,1 1 0,0 0 1,-1-1-1,1 1 0,0-1 0,0 1 1,0-1-1,1 1 0,-1-1 0,0-4 0,9 7-4339,5 0 845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46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179 152 6883,'0'0'790,"0"0"16,0 0 239,0 0 44,0 0-401,-7-9-472,3 5-243,-17-20 255,17 23-40,13 21-40,6 12-19,-1 2 1,-1 0 0,13 61 0,-4-14-33,-21-77-94,2 6 4,0 0 1,0 1-1,-1-1 0,1 15 1,-3-25-5,0 0 1,0 1-1,-1-1 0,1 0 1,0 0-1,0 1 0,0-1 1,0 0-1,-1 0 0,1 1 1,0-1-1,0 0 0,0 0 1,-1 0-1,1 1 0,0-1 1,0 0-1,-1 0 0,1 0 1,0 0-1,-1 0 0,1 1 1,0-1-1,0 0 0,-1 0 1,1 0-1,0 0 0,-1 0 1,1 0-1,0 0 0,-1 0 1,1 0-1,0 0 0,-1 0 1,1 0-1,0-1 0,0 1 1,-1 0-1,-2 0 48,-22 0 6,3 1-38,0-2 0,0 0 0,-26-5 0,42 5-15,1 0-1,-1-1 1,0 0-1,1 0 1,-1 0 0,1 0-1,0-1 1,0 0-1,0 0 1,0 0 0,1-1-1,-1 0 1,1 0-1,0 0 1,0 0-1,0-1 1,-4-6 0,6 8-8,1 1 1,-1-1-1,1 1 1,0-1 0,0 0-1,0 0 1,0 1-1,0-1 1,1 0 0,-1 0-1,1 0 1,0 0-1,0 0 1,0 0 0,0 1-1,1-1 1,-1 0 0,1 0-1,-1 0 1,1 0-1,0 1 1,0-1 0,0 0-1,1 1 1,-1-1-1,1 1 1,-1-1 0,1 1-1,0 0 1,0 0-1,0-1 1,0 1 0,4-2-1,5-5 7,1 1 0,1 0 0,-1 1 0,1 1 0,15-6 1,-24 10 7,80-31 21,-45 19 66,-1-2 0,68-38 0,-103 53-68,-1 0 0,0-1 0,1 1 0,-1-1 0,0 0 0,0 1 0,0-1 0,0 0 0,0 0 0,0 0 0,-1-1 0,1 1 0,-1 0 0,0-1 0,1 1 0,-1-1 0,0 1 0,0-1 0,0 1 0,-1-1 0,1 0 0,-1 1 0,1-1 0,-1 0 0,0 0 0,0 1 0,0-1 0,-1 0 0,1 0 0,-1 1 0,-1-6 0,0 4 29,0 0 0,-1 0 0,1 0-1,-1 0 1,0 0 0,0 0 0,-1 1 0,1-1 0,-1 1 0,1 0-1,-1 0 1,0 1 0,0-1 0,-1 1 0,1 0 0,-9-3 0,-8-1 94,1 1 0,-1 2 0,1 0 0,-1 1-1,-37 1 1,57 1-158,1 1-1,-1-1 0,0 0 1,1 0-1,-1 1 0,1-1 0,-1 0 1,1 1-1,-1-1 0,1 1 1,-1-1-1,1 0 0,-1 1 0,1-1 1,0 1-1,-1-1 0,1 1 1,0 0-1,-1-1 0,1 1 0,0-1 1,0 1-1,-1 0 0,1-1 1,0 1-1,0-1 0,0 1 0,0 0 1,0-1-1,0 1 0,0 1 1,0 26-119,1-19 68,-1 44-2570,0-41-1805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47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9044,'0'0'1876,"0"0"-924,0 0-629,0 0-88,0 0 386,-3 16 217,-3 7-650,-1 1 1,-1-1-1,-1 0 0,-18 31 1,18-39-83,5-10-25,1 0-1,0 0 1,0 0-1,0 0 1,1 0 0,0 1-1,0-1 1,0 1 0,-1 7-1,34-10 521,-28-3-529,240-8 176,-242 7-476,0 0 0,0 0 0,0 0 0,0 0 0,0 0 0,0 0 0,0 0 0,-1 0 0,1 0 0,0 0 0,-1 0 0,1 0 0,-1-1 0,1 1 0,-1 0 0,1-1 0,-1 1 0,0 0 1,0-1-1,0 1 0,0-2 0,5-32-3759,-3 15 1434,-1-4-523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4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0 76 2001</inkml:trace>
  <inkml:trace contextRef="#ctx0" brushRef="#br0" timeOffset="1">0 76 2001,'166'-13'1729,"-165"14"-1687,0-1 1,0 0 0,0 0 0,0 0 0,0 0-1,0 0 1,-1-1 0,1 1 0,0 0 0,0 0-1,0-1 1,0 1 0,0 0 0,0-1 0,-1 1-1,1-1 1,0 1 0,0-1 0,-1 1 0,1-1-1,0 1 1,-1-1 0,1 0 0,0 0-1,-1 1 1,1-1 0,-1 0 0,1 0 0,-1 0-1,0 1 1,1-1 0,-1 0 0,0 0 0,1 0-1,-1 0 1,0 0 0,0 0 0,0 0 0,0 0-1,0 1 1,0-1 0,0 0 0,0 0-1,0 0 1,-1 0 0,1 0 0,0 0 0,-1 0-1,1 0 1,0 1 0,-1-1 0,1 0 0,-1 0-1,0-1 1,-1-1 694,0 0-1,0 1 1,-1-1-1,1 1 1,0-1 0,-1 1-1,0 0 1,1 0-1,-6-3 1,1 21 410,-14 43 153,3 1 0,3 1 0,2 0 1,4 1-1,-5 110 0,14-172-1455,0 1 0,0-1 1,0 1-1,0-1 0,-1 0 0,1 1 0,0-1 1,0 0-1,-1 1 0,1-1 0,0 0 1,-1 0-1,1 1 0,0-1 0,-1 0 1,1 0-1,0 1 0,-1-1 0,1 0 0,-1 0 1,1 0-1,0 0 0,-1 0 0,1 0 1,-1 0-1,1 0 0,0 0 0,-1 0 0,1 0 1,-1 0-1,1 0 0,-1 0 0,1 0 1,-1 0-1,1 0-103,-9 0-5243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4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5939,'0'0'1814,"28"0"-416,198 0 1723,117-27 1101,-96 3-2366,116 15-2336,-362 9-1156,-1 0-1024,-3 0-1384,-12 0-1132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48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38 9428,'0'0'1425,"0"0"-481,0 0 246,0 0-19,0 0-594,-4-2-388,-3-6-42,19 4 42,39 0 192,-7 1-201,26-5 20,87 0 0,-156 9-195,0 0 1,0 0 0,0 0 0,-1 0-1,1 0 1,0 1 0,-1-1 0,1 0-1,-1 1 1,1-1 0,-1 0 0,1 1-1,-1-1 1,0 1 0,0-1 0,0 0-1,0 1 1,0-1 0,0 1-1,0-1 1,-1 2 0,1 1 32,0 1-1,0-1 1,-1 0-1,1 0 1,-1 1-1,0-1 1,-2 6 0,-3-4 56,1-1 0,-1 1 0,0-1 0,-1 0 1,1 0-1,-1-1 0,0 0 0,0 0 0,0-1 1,-13 4-1,5 0 110,98-21 383,-73 11-605,-1 1 0,1 0 0,0 1 0,0 0 0,-1 1 0,1 0 0,0 0-1,17 4 1,-24-3 7,-1 1-1,0-1 0,0 1 1,0 0-1,0 0 0,0 0 0,0 0 1,0 1-1,-1-1 0,1 0 1,-1 1-1,1-1 0,-1 1 0,0-1 1,0 1-1,0 0 0,0-1 1,0 5-1,7 53-22,-7-40 40,-1-14-15,0 0 0,0-1 0,0 1 0,0-1 0,-1 1 0,0-1 0,-2 7 0,2-10 13,0 1-1,-1-1 0,1 0 1,-1 0-1,1 0 0,-1 0 0,0 0 1,0-1-1,0 1 0,0 0 1,0-1-1,0 0 0,0 1 1,0-1-1,-1 0 0,1 0 0,0 0 1,-1 0-1,-2 0 0,-25 6 108,-1-1-1,1-1 1,-1-2 0,0-1-1,-44-3 1,31 1 98,41 0-189,0 0 1,-1-1 0,1 1 0,0 0-1,0-1 1,0 0 0,0 0 0,0 0-1,0 0 1,0 0 0,0 0 0,0-1-1,1 1 1,-1-1 0,1 0 0,-1 0-1,1 0 1,-1 0 0,1-1 0,-3-3-1,4 5-75,0-1-1,1 1 0,-1-1 1,0 0-1,1 0 0,0 1 1,-1-1-1,1 0 0,0 0 1,0 0-1,0 1 0,0-1 1,0 0-1,0 0 0,0 0 1,1 0-1,-1 1 0,0-1 1,1 0-1,0 1 0,-1-1 1,1 0-1,0 1 0,0-1 1,0 1-1,0-1 0,0 1 1,0-1-1,1 1 0,-1 0 1,0-1-1,1 1 0,-1 0 1,3-1-1,20-11-2895,3 5-2790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4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6355,'0'0'1793,"0"0"-713,0 0 326,0 0 198,0 0-596,5 0-536,37 6 216,83 0 0,-33-3 84,-2 0-172,-90 0-5810,-2-3 213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4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8260,'0'0'990,"0"0"-369,0 0 220,11-25-54,35-82-192,-40 95-491,0 1 0,1 0 0,0 0 1,1 0-1,9-10 0,12-18 1007,-28 59-406,-1 0 0,-1 1 0,-6 32 0,-7 2 199,5-24-320,2 1 0,1 0-1,-4 61 1,10 18 168,0-110-747,0 1-1,0-1 0,1 1 0,-1 0 0,0-1 1,1 1-1,-1-1 0,1 0 0,0 1 0,-1-1 0,1 1 1,0-1-1,0 0 0,0 0 0,0 1 0,0-1 1,0 0-1,0 0 0,0 0 0,0 0 0,1 0 0,-1 0 1,0-1-1,1 1 0,-1 0 0,0-1 0,1 1 1,-1-1-1,3 1 0,-1 1 15,-3-2-21,0 0 1,1 0 0,-1 0 0,0 0 0,0 0 0,0 0 0,0 0 0,1 0 0,-1 0 0,0 0 0,0 0 0,0 0 0,0 0 0,1 0-1,-1 0 1,0 0 0,0-1 0,0 1 0,0 0 0,1 0 0,-1 0 0,0 0 0,0 0 0,0 0 0,0 0 0,0 0 0,0-1 0,0 1-1,1 0 1,-1 0 0,0 0 0,0 0 0,0-1 0,0 1 0,0 0 0,0 0 0,0 0 0,0 0 0,0-1 0,0 1 0,0 0-1,0 0 1,0 0 0,0 0 0,0-1 0,0 1 0,0 0 0,0 0 0,0 0 0,0 0 0,0-1 0,0 1 0,0 0 0,-1 0 0,1 0-1,0-2-36,0-82-2957,0 25-3876,0 46 772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0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9877,'0'0'1085,"0"0"-146,0 0 390,0 0-62,0 0-421,3-7-347,0 3-458,0-1 0,1 1 0,-1 0 0,1 0 0,-1 0 0,1 0 0,0 1 0,1-1 0,-1 1 0,0 0 0,1 1 0,0-1 0,0 1 0,0 0 0,0 0 0,0 0 1,0 1-1,0-1 0,0 1 0,9 0 0,-14 1-39,7-1 26,0 0-1,0 1 1,-1 0-1,1 0 0,9 1 1,-15 0-27,1-1 1,-1 1-1,1-1 1,0 1-1,-1-1 0,1 1 1,-1 0-1,0 0 1,1 0-1,-1 0 0,0 0 1,1 0-1,-1 0 1,0 0-1,0 0 1,0 1-1,0-1 0,0 0 1,0 1-1,-1-1 1,1 1-1,0-1 0,-1 1 1,1-1-1,-1 1 1,1 2-1,3 23 59,-1 0-1,-1 0 1,-1 0-1,-2 0 1,-3 29 0,1-43-46,0 1 0,-1-1 0,0 0 0,-1 0 0,-1 0 0,0-1 0,0 0 0,-2 0 0,1 0 0,-1-1 0,-1 0 0,0-1 0,-1 0 0,1 0 0,-14 9 0,22-19-13,1 1 0,0-1 0,0 0 0,-1 0 0,1 0 0,0 1 0,0-1 0,-1 0 0,1 0 0,0 0 0,-1 0 0,1 1 0,0-1 0,-1 0 0,1 0 0,0 0 0,0 0 0,-1 0 0,1 0 0,0 0 0,-1 0 0,1 0 0,0 0 0,-1 0 0,1 0 0,0 0 0,-1 0 0,1-1 0,0 1 0,-1 0 0,1 0 0,0 0 0,0 0 0,-1 0 0,1-1 1,-1 1-1,-1-14 71,11-18 31,-2 24-85,0 1-1,1 1 1,-1-1 0,2 1-1,-1 1 1,0-1 0,16-6 0,-23 12-17,0-1 1,0 1 0,0 0-1,0-1 1,0 1 0,1 0 0,-1 0-1,0 0 1,0 0 0,0 0 0,1 0-1,-1 0 1,0 0 0,0 0 0,0 1-1,1-1 1,-1 0 0,0 1 0,0-1-1,0 1 1,0-1 0,0 1 0,0 0-1,0-1 1,1 2 0,22 26 107,-5-5-50,-13-20-42,-1 0 0,1-1 1,0 1-1,0-1 0,0-1 1,0 1-1,0-1 0,0 0 0,0-1 1,0 1-1,0-1 0,9-1 1,-11 1-31,1 0 0,-1 0 1,1-1-1,-1 0 0,0 0 1,1 0-1,-1 0 1,0-1-1,1 1 0,-1-1 1,0 0-1,0 0 0,-1-1 1,1 1-1,0-1 1,-1 0-1,5-5 0,-7 8-45,11-22-705,-9 3-2863,-3 8-2860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11125,'0'0'1337,"0"0"-676,0 0-76,0 0 330,0 0-190,1 14-138,-1-13-583,0 6 39,0 0 1,1 0-1,0 0 1,0 0-1,1 0 1,0 0-1,0 0 1,1 0-1,-1-1 1,2 1-1,-1-1 0,0 0 1,1 0-1,1 0 1,7 8-1,57 46 467,-54-50-444,0 2 1,-1 0-1,0 1 0,-1 0 0,0 1 0,-1 1 0,-1 0 0,10 16 0,-18-24-26,0 1 0,-1-1 0,0 0 0,0 1-1,0 0 1,-1-1 0,0 1 0,-1 0 0,0 0 0,-1 9 0,1-15-29,0 1-1,0-1 1,-1 1 0,1-1 0,-1 0-1,1 1 1,-1-1 0,0 0-1,0 0 1,0 1 0,0-1-1,-1 0 1,1 0 0,0 0 0,-1 0-1,0-1 1,1 1 0,-1 0-1,0 0 1,0-1 0,0 0-1,0 1 1,0-1 0,0 0 0,0 0-1,0 0 1,-1 0 0,1 0-1,0 0 1,-1-1 0,1 1-1,-1-1 1,1 0 0,-4 0-1,-10 0 47,0 1-29,1-1 0,-1-1 0,0 0 0,-27-7 0,39 7-34,1 0 0,0 0 0,0 0 0,1 0 0,-1 0 0,0-1 0,0 0 0,0 1 0,1-1 0,-1 0 0,1 0 0,0 0 0,-1-1 0,1 1 0,0 0 0,0-1 0,1 0 0,-1 1 0,0-1 0,1 0 0,0 0 0,0 0 0,-1 0 0,2 0 0,-1 0 0,0 0 0,1 0 0,-1 0 0,1 0 0,0-4 0,0 4-16,0 0 0,1 1 0,-1-1 0,1 1 1,0-1-1,0 1 0,0-1 0,0 1 0,0-1 0,0 1 0,1 0 0,-1 0 0,1 0 0,-1 0 0,1 0 0,0 0 1,0 0-1,0 0 0,3-2 0,49-26-33,-32 18 28,-2 2 19,8-5 21,0 0 1,-1-2 0,39-32 0,-59 43-8,-1 0 0,0 0-1,0 0 1,-1-1 0,1 0 0,-1 0 0,-1-1 0,1 1-1,-1-1 1,-1 0 0,0 0 0,0-1 0,0 1 0,-1 0-1,0-1 1,-1 0 0,1-16 0,-1 20 7,-1 1 1,0-1-1,0 1 0,-1-1 1,1 1-1,-1 0 0,0-1 1,0 1-1,0 0 0,-1-1 1,1 1-1,-4-5 0,2 6 4,1 1 0,0 0 0,-1 1 0,1-1-1,-1 0 1,0 1 0,0 0 0,0-1 0,1 1-1,-1 0 1,0 0 0,0 1 0,0-1 0,0 1 0,-1-1-1,1 1 1,0 0 0,0 0 0,-4 1 0,-16-1 7,17-1-33,-1 0 1,0 1-1,0 0 1,0 0 0,1 1-1,-1-1 1,0 2-1,0-1 1,1 1 0,-1 0-1,1 0 1,-1 1 0,-10 6-1,12-6-93,0 1 0,1 0 0,0 0-1,-1 0 1,1 0 0,1 1 0,-1 0 0,1 0 0,-5 8-1,1 8-3464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1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9236,'0'0'910,"0"0"-358,0 0 315,0 0 214,0 0 85,28 4-32,-1 1-854,166 18 1448,56-8 325,125 11-861,-362-25-1194,-7-1-13,-1 0 0,1 0 0,-1 1-1,0-1 1,1 1 0,-1 0 0,0 0 0,0 1 0,0-1 0,0 1 0,0 0-1,0 0 1,4 2 0,-8-3-305,-117-1-8244,105 0 4666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87 7908,'0'0'1739,"0"0"-280,0 0 396,0 0-31,0 0-655,7-5-643,10-5-418,1 0 1,0 1 0,0 1-1,1 1 1,0 1-1,26-6 1,-11 5-8,1 2-1,0 1 1,36 0 0,-70 4-106,0 0 1,0 1-1,0-1 0,0 0 1,0 0-1,0 1 1,0-1-1,0 0 0,0 1 1,0-1-1,-1 1 1,1-1-1,0 1 0,0 0 1,0-1-1,-1 1 1,1 0-1,0-1 0,0 1 1,-1 0-1,1 0 1,-1 0-1,1 0 0,-1 0 1,1 0-1,-1 1 1,7 36-18,-7-29 39,0 1-1,-1-1 1,0 0 0,0 1-1,-1-1 1,-5 12-1,3-13 5,-1 0-1,-1-1 0,1 0 1,-1 0-1,-1 0 0,1-1 1,-1 0-1,0 0 0,0 0 1,-1-1-1,0 0 0,-11 5 1,21-11 218,18-9-187,-1 1 0,2 1 0,-1 1-1,35-8 1,-51 15-52,3-1-20,0 0 1,0 0 0,0 1 0,0 0-1,0 0 1,0 1 0,14 3-1,-19-3 14,0 0 0,1 1 0,-1-1 0,0 1 0,0 0-1,0-1 1,0 1 0,0 0 0,-1 0 0,1 0-1,-1 1 1,1-1 0,-1 0 0,0 0 0,1 1 0,-1-1-1,-1 1 1,1-1 0,0 1 0,-1 0 0,1-1-1,-1 1 1,0 0 0,1 2 0,3 51 71,-2 58 0,-2-81-43,0-32-10,0 0 0,0 1 0,-1-1 0,1 0 0,0 0 0,-1 0 0,1 0 0,-1 0 0,1 0 0,-1 0 0,1 0 0,-1 0 0,0 0 0,1 0 0,-1 0 0,0 0-1,0-1 1,0 1 0,0 0 0,1 0 0,-1-1 0,0 1 0,0-1 0,-1 1 0,1-1 0,0 1 0,0-1 0,0 0 0,0 1 0,0-1 0,0 0 0,-2 0 0,-45 1 553,34-1-442,-14 0 31,0 0 0,1-2 0,-1-1 0,0-1 1,1-2-1,0-1 0,-46-17 0,26 5-139,-38-18-54,83 36-6,0 0-1,1 0 1,-1 0 0,1 0 0,-1 0 0,1-1-1,-1 1 1,1-1 0,0 1 0,0-1-1,0 1 1,0-1 0,0 0 0,0 0 0,0 1-1,1-1 1,-1 0 0,1 0 0,-1 0 0,1 0-1,0 0 1,0 0 0,-1-2 0,2 3-198,-1-1 0,0 1 0,0 0 1,1-1-1,-1 1 0,1 0 0,-1-1 0,1 1 0,0 0 1,-1-1-1,1 1 0,0 0 0,0 0 0,0 0 1,0 0-1,0 0 0,0 0 0,0 0 0,0 0 0,0 0 1,2-1-1,30-13-7166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5795,'0'0'725,"0"0"-274,0 0 334,0 0 404,0 0 188,0 0-72,15 12-337,-7-5-802,0 0-17,1 1 1,0-2 0,0 1-1,0-1 1,1 0-1,0-1 1,0 0 0,0-1-1,1 0 1,11 2 0,40 4 775,1-4 0,123-2 1,-127-4-680,-53 0-229,0 0-1,1 0 1,-1-1-1,1 0 0,-1 0 1,0 0-1,1-1 1,-1 0-1,0 0 1,11-6-1,-14 6 10,-1 0-1,1 0 1,-1-1 0,0 1-1,1-1 1,-1 1 0,0-1-1,0 0 1,-1 0 0,1 0-1,-1 0 1,1 0 0,-1 0-1,0 0 1,0-1 0,0 1-1,-1 0 1,1-1 0,-1 1-1,0 0 1,1-1 0,-2-3-1,1 6 191,0 1-120,0 0 89,-4 11-49,-14 49 81,2 0 0,4 0 0,2 1 1,-3 64-1,7 257 429,7-250-345,17 96 244,0 2-223,-16-141-261,0-42-7,-2 0 1,-10 87-1,7-131-41,0-1 1,0-1-1,-1 1 0,1 0 1,0-1-1,0 0 1,-1 1-1,1-1 0,-1 0 1,-5 0-1,-3 2 42,8-1-49,-13 5 82,0-1-1,0-1 1,-1 0 0,0-2-1,1 0 1,-26 1-1,13-3-157,-57-8 0,76 5-12,1-1 0,-1 0 0,0 0-1,1-1 1,0 0 0,0-1 0,0 0-1,-12-8 1,20 11-420,-8-6-100,8 1-4425,2 2-2912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5635,'0'0'1077,"0"0"-404,0 0 343,0 0 569,0 0-70,0 0-496,27 5-144,-24-5-847,52 10 1263,105 4 0,-159-14-1378,0 1 0,0-1 0,0 0 0,0 0 1,0 0-1,0 1 0,0-1 0,0 0 1,0 1-1,0-1 0,-1 1 0,1-1 0,0 1 1,0-1-1,0 1 0,-1 0 0,1-1 0,0 1 1,-1 0-1,1 0 0,0-1 0,-1 1 0,1 0 1,-1 0-1,0 0 0,1 0 0,-1 0 1,0 0-1,1 0 0,-1 0 0,0 1 0,3 5-753,-2-5-1457,2-2-942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6723,'0'0'971,"0"0"262,0 0 173,0 0-8,0 0-318,0 0-293,27 1-56,183 12 1398,-191-11-1996,39 0 670,-27-10-4076,-28 6 181,-2-3-2142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 8084,'0'0'1232,"0"0"-127,0 0 162,0 0-122,0 0-164,0-5-418,0 5-551,0 0-1,0 0 1,-1 0-1,1 0 1,0 0-1,0 0 1,0 0-1,0 0 1,0 0-1,0 0 1,0 0-1,0 0 1,0 0-1,0 0 1,0 0-1,0 0 1,0 0-1,0 0 1,-1 0-1,1 0 1,0 0-1,0 0 1,0 0-1,0 0 0,0 0 1,0 0-1,0 0 1,0 0-1,0 0 1,0 0-1,0 0 1,0 0-1,0 0 1,0 0-1,0 0 1,0 0-1,-1 0 1,1 0-1,0 0 1,0 0-1,0 0 1,0 0-1,0-1 1,0 1-1,0 0 1,0 0-1,0 0 1,0 0-1,-5 14 663,-10 46 818,-12 80 758,22-93-1357,3 79 1,2-78-787,0-47-155,0-1-70,0 0-255,0-4-852,0-33-4932,0 16 2144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5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7748,'0'0'1998,"0"0"-1104,0 0-492,0 0 305,0 0 718,1 19-275,0-16-1100,0 18 193,-1 1 0,0-1 0,-2 0 0,0 0-1,-6 21 1,-3 18 530,2 0-1,3 0 0,2 114 1,4-174-936,0 0-600,0-12-5082,0-8-574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6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4882,'0'0'2615,"0"0"-1028,0 0-272,0 0 233,0 0-177,28 0-389,1 0-864,62 1 1703,168-21-1,-209 9-1316,-29 5-290,0 2 0,1 0 0,30-1 1,-52 30-2158,0-17-1178,0 0-1983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5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7940,'0'0'1774,"0"0"-576,0 0-75,0 0 152,0 0 6,0 0-524,1-9-420,3-27-220,-3 27-74,-1 44 541,2-28 1187,3-17-988,3-19-480,-8 24-266,0-22 183,-4 21-121,-4 14-57,5-1-42,1 0 1,0 0-1,1 0 0,0 1 1,0-1-1,0 0 1,1 1-1,0-1 1,1 11-1,0 4-2,-1-22 5,0 1-1,1-1 0,-1 1 0,0-1 0,0 1 0,1-1 1,-1 0-1,1 1 0,-1-1 0,0 1 0,1-1 0,-1 0 1,1 1-1,-1-1 0,1 0 0,-1 0 0,1 1 0,-1-1 1,1 0-1,-1 0 0,1 0 0,0 0 0,-1 0 1,1 0-1,-1 0 0,1 0 0,-1 0 0,1 0 0,-1 0 1,1 0-1,0 0 0,-1 0 0,1 0 0,-1 0 0,2-1 1,18-8 241,-16 0-227,-1 0-1,0-1 1,-1 0 0,0 1-1,-1-1 1,0 0 0,0 0-1,-2-17 1,1 25-20,0 2 3,0 0 0,0-1 0,0 1 0,0 0 0,-1 0 0,1 0 0,0-1-1,0 1 1,0 0 0,0 0 0,0 0 0,0-1 0,-1 1 0,1 0 0,0 0 0,0 0 0,0 0 0,-1-1 0,1 1 0,0 0 0,0 0 0,0 0 0,-1 0 0,1 0 0,0 0 0,0 0 0,0 0-1,-1 0 1,1 0 0,0 0 0,0 0 0,-1-1 0,1 2 0,0-1 0,0 0 0,-1 0 0,1 0 0,0 0 0,0 0 0,-1 0 0,1 0 0,0 0 0,0 0 0,0 0 0,-1 0 0,1 1 0,0-1-1,0 0 1,0 0 0,0 0 0,-1 0 0,1 0 0,0 1 0,0-1 0,0 0 0,0 0 0,-1 1 0,-9 7 0,8-5-81,0 0-1,0 0 0,0 1 1,0-1-1,1 0 1,0 1-1,0 0 1,0-1-1,0 1 0,0-1 1,1 1-1,-1 0 1,1 0-1,0-1 1,0 1-1,1 6 0,0 5-3370,-1-15-2514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0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84 4114,'0'0'1785,"0"0"-1012,0 0-143,0 0 736,0 0 232,0 0-416,0 0-222,-9-19 1343,10 16-2283,0 1 0,-1 0 0,1-1 1,0 1-1,0 0 0,0 0 0,1-1 1,-1 1-1,0 0 0,1 0 0,0 1 0,-1-1 1,1 0-1,0 0 0,0 1 0,0-1 1,0 1-1,0 0 0,0-1 0,0 1 0,0 0 1,1 0-1,4-1 0,3-2 7,0 1 0,1 0-1,-1 0 1,14-1 0,-10 3-4,-9 0-28,1 0 1,0 1 0,-1-1-1,1 2 1,0-1-1,-1 0 1,6 2 0,-9-1 1,0-1 0,-1 1 0,1 0 0,0 0 1,-1 0-1,1 0 0,-1 0 0,1 1 0,-1-1 0,0 0 1,0 0-1,1 1 0,-1-1 0,0 1 0,0-1 1,0 1-1,-1 0 0,1-1 0,0 1 0,0 0 0,-1 0 1,1-1-1,-1 1 0,0 0 0,1 3 0,1 9 19,0 0 0,-1 0 0,0 0 0,-1 0 0,-1-1-1,0 1 1,-1 0 0,0 0 0,-1 0 0,-1-1 0,0 0 0,-1 0-1,0 0 1,-1 0 0,0-1 0,-12 17 0,14-24-16,-6 13-4,-1-1-1,-1 0 1,-1-1 0,-1-1-1,0 0 1,0-1-1,-28 21 1,41-34 4,1-1-1,-1 1 1,1-1-1,-1 1 1,0 0-1,1-1 1,-1 0-1,0 1 1,0-1-1,1 1 1,-1-1-1,0 0 1,0 1-1,0-1 1,1 0-1,-1 0 1,0 0-1,0 0 1,0 1 0,0-1-1,0 0 1,1-1-1,-1 1 1,0 0-1,0 0 1,0 0-1,0 0 1,1-1-1,-1 1 1,0 0-1,0-1 1,0 1-1,1-1 1,-1 1-1,0 0 1,1-1-1,-1 0 1,0 1-1,1-1 1,-1 1 0,1-1-1,-1 0 1,1 0-1,-1 1 1,1-1-1,-1 0 1,1 0-1,0 1 1,0-1-1,-1-1 1,0-6-9,0 0 0,1 0 0,0 1 0,2-16 0,-1 0-7,-1 23 14,0 0 0,0 0 0,0 0 0,0-1 1,0 1-1,0 0 0,1 0 0,-1 0 0,0 0 0,0 0 1,0-1-1,0 1 0,0 0 0,0 0 0,0 0 1,0 0-1,0 0 0,0 0 0,1-1 0,-1 1 0,0 0 1,0 0-1,0 0 0,0 0 0,0 0 0,0 0 0,1 0 1,-1 0-1,0 0 0,0 0 0,0 0 0,0 0 1,1 0-1,-1 0 0,0 0 0,0 0 0,0 0 0,0 0 1,1 0-1,-1 0 0,0 0 0,0 0 0,0 0 0,0 0 1,0 0-1,1 0 0,-1 0 0,0 0 0,0 0 1,0 0-1,0 0 0,0 0 0,0 1 0,1-1 0,-1 0 1,0 0-1,0 0 0,0 0 0,0 1 0,8 5-91,-6-1 94,0-1 1,0 1-1,1-1 1,0 0-1,0 1 1,0-1 0,0-1-1,0 1 1,1 0-1,0-1 1,0 0-1,0 0 1,0 0-1,0 0 1,1-1-1,-1 0 1,1 1-1,-1-2 1,1 1-1,0 0 1,0-1-1,8 1 1,99 3 45,-99-5-49,0 0 1,1-2 0,-1 0-1,0 0 1,0-1-1,16-6 1,-26 8-118,-2 1 59,0 0-1,0-1 1,0 1-1,0 0 1,-1 0-1,1-1 1,0 1-1,0-1 1,-1 1 0,1 0-1,0-1 1,-1 1-1,1-1 1,0 0-1,-1 1 1,1-1-1,-1 0 1,1 1-1,-1-1 1,1 0-1,-1 1 1,0-1-1,1 0 1,-1 0-1,1-1 1,-1-6-3684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0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46 9124,'0'0'723,"0"0"46,0 0 218,0 0 229,0 0-429,0 0-339,16-6-181,6-3-74,1 2 1,0 0-1,0 2 0,35-5 0,-23 8 215,-34 2-418,-1 0 39,0 0 0,0 0 51,0 0 75,0 0-91,0 0-24,-16 0 3,1 1-48,0 0 0,0 1 1,0 0-1,0 1 1,0 1-1,1 0 0,-23 11 1,27-11-3,0 1 1,1 1-1,-1 0 1,1 0-1,0 0 1,1 1-1,0 1 1,0 0-1,0 0 1,1 0-1,-8 13 1,12-16-5,0 0 0,0 0 0,1 1 0,0-1 0,0 1 0,1 0-1,-1-1 1,1 1 0,0 0 0,1 0 0,0 0 0,0 8 0,3-13 34,0 0 0,1 0-1,-1 0 1,0 0 0,1 0 0,-1-1 0,0 1-1,1-1 1,-1 0 0,1 0 0,-1-1 0,6 0-1,-1 1 26,13 0 17,-13 1 43,1-1 1,0 0 0,0 0 0,0-1-1,-1 0 1,1-1 0,0 0-1,8-3 1,-14 4-116,0 0-1,0 0 1,0 0-1,0 1 1,0 0 0,0 0-1,0-1 1,0 2-1,1-1 1,-1 0-1,0 1 1,0-1 0,0 1-1,0 0 1,0 0-1,0 0 1,-1 0-1,1 1 1,0-1-1,-1 1 1,1 0 0,0-1-1,-1 1 1,0 0-1,1 1 1,-1-1-1,0 0 1,3 5 0,-1-2-5,0 0 0,-1 0 0,1 1 0,-1-1 0,0 1 0,0 0 0,-1 0 0,1 0 0,-1 0 0,-1 0 0,1 1 0,0 10 0,-1-12 18,-1 1-1,0-1 0,0 1 0,-1-1 1,0 1-1,0-1 0,0 1 0,0-1 1,-1 0-1,0 1 0,0-1 0,0 0 1,-1 0-1,0-1 0,0 1 0,0 0 1,0-1-1,-1 0 0,0 0 0,0 0 1,0 0-1,0 0 0,0-1 0,-1 0 1,0 0-1,0 0 0,0-1 0,0 1 1,0-1-1,-7 2 0,1-2 9,1 0 0,-1-1-1,0 0 1,0 0 0,1-2-1,-1 1 1,0-1 0,0-1-1,1 0 1,-1 0 0,1-1-1,-1 0 1,1-1 0,-12-6 0,19 9-509,-17-9 1288,13 1-6966,7 7 159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0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8 6371,'0'0'859,"0"0"-248,0 0 293,0 0 73,0 0-209,0 0-229,-4 0-136,-5-3 110,10 1-58,23 0 316,54 1 458,-63 1-910,-15 38-100,1-27-182,-1 1 1,-1-1-1,0 0 1,0 0 0,-5 15-1,5-22-32,-1-1-1,1 0 1,-1 1-1,0-1 1,0 0-1,0 0 1,0 0-1,-1 0 0,1 0 1,-1 0-1,0-1 1,0 1-1,0-1 1,0 0-1,0 0 1,0 0-1,0 0 0,-1-1 1,-6 3-1,14-4 6,48 1 68,-50 0-76,0-1 0,0 0 0,0 0-1,-1 1 1,1-1 0,0 1 0,0-1 0,0 1-1,-1 0 1,1 0 0,0 0 0,-1 0-1,1 0 1,-1 0 0,1 0 0,-1 1 0,1-1-1,-1 0 1,0 1 0,0-1 0,0 1-1,0-1 1,0 1 0,0 0 0,0 0 0,0-1-1,-1 1 1,1 0 0,0 2 0,0 4 1,0 4 13,1 0 0,-2-1 1,0 1-1,0 0 0,-1 0 1,-3 16-1,2-26 13,1 1 0,-1-1 0,0 0 0,1 0 0,-1 0-1,0 0 1,0 0 0,-1-1 0,1 1 0,0-1 0,-1 1 0,1-1 0,-1 0 0,1 0-1,-1 0 1,1 0 0,-5 1 0,-54 9 780,40-8-655,-39 9 96,-53 8-425,92-11-597,17-1-4133,4-1-1733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08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44 4242,'0'0'555,"0"0"-318,0 0 115,0 0 409,0 0-33,0 0-74,-1-7-35,-1 0-339,-1-23 2230,-29 30-989,23 2-1440,0-1 0,0 1 1,0 0-1,0 1 0,0 0 0,1 1 1,0-1-1,-1 2 0,1-1 0,1 1 0,-1 0 1,1 1-1,-11 9 0,-13 14 380,-41 50 1,53-57-89,1 1 1,0 1-1,-16 31 1,28-43-177,0 0 1,1 1-1,1-1 0,0 1 1,1 0-1,0 0 1,0 0-1,2 1 0,-1 16 1,2-24-140,0-1 0,0 1 0,0-1 0,1 1 0,-1-1 1,1 1-1,1-1 0,-1 0 0,1 0 0,2 6 0,-2-8-36,1-1 0,-1 1 0,1 0 0,-1-1 0,1 0-1,0 1 1,0-1 0,0 0 0,0 0 0,1-1 0,-1 1 0,0-1 0,1 0-1,-1 0 1,1 0 0,4 1 0,22 3 121,1 0 1,-1-2-1,1-2 0,48-3 1,-15 1-87,-59 1-37,0-1 1,0 1 0,0-1-1,0-1 1,0 1 0,0-1-1,0 1 1,-1-1 0,1-1-1,-1 1 1,1-1 0,-1 1-1,0-1 1,0-1 0,0 1-1,0 0 1,-1-1 0,1 0-1,-1 0 1,0 0 0,0 0-1,-1 0 1,1-1 0,2-6-1,0-2 13,0 1-1,0-1 1,-1 0-1,-1 0 0,0 0 1,-1 0-1,-1 0 1,1-16-1,-3 28-23,1 0 0,-1 0 0,1 0 1,-1 0-1,1 0 0,-1 0 0,0 0 0,1 0 0,-1 0 0,0 0 1,0 0-1,0 0 0,0 0 0,0 0 0,0 1 0,0-1 0,0 0 0,0 1 1,0-1-1,0 1 0,0 0 0,0-1 0,-1 1 0,1 0 0,0-1 0,0 1 1,0 0-1,-1 0 0,-1 0 0,-43-2 35,40 2-58,-14 0 19,1 0 0,-1 1 0,0 1 0,1 1 0,-1 1 0,1 0 0,-30 12 0,28-8-11,-1 2 1,1 0-1,-32 22 0,47-28 6,0 0 0,1 1 0,-1-1 0,1 1 1,0 1-1,1-1 0,-1 1 0,1 0 0,0 0 0,1 0 0,-1 0 0,1 1 0,0-1 1,1 1-1,0 0 0,-2 10 0,3-1 56,1-15-19,0-1 1,0 0 60,0 0 20,0 0-22,8-25 133,4 9-284,2 0 0,0 1 0,1 0 0,30-22 0,-3 1-572,-35 31 513,-1 0-1,1 0 0,0 1 1,1 0-1,-1 0 0,0 1 1,1-1-1,0 2 0,16-5 1,-4 4-2,1 0 0,39 1 0,-58 3 117,1-1 0,-1 1 0,1 0 0,-1 0 0,1 0 0,-1 1 0,1-1 0,-1 1 0,0-1 0,0 1-1,0 0 1,0 0 0,0 0 0,0 0 0,0 0 0,-1 0 0,1 0 0,1 4 0,0-2-15,0 0 0,-1 0 0,0 1 1,0-1-1,0 1 0,0-1 1,-1 1-1,0 0 0,2 7 0,-4-10 14,0-1 0,1 0 0,-1 1-1,0-1 1,0 0 0,0 0 0,0 0-1,0 0 1,0 0 0,0 0 0,0 0 0,0 0-1,0 0 1,-1 0 0,1-1 0,0 1-1,-1 0 1,1-1 0,0 1 0,-1-1-1,1 0 1,-1 1 0,1-1 0,-1 0-1,-1 0 1,-2 1 4,-134 33-547,81-29-5240,54-5-929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09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4450,'0'0'603,"0"0"-16,0 0 189,0 0 694,0 0 56,0 0-448,2 1-245,6 1-539,0 0 0,0-1 1,0 0-1,1 0 1,-1 0-1,0-1 1,0-1-1,10 0 0,13-1 151,159-1 1136,209-31 0,-107 4 19,-217 30-1669,-75 0-192,0 0-585,-36 2-8321,15-2 363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95 10837,'0'0'1281,"0"0"-76,0 0 47,0 0 343,0 0-285,9-2-675,44-16 14,56-28 0,-75 32-397,-27 11-225,1 0-1,-1 1 1,0 0 0,1 0-1,-1 1 1,1 0 0,-1 0-1,11 1 1,-17 1-30,-1 0-1,1 0 1,0-1-1,-1 1 1,1 0 0,-1 0-1,1 0 1,-1 0-1,1 0 1,-1 0 0,0 0-1,0 0 1,1 0-1,-1 0 1,0 0-1,0 0 1,0 0 0,0 0-1,0 0 1,-1 2-1,1 34 66,0-28-36,0-4-19,-1 0 1,0 0-1,0 0 0,0 0 1,-1 0-1,1 0 0,-1-1 0,0 1 1,0-1-1,-1 1 0,0-1 0,1 0 1,-1 1-1,-1-2 0,1 1 1,-1 0-1,1-1 0,-1 1 0,0-1 1,0 0-1,0 0 0,-6 2 1,0 0 31,0 0 0,0 0 0,0-1 0,0-1 0,-1 0 0,1 0 0,-1-1 0,0 0 0,-21 0 0,32-2-138,3 0-16,71-5-38,28 0 125,-99 5 23,0 1 0,0 0 1,0-1-1,-1 1 0,1 0 1,0 1-1,-1-1 0,1 0 1,-1 1-1,0 0 0,1-1 1,-1 1-1,0 0 0,0 0 1,0 0-1,0 0 0,0 0 1,-1 1-1,1-1 0,-1 1 1,1-1-1,-1 1 0,0-1 0,0 1 1,0 0-1,0 0 0,-1-1 1,1 1-1,-1 0 0,1 4 1,0 6-12,1 0 0,-2 0 0,0 1 0,0-1 1,-4 20-1,2-27 19,0 1 1,0-1 0,-1 0-1,0 0 1,0 0 0,0-1-1,-1 1 1,0-1-1,0 1 1,0-1 0,-1-1-1,0 1 1,0-1 0,0 1-1,0-1 1,-1-1-1,1 1 1,-1-1 0,-6 3-1,-7 3 66,1-2 0,-1 1 0,0-2 0,-1-1-1,-23 4 1,-17-3 424,-1-2 0,-117-8-1,135-6-280,41 10-303,0-1 0,1 1-1,-1-1 1,1 1 0,-1-1 0,1 0 0,-1 1 0,1-1 0,-1 0 0,1 0 0,0 0 0,-1 0 0,1 0 0,0 0 0,0-1 0,0 1 0,0 0-1,0 0 1,0-1 0,0 1 0,0-1 0,1 1 0,-2-3 0,2-5-5271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04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25 1345,'0'0'4060,"0"0"-2627,0 0-563,0 0 125,0 0 66,0 0-55,4-4-248,12-12 0,-12 11-57,-18 5 398,-271 0-58,284 0-1060,1 28-37,2 227 1000,-1 164 908,-22-195-1211,6-85-223,8-58-243,-19 372 723,26-452-882,0-1 13,0 0-7,0 0-30,0 0 29,0 0-56,43 0-10,457 8 240,-499-8-190,-1 0 27,0 0-32,0 0-112,0 0-195,0-12-2530,0 3-1076,0-5-3079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0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4962,'0'0'1049,"0"0"90,0 0 494,0 0 135,0 0-303,0 0-822,13-11-195,15-12-44,-1-2-1,-1 0 1,42-56-1,-59 70-266,-1 0 0,0-1 0,-1-1 0,0 1 0,-1-1 0,-1 0 0,0 0 0,0-1 0,-1 0 0,-1 0 0,2-18 0,-11 486 3654,24-366-3519,-18-88-296,0 0-69,0 0-305,3-4-138,1-1 0,-1 1 0,0-1 0,-1 0 0,1 0 0,-1 0 0,0 0 1,0 0-1,1-7 0,0 0-2069,0 3-3437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05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5795,'0'0'1222,"0"0"-718,0 0-35,0 0 180,0 0 28,15-14-229,48-42-199,-61 54-195,0 0 0,0 0 1,0 1-1,0-1 1,0 1-1,1-1 1,-1 1-1,0 0 0,1 0 1,-1 0-1,0 0 1,1 0-1,-1 1 0,1-1 1,0 1-1,-1 0 1,1 0-1,-1 0 1,1 0-1,0 0 0,3 1 1,7 0 426,-12 0-452,-1-1 0,1 1 1,-1 0-1,1-1 1,-1 1-1,1 0 0,-1-1 1,1 1-1,-1 0 1,1-1-1,-1 1 0,0 0 1,0 0-1,1 0 1,-1-1-1,0 1 0,0 0 1,0 0-1,0 0 1,0 0-1,0-1 0,0 1 1,0 2-1,0 30 301,-1-25-183,2 32 189,-2 0 1,-2 0 0,-1 0-1,-19 71 1,13-75-247,2-4-28,-19 42-1,27-73-57,0-1-1,0 0 0,0 0 1,0 1-1,0-1 0,0 0 1,0 1-1,0-1 0,-1 0 1,1 0-1,0 0 0,0 1 1,0-1-1,0 0 0,-1 0 1,1 0-1,0 1 0,0-1 1,0 0-1,-1 0 0,1 0 1,0 0-1,0 0 0,-1 1 1,1-1-1,0 0 0,0 0 1,-1 0-1,1 0 0,0 0 1,0 0-1,-1 0 0,1 0 1,0 0-1,-1 0 0,1 0 1,0 0-1,0 0 0,-1 0 1,1 0-1,0 0 0,0 0 0,-1-1 1,1 1-1,0 0 0,0 0 1,-1 0-1,1 0 0,0-1 1,0 1-1,0 0 0,-1 0 1,-6-10 4,5 1-61,0-1 0,0 0 0,1 0 0,0 0 0,1 0 0,2-17 0,-2 1-166,1 25 217,0 1 0,-1-1 0,1 1 1,0-1-1,-1 1 0,1 0 0,0-1 0,0 1 0,0 0 0,-1 0 1,1-1-1,0 1 0,0 0 0,0 0 0,0 0 0,-1 0 1,1 0-1,0 0 0,0 0 0,0 1 0,-1-1 0,1 0 0,0 0 1,0 1-1,0-1 0,4 3 34,-1 0 1,0 0-1,1 0 1,-2 0-1,1 1 1,0 0-1,-1-1 1,1 1-1,-1 1 1,5 8-1,15 16 112,-17-22-110,1-1 0,-1 1 0,1-2-1,1 1 1,-1-1 0,1 0-1,0-1 1,0 1 0,0-2-1,1 1 1,-1-1 0,1 0 0,0-1-1,0 0 1,0-1 0,0 0-1,0 0 1,17-1 0,-14 0-17,1 0-1,-1-1 1,1 0 0,22-6 0,-30 6-100,-1-1 0,1 0 0,-1 0 0,0-1 0,1 1 0,-1-1 0,0 0 0,-1 0 0,1 0 0,-1 0 0,1-1 0,-1 1 0,0-1 0,4-6 0,-1-9-2729,-5 1-2382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06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9925,'0'0'891,"0"0"-561,0 0 289,0 0 318,8 25 82,1 5-741,-3-5-86,2-1 0,1 0 0,1 0 0,16 29 0,1-12 14,46 56-1,-44-60-129,44 71 0,-70-101-51,0-1 0,0 1 0,0 0 1,-1 0-1,-1 1 0,1-1 0,-1 0 1,0 1-1,-1-1 0,0 14 0,0-20-11,-1 1-1,1-1 1,-1 0-1,1 0 1,-1 0-1,1 1 1,-1-1-1,0 0 1,0 0-1,0 0 1,0 0-1,1 0 1,-1-1-1,0 1 1,0 0-1,-1 0 0,1-1 1,0 1-1,0 0 1,0-1-1,0 1 1,-1-1-1,1 0 1,0 1-1,0-1 1,-1 0-1,1 0 1,0 0-1,-1 0 1,1 0-1,-2 0 1,-52 1 163,42-2-153,-12 2 20,12-1-27,0 1 0,0-2 1,0 0-1,1 0 0,-18-5 0,26 5-15,1 0 0,0 0 0,0-1 0,0 1 0,0-1 0,0 0 0,0 0 0,0 0 0,1 0 0,-1 0 0,1-1 0,-1 1 0,1-1 0,0 0 0,0 0 0,0 0 0,0 1 1,1-2-1,-1 1 0,1 0 0,0 0 0,0 0 0,0-1 0,0 1 0,0-4 0,0 0 0,0-1-1,1 1 1,0 0 0,0-1 0,1 1 0,0 0 0,0 0 0,1-1 0,0 1-1,0 0 1,0 0 0,1 1 0,0-1 0,1 1 0,-1-1 0,1 1 0,1 0 0,-1 0-1,1 1 1,5-6 0,13-11 12,1 1 0,1 2 0,39-25 0,-18 13-8,-31 20-5,5-2 7,-1-1 0,26-26 0,-40 35-7,-1 0 0,0 1 0,0-1 0,0-1 0,-1 1 0,0 0 0,0-1 0,0 0 0,-1 0 0,0 0 0,0 0 0,0 0 0,-1 0 0,2-10 0,-3 12-3,0 1 1,1-1-1,-1 1 0,-1-1 1,1 1-1,-1-1 0,1 1 1,-1-1-1,0 1 0,0 0 1,0-1-1,-1 1 0,1 0 1,-1 0-1,0 0 0,-3-5 0,1 5 4,0-1-1,0 1 1,-1 0-1,1 0 0,-1 0 1,0 1-1,0-1 1,0 1-1,0 0 0,-7-1 1,-17-5 62,0 2 1,-1 1-1,1 1 1,-1 1-1,-56 3 1,85 0-69,-1 1 1,0-1 0,0 0 0,0 1 0,0-1 0,1 1 0,-1-1 0,0 1 0,0 0 0,1 0-1,-1 0 1,1 0 0,-1 0 0,1 0 0,-1 0 0,1 1 0,-1-1 0,1 0 0,0 1 0,0-1 0,0 1-1,0-1 1,-1 3 0,-1 1 4,1 1 0,1-1 0,-1 0 0,1 1-1,0-1 1,0 0 0,0 1 0,1 6 0,0-1-199,0 0 0,1-1 1,0 1-1,0-1 0,2 1 0,-1-1 1,1 1-1,5 10 0,15 4-2824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06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7764,'0'0'1632,"0"0"-519,0 0 365,0 0 187,0 0-540,9 0-153,74-1 27,170 5 2430,-476 1-1548,22-5-1892,115 0-5295,85 0-342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4850,'0'0'1294,"0"0"0,0 0 424,0 0-344,0 0-573,0 0-396,9-12 3,8-8-323,49-64 653,-59 74-535,-1 0 0,0-1 0,0 0 0,-1 0 0,0 0 0,6-24 0,-13 57 230,1 0-1,2 38 1,1 20 230,-4-47-506,-7 205 1265,9-238-1421,0 0-1,1 1 1,-1-1-1,1 0 1,-1 1-1,1-1 1,-1 0-1,1 0 1,-1 1-1,1-1 1,-1 0-1,1 0 1,-1 0-1,1 0 1,0 0 0,-1 0-1,1 0 1,-1 0-1,1 0 1,-1 0-1,1 0 1,-1 0-1,1 0 1,-1 0-1,1 0 1,0-1-1,-1 1 1,1 0-1,-1 0 1,0-1-1,1 1 1,-1 0-1,1-1 1,-1 1-1,1-1 1,1-2-168,1 0 0,-1 0-1,0 0 1,0-1 0,-1 1 0,1 0 0,-1-1 0,1-3 0,4-20-5028,-5 15-2996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0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5122,'0'0'393,"0"0"-233,0 0 242,0 0 404,0 0-27,1-2 4975,4 0-6017,45-9 782,1 2 1,0 2-1,54 0 1,-104 7-516,0 1 0,1-1 0,-1 0 0,0 1 0,0-1 0,0 1 0,0-1 0,0 1 0,0-1 0,0 1 0,-1 0 0,1 0 0,0-1 0,0 1 0,0 0 0,-1 0 0,1 0 0,0 0 0,-1 0 0,1 0 0,-1 0-1,1 0 1,-1 0 0,1 0 0,-1 0 0,0 0 0,0 0 0,1 1 0,-1-1 0,0 0 0,0 0 0,0 0 0,0 0 0,-1 2 0,-2 48 187,2-45-142,-1 4-15,0 1 1,-2-1 0,1 0-1,-1 0 1,0-1 0,-1 1-1,0-1 1,-1 0 0,0 0-1,-7 9 1,-17 17 39,-37 33 0,8-8 21,2 8-76,56-67 15,1-1-4,0 0 23,0 0 38,-1-28-18,0 21-78,1 1 1,0-1 0,0 1-1,0-1 1,3-13 0,-2 19-11,-1-1-1,1 1 1,-1 0 0,1-1 0,0 1 0,0 0 0,0-1 0,0 1 0,0 0 0,0 0 0,0 0-1,0 0 1,0 0 0,0 0 0,1 0 0,-1 0 0,0 1 0,1-1 0,-1 0 0,0 1-1,1-1 1,-1 1 0,1-1 0,-1 1 0,1 0 0,-1 0 0,1-1 0,-1 1 0,1 0-1,1 1 1,2-1 15,-1 0 0,0 1 0,0-1 0,0 1 0,0 0 0,0 1 0,0-1-1,0 1 1,0-1 0,-1 1 0,1 1 0,-1-1 0,1 0 0,-1 1 0,0-1 0,0 1 0,0 0-1,0 0 1,0 0 0,-1 1 0,4 4 0,22 23 32,-21-24-28,1-1 1,-1 0-1,2 0 1,-1-1-1,1 0 1,-1-1-1,1 1 1,1-2-1,-1 1 1,0-1-1,11 1 1,1 0 19,0-2 0,1 0-1,-1-2 1,22-2 0,-39 2-31,-1-1-1,0 1 0,0-1 1,0 0-1,0 0 1,0 0-1,0 0 1,0-1-1,-1 1 0,1-1 1,0 0-1,-1 0 1,1 0-1,-1 0 1,0 0-1,0-1 1,1 1-1,-1 0 0,-1-1 1,1 0-1,0 1 1,1-5-1,4-25-3846,-7 19-1861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38 8548,'0'0'1913,"0"0"-947,0 0-529,0 0 59,0 0 302,0 0 69,6 30-264,-6-26-585,8 36 230,1-1 1,2 0-1,2 0 0,30 61 0,9-22 304,-37-59-438,-1 1 0,20 39 0,-33-57-110,0 0 1,0 0-1,0 0 1,0 1-1,0-1 1,-1 0-1,1 0 1,-1 1-1,0-1 1,0 0-1,0 0 1,0 1-1,0-1 1,-1 5-1,1-6 1,-1 0 0,1 0 0,-1 1 0,0-1 0,1 0 0,-1 0 0,0 0 0,0 0 0,0 0 0,0 0 0,0 0 0,0-1 1,0 1-1,0 0 0,0-1 0,0 1 0,-1 0 0,1-1 0,-2 1 0,-6 1 23,0 0 1,-1-1-1,1 0 0,0-1 1,-19-1-1,4 0-16,19 1-11,0-1 0,0 0 0,0 0 0,0 0 1,0 0-1,0-1 0,1 1 0,-1-1 0,0-1 1,1 1-1,0-1 0,-1 0 0,1 1 0,0-2 1,0 1-1,1 0 0,-1-1 0,1 0 1,0 0-1,0 0 0,0 0 0,-4-9 0,2 5-26,1-1-1,1 1 0,0-1 1,0 0-1,0 0 0,1 0 1,1 0-1,-1 0 0,1 0 1,1-1-1,1-17 0,-1 25 11,1 1 0,0 0 0,-1 0 0,1 0 1,0 0-1,-1 0 0,1 0 0,0 0 0,0 0 0,0 0 0,0 0 0,0 1 0,0-1 0,0 0 0,0 1 0,0-1 0,0 0 0,0 1 0,0-1 0,0 1 0,1 0 0,-1-1 0,2 1 0,35-7-15,-29 6 14,45-6 23,-15 3 17,-2-2 0,57-15 0,-86 19-13,0-1 0,0 1-1,0-2 1,-1 1 0,1-1 0,-1 0-1,0-1 1,0 1 0,-1-1-1,1-1 1,-1 1 0,0-1-1,-1 0 1,1-1 0,-1 1 0,0-1-1,5-9 1,-8 10-3,1 1 0,-1-1 0,0 1 0,0-1 0,0 0 0,-1 0 1,0 0-1,0 0 0,-1 0 0,1 0 0,-1 0 0,-1-1 0,1 1 0,-1 0 0,0 0 0,0 0 0,-1 1 0,0-1 0,0 0 1,0 0-1,-1 1 0,0-1 0,0 1 0,0 0 0,-1 0 0,1 0 0,-1 1 0,0-1 0,-1 1 0,1 0 0,-1 0 0,0 0 1,0 1-1,0-1 0,-7-2 0,-3 1 27,-1 0 0,1 2 1,-1 0-1,0 0 1,0 2-1,0 0 0,-17 1 1,30 1-26,0-1 0,0 0 0,0 1 1,0 0-1,0-1 0,0 1 0,0 0 1,1 1-1,-1-1 0,0 0 1,1 1-1,-1 0 0,1 0 0,-1-1 1,1 1-1,0 1 0,0-1 0,-1 0 1,2 0-1,-1 1 0,0-1 0,0 1 1,1 0-1,0-1 0,-1 1 1,1 0-1,0 0 0,0 0 0,1 0 1,-2 5-1,-1 11-909,0 1 1,1-1-1,2 34 0,0-38-1179,0 4-9554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6387,'0'0'1606,"0"0"-726,0 0-29,0 0 267,0 0-133,18 0-180,247 16 1950,-38 0-875,480 1 1004,-574-6-2802,-129-8-523,-12 1 287,-14 3-102,-13 2-888,-4 1-5299,27-5-566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 3538,'0'0'2251,"0"0"-1015,0 0 442,0 0 493,0 0-322,8 0-382,182-10 2826,-169 7-4232,0 1 0,1 1 0,-1 1-1,40 4 1,-59-3-64,0 0 0,1 0 0,-1 0 0,0 0 0,0 0 0,0 1 0,0-1 0,0 1-1,0-1 1,0 1 0,0 0 0,-1 0 0,1 0 0,-1 0 0,1 0 0,-1 0 0,0 0 0,0 0 0,0 0-1,0 1 1,0-1 0,0 0 0,-1 1 0,1-1 0,-1 1 0,1 3 0,0 10-2,0 0-1,-1 0 1,-1 16 0,0-15 13,0-11 3,0-1-1,0 1 1,0-1-1,-1 0 1,0 1-1,0-1 1,0 0-1,-1 0 1,0 0-1,0-1 1,0 1 0,0-1-1,-1 1 1,0-1-1,1 0 1,-2-1-1,1 1 1,0-1-1,-1 1 1,1-1-1,-1-1 1,0 1-1,0-1 1,0 1-1,-7 1 1,-5 2 22,-1-1 1,0 0-1,0-1 0,0-1 0,0-1 1,-27 1-1,-1-3 117,46-1-139,0 0 1,-1 0 0,1-1 0,0 1-1,0 0 1,0 0 0,0 0 0,0 0 0,0 0-1,1 0 1,-1 0 0,0 0 0,0 0 0,1 0-1,-1 1 1,1-1 0,-1 0 0,1-1 0,5-3-10,0 0 0,0 0 0,0 1 0,1 0 0,-1 1 0,1-1 0,0 1 0,0 1 0,0-1 0,9-1 0,79-17 0,-60 17 2,1 1 1,63 4-1,-94 0-5,-1 0 0,0 0 0,0 0 1,0 1-1,0-1 0,0 1 0,0 0 0,-1 0 0,1 1 0,-1-1 1,1 1-1,-1 0 0,0-1 0,0 2 0,0-1 0,0 0 1,-1 0-1,1 1 0,-1 0 0,0-1 0,0 1 0,0 0 0,-1 0 1,1 0-1,1 8 0,2 4-5,-1 0 0,0 1 0,-2 0-1,1 0 1,-2 21 0,-1-30 5,1-1-3,-1 1-1,-1-1 0,1 1 1,-1-1-1,-2 9 0,2-13 7,0-1 0,-1 1-1,1-1 1,0 1-1,-1-1 1,0 1 0,1-1-1,-1 0 1,0 0-1,0 0 1,0 0 0,0 0-1,-1 0 1,1-1-1,0 1 1,-1-1 0,-2 2-1,-11 4 19,0-1 0,0 0 0,-1-1 0,1-1 0,-1 0-1,-30 2 1,-107-5 108,84-2-16,62 1-16,1 0 0,0-1 0,0 1-1,0-2 1,0 1 0,0-1 0,0 0 0,0 0-1,1-1 1,-1 0 0,1 0 0,0-1 0,-1 1-1,2-1 1,-1-1 0,0 1 0,1-1 0,0 0-1,0 0 1,0-1 0,-5-7 0,10 11-110,0 1-167,0 1-225,0 0-823,0 0-1154,2 0-2214,8 0-4388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7:14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6803,'0'0'1363,"0"0"-405,0 0 296,0 0 163,0 0-379,21-5-460,27-6-341,17-4 580,1 2-1,119-8 1,-197 46-161,10-21-606,-6 8 80,1-1 1,0 1-1,0 1 0,2-1 0,-1 1 1,2 0-1,0 0 0,-5 27 0,7 129 1191,3-92-836,1-31-94,3 1-1,10 48 0,7 60 222,-19 173 281,-6-200-284,18 179-1,-9-234-528,-4 96 1,-3-86-47,-5-17-40,6-64 38,0-2-42,-21-3 172,3-16-102,15 15-63,1 1 0,-1 0 1,0 0-1,0 0 0,0 1 0,0-1 1,0 1-1,-1-1 0,1 1 1,-1 0-1,-4-1 0,-25-8-59,-1 2 0,0 1 1,0 1-1,0 2 0,-66 0 0,98 5-1226,2 0-1877,0 0-2064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3073,'0'0'1897,"0"0"-934,0 0-104,0 0 494,0 0-323,0 0-451,0 0-232,0 0 5,0 0-45,10 0-14,73 3 1103,-42 0-714,0-2 0,-1-2 0,44-5 1,-12-3-367,-46 6-46,1 0 0,31-9-1,-57 12-210,-1 0-19,0 0-18,-35 0 282,24-2-183,9 2-6595,17-9-1676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4226,'0'0'723,"0"0"165,0 0 446,-27 21 267,-87 70-238,103-82-1135,1 0-1,1 0 1,0 1-1,0 0 0,1 1 1,1 0-1,-1 0 1,2 0-1,0 1 1,0 0-1,1 1 1,0-1-1,1 1 0,1 0 1,0 0-1,1 0 1,0 0-1,1 1 1,0 22-1,2-32-186,-1 1-1,0-1 1,1 0-1,0 1 1,0-1 0,0 0-1,1 1 1,-1-1 0,1 0-1,0 0 1,0 0-1,1-1 1,-1 1 0,1 0-1,0-1 1,0 0-1,0 0 1,0 0 0,0 0-1,1 0 1,-1 0-1,1-1 1,0 0 0,0 1-1,0-2 1,0 1-1,0 0 1,0-1 0,1 0-1,-1 0 1,5 1-1,17 3 35,0-2 0,0 0 0,1-2-1,28-2 1,-26 1-62,-23 0 2,-1 0 0,1 0 0,0-1 0,0 0 0,-1 0 0,1 0 0,0-1 0,-1 1 0,0-1 0,1-1 0,-1 1 0,0-1 0,0 0 0,5-4-1,-7 4 0,0 0-1,0 0 1,0-1-1,0 0 1,0 1-1,-1-1 1,0 0-1,0 0 1,0 0-1,0 0 1,-1-1-1,0 1 1,0 0-1,0-1 0,0 1 1,0-1-1,-1 1 1,0-8-1,0 10-4,0 1-1,0-1 0,-1 0 1,1 1-1,0-1 0,-1 1 1,0-1-1,1 0 0,-1 1 1,0-1-1,1 1 1,-1-1-1,0 1 0,0 0 1,0-1-1,0 1 0,-1 0 1,1 0-1,0 0 0,0 0 1,-1 0-1,1 0 0,-1 0 1,1 0-1,-1 0 0,1 1 1,-1-1-1,1 0 0,-1 1 1,0 0-1,-2-1 0,-6-1 48,-1 1 0,0 0-1,-21 1 1,16 1-52,-3-2 4,-1 2 0,1 0 0,0 1-1,0 1 1,0 1 0,-23 8 0,38-11-17,-1 0 1,1 1-1,1 0 0,-1 0 1,0 0-1,0 1 0,1-1 1,-1 1-1,1 0 0,0 0 1,0 0-1,0 0 0,0 0 1,1 1-1,-1-1 0,1 1 1,0 0-1,0 0 0,0 0 1,0 0-1,1 0 0,0 0 1,0 0-1,0 0 0,0 1 1,0-1-1,1 0 0,0 1 1,0-1-1,0 0 0,1 0 1,-1 1-1,1-1 0,2 7 1,-2-9-41,0 0 0,0-1-1,0 1 1,0 0 0,0 0 0,1-1 0,-1 1 0,1-1 0,-1 1 0,1-1 0,-1 0-1,1 1 1,0-1 0,0 0 0,0 0 0,-1 0 0,1-1 0,0 1 0,0 0 0,0-1-1,0 1 1,0-1 0,1 1 0,1-1 0,60 4-4132,-58-4 3096,15 0-4075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7780,'0'0'920,"0"0"-616,0 0-21,0 0 707,0 0 341,2 23-293,6 76-291,-7-89-612,-1 0 1,0-1-1,-1 1 0,0 0 1,-1 0-1,0-1 0,0 1 1,-1 0-1,-5 10 0,5-13 22,0 1 0,1 0-1,-1 0 1,2 0-1,-1 0 1,1 1 0,0 8-1,2-16-139,0 0-1,-1-1 0,1 1 0,0 0 1,0 0-1,0-1 0,0 1 1,0 0-1,0-1 0,0 1 0,1-1 1,-1 0-1,0 1 0,0-1 0,0 0 1,0 1-1,0-1 0,1 0 1,-1 0-1,0 0 0,0 0 0,2 0 1,34 1 143,-34-1-132,169 0-1402,-171 0 1201,-1 0-1,1-1 1,-1 1-1,1 0 1,-1 0-1,1 0 1,-1 0-1,0 0 1,1-1-1,-1 1 1,1 0-1,-1 0 1,1-1-1,-1 1 1,0 0 0,1-1-1,-1 1 1,0 0-1,1-1 1,-1 1-1,0 0 1,0-1-1,1 1 1,-1-1-1,0 1 1,0-1-1,0 1 1,1 0-1,-1-1 1,0 1-1,0-1 1,0 1-1,0-1 1,0 1-1,0-1 1,0 0-1,0-5-3457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2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6371,'0'0'1446,"0"0"-531,0 0 149,0 0 711,-2 25-212,-52 336 4162,49-296-4827,3-16-5488,2-49-44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3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9476,'0'0'1140,"0"0"-498,0 0-44,0 0 224,0 0-46,34 0-114,213 0 1051,-126-2-731,-49-1-648,1 3 0,86 12 0,-112-2-315,-32-6-654,1-1 0,-1 0 0,20 0 0,-34-3-2113,-1 0-1584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9700,'0'0'1070,"0"0"-53,0 0 490,0 0-224,0 0-669,6-3-259,16-3-299,0 0 0,0 1 0,0 1 0,0 1 0,1 2 0,-1 0 0,1 1 0,23 3 0,-43-2-56,0 0 0,-1 0 0,1 0 0,-1 0 0,1 1 0,-1-1 0,0 1 0,1 0 0,-1 0 0,0 0 0,0 0 0,0 0 0,-1 0 0,1 0 0,0 0 0,-1 1 0,1-1 0,-1 1 0,0-1 0,0 1 0,0-1 0,0 1 0,0 0 0,-1 0 0,1-1 0,-1 1 0,0 0 0,0 0 0,0-1 0,0 6 0,0-3 22,0 0 0,0 0 0,-1 0 0,0 0-1,1-1 1,-2 1 0,1 0 0,0 0 0,-1-1-1,0 1 1,0-1 0,0 1 0,-1-1-1,0 0 1,0 0 0,-5 6 0,2-4 19,-1-1 0,0 0-1,-1 0 1,1-1 0,-1 0 0,0 0 0,0-1 0,-1 0-1,1 0 1,0-1 0,-1 0 0,-10 1 0,18-3 81,1 0 95,0 0-9,10 0 112,66-13-187,-53 8-95,0 1 1,36-1-1,-43 5-39,-11-1-1,0 1 0,0 0 0,1 0 0,-1 1 0,0-1 0,0 1 0,5 2 0,-8-2 2,-1 0 0,1 0 0,-1 0-1,0 0 1,1 0 0,-1 0-1,0 0 1,0 0 0,1 1-1,-1-1 1,0 0 0,-1 1 0,1-1-1,0 1 1,0-1 0,0 1-1,-1 0 1,1-1 0,-1 1-1,0 0 1,1-1 0,-1 1 0,0 0-1,0 2 1,2 6 20,-1 0-1,-1 0 1,0 0-1,0 0 1,0 0 0,-2-1-1,1 1 1,-1 0-1,0 0 1,-1-1 0,0 0-1,-1 1 1,0-1 0,-1-1-1,1 1 1,-10 12-1,6-10 37,0-1 0,-1 1 0,0-2 0,-15 14-1,19-19 5,0-1 0,1 0 0,-1-1 0,0 1 0,-1-1 0,1 0 0,0 0 0,0-1 0,-1 0 0,1 1 0,-1-2-1,1 1 1,-9-1 0,9 0-4,-1 0 0,1-1 0,0 0 0,-1 0 1,1 0-1,0-1 0,0 1 0,0-1 0,0-1 0,0 1 0,1-1 0,-1 0 0,1 0 0,-1 0 0,1 0 0,0-1 0,-7-7 0,-11-9 128,-13-2-63,29 19-123,0-1 1,0 1 0,1-1 0,-1 0-1,1 0 1,-9-10 0,14 14-55,-1 0 0,1 0 0,0-1 0,0 1 0,0 0 0,0 0 1,0 0-1,0-1 0,0 1 0,0 0 0,0 0 0,0-1 0,0 1 0,0 0 0,0 0 0,0 0 0,0-1 1,0 1-1,0 0 0,0 0 0,0-1 0,0 1 0,0 0 0,0 0 0,0 0 0,0-1 0,1 1 1,-1 0-1,0 0 0,0 0 0,0-1 0,0 1 0,0 0 0,1 0 0,-1 0 0,0 0 0,0 0 0,0-1 1,1 1-1,-1 0 0,0 0 0,0 0 0,0 0 0,1 0 0,-1 0 0,0 0 0,0 0 0,1 0 1,-1 0-1,0 0 0,1 0 0,15-3-3629,-13 3 2244,23-4-9068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6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1521,'0'0'1355,"0"0"-824,0 0-208,0 0 480,0 0 80,0 0-238,-19 0 1745,15 0 2896,381 0-4219,-377 0-984,0 0 21,0 0 51,0 0 122,0 0 185,0 0 50,0 0-77,0 0-163,0 0-35,0 0-98,0 0-40,0 21 15,0 1004 3240,14-820-3120,-3-78-140,-9-109-77,1 0 0,1 0 0,0 0 0,2 0 1,8 20-1,-6-17 0,-8-21-9,1 0 1,-1 1-1,0-1 0,0 1 0,0-1 0,0 1 1,0-1-1,0 1 0,0-1 0,0 0 0,0 1 1,0-1-1,0 1 0,0-1 0,-1 1 0,1-1 1,0 1-1,0-1 0,0 0 0,0 1 1,-1-1-1,1 1 0,0-1 0,-1 0 0,1 1 1,0-1-1,0 0 0,-1 0 0,1 1 0,-1-1 1,1 0-1,0 1 0,-1-1 0,1 0 0,-1 0 1,-25 6 85,-43-6-154,51 0 69,-15 0-33,15 1 33,1-1 0,-1 0 0,0-1-1,1-1 1,-1-1 0,1 0 0,-1-1 0,-18-8 0,87 3-7949,-25 4-584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4050,'0'0'1491,"0"0"-754,0 0 20,0 0 735,0 0-150,0 0-422,-5 0-317,-23 0 1977,38 12-2119,7-7-287,0 0 0,0-1-1,0-2 1,1 1 0,-1-2-1,33-1 1,-26 0 3,415 1 2400,-437-1-2614,-2 0-70,-11 6-344,-12 5-28,-40 17-1462,21-15-2522,34-12-491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7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4946,'0'0'1558,"0"0"134,0 0 205,31 1-57,239 6 1690,-77-7-700,-53 0-3822,-168 0-3685,26 0-263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6627,'0'0'2849,"0"0"-1645,0 0-559,-3 24 921,-24 163 1430,17-127-2261,2 1-1,3-1 0,4 109 1,1-167-732,0 0 0,1 1 0,-1-1 0,0 0 0,1 0 0,-1 0 0,1 1 0,0-1 0,0 0 0,0 0 0,0 0 1,0 0-1,0-1 0,1 1 0,-1 0 0,0 0 0,4 2 0,12 1-3231,-16-7 446,-1-12-1812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8916,'0'0'1598,"0"0"-675,0 0-173,0 0 424,0 0 389,1 28-432,4 239 1244,-5-67-1441,0-198-1079,0-2-818,0 0-1737,0 0-1315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6:59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5939,'0'0'693,"0"0"201,0 0 453,0 0-29,0 0-224,15-5-256,47-9 59,0 3 0,85-4 1,73-8 474,138-4 385,-357 27-1807,-1 0 7,-25 0 446,8 1 258,10 0-1710,0 0-4313,17-1-1475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 6707,'0'0'1547,"0"0"-623,0 0 4,0 0 118,0 0-48,0 0-227,0-23-203,3-97 520,-3 119-365,4 13 328,14 65 42,91 303 1783,-93-339-2754,1 0 0,2-2 0,2 0 1,1-1-1,2-1 0,2-1 0,31 33 1,-52-63-109,0-1-1,0 0 1,0 0 0,1 0 0,0-1 0,0 0-1,0 0 1,0 0 0,1-1 0,-1 0 0,1 0-1,0-1 1,0 0 0,0 0 0,0 0 0,15 0 0,-22-2-6,1 0 1,0 0 0,0 0-1,0 0 1,0-1 0,0 1-1,0 0 1,-1 0 0,1-1-1,0 1 1,0-1 0,0 1-1,-1-1 1,1 1 0,0-1-1,-1 0 1,1 1 0,0-1-1,-1 0 1,1 1 0,-1-1-1,1 0 1,-1 0 0,1 1-1,-1-1 1,0 0 0,1-1-1,5-27 93,-4 21-103,8-83 38,-4 0-1,-8-118 1,0 72-23,1 42-10,-1 28 1,3-1 1,10-69-1,8 205-1055,-13-42 555,10 34-1097,-3-19-3844,-7-29-841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8020,'0'0'1174,"0"0"-638,0 0 96,0 0 441,0 0 196,0 0-356,11 1-121,300 7 4462,-201-9-4305,-53 6-827,-55-5-133,1 1 0,0-1 0,0 1 0,-1 0 0,1 0 0,0 0 0,-1 0 1,1 0-1,-1 1 0,1-1 0,-1 1 0,0-1 0,0 1 0,0 0 0,0 0 0,3 4 0,-4-6-178,-1 1 1,0 0-1,0 0 1,0 0-1,0-1 0,0 1 1,1 0-1,-1 0 1,-1 0-1,1-1 0,0 1 1,0 0-1,0 0 0,0 0 1,-1-1-1,1 1 1,0 0-1,0 0 0,-1-1 1,1 1-1,-1 0 0,1-1 1,-1 1-1,1 0 1,-1-1-1,1 1 0,-1-1 1,0 1-1,1-1 0,-1 1 1,0-1-1,1 1 1,-1-1-1,0 0 0,0 1 1,1-1-1,-1 0 1,0 0-1,0 1 0,1-1 1,-1 0-1,0 0 0,0 0 1,0 0-1,0 0 1,1 0-1,-1 0 0,0 0 1,-1-1-1,-16 1-7006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9348,'0'0'1345,"0"0"-161,0 0 105,0 0 58,0 0-317,23 1-355,180 16 787,63-14 424,-140-6-1384,-125 3-486,-1 0-43,0 0-72,-12-4-301,9 3-4842,3 1-542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6083,'0'0'1491,"0"0"-322,0 0 146,0 0 30,0 0-638,0 0-126,17-4 33,28-7-21,0 2 0,84-5 0,-127 14-590,0 0 1,-1 0-1,1 0 0,0 1 0,0-1 1,0 0-1,-1 1 0,1 0 0,0-1 0,-1 1 1,1 0-1,0 0 0,-1 0 0,1 0 0,-1 0 1,0 0-1,1 0 0,-1 0 0,0 1 0,1-1 1,-1 1-1,0-1 0,0 1 0,0-1 1,-1 1-1,1-1 0,0 1 0,0 0 0,-1 0 1,1-1-1,-1 1 0,1 2 0,0 7 18,0 1-1,0-1 1,-1 0 0,-1 15-1,-1-2 70,2-15-74,-2 1 0,0-1 0,0 1 0,0-1 0,-1 0 0,-1 0 0,1 0 0,-2-1 0,1 1 0,-1-1 0,0 0-1,-1 0 1,0-1 0,0 1 0,-11 9 0,6-7-1,0 0 0,0 0 0,-1-2 0,0 1 0,-1-2 0,1 1 0,-2-2 1,1 0-1,-23 7 0,35-13-9,1 1 1,-1-1-1,1 0 1,-1 0-1,1 0 1,-1 0-1,1 0 1,-1 0-1,1 0 1,-1 0-1,1 0 1,-1 0-1,1 0 1,-1 0-1,1-1 1,-1 1-1,1 0 1,-1 0-1,1 0 1,-1-1-1,1 1 1,-1 0 0,1-1-1,0 1 1,-1 0-1,1-1 1,0 1-1,-1 0 1,1-1-1,0 1 1,-1-1-1,1 1 1,0-1-1,0 1 1,-1-1-1,1 1 1,0-1-1,-1-27 54,2 23-60,0 0 0,0 0 1,0 0-1,0 1 0,1-1 0,0 1 0,0-1 1,0 1-1,5-7 0,-3 6 7,1 1-1,0-1 1,0 1 0,1 1-1,-1-1 1,1 1-1,0 0 1,0 0 0,0 0-1,0 1 1,0 0 0,1 0-1,-1 1 1,1 0-1,-1 0 1,1 0 0,-1 1-1,1 0 1,-1 0 0,1 1-1,0 0 1,-1 0-1,0 0 1,1 1 0,-1 0-1,0 0 1,0 0 0,10 7-1,-9-6 48,-1 0-1,1 0 1,0 0-1,-1-1 0,1 0 1,0-1-1,0 1 1,14 0-1,62-3 376,-43 0-704,-37-1-949,-3-7-2119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45 9044,'0'0'1532,"0"0"-559,0 0-159,0 0 234,0 0-82,26-2-331,202-7 1161,-224 9-1817,15-1 408,-19 1-381,1 0-1,-1 0 0,0 0 1,0 0-1,1 0 0,-1 0 1,0 0-1,0 0 0,1 0 1,-1 0-1,0 0 0,0 0 1,1 0-1,-1 0 0,0-1 1,0 1-1,0 0 0,1 0 0,-1 0 1,0 0-1,0-1 0,0 1 1,0 0-1,1 0 0,-1 0 1,0-1-1,0 1 0,0 0 1,0 0-1,0 0 0,0-1 1,0 1-1,0 0 0,0 0 0,0-1 1,1 1-1,-1 0 0,0 0 1,0-1-1,-1 1 0,1 0 1,0 0-1,0-1 0,0 1 1,0 0-1,0 0 0,0-1 1,0 1-1,0 0 0,0 0 1,0 0-1,-1-1 0,1 1 0,0 0 1,0 0-1,0 0 0,0-1 1,-1 1-1,1 0 0,0 0 1,0 0-1,-1 0 0,-1-3-3,-1 2-1,0-1 0,0 0 1,0 1-1,0-1 1,0 1-1,0 0 0,0 0 1,-1 0-1,1 0 0,0 1 1,-1-1-1,-3 1 1,-51-2 27,48 2-27,-28-1-7,24-1-2,1 2 0,-1 0 0,0 0 0,-24 5 0,36-4 5,0 0 0,0 0 0,0 0 0,0 0 0,0 0 0,0 1 0,0-1-1,0 1 1,1 0 0,-1-1 0,1 1 0,-1 0 0,1 0 0,0 0 0,-1 0 0,1 0 0,0 0 0,0 0 0,0 0 0,1 1 0,-1-1 0,0 0-1,1 4 1,-2 3 23,1 0 0,0-1-1,1 1 1,1 16-1,0-24-10,-1 1 0,1 0 0,0 0 0,0-1 0,-1 1-1,1-1 1,0 1 0,0-1 0,0 1 0,1-1 0,-1 0-1,0 1 1,0-1 0,1 0 0,-1 0 0,1 0 0,-1 0-1,3 1 1,39 19 22,-29-15-48,-8-4 5,-1-1 0,1 0 0,0-1 1,0 1-1,0-1 0,-1 0 0,1 0 0,8-2 0,8 0-11,-14 2 19,-1 0-1,1 0 0,-1 1 1,0 0-1,1 0 1,-1 1-1,0 0 1,1 0-1,12 6 1,-16-5 0,1 0 0,-1 1 0,-1-1 0,1 1 0,0-1 0,-1 1 0,0 0 0,0 0 0,0 1 0,0-1 0,-1 1 0,0-1 0,1 1 0,-2 0 0,3 7 0,-2-5 9,0-1-1,0 1 0,-1 0 0,1 0 1,-2-1-1,1 1 0,-1 0 0,0 0 0,-1 0 1,-1 13-1,1-17 2,0-1 1,0 1 0,-1 0-1,1-1 1,-1 1-1,1 0 1,-1-1-1,0 0 1,0 1 0,0-1-1,0 0 1,0 0-1,0 0 1,0 0-1,-1-1 1,1 1 0,-1 0-1,0-1 1,1 0-1,-1 0 1,0 0-1,0 0 1,1 0 0,-1 0-1,0-1 1,0 1-1,-3-1 1,-41 4 59,-51-4 1,49 0-126,48 0 18,1-1 0,-1 1-1,1 0 1,0 0 0,-1 0 0,1-1-1,-1 1 1,1 0 0,-1 0-1,1-1 1,0 1 0,-1-1 0,1 1-1,0 0 1,-1-1 0,1 1-1,0-1 1,-1 1 0,1 0 0,0-1-1,0 1 1,0-1 0,-1 1-1,1-1 1,0 1 0,0-1 0,0 1-1,0-1 1,0 1 0,0-1 0,0 1-1,0-1 1,0 1 0,0-1-1,0 1 1,0-1 0,1 1 0,-1-1-1,0 1 1,0-1 0,1-1-246,-1 1 1,0 0 0,0 0-1,1 0 1,-1 0 0,1-1-1,-1 1 1,1 0 0,-1 0 0,1 0-1,0 0 1,0 0 0,-1 0-1,1 0 1,0 1 0,0-1-1,0 0 1,2-1 0,14-3-4864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24 6979,'0'0'1470,"0"0"-469,0 0 111,0 0 129,0 0-217,0 0-386,-1-6-273,-7-12-178,-4 19 37,-25 33 348,31-27-477,-12 12 293,1 1 0,1 1-1,1 1 1,1 1 0,-15 30 0,22-39-230,2 0-1,-1 1 1,2-1 0,0 1 0,1 0 0,0 0 0,1 1 0,1-1 0,1 0-1,1 25 1,0-37-147,0 0-1,0 0 0,0 0 1,0 0-1,0 0 0,0-1 1,1 1-1,0 0 0,-1-1 1,1 1-1,0-1 0,0 0 1,0 1-1,0-1 0,1 0 1,-1 0-1,1-1 0,-1 1 1,1 0-1,0-1 0,-1 0 1,1 1-1,0-1 0,0 0 1,0-1-1,0 1 0,0 0 1,3 0-1,13 1 40,0 0 0,-1 0 0,28-3 0,-24 1 32,-12 0-74,0 0 0,0-1 1,0 0-1,0-1 0,-1 0 0,1 0 0,0-1 1,14-6-1,-21 7-9,0 1 1,-1-1-1,1 0 1,0 0-1,-1 0 1,0 0-1,1 0 1,-1 0 0,0-1-1,0 1 1,0-1-1,0 0 1,-1 1-1,1-1 1,-1 0-1,0 0 1,0 0-1,0 0 1,0 0-1,0 0 1,0 0-1,-1 0 1,0-1-1,0 1 1,0 0-1,0 0 1,0 0 0,0 0-1,-1-1 1,1 1-1,-2-3 1,1 5-3,1 0 0,-1 0 1,0 0-1,1 0 1,-1 1-1,0-1 0,0 0 1,0 0-1,1 1 0,-1-1 1,0 1-1,0-1 1,0 0-1,0 1 0,0 0 1,0-1-1,0 1 0,0 0 1,0-1-1,-1 1 1,1 0-1,0 0 0,0 0 1,-2 0-1,-34 0-4,27 0 0,-3 0 7,0 1 1,0 0 0,0 0 0,0 2 0,0-1-1,1 2 1,0 0 0,-13 5 0,19-6-5,0 0 0,0 1-1,0-1 1,1 1 0,0 0 0,0 1 0,0-1 0,0 1 0,0 0 0,1 0 0,0 1 0,0-1-1,1 1 1,0 0 0,0-1 0,0 2 0,-3 9 0,-1 28-82,6-25-2403,1-14 1038,0-2-3583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4466,'0'0'848,"0"0"-215,0 0 223,0 0 526,0 0 3,29 8-153,-5-1-970,2 1-12,0-1 0,0-1 0,1-1-1,0-1 1,39-1 0,541-3 5168,-223 0-8675,-404 0-1284,-6 0-4057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7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7668,'0'0'1173,"0"0"-570,0 0 318,0 0 175,0 0-327,9 1 12,311 2 3026,-192-4-3020,-127 1-792,-1 1-1,1-1 1,-1 1-1,1-1 0,-1 0 1,0 1-1,1-1 1,-1 1-1,0 0 0,1-1 1,-1 1-1,0-1 0,1 1 1,-1 0-1,0-1 1,0 1-1,0-1 0,0 1 1,0 0-1,0-1 1,0 1-1,0 0 0,0-1 1,0 1-1,0 0 1,0-1-1,0 2 0,-3 18 35,2-17-17,0 0 0,-1-1 0,0 1 0,1 0 0,-1-1 0,0 1 0,0-1 0,0 0 0,-1 1 0,1-1 0,0 0 0,-1 0 0,-4 2 1,-40 21 104,41-22-75,-10 3 38,0 0-1,-1-1 1,1-1-1,-1 0 0,0-2 1,0 1-1,-34-2 0,56-1-68,1-1-1,-1 0 0,1 0 0,-1-1 0,0 0 0,7-2 0,33-9 21,-32 13-32,7-2-18,1 2 1,0 0-1,32 5 0,-46-3 13,0 0 0,0 0 0,-1 0 0,1 1 0,-1 0-1,1 0 1,-1 0 0,0 1 0,0 0 0,-1 0-1,1 1 1,-1-1 0,0 1 0,5 7 0,-5-7-4,-1 0 1,0 1 0,0-1-1,0 1 1,-1 0 0,1 0-1,-2 0 1,1 1 0,-1-1-1,0 1 1,0-1 0,0 1-1,-1 0 1,0-1 0,-1 1-1,1 0 1,-2 7 0,1-12 20,-1 0 0,1 0 0,-1 0 0,0 0 0,1 0 1,-1 0-1,0 0 0,0-1 0,0 1 0,-1 0 0,1-1 0,0 1 0,-1-1 1,1 1-1,-1-1 0,1 0 0,-1 1 0,0-1 0,1 0 0,-1 0 1,0 0-1,0 0 0,-3 1 0,-50 15 527,9-10 34,0-2 0,0-2 0,-69-4 0,46 0-61,65 2-499,1-1 0,0 0-1,-1 0 1,1-1 0,-1 1 0,1-1 0,0 0 0,-1 0-1,1 0 1,0 0 0,0 0 0,0-1 0,-6-3-1,9 5-51,2-16-1243,-2 15 1129,0 0 0,0 0 0,0 0 1,0 0-1,0 0 0,1-1 0,-1 1 0,0 0 0,1 0 0,-1 0 0,0 0 0,1 0 0,-1 1 0,1-1 0,0 0 1,-1 0-1,1 0 0,0 0 0,0 1 0,-1-1 0,1 0 0,0 0 0,0 1 0,0-1 0,0 1 0,0-1 1,0 1-1,1-1 0,21-12-3245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4242,'0'0'3009,"0"0"-1293,0 0-276,0 0 396,0 0 93,0 0-267,0 22-307,-2 48-53,-10 68 0,6-105-891,3 0 1,0 0-1,2 0 1,5 51-1,-4-85-451,1 0 0,-1 0 0,0 0 0,0 0 0,1 1-1,-1-1 1,1 0 0,-1 0 0,0 0 0,1 1 0,-1-1 0,1 0 0,0 1 0,-1-1 0,1 0-1,0 1 1,-1-1 0,1 1 0,0-1 0,0 1 0,-1-1 0,1 1 0,0 0 0,0-1-1,0 1 1,0 0 0,0 0 0,-1-1 0,1 1 0,0 0 0,0 0 0,0 0 0,0 0 0,0 0-1,0 0 1,0 1 0,0-1 0,-1 0 0,1 0 0,0 1 0,0-1 0,0 0 0,0 1 0,-1-1-1,1 1 1,0-1 0,0 1 0,-1-1 0,1 1 0,0-1 0,-1 1 0,1 0 0,-1 0 0,1-1-1,-1 1 1,1 0 0,-1 0 0,1-1 0,-1 1 0,0 0 0,0 0 0,1 0 0,-1 0 0,0 1-1,11-63-4488,-10 32-711,-1 10-2185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5731,'0'0'1990,"0"0"-467,0 0-5,0 0 75,0 0-214,7 17-378,-2-5-793,1 3 128,0 0 0,0 1-1,-2-1 1,0 1 0,0 0 0,1 23-1,-5 129 2592,1 27-1449,-1-193-1517,0 0 0,0 0 0,0 0 0,1 0 1,-1 0-1,1 0 0,-1 0 0,1 0 0,-1 0 0,1 0 0,0-1 0,0 1 1,0 0-1,0 0 0,0-1 0,1 1 0,-1 0 0,0-1 0,1 0 0,-1 1 1,1-1-1,0 0 0,-1 0 0,1 1 0,0-1 0,0 0 0,0-1 0,0 1 1,-1 0-1,1-1 0,0 1 0,0-1 0,0 1 0,3-1 0,-2-14-4887,-3 11 3799,0-15-5489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4082,'0'0'3724,"0"0"-2096,0 0-297,0 0 363,0 0-139,21-5-530,32-6 121,72-7 0,266 11 2430,-263 8-3383,-128-2-220,0 1 0,0 0 0,1 0 0,-1 0 0,0 0 0,0 0 0,0-1 0,1 1 0,-1 0 0,0 0 0,0 0 0,0-1 0,0 1 0,1 0 0,-1 0 0,0 0 0,0-1 0,0 1 0,0 0 0,0 0 0,0-1 0,0 1 0,0 0 0,0 0 0,0-1 0,0 1 0,0 0 0,0 0 0,0-1 0,0 1 0,0 0 0,0 0 0,0-1 0,0 1-1,0 0 1,0 0 0,0-1 0,0 1 0,0 0 0,-1 0 0,1-1 0,0 1 0,0 0 0,0 0 0,0 0 0,-1-1 0,1 1 0,0 0 0,0 0 0,0 0 0,-1 0 0,1 0 0,0-1 0,-4-1-427,0 0-1,0 1 1,0-1-1,-1 1 1,1 0 0,0 0-1,-5-1 1,-19-4-4592,16 3-359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9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101 139 3810,'0'0'990,"0"0"31,0 0 135,0 0-76,0 0 3,0 0-176,0-17-96,0-55-77,0 70-665,0 1 0,0-1 0,0 0-1,0 0 1,0 0 0,0 0 0,0 0 0,-1 1 0,1-1 0,-1 0-1,1 0 1,-1 1 0,0-1 0,1 0 0,-1 1 0,0-1 0,0 0 0,0 1-1,0-1 1,-1 1 0,1 0 0,0-1 0,-1 1 0,1 0 0,-1 0-1,1 0 1,-1 0 0,1 0 0,-1 0 0,0 0 0,1 1 0,-1-1 0,0 1-1,0-1 1,0 1 0,1 0 0,-1-1 0,0 1 0,0 0 0,0 0-1,0 0 1,0 1 0,1-1 0,-1 0 0,0 1 0,0-1 0,0 1-1,1-1 1,-1 1 0,0 0 0,1 0 0,-1 0 0,1 0 0,-1 0 0,1 0-1,-1 0 1,1 1 0,0-1 0,-1 0 0,1 1 0,0-1 0,0 1-1,-1 2 1,-4 15 256,2 0-1,0 1 1,1-1-1,1 1 0,0 22 1,9 101 1557,2-87-1078,2-1 0,30 89 0,-32-116-682,-7-20-53,6 18 20,-4-23-7,-3-17 89,0 0-627,0 0 1,0 0-1,1 0 0,1 0 0,6-19 1,20-34-7997,-21 53 2740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1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5731,'0'0'1032,"0"0"-111,0 0 324,0 0 735,0 0 13,5 27-536,5 37 186,5 109 0,-15-21 908,1-139-2028,1-3-1773,-2-3-4901,0-7 228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2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6899,'0'0'1596,"0"0"-396,0 0 441,0 0 112,0 0-433,0 0-285,11-1-95,475-20 3312,-431 21-4372,-54 0 75,-1 0-43,0 0-128,0 0-462,0 0-752,0 0-1113,0 0-1128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2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5241 173 4994,'0'0'1833,"0"0"-384,0 0-177,0 0 89,0 0-182,0 0-290,-10-17-126,-33-54-192,39 65-462,0 1 1,0 0 0,0 0 0,-1 0 0,0 1 0,0-1 0,0 1 0,0 0-1,0 0 1,-1 1 0,0 0 0,0 0 0,-6-2 0,-2 1 128,1 0 0,-1 1 0,0 1 0,-15-1 0,7 1-8,-51-3 535,-133 7-1,202-1-750,-1 0 0,1 0-1,-1 0 1,1 1 0,0-1 0,-1 1-1,1 0 1,0 0 0,0 1 0,1-1 0,-1 1-1,0 0 1,-4 4 0,-44 52 126,25-27-76,3-3-30,17-20-22,0 1 0,-1-1-1,0 0 1,-1-1 0,0 0 0,0 0 0,-15 9 0,20-16 5,1 0 1,-1 0-1,0 0 1,0 0-1,1-1 1,-1 1-1,0-1 1,0 0-1,0 0 1,0-1-1,1 1 1,-1-1 0,0 0-1,0 0 1,1 0-1,-1 0 1,-6-4-1,-5-2-13,1-2 0,-26-19 0,11 8 5,-3-2-15,4 4 123,-51-26 0,68 39 17,-1 0 0,0 1 1,0 0-1,-1 1 0,1 1 0,-1 0 0,-25-1 1,-36 6-57,-1 3 0,1 2 0,-121 32 0,-36 5-84,-46 12-4,58-13 16,97-23 68,99-15-76,1 0 0,-1 1 0,1 2 1,0 0-1,1 1 0,-21 14 0,-112 85-7,106-72 45,-86 51 0,133-87-22,-1 0-1,1-1 0,-1 1 1,1 0-1,-1-1 0,0 0 1,1 1-1,-1-1 0,0 0 1,1 0-1,-1 0 0,0 0 1,0 0-1,1 0 0,-1 0 1,0 0-1,1-1 0,-1 1 1,1-1-1,-1 1 0,0-1 1,1 0-1,-1 0 0,1 1 0,-1-1 1,-1-2-1,-32-37 167,19 19-143,-2 2-38,0 1 0,-2 1 0,0 1 0,0 1 0,-2 0 0,0 2 0,-1 0 0,0 2 0,0 1 0,-1 0 0,-1 2 0,0 1 0,-28-5 0,-30 0-28,-1 3 0,-140 4 1,183 5 26,15 1-19,1 1-1,-1 2 0,0 0 1,1 1-1,-37 14 0,-118 56-59,-17 5-62,157-71 121,-1-2 1,0-2-1,0-1 1,-1-2 0,1-3-1,-49-5 1,1-4 25,-92-3 11,38 13-77,140 1 58,-1-1 0,1 1 0,0 1 0,-1-1 0,1 0 0,0 1 0,0 0 0,0 0 0,0 0-1,0 0 1,0 0 0,0 1 0,1-1 0,-1 1 0,-3 5 0,2-4-7,0 1 0,1 0 0,0 0 0,0 0 0,0 0 0,0 0-1,1 1 1,0-1 0,-2 9 0,-1 42-40,5 105 0,2-65 108,1-34-7,3 0 0,21 90-1,-14-88-21,-3 1 0,2 68-1,-11 177 48,-2-308-54,-1-2-24,-1 0 11,3 0 32,0 0-32,0 0 17,0 0-31,0 0 25,0 0-48,0 0-28,0 0-84,0 0-11,24-27 315,-20 27-168,-1 1-1,1 0 1,-1-1 0,1 1 0,-1 0 0,0 1 0,1-1 0,4 3-1,22 8 45,-18-10-128,1-1 0,-1 0 0,1 0 0,-1-1 0,1-1 0,23-4 0,9-12-4411,-24 4-2783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24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5010,'0'0'510,"0"0"111,0 0 364,0 0 480,0 0-75,31-6-209,95-18-116,-107 20-629,1 0 0,0 2 1,0 1-1,27 0 0,-11 2 136,-33 0-527,1-1-1,-1 1 0,0 0 1,0 0-1,1 0 0,-1 0 1,0 1-1,0-1 0,0 1 1,0-1-1,0 1 0,-1 0 1,1 1-1,0-1 0,-1 0 1,0 1-1,1-1 0,-1 1 1,3 5-1,5 8 135,0 0 0,10 26 0,-9-17 65,4 4-34,7 15 49,48 74 0,-63-108-242,0 0 1,0-1-1,1 0 1,1 0-1,-1-1 1,1 0-1,1 0 0,-1-1 1,1-1-1,1 1 1,-1-2-1,22 9 1,-23-11-1,-1 0 1,1-1 0,1 0 0,-1 0-1,0-1 1,0-1 0,1 1-1,-1-2 1,0 1 0,1-1-1,-1 0 1,0-1 0,0 0-1,0-1 1,0 0 0,-1 0 0,1-1-1,-1 0 1,1 0 0,-1-1-1,-1 0 1,1-1 0,-1 1-1,0-2 1,0 1 0,-1-1 0,1 0-1,-1 0 1,5-8 0,6-19 18,-1-1 1,-2 0 0,11-40-1,-24 68-17,-1 6 0,0 1-59,0 0-80,0 0 13,0 24 51,0 18 173,2 0 1,1 1-1,3-2 0,13 51 1,1-14 103,20 72 409,23 170 0,-55-219-394,-6 115 1,-3-113 370,0-97-608,-1 1-1,1-1 1,-1 0-1,0 0 1,-1 0 0,1 0-1,-1 0 1,-6 8 0,5-7 10,0 1 1,0 0 0,0 0 0,-3 12 0,5-12-5,1-1-1,0 1 0,0 0 1,1 0-1,0 0 0,0 0 1,0 0-1,1 0 0,4 14 0,-3-17 4,0 1 0,1-1 0,-1 0 0,1 0-1,0 0 1,0-1 0,1 1 0,-1-1 0,1 0-1,0 0 1,0 0 0,1 0 0,8 5-1,44 21 111,-56-29-89,-1-1-5,0 0 22,0 0 44,-18 0 438,-4 0-397,-1-1-1,0-1 1,0 0-1,1-2 0,-1-1 1,1-1-1,-38-14 1,44 13-627,-25-11 1227,25 6-2518,7-3-3563,8 9-5869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3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10885,'0'0'955,"0"0"-176,0 0-64,0 0 307,0 0 18,0 0-509,-1 3-344,1 0-138,-1 1-1,1-1 1,0 0-1,0 1 1,0-1 0,0 0-1,0 0 1,1 1-1,-1-1 1,1 0-1,0 0 1,0 0 0,0 0-1,1 0 1,-1 0-1,3 4 1,4 11 262,49 143 1352,-32-83-1494,3-3 1,48 90-1,-61-128-1068,-14-35-2033,-1-2-2254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38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8884,'0'0'707,"0"0"299,0 0-286,0 0-106,8-23-99,-8 23-515,7-21 98,1 1-1,17-33 1,-23 50-83,0 1 0,1 0 0,-1-1 0,1 1 0,0 0 0,-1 0 0,1 1 0,0-1 0,0 0 1,0 1-1,1 0 0,-1 0 0,0 0 0,0 0 0,1 0 0,-1 1 0,0-1 0,1 1 0,-1 0 0,0 0 0,1 0 0,-1 1 0,1-1 0,4 2 0,11 0 36,3-3-10,0 1 0,-1 1 0,1 1 0,-1 0 0,0 2 1,1 1-1,-2 1 0,1 0 0,35 17 0,-56-23-41,26 13-9,-2 0 0,1 2-1,22 18 1,-42-29 7,0 0 0,0 1 0,0-1 0,0 1-1,-1 0 1,0 1 0,0-1 0,0 1 0,0 0 0,-1-1 0,0 1-1,-1 1 1,1-1 0,-1 0 0,0 1 0,-1-1 0,1 1 0,0 11 0,-2-15 10,1 1 1,-1 0 0,0 0 0,0-1 0,0 1 0,-1 0 0,1-1 0,-1 1 0,0 0 0,0-1 0,0 1 0,-1-1-1,1 1 1,-1-1 0,0 1 0,0-1 0,0 0 0,0 0 0,0 0 0,-1 0 0,1-1 0,-1 1 0,0-1 0,0 1 0,0-1-1,0 0 1,0 0 0,-1 0 0,1-1 0,-1 1 0,-4 1 0,-22 9 231,0-2 0,-1-1 0,0-1 0,0-2 0,-50 4 0,-13-5-2718,156-5-1276,-33 0-789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39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4978,'0'0'2623,"0"0"-724,0 0-615,0 0 154,0 0-32,1 0-1303,0 0 0,0 0 1,0 0-1,0-1 1,0 1-1,0 0 1,1 0-1,-1 1 1,0-1-1,0 0 1,0 0-1,0 0 0,0 1 1,0-1-1,0 1 1,0-1-1,2 2 1,-3 7-85,1 0 0,0 0 0,0 0 0,1-1 0,0 1 0,0 0 1,1 0-1,0-1 0,1 0 0,0 0 0,0 0 0,1 0 0,0 0 0,0-1 1,1 0-1,0 0 0,0-1 0,1 1 0,0-1 0,0-1 0,0 1 0,0-1 1,1-1-1,0 1 0,0-1 0,0-1 0,1 1 0,-1-1 0,1-1 0,0 0 0,0 0 1,0 0-1,0-1 0,0-1 0,11 0 0,-18 0-4,0 0 0,0 1 0,0-2 1,0 1-1,1 0 0,-1 0 0,0-1 0,0 1 0,0-1 0,0 1 0,0-1 0,0 0 1,-1 0-1,1 0 0,0 0 0,0 0 0,-1 0 0,1-1 0,0 1 0,-1-1 1,3-1-1,-3-1-9,1 0 0,0 1 1,-1-1-1,0 0 1,0 0-1,0 0 0,0 0 1,-1 0-1,1 0 1,-1-5-1,0-170 111,-9 156-256,2 23-384,2 13-245,0 19-1366,4-8-3743,1-18 1181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39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7395,'0'0'1196,"0"0"-57,0 0-355,0 0-56,0 0-293,-3 8-120,-1 8-79,0 1-1,1 0 0,1 0 1,0 0-1,1 0 1,1 0-1,1 0 0,4 26 1,5 16 936,21 70 1,-24-101-865,2-2 1,17 37 0,-22-55-258,0 0 1,1 0 0,0-1 0,0 1-1,0-1 1,1 0 0,0-1 0,0 0 0,1 0-1,-1 0 1,14 8 0,-19-13-121,0 0 0,0 0 0,0-1 0,0 1 0,0-1-1,0 1 1,0 0 0,0-1 0,0 0 0,1 1 0,-1-1 0,0 0 0,0 1 0,0-1 0,0 0 0,1 0 0,-1 0-1,0 0 1,0 0 0,0 0 0,1-1 0,-1 1 0,0 0 0,0-1 0,0 1 0,0 0 0,2-2 0,-2 0-364,0 0 0,0 0 1,0 0-1,0 0 1,0 0-1,-1 0 1,1 0-1,-1-1 0,0 1 1,1 0-1,-1 0 1,0 0-1,-1-4 1,1-12-3754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39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85 7908,'0'0'1160,"0"0"57,0 0-179,0 0-209,0 0-74,12 19-160,40 58-51,-49-74-507,-1-1 0,1 1-1,0-1 1,0 0 0,0 0 0,0 0-1,0 0 1,1 0 0,-1-1-1,0 1 1,1-1 0,-1 0-1,1 0 1,0 0 0,-1-1-1,1 1 1,0-1 0,-1 0-1,1 0 1,0 0 0,-1 0-1,1-1 1,6-1 0,9 0 8,-17 2-45,1 0 0,-1 0 0,0-1 0,0 0-1,0 1 1,0-1 0,0 0 0,0 0 0,-1 0 0,1 0-1,0 0 1,0 0 0,-1 0 0,1-1 0,0 1 0,-1-1-1,1 1 1,-1-1 0,0 1 0,0-1 0,1 0 0,-1 0-1,0 0 1,-1 0 0,1 0 0,0 0 0,0 0 0,-1 0-1,1 0 1,-1 0 0,0-4 0,3-9-43,-2-1 0,0 0 0,-2-21 0,1 18-1,0 17 41,0 0 1,1 0 0,-1 0 0,0 0-1,0 0 1,-1 0 0,1 0 0,0 0-1,-1 0 1,1 0 0,-1 0 0,1 1-1,-1-1 1,0 0 0,0 0 0,0 1-1,0-1 1,0 0 0,0 1 0,0-1-1,-1 1 1,1 0 0,0-1 0,-1 1-1,0 0 1,1 0 0,-1 0 0,1 0-1,-1 0 1,0 0 0,0 0 0,0 1-1,1-1 1,-1 1 0,0-1 0,0 1-1,0 0 1,0-1 0,0 1 0,0 0-1,0 0 1,0 1 0,0-1 0,-2 1-1,-4-1 7,0 1 0,1 0-1,-1 0 1,0 1-1,1-1 1,0 2 0,-1-1-1,1 1 1,0 1-1,0-1 1,0 1-1,1 0 1,-1 0 0,1 1-1,0 0 1,0 0-1,1 1 1,0-1 0,0 1-1,0 0 1,0 1-1,1-1 1,0 1 0,1 0-1,-6 13 1,7-14-36,-1 0 0,1 0 0,1 0 1,-1 1-1,1-1 0,0 0 0,0 1 1,1-1-1,0 1 0,1 9 0,-1-14-25,0 0-1,1 0 1,-1 0-1,1 0 1,-1 0 0,1 0-1,0 0 1,0 0-1,0 0 1,0 0-1,0 0 1,0 0 0,1-1-1,-1 1 1,1-1-1,-1 1 1,1-1-1,-1 1 1,1-1-1,0 0 1,0 0 0,0 1-1,0-2 1,-1 1-1,1 0 1,0 0-1,1 0 1,-1-1-1,0 1 1,0-1 0,4 0-1,16 1-3965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0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8452,'0'0'1027,"0"0"-59,0 0 148,0 0-260,0 0-426,-4 9-225,1-1-174,0-1-1,1 1 1,0-1-1,0 1 1,0-1-1,1 1 1,1 0-1,-1 0 1,1 0-1,0 0 1,1-1-1,0 1 1,0 0-1,1 0 1,0-1-1,0 1 1,5 9 0,12 19 148,3 0 0,0-2 0,43 51 0,-37-52 93,-3 1 1,0 1-1,23 47 1,-43-69-217,-1 0 1,0 0 0,-1 0-1,0 1 1,-1 0-1,0-1 1,-1 1 0,-2 22-1,1-35-42,0 1-1,-1 0 0,1 0 1,0-1-1,-1 1 0,0 0 1,1-1-1,-1 1 0,0 0 1,0-1-1,0 1 0,0-1 1,0 0-1,0 1 0,0-1 1,-1 0-1,1 0 0,-1 1 1,1-1-1,0 0 0,-1 0 1,0-1-1,1 1 0,-1 0 1,1 0-1,-1-1 0,0 1 1,0-1-1,1 1 0,-1-1 1,-2 0-1,-10 2 68,1 0 0,0-2 0,-17 0-1,16 0-29,9 0-47,1 0 0,-1 0 0,1 0 0,-1-1 0,0 1 0,1-1 0,-1 0 0,1-1 0,-1 1 1,1-1-1,0 0 0,0 0 0,-1 0 0,2-1 0,-1 1 0,0-1 0,0 0 0,1 0 0,-1 0 0,1-1 1,0 1-1,0-1 0,1 1 0,-1-1 0,1 0 0,-1 0 0,1-1 0,0 1 0,-2-9 0,-1-1-19,0 0 1,1-1-1,1 0 0,0 0 0,1 0 0,1 0 0,0 0 0,1 0 0,0 0 0,2 0 0,0 0 0,0 0 0,1 0 1,1 1-1,1-1 0,0 1 0,0 0 0,2 0 0,0 1 0,0 0 0,12-15 0,19-15-134,1 3 0,88-69 0,-88 77 116,-32 26 39,1 0-104,-8 13-15,-1 11 150,0 23 56,0-19 8,1 1 1,4 32-1,-3-52-93,0 0-1,0 0 0,0 0 1,1 0-1,-1 0 0,1 0 1,0 0-1,0-1 0,0 1 1,0-1-1,0 1 0,1-1 1,-1 0-1,1 0 0,0 0 1,-1 0-1,1 0 1,0-1-1,0 1 0,0-1 1,0 0-1,0 0 0,0 0 1,0 0-1,7 0 0,8 3 17,0-2 0,1 0 1,22-2-1,-37 0-21,-1 0 1,0 0-1,0 0 1,0-1-1,0 0 1,0 1-1,0-1 1,0 0-1,0 0 1,0-1 0,0 1-1,0-1 1,0 1-1,-1-1 1,1 0-1,-1 0 1,1 0-1,-1 0 1,0-1-1,0 1 1,0-1-1,0 1 1,0-1-1,0 0 1,-1 1-1,1-1 1,-1 0-1,0 0 1,0 0 0,0 0-1,0 0 1,0-5-1,2-11 22,0-1 1,-2 1-1,0-1 0,-2-20 1,1 14-18,0 24-6,-1 0-1,1 0 1,0 0-1,0 0 1,-1 0-1,1 0 1,-1 1-1,0-1 1,1 0-1,-1 0 1,0 0-1,0 1 1,0-1-1,-1 1 1,1-1-1,0 1 1,0-1-1,-1 1 1,1 0-1,-1-1 1,1 1-1,-3-1 1,-1-1 7,0 1 1,0-1-1,0 1 1,-1 1-1,1-1 1,-1 1 0,-10-2-1,2 2 11,0 0 0,0 1-1,0 0 1,0 1 0,-27 6 0,26-1-89,1 0 1,0 0 0,1 2-1,-1-1 1,1 2 0,1 0-1,-1 0 1,2 1 0,-1 1-1,1 0 1,1 0-1,0 1 1,1 1 0,0-1-1,-10 21 1,14-11-3435,5-12-2977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1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1 514 10677,'0'0'563,"0"0"-211,0 0 126,0 0 175,0 0-175,4 16-171,16 53-153,-18-64-139,0 0 0,1-1 1,0 1-1,0-1 0,0 1 0,0-1 0,1 0 0,-1-1 0,1 1 0,0-1 1,1 1-1,-1-1 0,0 0 0,1-1 0,0 1 0,-1-1 0,1 0 0,0 0 0,6 1 1,3 1 12,1-1 0,-1-1 0,1 0 0,27 0 0,-40-2-20,1-1-1,-1 1 0,1 0 1,-1-1-1,0 1 1,1-1-1,-1 0 0,0 0 1,0 0-1,1 0 1,-1 0-1,0 0 0,0-1 1,0 1-1,0-1 0,0 1 1,-1-1-1,1 0 1,0 0-1,-1 0 0,0 0 1,1 0-1,-1 0 1,0 0-1,0 0 0,0 0 1,0-1-1,1-1 1,2-12-12,0 1 0,-1-1 1,2-26-1,-4 29 19,1-1 1,0 1-1,5-18 1,-4 25-7,0 1 0,0 0 0,0-1 0,0 1 0,1 0 0,0 1 0,0-1 0,0 1 1,1-1-1,0 1 0,-1 0 0,1 1 0,1-1 0,-1 1 0,0 0 0,1 1 0,0-1 0,-1 1 1,1 0-1,8-1 0,0 0 59,0 0 1,1 2-1,-1 0 1,0 0-1,1 1 1,-1 1-1,26 4 1,-28-1 31,1 0 0,-1 1 1,0 1-1,16 9 0,-67-13 813,-3-2-844,21-1-42,1 0 0,-1 2 0,0 1 0,-29 5 0,44-5-19,0 0 0,1 0 0,-1 0 0,0 1 1,1-1-1,-1 1 0,1 1 0,0-1 0,0 1 1,0 0-1,1 0 0,-1 0 0,1 1 0,0 0 1,0-1-1,1 1 0,0 1 0,-1-1 1,-2 8-1,3-7 6,1 1 1,-1-1 0,1 1-1,1 0 1,0 0-1,-1-1 1,2 1 0,-1 0-1,1 0 1,0 0-1,1 0 1,1 7 0,-2-10-7,1 0 0,0 1 1,1-1-1,-1 0 1,1-1-1,0 1 0,0 0 1,0 0-1,0-1 0,0 1 1,1-1-1,0 0 1,0 0-1,0 0 0,0 0 1,0 0-1,0-1 0,1 1 1,6 3-1,4-1 21,-1 0-1,1-1 1,0 0 0,1-1-1,-1-1 1,0 0 0,1-1-1,-1-1 1,1 0-1,24-3 1,-35 2-27,1 0 0,-1 0 0,0 0 1,1-1-1,-1 1 0,0-1 0,0 0 0,0 0 0,0-1 0,0 1 0,-1-1 0,1 0 1,-1 0-1,6-7 0,-3 3-3,-1 0-1,0 0 1,0-1 0,-1 0 0,0 0 0,-1 0-1,4-10 1,-1-7-51,0 0-1,-2 0 1,-1-1-1,1-35 1,-3 17-8,-4-198 24,2 232 43,0 0 0,-1 0 0,0 0 0,-1 0 0,-1 0 0,1 0-1,-1 1 1,-1 0 0,0-1 0,0 2 0,-1-1 0,0 1 0,0-1 0,-13-11 0,19 20-3,0 0 0,0 0 0,0 0 0,-1-1 1,1 1-1,0 0 0,0 0 0,0 0 0,0 0 0,-1 0 0,1 0 0,0 0 1,0-1-1,-1 1 0,1 0 0,0 0 0,0 0 0,0 0 0,-1 0 0,1 0 1,0 0-1,0 0 0,-1 0 0,1 0 0,0 0 0,0 0 0,0 1 0,-1-1 1,1 0-1,0 0 0,0 0 0,-1 0 0,1 0 0,0 0 0,0 0 0,0 0 1,0 1-1,-1-1 0,1 0 0,0 0 0,0 0 0,0 1 0,0-1 0,-1 0 1,-3 16 46,4 31-84,0-35 61,0 31 68,-1 29 101,17 139-1,-12-189-185,0-1 0,2 1 0,0-1 0,1 0-1,1-1 1,1 0 0,1 0 0,1-1 0,0 0-1,27 32 1,-34-46-13,1-1 0,0 0 0,0 0 0,0 0 0,0 0 0,1-1 0,-1 0 0,1 0 0,0-1 0,0 1 0,0-1 0,0-1 0,0 1 0,1-1 0,-1 0 0,0 0 0,1-1 0,-1 0 0,13-1 0,-17 1-4,1-1 0,0 0-1,-1 1 1,1-1 0,0 0 0,-1 0-1,1-1 1,-1 1 0,0-1 0,1 1-1,-1-1 1,0 1 0,0-1-1,0 0 1,0 0 0,0 0 0,0-1-1,-1 1 1,1 0 0,-1 0-1,1-1 1,-1 1 0,1-5 0,6-9-188,-2-1-1,7-26 1,-8 25-38,25-118-1004,-30 136 1235,0 0 1,0 0-1,0 1 0,1-1 0,-1 0 0,0 0 0,0 1 1,0-1-1,1 0 0,-1 0 0,0 0 0,0 0 0,1 0 1,-1 1-1,0-1 0,0 0 0,1 0 0,-1 0 0,0 0 0,1 0 1,-1 0-1,0 0 0,0 0 0,1 0 0,-1 0 0,0 0 1,1 0-1,-1 0 0,0 0 0,1 0 0,-1 0 0,0 0 1,0-1-1,1 1 0,-1 0 0,0 0 0,0 0 0,1 0 1,-1 0-1,0-1 0,0 1 0,0 0 0,1 0 0,-1-1 0,0 1 1,0 0-1,0 0 0,0-1 0,1 1 0,-1 0 0,0 0 1,0-1-1,0 1 0,0 0 0,0-1 0,10 27 6,1 15 167,-8-24 48,2-1-1,-1 0 1,2 0 0,15 30-1,-18-41-175,-1-1-1,1 0 0,0 0 0,1-1 1,-1 1-1,1-1 0,0 1 0,-1-1 1,1 0-1,1-1 0,-1 1 0,0-1 1,1 1-1,-1-1 0,1-1 0,0 1 1,-1-1-1,1 0 0,0 0 0,0 0 1,8 0-1,-11-1-37,7 1 34,1 0 1,-1-1-1,1-1 1,-1 1-1,18-5 1,-24 4-37,0 0 0,-1 0 0,1 0 0,-1-1 0,1 1 0,-1-1 0,0 1 0,1-1 0,-1 0 0,0 0-1,0 0 1,0 0 0,0 0 0,-1-1 0,1 1 0,-1 0 0,1-1 0,-1 0 0,0 1 0,0-1 0,0 1 0,0-1 0,0-5 0,4-15-7,-2 0-1,-1 0 0,0 0 1,-2 0-1,-6-47 1,6 68 3,0 0 1,-1 0 0,1 0 0,-1 1-1,0-1 1,0 0 0,0 0-1,0 0 1,0 1 0,0-1 0,0 0-1,0 1 1,-1-1 0,1 1-1,-1 0 1,1-1 0,-1 1-1,1 0 1,-1 0 0,-3-2 0,0 1 2,0 1 1,1-1 0,-1 1 0,0 0-1,0 0 1,0 0 0,0 1 0,-7 0-1,1 0 5,0 1 0,0 1-1,0 0 1,1 0-1,-1 1 1,1 0 0,-16 8-1,14-4-3,0 0 0,0 1 0,1 1 0,0 0 0,1 0 0,-1 1 0,-8 12 0,14-16-16,0 1-1,0 0 0,0 0 1,1 1-1,1-1 1,-1 1-1,1 0 1,0-1-1,1 2 0,0-1 1,0 0-1,0 0 1,1 12-1,0-6-65,3 12-765,-2-26 694,1 1 1,-1 0-1,0-1 1,1 1 0,-1 0-1,1-1 1,-1 1-1,1-1 1,-1 1-1,1-1 1,0 1-1,-1-1 1,1 1-1,0-1 1,-1 0 0,1 1-1,0-1 1,-1 0-1,1 1 1,0-1-1,0 0 1,-1 0-1,1 0 1,0 0 0,0 0-1,-1 0 1,1 0-1,1 0 1,17 0-5930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8900,'0'0'1486,"0"0"-325,0 0-358,0 0-262,0 0 161,0 0 456,12 16-246,-3-5-900,7 9 510,0 0 0,33 29 0,-43-44-440,1 1-1,-1-1 0,1-1 0,0 1 0,1-1 0,-1 0 1,1-1-1,-1 0 0,1 0 0,0 0 0,1-1 1,-1 0-1,0-1 0,10 1 0,-3-2-55,21-3 0,-35 2-34,1 0 0,0 0 0,-1 0 0,1 0 1,-1 0-1,0-1 0,1 1 0,-1 0 0,0-1 0,0 1 0,0 0 0,0-1 0,0 0 0,0 1 0,0-1 0,0 1 0,-1-1 0,1-2 0,21-60-515,-15 40 470,0 0 1,2 1 0,1 0-1,0 1 1,27-41 0,-35 61 51,-1 1 0,1 0 0,-1-1 0,1 1 0,-1 0 0,1 0 0,0 0 0,-1 0 0,1 0 0,0 0 0,0 0 0,0 1 0,-1-1 0,1 1 0,0-1 0,0 1 0,0 0 0,0 0 0,0 0 0,0 0 0,0 0 0,0 0 0,0 0 1,0 1-1,0-1 0,0 1 0,0-1 0,0 1 0,0 0 0,-1 0 0,1 0 0,0 0 0,-1 0 0,1 0 0,0 0 0,-1 0 0,1 1 0,-1-1 0,0 1 0,0-1 0,1 1 0,-1 0 0,0-1 0,0 1 0,0 0 0,0 2 0,15 31 141,15 51 0,-3-8-78,-28-77-64,1 0 0,0 0 0,0 1 0,-1-1 1,1 0-1,-1 0 0,1 1 0,-1-1 0,0 0 0,1 1 0,-1-1 0,0 0 1,0 1-1,0-1 0,0 1 0,0-1 0,0 0 0,0 1 0,-1-1 1,1 0-1,0 1 0,-1-1 0,1 0 0,-1 1 0,1-1 0,-1 0 1,0 0-1,0 0 0,1 1 0,-1-1 0,0 0 0,0 0 0,-2 1 1,-2 0-11,1 0 0,-1-1 1,0 1-1,0-1 0,0 0 1,0-1-1,-10 1 0,10-1 3,-131 2-21,75-3 124,60 1-75,30 0 21,325 6 3066,-353-6-3180,1 0 112,1 0 1,-1 0-1,0 0 1,1 0-1,-1-1 1,0 1-1,1-1 1,-1 1-1,0-1 1,4-1-1,-1-8-3231,-5 6-2151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3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7075,'0'0'1267,"0"0"-181,0 0-307,10 25-178,32 77-167,-40-97-392,0 0-1,0 0 0,1 0 0,-1 0 0,1-1 0,0 1 0,7 6 0,-9-10-10,0 0-1,1 0 0,-1-1 0,0 1 1,1 0-1,-1-1 0,0 1 1,1-1-1,-1 0 0,1 1 0,-1-1 1,1 0-1,-1 0 0,1 0 1,2 0-1,-1 0 74,-2 0 262,-1-14 306,0 7-626,0 1 0,-1-1 0,0 1 0,0-1 0,0 1 0,-1 0 0,0-1 0,0 1 0,-1 0 0,-5-10 0,6 13-38,-1 0-1,1-1 1,-1 1-1,1 0 1,-1 1-1,0-1 1,-1 0-1,1 1 1,0 0-1,-1-1 1,1 1-1,-1 1 1,1-1-1,-1 0 1,0 1-1,0 0 1,0 0-1,0 0 1,-6 0-1,2 0 0,1 1-1,0 0 1,0 0-1,-1 0 0,1 1 1,0 0-1,0 1 1,0 0-1,0 0 1,0 0-1,1 1 1,-1 0-1,1 0 0,-1 1 1,1 0-1,-8 6 1,7-4-7,1 0 0,0 1 0,0 0 1,0 0-1,1 1 0,0 0 0,0 0 0,1 0 1,0 0-1,1 1 0,0-1 0,-4 17 0,4-15 10,1 0-1,1 0 0,-1 1 1,2-1-1,-1 1 0,2-1 1,1 16-1,-1-22-3,0 1 0,0-1 0,0 0 1,0 0-1,1 0 0,0 0 0,0 0 0,0-1 0,0 1 0,1-1 1,-1 1-1,1-1 0,0 0 0,0 0 0,0 0 0,0 0 0,1 0 1,-1-1-1,7 4 0,7 2 32,1-2 0,-1 1 0,1-2 1,0-1-1,0 0 0,1-1 0,24 0 1,132-5 228,-164 1-253,0-1-1,0 1 1,0-2-1,0 0 1,-1 0-1,1 0 1,-1-2-1,0 1 0,0-1 1,-1-1-1,15-10 1,-18 12-4,0-1 1,-1 0 0,1-1-1,-1 1 1,-1-1-1,1 0 1,-1 0 0,0 0-1,0-1 1,-1 1-1,0-1 1,0 0 0,0 0-1,-1 0 1,0 0-1,-1-1 1,0 1 0,1-10-1,-1 2 25,0 8 11,-1 0 0,0-1 0,0 1 0,0 0 0,-3-11 0,3 17-19,0-1 0,-1 1 0,1-1 0,-1 1 0,0 0 0,1-1 0,-1 1-1,0 0 1,0-1 0,0 1 0,0 0 0,0 0 0,0 0 0,0 0 0,0 0-1,0 0 1,-1 0 0,1 0 0,0 1 0,-1-1 0,1 0 0,0 1 0,-1-1-1,1 1 1,-1-1 0,1 1 0,-1 0 0,1 0 0,-1 0 0,1-1 0,-3 2-1,3-1-14,0 0 0,0 1 0,0-1 0,0 1-1,0-1 1,0 1 0,0 0 0,0-1 0,0 1-1,0 0 1,1 0 0,-1-1 0,0 1 0,0 0-1,1 0 1,-1 0 0,1 0 0,-1 0 0,1 0-1,-1 0 1,1 0 0,-1 0 0,1 0 0,0 1-1,0-1 1,0 0 0,-1 1 0,-3 36 110,3-35-92,0 7 26,0 0-1,1 0 1,0 1-1,1-1 1,0 0-1,0 0 1,4 10-1,-4-15-34,1-1-1,0 0 1,1 0 0,-1 0-1,1-1 1,0 1-1,-1-1 1,2 1-1,-1-1 1,0 0-1,1 0 1,-1 0-1,1-1 1,0 1-1,0-1 1,0 0 0,7 3-1,1-1 4,0 0-1,0-1 0,0 0 1,0-1-1,0 0 1,0-1-1,1 0 1,-1-1-1,23-3 1,-32 2-27,1 0 0,-1 0-1,0 0 1,0 0 0,0-1 0,0 1 0,0-1 0,0 1 0,-1-1 0,1 0-1,-1 0 1,1-1 0,-1 1 0,0 0 0,1-1 0,-1 0 0,0 1 0,-1-1-1,1 0 1,0 0 0,-1 0 0,0 0 0,0 0 0,0 0 0,0 0 0,0-1-1,0 1 1,-1-4 0,3-13-31,0-1 0,-2 1 0,-2-29 0,1 26 23,0 23 10,0 0 0,-1 0 0,1 1-1,0-1 1,0 0 0,0 0 0,0 1-1,0-1 1,0 0 0,-1 0 0,1 0-1,0 1 1,0-1 0,0 0 0,-1 0-1,1 0 1,0 0 0,0 0 0,-1 0-1,1 1 1,0-1 0,0 0 0,-1 0-1,1 0 1,0 0 0,0 0 0,-1 0-1,1 0 1,0 0 0,0 0 0,-1 0 0,1 0-1,0 0 1,0 0 0,-1 0 0,1 0-1,0 0 1,0 0 0,-1-1 0,1 1-1,0 0 1,0 0 0,0 0 0,-1 0-1,1 0 1,0-1 0,0 1 0,0 0-1,-1 0 1,1 0 0,0-1 0,0 1-1,0 0 1,0 0 0,0 0 0,0-1-1,-1 1 1,1 0 0,0-1 0,-3 16-6,1 1 0,0-1 0,1 0 1,1 1-1,0-1 0,4 25 0,-3-31 25,1 0-1,0-1 1,0 1-1,1 0 0,0-1 1,1 0-1,-1 0 0,2 0 1,-1 0-1,1 0 1,0-1-1,12 13 0,-7-11 5,0 0 0,1-1 0,0 0 0,1 0 0,0-1 0,0-1 0,1 0 0,-1-1 0,14 4 0,-3-4 41,-1-1 0,1 0 0,0-2-1,34-1 1,-54 0-55,0-2 1,1 1-1,-1 0 1,0-1-1,0 1 0,0-1 1,0 0-1,0 0 0,0 0 1,0 0-1,0-1 1,0 1-1,0-1 0,-1 0 1,1 0-1,-1 0 1,1 0-1,2-4 0,-1 2 7,-1-1 0,0 0 0,0 0 0,0 0 0,-1-1-1,0 1 1,0-1 0,0 1 0,1-10 0,0-9-61,-1-1-1,-1 0 1,-4-44-1,3 64 13,0 4-211,-7-24-338,-2 21-6072,4 4-1144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3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12694,'0'0'1392,"0"0"-735,0 0-273,0 0 352,0 0 273,0 0-497,0 0 0,3 25-352,18 4-128,3-2-64,-3 0 64,0 3-64,3 2-336,-18-21-1313,3-5-3649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4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8324,'0'0'504,"0"0"320,0 0 398,0 0-101,0 0-257,-8 4-469,5-2-362,0 1 0,0-1-1,0 0 1,0 1 0,0-1 0,0 1-1,1 0 1,-1 0 0,1 0 0,0 1-1,0-1 1,0 0 0,1 1 0,-1-1-1,1 1 1,0-1 0,-1 1 0,2 0-1,-2 7 1,-1 10 326,2 1 0,1 34 1,1-19 124,0 25 429,2 0 0,23 118 0,-20-149-834,3 0-1,0-1 1,2 0-1,1-1 1,2 0-1,0-1 1,30 42-1,-41-66-84,-2-2 2,0-1-1,0 0 1,0 1-1,0-1 1,0 0 0,0 0-1,1 0 1,-1 0-1,0 0 1,1 0-1,-1 0 1,0 0 0,1-1-1,-1 1 1,1 0-1,-1-1 1,3 1 0,-4-1 3,0 0-1,0 0 1,1 0 0,-1 0 0,0 0 0,0 0 0,0 0 0,1 0 0,-1 0 0,0 0 0,0 0 0,0-1 0,0 1 0,1 0 0,-1 0 0,0 0 0,0 0 0,0 0 0,0 0-1,0-1 1,1 1 0,-1 0 0,0 0 0,0 0 0,0 0 0,0-1 0,0 1 0,0 0 0,0 0 0,0 0 0,0 0 0,0-1 0,0 1 0,0 0 0,0 0 0,0 0 0,0-1 0,0 1-1,0 0 1,0 0 0,0 0 0,0-1 0,0 1 0,0 0 0,0 0 0,0 0 0,0 0 0,0-1 0,0 1 0,0-5-58,1-11-143,1 0 0,0 0 1,1 0-1,1 0 0,1 1 1,0-1-1,1 1 1,0 0-1,17-27 0,-17 35 112,0-1 0,0 0 0,0 1 0,1 1 0,0-1 0,1 1 0,-1 0 0,1 0 0,0 1 0,1 0 0,-1 1 0,1 0 0,0 0 0,0 1 0,0 0 0,1 0 0,-1 1 0,15-1-1,-12 1 40,1 1-1,0 0 0,0 1 0,-1 0 0,25 4 0,-34-3 53,1 0-1,0 0 1,0 1-1,-1 0 0,1-1 1,-1 1-1,1 0 1,-1 1-1,0-1 1,0 1-1,0-1 0,0 1 1,0 0-1,-1 0 1,1 0-1,-1 0 0,0 1 1,0-1-1,0 1 1,0-1-1,-1 1 1,2 5-1,1 1 12,-1 0 0,-1 0 1,0 1-1,0-1 0,-1 1 0,0-1 0,-1 1 1,0 0-1,0-1 0,-1 1 0,-3 10 0,2-14 15,0 0 0,0 0-1,-1-1 1,1 1 0,-2-1 0,1 1-1,-1-1 1,0 0 0,0-1-1,0 1 1,-1-1 0,0 0-1,0 0 1,0 0 0,-1 0 0,1-1-1,-8 4 1,1-3 26,1 0 1,-1 0-1,0-1 0,0-1 1,0 0-1,-1 0 0,1-2 1,-1 1-1,1-2 0,-1 1 1,1-2-1,-15-1 0,18 1-40,1 0 0,-1-1 0,0 0-1,1 0 1,-1-1 0,1 0 0,0 0-1,0-1 1,0 0 0,1 0 0,-1-1 0,1 0-1,0 0 1,0-1 0,1 0 0,-1 0-1,-9-13 1,15 17-17,0 0-1,0 1 1,-1-1 0,1 0-1,1 0 1,-1 0 0,0 0-1,0 0 1,1 0-1,-1 0 1,1 0 0,-1 0-1,1 0 1,0 0 0,0 0-1,0 0 1,0 0 0,0 0-1,1-4 1,0 5-3,0-1-1,0 1 1,0-1 0,0 1 0,0 0 0,1-1 0,-1 1-1,0 0 1,1 0 0,-1 0 0,0 0 0,1 0 0,-1 0-1,1 1 1,0-1 0,-1 0 0,1 1 0,2-1-1,11-2-34,-1 1 0,0 1-1,1 0 1,22 3 0,-17-2 42,81 2-108,-38 1 124,87-9-1,-147 6 5,0 0 1,0-1-1,0 0 1,0 0-1,0 1 1,-1-1-1,1-1 0,0 1 1,-1 0-1,1-1 1,3-2-1,-5 3 100,-1 1 59,6 3-75,15 44 120,-17-37-191,1 1-1,0-1 1,0 0 0,10 14-1,-13-21-33,0-1 0,0 0 0,0 1 0,1-1 0,-1 0 0,1 0 0,0 0 0,-1 0-1,1 0 1,0-1 0,0 0 0,0 1 0,0-1 0,1 0 0,-1 0 0,0-1 0,0 1 0,1-1 0,5 1 0,10-1-645,-11 0-2150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74 12022,'0'0'533,"0"0"-242,0 0 133,0 0-5,0 0-43,0 0-154,2 22-89,-1-9-117,0-5-11,-1-1 0,1 1-1,0 0 1,1 0 0,5 14-1,-6-20-1,0 0-1,0 1 1,0-1-1,1 0 1,-1 0-1,1 0 1,-1 0-1,1 0 1,0-1-1,0 1 1,0 0-1,0-1 1,0 1-1,0-1 1,0 0-1,0 0 1,1 0-1,-1 0 1,0 0-1,1 0 1,-1-1-1,1 1 1,-1-1-1,1 1 1,-1-1-1,3 0 1,19 1 54,-14 0-44,-1 0 0,1-1 0,-1 0 1,16-3-1,-23 3-11,0 0 1,0-1 0,0 0-1,0 1 1,-1-1 0,1 0-1,0 0 1,0 0 0,-1 0-1,1 0 1,-1 0 0,1 0-1,-1-1 1,1 1 0,-1-1-1,0 1 1,0-1 0,0 1-1,0-1 1,0 0 0,0 1-1,0-1 1,0 0 0,-1 0-1,1 0 1,0 1 0,-1-4-1,7-68 103,-7 69-69,0 1-1,0-1 1,-1 1 0,1-1-1,-1 1 1,0-1 0,1 1-1,-2-1 1,1 1 0,0 0 0,-1-1-1,1 1 1,-1 0 0,0 0-1,0 0 1,0 0 0,-5-4-1,2 3 74,0 1-1,0-1 0,-1 1 0,1 0 0,-1 0 1,0 1-1,0 0 0,0 0 0,-6-1 0,9 2-102,0 1-1,0 0 0,0 0 0,0 0 1,0 0-1,0 0 0,0 1 0,0-1 1,0 1-1,0 0 0,0 0 1,0 0-1,1 0 0,-1 0 0,0 1 1,1-1-1,-1 1 0,1 0 0,-1 0 1,1 0-1,-3 3 0,-1 1-159,-1 1 0,1 0 0,1 0-1,-1 1 1,1 0 0,0 0 0,1 0-1,0 1 1,0-1 0,-2 12 0,5-1-3379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8084,'0'0'944,"0"0"-240,0 0 462,0 0 0,0 0-371,10 13-376,31 40-139,-21-35 211,-20-18-470,0 0 0,1 0 0,-1 0 0,0 0 0,0 0 1,1 0-1,-1 0 0,0 0 0,0 0 0,1 0 0,-1-1 0,0 1 1,0 0-1,1 0 0,-1 0 0,0 0 0,0 0 0,1 0 0,-1 0 1,0-1-1,0 1 0,0 0 0,1 0 0,-1 0 0,0-1 0,0 1 1,0 0-1,0 0 0,1-1 0,-1 1 0,0 0 0,0 0 0,0 0 0,0-1 1,0 1-1,0 0 0,0-1 0,0 1 0,0-1 0,-3-27 465,0 25-483,0 1-1,1-1 0,-1 1 0,-1 0 0,1 0 1,0 0-1,0 0 0,-1 1 0,1-1 0,-1 1 1,1 0-1,-1 0 0,0 0 0,1 0 0,-1 1 1,0 0-1,0-1 0,0 1 0,1 1 0,-8 0 1,1 0-17,0 0 1,0 0-1,1 1 1,-1 0-1,1 1 1,-1 0-1,-10 6 1,14-6 12,0 1 1,0 0-1,1 0 1,-1 1-1,1 0 0,0 0 1,0 0-1,1 0 1,0 1-1,0 0 0,0 0 1,1 0-1,-1 0 1,1 0-1,1 1 1,-1 0-1,1-1 0,1 1 1,-1 0-1,1 0 1,0 0-1,1 0 0,-1 0 1,1 0-1,1 0 1,1 11-1,-1-15 5,0 0 0,0 0 0,1 0-1,-1-1 1,1 1 0,-1 0 0,1-1 0,0 0-1,0 1 1,0-1 0,0 0 0,1 0 0,-1 0 0,1 0-1,-1 0 1,1 0 0,-1-1 0,1 0 0,0 1 0,0-1-1,4 1 1,8 3 25,1-1-1,28 4 1,-40-7-26,49 5 65,0-2 0,0-3 1,70-7-1,-117 6-60,0 0 1,0-1-1,0 0 1,0 0-1,0 0 1,0-1-1,0 0 1,0 0-1,-1-1 1,1 1-1,-1-1 1,0 0-1,0-1 1,0 1-1,0-1 1,0 0-1,-1 0 1,0-1-1,0 1 1,0-1 0,0 0-1,-1 0 1,0 0-1,0 0 1,0-1-1,-1 1 1,1-1-1,-1 0 1,-1 0-1,1 0 1,-1 0-1,0 0 1,0 0-1,-1 0 1,0-10-1,0 12 8,0 0 0,0-1 0,0 1 0,-1 0 0,0 0 0,1-1 0,-1 1 0,-1 0 0,1 0 0,-1 0 0,1 0 0,-1 0 0,-3-4 0,3 6 11,0 0 1,-1 0-1,1 0 1,0 0 0,-1 1-1,1-1 1,-1 1 0,0-1-1,0 1 1,1 0 0,-1 0-1,0 0 1,0 0 0,0 1-1,0-1 1,0 1 0,0 0-1,0 0 1,-4 0 0,6 0-25,0 1 1,0-1 0,-1 1-1,1 0 1,1-1-1,-1 1 1,0 0 0,0-1-1,0 1 1,0 0-1,0 0 1,1 0 0,-1 0-1,0 0 1,1-1 0,-1 1-1,1 1 1,-1-1-1,1 0 1,-1 0 0,1 0-1,0 0 1,-1 0-1,1 0 1,0 0 0,0 0-1,0 1 1,0-1 0,0 1-1,-1 42 24,1-38-16,0-1-11,0 1-1,0-1 0,1 1 0,0-1 0,0 1 0,0-1 1,1 0-1,0 0 0,0 0 0,0 0 0,0 0 0,1 0 1,0 0-1,0-1 0,7 9 0,-3-8-2,-1 1 0,0-1 0,1 0 0,0 0 0,0-1 0,1 0 0,-1-1 0,1 1 0,12 2 0,9 2-18,1-3 0,0 0 1,0-2-1,52-1 1,-80-2 1,1 0 0,0 0 1,0-1-1,0 1 1,0-1-1,0 1 0,0-1 1,0 0-1,0 0 0,-1 0 1,1 0-1,0-1 0,-1 1 1,1-1-1,-1 0 1,1 0-1,-1 0 0,0 0 1,0 0-1,3-4 0,-2 2 10,-1-1 0,1 1 0,-1-1 0,-1 1 1,1-1-1,-1 0 0,1 0 0,-1 0 0,-1 1 0,1-1 0,-1-9 0,0 6 10,0 0 1,-1 0-1,1 0 1,-2 1 0,1-1-1,-1 0 1,-1 1-1,1-1 1,-1 1-1,0 0 1,-1 0 0,0 0-1,0 0 1,-1 1-1,1 0 1,-7-7-1,4 8 8,0 0-1,-1 0 0,0 0 1,0 1-1,0 0 0,0 1 0,-1-1 1,0 2-1,-13-4 0,-1 3 0,0 1 0,-34 0 0,51 2-9,-1 1 0,0-1 0,0 1-1,1 1 1,-1-1 0,1 1 0,0 1-1,-1-1 1,1 1 0,0 0 0,0 0 0,0 1-1,1-1 1,-1 1 0,1 1 0,0-1-1,0 1 1,1 0 0,-1 0 0,1 0 0,0 0-1,0 1 1,1 0 0,0 0 0,0 0-1,0 0 1,1 0 0,-1 1 0,2-1 0,-1 1-1,1-1 1,0 1 0,0 0 0,1 11 0,0-14-7,0-1 0,0 0 0,1 0 0,0 1 0,0-1 0,0 0 1,0 0-1,0 0 0,0 0 0,1 0 0,-1 0 0,1 0 1,0 0-1,0-1 0,0 1 0,0-1 0,1 1 0,-1-1 0,1 0 1,-1 0-1,1 0 0,0 0 0,0-1 0,-1 1 0,1-1 1,1 1-1,-1-1 0,0 0 0,0 0 0,0-1 0,6 2 0,13 1-757,-1 0-1,1-2 0,40-2 0,-30 0-1965,-8 1-2381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0T14:58:4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1313,'0'0'4981,"0"0"-2727,0 0-677,0 0-361,0 0-677,0 0-165,2 12 130,-1 7-366,0-8 16,-1-1-1,2 0 1,4 20 0,-5-26-115,1-1 0,-1 0 0,0 0 1,1 0-1,0 1 0,0-1 0,0-1 1,0 1-1,0 0 0,0 0 0,1-1 1,-1 0-1,1 1 0,0-1 0,0 0 1,0 0-1,4 2 0,7 1 95,1-1 0,-1 0 0,1-1 0,0-1 0,0 0 0,0-1-1,0-1 1,23-1 0,-4 0-72,-28 1-50,-1 0-1,0-1 1,0 0-1,0 1 1,0-2-1,0 1 1,-1-1-1,1 1 0,0-1 1,-1-1-1,1 1 1,-1-1-1,0 1 1,1-1-1,-1 0 1,-1-1-1,6-4 0,2-5 8,0-1-1,-1-1 1,14-27-1,22-30 3,-42 68-18,0-1 0,0 1 0,0 0 0,0 0 0,1 1 0,0-1 0,-1 1 0,1 0 0,0 0 0,1 1 0,9-4 0,-5 2-12,0 1 0,0 0 0,1 1 0,-1 0 0,1 1 0,-1 0 0,1 1 0,-1 0 1,1 0-1,0 1 0,-1 1 0,1 0 0,-1 0 0,0 1 0,0 0 0,0 1 0,0 0 1,0 1-1,-1 0 0,0 0 0,0 1 0,0 0 0,-1 1 0,0 0 0,0 0 0,10 12 0,-12-11 12,1 1-1,-2 0 1,1 0-1,-1 1 0,0-1 1,-1 1-1,0 0 0,-1 0 1,0 1-1,0-1 0,-1 1 1,-1-1-1,0 1 0,0 0 1,-1 0-1,-2 20 0,1-26 6,1-1 0,-1 0 0,-1 1-1,1-1 1,0 0 0,-1 0 0,0 0-1,0 0 1,0 0 0,-1-1 0,1 1-1,-1-1 1,0 1 0,0-1-1,0 0 1,0 0 0,-1 0 0,1 0-1,-1-1 1,0 0 0,-5 3 0,1-1 41,-1 0 0,0-1 0,0 0 0,0 0-1,0-1 1,0 0 0,-1-1 0,-18 1 0,27-3-41,-1 1 0,1-1 0,-1 0-1,1 1 1,0-1 0,-1 0-1,1 0 1,0 0 0,-1 0 0,1-1-1,0 1 1,0 0 0,0 0 0,0-1-1,0 1 1,0-1 0,1 1-1,-1-1 1,0 1 0,1-1 0,-1 1-1,1-1 1,-1 1 0,1-1-1,0 0 1,0 1 0,0-1 0,0 0-1,0 1 1,0-3 0,2-57 41,-2 59-49,1 1 0,0-1 0,0 0 1,0 0-1,0 0 0,0 1 0,0-1 1,0 0-1,0 1 0,1-1 0,-1 1 1,1-1-1,-1 1 0,1 0 0,0 0 1,-1 0-1,1 0 0,0 0 0,0 0 1,-1 0-1,1 0 0,0 1 0,0-1 1,0 1-1,0-1 0,0 1 0,3 0 1,67-2-34,-52 2 37,199 8 971,4 0 4000,-222-38-4495,-1-37-524,0 37-3348,0 22-1357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18AEA-FE4C-4C7C-A1F9-96013D28F293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0C4F6-CE39-4257-82AF-664F67EFBCE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320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0C4F6-CE39-4257-82AF-664F67EFBCE6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8324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0C4F6-CE39-4257-82AF-664F67EFBCE6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2750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34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207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5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061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373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023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44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155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708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996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295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7363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2780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715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6962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343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10812-263F-41DA-BD6E-27B26346DDC6}" type="datetimeFigureOut">
              <a:rPr lang="es-CO" smtClean="0"/>
              <a:t>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550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9" Type="http://schemas.openxmlformats.org/officeDocument/2006/relationships/customXml" Target="../ink/ink21.xml"/><Relationship Id="rId21" Type="http://schemas.openxmlformats.org/officeDocument/2006/relationships/customXml" Target="../ink/ink12.xml"/><Relationship Id="rId34" Type="http://schemas.openxmlformats.org/officeDocument/2006/relationships/image" Target="../media/image28.png"/><Relationship Id="rId42" Type="http://schemas.openxmlformats.org/officeDocument/2006/relationships/image" Target="../media/image32.png"/><Relationship Id="rId47" Type="http://schemas.openxmlformats.org/officeDocument/2006/relationships/customXml" Target="../ink/ink25.xml"/><Relationship Id="rId50" Type="http://schemas.openxmlformats.org/officeDocument/2006/relationships/image" Target="../media/image36.png"/><Relationship Id="rId55" Type="http://schemas.openxmlformats.org/officeDocument/2006/relationships/customXml" Target="../ink/ink29.xml"/><Relationship Id="rId7" Type="http://schemas.openxmlformats.org/officeDocument/2006/relationships/customXml" Target="../ink/ink5.xml"/><Relationship Id="rId2" Type="http://schemas.openxmlformats.org/officeDocument/2006/relationships/image" Target="../media/image12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29" Type="http://schemas.openxmlformats.org/officeDocument/2006/relationships/customXml" Target="../ink/ink16.xml"/><Relationship Id="rId41" Type="http://schemas.openxmlformats.org/officeDocument/2006/relationships/customXml" Target="../ink/ink22.xml"/><Relationship Id="rId54" Type="http://schemas.openxmlformats.org/officeDocument/2006/relationships/image" Target="../media/image38.png"/><Relationship Id="rId6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customXml" Target="../ink/ink7.xml"/><Relationship Id="rId24" Type="http://schemas.openxmlformats.org/officeDocument/2006/relationships/image" Target="../media/image23.png"/><Relationship Id="rId32" Type="http://schemas.openxmlformats.org/officeDocument/2006/relationships/image" Target="../media/image27.png"/><Relationship Id="rId37" Type="http://schemas.openxmlformats.org/officeDocument/2006/relationships/customXml" Target="../ink/ink20.xml"/><Relationship Id="rId40" Type="http://schemas.openxmlformats.org/officeDocument/2006/relationships/image" Target="../media/image31.png"/><Relationship Id="rId45" Type="http://schemas.openxmlformats.org/officeDocument/2006/relationships/customXml" Target="../ink/ink24.xml"/><Relationship Id="rId53" Type="http://schemas.openxmlformats.org/officeDocument/2006/relationships/customXml" Target="../ink/ink28.xml"/><Relationship Id="rId58" Type="http://schemas.openxmlformats.org/officeDocument/2006/relationships/image" Target="../media/image40.png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25.png"/><Relationship Id="rId36" Type="http://schemas.openxmlformats.org/officeDocument/2006/relationships/image" Target="../media/image29.png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61" Type="http://schemas.openxmlformats.org/officeDocument/2006/relationships/customXml" Target="../ink/ink32.xml"/><Relationship Id="rId10" Type="http://schemas.openxmlformats.org/officeDocument/2006/relationships/image" Target="../media/image16.png"/><Relationship Id="rId19" Type="http://schemas.openxmlformats.org/officeDocument/2006/relationships/customXml" Target="../ink/ink11.xml"/><Relationship Id="rId31" Type="http://schemas.openxmlformats.org/officeDocument/2006/relationships/customXml" Target="../ink/ink17.xml"/><Relationship Id="rId44" Type="http://schemas.openxmlformats.org/officeDocument/2006/relationships/image" Target="../media/image33.png"/><Relationship Id="rId52" Type="http://schemas.openxmlformats.org/officeDocument/2006/relationships/image" Target="../media/image37.png"/><Relationship Id="rId60" Type="http://schemas.openxmlformats.org/officeDocument/2006/relationships/image" Target="../media/image41.png"/><Relationship Id="rId4" Type="http://schemas.openxmlformats.org/officeDocument/2006/relationships/image" Target="../media/image13.png"/><Relationship Id="rId9" Type="http://schemas.openxmlformats.org/officeDocument/2006/relationships/customXml" Target="../ink/ink6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Relationship Id="rId27" Type="http://schemas.openxmlformats.org/officeDocument/2006/relationships/customXml" Target="../ink/ink15.xml"/><Relationship Id="rId30" Type="http://schemas.openxmlformats.org/officeDocument/2006/relationships/image" Target="../media/image26.png"/><Relationship Id="rId35" Type="http://schemas.openxmlformats.org/officeDocument/2006/relationships/customXml" Target="../ink/ink19.xml"/><Relationship Id="rId43" Type="http://schemas.openxmlformats.org/officeDocument/2006/relationships/customXml" Target="../ink/ink23.xml"/><Relationship Id="rId48" Type="http://schemas.openxmlformats.org/officeDocument/2006/relationships/image" Target="../media/image35.png"/><Relationship Id="rId56" Type="http://schemas.openxmlformats.org/officeDocument/2006/relationships/image" Target="../media/image39.png"/><Relationship Id="rId8" Type="http://schemas.openxmlformats.org/officeDocument/2006/relationships/image" Target="../media/image15.png"/><Relationship Id="rId51" Type="http://schemas.openxmlformats.org/officeDocument/2006/relationships/customXml" Target="../ink/ink27.xml"/><Relationship Id="rId3" Type="http://schemas.openxmlformats.org/officeDocument/2006/relationships/customXml" Target="../ink/ink3.xml"/><Relationship Id="rId12" Type="http://schemas.openxmlformats.org/officeDocument/2006/relationships/image" Target="../media/image17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33" Type="http://schemas.openxmlformats.org/officeDocument/2006/relationships/customXml" Target="../ink/ink18.xml"/><Relationship Id="rId38" Type="http://schemas.openxmlformats.org/officeDocument/2006/relationships/image" Target="../media/image30.png"/><Relationship Id="rId46" Type="http://schemas.openxmlformats.org/officeDocument/2006/relationships/image" Target="../media/image34.png"/><Relationship Id="rId59" Type="http://schemas.openxmlformats.org/officeDocument/2006/relationships/customXml" Target="../ink/ink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.xml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0" Type="http://schemas.openxmlformats.org/officeDocument/2006/relationships/customXml" Target="../ink/ink36.xml"/><Relationship Id="rId4" Type="http://schemas.openxmlformats.org/officeDocument/2006/relationships/customXml" Target="../ink/ink33.xml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.png"/><Relationship Id="rId299" Type="http://schemas.openxmlformats.org/officeDocument/2006/relationships/image" Target="../media/image202.png"/><Relationship Id="rId21" Type="http://schemas.openxmlformats.org/officeDocument/2006/relationships/customXml" Target="../ink/ink46.xml"/><Relationship Id="rId63" Type="http://schemas.openxmlformats.org/officeDocument/2006/relationships/image" Target="../media/image84.png"/><Relationship Id="rId159" Type="http://schemas.openxmlformats.org/officeDocument/2006/relationships/image" Target="../media/image132.png"/><Relationship Id="rId324" Type="http://schemas.openxmlformats.org/officeDocument/2006/relationships/customXml" Target="../ink/ink197.xml"/><Relationship Id="rId366" Type="http://schemas.openxmlformats.org/officeDocument/2006/relationships/customXml" Target="../ink/ink218.xml"/><Relationship Id="rId170" Type="http://schemas.openxmlformats.org/officeDocument/2006/relationships/customXml" Target="../ink/ink120.xml"/><Relationship Id="rId226" Type="http://schemas.openxmlformats.org/officeDocument/2006/relationships/customXml" Target="../ink/ink148.xml"/><Relationship Id="rId433" Type="http://schemas.openxmlformats.org/officeDocument/2006/relationships/image" Target="../media/image269.png"/><Relationship Id="rId268" Type="http://schemas.openxmlformats.org/officeDocument/2006/relationships/customXml" Target="../ink/ink169.xml"/><Relationship Id="rId32" Type="http://schemas.openxmlformats.org/officeDocument/2006/relationships/image" Target="../media/image68.png"/><Relationship Id="rId74" Type="http://schemas.openxmlformats.org/officeDocument/2006/relationships/customXml" Target="../ink/ink72.xml"/><Relationship Id="rId128" Type="http://schemas.openxmlformats.org/officeDocument/2006/relationships/customXml" Target="../ink/ink99.xml"/><Relationship Id="rId335" Type="http://schemas.openxmlformats.org/officeDocument/2006/relationships/image" Target="../media/image220.png"/><Relationship Id="rId377" Type="http://schemas.openxmlformats.org/officeDocument/2006/relationships/image" Target="../media/image241.png"/><Relationship Id="rId5" Type="http://schemas.openxmlformats.org/officeDocument/2006/relationships/customXml" Target="../ink/ink38.xml"/><Relationship Id="rId181" Type="http://schemas.openxmlformats.org/officeDocument/2006/relationships/image" Target="../media/image143.png"/><Relationship Id="rId237" Type="http://schemas.openxmlformats.org/officeDocument/2006/relationships/image" Target="../media/image171.png"/><Relationship Id="rId402" Type="http://schemas.openxmlformats.org/officeDocument/2006/relationships/customXml" Target="../ink/ink236.xml"/><Relationship Id="rId279" Type="http://schemas.openxmlformats.org/officeDocument/2006/relationships/image" Target="../media/image192.png"/><Relationship Id="rId43" Type="http://schemas.openxmlformats.org/officeDocument/2006/relationships/image" Target="../media/image74.png"/><Relationship Id="rId139" Type="http://schemas.openxmlformats.org/officeDocument/2006/relationships/image" Target="../media/image122.png"/><Relationship Id="rId290" Type="http://schemas.openxmlformats.org/officeDocument/2006/relationships/customXml" Target="../ink/ink180.xml"/><Relationship Id="rId304" Type="http://schemas.openxmlformats.org/officeDocument/2006/relationships/customXml" Target="../ink/ink187.xml"/><Relationship Id="rId346" Type="http://schemas.openxmlformats.org/officeDocument/2006/relationships/customXml" Target="../ink/ink208.xml"/><Relationship Id="rId388" Type="http://schemas.openxmlformats.org/officeDocument/2006/relationships/customXml" Target="../ink/ink229.xml"/><Relationship Id="rId85" Type="http://schemas.openxmlformats.org/officeDocument/2006/relationships/image" Target="../media/image95.png"/><Relationship Id="rId150" Type="http://schemas.openxmlformats.org/officeDocument/2006/relationships/customXml" Target="../ink/ink110.xml"/><Relationship Id="rId192" Type="http://schemas.openxmlformats.org/officeDocument/2006/relationships/customXml" Target="../ink/ink131.xml"/><Relationship Id="rId206" Type="http://schemas.openxmlformats.org/officeDocument/2006/relationships/customXml" Target="../ink/ink138.xml"/><Relationship Id="rId413" Type="http://schemas.openxmlformats.org/officeDocument/2006/relationships/image" Target="../media/image259.png"/><Relationship Id="rId248" Type="http://schemas.openxmlformats.org/officeDocument/2006/relationships/customXml" Target="../ink/ink159.xml"/><Relationship Id="rId12" Type="http://schemas.openxmlformats.org/officeDocument/2006/relationships/image" Target="../media/image58.png"/><Relationship Id="rId33" Type="http://schemas.openxmlformats.org/officeDocument/2006/relationships/customXml" Target="../ink/ink52.xml"/><Relationship Id="rId108" Type="http://schemas.openxmlformats.org/officeDocument/2006/relationships/customXml" Target="../ink/ink89.xml"/><Relationship Id="rId129" Type="http://schemas.openxmlformats.org/officeDocument/2006/relationships/image" Target="../media/image117.png"/><Relationship Id="rId280" Type="http://schemas.openxmlformats.org/officeDocument/2006/relationships/customXml" Target="../ink/ink175.xml"/><Relationship Id="rId315" Type="http://schemas.openxmlformats.org/officeDocument/2006/relationships/image" Target="../media/image210.png"/><Relationship Id="rId336" Type="http://schemas.openxmlformats.org/officeDocument/2006/relationships/customXml" Target="../ink/ink203.xml"/><Relationship Id="rId357" Type="http://schemas.openxmlformats.org/officeDocument/2006/relationships/image" Target="../media/image231.png"/><Relationship Id="rId54" Type="http://schemas.openxmlformats.org/officeDocument/2006/relationships/customXml" Target="../ink/ink62.xml"/><Relationship Id="rId75" Type="http://schemas.openxmlformats.org/officeDocument/2006/relationships/image" Target="../media/image90.png"/><Relationship Id="rId96" Type="http://schemas.openxmlformats.org/officeDocument/2006/relationships/customXml" Target="../ink/ink83.xml"/><Relationship Id="rId140" Type="http://schemas.openxmlformats.org/officeDocument/2006/relationships/customXml" Target="../ink/ink105.xml"/><Relationship Id="rId161" Type="http://schemas.openxmlformats.org/officeDocument/2006/relationships/image" Target="../media/image133.png"/><Relationship Id="rId182" Type="http://schemas.openxmlformats.org/officeDocument/2006/relationships/customXml" Target="../ink/ink126.xml"/><Relationship Id="rId217" Type="http://schemas.openxmlformats.org/officeDocument/2006/relationships/image" Target="../media/image161.png"/><Relationship Id="rId378" Type="http://schemas.openxmlformats.org/officeDocument/2006/relationships/customXml" Target="../ink/ink224.xml"/><Relationship Id="rId399" Type="http://schemas.openxmlformats.org/officeDocument/2006/relationships/image" Target="../media/image252.png"/><Relationship Id="rId403" Type="http://schemas.openxmlformats.org/officeDocument/2006/relationships/image" Target="../media/image254.png"/><Relationship Id="rId6" Type="http://schemas.openxmlformats.org/officeDocument/2006/relationships/image" Target="../media/image55.png"/><Relationship Id="rId238" Type="http://schemas.openxmlformats.org/officeDocument/2006/relationships/customXml" Target="../ink/ink154.xml"/><Relationship Id="rId259" Type="http://schemas.openxmlformats.org/officeDocument/2006/relationships/image" Target="../media/image182.png"/><Relationship Id="rId424" Type="http://schemas.openxmlformats.org/officeDocument/2006/relationships/customXml" Target="../ink/ink247.xml"/><Relationship Id="rId23" Type="http://schemas.openxmlformats.org/officeDocument/2006/relationships/customXml" Target="../ink/ink47.xml"/><Relationship Id="rId119" Type="http://schemas.openxmlformats.org/officeDocument/2006/relationships/image" Target="../media/image112.png"/><Relationship Id="rId270" Type="http://schemas.openxmlformats.org/officeDocument/2006/relationships/customXml" Target="../ink/ink170.xml"/><Relationship Id="rId291" Type="http://schemas.openxmlformats.org/officeDocument/2006/relationships/image" Target="../media/image198.png"/><Relationship Id="rId305" Type="http://schemas.openxmlformats.org/officeDocument/2006/relationships/image" Target="../media/image205.png"/><Relationship Id="rId326" Type="http://schemas.openxmlformats.org/officeDocument/2006/relationships/customXml" Target="../ink/ink198.xml"/><Relationship Id="rId347" Type="http://schemas.openxmlformats.org/officeDocument/2006/relationships/image" Target="../media/image226.png"/><Relationship Id="rId44" Type="http://schemas.openxmlformats.org/officeDocument/2006/relationships/customXml" Target="../ink/ink57.xml"/><Relationship Id="rId65" Type="http://schemas.openxmlformats.org/officeDocument/2006/relationships/image" Target="../media/image85.png"/><Relationship Id="rId86" Type="http://schemas.openxmlformats.org/officeDocument/2006/relationships/customXml" Target="../ink/ink78.xml"/><Relationship Id="rId130" Type="http://schemas.openxmlformats.org/officeDocument/2006/relationships/customXml" Target="../ink/ink100.xml"/><Relationship Id="rId151" Type="http://schemas.openxmlformats.org/officeDocument/2006/relationships/image" Target="../media/image128.png"/><Relationship Id="rId368" Type="http://schemas.openxmlformats.org/officeDocument/2006/relationships/customXml" Target="../ink/ink219.xml"/><Relationship Id="rId389" Type="http://schemas.openxmlformats.org/officeDocument/2006/relationships/image" Target="../media/image247.png"/><Relationship Id="rId172" Type="http://schemas.openxmlformats.org/officeDocument/2006/relationships/customXml" Target="../ink/ink121.xml"/><Relationship Id="rId193" Type="http://schemas.openxmlformats.org/officeDocument/2006/relationships/image" Target="../media/image149.png"/><Relationship Id="rId207" Type="http://schemas.openxmlformats.org/officeDocument/2006/relationships/image" Target="../media/image156.png"/><Relationship Id="rId228" Type="http://schemas.openxmlformats.org/officeDocument/2006/relationships/customXml" Target="../ink/ink149.xml"/><Relationship Id="rId249" Type="http://schemas.openxmlformats.org/officeDocument/2006/relationships/image" Target="../media/image177.png"/><Relationship Id="rId414" Type="http://schemas.openxmlformats.org/officeDocument/2006/relationships/customXml" Target="../ink/ink242.xml"/><Relationship Id="rId435" Type="http://schemas.openxmlformats.org/officeDocument/2006/relationships/image" Target="../media/image270.png"/><Relationship Id="rId13" Type="http://schemas.openxmlformats.org/officeDocument/2006/relationships/customXml" Target="../ink/ink42.xml"/><Relationship Id="rId109" Type="http://schemas.openxmlformats.org/officeDocument/2006/relationships/image" Target="../media/image107.png"/><Relationship Id="rId260" Type="http://schemas.openxmlformats.org/officeDocument/2006/relationships/customXml" Target="../ink/ink165.xml"/><Relationship Id="rId281" Type="http://schemas.openxmlformats.org/officeDocument/2006/relationships/image" Target="../media/image193.png"/><Relationship Id="rId316" Type="http://schemas.openxmlformats.org/officeDocument/2006/relationships/customXml" Target="../ink/ink193.xml"/><Relationship Id="rId337" Type="http://schemas.openxmlformats.org/officeDocument/2006/relationships/image" Target="../media/image221.png"/><Relationship Id="rId34" Type="http://schemas.openxmlformats.org/officeDocument/2006/relationships/image" Target="../media/image69.png"/><Relationship Id="rId55" Type="http://schemas.openxmlformats.org/officeDocument/2006/relationships/image" Target="../media/image80.png"/><Relationship Id="rId76" Type="http://schemas.openxmlformats.org/officeDocument/2006/relationships/customXml" Target="../ink/ink73.xml"/><Relationship Id="rId97" Type="http://schemas.openxmlformats.org/officeDocument/2006/relationships/image" Target="../media/image101.png"/><Relationship Id="rId120" Type="http://schemas.openxmlformats.org/officeDocument/2006/relationships/customXml" Target="../ink/ink95.xml"/><Relationship Id="rId141" Type="http://schemas.openxmlformats.org/officeDocument/2006/relationships/image" Target="../media/image123.png"/><Relationship Id="rId358" Type="http://schemas.openxmlformats.org/officeDocument/2006/relationships/customXml" Target="../ink/ink214.xml"/><Relationship Id="rId379" Type="http://schemas.openxmlformats.org/officeDocument/2006/relationships/image" Target="../media/image242.png"/><Relationship Id="rId7" Type="http://schemas.openxmlformats.org/officeDocument/2006/relationships/customXml" Target="../ink/ink39.xml"/><Relationship Id="rId162" Type="http://schemas.openxmlformats.org/officeDocument/2006/relationships/customXml" Target="../ink/ink116.xml"/><Relationship Id="rId183" Type="http://schemas.openxmlformats.org/officeDocument/2006/relationships/image" Target="../media/image144.png"/><Relationship Id="rId218" Type="http://schemas.openxmlformats.org/officeDocument/2006/relationships/customXml" Target="../ink/ink144.xml"/><Relationship Id="rId239" Type="http://schemas.openxmlformats.org/officeDocument/2006/relationships/image" Target="../media/image172.png"/><Relationship Id="rId390" Type="http://schemas.openxmlformats.org/officeDocument/2006/relationships/customXml" Target="../ink/ink230.xml"/><Relationship Id="rId404" Type="http://schemas.openxmlformats.org/officeDocument/2006/relationships/customXml" Target="../ink/ink237.xml"/><Relationship Id="rId425" Type="http://schemas.openxmlformats.org/officeDocument/2006/relationships/image" Target="../media/image265.png"/><Relationship Id="rId250" Type="http://schemas.openxmlformats.org/officeDocument/2006/relationships/customXml" Target="../ink/ink160.xml"/><Relationship Id="rId271" Type="http://schemas.openxmlformats.org/officeDocument/2006/relationships/image" Target="../media/image188.png"/><Relationship Id="rId292" Type="http://schemas.openxmlformats.org/officeDocument/2006/relationships/customXml" Target="../ink/ink181.xml"/><Relationship Id="rId306" Type="http://schemas.openxmlformats.org/officeDocument/2006/relationships/customXml" Target="../ink/ink188.xml"/><Relationship Id="rId24" Type="http://schemas.openxmlformats.org/officeDocument/2006/relationships/image" Target="../media/image64.png"/><Relationship Id="rId45" Type="http://schemas.openxmlformats.org/officeDocument/2006/relationships/image" Target="../media/image75.png"/><Relationship Id="rId66" Type="http://schemas.openxmlformats.org/officeDocument/2006/relationships/customXml" Target="../ink/ink68.xml"/><Relationship Id="rId87" Type="http://schemas.openxmlformats.org/officeDocument/2006/relationships/image" Target="../media/image96.png"/><Relationship Id="rId110" Type="http://schemas.openxmlformats.org/officeDocument/2006/relationships/customXml" Target="../ink/ink90.xml"/><Relationship Id="rId131" Type="http://schemas.openxmlformats.org/officeDocument/2006/relationships/image" Target="../media/image118.png"/><Relationship Id="rId327" Type="http://schemas.openxmlformats.org/officeDocument/2006/relationships/image" Target="../media/image216.png"/><Relationship Id="rId348" Type="http://schemas.openxmlformats.org/officeDocument/2006/relationships/customXml" Target="../ink/ink209.xml"/><Relationship Id="rId369" Type="http://schemas.openxmlformats.org/officeDocument/2006/relationships/image" Target="../media/image237.png"/><Relationship Id="rId152" Type="http://schemas.openxmlformats.org/officeDocument/2006/relationships/customXml" Target="../ink/ink111.xml"/><Relationship Id="rId173" Type="http://schemas.openxmlformats.org/officeDocument/2006/relationships/image" Target="../media/image139.png"/><Relationship Id="rId194" Type="http://schemas.openxmlformats.org/officeDocument/2006/relationships/customXml" Target="../ink/ink132.xml"/><Relationship Id="rId208" Type="http://schemas.openxmlformats.org/officeDocument/2006/relationships/customXml" Target="../ink/ink139.xml"/><Relationship Id="rId229" Type="http://schemas.openxmlformats.org/officeDocument/2006/relationships/image" Target="../media/image167.png"/><Relationship Id="rId380" Type="http://schemas.openxmlformats.org/officeDocument/2006/relationships/customXml" Target="../ink/ink225.xml"/><Relationship Id="rId415" Type="http://schemas.openxmlformats.org/officeDocument/2006/relationships/image" Target="../media/image260.png"/><Relationship Id="rId436" Type="http://schemas.openxmlformats.org/officeDocument/2006/relationships/customXml" Target="../ink/ink253.xml"/><Relationship Id="rId240" Type="http://schemas.openxmlformats.org/officeDocument/2006/relationships/customXml" Target="../ink/ink155.xml"/><Relationship Id="rId261" Type="http://schemas.openxmlformats.org/officeDocument/2006/relationships/image" Target="../media/image183.png"/><Relationship Id="rId14" Type="http://schemas.openxmlformats.org/officeDocument/2006/relationships/image" Target="../media/image59.png"/><Relationship Id="rId35" Type="http://schemas.openxmlformats.org/officeDocument/2006/relationships/customXml" Target="../ink/ink53.xml"/><Relationship Id="rId56" Type="http://schemas.openxmlformats.org/officeDocument/2006/relationships/customXml" Target="../ink/ink63.xml"/><Relationship Id="rId77" Type="http://schemas.openxmlformats.org/officeDocument/2006/relationships/image" Target="../media/image91.png"/><Relationship Id="rId100" Type="http://schemas.openxmlformats.org/officeDocument/2006/relationships/customXml" Target="../ink/ink85.xml"/><Relationship Id="rId282" Type="http://schemas.openxmlformats.org/officeDocument/2006/relationships/customXml" Target="../ink/ink176.xml"/><Relationship Id="rId317" Type="http://schemas.openxmlformats.org/officeDocument/2006/relationships/image" Target="../media/image211.png"/><Relationship Id="rId338" Type="http://schemas.openxmlformats.org/officeDocument/2006/relationships/customXml" Target="../ink/ink204.xml"/><Relationship Id="rId359" Type="http://schemas.openxmlformats.org/officeDocument/2006/relationships/image" Target="../media/image232.png"/><Relationship Id="rId8" Type="http://schemas.openxmlformats.org/officeDocument/2006/relationships/image" Target="../media/image56.png"/><Relationship Id="rId98" Type="http://schemas.openxmlformats.org/officeDocument/2006/relationships/customXml" Target="../ink/ink84.xml"/><Relationship Id="rId121" Type="http://schemas.openxmlformats.org/officeDocument/2006/relationships/image" Target="../media/image113.png"/><Relationship Id="rId142" Type="http://schemas.openxmlformats.org/officeDocument/2006/relationships/customXml" Target="../ink/ink106.xml"/><Relationship Id="rId163" Type="http://schemas.openxmlformats.org/officeDocument/2006/relationships/image" Target="../media/image134.png"/><Relationship Id="rId184" Type="http://schemas.openxmlformats.org/officeDocument/2006/relationships/customXml" Target="../ink/ink127.xml"/><Relationship Id="rId219" Type="http://schemas.openxmlformats.org/officeDocument/2006/relationships/image" Target="../media/image162.png"/><Relationship Id="rId370" Type="http://schemas.openxmlformats.org/officeDocument/2006/relationships/customXml" Target="../ink/ink220.xml"/><Relationship Id="rId391" Type="http://schemas.openxmlformats.org/officeDocument/2006/relationships/image" Target="../media/image248.png"/><Relationship Id="rId405" Type="http://schemas.openxmlformats.org/officeDocument/2006/relationships/image" Target="../media/image255.png"/><Relationship Id="rId426" Type="http://schemas.openxmlformats.org/officeDocument/2006/relationships/customXml" Target="../ink/ink248.xml"/><Relationship Id="rId230" Type="http://schemas.openxmlformats.org/officeDocument/2006/relationships/customXml" Target="../ink/ink150.xml"/><Relationship Id="rId251" Type="http://schemas.openxmlformats.org/officeDocument/2006/relationships/image" Target="../media/image178.png"/><Relationship Id="rId25" Type="http://schemas.openxmlformats.org/officeDocument/2006/relationships/customXml" Target="../ink/ink48.xml"/><Relationship Id="rId46" Type="http://schemas.openxmlformats.org/officeDocument/2006/relationships/customXml" Target="../ink/ink58.xml"/><Relationship Id="rId67" Type="http://schemas.openxmlformats.org/officeDocument/2006/relationships/image" Target="../media/image86.png"/><Relationship Id="rId272" Type="http://schemas.openxmlformats.org/officeDocument/2006/relationships/customXml" Target="../ink/ink171.xml"/><Relationship Id="rId293" Type="http://schemas.openxmlformats.org/officeDocument/2006/relationships/image" Target="../media/image199.png"/><Relationship Id="rId307" Type="http://schemas.openxmlformats.org/officeDocument/2006/relationships/image" Target="../media/image206.png"/><Relationship Id="rId328" Type="http://schemas.openxmlformats.org/officeDocument/2006/relationships/customXml" Target="../ink/ink199.xml"/><Relationship Id="rId349" Type="http://schemas.openxmlformats.org/officeDocument/2006/relationships/image" Target="../media/image227.png"/><Relationship Id="rId88" Type="http://schemas.openxmlformats.org/officeDocument/2006/relationships/customXml" Target="../ink/ink79.xml"/><Relationship Id="rId111" Type="http://schemas.openxmlformats.org/officeDocument/2006/relationships/image" Target="../media/image108.png"/><Relationship Id="rId132" Type="http://schemas.openxmlformats.org/officeDocument/2006/relationships/customXml" Target="../ink/ink101.xml"/><Relationship Id="rId153" Type="http://schemas.openxmlformats.org/officeDocument/2006/relationships/image" Target="../media/image129.png"/><Relationship Id="rId174" Type="http://schemas.openxmlformats.org/officeDocument/2006/relationships/customXml" Target="../ink/ink122.xml"/><Relationship Id="rId195" Type="http://schemas.openxmlformats.org/officeDocument/2006/relationships/image" Target="../media/image150.png"/><Relationship Id="rId209" Type="http://schemas.openxmlformats.org/officeDocument/2006/relationships/image" Target="../media/image157.png"/><Relationship Id="rId360" Type="http://schemas.openxmlformats.org/officeDocument/2006/relationships/customXml" Target="../ink/ink215.xml"/><Relationship Id="rId381" Type="http://schemas.openxmlformats.org/officeDocument/2006/relationships/image" Target="../media/image243.png"/><Relationship Id="rId416" Type="http://schemas.openxmlformats.org/officeDocument/2006/relationships/customXml" Target="../ink/ink243.xml"/><Relationship Id="rId220" Type="http://schemas.openxmlformats.org/officeDocument/2006/relationships/customXml" Target="../ink/ink145.xml"/><Relationship Id="rId241" Type="http://schemas.openxmlformats.org/officeDocument/2006/relationships/image" Target="../media/image173.png"/><Relationship Id="rId437" Type="http://schemas.openxmlformats.org/officeDocument/2006/relationships/image" Target="../media/image271.png"/><Relationship Id="rId15" Type="http://schemas.openxmlformats.org/officeDocument/2006/relationships/customXml" Target="../ink/ink43.xml"/><Relationship Id="rId36" Type="http://schemas.openxmlformats.org/officeDocument/2006/relationships/image" Target="../media/image70.png"/><Relationship Id="rId57" Type="http://schemas.openxmlformats.org/officeDocument/2006/relationships/image" Target="../media/image81.png"/><Relationship Id="rId262" Type="http://schemas.openxmlformats.org/officeDocument/2006/relationships/customXml" Target="../ink/ink166.xml"/><Relationship Id="rId283" Type="http://schemas.openxmlformats.org/officeDocument/2006/relationships/image" Target="../media/image194.png"/><Relationship Id="rId318" Type="http://schemas.openxmlformats.org/officeDocument/2006/relationships/customXml" Target="../ink/ink194.xml"/><Relationship Id="rId339" Type="http://schemas.openxmlformats.org/officeDocument/2006/relationships/image" Target="../media/image222.png"/><Relationship Id="rId78" Type="http://schemas.openxmlformats.org/officeDocument/2006/relationships/customXml" Target="../ink/ink74.xml"/><Relationship Id="rId99" Type="http://schemas.openxmlformats.org/officeDocument/2006/relationships/image" Target="../media/image102.png"/><Relationship Id="rId101" Type="http://schemas.openxmlformats.org/officeDocument/2006/relationships/image" Target="../media/image103.png"/><Relationship Id="rId122" Type="http://schemas.openxmlformats.org/officeDocument/2006/relationships/customXml" Target="../ink/ink96.xml"/><Relationship Id="rId143" Type="http://schemas.openxmlformats.org/officeDocument/2006/relationships/image" Target="../media/image124.png"/><Relationship Id="rId164" Type="http://schemas.openxmlformats.org/officeDocument/2006/relationships/customXml" Target="../ink/ink117.xml"/><Relationship Id="rId185" Type="http://schemas.openxmlformats.org/officeDocument/2006/relationships/image" Target="../media/image145.png"/><Relationship Id="rId350" Type="http://schemas.openxmlformats.org/officeDocument/2006/relationships/customXml" Target="../ink/ink210.xml"/><Relationship Id="rId371" Type="http://schemas.openxmlformats.org/officeDocument/2006/relationships/image" Target="../media/image238.png"/><Relationship Id="rId406" Type="http://schemas.openxmlformats.org/officeDocument/2006/relationships/customXml" Target="../ink/ink238.xml"/><Relationship Id="rId9" Type="http://schemas.openxmlformats.org/officeDocument/2006/relationships/customXml" Target="../ink/ink40.xml"/><Relationship Id="rId210" Type="http://schemas.openxmlformats.org/officeDocument/2006/relationships/customXml" Target="../ink/ink140.xml"/><Relationship Id="rId392" Type="http://schemas.openxmlformats.org/officeDocument/2006/relationships/customXml" Target="../ink/ink231.xml"/><Relationship Id="rId427" Type="http://schemas.openxmlformats.org/officeDocument/2006/relationships/image" Target="../media/image266.png"/><Relationship Id="rId26" Type="http://schemas.openxmlformats.org/officeDocument/2006/relationships/image" Target="../media/image65.png"/><Relationship Id="rId231" Type="http://schemas.openxmlformats.org/officeDocument/2006/relationships/image" Target="../media/image168.png"/><Relationship Id="rId252" Type="http://schemas.openxmlformats.org/officeDocument/2006/relationships/customXml" Target="../ink/ink161.xml"/><Relationship Id="rId273" Type="http://schemas.openxmlformats.org/officeDocument/2006/relationships/image" Target="../media/image189.png"/><Relationship Id="rId294" Type="http://schemas.openxmlformats.org/officeDocument/2006/relationships/customXml" Target="../ink/ink182.xml"/><Relationship Id="rId308" Type="http://schemas.openxmlformats.org/officeDocument/2006/relationships/customXml" Target="../ink/ink189.xml"/><Relationship Id="rId329" Type="http://schemas.openxmlformats.org/officeDocument/2006/relationships/image" Target="../media/image217.png"/><Relationship Id="rId47" Type="http://schemas.openxmlformats.org/officeDocument/2006/relationships/image" Target="../media/image76.png"/><Relationship Id="rId68" Type="http://schemas.openxmlformats.org/officeDocument/2006/relationships/customXml" Target="../ink/ink69.xml"/><Relationship Id="rId89" Type="http://schemas.openxmlformats.org/officeDocument/2006/relationships/image" Target="../media/image97.png"/><Relationship Id="rId112" Type="http://schemas.openxmlformats.org/officeDocument/2006/relationships/customXml" Target="../ink/ink91.xml"/><Relationship Id="rId133" Type="http://schemas.openxmlformats.org/officeDocument/2006/relationships/image" Target="../media/image119.png"/><Relationship Id="rId154" Type="http://schemas.openxmlformats.org/officeDocument/2006/relationships/customXml" Target="../ink/ink112.xml"/><Relationship Id="rId175" Type="http://schemas.openxmlformats.org/officeDocument/2006/relationships/image" Target="../media/image140.png"/><Relationship Id="rId340" Type="http://schemas.openxmlformats.org/officeDocument/2006/relationships/customXml" Target="../ink/ink205.xml"/><Relationship Id="rId361" Type="http://schemas.openxmlformats.org/officeDocument/2006/relationships/image" Target="../media/image233.png"/><Relationship Id="rId196" Type="http://schemas.openxmlformats.org/officeDocument/2006/relationships/customXml" Target="../ink/ink133.xml"/><Relationship Id="rId200" Type="http://schemas.openxmlformats.org/officeDocument/2006/relationships/customXml" Target="../ink/ink135.xml"/><Relationship Id="rId382" Type="http://schemas.openxmlformats.org/officeDocument/2006/relationships/customXml" Target="../ink/ink226.xml"/><Relationship Id="rId417" Type="http://schemas.openxmlformats.org/officeDocument/2006/relationships/image" Target="../media/image261.png"/><Relationship Id="rId438" Type="http://schemas.openxmlformats.org/officeDocument/2006/relationships/customXml" Target="../ink/ink254.xml"/><Relationship Id="rId16" Type="http://schemas.openxmlformats.org/officeDocument/2006/relationships/image" Target="../media/image60.png"/><Relationship Id="rId221" Type="http://schemas.openxmlformats.org/officeDocument/2006/relationships/image" Target="../media/image163.png"/><Relationship Id="rId242" Type="http://schemas.openxmlformats.org/officeDocument/2006/relationships/customXml" Target="../ink/ink156.xml"/><Relationship Id="rId263" Type="http://schemas.openxmlformats.org/officeDocument/2006/relationships/image" Target="../media/image184.png"/><Relationship Id="rId284" Type="http://schemas.openxmlformats.org/officeDocument/2006/relationships/customXml" Target="../ink/ink177.xml"/><Relationship Id="rId319" Type="http://schemas.openxmlformats.org/officeDocument/2006/relationships/image" Target="../media/image212.png"/><Relationship Id="rId37" Type="http://schemas.openxmlformats.org/officeDocument/2006/relationships/customXml" Target="../ink/ink54.xml"/><Relationship Id="rId58" Type="http://schemas.openxmlformats.org/officeDocument/2006/relationships/customXml" Target="../ink/ink64.xml"/><Relationship Id="rId79" Type="http://schemas.openxmlformats.org/officeDocument/2006/relationships/image" Target="../media/image92.png"/><Relationship Id="rId102" Type="http://schemas.openxmlformats.org/officeDocument/2006/relationships/customXml" Target="../ink/ink86.xml"/><Relationship Id="rId123" Type="http://schemas.openxmlformats.org/officeDocument/2006/relationships/image" Target="../media/image114.png"/><Relationship Id="rId144" Type="http://schemas.openxmlformats.org/officeDocument/2006/relationships/customXml" Target="../ink/ink107.xml"/><Relationship Id="rId330" Type="http://schemas.openxmlformats.org/officeDocument/2006/relationships/customXml" Target="../ink/ink200.xml"/><Relationship Id="rId90" Type="http://schemas.openxmlformats.org/officeDocument/2006/relationships/customXml" Target="../ink/ink80.xml"/><Relationship Id="rId165" Type="http://schemas.openxmlformats.org/officeDocument/2006/relationships/image" Target="../media/image135.png"/><Relationship Id="rId186" Type="http://schemas.openxmlformats.org/officeDocument/2006/relationships/customXml" Target="../ink/ink128.xml"/><Relationship Id="rId351" Type="http://schemas.openxmlformats.org/officeDocument/2006/relationships/image" Target="../media/image228.png"/><Relationship Id="rId372" Type="http://schemas.openxmlformats.org/officeDocument/2006/relationships/customXml" Target="../ink/ink221.xml"/><Relationship Id="rId393" Type="http://schemas.openxmlformats.org/officeDocument/2006/relationships/image" Target="../media/image249.png"/><Relationship Id="rId407" Type="http://schemas.openxmlformats.org/officeDocument/2006/relationships/image" Target="../media/image256.png"/><Relationship Id="rId428" Type="http://schemas.openxmlformats.org/officeDocument/2006/relationships/customXml" Target="../ink/ink249.xml"/><Relationship Id="rId211" Type="http://schemas.openxmlformats.org/officeDocument/2006/relationships/image" Target="../media/image158.png"/><Relationship Id="rId232" Type="http://schemas.openxmlformats.org/officeDocument/2006/relationships/customXml" Target="../ink/ink151.xml"/><Relationship Id="rId253" Type="http://schemas.openxmlformats.org/officeDocument/2006/relationships/image" Target="../media/image179.png"/><Relationship Id="rId274" Type="http://schemas.openxmlformats.org/officeDocument/2006/relationships/customXml" Target="../ink/ink172.xml"/><Relationship Id="rId295" Type="http://schemas.openxmlformats.org/officeDocument/2006/relationships/image" Target="../media/image200.png"/><Relationship Id="rId309" Type="http://schemas.openxmlformats.org/officeDocument/2006/relationships/image" Target="../media/image207.png"/><Relationship Id="rId27" Type="http://schemas.openxmlformats.org/officeDocument/2006/relationships/customXml" Target="../ink/ink49.xml"/><Relationship Id="rId48" Type="http://schemas.openxmlformats.org/officeDocument/2006/relationships/customXml" Target="../ink/ink59.xml"/><Relationship Id="rId69" Type="http://schemas.openxmlformats.org/officeDocument/2006/relationships/image" Target="../media/image87.png"/><Relationship Id="rId113" Type="http://schemas.openxmlformats.org/officeDocument/2006/relationships/image" Target="../media/image109.png"/><Relationship Id="rId134" Type="http://schemas.openxmlformats.org/officeDocument/2006/relationships/customXml" Target="../ink/ink102.xml"/><Relationship Id="rId320" Type="http://schemas.openxmlformats.org/officeDocument/2006/relationships/customXml" Target="../ink/ink195.xml"/><Relationship Id="rId80" Type="http://schemas.openxmlformats.org/officeDocument/2006/relationships/customXml" Target="../ink/ink75.xml"/><Relationship Id="rId155" Type="http://schemas.openxmlformats.org/officeDocument/2006/relationships/image" Target="../media/image130.png"/><Relationship Id="rId176" Type="http://schemas.openxmlformats.org/officeDocument/2006/relationships/customXml" Target="../ink/ink123.xml"/><Relationship Id="rId197" Type="http://schemas.openxmlformats.org/officeDocument/2006/relationships/image" Target="../media/image151.png"/><Relationship Id="rId341" Type="http://schemas.openxmlformats.org/officeDocument/2006/relationships/image" Target="../media/image223.png"/><Relationship Id="rId362" Type="http://schemas.openxmlformats.org/officeDocument/2006/relationships/customXml" Target="../ink/ink216.xml"/><Relationship Id="rId383" Type="http://schemas.openxmlformats.org/officeDocument/2006/relationships/image" Target="../media/image244.png"/><Relationship Id="rId418" Type="http://schemas.openxmlformats.org/officeDocument/2006/relationships/customXml" Target="../ink/ink244.xml"/><Relationship Id="rId439" Type="http://schemas.openxmlformats.org/officeDocument/2006/relationships/image" Target="../media/image272.png"/><Relationship Id="rId201" Type="http://schemas.openxmlformats.org/officeDocument/2006/relationships/image" Target="../media/image153.png"/><Relationship Id="rId222" Type="http://schemas.openxmlformats.org/officeDocument/2006/relationships/customXml" Target="../ink/ink146.xml"/><Relationship Id="rId243" Type="http://schemas.openxmlformats.org/officeDocument/2006/relationships/image" Target="../media/image174.png"/><Relationship Id="rId264" Type="http://schemas.openxmlformats.org/officeDocument/2006/relationships/customXml" Target="../ink/ink167.xml"/><Relationship Id="rId285" Type="http://schemas.openxmlformats.org/officeDocument/2006/relationships/image" Target="../media/image195.png"/><Relationship Id="rId17" Type="http://schemas.openxmlformats.org/officeDocument/2006/relationships/customXml" Target="../ink/ink44.xml"/><Relationship Id="rId38" Type="http://schemas.openxmlformats.org/officeDocument/2006/relationships/image" Target="../media/image71.png"/><Relationship Id="rId59" Type="http://schemas.openxmlformats.org/officeDocument/2006/relationships/image" Target="../media/image82.png"/><Relationship Id="rId103" Type="http://schemas.openxmlformats.org/officeDocument/2006/relationships/image" Target="../media/image104.png"/><Relationship Id="rId124" Type="http://schemas.openxmlformats.org/officeDocument/2006/relationships/customXml" Target="../ink/ink97.xml"/><Relationship Id="rId310" Type="http://schemas.openxmlformats.org/officeDocument/2006/relationships/customXml" Target="../ink/ink190.xml"/><Relationship Id="rId70" Type="http://schemas.openxmlformats.org/officeDocument/2006/relationships/customXml" Target="../ink/ink70.xml"/><Relationship Id="rId91" Type="http://schemas.openxmlformats.org/officeDocument/2006/relationships/image" Target="../media/image98.png"/><Relationship Id="rId145" Type="http://schemas.openxmlformats.org/officeDocument/2006/relationships/image" Target="../media/image125.png"/><Relationship Id="rId166" Type="http://schemas.openxmlformats.org/officeDocument/2006/relationships/customXml" Target="../ink/ink118.xml"/><Relationship Id="rId187" Type="http://schemas.openxmlformats.org/officeDocument/2006/relationships/image" Target="../media/image146.png"/><Relationship Id="rId331" Type="http://schemas.openxmlformats.org/officeDocument/2006/relationships/image" Target="../media/image218.png"/><Relationship Id="rId352" Type="http://schemas.openxmlformats.org/officeDocument/2006/relationships/customXml" Target="../ink/ink211.xml"/><Relationship Id="rId373" Type="http://schemas.openxmlformats.org/officeDocument/2006/relationships/image" Target="../media/image239.png"/><Relationship Id="rId394" Type="http://schemas.openxmlformats.org/officeDocument/2006/relationships/customXml" Target="../ink/ink232.xml"/><Relationship Id="rId408" Type="http://schemas.openxmlformats.org/officeDocument/2006/relationships/customXml" Target="../ink/ink239.xml"/><Relationship Id="rId429" Type="http://schemas.openxmlformats.org/officeDocument/2006/relationships/image" Target="../media/image26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1.xml"/><Relationship Id="rId233" Type="http://schemas.openxmlformats.org/officeDocument/2006/relationships/image" Target="../media/image169.png"/><Relationship Id="rId254" Type="http://schemas.openxmlformats.org/officeDocument/2006/relationships/customXml" Target="../ink/ink162.xml"/><Relationship Id="rId28" Type="http://schemas.openxmlformats.org/officeDocument/2006/relationships/image" Target="../media/image66.png"/><Relationship Id="rId49" Type="http://schemas.openxmlformats.org/officeDocument/2006/relationships/image" Target="../media/image77.png"/><Relationship Id="rId114" Type="http://schemas.openxmlformats.org/officeDocument/2006/relationships/customXml" Target="../ink/ink92.xml"/><Relationship Id="rId275" Type="http://schemas.openxmlformats.org/officeDocument/2006/relationships/image" Target="../media/image190.png"/><Relationship Id="rId296" Type="http://schemas.openxmlformats.org/officeDocument/2006/relationships/customXml" Target="../ink/ink183.xml"/><Relationship Id="rId300" Type="http://schemas.openxmlformats.org/officeDocument/2006/relationships/customXml" Target="../ink/ink185.xml"/><Relationship Id="rId60" Type="http://schemas.openxmlformats.org/officeDocument/2006/relationships/customXml" Target="../ink/ink65.xml"/><Relationship Id="rId81" Type="http://schemas.openxmlformats.org/officeDocument/2006/relationships/image" Target="../media/image93.png"/><Relationship Id="rId135" Type="http://schemas.openxmlformats.org/officeDocument/2006/relationships/image" Target="../media/image120.png"/><Relationship Id="rId156" Type="http://schemas.openxmlformats.org/officeDocument/2006/relationships/customXml" Target="../ink/ink113.xml"/><Relationship Id="rId177" Type="http://schemas.openxmlformats.org/officeDocument/2006/relationships/image" Target="../media/image141.png"/><Relationship Id="rId198" Type="http://schemas.openxmlformats.org/officeDocument/2006/relationships/customXml" Target="../ink/ink134.xml"/><Relationship Id="rId321" Type="http://schemas.openxmlformats.org/officeDocument/2006/relationships/image" Target="../media/image213.png"/><Relationship Id="rId342" Type="http://schemas.openxmlformats.org/officeDocument/2006/relationships/customXml" Target="../ink/ink206.xml"/><Relationship Id="rId363" Type="http://schemas.openxmlformats.org/officeDocument/2006/relationships/image" Target="../media/image234.png"/><Relationship Id="rId384" Type="http://schemas.openxmlformats.org/officeDocument/2006/relationships/customXml" Target="../ink/ink227.xml"/><Relationship Id="rId419" Type="http://schemas.openxmlformats.org/officeDocument/2006/relationships/image" Target="../media/image262.png"/><Relationship Id="rId202" Type="http://schemas.openxmlformats.org/officeDocument/2006/relationships/customXml" Target="../ink/ink136.xml"/><Relationship Id="rId223" Type="http://schemas.openxmlformats.org/officeDocument/2006/relationships/image" Target="../media/image164.png"/><Relationship Id="rId244" Type="http://schemas.openxmlformats.org/officeDocument/2006/relationships/customXml" Target="../ink/ink157.xml"/><Relationship Id="rId430" Type="http://schemas.openxmlformats.org/officeDocument/2006/relationships/customXml" Target="../ink/ink250.xml"/><Relationship Id="rId18" Type="http://schemas.openxmlformats.org/officeDocument/2006/relationships/image" Target="../media/image61.png"/><Relationship Id="rId39" Type="http://schemas.openxmlformats.org/officeDocument/2006/relationships/customXml" Target="../ink/ink55.xml"/><Relationship Id="rId265" Type="http://schemas.openxmlformats.org/officeDocument/2006/relationships/image" Target="../media/image185.png"/><Relationship Id="rId286" Type="http://schemas.openxmlformats.org/officeDocument/2006/relationships/customXml" Target="../ink/ink178.xml"/><Relationship Id="rId50" Type="http://schemas.openxmlformats.org/officeDocument/2006/relationships/customXml" Target="../ink/ink60.xml"/><Relationship Id="rId104" Type="http://schemas.openxmlformats.org/officeDocument/2006/relationships/customXml" Target="../ink/ink87.xml"/><Relationship Id="rId125" Type="http://schemas.openxmlformats.org/officeDocument/2006/relationships/image" Target="../media/image115.png"/><Relationship Id="rId146" Type="http://schemas.openxmlformats.org/officeDocument/2006/relationships/customXml" Target="../ink/ink108.xml"/><Relationship Id="rId167" Type="http://schemas.openxmlformats.org/officeDocument/2006/relationships/image" Target="../media/image136.png"/><Relationship Id="rId188" Type="http://schemas.openxmlformats.org/officeDocument/2006/relationships/customXml" Target="../ink/ink129.xml"/><Relationship Id="rId311" Type="http://schemas.openxmlformats.org/officeDocument/2006/relationships/image" Target="../media/image208.png"/><Relationship Id="rId332" Type="http://schemas.openxmlformats.org/officeDocument/2006/relationships/customXml" Target="../ink/ink201.xml"/><Relationship Id="rId353" Type="http://schemas.openxmlformats.org/officeDocument/2006/relationships/image" Target="../media/image229.png"/><Relationship Id="rId374" Type="http://schemas.openxmlformats.org/officeDocument/2006/relationships/customXml" Target="../ink/ink222.xml"/><Relationship Id="rId395" Type="http://schemas.openxmlformats.org/officeDocument/2006/relationships/image" Target="../media/image250.png"/><Relationship Id="rId409" Type="http://schemas.openxmlformats.org/officeDocument/2006/relationships/image" Target="../media/image257.png"/><Relationship Id="rId71" Type="http://schemas.openxmlformats.org/officeDocument/2006/relationships/image" Target="../media/image88.png"/><Relationship Id="rId92" Type="http://schemas.openxmlformats.org/officeDocument/2006/relationships/customXml" Target="../ink/ink81.xml"/><Relationship Id="rId213" Type="http://schemas.openxmlformats.org/officeDocument/2006/relationships/image" Target="../media/image159.png"/><Relationship Id="rId234" Type="http://schemas.openxmlformats.org/officeDocument/2006/relationships/customXml" Target="../ink/ink152.xml"/><Relationship Id="rId420" Type="http://schemas.openxmlformats.org/officeDocument/2006/relationships/customXml" Target="../ink/ink245.xml"/><Relationship Id="rId2" Type="http://schemas.openxmlformats.org/officeDocument/2006/relationships/image" Target="../media/image53.png"/><Relationship Id="rId29" Type="http://schemas.openxmlformats.org/officeDocument/2006/relationships/customXml" Target="../ink/ink50.xml"/><Relationship Id="rId255" Type="http://schemas.openxmlformats.org/officeDocument/2006/relationships/image" Target="../media/image180.png"/><Relationship Id="rId276" Type="http://schemas.openxmlformats.org/officeDocument/2006/relationships/customXml" Target="../ink/ink173.xml"/><Relationship Id="rId297" Type="http://schemas.openxmlformats.org/officeDocument/2006/relationships/image" Target="../media/image201.png"/><Relationship Id="rId40" Type="http://schemas.openxmlformats.org/officeDocument/2006/relationships/image" Target="../media/image72.png"/><Relationship Id="rId115" Type="http://schemas.openxmlformats.org/officeDocument/2006/relationships/image" Target="../media/image110.png"/><Relationship Id="rId136" Type="http://schemas.openxmlformats.org/officeDocument/2006/relationships/customXml" Target="../ink/ink103.xml"/><Relationship Id="rId157" Type="http://schemas.openxmlformats.org/officeDocument/2006/relationships/image" Target="../media/image131.png"/><Relationship Id="rId178" Type="http://schemas.openxmlformats.org/officeDocument/2006/relationships/customXml" Target="../ink/ink124.xml"/><Relationship Id="rId301" Type="http://schemas.openxmlformats.org/officeDocument/2006/relationships/image" Target="../media/image203.png"/><Relationship Id="rId322" Type="http://schemas.openxmlformats.org/officeDocument/2006/relationships/customXml" Target="../ink/ink196.xml"/><Relationship Id="rId343" Type="http://schemas.openxmlformats.org/officeDocument/2006/relationships/image" Target="../media/image224.png"/><Relationship Id="rId364" Type="http://schemas.openxmlformats.org/officeDocument/2006/relationships/customXml" Target="../ink/ink217.xml"/><Relationship Id="rId61" Type="http://schemas.openxmlformats.org/officeDocument/2006/relationships/image" Target="../media/image83.png"/><Relationship Id="rId82" Type="http://schemas.openxmlformats.org/officeDocument/2006/relationships/customXml" Target="../ink/ink76.xml"/><Relationship Id="rId199" Type="http://schemas.openxmlformats.org/officeDocument/2006/relationships/image" Target="../media/image152.png"/><Relationship Id="rId203" Type="http://schemas.openxmlformats.org/officeDocument/2006/relationships/image" Target="../media/image154.png"/><Relationship Id="rId385" Type="http://schemas.openxmlformats.org/officeDocument/2006/relationships/image" Target="../media/image245.png"/><Relationship Id="rId19" Type="http://schemas.openxmlformats.org/officeDocument/2006/relationships/customXml" Target="../ink/ink45.xml"/><Relationship Id="rId224" Type="http://schemas.openxmlformats.org/officeDocument/2006/relationships/customXml" Target="../ink/ink147.xml"/><Relationship Id="rId245" Type="http://schemas.openxmlformats.org/officeDocument/2006/relationships/image" Target="../media/image175.png"/><Relationship Id="rId266" Type="http://schemas.openxmlformats.org/officeDocument/2006/relationships/customXml" Target="../ink/ink168.xml"/><Relationship Id="rId287" Type="http://schemas.openxmlformats.org/officeDocument/2006/relationships/image" Target="../media/image196.png"/><Relationship Id="rId410" Type="http://schemas.openxmlformats.org/officeDocument/2006/relationships/customXml" Target="../ink/ink240.xml"/><Relationship Id="rId431" Type="http://schemas.openxmlformats.org/officeDocument/2006/relationships/image" Target="../media/image268.png"/><Relationship Id="rId30" Type="http://schemas.openxmlformats.org/officeDocument/2006/relationships/image" Target="../media/image67.png"/><Relationship Id="rId105" Type="http://schemas.openxmlformats.org/officeDocument/2006/relationships/image" Target="../media/image105.png"/><Relationship Id="rId126" Type="http://schemas.openxmlformats.org/officeDocument/2006/relationships/customXml" Target="../ink/ink98.xml"/><Relationship Id="rId147" Type="http://schemas.openxmlformats.org/officeDocument/2006/relationships/image" Target="../media/image126.png"/><Relationship Id="rId168" Type="http://schemas.openxmlformats.org/officeDocument/2006/relationships/customXml" Target="../ink/ink119.xml"/><Relationship Id="rId312" Type="http://schemas.openxmlformats.org/officeDocument/2006/relationships/customXml" Target="../ink/ink191.xml"/><Relationship Id="rId333" Type="http://schemas.openxmlformats.org/officeDocument/2006/relationships/image" Target="../media/image219.png"/><Relationship Id="rId354" Type="http://schemas.openxmlformats.org/officeDocument/2006/relationships/customXml" Target="../ink/ink212.xml"/><Relationship Id="rId51" Type="http://schemas.openxmlformats.org/officeDocument/2006/relationships/image" Target="../media/image78.png"/><Relationship Id="rId72" Type="http://schemas.openxmlformats.org/officeDocument/2006/relationships/customXml" Target="../ink/ink71.xml"/><Relationship Id="rId93" Type="http://schemas.openxmlformats.org/officeDocument/2006/relationships/image" Target="../media/image99.png"/><Relationship Id="rId189" Type="http://schemas.openxmlformats.org/officeDocument/2006/relationships/image" Target="../media/image147.png"/><Relationship Id="rId375" Type="http://schemas.openxmlformats.org/officeDocument/2006/relationships/image" Target="../media/image240.png"/><Relationship Id="rId396" Type="http://schemas.openxmlformats.org/officeDocument/2006/relationships/customXml" Target="../ink/ink233.xml"/><Relationship Id="rId3" Type="http://schemas.openxmlformats.org/officeDocument/2006/relationships/customXml" Target="../ink/ink37.xml"/><Relationship Id="rId214" Type="http://schemas.openxmlformats.org/officeDocument/2006/relationships/customXml" Target="../ink/ink142.xml"/><Relationship Id="rId235" Type="http://schemas.openxmlformats.org/officeDocument/2006/relationships/image" Target="../media/image170.png"/><Relationship Id="rId256" Type="http://schemas.openxmlformats.org/officeDocument/2006/relationships/customXml" Target="../ink/ink163.xml"/><Relationship Id="rId277" Type="http://schemas.openxmlformats.org/officeDocument/2006/relationships/image" Target="../media/image191.png"/><Relationship Id="rId298" Type="http://schemas.openxmlformats.org/officeDocument/2006/relationships/customXml" Target="../ink/ink184.xml"/><Relationship Id="rId400" Type="http://schemas.openxmlformats.org/officeDocument/2006/relationships/customXml" Target="../ink/ink235.xml"/><Relationship Id="rId421" Type="http://schemas.openxmlformats.org/officeDocument/2006/relationships/image" Target="../media/image263.png"/><Relationship Id="rId116" Type="http://schemas.openxmlformats.org/officeDocument/2006/relationships/customXml" Target="../ink/ink93.xml"/><Relationship Id="rId137" Type="http://schemas.openxmlformats.org/officeDocument/2006/relationships/image" Target="../media/image121.png"/><Relationship Id="rId158" Type="http://schemas.openxmlformats.org/officeDocument/2006/relationships/customXml" Target="../ink/ink114.xml"/><Relationship Id="rId302" Type="http://schemas.openxmlformats.org/officeDocument/2006/relationships/customXml" Target="../ink/ink186.xml"/><Relationship Id="rId323" Type="http://schemas.openxmlformats.org/officeDocument/2006/relationships/image" Target="../media/image214.png"/><Relationship Id="rId344" Type="http://schemas.openxmlformats.org/officeDocument/2006/relationships/customXml" Target="../ink/ink207.xml"/><Relationship Id="rId20" Type="http://schemas.openxmlformats.org/officeDocument/2006/relationships/image" Target="../media/image62.png"/><Relationship Id="rId41" Type="http://schemas.openxmlformats.org/officeDocument/2006/relationships/customXml" Target="../ink/ink56.xml"/><Relationship Id="rId62" Type="http://schemas.openxmlformats.org/officeDocument/2006/relationships/customXml" Target="../ink/ink66.xml"/><Relationship Id="rId83" Type="http://schemas.openxmlformats.org/officeDocument/2006/relationships/image" Target="../media/image94.png"/><Relationship Id="rId179" Type="http://schemas.openxmlformats.org/officeDocument/2006/relationships/image" Target="../media/image142.png"/><Relationship Id="rId365" Type="http://schemas.openxmlformats.org/officeDocument/2006/relationships/image" Target="../media/image235.png"/><Relationship Id="rId386" Type="http://schemas.openxmlformats.org/officeDocument/2006/relationships/customXml" Target="../ink/ink228.xml"/><Relationship Id="rId190" Type="http://schemas.openxmlformats.org/officeDocument/2006/relationships/customXml" Target="../ink/ink130.xml"/><Relationship Id="rId204" Type="http://schemas.openxmlformats.org/officeDocument/2006/relationships/customXml" Target="../ink/ink137.xml"/><Relationship Id="rId225" Type="http://schemas.openxmlformats.org/officeDocument/2006/relationships/image" Target="../media/image165.png"/><Relationship Id="rId246" Type="http://schemas.openxmlformats.org/officeDocument/2006/relationships/customXml" Target="../ink/ink158.xml"/><Relationship Id="rId267" Type="http://schemas.openxmlformats.org/officeDocument/2006/relationships/image" Target="../media/image186.png"/><Relationship Id="rId288" Type="http://schemas.openxmlformats.org/officeDocument/2006/relationships/customXml" Target="../ink/ink179.xml"/><Relationship Id="rId411" Type="http://schemas.openxmlformats.org/officeDocument/2006/relationships/image" Target="../media/image258.png"/><Relationship Id="rId432" Type="http://schemas.openxmlformats.org/officeDocument/2006/relationships/customXml" Target="../ink/ink251.xml"/><Relationship Id="rId106" Type="http://schemas.openxmlformats.org/officeDocument/2006/relationships/customXml" Target="../ink/ink88.xml"/><Relationship Id="rId127" Type="http://schemas.openxmlformats.org/officeDocument/2006/relationships/image" Target="../media/image116.png"/><Relationship Id="rId313" Type="http://schemas.openxmlformats.org/officeDocument/2006/relationships/image" Target="../media/image209.png"/><Relationship Id="rId10" Type="http://schemas.openxmlformats.org/officeDocument/2006/relationships/image" Target="../media/image57.png"/><Relationship Id="rId31" Type="http://schemas.openxmlformats.org/officeDocument/2006/relationships/customXml" Target="../ink/ink51.xml"/><Relationship Id="rId52" Type="http://schemas.openxmlformats.org/officeDocument/2006/relationships/customXml" Target="../ink/ink61.xml"/><Relationship Id="rId73" Type="http://schemas.openxmlformats.org/officeDocument/2006/relationships/image" Target="../media/image89.png"/><Relationship Id="rId94" Type="http://schemas.openxmlformats.org/officeDocument/2006/relationships/customXml" Target="../ink/ink82.xml"/><Relationship Id="rId148" Type="http://schemas.openxmlformats.org/officeDocument/2006/relationships/customXml" Target="../ink/ink109.xml"/><Relationship Id="rId169" Type="http://schemas.openxmlformats.org/officeDocument/2006/relationships/image" Target="../media/image137.png"/><Relationship Id="rId334" Type="http://schemas.openxmlformats.org/officeDocument/2006/relationships/customXml" Target="../ink/ink202.xml"/><Relationship Id="rId355" Type="http://schemas.openxmlformats.org/officeDocument/2006/relationships/image" Target="../media/image230.png"/><Relationship Id="rId376" Type="http://schemas.openxmlformats.org/officeDocument/2006/relationships/customXml" Target="../ink/ink223.xml"/><Relationship Id="rId397" Type="http://schemas.openxmlformats.org/officeDocument/2006/relationships/image" Target="../media/image251.png"/><Relationship Id="rId4" Type="http://schemas.openxmlformats.org/officeDocument/2006/relationships/image" Target="../media/image54.png"/><Relationship Id="rId180" Type="http://schemas.openxmlformats.org/officeDocument/2006/relationships/customXml" Target="../ink/ink125.xml"/><Relationship Id="rId215" Type="http://schemas.openxmlformats.org/officeDocument/2006/relationships/image" Target="../media/image160.png"/><Relationship Id="rId236" Type="http://schemas.openxmlformats.org/officeDocument/2006/relationships/customXml" Target="../ink/ink153.xml"/><Relationship Id="rId257" Type="http://schemas.openxmlformats.org/officeDocument/2006/relationships/image" Target="../media/image181.png"/><Relationship Id="rId278" Type="http://schemas.openxmlformats.org/officeDocument/2006/relationships/customXml" Target="../ink/ink174.xml"/><Relationship Id="rId401" Type="http://schemas.openxmlformats.org/officeDocument/2006/relationships/image" Target="../media/image253.png"/><Relationship Id="rId422" Type="http://schemas.openxmlformats.org/officeDocument/2006/relationships/customXml" Target="../ink/ink246.xml"/><Relationship Id="rId303" Type="http://schemas.openxmlformats.org/officeDocument/2006/relationships/image" Target="../media/image204.png"/><Relationship Id="rId42" Type="http://schemas.openxmlformats.org/officeDocument/2006/relationships/image" Target="../media/image73.png"/><Relationship Id="rId84" Type="http://schemas.openxmlformats.org/officeDocument/2006/relationships/customXml" Target="../ink/ink77.xml"/><Relationship Id="rId138" Type="http://schemas.openxmlformats.org/officeDocument/2006/relationships/customXml" Target="../ink/ink104.xml"/><Relationship Id="rId345" Type="http://schemas.openxmlformats.org/officeDocument/2006/relationships/image" Target="../media/image225.png"/><Relationship Id="rId387" Type="http://schemas.openxmlformats.org/officeDocument/2006/relationships/image" Target="../media/image246.png"/><Relationship Id="rId191" Type="http://schemas.openxmlformats.org/officeDocument/2006/relationships/image" Target="../media/image148.png"/><Relationship Id="rId205" Type="http://schemas.openxmlformats.org/officeDocument/2006/relationships/image" Target="../media/image155.png"/><Relationship Id="rId247" Type="http://schemas.openxmlformats.org/officeDocument/2006/relationships/image" Target="../media/image176.png"/><Relationship Id="rId412" Type="http://schemas.openxmlformats.org/officeDocument/2006/relationships/customXml" Target="../ink/ink241.xml"/><Relationship Id="rId107" Type="http://schemas.openxmlformats.org/officeDocument/2006/relationships/image" Target="../media/image106.png"/><Relationship Id="rId289" Type="http://schemas.openxmlformats.org/officeDocument/2006/relationships/image" Target="../media/image197.png"/><Relationship Id="rId11" Type="http://schemas.openxmlformats.org/officeDocument/2006/relationships/customXml" Target="../ink/ink41.xml"/><Relationship Id="rId53" Type="http://schemas.openxmlformats.org/officeDocument/2006/relationships/image" Target="../media/image79.png"/><Relationship Id="rId149" Type="http://schemas.openxmlformats.org/officeDocument/2006/relationships/image" Target="../media/image127.png"/><Relationship Id="rId314" Type="http://schemas.openxmlformats.org/officeDocument/2006/relationships/customXml" Target="../ink/ink192.xml"/><Relationship Id="rId356" Type="http://schemas.openxmlformats.org/officeDocument/2006/relationships/customXml" Target="../ink/ink213.xml"/><Relationship Id="rId398" Type="http://schemas.openxmlformats.org/officeDocument/2006/relationships/customXml" Target="../ink/ink234.xml"/><Relationship Id="rId95" Type="http://schemas.openxmlformats.org/officeDocument/2006/relationships/image" Target="../media/image100.png"/><Relationship Id="rId160" Type="http://schemas.openxmlformats.org/officeDocument/2006/relationships/customXml" Target="../ink/ink115.xml"/><Relationship Id="rId216" Type="http://schemas.openxmlformats.org/officeDocument/2006/relationships/customXml" Target="../ink/ink143.xml"/><Relationship Id="rId423" Type="http://schemas.openxmlformats.org/officeDocument/2006/relationships/image" Target="../media/image264.png"/><Relationship Id="rId258" Type="http://schemas.openxmlformats.org/officeDocument/2006/relationships/customXml" Target="../ink/ink164.xml"/><Relationship Id="rId22" Type="http://schemas.openxmlformats.org/officeDocument/2006/relationships/image" Target="../media/image63.png"/><Relationship Id="rId64" Type="http://schemas.openxmlformats.org/officeDocument/2006/relationships/customXml" Target="../ink/ink67.xml"/><Relationship Id="rId118" Type="http://schemas.openxmlformats.org/officeDocument/2006/relationships/customXml" Target="../ink/ink94.xml"/><Relationship Id="rId325" Type="http://schemas.openxmlformats.org/officeDocument/2006/relationships/image" Target="../media/image215.png"/><Relationship Id="rId367" Type="http://schemas.openxmlformats.org/officeDocument/2006/relationships/image" Target="../media/image236.png"/><Relationship Id="rId171" Type="http://schemas.openxmlformats.org/officeDocument/2006/relationships/image" Target="../media/image138.png"/><Relationship Id="rId227" Type="http://schemas.openxmlformats.org/officeDocument/2006/relationships/image" Target="../media/image166.png"/><Relationship Id="rId269" Type="http://schemas.openxmlformats.org/officeDocument/2006/relationships/image" Target="../media/image187.png"/><Relationship Id="rId434" Type="http://schemas.openxmlformats.org/officeDocument/2006/relationships/customXml" Target="../ink/ink252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6.xml"/><Relationship Id="rId117" Type="http://schemas.openxmlformats.org/officeDocument/2006/relationships/customXml" Target="../ink/ink312.xml"/><Relationship Id="rId21" Type="http://schemas.openxmlformats.org/officeDocument/2006/relationships/image" Target="../media/image283.png"/><Relationship Id="rId42" Type="http://schemas.openxmlformats.org/officeDocument/2006/relationships/customXml" Target="../ink/ink274.xml"/><Relationship Id="rId47" Type="http://schemas.openxmlformats.org/officeDocument/2006/relationships/image" Target="../media/image296.png"/><Relationship Id="rId63" Type="http://schemas.openxmlformats.org/officeDocument/2006/relationships/image" Target="../media/image304.png"/><Relationship Id="rId68" Type="http://schemas.openxmlformats.org/officeDocument/2006/relationships/customXml" Target="../ink/ink287.xml"/><Relationship Id="rId84" Type="http://schemas.openxmlformats.org/officeDocument/2006/relationships/customXml" Target="../ink/ink295.xml"/><Relationship Id="rId89" Type="http://schemas.openxmlformats.org/officeDocument/2006/relationships/customXml" Target="../ink/ink298.xml"/><Relationship Id="rId112" Type="http://schemas.openxmlformats.org/officeDocument/2006/relationships/image" Target="../media/image328.png"/><Relationship Id="rId133" Type="http://schemas.openxmlformats.org/officeDocument/2006/relationships/image" Target="../media/image338.png"/><Relationship Id="rId138" Type="http://schemas.openxmlformats.org/officeDocument/2006/relationships/customXml" Target="../ink/ink323.xml"/><Relationship Id="rId16" Type="http://schemas.openxmlformats.org/officeDocument/2006/relationships/customXml" Target="../ink/ink261.xml"/><Relationship Id="rId107" Type="http://schemas.openxmlformats.org/officeDocument/2006/relationships/customXml" Target="../ink/ink307.xml"/><Relationship Id="rId11" Type="http://schemas.openxmlformats.org/officeDocument/2006/relationships/image" Target="../media/image278.png"/><Relationship Id="rId32" Type="http://schemas.openxmlformats.org/officeDocument/2006/relationships/customXml" Target="../ink/ink269.xml"/><Relationship Id="rId37" Type="http://schemas.openxmlformats.org/officeDocument/2006/relationships/image" Target="../media/image291.png"/><Relationship Id="rId53" Type="http://schemas.openxmlformats.org/officeDocument/2006/relationships/image" Target="../media/image299.png"/><Relationship Id="rId58" Type="http://schemas.openxmlformats.org/officeDocument/2006/relationships/customXml" Target="../ink/ink282.xml"/><Relationship Id="rId74" Type="http://schemas.openxmlformats.org/officeDocument/2006/relationships/customXml" Target="../ink/ink290.xml"/><Relationship Id="rId79" Type="http://schemas.openxmlformats.org/officeDocument/2006/relationships/image" Target="../media/image312.png"/><Relationship Id="rId102" Type="http://schemas.openxmlformats.org/officeDocument/2006/relationships/image" Target="../media/image323.png"/><Relationship Id="rId123" Type="http://schemas.openxmlformats.org/officeDocument/2006/relationships/image" Target="../media/image333.png"/><Relationship Id="rId128" Type="http://schemas.openxmlformats.org/officeDocument/2006/relationships/customXml" Target="../ink/ink318.xml"/><Relationship Id="rId5" Type="http://schemas.openxmlformats.org/officeDocument/2006/relationships/image" Target="../media/image275.png"/><Relationship Id="rId90" Type="http://schemas.openxmlformats.org/officeDocument/2006/relationships/image" Target="../media/image317.png"/><Relationship Id="rId95" Type="http://schemas.openxmlformats.org/officeDocument/2006/relationships/customXml" Target="../ink/ink301.xml"/><Relationship Id="rId22" Type="http://schemas.openxmlformats.org/officeDocument/2006/relationships/customXml" Target="../ink/ink264.xml"/><Relationship Id="rId27" Type="http://schemas.openxmlformats.org/officeDocument/2006/relationships/image" Target="../media/image286.png"/><Relationship Id="rId43" Type="http://schemas.openxmlformats.org/officeDocument/2006/relationships/image" Target="../media/image294.png"/><Relationship Id="rId48" Type="http://schemas.openxmlformats.org/officeDocument/2006/relationships/customXml" Target="../ink/ink277.xml"/><Relationship Id="rId64" Type="http://schemas.openxmlformats.org/officeDocument/2006/relationships/customXml" Target="../ink/ink285.xml"/><Relationship Id="rId69" Type="http://schemas.openxmlformats.org/officeDocument/2006/relationships/image" Target="../media/image307.png"/><Relationship Id="rId113" Type="http://schemas.openxmlformats.org/officeDocument/2006/relationships/customXml" Target="../ink/ink310.xml"/><Relationship Id="rId118" Type="http://schemas.openxmlformats.org/officeDocument/2006/relationships/customXml" Target="../ink/ink313.xml"/><Relationship Id="rId134" Type="http://schemas.openxmlformats.org/officeDocument/2006/relationships/customXml" Target="../ink/ink321.xml"/><Relationship Id="rId139" Type="http://schemas.openxmlformats.org/officeDocument/2006/relationships/image" Target="../media/image341.png"/><Relationship Id="rId8" Type="http://schemas.openxmlformats.org/officeDocument/2006/relationships/customXml" Target="../ink/ink257.xml"/><Relationship Id="rId51" Type="http://schemas.openxmlformats.org/officeDocument/2006/relationships/image" Target="../media/image298.png"/><Relationship Id="rId72" Type="http://schemas.openxmlformats.org/officeDocument/2006/relationships/customXml" Target="../ink/ink289.xml"/><Relationship Id="rId80" Type="http://schemas.openxmlformats.org/officeDocument/2006/relationships/customXml" Target="../ink/ink293.xml"/><Relationship Id="rId85" Type="http://schemas.openxmlformats.org/officeDocument/2006/relationships/customXml" Target="../ink/ink296.xml"/><Relationship Id="rId93" Type="http://schemas.openxmlformats.org/officeDocument/2006/relationships/customXml" Target="../ink/ink300.xml"/><Relationship Id="rId98" Type="http://schemas.openxmlformats.org/officeDocument/2006/relationships/image" Target="../media/image321.png"/><Relationship Id="rId121" Type="http://schemas.openxmlformats.org/officeDocument/2006/relationships/image" Target="../media/image332.png"/><Relationship Id="rId142" Type="http://schemas.openxmlformats.org/officeDocument/2006/relationships/customXml" Target="../ink/ink325.xml"/><Relationship Id="rId3" Type="http://schemas.openxmlformats.org/officeDocument/2006/relationships/image" Target="../media/image274.png"/><Relationship Id="rId12" Type="http://schemas.openxmlformats.org/officeDocument/2006/relationships/customXml" Target="../ink/ink259.xml"/><Relationship Id="rId17" Type="http://schemas.openxmlformats.org/officeDocument/2006/relationships/image" Target="../media/image281.png"/><Relationship Id="rId25" Type="http://schemas.openxmlformats.org/officeDocument/2006/relationships/image" Target="../media/image285.png"/><Relationship Id="rId33" Type="http://schemas.openxmlformats.org/officeDocument/2006/relationships/image" Target="../media/image289.png"/><Relationship Id="rId38" Type="http://schemas.openxmlformats.org/officeDocument/2006/relationships/customXml" Target="../ink/ink272.xml"/><Relationship Id="rId46" Type="http://schemas.openxmlformats.org/officeDocument/2006/relationships/customXml" Target="../ink/ink276.xml"/><Relationship Id="rId59" Type="http://schemas.openxmlformats.org/officeDocument/2006/relationships/image" Target="../media/image302.png"/><Relationship Id="rId67" Type="http://schemas.openxmlformats.org/officeDocument/2006/relationships/image" Target="../media/image306.png"/><Relationship Id="rId103" Type="http://schemas.openxmlformats.org/officeDocument/2006/relationships/customXml" Target="../ink/ink305.xml"/><Relationship Id="rId108" Type="http://schemas.openxmlformats.org/officeDocument/2006/relationships/image" Target="../media/image326.png"/><Relationship Id="rId116" Type="http://schemas.openxmlformats.org/officeDocument/2006/relationships/image" Target="../media/image330.png"/><Relationship Id="rId124" Type="http://schemas.openxmlformats.org/officeDocument/2006/relationships/customXml" Target="../ink/ink316.xml"/><Relationship Id="rId129" Type="http://schemas.openxmlformats.org/officeDocument/2006/relationships/image" Target="../media/image336.png"/><Relationship Id="rId137" Type="http://schemas.openxmlformats.org/officeDocument/2006/relationships/image" Target="../media/image340.png"/><Relationship Id="rId20" Type="http://schemas.openxmlformats.org/officeDocument/2006/relationships/customXml" Target="../ink/ink263.xml"/><Relationship Id="rId41" Type="http://schemas.openxmlformats.org/officeDocument/2006/relationships/image" Target="../media/image293.png"/><Relationship Id="rId54" Type="http://schemas.openxmlformats.org/officeDocument/2006/relationships/customXml" Target="../ink/ink280.xml"/><Relationship Id="rId62" Type="http://schemas.openxmlformats.org/officeDocument/2006/relationships/customXml" Target="../ink/ink284.xml"/><Relationship Id="rId70" Type="http://schemas.openxmlformats.org/officeDocument/2006/relationships/customXml" Target="../ink/ink288.xml"/><Relationship Id="rId75" Type="http://schemas.openxmlformats.org/officeDocument/2006/relationships/image" Target="../media/image310.png"/><Relationship Id="rId83" Type="http://schemas.openxmlformats.org/officeDocument/2006/relationships/image" Target="../media/image314.png"/><Relationship Id="rId88" Type="http://schemas.openxmlformats.org/officeDocument/2006/relationships/image" Target="../media/image316.png"/><Relationship Id="rId91" Type="http://schemas.openxmlformats.org/officeDocument/2006/relationships/customXml" Target="../ink/ink299.xml"/><Relationship Id="rId96" Type="http://schemas.openxmlformats.org/officeDocument/2006/relationships/image" Target="../media/image320.png"/><Relationship Id="rId111" Type="http://schemas.openxmlformats.org/officeDocument/2006/relationships/customXml" Target="../ink/ink309.xml"/><Relationship Id="rId132" Type="http://schemas.openxmlformats.org/officeDocument/2006/relationships/customXml" Target="../ink/ink320.xml"/><Relationship Id="rId140" Type="http://schemas.openxmlformats.org/officeDocument/2006/relationships/customXml" Target="../ink/ink3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6.xml"/><Relationship Id="rId15" Type="http://schemas.openxmlformats.org/officeDocument/2006/relationships/image" Target="../media/image280.png"/><Relationship Id="rId23" Type="http://schemas.openxmlformats.org/officeDocument/2006/relationships/image" Target="../media/image284.png"/><Relationship Id="rId28" Type="http://schemas.openxmlformats.org/officeDocument/2006/relationships/customXml" Target="../ink/ink267.xml"/><Relationship Id="rId36" Type="http://schemas.openxmlformats.org/officeDocument/2006/relationships/customXml" Target="../ink/ink271.xml"/><Relationship Id="rId49" Type="http://schemas.openxmlformats.org/officeDocument/2006/relationships/image" Target="../media/image297.png"/><Relationship Id="rId57" Type="http://schemas.openxmlformats.org/officeDocument/2006/relationships/image" Target="../media/image301.png"/><Relationship Id="rId106" Type="http://schemas.openxmlformats.org/officeDocument/2006/relationships/image" Target="../media/image325.png"/><Relationship Id="rId114" Type="http://schemas.openxmlformats.org/officeDocument/2006/relationships/image" Target="../media/image329.png"/><Relationship Id="rId119" Type="http://schemas.openxmlformats.org/officeDocument/2006/relationships/image" Target="../media/image331.png"/><Relationship Id="rId127" Type="http://schemas.openxmlformats.org/officeDocument/2006/relationships/image" Target="../media/image335.png"/><Relationship Id="rId10" Type="http://schemas.openxmlformats.org/officeDocument/2006/relationships/customXml" Target="../ink/ink258.xml"/><Relationship Id="rId31" Type="http://schemas.openxmlformats.org/officeDocument/2006/relationships/image" Target="../media/image288.png"/><Relationship Id="rId44" Type="http://schemas.openxmlformats.org/officeDocument/2006/relationships/customXml" Target="../ink/ink275.xml"/><Relationship Id="rId52" Type="http://schemas.openxmlformats.org/officeDocument/2006/relationships/customXml" Target="../ink/ink279.xml"/><Relationship Id="rId60" Type="http://schemas.openxmlformats.org/officeDocument/2006/relationships/customXml" Target="../ink/ink283.xml"/><Relationship Id="rId65" Type="http://schemas.openxmlformats.org/officeDocument/2006/relationships/image" Target="../media/image305.png"/><Relationship Id="rId73" Type="http://schemas.openxmlformats.org/officeDocument/2006/relationships/image" Target="../media/image309.png"/><Relationship Id="rId78" Type="http://schemas.openxmlformats.org/officeDocument/2006/relationships/customXml" Target="../ink/ink292.xml"/><Relationship Id="rId81" Type="http://schemas.openxmlformats.org/officeDocument/2006/relationships/image" Target="../media/image313.png"/><Relationship Id="rId86" Type="http://schemas.openxmlformats.org/officeDocument/2006/relationships/image" Target="../media/image315.png"/><Relationship Id="rId94" Type="http://schemas.openxmlformats.org/officeDocument/2006/relationships/image" Target="../media/image319.png"/><Relationship Id="rId99" Type="http://schemas.openxmlformats.org/officeDocument/2006/relationships/customXml" Target="../ink/ink303.xml"/><Relationship Id="rId101" Type="http://schemas.openxmlformats.org/officeDocument/2006/relationships/customXml" Target="../ink/ink304.xml"/><Relationship Id="rId122" Type="http://schemas.openxmlformats.org/officeDocument/2006/relationships/customXml" Target="../ink/ink315.xml"/><Relationship Id="rId130" Type="http://schemas.openxmlformats.org/officeDocument/2006/relationships/customXml" Target="../ink/ink319.xml"/><Relationship Id="rId135" Type="http://schemas.openxmlformats.org/officeDocument/2006/relationships/image" Target="../media/image339.png"/><Relationship Id="rId143" Type="http://schemas.openxmlformats.org/officeDocument/2006/relationships/image" Target="../media/image343.png"/><Relationship Id="rId4" Type="http://schemas.openxmlformats.org/officeDocument/2006/relationships/customXml" Target="../ink/ink255.xml"/><Relationship Id="rId9" Type="http://schemas.openxmlformats.org/officeDocument/2006/relationships/image" Target="../media/image277.png"/><Relationship Id="rId13" Type="http://schemas.openxmlformats.org/officeDocument/2006/relationships/image" Target="../media/image279.png"/><Relationship Id="rId18" Type="http://schemas.openxmlformats.org/officeDocument/2006/relationships/customXml" Target="../ink/ink262.xml"/><Relationship Id="rId39" Type="http://schemas.openxmlformats.org/officeDocument/2006/relationships/image" Target="../media/image292.png"/><Relationship Id="rId109" Type="http://schemas.openxmlformats.org/officeDocument/2006/relationships/customXml" Target="../ink/ink308.xml"/><Relationship Id="rId34" Type="http://schemas.openxmlformats.org/officeDocument/2006/relationships/customXml" Target="../ink/ink270.xml"/><Relationship Id="rId50" Type="http://schemas.openxmlformats.org/officeDocument/2006/relationships/customXml" Target="../ink/ink278.xml"/><Relationship Id="rId55" Type="http://schemas.openxmlformats.org/officeDocument/2006/relationships/image" Target="../media/image300.png"/><Relationship Id="rId76" Type="http://schemas.openxmlformats.org/officeDocument/2006/relationships/customXml" Target="../ink/ink291.xml"/><Relationship Id="rId97" Type="http://schemas.openxmlformats.org/officeDocument/2006/relationships/customXml" Target="../ink/ink302.xml"/><Relationship Id="rId104" Type="http://schemas.openxmlformats.org/officeDocument/2006/relationships/image" Target="../media/image324.png"/><Relationship Id="rId120" Type="http://schemas.openxmlformats.org/officeDocument/2006/relationships/customXml" Target="../ink/ink314.xml"/><Relationship Id="rId125" Type="http://schemas.openxmlformats.org/officeDocument/2006/relationships/image" Target="../media/image334.png"/><Relationship Id="rId141" Type="http://schemas.openxmlformats.org/officeDocument/2006/relationships/image" Target="../media/image342.png"/><Relationship Id="rId7" Type="http://schemas.openxmlformats.org/officeDocument/2006/relationships/image" Target="../media/image276.png"/><Relationship Id="rId71" Type="http://schemas.openxmlformats.org/officeDocument/2006/relationships/image" Target="../media/image308.png"/><Relationship Id="rId92" Type="http://schemas.openxmlformats.org/officeDocument/2006/relationships/image" Target="../media/image318.png"/><Relationship Id="rId2" Type="http://schemas.openxmlformats.org/officeDocument/2006/relationships/image" Target="../media/image273.png"/><Relationship Id="rId29" Type="http://schemas.openxmlformats.org/officeDocument/2006/relationships/image" Target="../media/image287.png"/><Relationship Id="rId24" Type="http://schemas.openxmlformats.org/officeDocument/2006/relationships/customXml" Target="../ink/ink265.xml"/><Relationship Id="rId40" Type="http://schemas.openxmlformats.org/officeDocument/2006/relationships/customXml" Target="../ink/ink273.xml"/><Relationship Id="rId45" Type="http://schemas.openxmlformats.org/officeDocument/2006/relationships/image" Target="../media/image295.png"/><Relationship Id="rId66" Type="http://schemas.openxmlformats.org/officeDocument/2006/relationships/customXml" Target="../ink/ink286.xml"/><Relationship Id="rId87" Type="http://schemas.openxmlformats.org/officeDocument/2006/relationships/customXml" Target="../ink/ink297.xml"/><Relationship Id="rId110" Type="http://schemas.openxmlformats.org/officeDocument/2006/relationships/image" Target="../media/image327.png"/><Relationship Id="rId115" Type="http://schemas.openxmlformats.org/officeDocument/2006/relationships/customXml" Target="../ink/ink311.xml"/><Relationship Id="rId131" Type="http://schemas.openxmlformats.org/officeDocument/2006/relationships/image" Target="../media/image337.png"/><Relationship Id="rId136" Type="http://schemas.openxmlformats.org/officeDocument/2006/relationships/customXml" Target="../ink/ink322.xml"/><Relationship Id="rId61" Type="http://schemas.openxmlformats.org/officeDocument/2006/relationships/image" Target="../media/image303.png"/><Relationship Id="rId82" Type="http://schemas.openxmlformats.org/officeDocument/2006/relationships/customXml" Target="../ink/ink294.xml"/><Relationship Id="rId19" Type="http://schemas.openxmlformats.org/officeDocument/2006/relationships/image" Target="../media/image282.png"/><Relationship Id="rId14" Type="http://schemas.openxmlformats.org/officeDocument/2006/relationships/customXml" Target="../ink/ink260.xml"/><Relationship Id="rId30" Type="http://schemas.openxmlformats.org/officeDocument/2006/relationships/customXml" Target="../ink/ink268.xml"/><Relationship Id="rId35" Type="http://schemas.openxmlformats.org/officeDocument/2006/relationships/image" Target="../media/image290.png"/><Relationship Id="rId56" Type="http://schemas.openxmlformats.org/officeDocument/2006/relationships/customXml" Target="../ink/ink281.xml"/><Relationship Id="rId77" Type="http://schemas.openxmlformats.org/officeDocument/2006/relationships/image" Target="../media/image311.png"/><Relationship Id="rId100" Type="http://schemas.openxmlformats.org/officeDocument/2006/relationships/image" Target="../media/image322.png"/><Relationship Id="rId105" Type="http://schemas.openxmlformats.org/officeDocument/2006/relationships/customXml" Target="../ink/ink306.xml"/><Relationship Id="rId126" Type="http://schemas.openxmlformats.org/officeDocument/2006/relationships/customXml" Target="../ink/ink317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83.xml"/><Relationship Id="rId299" Type="http://schemas.openxmlformats.org/officeDocument/2006/relationships/customXml" Target="../ink/ink474.xml"/><Relationship Id="rId303" Type="http://schemas.openxmlformats.org/officeDocument/2006/relationships/customXml" Target="../ink/ink476.xml"/><Relationship Id="rId21" Type="http://schemas.openxmlformats.org/officeDocument/2006/relationships/customXml" Target="../ink/ink335.xml"/><Relationship Id="rId42" Type="http://schemas.openxmlformats.org/officeDocument/2006/relationships/image" Target="../media/image364.png"/><Relationship Id="rId63" Type="http://schemas.openxmlformats.org/officeDocument/2006/relationships/customXml" Target="../ink/ink356.xml"/><Relationship Id="rId84" Type="http://schemas.openxmlformats.org/officeDocument/2006/relationships/image" Target="../media/image385.png"/><Relationship Id="rId138" Type="http://schemas.openxmlformats.org/officeDocument/2006/relationships/image" Target="../media/image410.png"/><Relationship Id="rId159" Type="http://schemas.openxmlformats.org/officeDocument/2006/relationships/customXml" Target="../ink/ink404.xml"/><Relationship Id="rId324" Type="http://schemas.openxmlformats.org/officeDocument/2006/relationships/customXml" Target="../ink/ink487.xml"/><Relationship Id="rId345" Type="http://schemas.openxmlformats.org/officeDocument/2006/relationships/image" Target="../media/image512.png"/><Relationship Id="rId170" Type="http://schemas.openxmlformats.org/officeDocument/2006/relationships/image" Target="../media/image426.png"/><Relationship Id="rId191" Type="http://schemas.openxmlformats.org/officeDocument/2006/relationships/customXml" Target="../ink/ink420.xml"/><Relationship Id="rId205" Type="http://schemas.openxmlformats.org/officeDocument/2006/relationships/customXml" Target="../ink/ink427.xml"/><Relationship Id="rId226" Type="http://schemas.openxmlformats.org/officeDocument/2006/relationships/image" Target="../media/image453.png"/><Relationship Id="rId247" Type="http://schemas.openxmlformats.org/officeDocument/2006/relationships/customXml" Target="../ink/ink448.xml"/><Relationship Id="rId107" Type="http://schemas.openxmlformats.org/officeDocument/2006/relationships/customXml" Target="../ink/ink378.xml"/><Relationship Id="rId268" Type="http://schemas.openxmlformats.org/officeDocument/2006/relationships/image" Target="../media/image474.png"/><Relationship Id="rId289" Type="http://schemas.openxmlformats.org/officeDocument/2006/relationships/customXml" Target="../ink/ink469.xml"/><Relationship Id="rId11" Type="http://schemas.openxmlformats.org/officeDocument/2006/relationships/customXml" Target="../ink/ink330.xml"/><Relationship Id="rId32" Type="http://schemas.openxmlformats.org/officeDocument/2006/relationships/image" Target="../media/image359.png"/><Relationship Id="rId53" Type="http://schemas.openxmlformats.org/officeDocument/2006/relationships/customXml" Target="../ink/ink351.xml"/><Relationship Id="rId74" Type="http://schemas.openxmlformats.org/officeDocument/2006/relationships/image" Target="../media/image380.png"/><Relationship Id="rId128" Type="http://schemas.openxmlformats.org/officeDocument/2006/relationships/image" Target="../media/image406.png"/><Relationship Id="rId149" Type="http://schemas.openxmlformats.org/officeDocument/2006/relationships/customXml" Target="../ink/ink399.xml"/><Relationship Id="rId314" Type="http://schemas.openxmlformats.org/officeDocument/2006/relationships/customXml" Target="../ink/ink482.xml"/><Relationship Id="rId335" Type="http://schemas.openxmlformats.org/officeDocument/2006/relationships/image" Target="../media/image507.png"/><Relationship Id="rId5" Type="http://schemas.openxmlformats.org/officeDocument/2006/relationships/customXml" Target="../ink/ink327.xml"/><Relationship Id="rId95" Type="http://schemas.openxmlformats.org/officeDocument/2006/relationships/customXml" Target="../ink/ink372.xml"/><Relationship Id="rId160" Type="http://schemas.openxmlformats.org/officeDocument/2006/relationships/image" Target="../media/image421.png"/><Relationship Id="rId181" Type="http://schemas.openxmlformats.org/officeDocument/2006/relationships/customXml" Target="../ink/ink415.xml"/><Relationship Id="rId216" Type="http://schemas.openxmlformats.org/officeDocument/2006/relationships/image" Target="../media/image448.png"/><Relationship Id="rId237" Type="http://schemas.openxmlformats.org/officeDocument/2006/relationships/customXml" Target="../ink/ink443.xml"/><Relationship Id="rId258" Type="http://schemas.openxmlformats.org/officeDocument/2006/relationships/image" Target="../media/image469.png"/><Relationship Id="rId279" Type="http://schemas.openxmlformats.org/officeDocument/2006/relationships/customXml" Target="../ink/ink464.xml"/><Relationship Id="rId22" Type="http://schemas.openxmlformats.org/officeDocument/2006/relationships/image" Target="../media/image354.png"/><Relationship Id="rId43" Type="http://schemas.openxmlformats.org/officeDocument/2006/relationships/customXml" Target="../ink/ink346.xml"/><Relationship Id="rId64" Type="http://schemas.openxmlformats.org/officeDocument/2006/relationships/image" Target="../media/image375.png"/><Relationship Id="rId118" Type="http://schemas.openxmlformats.org/officeDocument/2006/relationships/image" Target="../media/image401.png"/><Relationship Id="rId139" Type="http://schemas.openxmlformats.org/officeDocument/2006/relationships/customXml" Target="../ink/ink394.xml"/><Relationship Id="rId290" Type="http://schemas.openxmlformats.org/officeDocument/2006/relationships/image" Target="../media/image485.png"/><Relationship Id="rId304" Type="http://schemas.openxmlformats.org/officeDocument/2006/relationships/image" Target="../media/image492.png"/><Relationship Id="rId325" Type="http://schemas.openxmlformats.org/officeDocument/2006/relationships/image" Target="../media/image502.png"/><Relationship Id="rId346" Type="http://schemas.openxmlformats.org/officeDocument/2006/relationships/customXml" Target="../ink/ink498.xml"/><Relationship Id="rId85" Type="http://schemas.openxmlformats.org/officeDocument/2006/relationships/customXml" Target="../ink/ink367.xml"/><Relationship Id="rId150" Type="http://schemas.openxmlformats.org/officeDocument/2006/relationships/image" Target="../media/image416.png"/><Relationship Id="rId171" Type="http://schemas.openxmlformats.org/officeDocument/2006/relationships/customXml" Target="../ink/ink410.xml"/><Relationship Id="rId192" Type="http://schemas.openxmlformats.org/officeDocument/2006/relationships/image" Target="../media/image436.png"/><Relationship Id="rId206" Type="http://schemas.openxmlformats.org/officeDocument/2006/relationships/image" Target="../media/image443.png"/><Relationship Id="rId227" Type="http://schemas.openxmlformats.org/officeDocument/2006/relationships/customXml" Target="../ink/ink438.xml"/><Relationship Id="rId248" Type="http://schemas.openxmlformats.org/officeDocument/2006/relationships/image" Target="../media/image464.png"/><Relationship Id="rId269" Type="http://schemas.openxmlformats.org/officeDocument/2006/relationships/customXml" Target="../ink/ink459.xml"/><Relationship Id="rId12" Type="http://schemas.openxmlformats.org/officeDocument/2006/relationships/image" Target="../media/image349.png"/><Relationship Id="rId33" Type="http://schemas.openxmlformats.org/officeDocument/2006/relationships/customXml" Target="../ink/ink341.xml"/><Relationship Id="rId108" Type="http://schemas.openxmlformats.org/officeDocument/2006/relationships/image" Target="../media/image396.png"/><Relationship Id="rId129" Type="http://schemas.openxmlformats.org/officeDocument/2006/relationships/customXml" Target="../ink/ink389.xml"/><Relationship Id="rId280" Type="http://schemas.openxmlformats.org/officeDocument/2006/relationships/image" Target="../media/image480.png"/><Relationship Id="rId315" Type="http://schemas.openxmlformats.org/officeDocument/2006/relationships/image" Target="../media/image497.png"/><Relationship Id="rId336" Type="http://schemas.openxmlformats.org/officeDocument/2006/relationships/customXml" Target="../ink/ink493.xml"/><Relationship Id="rId54" Type="http://schemas.openxmlformats.org/officeDocument/2006/relationships/image" Target="../media/image370.png"/><Relationship Id="rId75" Type="http://schemas.openxmlformats.org/officeDocument/2006/relationships/customXml" Target="../ink/ink362.xml"/><Relationship Id="rId96" Type="http://schemas.openxmlformats.org/officeDocument/2006/relationships/image" Target="../media/image78.png"/><Relationship Id="rId140" Type="http://schemas.openxmlformats.org/officeDocument/2006/relationships/image" Target="../media/image411.png"/><Relationship Id="rId161" Type="http://schemas.openxmlformats.org/officeDocument/2006/relationships/customXml" Target="../ink/ink405.xml"/><Relationship Id="rId182" Type="http://schemas.openxmlformats.org/officeDocument/2006/relationships/image" Target="../media/image239.png"/><Relationship Id="rId217" Type="http://schemas.openxmlformats.org/officeDocument/2006/relationships/customXml" Target="../ink/ink433.xml"/><Relationship Id="rId6" Type="http://schemas.openxmlformats.org/officeDocument/2006/relationships/image" Target="../media/image346.png"/><Relationship Id="rId238" Type="http://schemas.openxmlformats.org/officeDocument/2006/relationships/image" Target="../media/image459.png"/><Relationship Id="rId259" Type="http://schemas.openxmlformats.org/officeDocument/2006/relationships/customXml" Target="../ink/ink454.xml"/><Relationship Id="rId23" Type="http://schemas.openxmlformats.org/officeDocument/2006/relationships/customXml" Target="../ink/ink336.xml"/><Relationship Id="rId119" Type="http://schemas.openxmlformats.org/officeDocument/2006/relationships/customXml" Target="../ink/ink384.xml"/><Relationship Id="rId270" Type="http://schemas.openxmlformats.org/officeDocument/2006/relationships/image" Target="../media/image475.png"/><Relationship Id="rId291" Type="http://schemas.openxmlformats.org/officeDocument/2006/relationships/customXml" Target="../ink/ink470.xml"/><Relationship Id="rId305" Type="http://schemas.openxmlformats.org/officeDocument/2006/relationships/customXml" Target="../ink/ink477.xml"/><Relationship Id="rId326" Type="http://schemas.openxmlformats.org/officeDocument/2006/relationships/customXml" Target="../ink/ink488.xml"/><Relationship Id="rId347" Type="http://schemas.openxmlformats.org/officeDocument/2006/relationships/image" Target="../media/image513.png"/><Relationship Id="rId44" Type="http://schemas.openxmlformats.org/officeDocument/2006/relationships/image" Target="../media/image365.png"/><Relationship Id="rId65" Type="http://schemas.openxmlformats.org/officeDocument/2006/relationships/customXml" Target="../ink/ink357.xml"/><Relationship Id="rId86" Type="http://schemas.openxmlformats.org/officeDocument/2006/relationships/image" Target="../media/image386.png"/><Relationship Id="rId130" Type="http://schemas.openxmlformats.org/officeDocument/2006/relationships/image" Target="../media/image407.png"/><Relationship Id="rId151" Type="http://schemas.openxmlformats.org/officeDocument/2006/relationships/customXml" Target="../ink/ink400.xml"/><Relationship Id="rId172" Type="http://schemas.openxmlformats.org/officeDocument/2006/relationships/image" Target="../media/image427.png"/><Relationship Id="rId193" Type="http://schemas.openxmlformats.org/officeDocument/2006/relationships/customXml" Target="../ink/ink421.xml"/><Relationship Id="rId207" Type="http://schemas.openxmlformats.org/officeDocument/2006/relationships/customXml" Target="../ink/ink428.xml"/><Relationship Id="rId228" Type="http://schemas.openxmlformats.org/officeDocument/2006/relationships/image" Target="../media/image454.png"/><Relationship Id="rId249" Type="http://schemas.openxmlformats.org/officeDocument/2006/relationships/customXml" Target="../ink/ink449.xml"/><Relationship Id="rId13" Type="http://schemas.openxmlformats.org/officeDocument/2006/relationships/customXml" Target="../ink/ink331.xml"/><Relationship Id="rId109" Type="http://schemas.openxmlformats.org/officeDocument/2006/relationships/customXml" Target="../ink/ink379.xml"/><Relationship Id="rId260" Type="http://schemas.openxmlformats.org/officeDocument/2006/relationships/image" Target="../media/image470.png"/><Relationship Id="rId281" Type="http://schemas.openxmlformats.org/officeDocument/2006/relationships/customXml" Target="../ink/ink465.xml"/><Relationship Id="rId316" Type="http://schemas.openxmlformats.org/officeDocument/2006/relationships/customXml" Target="../ink/ink483.xml"/><Relationship Id="rId337" Type="http://schemas.openxmlformats.org/officeDocument/2006/relationships/image" Target="../media/image508.png"/><Relationship Id="rId34" Type="http://schemas.openxmlformats.org/officeDocument/2006/relationships/image" Target="../media/image360.png"/><Relationship Id="rId55" Type="http://schemas.openxmlformats.org/officeDocument/2006/relationships/customXml" Target="../ink/ink352.xml"/><Relationship Id="rId76" Type="http://schemas.openxmlformats.org/officeDocument/2006/relationships/image" Target="../media/image381.png"/><Relationship Id="rId97" Type="http://schemas.openxmlformats.org/officeDocument/2006/relationships/customXml" Target="../ink/ink373.xml"/><Relationship Id="rId120" Type="http://schemas.openxmlformats.org/officeDocument/2006/relationships/image" Target="../media/image402.png"/><Relationship Id="rId141" Type="http://schemas.openxmlformats.org/officeDocument/2006/relationships/customXml" Target="../ink/ink395.xml"/><Relationship Id="rId7" Type="http://schemas.openxmlformats.org/officeDocument/2006/relationships/customXml" Target="../ink/ink328.xml"/><Relationship Id="rId162" Type="http://schemas.openxmlformats.org/officeDocument/2006/relationships/image" Target="../media/image422.png"/><Relationship Id="rId183" Type="http://schemas.openxmlformats.org/officeDocument/2006/relationships/customXml" Target="../ink/ink416.xml"/><Relationship Id="rId218" Type="http://schemas.openxmlformats.org/officeDocument/2006/relationships/image" Target="../media/image449.png"/><Relationship Id="rId239" Type="http://schemas.openxmlformats.org/officeDocument/2006/relationships/customXml" Target="../ink/ink444.xml"/><Relationship Id="rId250" Type="http://schemas.openxmlformats.org/officeDocument/2006/relationships/image" Target="../media/image465.png"/><Relationship Id="rId271" Type="http://schemas.openxmlformats.org/officeDocument/2006/relationships/customXml" Target="../ink/ink460.xml"/><Relationship Id="rId292" Type="http://schemas.openxmlformats.org/officeDocument/2006/relationships/image" Target="../media/image486.png"/><Relationship Id="rId306" Type="http://schemas.openxmlformats.org/officeDocument/2006/relationships/customXml" Target="../ink/ink478.xml"/><Relationship Id="rId24" Type="http://schemas.openxmlformats.org/officeDocument/2006/relationships/image" Target="../media/image355.png"/><Relationship Id="rId45" Type="http://schemas.openxmlformats.org/officeDocument/2006/relationships/customXml" Target="../ink/ink347.xml"/><Relationship Id="rId66" Type="http://schemas.openxmlformats.org/officeDocument/2006/relationships/image" Target="../media/image376.png"/><Relationship Id="rId87" Type="http://schemas.openxmlformats.org/officeDocument/2006/relationships/customXml" Target="../ink/ink368.xml"/><Relationship Id="rId110" Type="http://schemas.openxmlformats.org/officeDocument/2006/relationships/image" Target="../media/image397.png"/><Relationship Id="rId131" Type="http://schemas.openxmlformats.org/officeDocument/2006/relationships/customXml" Target="../ink/ink390.xml"/><Relationship Id="rId327" Type="http://schemas.openxmlformats.org/officeDocument/2006/relationships/image" Target="../media/image503.png"/><Relationship Id="rId348" Type="http://schemas.openxmlformats.org/officeDocument/2006/relationships/customXml" Target="../ink/ink499.xml"/><Relationship Id="rId152" Type="http://schemas.openxmlformats.org/officeDocument/2006/relationships/image" Target="../media/image417.png"/><Relationship Id="rId173" Type="http://schemas.openxmlformats.org/officeDocument/2006/relationships/customXml" Target="../ink/ink411.xml"/><Relationship Id="rId194" Type="http://schemas.openxmlformats.org/officeDocument/2006/relationships/image" Target="../media/image437.png"/><Relationship Id="rId208" Type="http://schemas.openxmlformats.org/officeDocument/2006/relationships/image" Target="../media/image444.png"/><Relationship Id="rId229" Type="http://schemas.openxmlformats.org/officeDocument/2006/relationships/customXml" Target="../ink/ink439.xml"/><Relationship Id="rId240" Type="http://schemas.openxmlformats.org/officeDocument/2006/relationships/image" Target="../media/image460.png"/><Relationship Id="rId261" Type="http://schemas.openxmlformats.org/officeDocument/2006/relationships/customXml" Target="../ink/ink455.xml"/><Relationship Id="rId14" Type="http://schemas.openxmlformats.org/officeDocument/2006/relationships/image" Target="../media/image350.png"/><Relationship Id="rId35" Type="http://schemas.openxmlformats.org/officeDocument/2006/relationships/customXml" Target="../ink/ink342.xml"/><Relationship Id="rId56" Type="http://schemas.openxmlformats.org/officeDocument/2006/relationships/image" Target="../media/image371.png"/><Relationship Id="rId77" Type="http://schemas.openxmlformats.org/officeDocument/2006/relationships/customXml" Target="../ink/ink363.xml"/><Relationship Id="rId100" Type="http://schemas.openxmlformats.org/officeDocument/2006/relationships/image" Target="../media/image392.png"/><Relationship Id="rId282" Type="http://schemas.openxmlformats.org/officeDocument/2006/relationships/image" Target="../media/image481.png"/><Relationship Id="rId317" Type="http://schemas.openxmlformats.org/officeDocument/2006/relationships/image" Target="../media/image498.png"/><Relationship Id="rId338" Type="http://schemas.openxmlformats.org/officeDocument/2006/relationships/customXml" Target="../ink/ink494.xml"/><Relationship Id="rId8" Type="http://schemas.openxmlformats.org/officeDocument/2006/relationships/image" Target="../media/image347.png"/><Relationship Id="rId98" Type="http://schemas.openxmlformats.org/officeDocument/2006/relationships/image" Target="../media/image391.png"/><Relationship Id="rId121" Type="http://schemas.openxmlformats.org/officeDocument/2006/relationships/customXml" Target="../ink/ink385.xml"/><Relationship Id="rId142" Type="http://schemas.openxmlformats.org/officeDocument/2006/relationships/image" Target="../media/image412.png"/><Relationship Id="rId163" Type="http://schemas.openxmlformats.org/officeDocument/2006/relationships/customXml" Target="../ink/ink406.xml"/><Relationship Id="rId184" Type="http://schemas.openxmlformats.org/officeDocument/2006/relationships/image" Target="../media/image432.png"/><Relationship Id="rId219" Type="http://schemas.openxmlformats.org/officeDocument/2006/relationships/customXml" Target="../ink/ink434.xml"/><Relationship Id="rId230" Type="http://schemas.openxmlformats.org/officeDocument/2006/relationships/image" Target="../media/image455.png"/><Relationship Id="rId251" Type="http://schemas.openxmlformats.org/officeDocument/2006/relationships/customXml" Target="../ink/ink450.xml"/><Relationship Id="rId25" Type="http://schemas.openxmlformats.org/officeDocument/2006/relationships/customXml" Target="../ink/ink337.xml"/><Relationship Id="rId46" Type="http://schemas.openxmlformats.org/officeDocument/2006/relationships/image" Target="../media/image366.png"/><Relationship Id="rId67" Type="http://schemas.openxmlformats.org/officeDocument/2006/relationships/customXml" Target="../ink/ink358.xml"/><Relationship Id="rId272" Type="http://schemas.openxmlformats.org/officeDocument/2006/relationships/image" Target="../media/image476.png"/><Relationship Id="rId293" Type="http://schemas.openxmlformats.org/officeDocument/2006/relationships/customXml" Target="../ink/ink471.xml"/><Relationship Id="rId307" Type="http://schemas.openxmlformats.org/officeDocument/2006/relationships/image" Target="../media/image493.png"/><Relationship Id="rId328" Type="http://schemas.openxmlformats.org/officeDocument/2006/relationships/customXml" Target="../ink/ink489.xml"/><Relationship Id="rId349" Type="http://schemas.openxmlformats.org/officeDocument/2006/relationships/customXml" Target="../ink/ink500.xml"/><Relationship Id="rId20" Type="http://schemas.openxmlformats.org/officeDocument/2006/relationships/image" Target="../media/image353.png"/><Relationship Id="rId41" Type="http://schemas.openxmlformats.org/officeDocument/2006/relationships/customXml" Target="../ink/ink345.xml"/><Relationship Id="rId62" Type="http://schemas.openxmlformats.org/officeDocument/2006/relationships/image" Target="../media/image374.png"/><Relationship Id="rId83" Type="http://schemas.openxmlformats.org/officeDocument/2006/relationships/customXml" Target="../ink/ink366.xml"/><Relationship Id="rId88" Type="http://schemas.openxmlformats.org/officeDocument/2006/relationships/image" Target="../media/image387.png"/><Relationship Id="rId111" Type="http://schemas.openxmlformats.org/officeDocument/2006/relationships/customXml" Target="../ink/ink380.xml"/><Relationship Id="rId132" Type="http://schemas.openxmlformats.org/officeDocument/2006/relationships/image" Target="../media/image39.png"/><Relationship Id="rId153" Type="http://schemas.openxmlformats.org/officeDocument/2006/relationships/customXml" Target="../ink/ink401.xml"/><Relationship Id="rId174" Type="http://schemas.openxmlformats.org/officeDocument/2006/relationships/image" Target="../media/image428.png"/><Relationship Id="rId179" Type="http://schemas.openxmlformats.org/officeDocument/2006/relationships/customXml" Target="../ink/ink414.xml"/><Relationship Id="rId195" Type="http://schemas.openxmlformats.org/officeDocument/2006/relationships/customXml" Target="../ink/ink422.xml"/><Relationship Id="rId209" Type="http://schemas.openxmlformats.org/officeDocument/2006/relationships/customXml" Target="../ink/ink429.xml"/><Relationship Id="rId190" Type="http://schemas.openxmlformats.org/officeDocument/2006/relationships/image" Target="../media/image435.png"/><Relationship Id="rId204" Type="http://schemas.openxmlformats.org/officeDocument/2006/relationships/image" Target="../media/image442.png"/><Relationship Id="rId220" Type="http://schemas.openxmlformats.org/officeDocument/2006/relationships/image" Target="../media/image450.png"/><Relationship Id="rId225" Type="http://schemas.openxmlformats.org/officeDocument/2006/relationships/customXml" Target="../ink/ink437.xml"/><Relationship Id="rId241" Type="http://schemas.openxmlformats.org/officeDocument/2006/relationships/customXml" Target="../ink/ink445.xml"/><Relationship Id="rId246" Type="http://schemas.openxmlformats.org/officeDocument/2006/relationships/image" Target="../media/image463.png"/><Relationship Id="rId267" Type="http://schemas.openxmlformats.org/officeDocument/2006/relationships/customXml" Target="../ink/ink458.xml"/><Relationship Id="rId288" Type="http://schemas.openxmlformats.org/officeDocument/2006/relationships/image" Target="../media/image484.png"/><Relationship Id="rId15" Type="http://schemas.openxmlformats.org/officeDocument/2006/relationships/customXml" Target="../ink/ink332.xml"/><Relationship Id="rId36" Type="http://schemas.openxmlformats.org/officeDocument/2006/relationships/image" Target="../media/image361.png"/><Relationship Id="rId57" Type="http://schemas.openxmlformats.org/officeDocument/2006/relationships/customXml" Target="../ink/ink353.xml"/><Relationship Id="rId106" Type="http://schemas.openxmlformats.org/officeDocument/2006/relationships/image" Target="../media/image395.png"/><Relationship Id="rId127" Type="http://schemas.openxmlformats.org/officeDocument/2006/relationships/customXml" Target="../ink/ink388.xml"/><Relationship Id="rId262" Type="http://schemas.openxmlformats.org/officeDocument/2006/relationships/image" Target="../media/image471.png"/><Relationship Id="rId283" Type="http://schemas.openxmlformats.org/officeDocument/2006/relationships/customXml" Target="../ink/ink466.xml"/><Relationship Id="rId313" Type="http://schemas.openxmlformats.org/officeDocument/2006/relationships/image" Target="../media/image496.png"/><Relationship Id="rId318" Type="http://schemas.openxmlformats.org/officeDocument/2006/relationships/customXml" Target="../ink/ink484.xml"/><Relationship Id="rId339" Type="http://schemas.openxmlformats.org/officeDocument/2006/relationships/image" Target="../media/image509.png"/><Relationship Id="rId10" Type="http://schemas.openxmlformats.org/officeDocument/2006/relationships/image" Target="../media/image348.png"/><Relationship Id="rId31" Type="http://schemas.openxmlformats.org/officeDocument/2006/relationships/customXml" Target="../ink/ink340.xml"/><Relationship Id="rId52" Type="http://schemas.openxmlformats.org/officeDocument/2006/relationships/image" Target="../media/image369.png"/><Relationship Id="rId73" Type="http://schemas.openxmlformats.org/officeDocument/2006/relationships/customXml" Target="../ink/ink361.xml"/><Relationship Id="rId78" Type="http://schemas.openxmlformats.org/officeDocument/2006/relationships/image" Target="../media/image382.png"/><Relationship Id="rId94" Type="http://schemas.openxmlformats.org/officeDocument/2006/relationships/image" Target="../media/image390.png"/><Relationship Id="rId99" Type="http://schemas.openxmlformats.org/officeDocument/2006/relationships/customXml" Target="../ink/ink374.xml"/><Relationship Id="rId101" Type="http://schemas.openxmlformats.org/officeDocument/2006/relationships/customXml" Target="../ink/ink375.xml"/><Relationship Id="rId122" Type="http://schemas.openxmlformats.org/officeDocument/2006/relationships/image" Target="../media/image403.png"/><Relationship Id="rId143" Type="http://schemas.openxmlformats.org/officeDocument/2006/relationships/customXml" Target="../ink/ink396.xml"/><Relationship Id="rId148" Type="http://schemas.openxmlformats.org/officeDocument/2006/relationships/image" Target="../media/image415.png"/><Relationship Id="rId164" Type="http://schemas.openxmlformats.org/officeDocument/2006/relationships/image" Target="../media/image423.png"/><Relationship Id="rId169" Type="http://schemas.openxmlformats.org/officeDocument/2006/relationships/customXml" Target="../ink/ink409.xml"/><Relationship Id="rId185" Type="http://schemas.openxmlformats.org/officeDocument/2006/relationships/customXml" Target="../ink/ink417.xml"/><Relationship Id="rId334" Type="http://schemas.openxmlformats.org/officeDocument/2006/relationships/customXml" Target="../ink/ink492.xml"/><Relationship Id="rId350" Type="http://schemas.openxmlformats.org/officeDocument/2006/relationships/image" Target="../media/image514.png"/><Relationship Id="rId4" Type="http://schemas.openxmlformats.org/officeDocument/2006/relationships/image" Target="../media/image345.png"/><Relationship Id="rId9" Type="http://schemas.openxmlformats.org/officeDocument/2006/relationships/customXml" Target="../ink/ink329.xml"/><Relationship Id="rId180" Type="http://schemas.openxmlformats.org/officeDocument/2006/relationships/image" Target="../media/image431.png"/><Relationship Id="rId210" Type="http://schemas.openxmlformats.org/officeDocument/2006/relationships/image" Target="../media/image445.png"/><Relationship Id="rId215" Type="http://schemas.openxmlformats.org/officeDocument/2006/relationships/customXml" Target="../ink/ink432.xml"/><Relationship Id="rId236" Type="http://schemas.openxmlformats.org/officeDocument/2006/relationships/image" Target="../media/image458.png"/><Relationship Id="rId257" Type="http://schemas.openxmlformats.org/officeDocument/2006/relationships/customXml" Target="../ink/ink453.xml"/><Relationship Id="rId278" Type="http://schemas.openxmlformats.org/officeDocument/2006/relationships/image" Target="../media/image479.png"/><Relationship Id="rId26" Type="http://schemas.openxmlformats.org/officeDocument/2006/relationships/image" Target="../media/image356.png"/><Relationship Id="rId231" Type="http://schemas.openxmlformats.org/officeDocument/2006/relationships/customXml" Target="../ink/ink440.xml"/><Relationship Id="rId252" Type="http://schemas.openxmlformats.org/officeDocument/2006/relationships/image" Target="../media/image466.png"/><Relationship Id="rId273" Type="http://schemas.openxmlformats.org/officeDocument/2006/relationships/customXml" Target="../ink/ink461.xml"/><Relationship Id="rId294" Type="http://schemas.openxmlformats.org/officeDocument/2006/relationships/image" Target="../media/image487.png"/><Relationship Id="rId308" Type="http://schemas.openxmlformats.org/officeDocument/2006/relationships/customXml" Target="../ink/ink479.xml"/><Relationship Id="rId329" Type="http://schemas.openxmlformats.org/officeDocument/2006/relationships/image" Target="../media/image504.png"/><Relationship Id="rId47" Type="http://schemas.openxmlformats.org/officeDocument/2006/relationships/customXml" Target="../ink/ink348.xml"/><Relationship Id="rId68" Type="http://schemas.openxmlformats.org/officeDocument/2006/relationships/image" Target="../media/image377.png"/><Relationship Id="rId89" Type="http://schemas.openxmlformats.org/officeDocument/2006/relationships/customXml" Target="../ink/ink369.xml"/><Relationship Id="rId112" Type="http://schemas.openxmlformats.org/officeDocument/2006/relationships/image" Target="../media/image398.png"/><Relationship Id="rId133" Type="http://schemas.openxmlformats.org/officeDocument/2006/relationships/customXml" Target="../ink/ink391.xml"/><Relationship Id="rId154" Type="http://schemas.openxmlformats.org/officeDocument/2006/relationships/image" Target="../media/image418.png"/><Relationship Id="rId175" Type="http://schemas.openxmlformats.org/officeDocument/2006/relationships/customXml" Target="../ink/ink412.xml"/><Relationship Id="rId340" Type="http://schemas.openxmlformats.org/officeDocument/2006/relationships/customXml" Target="../ink/ink495.xml"/><Relationship Id="rId196" Type="http://schemas.openxmlformats.org/officeDocument/2006/relationships/image" Target="../media/image438.png"/><Relationship Id="rId200" Type="http://schemas.openxmlformats.org/officeDocument/2006/relationships/image" Target="../media/image440.png"/><Relationship Id="rId16" Type="http://schemas.openxmlformats.org/officeDocument/2006/relationships/image" Target="../media/image351.png"/><Relationship Id="rId221" Type="http://schemas.openxmlformats.org/officeDocument/2006/relationships/customXml" Target="../ink/ink435.xml"/><Relationship Id="rId242" Type="http://schemas.openxmlformats.org/officeDocument/2006/relationships/image" Target="../media/image461.png"/><Relationship Id="rId263" Type="http://schemas.openxmlformats.org/officeDocument/2006/relationships/customXml" Target="../ink/ink456.xml"/><Relationship Id="rId284" Type="http://schemas.openxmlformats.org/officeDocument/2006/relationships/image" Target="../media/image482.png"/><Relationship Id="rId319" Type="http://schemas.openxmlformats.org/officeDocument/2006/relationships/image" Target="../media/image499.png"/><Relationship Id="rId37" Type="http://schemas.openxmlformats.org/officeDocument/2006/relationships/customXml" Target="../ink/ink343.xml"/><Relationship Id="rId58" Type="http://schemas.openxmlformats.org/officeDocument/2006/relationships/image" Target="../media/image372.png"/><Relationship Id="rId79" Type="http://schemas.openxmlformats.org/officeDocument/2006/relationships/customXml" Target="../ink/ink364.xml"/><Relationship Id="rId102" Type="http://schemas.openxmlformats.org/officeDocument/2006/relationships/image" Target="../media/image393.png"/><Relationship Id="rId123" Type="http://schemas.openxmlformats.org/officeDocument/2006/relationships/customXml" Target="../ink/ink386.xml"/><Relationship Id="rId144" Type="http://schemas.openxmlformats.org/officeDocument/2006/relationships/image" Target="../media/image413.png"/><Relationship Id="rId330" Type="http://schemas.openxmlformats.org/officeDocument/2006/relationships/customXml" Target="../ink/ink490.xml"/><Relationship Id="rId90" Type="http://schemas.openxmlformats.org/officeDocument/2006/relationships/image" Target="../media/image388.png"/><Relationship Id="rId165" Type="http://schemas.openxmlformats.org/officeDocument/2006/relationships/customXml" Target="../ink/ink407.xml"/><Relationship Id="rId186" Type="http://schemas.openxmlformats.org/officeDocument/2006/relationships/image" Target="../media/image433.png"/><Relationship Id="rId211" Type="http://schemas.openxmlformats.org/officeDocument/2006/relationships/customXml" Target="../ink/ink430.xml"/><Relationship Id="rId232" Type="http://schemas.openxmlformats.org/officeDocument/2006/relationships/image" Target="../media/image456.png"/><Relationship Id="rId253" Type="http://schemas.openxmlformats.org/officeDocument/2006/relationships/customXml" Target="../ink/ink451.xml"/><Relationship Id="rId274" Type="http://schemas.openxmlformats.org/officeDocument/2006/relationships/image" Target="../media/image477.png"/><Relationship Id="rId295" Type="http://schemas.openxmlformats.org/officeDocument/2006/relationships/customXml" Target="../ink/ink472.xml"/><Relationship Id="rId309" Type="http://schemas.openxmlformats.org/officeDocument/2006/relationships/image" Target="../media/image494.png"/><Relationship Id="rId27" Type="http://schemas.openxmlformats.org/officeDocument/2006/relationships/customXml" Target="../ink/ink338.xml"/><Relationship Id="rId48" Type="http://schemas.openxmlformats.org/officeDocument/2006/relationships/image" Target="../media/image367.png"/><Relationship Id="rId69" Type="http://schemas.openxmlformats.org/officeDocument/2006/relationships/customXml" Target="../ink/ink359.xml"/><Relationship Id="rId113" Type="http://schemas.openxmlformats.org/officeDocument/2006/relationships/customXml" Target="../ink/ink381.xml"/><Relationship Id="rId134" Type="http://schemas.openxmlformats.org/officeDocument/2006/relationships/image" Target="../media/image408.png"/><Relationship Id="rId320" Type="http://schemas.openxmlformats.org/officeDocument/2006/relationships/customXml" Target="../ink/ink485.xml"/><Relationship Id="rId80" Type="http://schemas.openxmlformats.org/officeDocument/2006/relationships/image" Target="../media/image383.png"/><Relationship Id="rId155" Type="http://schemas.openxmlformats.org/officeDocument/2006/relationships/customXml" Target="../ink/ink402.xml"/><Relationship Id="rId176" Type="http://schemas.openxmlformats.org/officeDocument/2006/relationships/image" Target="../media/image429.png"/><Relationship Id="rId197" Type="http://schemas.openxmlformats.org/officeDocument/2006/relationships/customXml" Target="../ink/ink423.xml"/><Relationship Id="rId341" Type="http://schemas.openxmlformats.org/officeDocument/2006/relationships/image" Target="../media/image510.png"/><Relationship Id="rId201" Type="http://schemas.openxmlformats.org/officeDocument/2006/relationships/customXml" Target="../ink/ink425.xml"/><Relationship Id="rId222" Type="http://schemas.openxmlformats.org/officeDocument/2006/relationships/image" Target="../media/image451.png"/><Relationship Id="rId243" Type="http://schemas.openxmlformats.org/officeDocument/2006/relationships/customXml" Target="../ink/ink446.xml"/><Relationship Id="rId264" Type="http://schemas.openxmlformats.org/officeDocument/2006/relationships/image" Target="../media/image472.png"/><Relationship Id="rId285" Type="http://schemas.openxmlformats.org/officeDocument/2006/relationships/customXml" Target="../ink/ink467.xml"/><Relationship Id="rId17" Type="http://schemas.openxmlformats.org/officeDocument/2006/relationships/customXml" Target="../ink/ink333.xml"/><Relationship Id="rId38" Type="http://schemas.openxmlformats.org/officeDocument/2006/relationships/image" Target="../media/image362.png"/><Relationship Id="rId59" Type="http://schemas.openxmlformats.org/officeDocument/2006/relationships/customXml" Target="../ink/ink354.xml"/><Relationship Id="rId103" Type="http://schemas.openxmlformats.org/officeDocument/2006/relationships/customXml" Target="../ink/ink376.xml"/><Relationship Id="rId124" Type="http://schemas.openxmlformats.org/officeDocument/2006/relationships/image" Target="../media/image404.png"/><Relationship Id="rId310" Type="http://schemas.openxmlformats.org/officeDocument/2006/relationships/customXml" Target="../ink/ink480.xml"/><Relationship Id="rId70" Type="http://schemas.openxmlformats.org/officeDocument/2006/relationships/image" Target="../media/image378.png"/><Relationship Id="rId91" Type="http://schemas.openxmlformats.org/officeDocument/2006/relationships/customXml" Target="../ink/ink370.xml"/><Relationship Id="rId145" Type="http://schemas.openxmlformats.org/officeDocument/2006/relationships/customXml" Target="../ink/ink397.xml"/><Relationship Id="rId166" Type="http://schemas.openxmlformats.org/officeDocument/2006/relationships/image" Target="../media/image424.png"/><Relationship Id="rId187" Type="http://schemas.openxmlformats.org/officeDocument/2006/relationships/customXml" Target="../ink/ink418.xml"/><Relationship Id="rId331" Type="http://schemas.openxmlformats.org/officeDocument/2006/relationships/image" Target="../media/image505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446.png"/><Relationship Id="rId233" Type="http://schemas.openxmlformats.org/officeDocument/2006/relationships/customXml" Target="../ink/ink441.xml"/><Relationship Id="rId254" Type="http://schemas.openxmlformats.org/officeDocument/2006/relationships/image" Target="../media/image467.png"/><Relationship Id="rId28" Type="http://schemas.openxmlformats.org/officeDocument/2006/relationships/image" Target="../media/image357.png"/><Relationship Id="rId49" Type="http://schemas.openxmlformats.org/officeDocument/2006/relationships/customXml" Target="../ink/ink349.xml"/><Relationship Id="rId114" Type="http://schemas.openxmlformats.org/officeDocument/2006/relationships/image" Target="../media/image399.png"/><Relationship Id="rId275" Type="http://schemas.openxmlformats.org/officeDocument/2006/relationships/customXml" Target="../ink/ink462.xml"/><Relationship Id="rId296" Type="http://schemas.openxmlformats.org/officeDocument/2006/relationships/image" Target="../media/image488.png"/><Relationship Id="rId300" Type="http://schemas.openxmlformats.org/officeDocument/2006/relationships/image" Target="../media/image490.png"/><Relationship Id="rId60" Type="http://schemas.openxmlformats.org/officeDocument/2006/relationships/image" Target="../media/image373.png"/><Relationship Id="rId81" Type="http://schemas.openxmlformats.org/officeDocument/2006/relationships/customXml" Target="../ink/ink365.xml"/><Relationship Id="rId135" Type="http://schemas.openxmlformats.org/officeDocument/2006/relationships/customXml" Target="../ink/ink392.xml"/><Relationship Id="rId156" Type="http://schemas.openxmlformats.org/officeDocument/2006/relationships/image" Target="../media/image419.png"/><Relationship Id="rId177" Type="http://schemas.openxmlformats.org/officeDocument/2006/relationships/customXml" Target="../ink/ink413.xml"/><Relationship Id="rId198" Type="http://schemas.openxmlformats.org/officeDocument/2006/relationships/image" Target="../media/image439.png"/><Relationship Id="rId321" Type="http://schemas.openxmlformats.org/officeDocument/2006/relationships/image" Target="../media/image500.png"/><Relationship Id="rId342" Type="http://schemas.openxmlformats.org/officeDocument/2006/relationships/customXml" Target="../ink/ink496.xml"/><Relationship Id="rId202" Type="http://schemas.openxmlformats.org/officeDocument/2006/relationships/image" Target="../media/image441.png"/><Relationship Id="rId223" Type="http://schemas.openxmlformats.org/officeDocument/2006/relationships/customXml" Target="../ink/ink436.xml"/><Relationship Id="rId244" Type="http://schemas.openxmlformats.org/officeDocument/2006/relationships/image" Target="../media/image462.png"/><Relationship Id="rId18" Type="http://schemas.openxmlformats.org/officeDocument/2006/relationships/image" Target="../media/image352.png"/><Relationship Id="rId39" Type="http://schemas.openxmlformats.org/officeDocument/2006/relationships/customXml" Target="../ink/ink344.xml"/><Relationship Id="rId265" Type="http://schemas.openxmlformats.org/officeDocument/2006/relationships/customXml" Target="../ink/ink457.xml"/><Relationship Id="rId286" Type="http://schemas.openxmlformats.org/officeDocument/2006/relationships/image" Target="../media/image483.png"/><Relationship Id="rId50" Type="http://schemas.openxmlformats.org/officeDocument/2006/relationships/image" Target="../media/image368.png"/><Relationship Id="rId104" Type="http://schemas.openxmlformats.org/officeDocument/2006/relationships/image" Target="../media/image394.png"/><Relationship Id="rId125" Type="http://schemas.openxmlformats.org/officeDocument/2006/relationships/customXml" Target="../ink/ink387.xml"/><Relationship Id="rId146" Type="http://schemas.openxmlformats.org/officeDocument/2006/relationships/image" Target="../media/image414.png"/><Relationship Id="rId167" Type="http://schemas.openxmlformats.org/officeDocument/2006/relationships/customXml" Target="../ink/ink408.xml"/><Relationship Id="rId188" Type="http://schemas.openxmlformats.org/officeDocument/2006/relationships/image" Target="../media/image434.png"/><Relationship Id="rId311" Type="http://schemas.openxmlformats.org/officeDocument/2006/relationships/image" Target="../media/image495.png"/><Relationship Id="rId332" Type="http://schemas.openxmlformats.org/officeDocument/2006/relationships/customXml" Target="../ink/ink491.xml"/><Relationship Id="rId71" Type="http://schemas.openxmlformats.org/officeDocument/2006/relationships/customXml" Target="../ink/ink360.xml"/><Relationship Id="rId92" Type="http://schemas.openxmlformats.org/officeDocument/2006/relationships/image" Target="../media/image389.png"/><Relationship Id="rId213" Type="http://schemas.openxmlformats.org/officeDocument/2006/relationships/customXml" Target="../ink/ink431.xml"/><Relationship Id="rId234" Type="http://schemas.openxmlformats.org/officeDocument/2006/relationships/image" Target="../media/image457.png"/><Relationship Id="rId2" Type="http://schemas.openxmlformats.org/officeDocument/2006/relationships/image" Target="../media/image344.png"/><Relationship Id="rId29" Type="http://schemas.openxmlformats.org/officeDocument/2006/relationships/customXml" Target="../ink/ink339.xml"/><Relationship Id="rId255" Type="http://schemas.openxmlformats.org/officeDocument/2006/relationships/customXml" Target="../ink/ink452.xml"/><Relationship Id="rId276" Type="http://schemas.openxmlformats.org/officeDocument/2006/relationships/image" Target="../media/image478.png"/><Relationship Id="rId297" Type="http://schemas.openxmlformats.org/officeDocument/2006/relationships/customXml" Target="../ink/ink473.xml"/><Relationship Id="rId40" Type="http://schemas.openxmlformats.org/officeDocument/2006/relationships/image" Target="../media/image363.png"/><Relationship Id="rId115" Type="http://schemas.openxmlformats.org/officeDocument/2006/relationships/customXml" Target="../ink/ink382.xml"/><Relationship Id="rId136" Type="http://schemas.openxmlformats.org/officeDocument/2006/relationships/image" Target="../media/image409.png"/><Relationship Id="rId157" Type="http://schemas.openxmlformats.org/officeDocument/2006/relationships/customXml" Target="../ink/ink403.xml"/><Relationship Id="rId178" Type="http://schemas.openxmlformats.org/officeDocument/2006/relationships/image" Target="../media/image430.png"/><Relationship Id="rId301" Type="http://schemas.openxmlformats.org/officeDocument/2006/relationships/customXml" Target="../ink/ink475.xml"/><Relationship Id="rId322" Type="http://schemas.openxmlformats.org/officeDocument/2006/relationships/customXml" Target="../ink/ink486.xml"/><Relationship Id="rId343" Type="http://schemas.openxmlformats.org/officeDocument/2006/relationships/image" Target="../media/image511.png"/><Relationship Id="rId61" Type="http://schemas.openxmlformats.org/officeDocument/2006/relationships/customXml" Target="../ink/ink355.xml"/><Relationship Id="rId82" Type="http://schemas.openxmlformats.org/officeDocument/2006/relationships/image" Target="../media/image384.png"/><Relationship Id="rId199" Type="http://schemas.openxmlformats.org/officeDocument/2006/relationships/customXml" Target="../ink/ink424.xml"/><Relationship Id="rId203" Type="http://schemas.openxmlformats.org/officeDocument/2006/relationships/customXml" Target="../ink/ink426.xml"/><Relationship Id="rId19" Type="http://schemas.openxmlformats.org/officeDocument/2006/relationships/customXml" Target="../ink/ink334.xml"/><Relationship Id="rId224" Type="http://schemas.openxmlformats.org/officeDocument/2006/relationships/image" Target="../media/image452.png"/><Relationship Id="rId245" Type="http://schemas.openxmlformats.org/officeDocument/2006/relationships/customXml" Target="../ink/ink447.xml"/><Relationship Id="rId266" Type="http://schemas.openxmlformats.org/officeDocument/2006/relationships/image" Target="../media/image473.png"/><Relationship Id="rId287" Type="http://schemas.openxmlformats.org/officeDocument/2006/relationships/customXml" Target="../ink/ink468.xml"/><Relationship Id="rId30" Type="http://schemas.openxmlformats.org/officeDocument/2006/relationships/image" Target="../media/image358.png"/><Relationship Id="rId105" Type="http://schemas.openxmlformats.org/officeDocument/2006/relationships/customXml" Target="../ink/ink377.xml"/><Relationship Id="rId126" Type="http://schemas.openxmlformats.org/officeDocument/2006/relationships/image" Target="../media/image405.png"/><Relationship Id="rId147" Type="http://schemas.openxmlformats.org/officeDocument/2006/relationships/customXml" Target="../ink/ink398.xml"/><Relationship Id="rId168" Type="http://schemas.openxmlformats.org/officeDocument/2006/relationships/image" Target="../media/image425.png"/><Relationship Id="rId312" Type="http://schemas.openxmlformats.org/officeDocument/2006/relationships/customXml" Target="../ink/ink481.xml"/><Relationship Id="rId333" Type="http://schemas.openxmlformats.org/officeDocument/2006/relationships/image" Target="../media/image506.png"/><Relationship Id="rId51" Type="http://schemas.openxmlformats.org/officeDocument/2006/relationships/customXml" Target="../ink/ink350.xml"/><Relationship Id="rId72" Type="http://schemas.openxmlformats.org/officeDocument/2006/relationships/image" Target="../media/image379.png"/><Relationship Id="rId93" Type="http://schemas.openxmlformats.org/officeDocument/2006/relationships/customXml" Target="../ink/ink371.xml"/><Relationship Id="rId189" Type="http://schemas.openxmlformats.org/officeDocument/2006/relationships/customXml" Target="../ink/ink419.xml"/><Relationship Id="rId3" Type="http://schemas.openxmlformats.org/officeDocument/2006/relationships/customXml" Target="../ink/ink326.xml"/><Relationship Id="rId214" Type="http://schemas.openxmlformats.org/officeDocument/2006/relationships/image" Target="../media/image447.png"/><Relationship Id="rId235" Type="http://schemas.openxmlformats.org/officeDocument/2006/relationships/customXml" Target="../ink/ink442.xml"/><Relationship Id="rId256" Type="http://schemas.openxmlformats.org/officeDocument/2006/relationships/image" Target="../media/image468.png"/><Relationship Id="rId277" Type="http://schemas.openxmlformats.org/officeDocument/2006/relationships/customXml" Target="../ink/ink463.xml"/><Relationship Id="rId298" Type="http://schemas.openxmlformats.org/officeDocument/2006/relationships/image" Target="../media/image489.png"/><Relationship Id="rId116" Type="http://schemas.openxmlformats.org/officeDocument/2006/relationships/image" Target="../media/image400.png"/><Relationship Id="rId137" Type="http://schemas.openxmlformats.org/officeDocument/2006/relationships/customXml" Target="../ink/ink393.xml"/><Relationship Id="rId158" Type="http://schemas.openxmlformats.org/officeDocument/2006/relationships/image" Target="../media/image420.png"/><Relationship Id="rId302" Type="http://schemas.openxmlformats.org/officeDocument/2006/relationships/image" Target="../media/image491.png"/><Relationship Id="rId323" Type="http://schemas.openxmlformats.org/officeDocument/2006/relationships/image" Target="../media/image501.png"/><Relationship Id="rId344" Type="http://schemas.openxmlformats.org/officeDocument/2006/relationships/customXml" Target="../ink/ink497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58.xml"/><Relationship Id="rId299" Type="http://schemas.openxmlformats.org/officeDocument/2006/relationships/customXml" Target="../ink/ink649.xml"/><Relationship Id="rId21" Type="http://schemas.openxmlformats.org/officeDocument/2006/relationships/customXml" Target="../ink/ink510.xml"/><Relationship Id="rId63" Type="http://schemas.openxmlformats.org/officeDocument/2006/relationships/customXml" Target="../ink/ink531.xml"/><Relationship Id="rId159" Type="http://schemas.openxmlformats.org/officeDocument/2006/relationships/customXml" Target="../ink/ink579.xml"/><Relationship Id="rId324" Type="http://schemas.openxmlformats.org/officeDocument/2006/relationships/image" Target="../media/image673.png"/><Relationship Id="rId366" Type="http://schemas.openxmlformats.org/officeDocument/2006/relationships/image" Target="../media/image694.png"/><Relationship Id="rId531" Type="http://schemas.openxmlformats.org/officeDocument/2006/relationships/customXml" Target="../ink/ink765.xml"/><Relationship Id="rId573" Type="http://schemas.openxmlformats.org/officeDocument/2006/relationships/customXml" Target="../ink/ink786.xml"/><Relationship Id="rId629" Type="http://schemas.openxmlformats.org/officeDocument/2006/relationships/customXml" Target="../ink/ink814.xml"/><Relationship Id="rId170" Type="http://schemas.openxmlformats.org/officeDocument/2006/relationships/image" Target="../media/image598.png"/><Relationship Id="rId226" Type="http://schemas.openxmlformats.org/officeDocument/2006/relationships/image" Target="../media/image624.png"/><Relationship Id="rId433" Type="http://schemas.openxmlformats.org/officeDocument/2006/relationships/customXml" Target="../ink/ink716.xml"/><Relationship Id="rId268" Type="http://schemas.openxmlformats.org/officeDocument/2006/relationships/image" Target="../media/image645.png"/><Relationship Id="rId475" Type="http://schemas.openxmlformats.org/officeDocument/2006/relationships/customXml" Target="../ink/ink737.xml"/><Relationship Id="rId640" Type="http://schemas.openxmlformats.org/officeDocument/2006/relationships/image" Target="../media/image830.png"/><Relationship Id="rId32" Type="http://schemas.openxmlformats.org/officeDocument/2006/relationships/image" Target="../media/image530.png"/><Relationship Id="rId74" Type="http://schemas.openxmlformats.org/officeDocument/2006/relationships/image" Target="../media/image550.png"/><Relationship Id="rId128" Type="http://schemas.openxmlformats.org/officeDocument/2006/relationships/image" Target="../media/image577.png"/><Relationship Id="rId335" Type="http://schemas.openxmlformats.org/officeDocument/2006/relationships/customXml" Target="../ink/ink667.xml"/><Relationship Id="rId377" Type="http://schemas.openxmlformats.org/officeDocument/2006/relationships/customXml" Target="../ink/ink688.xml"/><Relationship Id="rId500" Type="http://schemas.openxmlformats.org/officeDocument/2006/relationships/image" Target="../media/image761.png"/><Relationship Id="rId542" Type="http://schemas.openxmlformats.org/officeDocument/2006/relationships/image" Target="../media/image782.png"/><Relationship Id="rId584" Type="http://schemas.openxmlformats.org/officeDocument/2006/relationships/image" Target="../media/image802.png"/><Relationship Id="rId5" Type="http://schemas.openxmlformats.org/officeDocument/2006/relationships/image" Target="../media/image516.png"/><Relationship Id="rId181" Type="http://schemas.openxmlformats.org/officeDocument/2006/relationships/customXml" Target="../ink/ink590.xml"/><Relationship Id="rId237" Type="http://schemas.openxmlformats.org/officeDocument/2006/relationships/customXml" Target="../ink/ink618.xml"/><Relationship Id="rId402" Type="http://schemas.openxmlformats.org/officeDocument/2006/relationships/image" Target="../media/image712.png"/><Relationship Id="rId279" Type="http://schemas.openxmlformats.org/officeDocument/2006/relationships/customXml" Target="../ink/ink639.xml"/><Relationship Id="rId444" Type="http://schemas.openxmlformats.org/officeDocument/2006/relationships/image" Target="../media/image733.png"/><Relationship Id="rId486" Type="http://schemas.openxmlformats.org/officeDocument/2006/relationships/image" Target="../media/image754.png"/><Relationship Id="rId651" Type="http://schemas.openxmlformats.org/officeDocument/2006/relationships/customXml" Target="../ink/ink825.xml"/><Relationship Id="rId43" Type="http://schemas.openxmlformats.org/officeDocument/2006/relationships/customXml" Target="../ink/ink521.xml"/><Relationship Id="rId139" Type="http://schemas.openxmlformats.org/officeDocument/2006/relationships/customXml" Target="../ink/ink569.xml"/><Relationship Id="rId290" Type="http://schemas.openxmlformats.org/officeDocument/2006/relationships/image" Target="../media/image656.png"/><Relationship Id="rId304" Type="http://schemas.openxmlformats.org/officeDocument/2006/relationships/image" Target="../media/image663.png"/><Relationship Id="rId346" Type="http://schemas.openxmlformats.org/officeDocument/2006/relationships/image" Target="../media/image684.png"/><Relationship Id="rId388" Type="http://schemas.openxmlformats.org/officeDocument/2006/relationships/image" Target="../media/image705.png"/><Relationship Id="rId511" Type="http://schemas.openxmlformats.org/officeDocument/2006/relationships/customXml" Target="../ink/ink755.xml"/><Relationship Id="rId553" Type="http://schemas.openxmlformats.org/officeDocument/2006/relationships/customXml" Target="../ink/ink776.xml"/><Relationship Id="rId609" Type="http://schemas.openxmlformats.org/officeDocument/2006/relationships/customXml" Target="../ink/ink804.xml"/><Relationship Id="rId85" Type="http://schemas.openxmlformats.org/officeDocument/2006/relationships/customXml" Target="../ink/ink542.xml"/><Relationship Id="rId150" Type="http://schemas.openxmlformats.org/officeDocument/2006/relationships/image" Target="../media/image588.png"/><Relationship Id="rId192" Type="http://schemas.openxmlformats.org/officeDocument/2006/relationships/image" Target="../media/image607.png"/><Relationship Id="rId206" Type="http://schemas.openxmlformats.org/officeDocument/2006/relationships/image" Target="../media/image614.png"/><Relationship Id="rId413" Type="http://schemas.openxmlformats.org/officeDocument/2006/relationships/customXml" Target="../ink/ink706.xml"/><Relationship Id="rId595" Type="http://schemas.openxmlformats.org/officeDocument/2006/relationships/customXml" Target="../ink/ink797.xml"/><Relationship Id="rId248" Type="http://schemas.openxmlformats.org/officeDocument/2006/relationships/image" Target="../media/image635.png"/><Relationship Id="rId455" Type="http://schemas.openxmlformats.org/officeDocument/2006/relationships/customXml" Target="../ink/ink727.xml"/><Relationship Id="rId497" Type="http://schemas.openxmlformats.org/officeDocument/2006/relationships/customXml" Target="../ink/ink748.xml"/><Relationship Id="rId620" Type="http://schemas.openxmlformats.org/officeDocument/2006/relationships/image" Target="../media/image820.png"/><Relationship Id="rId12" Type="http://schemas.openxmlformats.org/officeDocument/2006/relationships/customXml" Target="../ink/ink506.xml"/><Relationship Id="rId108" Type="http://schemas.openxmlformats.org/officeDocument/2006/relationships/image" Target="../media/image567.png"/><Relationship Id="rId315" Type="http://schemas.openxmlformats.org/officeDocument/2006/relationships/customXml" Target="../ink/ink657.xml"/><Relationship Id="rId357" Type="http://schemas.openxmlformats.org/officeDocument/2006/relationships/customXml" Target="../ink/ink678.xml"/><Relationship Id="rId522" Type="http://schemas.openxmlformats.org/officeDocument/2006/relationships/image" Target="../media/image772.png"/><Relationship Id="rId54" Type="http://schemas.openxmlformats.org/officeDocument/2006/relationships/image" Target="../media/image541.png"/><Relationship Id="rId96" Type="http://schemas.openxmlformats.org/officeDocument/2006/relationships/image" Target="../media/image561.png"/><Relationship Id="rId161" Type="http://schemas.openxmlformats.org/officeDocument/2006/relationships/customXml" Target="../ink/ink580.xml"/><Relationship Id="rId217" Type="http://schemas.openxmlformats.org/officeDocument/2006/relationships/customXml" Target="../ink/ink608.xml"/><Relationship Id="rId399" Type="http://schemas.openxmlformats.org/officeDocument/2006/relationships/customXml" Target="../ink/ink699.xml"/><Relationship Id="rId564" Type="http://schemas.openxmlformats.org/officeDocument/2006/relationships/image" Target="../media/image793.png"/><Relationship Id="rId259" Type="http://schemas.openxmlformats.org/officeDocument/2006/relationships/customXml" Target="../ink/ink629.xml"/><Relationship Id="rId424" Type="http://schemas.openxmlformats.org/officeDocument/2006/relationships/image" Target="../media/image723.png"/><Relationship Id="rId466" Type="http://schemas.openxmlformats.org/officeDocument/2006/relationships/image" Target="../media/image744.png"/><Relationship Id="rId631" Type="http://schemas.openxmlformats.org/officeDocument/2006/relationships/customXml" Target="../ink/ink815.xml"/><Relationship Id="rId23" Type="http://schemas.openxmlformats.org/officeDocument/2006/relationships/customXml" Target="../ink/ink511.xml"/><Relationship Id="rId119" Type="http://schemas.openxmlformats.org/officeDocument/2006/relationships/customXml" Target="../ink/ink559.xml"/><Relationship Id="rId270" Type="http://schemas.openxmlformats.org/officeDocument/2006/relationships/image" Target="../media/image646.png"/><Relationship Id="rId326" Type="http://schemas.openxmlformats.org/officeDocument/2006/relationships/image" Target="../media/image674.png"/><Relationship Id="rId533" Type="http://schemas.openxmlformats.org/officeDocument/2006/relationships/customXml" Target="../ink/ink766.xml"/><Relationship Id="rId65" Type="http://schemas.openxmlformats.org/officeDocument/2006/relationships/customXml" Target="../ink/ink532.xml"/><Relationship Id="rId130" Type="http://schemas.openxmlformats.org/officeDocument/2006/relationships/image" Target="../media/image578.png"/><Relationship Id="rId368" Type="http://schemas.openxmlformats.org/officeDocument/2006/relationships/image" Target="../media/image695.png"/><Relationship Id="rId575" Type="http://schemas.openxmlformats.org/officeDocument/2006/relationships/customXml" Target="../ink/ink787.xml"/><Relationship Id="rId172" Type="http://schemas.openxmlformats.org/officeDocument/2006/relationships/image" Target="../media/image599.png"/><Relationship Id="rId228" Type="http://schemas.openxmlformats.org/officeDocument/2006/relationships/image" Target="../media/image625.png"/><Relationship Id="rId435" Type="http://schemas.openxmlformats.org/officeDocument/2006/relationships/customXml" Target="../ink/ink717.xml"/><Relationship Id="rId477" Type="http://schemas.openxmlformats.org/officeDocument/2006/relationships/customXml" Target="../ink/ink738.xml"/><Relationship Id="rId600" Type="http://schemas.openxmlformats.org/officeDocument/2006/relationships/image" Target="../media/image810.png"/><Relationship Id="rId642" Type="http://schemas.openxmlformats.org/officeDocument/2006/relationships/image" Target="../media/image831.png"/><Relationship Id="rId281" Type="http://schemas.openxmlformats.org/officeDocument/2006/relationships/customXml" Target="../ink/ink640.xml"/><Relationship Id="rId337" Type="http://schemas.openxmlformats.org/officeDocument/2006/relationships/customXml" Target="../ink/ink668.xml"/><Relationship Id="rId502" Type="http://schemas.openxmlformats.org/officeDocument/2006/relationships/image" Target="../media/image762.png"/><Relationship Id="rId34" Type="http://schemas.openxmlformats.org/officeDocument/2006/relationships/image" Target="../media/image531.png"/><Relationship Id="rId76" Type="http://schemas.openxmlformats.org/officeDocument/2006/relationships/image" Target="../media/image551.png"/><Relationship Id="rId141" Type="http://schemas.openxmlformats.org/officeDocument/2006/relationships/customXml" Target="../ink/ink570.xml"/><Relationship Id="rId379" Type="http://schemas.openxmlformats.org/officeDocument/2006/relationships/customXml" Target="../ink/ink689.xml"/><Relationship Id="rId544" Type="http://schemas.openxmlformats.org/officeDocument/2006/relationships/image" Target="../media/image783.png"/><Relationship Id="rId586" Type="http://schemas.openxmlformats.org/officeDocument/2006/relationships/image" Target="../media/image803.png"/><Relationship Id="rId7" Type="http://schemas.openxmlformats.org/officeDocument/2006/relationships/image" Target="../media/image517.png"/><Relationship Id="rId183" Type="http://schemas.openxmlformats.org/officeDocument/2006/relationships/customXml" Target="../ink/ink591.xml"/><Relationship Id="rId239" Type="http://schemas.openxmlformats.org/officeDocument/2006/relationships/customXml" Target="../ink/ink619.xml"/><Relationship Id="rId390" Type="http://schemas.openxmlformats.org/officeDocument/2006/relationships/image" Target="../media/image706.png"/><Relationship Id="rId404" Type="http://schemas.openxmlformats.org/officeDocument/2006/relationships/image" Target="../media/image713.png"/><Relationship Id="rId446" Type="http://schemas.openxmlformats.org/officeDocument/2006/relationships/image" Target="../media/image734.png"/><Relationship Id="rId611" Type="http://schemas.openxmlformats.org/officeDocument/2006/relationships/customXml" Target="../ink/ink805.xml"/><Relationship Id="rId653" Type="http://schemas.openxmlformats.org/officeDocument/2006/relationships/customXml" Target="../ink/ink826.xml"/><Relationship Id="rId250" Type="http://schemas.openxmlformats.org/officeDocument/2006/relationships/image" Target="../media/image636.png"/><Relationship Id="rId292" Type="http://schemas.openxmlformats.org/officeDocument/2006/relationships/image" Target="../media/image657.png"/><Relationship Id="rId306" Type="http://schemas.openxmlformats.org/officeDocument/2006/relationships/image" Target="../media/image664.png"/><Relationship Id="rId488" Type="http://schemas.openxmlformats.org/officeDocument/2006/relationships/image" Target="../media/image755.png"/><Relationship Id="rId45" Type="http://schemas.openxmlformats.org/officeDocument/2006/relationships/customXml" Target="../ink/ink522.xml"/><Relationship Id="rId87" Type="http://schemas.openxmlformats.org/officeDocument/2006/relationships/customXml" Target="../ink/ink543.xml"/><Relationship Id="rId110" Type="http://schemas.openxmlformats.org/officeDocument/2006/relationships/image" Target="../media/image568.png"/><Relationship Id="rId348" Type="http://schemas.openxmlformats.org/officeDocument/2006/relationships/image" Target="../media/image685.png"/><Relationship Id="rId513" Type="http://schemas.openxmlformats.org/officeDocument/2006/relationships/customXml" Target="../ink/ink756.xml"/><Relationship Id="rId555" Type="http://schemas.openxmlformats.org/officeDocument/2006/relationships/customXml" Target="../ink/ink777.xml"/><Relationship Id="rId597" Type="http://schemas.openxmlformats.org/officeDocument/2006/relationships/customXml" Target="../ink/ink798.xml"/><Relationship Id="rId152" Type="http://schemas.openxmlformats.org/officeDocument/2006/relationships/image" Target="../media/image589.png"/><Relationship Id="rId194" Type="http://schemas.openxmlformats.org/officeDocument/2006/relationships/image" Target="../media/image608.png"/><Relationship Id="rId208" Type="http://schemas.openxmlformats.org/officeDocument/2006/relationships/image" Target="../media/image615.png"/><Relationship Id="rId415" Type="http://schemas.openxmlformats.org/officeDocument/2006/relationships/customXml" Target="../ink/ink707.xml"/><Relationship Id="rId457" Type="http://schemas.openxmlformats.org/officeDocument/2006/relationships/customXml" Target="../ink/ink728.xml"/><Relationship Id="rId622" Type="http://schemas.openxmlformats.org/officeDocument/2006/relationships/image" Target="../media/image821.png"/><Relationship Id="rId261" Type="http://schemas.openxmlformats.org/officeDocument/2006/relationships/customXml" Target="../ink/ink630.xml"/><Relationship Id="rId499" Type="http://schemas.openxmlformats.org/officeDocument/2006/relationships/customXml" Target="../ink/ink749.xml"/><Relationship Id="rId14" Type="http://schemas.openxmlformats.org/officeDocument/2006/relationships/customXml" Target="../ink/ink507.xml"/><Relationship Id="rId56" Type="http://schemas.openxmlformats.org/officeDocument/2006/relationships/image" Target="../media/image542.png"/><Relationship Id="rId317" Type="http://schemas.openxmlformats.org/officeDocument/2006/relationships/customXml" Target="../ink/ink658.xml"/><Relationship Id="rId359" Type="http://schemas.openxmlformats.org/officeDocument/2006/relationships/customXml" Target="../ink/ink679.xml"/><Relationship Id="rId524" Type="http://schemas.openxmlformats.org/officeDocument/2006/relationships/image" Target="../media/image773.png"/><Relationship Id="rId566" Type="http://schemas.openxmlformats.org/officeDocument/2006/relationships/image" Target="../media/image794.png"/><Relationship Id="rId98" Type="http://schemas.openxmlformats.org/officeDocument/2006/relationships/image" Target="../media/image562.png"/><Relationship Id="rId121" Type="http://schemas.openxmlformats.org/officeDocument/2006/relationships/customXml" Target="../ink/ink560.xml"/><Relationship Id="rId163" Type="http://schemas.openxmlformats.org/officeDocument/2006/relationships/customXml" Target="../ink/ink581.xml"/><Relationship Id="rId219" Type="http://schemas.openxmlformats.org/officeDocument/2006/relationships/customXml" Target="../ink/ink609.xml"/><Relationship Id="rId370" Type="http://schemas.openxmlformats.org/officeDocument/2006/relationships/image" Target="../media/image696.png"/><Relationship Id="rId426" Type="http://schemas.openxmlformats.org/officeDocument/2006/relationships/image" Target="../media/image724.png"/><Relationship Id="rId633" Type="http://schemas.openxmlformats.org/officeDocument/2006/relationships/customXml" Target="../ink/ink816.xml"/><Relationship Id="rId230" Type="http://schemas.openxmlformats.org/officeDocument/2006/relationships/image" Target="../media/image626.png"/><Relationship Id="rId468" Type="http://schemas.openxmlformats.org/officeDocument/2006/relationships/image" Target="../media/image745.png"/><Relationship Id="rId25" Type="http://schemas.openxmlformats.org/officeDocument/2006/relationships/customXml" Target="../ink/ink512.xml"/><Relationship Id="rId67" Type="http://schemas.openxmlformats.org/officeDocument/2006/relationships/customXml" Target="../ink/ink533.xml"/><Relationship Id="rId272" Type="http://schemas.openxmlformats.org/officeDocument/2006/relationships/image" Target="../media/image647.png"/><Relationship Id="rId328" Type="http://schemas.openxmlformats.org/officeDocument/2006/relationships/image" Target="../media/image675.png"/><Relationship Id="rId535" Type="http://schemas.openxmlformats.org/officeDocument/2006/relationships/customXml" Target="../ink/ink767.xml"/><Relationship Id="rId577" Type="http://schemas.openxmlformats.org/officeDocument/2006/relationships/customXml" Target="../ink/ink788.xml"/><Relationship Id="rId132" Type="http://schemas.openxmlformats.org/officeDocument/2006/relationships/image" Target="../media/image579.png"/><Relationship Id="rId174" Type="http://schemas.openxmlformats.org/officeDocument/2006/relationships/image" Target="../media/image480.png"/><Relationship Id="rId381" Type="http://schemas.openxmlformats.org/officeDocument/2006/relationships/customXml" Target="../ink/ink690.xml"/><Relationship Id="rId602" Type="http://schemas.openxmlformats.org/officeDocument/2006/relationships/image" Target="../media/image811.png"/><Relationship Id="rId241" Type="http://schemas.openxmlformats.org/officeDocument/2006/relationships/customXml" Target="../ink/ink620.xml"/><Relationship Id="rId437" Type="http://schemas.openxmlformats.org/officeDocument/2006/relationships/customXml" Target="../ink/ink718.xml"/><Relationship Id="rId479" Type="http://schemas.openxmlformats.org/officeDocument/2006/relationships/customXml" Target="../ink/ink739.xml"/><Relationship Id="rId644" Type="http://schemas.openxmlformats.org/officeDocument/2006/relationships/image" Target="../media/image832.png"/><Relationship Id="rId36" Type="http://schemas.openxmlformats.org/officeDocument/2006/relationships/image" Target="../media/image532.png"/><Relationship Id="rId283" Type="http://schemas.openxmlformats.org/officeDocument/2006/relationships/customXml" Target="../ink/ink641.xml"/><Relationship Id="rId339" Type="http://schemas.openxmlformats.org/officeDocument/2006/relationships/customXml" Target="../ink/ink669.xml"/><Relationship Id="rId490" Type="http://schemas.openxmlformats.org/officeDocument/2006/relationships/image" Target="../media/image756.png"/><Relationship Id="rId504" Type="http://schemas.openxmlformats.org/officeDocument/2006/relationships/image" Target="../media/image763.png"/><Relationship Id="rId546" Type="http://schemas.openxmlformats.org/officeDocument/2006/relationships/image" Target="../media/image784.png"/><Relationship Id="rId78" Type="http://schemas.openxmlformats.org/officeDocument/2006/relationships/image" Target="../media/image552.png"/><Relationship Id="rId101" Type="http://schemas.openxmlformats.org/officeDocument/2006/relationships/customXml" Target="../ink/ink550.xml"/><Relationship Id="rId143" Type="http://schemas.openxmlformats.org/officeDocument/2006/relationships/customXml" Target="../ink/ink571.xml"/><Relationship Id="rId185" Type="http://schemas.openxmlformats.org/officeDocument/2006/relationships/customXml" Target="../ink/ink592.xml"/><Relationship Id="rId350" Type="http://schemas.openxmlformats.org/officeDocument/2006/relationships/image" Target="../media/image686.png"/><Relationship Id="rId406" Type="http://schemas.openxmlformats.org/officeDocument/2006/relationships/image" Target="../media/image714.png"/><Relationship Id="rId588" Type="http://schemas.openxmlformats.org/officeDocument/2006/relationships/image" Target="../media/image804.png"/><Relationship Id="rId9" Type="http://schemas.openxmlformats.org/officeDocument/2006/relationships/image" Target="../media/image518.png"/><Relationship Id="rId210" Type="http://schemas.openxmlformats.org/officeDocument/2006/relationships/image" Target="../media/image616.png"/><Relationship Id="rId392" Type="http://schemas.openxmlformats.org/officeDocument/2006/relationships/image" Target="../media/image707.png"/><Relationship Id="rId448" Type="http://schemas.openxmlformats.org/officeDocument/2006/relationships/image" Target="../media/image735.png"/><Relationship Id="rId613" Type="http://schemas.openxmlformats.org/officeDocument/2006/relationships/customXml" Target="../ink/ink806.xml"/><Relationship Id="rId655" Type="http://schemas.openxmlformats.org/officeDocument/2006/relationships/customXml" Target="../ink/ink827.xml"/><Relationship Id="rId252" Type="http://schemas.openxmlformats.org/officeDocument/2006/relationships/image" Target="../media/image637.png"/><Relationship Id="rId294" Type="http://schemas.openxmlformats.org/officeDocument/2006/relationships/image" Target="../media/image658.png"/><Relationship Id="rId308" Type="http://schemas.openxmlformats.org/officeDocument/2006/relationships/image" Target="../media/image665.png"/><Relationship Id="rId515" Type="http://schemas.openxmlformats.org/officeDocument/2006/relationships/customXml" Target="../ink/ink757.xml"/><Relationship Id="rId47" Type="http://schemas.openxmlformats.org/officeDocument/2006/relationships/customXml" Target="../ink/ink523.xml"/><Relationship Id="rId89" Type="http://schemas.openxmlformats.org/officeDocument/2006/relationships/customXml" Target="../ink/ink544.xml"/><Relationship Id="rId112" Type="http://schemas.openxmlformats.org/officeDocument/2006/relationships/image" Target="../media/image569.png"/><Relationship Id="rId154" Type="http://schemas.openxmlformats.org/officeDocument/2006/relationships/image" Target="../media/image590.png"/><Relationship Id="rId361" Type="http://schemas.openxmlformats.org/officeDocument/2006/relationships/customXml" Target="../ink/ink680.xml"/><Relationship Id="rId557" Type="http://schemas.openxmlformats.org/officeDocument/2006/relationships/customXml" Target="../ink/ink778.xml"/><Relationship Id="rId599" Type="http://schemas.openxmlformats.org/officeDocument/2006/relationships/customXml" Target="../ink/ink799.xml"/><Relationship Id="rId196" Type="http://schemas.openxmlformats.org/officeDocument/2006/relationships/image" Target="../media/image609.png"/><Relationship Id="rId417" Type="http://schemas.openxmlformats.org/officeDocument/2006/relationships/customXml" Target="../ink/ink708.xml"/><Relationship Id="rId459" Type="http://schemas.openxmlformats.org/officeDocument/2006/relationships/customXml" Target="../ink/ink729.xml"/><Relationship Id="rId624" Type="http://schemas.openxmlformats.org/officeDocument/2006/relationships/image" Target="../media/image822.png"/><Relationship Id="rId16" Type="http://schemas.openxmlformats.org/officeDocument/2006/relationships/image" Target="../media/image522.png"/><Relationship Id="rId221" Type="http://schemas.openxmlformats.org/officeDocument/2006/relationships/customXml" Target="../ink/ink610.xml"/><Relationship Id="rId263" Type="http://schemas.openxmlformats.org/officeDocument/2006/relationships/customXml" Target="../ink/ink631.xml"/><Relationship Id="rId319" Type="http://schemas.openxmlformats.org/officeDocument/2006/relationships/customXml" Target="../ink/ink659.xml"/><Relationship Id="rId470" Type="http://schemas.openxmlformats.org/officeDocument/2006/relationships/image" Target="../media/image746.png"/><Relationship Id="rId526" Type="http://schemas.openxmlformats.org/officeDocument/2006/relationships/image" Target="../media/image774.png"/><Relationship Id="rId58" Type="http://schemas.openxmlformats.org/officeDocument/2006/relationships/image" Target="../media/image543.png"/><Relationship Id="rId123" Type="http://schemas.openxmlformats.org/officeDocument/2006/relationships/customXml" Target="../ink/ink561.xml"/><Relationship Id="rId330" Type="http://schemas.openxmlformats.org/officeDocument/2006/relationships/image" Target="../media/image676.png"/><Relationship Id="rId568" Type="http://schemas.openxmlformats.org/officeDocument/2006/relationships/image" Target="../media/image795.png"/><Relationship Id="rId165" Type="http://schemas.openxmlformats.org/officeDocument/2006/relationships/customXml" Target="../ink/ink582.xml"/><Relationship Id="rId372" Type="http://schemas.openxmlformats.org/officeDocument/2006/relationships/image" Target="../media/image697.png"/><Relationship Id="rId428" Type="http://schemas.openxmlformats.org/officeDocument/2006/relationships/image" Target="../media/image725.png"/><Relationship Id="rId635" Type="http://schemas.openxmlformats.org/officeDocument/2006/relationships/customXml" Target="../ink/ink817.xml"/><Relationship Id="rId232" Type="http://schemas.openxmlformats.org/officeDocument/2006/relationships/image" Target="../media/image627.png"/><Relationship Id="rId274" Type="http://schemas.openxmlformats.org/officeDocument/2006/relationships/image" Target="../media/image648.png"/><Relationship Id="rId481" Type="http://schemas.openxmlformats.org/officeDocument/2006/relationships/customXml" Target="../ink/ink740.xml"/><Relationship Id="rId27" Type="http://schemas.openxmlformats.org/officeDocument/2006/relationships/customXml" Target="../ink/ink513.xml"/><Relationship Id="rId69" Type="http://schemas.openxmlformats.org/officeDocument/2006/relationships/customXml" Target="../ink/ink534.xml"/><Relationship Id="rId134" Type="http://schemas.openxmlformats.org/officeDocument/2006/relationships/image" Target="../media/image580.png"/><Relationship Id="rId537" Type="http://schemas.openxmlformats.org/officeDocument/2006/relationships/customXml" Target="../ink/ink768.xml"/><Relationship Id="rId579" Type="http://schemas.openxmlformats.org/officeDocument/2006/relationships/customXml" Target="../ink/ink789.xml"/><Relationship Id="rId80" Type="http://schemas.openxmlformats.org/officeDocument/2006/relationships/image" Target="../media/image553.png"/><Relationship Id="rId176" Type="http://schemas.openxmlformats.org/officeDocument/2006/relationships/image" Target="../media/image122.png"/><Relationship Id="rId341" Type="http://schemas.openxmlformats.org/officeDocument/2006/relationships/customXml" Target="../ink/ink670.xml"/><Relationship Id="rId383" Type="http://schemas.openxmlformats.org/officeDocument/2006/relationships/customXml" Target="../ink/ink691.xml"/><Relationship Id="rId439" Type="http://schemas.openxmlformats.org/officeDocument/2006/relationships/customXml" Target="../ink/ink719.xml"/><Relationship Id="rId590" Type="http://schemas.openxmlformats.org/officeDocument/2006/relationships/image" Target="../media/image805.png"/><Relationship Id="rId604" Type="http://schemas.openxmlformats.org/officeDocument/2006/relationships/image" Target="../media/image812.png"/><Relationship Id="rId646" Type="http://schemas.openxmlformats.org/officeDocument/2006/relationships/image" Target="../media/image833.png"/><Relationship Id="rId201" Type="http://schemas.openxmlformats.org/officeDocument/2006/relationships/customXml" Target="../ink/ink600.xml"/><Relationship Id="rId243" Type="http://schemas.openxmlformats.org/officeDocument/2006/relationships/customXml" Target="../ink/ink621.xml"/><Relationship Id="rId285" Type="http://schemas.openxmlformats.org/officeDocument/2006/relationships/customXml" Target="../ink/ink642.xml"/><Relationship Id="rId450" Type="http://schemas.openxmlformats.org/officeDocument/2006/relationships/image" Target="../media/image736.png"/><Relationship Id="rId506" Type="http://schemas.openxmlformats.org/officeDocument/2006/relationships/image" Target="../media/image764.png"/><Relationship Id="rId38" Type="http://schemas.openxmlformats.org/officeDocument/2006/relationships/image" Target="../media/image533.png"/><Relationship Id="rId103" Type="http://schemas.openxmlformats.org/officeDocument/2006/relationships/customXml" Target="../ink/ink551.xml"/><Relationship Id="rId310" Type="http://schemas.openxmlformats.org/officeDocument/2006/relationships/image" Target="../media/image666.png"/><Relationship Id="rId492" Type="http://schemas.openxmlformats.org/officeDocument/2006/relationships/image" Target="../media/image757.png"/><Relationship Id="rId548" Type="http://schemas.openxmlformats.org/officeDocument/2006/relationships/image" Target="../media/image785.png"/><Relationship Id="rId91" Type="http://schemas.openxmlformats.org/officeDocument/2006/relationships/customXml" Target="../ink/ink545.xml"/><Relationship Id="rId145" Type="http://schemas.openxmlformats.org/officeDocument/2006/relationships/customXml" Target="../ink/ink572.xml"/><Relationship Id="rId187" Type="http://schemas.openxmlformats.org/officeDocument/2006/relationships/customXml" Target="../ink/ink593.xml"/><Relationship Id="rId352" Type="http://schemas.openxmlformats.org/officeDocument/2006/relationships/image" Target="../media/image687.png"/><Relationship Id="rId394" Type="http://schemas.openxmlformats.org/officeDocument/2006/relationships/image" Target="../media/image708.png"/><Relationship Id="rId408" Type="http://schemas.openxmlformats.org/officeDocument/2006/relationships/image" Target="../media/image715.png"/><Relationship Id="rId615" Type="http://schemas.openxmlformats.org/officeDocument/2006/relationships/customXml" Target="../ink/ink807.xml"/><Relationship Id="rId212" Type="http://schemas.openxmlformats.org/officeDocument/2006/relationships/image" Target="../media/image617.png"/><Relationship Id="rId254" Type="http://schemas.openxmlformats.org/officeDocument/2006/relationships/image" Target="../media/image638.png"/><Relationship Id="rId657" Type="http://schemas.openxmlformats.org/officeDocument/2006/relationships/customXml" Target="../ink/ink828.xml"/><Relationship Id="rId49" Type="http://schemas.openxmlformats.org/officeDocument/2006/relationships/customXml" Target="../ink/ink524.xml"/><Relationship Id="rId114" Type="http://schemas.openxmlformats.org/officeDocument/2006/relationships/image" Target="../media/image570.png"/><Relationship Id="rId296" Type="http://schemas.openxmlformats.org/officeDocument/2006/relationships/image" Target="../media/image659.png"/><Relationship Id="rId461" Type="http://schemas.openxmlformats.org/officeDocument/2006/relationships/customXml" Target="../ink/ink730.xml"/><Relationship Id="rId517" Type="http://schemas.openxmlformats.org/officeDocument/2006/relationships/customXml" Target="../ink/ink758.xml"/><Relationship Id="rId559" Type="http://schemas.openxmlformats.org/officeDocument/2006/relationships/customXml" Target="../ink/ink779.xml"/><Relationship Id="rId60" Type="http://schemas.openxmlformats.org/officeDocument/2006/relationships/image" Target="../media/image489.png"/><Relationship Id="rId81" Type="http://schemas.openxmlformats.org/officeDocument/2006/relationships/customXml" Target="../ink/ink540.xml"/><Relationship Id="rId135" Type="http://schemas.openxmlformats.org/officeDocument/2006/relationships/customXml" Target="../ink/ink567.xml"/><Relationship Id="rId156" Type="http://schemas.openxmlformats.org/officeDocument/2006/relationships/image" Target="../media/image591.png"/><Relationship Id="rId177" Type="http://schemas.openxmlformats.org/officeDocument/2006/relationships/customXml" Target="../ink/ink588.xml"/><Relationship Id="rId198" Type="http://schemas.openxmlformats.org/officeDocument/2006/relationships/image" Target="../media/image610.png"/><Relationship Id="rId321" Type="http://schemas.openxmlformats.org/officeDocument/2006/relationships/customXml" Target="../ink/ink660.xml"/><Relationship Id="rId342" Type="http://schemas.openxmlformats.org/officeDocument/2006/relationships/image" Target="../media/image682.png"/><Relationship Id="rId363" Type="http://schemas.openxmlformats.org/officeDocument/2006/relationships/customXml" Target="../ink/ink681.xml"/><Relationship Id="rId384" Type="http://schemas.openxmlformats.org/officeDocument/2006/relationships/image" Target="../media/image703.png"/><Relationship Id="rId419" Type="http://schemas.openxmlformats.org/officeDocument/2006/relationships/customXml" Target="../ink/ink709.xml"/><Relationship Id="rId570" Type="http://schemas.openxmlformats.org/officeDocument/2006/relationships/image" Target="../media/image796.png"/><Relationship Id="rId591" Type="http://schemas.openxmlformats.org/officeDocument/2006/relationships/customXml" Target="../ink/ink795.xml"/><Relationship Id="rId605" Type="http://schemas.openxmlformats.org/officeDocument/2006/relationships/customXml" Target="../ink/ink802.xml"/><Relationship Id="rId626" Type="http://schemas.openxmlformats.org/officeDocument/2006/relationships/image" Target="../media/image823.png"/><Relationship Id="rId202" Type="http://schemas.openxmlformats.org/officeDocument/2006/relationships/image" Target="../media/image612.png"/><Relationship Id="rId223" Type="http://schemas.openxmlformats.org/officeDocument/2006/relationships/customXml" Target="../ink/ink611.xml"/><Relationship Id="rId244" Type="http://schemas.openxmlformats.org/officeDocument/2006/relationships/image" Target="../media/image633.png"/><Relationship Id="rId430" Type="http://schemas.openxmlformats.org/officeDocument/2006/relationships/image" Target="../media/image726.png"/><Relationship Id="rId647" Type="http://schemas.openxmlformats.org/officeDocument/2006/relationships/customXml" Target="../ink/ink823.xml"/><Relationship Id="rId18" Type="http://schemas.openxmlformats.org/officeDocument/2006/relationships/image" Target="../media/image523.png"/><Relationship Id="rId39" Type="http://schemas.openxmlformats.org/officeDocument/2006/relationships/customXml" Target="../ink/ink519.xml"/><Relationship Id="rId265" Type="http://schemas.openxmlformats.org/officeDocument/2006/relationships/customXml" Target="../ink/ink632.xml"/><Relationship Id="rId286" Type="http://schemas.openxmlformats.org/officeDocument/2006/relationships/image" Target="../media/image654.png"/><Relationship Id="rId451" Type="http://schemas.openxmlformats.org/officeDocument/2006/relationships/customXml" Target="../ink/ink725.xml"/><Relationship Id="rId472" Type="http://schemas.openxmlformats.org/officeDocument/2006/relationships/image" Target="../media/image747.png"/><Relationship Id="rId493" Type="http://schemas.openxmlformats.org/officeDocument/2006/relationships/customXml" Target="../ink/ink746.xml"/><Relationship Id="rId507" Type="http://schemas.openxmlformats.org/officeDocument/2006/relationships/customXml" Target="../ink/ink753.xml"/><Relationship Id="rId528" Type="http://schemas.openxmlformats.org/officeDocument/2006/relationships/image" Target="../media/image775.png"/><Relationship Id="rId549" Type="http://schemas.openxmlformats.org/officeDocument/2006/relationships/customXml" Target="../ink/ink774.xml"/><Relationship Id="rId50" Type="http://schemas.openxmlformats.org/officeDocument/2006/relationships/image" Target="../media/image539.png"/><Relationship Id="rId104" Type="http://schemas.openxmlformats.org/officeDocument/2006/relationships/image" Target="../media/image565.png"/><Relationship Id="rId125" Type="http://schemas.openxmlformats.org/officeDocument/2006/relationships/customXml" Target="../ink/ink562.xml"/><Relationship Id="rId146" Type="http://schemas.openxmlformats.org/officeDocument/2006/relationships/image" Target="../media/image586.png"/><Relationship Id="rId167" Type="http://schemas.openxmlformats.org/officeDocument/2006/relationships/customXml" Target="../ink/ink583.xml"/><Relationship Id="rId188" Type="http://schemas.openxmlformats.org/officeDocument/2006/relationships/image" Target="../media/image605.png"/><Relationship Id="rId311" Type="http://schemas.openxmlformats.org/officeDocument/2006/relationships/customXml" Target="../ink/ink655.xml"/><Relationship Id="rId332" Type="http://schemas.openxmlformats.org/officeDocument/2006/relationships/image" Target="../media/image677.png"/><Relationship Id="rId353" Type="http://schemas.openxmlformats.org/officeDocument/2006/relationships/customXml" Target="../ink/ink676.xml"/><Relationship Id="rId374" Type="http://schemas.openxmlformats.org/officeDocument/2006/relationships/image" Target="../media/image698.png"/><Relationship Id="rId395" Type="http://schemas.openxmlformats.org/officeDocument/2006/relationships/customXml" Target="../ink/ink697.xml"/><Relationship Id="rId409" Type="http://schemas.openxmlformats.org/officeDocument/2006/relationships/customXml" Target="../ink/ink704.xml"/><Relationship Id="rId560" Type="http://schemas.openxmlformats.org/officeDocument/2006/relationships/image" Target="../media/image791.png"/><Relationship Id="rId581" Type="http://schemas.openxmlformats.org/officeDocument/2006/relationships/customXml" Target="../ink/ink790.xml"/><Relationship Id="rId71" Type="http://schemas.openxmlformats.org/officeDocument/2006/relationships/customXml" Target="../ink/ink535.xml"/><Relationship Id="rId92" Type="http://schemas.openxmlformats.org/officeDocument/2006/relationships/image" Target="../media/image559.png"/><Relationship Id="rId213" Type="http://schemas.openxmlformats.org/officeDocument/2006/relationships/customXml" Target="../ink/ink606.xml"/><Relationship Id="rId234" Type="http://schemas.openxmlformats.org/officeDocument/2006/relationships/image" Target="../media/image628.png"/><Relationship Id="rId420" Type="http://schemas.openxmlformats.org/officeDocument/2006/relationships/image" Target="../media/image721.png"/><Relationship Id="rId616" Type="http://schemas.openxmlformats.org/officeDocument/2006/relationships/image" Target="../media/image818.png"/><Relationship Id="rId637" Type="http://schemas.openxmlformats.org/officeDocument/2006/relationships/customXml" Target="../ink/ink818.xml"/><Relationship Id="rId658" Type="http://schemas.openxmlformats.org/officeDocument/2006/relationships/image" Target="../media/image839.png"/><Relationship Id="rId2" Type="http://schemas.openxmlformats.org/officeDocument/2006/relationships/customXml" Target="../ink/ink501.xml"/><Relationship Id="rId29" Type="http://schemas.openxmlformats.org/officeDocument/2006/relationships/customXml" Target="../ink/ink514.xml"/><Relationship Id="rId255" Type="http://schemas.openxmlformats.org/officeDocument/2006/relationships/customXml" Target="../ink/ink627.xml"/><Relationship Id="rId276" Type="http://schemas.openxmlformats.org/officeDocument/2006/relationships/image" Target="../media/image649.png"/><Relationship Id="rId297" Type="http://schemas.openxmlformats.org/officeDocument/2006/relationships/customXml" Target="../ink/ink648.xml"/><Relationship Id="rId441" Type="http://schemas.openxmlformats.org/officeDocument/2006/relationships/customXml" Target="../ink/ink720.xml"/><Relationship Id="rId462" Type="http://schemas.openxmlformats.org/officeDocument/2006/relationships/image" Target="../media/image742.png"/><Relationship Id="rId483" Type="http://schemas.openxmlformats.org/officeDocument/2006/relationships/customXml" Target="../ink/ink741.xml"/><Relationship Id="rId518" Type="http://schemas.openxmlformats.org/officeDocument/2006/relationships/image" Target="../media/image770.png"/><Relationship Id="rId539" Type="http://schemas.openxmlformats.org/officeDocument/2006/relationships/customXml" Target="../ink/ink769.xml"/><Relationship Id="rId40" Type="http://schemas.openxmlformats.org/officeDocument/2006/relationships/image" Target="../media/image534.png"/><Relationship Id="rId115" Type="http://schemas.openxmlformats.org/officeDocument/2006/relationships/customXml" Target="../ink/ink557.xml"/><Relationship Id="rId136" Type="http://schemas.openxmlformats.org/officeDocument/2006/relationships/image" Target="../media/image581.png"/><Relationship Id="rId157" Type="http://schemas.openxmlformats.org/officeDocument/2006/relationships/customXml" Target="../ink/ink578.xml"/><Relationship Id="rId178" Type="http://schemas.openxmlformats.org/officeDocument/2006/relationships/image" Target="../media/image600.png"/><Relationship Id="rId301" Type="http://schemas.openxmlformats.org/officeDocument/2006/relationships/customXml" Target="../ink/ink650.xml"/><Relationship Id="rId322" Type="http://schemas.openxmlformats.org/officeDocument/2006/relationships/image" Target="../media/image672.png"/><Relationship Id="rId343" Type="http://schemas.openxmlformats.org/officeDocument/2006/relationships/customXml" Target="../ink/ink671.xml"/><Relationship Id="rId364" Type="http://schemas.openxmlformats.org/officeDocument/2006/relationships/image" Target="../media/image693.png"/><Relationship Id="rId550" Type="http://schemas.openxmlformats.org/officeDocument/2006/relationships/image" Target="../media/image786.png"/><Relationship Id="rId61" Type="http://schemas.openxmlformats.org/officeDocument/2006/relationships/customXml" Target="../ink/ink530.xml"/><Relationship Id="rId82" Type="http://schemas.openxmlformats.org/officeDocument/2006/relationships/image" Target="../media/image554.png"/><Relationship Id="rId199" Type="http://schemas.openxmlformats.org/officeDocument/2006/relationships/customXml" Target="../ink/ink599.xml"/><Relationship Id="rId203" Type="http://schemas.openxmlformats.org/officeDocument/2006/relationships/customXml" Target="../ink/ink601.xml"/><Relationship Id="rId385" Type="http://schemas.openxmlformats.org/officeDocument/2006/relationships/customXml" Target="../ink/ink692.xml"/><Relationship Id="rId571" Type="http://schemas.openxmlformats.org/officeDocument/2006/relationships/customXml" Target="../ink/ink785.xml"/><Relationship Id="rId592" Type="http://schemas.openxmlformats.org/officeDocument/2006/relationships/image" Target="../media/image806.png"/><Relationship Id="rId606" Type="http://schemas.openxmlformats.org/officeDocument/2006/relationships/image" Target="../media/image813.png"/><Relationship Id="rId627" Type="http://schemas.openxmlformats.org/officeDocument/2006/relationships/customXml" Target="../ink/ink813.xml"/><Relationship Id="rId648" Type="http://schemas.openxmlformats.org/officeDocument/2006/relationships/image" Target="../media/image834.png"/><Relationship Id="rId19" Type="http://schemas.openxmlformats.org/officeDocument/2006/relationships/customXml" Target="../ink/ink509.xml"/><Relationship Id="rId224" Type="http://schemas.openxmlformats.org/officeDocument/2006/relationships/image" Target="../media/image623.png"/><Relationship Id="rId245" Type="http://schemas.openxmlformats.org/officeDocument/2006/relationships/customXml" Target="../ink/ink622.xml"/><Relationship Id="rId266" Type="http://schemas.openxmlformats.org/officeDocument/2006/relationships/image" Target="../media/image644.png"/><Relationship Id="rId287" Type="http://schemas.openxmlformats.org/officeDocument/2006/relationships/customXml" Target="../ink/ink643.xml"/><Relationship Id="rId410" Type="http://schemas.openxmlformats.org/officeDocument/2006/relationships/image" Target="../media/image716.png"/><Relationship Id="rId431" Type="http://schemas.openxmlformats.org/officeDocument/2006/relationships/customXml" Target="../ink/ink715.xml"/><Relationship Id="rId452" Type="http://schemas.openxmlformats.org/officeDocument/2006/relationships/image" Target="../media/image737.png"/><Relationship Id="rId473" Type="http://schemas.openxmlformats.org/officeDocument/2006/relationships/customXml" Target="../ink/ink736.xml"/><Relationship Id="rId494" Type="http://schemas.openxmlformats.org/officeDocument/2006/relationships/image" Target="../media/image758.png"/><Relationship Id="rId508" Type="http://schemas.openxmlformats.org/officeDocument/2006/relationships/image" Target="../media/image765.png"/><Relationship Id="rId529" Type="http://schemas.openxmlformats.org/officeDocument/2006/relationships/customXml" Target="../ink/ink764.xml"/><Relationship Id="rId30" Type="http://schemas.openxmlformats.org/officeDocument/2006/relationships/image" Target="../media/image529.png"/><Relationship Id="rId105" Type="http://schemas.openxmlformats.org/officeDocument/2006/relationships/customXml" Target="../ink/ink552.xml"/><Relationship Id="rId126" Type="http://schemas.openxmlformats.org/officeDocument/2006/relationships/image" Target="../media/image576.png"/><Relationship Id="rId147" Type="http://schemas.openxmlformats.org/officeDocument/2006/relationships/customXml" Target="../ink/ink573.xml"/><Relationship Id="rId168" Type="http://schemas.openxmlformats.org/officeDocument/2006/relationships/image" Target="../media/image597.png"/><Relationship Id="rId312" Type="http://schemas.openxmlformats.org/officeDocument/2006/relationships/image" Target="../media/image667.png"/><Relationship Id="rId333" Type="http://schemas.openxmlformats.org/officeDocument/2006/relationships/customXml" Target="../ink/ink666.xml"/><Relationship Id="rId354" Type="http://schemas.openxmlformats.org/officeDocument/2006/relationships/image" Target="../media/image688.png"/><Relationship Id="rId540" Type="http://schemas.openxmlformats.org/officeDocument/2006/relationships/image" Target="../media/image781.png"/><Relationship Id="rId51" Type="http://schemas.openxmlformats.org/officeDocument/2006/relationships/customXml" Target="../ink/ink525.xml"/><Relationship Id="rId72" Type="http://schemas.openxmlformats.org/officeDocument/2006/relationships/image" Target="../media/image549.png"/><Relationship Id="rId93" Type="http://schemas.openxmlformats.org/officeDocument/2006/relationships/customXml" Target="../ink/ink546.xml"/><Relationship Id="rId189" Type="http://schemas.openxmlformats.org/officeDocument/2006/relationships/customXml" Target="../ink/ink594.xml"/><Relationship Id="rId375" Type="http://schemas.openxmlformats.org/officeDocument/2006/relationships/customXml" Target="../ink/ink687.xml"/><Relationship Id="rId396" Type="http://schemas.openxmlformats.org/officeDocument/2006/relationships/image" Target="../media/image709.png"/><Relationship Id="rId561" Type="http://schemas.openxmlformats.org/officeDocument/2006/relationships/customXml" Target="../ink/ink780.xml"/><Relationship Id="rId582" Type="http://schemas.openxmlformats.org/officeDocument/2006/relationships/image" Target="../media/image801.png"/><Relationship Id="rId617" Type="http://schemas.openxmlformats.org/officeDocument/2006/relationships/customXml" Target="../ink/ink808.xml"/><Relationship Id="rId638" Type="http://schemas.openxmlformats.org/officeDocument/2006/relationships/image" Target="../media/image829.png"/><Relationship Id="rId659" Type="http://schemas.openxmlformats.org/officeDocument/2006/relationships/customXml" Target="../ink/ink829.xml"/><Relationship Id="rId3" Type="http://schemas.openxmlformats.org/officeDocument/2006/relationships/image" Target="../media/image515.png"/><Relationship Id="rId214" Type="http://schemas.openxmlformats.org/officeDocument/2006/relationships/image" Target="../media/image618.png"/><Relationship Id="rId235" Type="http://schemas.openxmlformats.org/officeDocument/2006/relationships/customXml" Target="../ink/ink617.xml"/><Relationship Id="rId256" Type="http://schemas.openxmlformats.org/officeDocument/2006/relationships/image" Target="../media/image639.png"/><Relationship Id="rId277" Type="http://schemas.openxmlformats.org/officeDocument/2006/relationships/customXml" Target="../ink/ink638.xml"/><Relationship Id="rId298" Type="http://schemas.openxmlformats.org/officeDocument/2006/relationships/image" Target="../media/image660.png"/><Relationship Id="rId400" Type="http://schemas.openxmlformats.org/officeDocument/2006/relationships/image" Target="../media/image711.png"/><Relationship Id="rId421" Type="http://schemas.openxmlformats.org/officeDocument/2006/relationships/customXml" Target="../ink/ink710.xml"/><Relationship Id="rId442" Type="http://schemas.openxmlformats.org/officeDocument/2006/relationships/image" Target="../media/image732.png"/><Relationship Id="rId463" Type="http://schemas.openxmlformats.org/officeDocument/2006/relationships/customXml" Target="../ink/ink731.xml"/><Relationship Id="rId484" Type="http://schemas.openxmlformats.org/officeDocument/2006/relationships/image" Target="../media/image753.png"/><Relationship Id="rId519" Type="http://schemas.openxmlformats.org/officeDocument/2006/relationships/customXml" Target="../ink/ink759.xml"/><Relationship Id="rId116" Type="http://schemas.openxmlformats.org/officeDocument/2006/relationships/image" Target="../media/image571.png"/><Relationship Id="rId137" Type="http://schemas.openxmlformats.org/officeDocument/2006/relationships/customXml" Target="../ink/ink568.xml"/><Relationship Id="rId158" Type="http://schemas.openxmlformats.org/officeDocument/2006/relationships/image" Target="../media/image592.png"/><Relationship Id="rId302" Type="http://schemas.openxmlformats.org/officeDocument/2006/relationships/image" Target="../media/image662.png"/><Relationship Id="rId323" Type="http://schemas.openxmlformats.org/officeDocument/2006/relationships/customXml" Target="../ink/ink661.xml"/><Relationship Id="rId344" Type="http://schemas.openxmlformats.org/officeDocument/2006/relationships/image" Target="../media/image683.png"/><Relationship Id="rId530" Type="http://schemas.openxmlformats.org/officeDocument/2006/relationships/image" Target="../media/image776.png"/><Relationship Id="rId20" Type="http://schemas.openxmlformats.org/officeDocument/2006/relationships/image" Target="../media/image524.png"/><Relationship Id="rId41" Type="http://schemas.openxmlformats.org/officeDocument/2006/relationships/customXml" Target="../ink/ink520.xml"/><Relationship Id="rId62" Type="http://schemas.openxmlformats.org/officeDocument/2006/relationships/image" Target="../media/image544.png"/><Relationship Id="rId83" Type="http://schemas.openxmlformats.org/officeDocument/2006/relationships/customXml" Target="../ink/ink541.xml"/><Relationship Id="rId179" Type="http://schemas.openxmlformats.org/officeDocument/2006/relationships/customXml" Target="../ink/ink589.xml"/><Relationship Id="rId365" Type="http://schemas.openxmlformats.org/officeDocument/2006/relationships/customXml" Target="../ink/ink682.xml"/><Relationship Id="rId386" Type="http://schemas.openxmlformats.org/officeDocument/2006/relationships/image" Target="../media/image704.png"/><Relationship Id="rId551" Type="http://schemas.openxmlformats.org/officeDocument/2006/relationships/customXml" Target="../ink/ink775.xml"/><Relationship Id="rId572" Type="http://schemas.openxmlformats.org/officeDocument/2006/relationships/image" Target="../media/image797.png"/><Relationship Id="rId593" Type="http://schemas.openxmlformats.org/officeDocument/2006/relationships/customXml" Target="../ink/ink796.xml"/><Relationship Id="rId607" Type="http://schemas.openxmlformats.org/officeDocument/2006/relationships/customXml" Target="../ink/ink803.xml"/><Relationship Id="rId628" Type="http://schemas.openxmlformats.org/officeDocument/2006/relationships/image" Target="../media/image824.png"/><Relationship Id="rId649" Type="http://schemas.openxmlformats.org/officeDocument/2006/relationships/customXml" Target="../ink/ink824.xml"/><Relationship Id="rId190" Type="http://schemas.openxmlformats.org/officeDocument/2006/relationships/image" Target="../media/image606.png"/><Relationship Id="rId204" Type="http://schemas.openxmlformats.org/officeDocument/2006/relationships/image" Target="../media/image613.png"/><Relationship Id="rId225" Type="http://schemas.openxmlformats.org/officeDocument/2006/relationships/customXml" Target="../ink/ink612.xml"/><Relationship Id="rId246" Type="http://schemas.openxmlformats.org/officeDocument/2006/relationships/image" Target="../media/image634.png"/><Relationship Id="rId267" Type="http://schemas.openxmlformats.org/officeDocument/2006/relationships/customXml" Target="../ink/ink633.xml"/><Relationship Id="rId288" Type="http://schemas.openxmlformats.org/officeDocument/2006/relationships/image" Target="../media/image655.png"/><Relationship Id="rId411" Type="http://schemas.openxmlformats.org/officeDocument/2006/relationships/customXml" Target="../ink/ink705.xml"/><Relationship Id="rId432" Type="http://schemas.openxmlformats.org/officeDocument/2006/relationships/image" Target="../media/image727.png"/><Relationship Id="rId453" Type="http://schemas.openxmlformats.org/officeDocument/2006/relationships/customXml" Target="../ink/ink726.xml"/><Relationship Id="rId474" Type="http://schemas.openxmlformats.org/officeDocument/2006/relationships/image" Target="../media/image748.png"/><Relationship Id="rId509" Type="http://schemas.openxmlformats.org/officeDocument/2006/relationships/customXml" Target="../ink/ink754.xml"/><Relationship Id="rId660" Type="http://schemas.openxmlformats.org/officeDocument/2006/relationships/image" Target="../media/image840.png"/><Relationship Id="rId106" Type="http://schemas.openxmlformats.org/officeDocument/2006/relationships/image" Target="../media/image566.png"/><Relationship Id="rId127" Type="http://schemas.openxmlformats.org/officeDocument/2006/relationships/customXml" Target="../ink/ink563.xml"/><Relationship Id="rId313" Type="http://schemas.openxmlformats.org/officeDocument/2006/relationships/customXml" Target="../ink/ink656.xml"/><Relationship Id="rId495" Type="http://schemas.openxmlformats.org/officeDocument/2006/relationships/customXml" Target="../ink/ink747.xml"/><Relationship Id="rId10" Type="http://schemas.openxmlformats.org/officeDocument/2006/relationships/customXml" Target="../ink/ink505.xml"/><Relationship Id="rId31" Type="http://schemas.openxmlformats.org/officeDocument/2006/relationships/customXml" Target="../ink/ink515.xml"/><Relationship Id="rId52" Type="http://schemas.openxmlformats.org/officeDocument/2006/relationships/image" Target="../media/image540.png"/><Relationship Id="rId73" Type="http://schemas.openxmlformats.org/officeDocument/2006/relationships/customXml" Target="../ink/ink536.xml"/><Relationship Id="rId94" Type="http://schemas.openxmlformats.org/officeDocument/2006/relationships/image" Target="../media/image560.png"/><Relationship Id="rId148" Type="http://schemas.openxmlformats.org/officeDocument/2006/relationships/image" Target="../media/image587.png"/><Relationship Id="rId169" Type="http://schemas.openxmlformats.org/officeDocument/2006/relationships/customXml" Target="../ink/ink584.xml"/><Relationship Id="rId334" Type="http://schemas.openxmlformats.org/officeDocument/2006/relationships/image" Target="../media/image678.png"/><Relationship Id="rId355" Type="http://schemas.openxmlformats.org/officeDocument/2006/relationships/customXml" Target="../ink/ink677.xml"/><Relationship Id="rId376" Type="http://schemas.openxmlformats.org/officeDocument/2006/relationships/image" Target="../media/image699.png"/><Relationship Id="rId397" Type="http://schemas.openxmlformats.org/officeDocument/2006/relationships/customXml" Target="../ink/ink698.xml"/><Relationship Id="rId520" Type="http://schemas.openxmlformats.org/officeDocument/2006/relationships/image" Target="../media/image771.png"/><Relationship Id="rId541" Type="http://schemas.openxmlformats.org/officeDocument/2006/relationships/customXml" Target="../ink/ink770.xml"/><Relationship Id="rId562" Type="http://schemas.openxmlformats.org/officeDocument/2006/relationships/image" Target="../media/image792.png"/><Relationship Id="rId583" Type="http://schemas.openxmlformats.org/officeDocument/2006/relationships/customXml" Target="../ink/ink791.xml"/><Relationship Id="rId618" Type="http://schemas.openxmlformats.org/officeDocument/2006/relationships/image" Target="../media/image819.png"/><Relationship Id="rId639" Type="http://schemas.openxmlformats.org/officeDocument/2006/relationships/customXml" Target="../ink/ink819.xml"/><Relationship Id="rId4" Type="http://schemas.openxmlformats.org/officeDocument/2006/relationships/customXml" Target="../ink/ink502.xml"/><Relationship Id="rId180" Type="http://schemas.openxmlformats.org/officeDocument/2006/relationships/image" Target="../media/image601.png"/><Relationship Id="rId215" Type="http://schemas.openxmlformats.org/officeDocument/2006/relationships/customXml" Target="../ink/ink607.xml"/><Relationship Id="rId236" Type="http://schemas.openxmlformats.org/officeDocument/2006/relationships/image" Target="../media/image629.png"/><Relationship Id="rId257" Type="http://schemas.openxmlformats.org/officeDocument/2006/relationships/customXml" Target="../ink/ink628.xml"/><Relationship Id="rId278" Type="http://schemas.openxmlformats.org/officeDocument/2006/relationships/image" Target="../media/image650.png"/><Relationship Id="rId401" Type="http://schemas.openxmlformats.org/officeDocument/2006/relationships/customXml" Target="../ink/ink700.xml"/><Relationship Id="rId422" Type="http://schemas.openxmlformats.org/officeDocument/2006/relationships/image" Target="../media/image722.png"/><Relationship Id="rId443" Type="http://schemas.openxmlformats.org/officeDocument/2006/relationships/customXml" Target="../ink/ink721.xml"/><Relationship Id="rId464" Type="http://schemas.openxmlformats.org/officeDocument/2006/relationships/image" Target="../media/image743.png"/><Relationship Id="rId650" Type="http://schemas.openxmlformats.org/officeDocument/2006/relationships/image" Target="../media/image835.png"/><Relationship Id="rId303" Type="http://schemas.openxmlformats.org/officeDocument/2006/relationships/customXml" Target="../ink/ink651.xml"/><Relationship Id="rId485" Type="http://schemas.openxmlformats.org/officeDocument/2006/relationships/customXml" Target="../ink/ink742.xml"/><Relationship Id="rId42" Type="http://schemas.openxmlformats.org/officeDocument/2006/relationships/image" Target="../media/image535.png"/><Relationship Id="rId84" Type="http://schemas.openxmlformats.org/officeDocument/2006/relationships/image" Target="../media/image555.png"/><Relationship Id="rId138" Type="http://schemas.openxmlformats.org/officeDocument/2006/relationships/image" Target="../media/image582.png"/><Relationship Id="rId345" Type="http://schemas.openxmlformats.org/officeDocument/2006/relationships/customXml" Target="../ink/ink672.xml"/><Relationship Id="rId387" Type="http://schemas.openxmlformats.org/officeDocument/2006/relationships/customXml" Target="../ink/ink693.xml"/><Relationship Id="rId510" Type="http://schemas.openxmlformats.org/officeDocument/2006/relationships/image" Target="../media/image766.png"/><Relationship Id="rId552" Type="http://schemas.openxmlformats.org/officeDocument/2006/relationships/image" Target="../media/image787.png"/><Relationship Id="rId594" Type="http://schemas.openxmlformats.org/officeDocument/2006/relationships/image" Target="../media/image807.png"/><Relationship Id="rId608" Type="http://schemas.openxmlformats.org/officeDocument/2006/relationships/image" Target="../media/image814.png"/><Relationship Id="rId191" Type="http://schemas.openxmlformats.org/officeDocument/2006/relationships/customXml" Target="../ink/ink595.xml"/><Relationship Id="rId205" Type="http://schemas.openxmlformats.org/officeDocument/2006/relationships/customXml" Target="../ink/ink602.xml"/><Relationship Id="rId247" Type="http://schemas.openxmlformats.org/officeDocument/2006/relationships/customXml" Target="../ink/ink623.xml"/><Relationship Id="rId412" Type="http://schemas.openxmlformats.org/officeDocument/2006/relationships/image" Target="../media/image717.png"/><Relationship Id="rId107" Type="http://schemas.openxmlformats.org/officeDocument/2006/relationships/customXml" Target="../ink/ink553.xml"/><Relationship Id="rId289" Type="http://schemas.openxmlformats.org/officeDocument/2006/relationships/customXml" Target="../ink/ink644.xml"/><Relationship Id="rId454" Type="http://schemas.openxmlformats.org/officeDocument/2006/relationships/image" Target="../media/image738.png"/><Relationship Id="rId496" Type="http://schemas.openxmlformats.org/officeDocument/2006/relationships/image" Target="../media/image759.png"/><Relationship Id="rId11" Type="http://schemas.openxmlformats.org/officeDocument/2006/relationships/image" Target="../media/image519.png"/><Relationship Id="rId53" Type="http://schemas.openxmlformats.org/officeDocument/2006/relationships/customXml" Target="../ink/ink526.xml"/><Relationship Id="rId149" Type="http://schemas.openxmlformats.org/officeDocument/2006/relationships/customXml" Target="../ink/ink574.xml"/><Relationship Id="rId314" Type="http://schemas.openxmlformats.org/officeDocument/2006/relationships/image" Target="../media/image668.png"/><Relationship Id="rId356" Type="http://schemas.openxmlformats.org/officeDocument/2006/relationships/image" Target="../media/image689.png"/><Relationship Id="rId398" Type="http://schemas.openxmlformats.org/officeDocument/2006/relationships/image" Target="../media/image710.png"/><Relationship Id="rId521" Type="http://schemas.openxmlformats.org/officeDocument/2006/relationships/customXml" Target="../ink/ink760.xml"/><Relationship Id="rId563" Type="http://schemas.openxmlformats.org/officeDocument/2006/relationships/customXml" Target="../ink/ink781.xml"/><Relationship Id="rId619" Type="http://schemas.openxmlformats.org/officeDocument/2006/relationships/customXml" Target="../ink/ink809.xml"/><Relationship Id="rId95" Type="http://schemas.openxmlformats.org/officeDocument/2006/relationships/customXml" Target="../ink/ink547.xml"/><Relationship Id="rId160" Type="http://schemas.openxmlformats.org/officeDocument/2006/relationships/image" Target="../media/image593.png"/><Relationship Id="rId216" Type="http://schemas.openxmlformats.org/officeDocument/2006/relationships/image" Target="../media/image619.png"/><Relationship Id="rId423" Type="http://schemas.openxmlformats.org/officeDocument/2006/relationships/customXml" Target="../ink/ink711.xml"/><Relationship Id="rId258" Type="http://schemas.openxmlformats.org/officeDocument/2006/relationships/image" Target="../media/image640.png"/><Relationship Id="rId465" Type="http://schemas.openxmlformats.org/officeDocument/2006/relationships/customXml" Target="../ink/ink732.xml"/><Relationship Id="rId630" Type="http://schemas.openxmlformats.org/officeDocument/2006/relationships/image" Target="../media/image825.png"/><Relationship Id="rId22" Type="http://schemas.openxmlformats.org/officeDocument/2006/relationships/image" Target="../media/image525.png"/><Relationship Id="rId64" Type="http://schemas.openxmlformats.org/officeDocument/2006/relationships/image" Target="../media/image545.png"/><Relationship Id="rId118" Type="http://schemas.openxmlformats.org/officeDocument/2006/relationships/image" Target="../media/image572.png"/><Relationship Id="rId325" Type="http://schemas.openxmlformats.org/officeDocument/2006/relationships/customXml" Target="../ink/ink662.xml"/><Relationship Id="rId367" Type="http://schemas.openxmlformats.org/officeDocument/2006/relationships/customXml" Target="../ink/ink683.xml"/><Relationship Id="rId532" Type="http://schemas.openxmlformats.org/officeDocument/2006/relationships/image" Target="../media/image777.png"/><Relationship Id="rId574" Type="http://schemas.openxmlformats.org/officeDocument/2006/relationships/image" Target="../media/image508.png"/><Relationship Id="rId171" Type="http://schemas.openxmlformats.org/officeDocument/2006/relationships/customXml" Target="../ink/ink585.xml"/><Relationship Id="rId227" Type="http://schemas.openxmlformats.org/officeDocument/2006/relationships/customXml" Target="../ink/ink613.xml"/><Relationship Id="rId269" Type="http://schemas.openxmlformats.org/officeDocument/2006/relationships/customXml" Target="../ink/ink634.xml"/><Relationship Id="rId434" Type="http://schemas.openxmlformats.org/officeDocument/2006/relationships/image" Target="../media/image728.png"/><Relationship Id="rId476" Type="http://schemas.openxmlformats.org/officeDocument/2006/relationships/image" Target="../media/image749.png"/><Relationship Id="rId641" Type="http://schemas.openxmlformats.org/officeDocument/2006/relationships/customXml" Target="../ink/ink820.xml"/><Relationship Id="rId33" Type="http://schemas.openxmlformats.org/officeDocument/2006/relationships/customXml" Target="../ink/ink516.xml"/><Relationship Id="rId129" Type="http://schemas.openxmlformats.org/officeDocument/2006/relationships/customXml" Target="../ink/ink564.xml"/><Relationship Id="rId280" Type="http://schemas.openxmlformats.org/officeDocument/2006/relationships/image" Target="../media/image651.png"/><Relationship Id="rId336" Type="http://schemas.openxmlformats.org/officeDocument/2006/relationships/image" Target="../media/image679.png"/><Relationship Id="rId501" Type="http://schemas.openxmlformats.org/officeDocument/2006/relationships/customXml" Target="../ink/ink750.xml"/><Relationship Id="rId543" Type="http://schemas.openxmlformats.org/officeDocument/2006/relationships/customXml" Target="../ink/ink771.xml"/><Relationship Id="rId75" Type="http://schemas.openxmlformats.org/officeDocument/2006/relationships/customXml" Target="../ink/ink537.xml"/><Relationship Id="rId140" Type="http://schemas.openxmlformats.org/officeDocument/2006/relationships/image" Target="../media/image583.png"/><Relationship Id="rId182" Type="http://schemas.openxmlformats.org/officeDocument/2006/relationships/image" Target="../media/image602.png"/><Relationship Id="rId378" Type="http://schemas.openxmlformats.org/officeDocument/2006/relationships/image" Target="../media/image700.png"/><Relationship Id="rId403" Type="http://schemas.openxmlformats.org/officeDocument/2006/relationships/customXml" Target="../ink/ink701.xml"/><Relationship Id="rId585" Type="http://schemas.openxmlformats.org/officeDocument/2006/relationships/customXml" Target="../ink/ink792.xml"/><Relationship Id="rId6" Type="http://schemas.openxmlformats.org/officeDocument/2006/relationships/customXml" Target="../ink/ink503.xml"/><Relationship Id="rId238" Type="http://schemas.openxmlformats.org/officeDocument/2006/relationships/image" Target="../media/image630.png"/><Relationship Id="rId445" Type="http://schemas.openxmlformats.org/officeDocument/2006/relationships/customXml" Target="../ink/ink722.xml"/><Relationship Id="rId487" Type="http://schemas.openxmlformats.org/officeDocument/2006/relationships/customXml" Target="../ink/ink743.xml"/><Relationship Id="rId610" Type="http://schemas.openxmlformats.org/officeDocument/2006/relationships/image" Target="../media/image815.png"/><Relationship Id="rId652" Type="http://schemas.openxmlformats.org/officeDocument/2006/relationships/image" Target="../media/image836.png"/><Relationship Id="rId291" Type="http://schemas.openxmlformats.org/officeDocument/2006/relationships/customXml" Target="../ink/ink645.xml"/><Relationship Id="rId305" Type="http://schemas.openxmlformats.org/officeDocument/2006/relationships/customXml" Target="../ink/ink652.xml"/><Relationship Id="rId347" Type="http://schemas.openxmlformats.org/officeDocument/2006/relationships/customXml" Target="../ink/ink673.xml"/><Relationship Id="rId512" Type="http://schemas.openxmlformats.org/officeDocument/2006/relationships/image" Target="../media/image767.png"/><Relationship Id="rId44" Type="http://schemas.openxmlformats.org/officeDocument/2006/relationships/image" Target="../media/image536.png"/><Relationship Id="rId86" Type="http://schemas.openxmlformats.org/officeDocument/2006/relationships/image" Target="../media/image556.png"/><Relationship Id="rId151" Type="http://schemas.openxmlformats.org/officeDocument/2006/relationships/customXml" Target="../ink/ink575.xml"/><Relationship Id="rId389" Type="http://schemas.openxmlformats.org/officeDocument/2006/relationships/customXml" Target="../ink/ink694.xml"/><Relationship Id="rId554" Type="http://schemas.openxmlformats.org/officeDocument/2006/relationships/image" Target="../media/image788.png"/><Relationship Id="rId596" Type="http://schemas.openxmlformats.org/officeDocument/2006/relationships/image" Target="../media/image808.png"/><Relationship Id="rId193" Type="http://schemas.openxmlformats.org/officeDocument/2006/relationships/customXml" Target="../ink/ink596.xml"/><Relationship Id="rId207" Type="http://schemas.openxmlformats.org/officeDocument/2006/relationships/customXml" Target="../ink/ink603.xml"/><Relationship Id="rId249" Type="http://schemas.openxmlformats.org/officeDocument/2006/relationships/customXml" Target="../ink/ink624.xml"/><Relationship Id="rId414" Type="http://schemas.openxmlformats.org/officeDocument/2006/relationships/image" Target="../media/image718.png"/><Relationship Id="rId456" Type="http://schemas.openxmlformats.org/officeDocument/2006/relationships/image" Target="../media/image739.png"/><Relationship Id="rId498" Type="http://schemas.openxmlformats.org/officeDocument/2006/relationships/image" Target="../media/image760.png"/><Relationship Id="rId621" Type="http://schemas.openxmlformats.org/officeDocument/2006/relationships/customXml" Target="../ink/ink810.xml"/><Relationship Id="rId13" Type="http://schemas.openxmlformats.org/officeDocument/2006/relationships/image" Target="../media/image520.png"/><Relationship Id="rId109" Type="http://schemas.openxmlformats.org/officeDocument/2006/relationships/customXml" Target="../ink/ink554.xml"/><Relationship Id="rId260" Type="http://schemas.openxmlformats.org/officeDocument/2006/relationships/image" Target="../media/image641.png"/><Relationship Id="rId316" Type="http://schemas.openxmlformats.org/officeDocument/2006/relationships/image" Target="../media/image669.png"/><Relationship Id="rId523" Type="http://schemas.openxmlformats.org/officeDocument/2006/relationships/customXml" Target="../ink/ink761.xml"/><Relationship Id="rId55" Type="http://schemas.openxmlformats.org/officeDocument/2006/relationships/customXml" Target="../ink/ink527.xml"/><Relationship Id="rId97" Type="http://schemas.openxmlformats.org/officeDocument/2006/relationships/customXml" Target="../ink/ink548.xml"/><Relationship Id="rId120" Type="http://schemas.openxmlformats.org/officeDocument/2006/relationships/image" Target="../media/image573.png"/><Relationship Id="rId358" Type="http://schemas.openxmlformats.org/officeDocument/2006/relationships/image" Target="../media/image690.png"/><Relationship Id="rId565" Type="http://schemas.openxmlformats.org/officeDocument/2006/relationships/customXml" Target="../ink/ink782.xml"/><Relationship Id="rId162" Type="http://schemas.openxmlformats.org/officeDocument/2006/relationships/image" Target="../media/image594.png"/><Relationship Id="rId218" Type="http://schemas.openxmlformats.org/officeDocument/2006/relationships/image" Target="../media/image620.png"/><Relationship Id="rId425" Type="http://schemas.openxmlformats.org/officeDocument/2006/relationships/customXml" Target="../ink/ink712.xml"/><Relationship Id="rId467" Type="http://schemas.openxmlformats.org/officeDocument/2006/relationships/customXml" Target="../ink/ink733.xml"/><Relationship Id="rId632" Type="http://schemas.openxmlformats.org/officeDocument/2006/relationships/image" Target="../media/image826.png"/><Relationship Id="rId271" Type="http://schemas.openxmlformats.org/officeDocument/2006/relationships/customXml" Target="../ink/ink635.xml"/><Relationship Id="rId24" Type="http://schemas.openxmlformats.org/officeDocument/2006/relationships/image" Target="../media/image526.png"/><Relationship Id="rId66" Type="http://schemas.openxmlformats.org/officeDocument/2006/relationships/image" Target="../media/image546.png"/><Relationship Id="rId131" Type="http://schemas.openxmlformats.org/officeDocument/2006/relationships/customXml" Target="../ink/ink565.xml"/><Relationship Id="rId327" Type="http://schemas.openxmlformats.org/officeDocument/2006/relationships/customXml" Target="../ink/ink663.xml"/><Relationship Id="rId369" Type="http://schemas.openxmlformats.org/officeDocument/2006/relationships/customXml" Target="../ink/ink684.xml"/><Relationship Id="rId534" Type="http://schemas.openxmlformats.org/officeDocument/2006/relationships/image" Target="../media/image778.png"/><Relationship Id="rId576" Type="http://schemas.openxmlformats.org/officeDocument/2006/relationships/image" Target="../media/image798.png"/><Relationship Id="rId173" Type="http://schemas.openxmlformats.org/officeDocument/2006/relationships/customXml" Target="../ink/ink586.xml"/><Relationship Id="rId229" Type="http://schemas.openxmlformats.org/officeDocument/2006/relationships/customXml" Target="../ink/ink614.xml"/><Relationship Id="rId380" Type="http://schemas.openxmlformats.org/officeDocument/2006/relationships/image" Target="../media/image701.png"/><Relationship Id="rId436" Type="http://schemas.openxmlformats.org/officeDocument/2006/relationships/image" Target="../media/image729.png"/><Relationship Id="rId601" Type="http://schemas.openxmlformats.org/officeDocument/2006/relationships/customXml" Target="../ink/ink800.xml"/><Relationship Id="rId643" Type="http://schemas.openxmlformats.org/officeDocument/2006/relationships/customXml" Target="../ink/ink821.xml"/><Relationship Id="rId240" Type="http://schemas.openxmlformats.org/officeDocument/2006/relationships/image" Target="../media/image631.png"/><Relationship Id="rId478" Type="http://schemas.openxmlformats.org/officeDocument/2006/relationships/image" Target="../media/image750.png"/><Relationship Id="rId35" Type="http://schemas.openxmlformats.org/officeDocument/2006/relationships/customXml" Target="../ink/ink517.xml"/><Relationship Id="rId77" Type="http://schemas.openxmlformats.org/officeDocument/2006/relationships/customXml" Target="../ink/ink538.xml"/><Relationship Id="rId100" Type="http://schemas.openxmlformats.org/officeDocument/2006/relationships/image" Target="../media/image563.png"/><Relationship Id="rId282" Type="http://schemas.openxmlformats.org/officeDocument/2006/relationships/image" Target="../media/image652.png"/><Relationship Id="rId338" Type="http://schemas.openxmlformats.org/officeDocument/2006/relationships/image" Target="../media/image680.png"/><Relationship Id="rId503" Type="http://schemas.openxmlformats.org/officeDocument/2006/relationships/customXml" Target="../ink/ink751.xml"/><Relationship Id="rId545" Type="http://schemas.openxmlformats.org/officeDocument/2006/relationships/customXml" Target="../ink/ink772.xml"/><Relationship Id="rId587" Type="http://schemas.openxmlformats.org/officeDocument/2006/relationships/customXml" Target="../ink/ink793.xml"/><Relationship Id="rId8" Type="http://schemas.openxmlformats.org/officeDocument/2006/relationships/customXml" Target="../ink/ink504.xml"/><Relationship Id="rId142" Type="http://schemas.openxmlformats.org/officeDocument/2006/relationships/image" Target="../media/image584.png"/><Relationship Id="rId184" Type="http://schemas.openxmlformats.org/officeDocument/2006/relationships/image" Target="../media/image603.png"/><Relationship Id="rId391" Type="http://schemas.openxmlformats.org/officeDocument/2006/relationships/customXml" Target="../ink/ink695.xml"/><Relationship Id="rId405" Type="http://schemas.openxmlformats.org/officeDocument/2006/relationships/customXml" Target="../ink/ink702.xml"/><Relationship Id="rId447" Type="http://schemas.openxmlformats.org/officeDocument/2006/relationships/customXml" Target="../ink/ink723.xml"/><Relationship Id="rId612" Type="http://schemas.openxmlformats.org/officeDocument/2006/relationships/image" Target="../media/image816.png"/><Relationship Id="rId251" Type="http://schemas.openxmlformats.org/officeDocument/2006/relationships/customXml" Target="../ink/ink625.xml"/><Relationship Id="rId489" Type="http://schemas.openxmlformats.org/officeDocument/2006/relationships/customXml" Target="../ink/ink744.xml"/><Relationship Id="rId654" Type="http://schemas.openxmlformats.org/officeDocument/2006/relationships/image" Target="../media/image837.png"/><Relationship Id="rId46" Type="http://schemas.openxmlformats.org/officeDocument/2006/relationships/image" Target="../media/image537.png"/><Relationship Id="rId293" Type="http://schemas.openxmlformats.org/officeDocument/2006/relationships/customXml" Target="../ink/ink646.xml"/><Relationship Id="rId307" Type="http://schemas.openxmlformats.org/officeDocument/2006/relationships/customXml" Target="../ink/ink653.xml"/><Relationship Id="rId349" Type="http://schemas.openxmlformats.org/officeDocument/2006/relationships/customXml" Target="../ink/ink674.xml"/><Relationship Id="rId514" Type="http://schemas.openxmlformats.org/officeDocument/2006/relationships/image" Target="../media/image768.png"/><Relationship Id="rId556" Type="http://schemas.openxmlformats.org/officeDocument/2006/relationships/image" Target="../media/image789.png"/><Relationship Id="rId88" Type="http://schemas.openxmlformats.org/officeDocument/2006/relationships/image" Target="../media/image557.png"/><Relationship Id="rId111" Type="http://schemas.openxmlformats.org/officeDocument/2006/relationships/customXml" Target="../ink/ink555.xml"/><Relationship Id="rId153" Type="http://schemas.openxmlformats.org/officeDocument/2006/relationships/customXml" Target="../ink/ink576.xml"/><Relationship Id="rId195" Type="http://schemas.openxmlformats.org/officeDocument/2006/relationships/customXml" Target="../ink/ink597.xml"/><Relationship Id="rId209" Type="http://schemas.openxmlformats.org/officeDocument/2006/relationships/customXml" Target="../ink/ink604.xml"/><Relationship Id="rId360" Type="http://schemas.openxmlformats.org/officeDocument/2006/relationships/image" Target="../media/image691.png"/><Relationship Id="rId416" Type="http://schemas.openxmlformats.org/officeDocument/2006/relationships/image" Target="../media/image719.png"/><Relationship Id="rId598" Type="http://schemas.openxmlformats.org/officeDocument/2006/relationships/image" Target="../media/image809.png"/><Relationship Id="rId220" Type="http://schemas.openxmlformats.org/officeDocument/2006/relationships/image" Target="../media/image621.png"/><Relationship Id="rId458" Type="http://schemas.openxmlformats.org/officeDocument/2006/relationships/image" Target="../media/image740.png"/><Relationship Id="rId623" Type="http://schemas.openxmlformats.org/officeDocument/2006/relationships/customXml" Target="../ink/ink811.xml"/><Relationship Id="rId15" Type="http://schemas.openxmlformats.org/officeDocument/2006/relationships/image" Target="../media/image521.png"/><Relationship Id="rId57" Type="http://schemas.openxmlformats.org/officeDocument/2006/relationships/customXml" Target="../ink/ink528.xml"/><Relationship Id="rId262" Type="http://schemas.openxmlformats.org/officeDocument/2006/relationships/image" Target="../media/image642.png"/><Relationship Id="rId318" Type="http://schemas.openxmlformats.org/officeDocument/2006/relationships/image" Target="../media/image670.png"/><Relationship Id="rId525" Type="http://schemas.openxmlformats.org/officeDocument/2006/relationships/customXml" Target="../ink/ink762.xml"/><Relationship Id="rId567" Type="http://schemas.openxmlformats.org/officeDocument/2006/relationships/customXml" Target="../ink/ink783.xml"/><Relationship Id="rId99" Type="http://schemas.openxmlformats.org/officeDocument/2006/relationships/customXml" Target="../ink/ink549.xml"/><Relationship Id="rId122" Type="http://schemas.openxmlformats.org/officeDocument/2006/relationships/image" Target="../media/image574.png"/><Relationship Id="rId164" Type="http://schemas.openxmlformats.org/officeDocument/2006/relationships/image" Target="../media/image595.png"/><Relationship Id="rId371" Type="http://schemas.openxmlformats.org/officeDocument/2006/relationships/customXml" Target="../ink/ink685.xml"/><Relationship Id="rId427" Type="http://schemas.openxmlformats.org/officeDocument/2006/relationships/customXml" Target="../ink/ink713.xml"/><Relationship Id="rId469" Type="http://schemas.openxmlformats.org/officeDocument/2006/relationships/customXml" Target="../ink/ink734.xml"/><Relationship Id="rId634" Type="http://schemas.openxmlformats.org/officeDocument/2006/relationships/image" Target="../media/image827.png"/><Relationship Id="rId26" Type="http://schemas.openxmlformats.org/officeDocument/2006/relationships/image" Target="../media/image527.png"/><Relationship Id="rId231" Type="http://schemas.openxmlformats.org/officeDocument/2006/relationships/customXml" Target="../ink/ink615.xml"/><Relationship Id="rId273" Type="http://schemas.openxmlformats.org/officeDocument/2006/relationships/customXml" Target="../ink/ink636.xml"/><Relationship Id="rId329" Type="http://schemas.openxmlformats.org/officeDocument/2006/relationships/customXml" Target="../ink/ink664.xml"/><Relationship Id="rId480" Type="http://schemas.openxmlformats.org/officeDocument/2006/relationships/image" Target="../media/image751.png"/><Relationship Id="rId536" Type="http://schemas.openxmlformats.org/officeDocument/2006/relationships/image" Target="../media/image779.png"/><Relationship Id="rId68" Type="http://schemas.openxmlformats.org/officeDocument/2006/relationships/image" Target="../media/image547.png"/><Relationship Id="rId133" Type="http://schemas.openxmlformats.org/officeDocument/2006/relationships/customXml" Target="../ink/ink566.xml"/><Relationship Id="rId175" Type="http://schemas.openxmlformats.org/officeDocument/2006/relationships/customXml" Target="../ink/ink587.xml"/><Relationship Id="rId340" Type="http://schemas.openxmlformats.org/officeDocument/2006/relationships/image" Target="../media/image681.png"/><Relationship Id="rId578" Type="http://schemas.openxmlformats.org/officeDocument/2006/relationships/image" Target="../media/image799.png"/><Relationship Id="rId200" Type="http://schemas.openxmlformats.org/officeDocument/2006/relationships/image" Target="../media/image611.png"/><Relationship Id="rId382" Type="http://schemas.openxmlformats.org/officeDocument/2006/relationships/image" Target="../media/image702.png"/><Relationship Id="rId438" Type="http://schemas.openxmlformats.org/officeDocument/2006/relationships/image" Target="../media/image730.png"/><Relationship Id="rId603" Type="http://schemas.openxmlformats.org/officeDocument/2006/relationships/customXml" Target="../ink/ink801.xml"/><Relationship Id="rId645" Type="http://schemas.openxmlformats.org/officeDocument/2006/relationships/customXml" Target="../ink/ink822.xml"/><Relationship Id="rId242" Type="http://schemas.openxmlformats.org/officeDocument/2006/relationships/image" Target="../media/image632.png"/><Relationship Id="rId284" Type="http://schemas.openxmlformats.org/officeDocument/2006/relationships/image" Target="../media/image653.png"/><Relationship Id="rId491" Type="http://schemas.openxmlformats.org/officeDocument/2006/relationships/customXml" Target="../ink/ink745.xml"/><Relationship Id="rId505" Type="http://schemas.openxmlformats.org/officeDocument/2006/relationships/customXml" Target="../ink/ink752.xml"/><Relationship Id="rId37" Type="http://schemas.openxmlformats.org/officeDocument/2006/relationships/customXml" Target="../ink/ink518.xml"/><Relationship Id="rId79" Type="http://schemas.openxmlformats.org/officeDocument/2006/relationships/customXml" Target="../ink/ink539.xml"/><Relationship Id="rId102" Type="http://schemas.openxmlformats.org/officeDocument/2006/relationships/image" Target="../media/image564.png"/><Relationship Id="rId144" Type="http://schemas.openxmlformats.org/officeDocument/2006/relationships/image" Target="../media/image585.png"/><Relationship Id="rId547" Type="http://schemas.openxmlformats.org/officeDocument/2006/relationships/customXml" Target="../ink/ink773.xml"/><Relationship Id="rId589" Type="http://schemas.openxmlformats.org/officeDocument/2006/relationships/customXml" Target="../ink/ink794.xml"/><Relationship Id="rId90" Type="http://schemas.openxmlformats.org/officeDocument/2006/relationships/image" Target="../media/image558.png"/><Relationship Id="rId186" Type="http://schemas.openxmlformats.org/officeDocument/2006/relationships/image" Target="../media/image604.png"/><Relationship Id="rId351" Type="http://schemas.openxmlformats.org/officeDocument/2006/relationships/customXml" Target="../ink/ink675.xml"/><Relationship Id="rId393" Type="http://schemas.openxmlformats.org/officeDocument/2006/relationships/customXml" Target="../ink/ink696.xml"/><Relationship Id="rId407" Type="http://schemas.openxmlformats.org/officeDocument/2006/relationships/customXml" Target="../ink/ink703.xml"/><Relationship Id="rId449" Type="http://schemas.openxmlformats.org/officeDocument/2006/relationships/customXml" Target="../ink/ink724.xml"/><Relationship Id="rId614" Type="http://schemas.openxmlformats.org/officeDocument/2006/relationships/image" Target="../media/image817.png"/><Relationship Id="rId656" Type="http://schemas.openxmlformats.org/officeDocument/2006/relationships/image" Target="../media/image838.png"/><Relationship Id="rId211" Type="http://schemas.openxmlformats.org/officeDocument/2006/relationships/customXml" Target="../ink/ink605.xml"/><Relationship Id="rId253" Type="http://schemas.openxmlformats.org/officeDocument/2006/relationships/customXml" Target="../ink/ink626.xml"/><Relationship Id="rId295" Type="http://schemas.openxmlformats.org/officeDocument/2006/relationships/customXml" Target="../ink/ink647.xml"/><Relationship Id="rId309" Type="http://schemas.openxmlformats.org/officeDocument/2006/relationships/customXml" Target="../ink/ink654.xml"/><Relationship Id="rId460" Type="http://schemas.openxmlformats.org/officeDocument/2006/relationships/image" Target="../media/image741.png"/><Relationship Id="rId516" Type="http://schemas.openxmlformats.org/officeDocument/2006/relationships/image" Target="../media/image769.png"/><Relationship Id="rId48" Type="http://schemas.openxmlformats.org/officeDocument/2006/relationships/image" Target="../media/image538.png"/><Relationship Id="rId113" Type="http://schemas.openxmlformats.org/officeDocument/2006/relationships/customXml" Target="../ink/ink556.xml"/><Relationship Id="rId320" Type="http://schemas.openxmlformats.org/officeDocument/2006/relationships/image" Target="../media/image671.png"/><Relationship Id="rId558" Type="http://schemas.openxmlformats.org/officeDocument/2006/relationships/image" Target="../media/image790.png"/><Relationship Id="rId155" Type="http://schemas.openxmlformats.org/officeDocument/2006/relationships/customXml" Target="../ink/ink577.xml"/><Relationship Id="rId197" Type="http://schemas.openxmlformats.org/officeDocument/2006/relationships/customXml" Target="../ink/ink598.xml"/><Relationship Id="rId362" Type="http://schemas.openxmlformats.org/officeDocument/2006/relationships/image" Target="../media/image692.png"/><Relationship Id="rId418" Type="http://schemas.openxmlformats.org/officeDocument/2006/relationships/image" Target="../media/image720.png"/><Relationship Id="rId625" Type="http://schemas.openxmlformats.org/officeDocument/2006/relationships/customXml" Target="../ink/ink812.xml"/><Relationship Id="rId222" Type="http://schemas.openxmlformats.org/officeDocument/2006/relationships/image" Target="../media/image622.png"/><Relationship Id="rId264" Type="http://schemas.openxmlformats.org/officeDocument/2006/relationships/image" Target="../media/image643.png"/><Relationship Id="rId471" Type="http://schemas.openxmlformats.org/officeDocument/2006/relationships/customXml" Target="../ink/ink735.xml"/><Relationship Id="rId17" Type="http://schemas.openxmlformats.org/officeDocument/2006/relationships/customXml" Target="../ink/ink508.xml"/><Relationship Id="rId59" Type="http://schemas.openxmlformats.org/officeDocument/2006/relationships/customXml" Target="../ink/ink529.xml"/><Relationship Id="rId124" Type="http://schemas.openxmlformats.org/officeDocument/2006/relationships/image" Target="../media/image575.png"/><Relationship Id="rId527" Type="http://schemas.openxmlformats.org/officeDocument/2006/relationships/customXml" Target="../ink/ink763.xml"/><Relationship Id="rId569" Type="http://schemas.openxmlformats.org/officeDocument/2006/relationships/customXml" Target="../ink/ink784.xml"/><Relationship Id="rId70" Type="http://schemas.openxmlformats.org/officeDocument/2006/relationships/image" Target="../media/image548.png"/><Relationship Id="rId166" Type="http://schemas.openxmlformats.org/officeDocument/2006/relationships/image" Target="../media/image596.png"/><Relationship Id="rId331" Type="http://schemas.openxmlformats.org/officeDocument/2006/relationships/customXml" Target="../ink/ink665.xml"/><Relationship Id="rId373" Type="http://schemas.openxmlformats.org/officeDocument/2006/relationships/customXml" Target="../ink/ink686.xml"/><Relationship Id="rId429" Type="http://schemas.openxmlformats.org/officeDocument/2006/relationships/customXml" Target="../ink/ink714.xml"/><Relationship Id="rId580" Type="http://schemas.openxmlformats.org/officeDocument/2006/relationships/image" Target="../media/image800.png"/><Relationship Id="rId636" Type="http://schemas.openxmlformats.org/officeDocument/2006/relationships/image" Target="../media/image828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616.xml"/><Relationship Id="rId440" Type="http://schemas.openxmlformats.org/officeDocument/2006/relationships/image" Target="../media/image731.png"/><Relationship Id="rId28" Type="http://schemas.openxmlformats.org/officeDocument/2006/relationships/image" Target="../media/image528.png"/><Relationship Id="rId275" Type="http://schemas.openxmlformats.org/officeDocument/2006/relationships/customXml" Target="../ink/ink637.xml"/><Relationship Id="rId300" Type="http://schemas.openxmlformats.org/officeDocument/2006/relationships/image" Target="../media/image661.png"/><Relationship Id="rId482" Type="http://schemas.openxmlformats.org/officeDocument/2006/relationships/image" Target="../media/image752.png"/><Relationship Id="rId538" Type="http://schemas.openxmlformats.org/officeDocument/2006/relationships/image" Target="../media/image780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41.xml"/><Relationship Id="rId117" Type="http://schemas.openxmlformats.org/officeDocument/2006/relationships/image" Target="../media/image899.png"/><Relationship Id="rId21" Type="http://schemas.openxmlformats.org/officeDocument/2006/relationships/image" Target="../media/image851.png"/><Relationship Id="rId42" Type="http://schemas.openxmlformats.org/officeDocument/2006/relationships/customXml" Target="../ink/ink849.xml"/><Relationship Id="rId47" Type="http://schemas.openxmlformats.org/officeDocument/2006/relationships/image" Target="../media/image864.png"/><Relationship Id="rId63" Type="http://schemas.openxmlformats.org/officeDocument/2006/relationships/image" Target="../media/image872.png"/><Relationship Id="rId68" Type="http://schemas.openxmlformats.org/officeDocument/2006/relationships/customXml" Target="../ink/ink862.xml"/><Relationship Id="rId84" Type="http://schemas.openxmlformats.org/officeDocument/2006/relationships/customXml" Target="../ink/ink870.xml"/><Relationship Id="rId89" Type="http://schemas.openxmlformats.org/officeDocument/2006/relationships/image" Target="../media/image885.png"/><Relationship Id="rId112" Type="http://schemas.openxmlformats.org/officeDocument/2006/relationships/customXml" Target="../ink/ink884.xml"/><Relationship Id="rId16" Type="http://schemas.openxmlformats.org/officeDocument/2006/relationships/customXml" Target="../ink/ink836.xml"/><Relationship Id="rId107" Type="http://schemas.openxmlformats.org/officeDocument/2006/relationships/image" Target="../media/image894.png"/><Relationship Id="rId11" Type="http://schemas.openxmlformats.org/officeDocument/2006/relationships/image" Target="../media/image846.png"/><Relationship Id="rId32" Type="http://schemas.openxmlformats.org/officeDocument/2006/relationships/customXml" Target="../ink/ink844.xml"/><Relationship Id="rId37" Type="http://schemas.openxmlformats.org/officeDocument/2006/relationships/image" Target="../media/image859.png"/><Relationship Id="rId53" Type="http://schemas.openxmlformats.org/officeDocument/2006/relationships/image" Target="../media/image867.png"/><Relationship Id="rId58" Type="http://schemas.openxmlformats.org/officeDocument/2006/relationships/customXml" Target="../ink/ink857.xml"/><Relationship Id="rId74" Type="http://schemas.openxmlformats.org/officeDocument/2006/relationships/customXml" Target="../ink/ink865.xml"/><Relationship Id="rId79" Type="http://schemas.openxmlformats.org/officeDocument/2006/relationships/image" Target="../media/image880.png"/><Relationship Id="rId102" Type="http://schemas.openxmlformats.org/officeDocument/2006/relationships/customXml" Target="../ink/ink879.xml"/><Relationship Id="rId5" Type="http://schemas.openxmlformats.org/officeDocument/2006/relationships/image" Target="../media/image843.png"/><Relationship Id="rId61" Type="http://schemas.openxmlformats.org/officeDocument/2006/relationships/image" Target="../media/image871.png"/><Relationship Id="rId82" Type="http://schemas.openxmlformats.org/officeDocument/2006/relationships/customXml" Target="../ink/ink869.xml"/><Relationship Id="rId90" Type="http://schemas.openxmlformats.org/officeDocument/2006/relationships/customXml" Target="../ink/ink873.xml"/><Relationship Id="rId95" Type="http://schemas.openxmlformats.org/officeDocument/2006/relationships/image" Target="../media/image888.png"/><Relationship Id="rId19" Type="http://schemas.openxmlformats.org/officeDocument/2006/relationships/image" Target="../media/image850.png"/><Relationship Id="rId14" Type="http://schemas.openxmlformats.org/officeDocument/2006/relationships/customXml" Target="../ink/ink835.xml"/><Relationship Id="rId22" Type="http://schemas.openxmlformats.org/officeDocument/2006/relationships/customXml" Target="../ink/ink839.xml"/><Relationship Id="rId27" Type="http://schemas.openxmlformats.org/officeDocument/2006/relationships/image" Target="../media/image854.png"/><Relationship Id="rId30" Type="http://schemas.openxmlformats.org/officeDocument/2006/relationships/customXml" Target="../ink/ink843.xml"/><Relationship Id="rId35" Type="http://schemas.openxmlformats.org/officeDocument/2006/relationships/image" Target="../media/image858.png"/><Relationship Id="rId43" Type="http://schemas.openxmlformats.org/officeDocument/2006/relationships/image" Target="../media/image862.png"/><Relationship Id="rId48" Type="http://schemas.openxmlformats.org/officeDocument/2006/relationships/customXml" Target="../ink/ink852.xml"/><Relationship Id="rId56" Type="http://schemas.openxmlformats.org/officeDocument/2006/relationships/customXml" Target="../ink/ink856.xml"/><Relationship Id="rId64" Type="http://schemas.openxmlformats.org/officeDocument/2006/relationships/customXml" Target="../ink/ink860.xml"/><Relationship Id="rId69" Type="http://schemas.openxmlformats.org/officeDocument/2006/relationships/image" Target="../media/image875.png"/><Relationship Id="rId77" Type="http://schemas.openxmlformats.org/officeDocument/2006/relationships/image" Target="../media/image879.png"/><Relationship Id="rId100" Type="http://schemas.openxmlformats.org/officeDocument/2006/relationships/customXml" Target="../ink/ink878.xml"/><Relationship Id="rId105" Type="http://schemas.openxmlformats.org/officeDocument/2006/relationships/image" Target="../media/image893.png"/><Relationship Id="rId113" Type="http://schemas.openxmlformats.org/officeDocument/2006/relationships/image" Target="../media/image897.png"/><Relationship Id="rId118" Type="http://schemas.openxmlformats.org/officeDocument/2006/relationships/customXml" Target="../ink/ink887.xml"/><Relationship Id="rId8" Type="http://schemas.openxmlformats.org/officeDocument/2006/relationships/customXml" Target="../ink/ink832.xml"/><Relationship Id="rId51" Type="http://schemas.openxmlformats.org/officeDocument/2006/relationships/image" Target="../media/image866.png"/><Relationship Id="rId72" Type="http://schemas.openxmlformats.org/officeDocument/2006/relationships/customXml" Target="../ink/ink864.xml"/><Relationship Id="rId80" Type="http://schemas.openxmlformats.org/officeDocument/2006/relationships/customXml" Target="../ink/ink868.xml"/><Relationship Id="rId85" Type="http://schemas.openxmlformats.org/officeDocument/2006/relationships/image" Target="../media/image883.png"/><Relationship Id="rId93" Type="http://schemas.openxmlformats.org/officeDocument/2006/relationships/image" Target="../media/image887.png"/><Relationship Id="rId98" Type="http://schemas.openxmlformats.org/officeDocument/2006/relationships/customXml" Target="../ink/ink877.xml"/><Relationship Id="rId121" Type="http://schemas.openxmlformats.org/officeDocument/2006/relationships/image" Target="../media/image901.png"/><Relationship Id="rId3" Type="http://schemas.openxmlformats.org/officeDocument/2006/relationships/image" Target="../media/image842.png"/><Relationship Id="rId12" Type="http://schemas.openxmlformats.org/officeDocument/2006/relationships/customXml" Target="../ink/ink834.xml"/><Relationship Id="rId17" Type="http://schemas.openxmlformats.org/officeDocument/2006/relationships/image" Target="../media/image849.png"/><Relationship Id="rId25" Type="http://schemas.openxmlformats.org/officeDocument/2006/relationships/image" Target="../media/image853.png"/><Relationship Id="rId33" Type="http://schemas.openxmlformats.org/officeDocument/2006/relationships/image" Target="../media/image857.png"/><Relationship Id="rId38" Type="http://schemas.openxmlformats.org/officeDocument/2006/relationships/customXml" Target="../ink/ink847.xml"/><Relationship Id="rId46" Type="http://schemas.openxmlformats.org/officeDocument/2006/relationships/customXml" Target="../ink/ink851.xml"/><Relationship Id="rId59" Type="http://schemas.openxmlformats.org/officeDocument/2006/relationships/image" Target="../media/image870.png"/><Relationship Id="rId67" Type="http://schemas.openxmlformats.org/officeDocument/2006/relationships/image" Target="../media/image874.png"/><Relationship Id="rId103" Type="http://schemas.openxmlformats.org/officeDocument/2006/relationships/image" Target="../media/image892.png"/><Relationship Id="rId108" Type="http://schemas.openxmlformats.org/officeDocument/2006/relationships/customXml" Target="../ink/ink882.xml"/><Relationship Id="rId116" Type="http://schemas.openxmlformats.org/officeDocument/2006/relationships/customXml" Target="../ink/ink886.xml"/><Relationship Id="rId20" Type="http://schemas.openxmlformats.org/officeDocument/2006/relationships/customXml" Target="../ink/ink838.xml"/><Relationship Id="rId41" Type="http://schemas.openxmlformats.org/officeDocument/2006/relationships/image" Target="../media/image861.png"/><Relationship Id="rId54" Type="http://schemas.openxmlformats.org/officeDocument/2006/relationships/customXml" Target="../ink/ink855.xml"/><Relationship Id="rId62" Type="http://schemas.openxmlformats.org/officeDocument/2006/relationships/customXml" Target="../ink/ink859.xml"/><Relationship Id="rId70" Type="http://schemas.openxmlformats.org/officeDocument/2006/relationships/customXml" Target="../ink/ink863.xml"/><Relationship Id="rId75" Type="http://schemas.openxmlformats.org/officeDocument/2006/relationships/image" Target="../media/image878.png"/><Relationship Id="rId83" Type="http://schemas.openxmlformats.org/officeDocument/2006/relationships/image" Target="../media/image882.png"/><Relationship Id="rId88" Type="http://schemas.openxmlformats.org/officeDocument/2006/relationships/customXml" Target="../ink/ink872.xml"/><Relationship Id="rId91" Type="http://schemas.openxmlformats.org/officeDocument/2006/relationships/image" Target="../media/image886.png"/><Relationship Id="rId96" Type="http://schemas.openxmlformats.org/officeDocument/2006/relationships/customXml" Target="../ink/ink876.xml"/><Relationship Id="rId111" Type="http://schemas.openxmlformats.org/officeDocument/2006/relationships/image" Target="../media/image89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1.xml"/><Relationship Id="rId15" Type="http://schemas.openxmlformats.org/officeDocument/2006/relationships/image" Target="../media/image848.png"/><Relationship Id="rId23" Type="http://schemas.openxmlformats.org/officeDocument/2006/relationships/image" Target="../media/image852.png"/><Relationship Id="rId28" Type="http://schemas.openxmlformats.org/officeDocument/2006/relationships/customXml" Target="../ink/ink842.xml"/><Relationship Id="rId36" Type="http://schemas.openxmlformats.org/officeDocument/2006/relationships/customXml" Target="../ink/ink846.xml"/><Relationship Id="rId49" Type="http://schemas.openxmlformats.org/officeDocument/2006/relationships/image" Target="../media/image865.png"/><Relationship Id="rId57" Type="http://schemas.openxmlformats.org/officeDocument/2006/relationships/image" Target="../media/image869.png"/><Relationship Id="rId106" Type="http://schemas.openxmlformats.org/officeDocument/2006/relationships/customXml" Target="../ink/ink881.xml"/><Relationship Id="rId114" Type="http://schemas.openxmlformats.org/officeDocument/2006/relationships/customXml" Target="../ink/ink885.xml"/><Relationship Id="rId119" Type="http://schemas.openxmlformats.org/officeDocument/2006/relationships/image" Target="../media/image900.png"/><Relationship Id="rId10" Type="http://schemas.openxmlformats.org/officeDocument/2006/relationships/customXml" Target="../ink/ink833.xml"/><Relationship Id="rId31" Type="http://schemas.openxmlformats.org/officeDocument/2006/relationships/image" Target="../media/image856.png"/><Relationship Id="rId44" Type="http://schemas.openxmlformats.org/officeDocument/2006/relationships/customXml" Target="../ink/ink850.xml"/><Relationship Id="rId52" Type="http://schemas.openxmlformats.org/officeDocument/2006/relationships/customXml" Target="../ink/ink854.xml"/><Relationship Id="rId60" Type="http://schemas.openxmlformats.org/officeDocument/2006/relationships/customXml" Target="../ink/ink858.xml"/><Relationship Id="rId65" Type="http://schemas.openxmlformats.org/officeDocument/2006/relationships/image" Target="../media/image873.png"/><Relationship Id="rId73" Type="http://schemas.openxmlformats.org/officeDocument/2006/relationships/image" Target="../media/image877.png"/><Relationship Id="rId78" Type="http://schemas.openxmlformats.org/officeDocument/2006/relationships/customXml" Target="../ink/ink867.xml"/><Relationship Id="rId81" Type="http://schemas.openxmlformats.org/officeDocument/2006/relationships/image" Target="../media/image881.png"/><Relationship Id="rId86" Type="http://schemas.openxmlformats.org/officeDocument/2006/relationships/customXml" Target="../ink/ink871.xml"/><Relationship Id="rId94" Type="http://schemas.openxmlformats.org/officeDocument/2006/relationships/customXml" Target="../ink/ink875.xml"/><Relationship Id="rId99" Type="http://schemas.openxmlformats.org/officeDocument/2006/relationships/image" Target="../media/image890.png"/><Relationship Id="rId101" Type="http://schemas.openxmlformats.org/officeDocument/2006/relationships/image" Target="../media/image891.png"/><Relationship Id="rId122" Type="http://schemas.openxmlformats.org/officeDocument/2006/relationships/image" Target="../media/image902.png"/><Relationship Id="rId4" Type="http://schemas.openxmlformats.org/officeDocument/2006/relationships/customXml" Target="../ink/ink830.xml"/><Relationship Id="rId9" Type="http://schemas.openxmlformats.org/officeDocument/2006/relationships/image" Target="../media/image845.png"/><Relationship Id="rId13" Type="http://schemas.openxmlformats.org/officeDocument/2006/relationships/image" Target="../media/image847.png"/><Relationship Id="rId18" Type="http://schemas.openxmlformats.org/officeDocument/2006/relationships/customXml" Target="../ink/ink837.xml"/><Relationship Id="rId39" Type="http://schemas.openxmlformats.org/officeDocument/2006/relationships/image" Target="../media/image860.png"/><Relationship Id="rId109" Type="http://schemas.openxmlformats.org/officeDocument/2006/relationships/image" Target="../media/image895.png"/><Relationship Id="rId34" Type="http://schemas.openxmlformats.org/officeDocument/2006/relationships/customXml" Target="../ink/ink845.xml"/><Relationship Id="rId50" Type="http://schemas.openxmlformats.org/officeDocument/2006/relationships/customXml" Target="../ink/ink853.xml"/><Relationship Id="rId55" Type="http://schemas.openxmlformats.org/officeDocument/2006/relationships/image" Target="../media/image868.png"/><Relationship Id="rId76" Type="http://schemas.openxmlformats.org/officeDocument/2006/relationships/customXml" Target="../ink/ink866.xml"/><Relationship Id="rId97" Type="http://schemas.openxmlformats.org/officeDocument/2006/relationships/image" Target="../media/image889.png"/><Relationship Id="rId104" Type="http://schemas.openxmlformats.org/officeDocument/2006/relationships/customXml" Target="../ink/ink880.xml"/><Relationship Id="rId120" Type="http://schemas.openxmlformats.org/officeDocument/2006/relationships/customXml" Target="../ink/ink888.xml"/><Relationship Id="rId7" Type="http://schemas.openxmlformats.org/officeDocument/2006/relationships/image" Target="../media/image844.png"/><Relationship Id="rId71" Type="http://schemas.openxmlformats.org/officeDocument/2006/relationships/image" Target="../media/image876.png"/><Relationship Id="rId92" Type="http://schemas.openxmlformats.org/officeDocument/2006/relationships/customXml" Target="../ink/ink874.xml"/><Relationship Id="rId2" Type="http://schemas.openxmlformats.org/officeDocument/2006/relationships/image" Target="../media/image841.png"/><Relationship Id="rId29" Type="http://schemas.openxmlformats.org/officeDocument/2006/relationships/image" Target="../media/image855.png"/><Relationship Id="rId24" Type="http://schemas.openxmlformats.org/officeDocument/2006/relationships/customXml" Target="../ink/ink840.xml"/><Relationship Id="rId40" Type="http://schemas.openxmlformats.org/officeDocument/2006/relationships/customXml" Target="../ink/ink848.xml"/><Relationship Id="rId45" Type="http://schemas.openxmlformats.org/officeDocument/2006/relationships/image" Target="../media/image863.png"/><Relationship Id="rId66" Type="http://schemas.openxmlformats.org/officeDocument/2006/relationships/customXml" Target="../ink/ink861.xml"/><Relationship Id="rId87" Type="http://schemas.openxmlformats.org/officeDocument/2006/relationships/image" Target="../media/image884.png"/><Relationship Id="rId110" Type="http://schemas.openxmlformats.org/officeDocument/2006/relationships/customXml" Target="../ink/ink883.xml"/><Relationship Id="rId115" Type="http://schemas.openxmlformats.org/officeDocument/2006/relationships/image" Target="../media/image898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94.xml"/><Relationship Id="rId18" Type="http://schemas.openxmlformats.org/officeDocument/2006/relationships/image" Target="../media/image911.png"/><Relationship Id="rId26" Type="http://schemas.openxmlformats.org/officeDocument/2006/relationships/image" Target="../media/image915.png"/><Relationship Id="rId39" Type="http://schemas.openxmlformats.org/officeDocument/2006/relationships/customXml" Target="../ink/ink907.xml"/><Relationship Id="rId21" Type="http://schemas.openxmlformats.org/officeDocument/2006/relationships/customXml" Target="../ink/ink898.xml"/><Relationship Id="rId34" Type="http://schemas.openxmlformats.org/officeDocument/2006/relationships/image" Target="../media/image919.png"/><Relationship Id="rId42" Type="http://schemas.openxmlformats.org/officeDocument/2006/relationships/image" Target="../media/image923.png"/><Relationship Id="rId47" Type="http://schemas.openxmlformats.org/officeDocument/2006/relationships/customXml" Target="../ink/ink911.xml"/><Relationship Id="rId50" Type="http://schemas.openxmlformats.org/officeDocument/2006/relationships/image" Target="../media/image927.png"/><Relationship Id="rId55" Type="http://schemas.openxmlformats.org/officeDocument/2006/relationships/customXml" Target="../ink/ink915.xml"/><Relationship Id="rId63" Type="http://schemas.openxmlformats.org/officeDocument/2006/relationships/customXml" Target="../ink/ink919.xml"/><Relationship Id="rId68" Type="http://schemas.openxmlformats.org/officeDocument/2006/relationships/image" Target="../media/image936.png"/><Relationship Id="rId7" Type="http://schemas.openxmlformats.org/officeDocument/2006/relationships/customXml" Target="../ink/ink891.xml"/><Relationship Id="rId2" Type="http://schemas.openxmlformats.org/officeDocument/2006/relationships/image" Target="../media/image903.png"/><Relationship Id="rId16" Type="http://schemas.openxmlformats.org/officeDocument/2006/relationships/image" Target="../media/image910.png"/><Relationship Id="rId29" Type="http://schemas.openxmlformats.org/officeDocument/2006/relationships/customXml" Target="../ink/ink90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5.png"/><Relationship Id="rId11" Type="http://schemas.openxmlformats.org/officeDocument/2006/relationships/customXml" Target="../ink/ink893.xml"/><Relationship Id="rId24" Type="http://schemas.openxmlformats.org/officeDocument/2006/relationships/image" Target="../media/image914.png"/><Relationship Id="rId32" Type="http://schemas.openxmlformats.org/officeDocument/2006/relationships/image" Target="../media/image918.png"/><Relationship Id="rId37" Type="http://schemas.openxmlformats.org/officeDocument/2006/relationships/customXml" Target="../ink/ink906.xml"/><Relationship Id="rId40" Type="http://schemas.openxmlformats.org/officeDocument/2006/relationships/image" Target="../media/image922.png"/><Relationship Id="rId45" Type="http://schemas.openxmlformats.org/officeDocument/2006/relationships/customXml" Target="../ink/ink910.xml"/><Relationship Id="rId53" Type="http://schemas.openxmlformats.org/officeDocument/2006/relationships/customXml" Target="../ink/ink914.xml"/><Relationship Id="rId58" Type="http://schemas.openxmlformats.org/officeDocument/2006/relationships/image" Target="../media/image931.png"/><Relationship Id="rId66" Type="http://schemas.openxmlformats.org/officeDocument/2006/relationships/image" Target="../media/image935.png"/><Relationship Id="rId5" Type="http://schemas.openxmlformats.org/officeDocument/2006/relationships/customXml" Target="../ink/ink890.xml"/><Relationship Id="rId15" Type="http://schemas.openxmlformats.org/officeDocument/2006/relationships/customXml" Target="../ink/ink895.xml"/><Relationship Id="rId23" Type="http://schemas.openxmlformats.org/officeDocument/2006/relationships/customXml" Target="../ink/ink899.xml"/><Relationship Id="rId28" Type="http://schemas.openxmlformats.org/officeDocument/2006/relationships/image" Target="../media/image916.png"/><Relationship Id="rId36" Type="http://schemas.openxmlformats.org/officeDocument/2006/relationships/image" Target="../media/image920.png"/><Relationship Id="rId49" Type="http://schemas.openxmlformats.org/officeDocument/2006/relationships/customXml" Target="../ink/ink912.xml"/><Relationship Id="rId57" Type="http://schemas.openxmlformats.org/officeDocument/2006/relationships/customXml" Target="../ink/ink916.xml"/><Relationship Id="rId61" Type="http://schemas.openxmlformats.org/officeDocument/2006/relationships/customXml" Target="../ink/ink918.xml"/><Relationship Id="rId10" Type="http://schemas.openxmlformats.org/officeDocument/2006/relationships/image" Target="../media/image907.png"/><Relationship Id="rId19" Type="http://schemas.openxmlformats.org/officeDocument/2006/relationships/customXml" Target="../ink/ink897.xml"/><Relationship Id="rId31" Type="http://schemas.openxmlformats.org/officeDocument/2006/relationships/customXml" Target="../ink/ink903.xml"/><Relationship Id="rId44" Type="http://schemas.openxmlformats.org/officeDocument/2006/relationships/image" Target="../media/image924.png"/><Relationship Id="rId52" Type="http://schemas.openxmlformats.org/officeDocument/2006/relationships/image" Target="../media/image928.png"/><Relationship Id="rId60" Type="http://schemas.openxmlformats.org/officeDocument/2006/relationships/image" Target="../media/image932.png"/><Relationship Id="rId65" Type="http://schemas.openxmlformats.org/officeDocument/2006/relationships/customXml" Target="../ink/ink920.xml"/><Relationship Id="rId4" Type="http://schemas.openxmlformats.org/officeDocument/2006/relationships/image" Target="../media/image904.png"/><Relationship Id="rId9" Type="http://schemas.openxmlformats.org/officeDocument/2006/relationships/customXml" Target="../ink/ink892.xml"/><Relationship Id="rId14" Type="http://schemas.openxmlformats.org/officeDocument/2006/relationships/image" Target="../media/image909.png"/><Relationship Id="rId22" Type="http://schemas.openxmlformats.org/officeDocument/2006/relationships/image" Target="../media/image913.png"/><Relationship Id="rId27" Type="http://schemas.openxmlformats.org/officeDocument/2006/relationships/customXml" Target="../ink/ink901.xml"/><Relationship Id="rId30" Type="http://schemas.openxmlformats.org/officeDocument/2006/relationships/image" Target="../media/image917.png"/><Relationship Id="rId35" Type="http://schemas.openxmlformats.org/officeDocument/2006/relationships/customXml" Target="../ink/ink905.xml"/><Relationship Id="rId43" Type="http://schemas.openxmlformats.org/officeDocument/2006/relationships/customXml" Target="../ink/ink909.xml"/><Relationship Id="rId48" Type="http://schemas.openxmlformats.org/officeDocument/2006/relationships/image" Target="../media/image926.png"/><Relationship Id="rId56" Type="http://schemas.openxmlformats.org/officeDocument/2006/relationships/image" Target="../media/image930.png"/><Relationship Id="rId64" Type="http://schemas.openxmlformats.org/officeDocument/2006/relationships/image" Target="../media/image934.png"/><Relationship Id="rId8" Type="http://schemas.openxmlformats.org/officeDocument/2006/relationships/image" Target="../media/image906.png"/><Relationship Id="rId51" Type="http://schemas.openxmlformats.org/officeDocument/2006/relationships/customXml" Target="../ink/ink913.xml"/><Relationship Id="rId3" Type="http://schemas.openxmlformats.org/officeDocument/2006/relationships/customXml" Target="../ink/ink889.xml"/><Relationship Id="rId12" Type="http://schemas.openxmlformats.org/officeDocument/2006/relationships/image" Target="../media/image908.png"/><Relationship Id="rId17" Type="http://schemas.openxmlformats.org/officeDocument/2006/relationships/customXml" Target="../ink/ink896.xml"/><Relationship Id="rId25" Type="http://schemas.openxmlformats.org/officeDocument/2006/relationships/customXml" Target="../ink/ink900.xml"/><Relationship Id="rId33" Type="http://schemas.openxmlformats.org/officeDocument/2006/relationships/customXml" Target="../ink/ink904.xml"/><Relationship Id="rId38" Type="http://schemas.openxmlformats.org/officeDocument/2006/relationships/image" Target="../media/image921.png"/><Relationship Id="rId46" Type="http://schemas.openxmlformats.org/officeDocument/2006/relationships/image" Target="../media/image925.png"/><Relationship Id="rId59" Type="http://schemas.openxmlformats.org/officeDocument/2006/relationships/customXml" Target="../ink/ink917.xml"/><Relationship Id="rId67" Type="http://schemas.openxmlformats.org/officeDocument/2006/relationships/customXml" Target="../ink/ink921.xml"/><Relationship Id="rId20" Type="http://schemas.openxmlformats.org/officeDocument/2006/relationships/image" Target="../media/image912.png"/><Relationship Id="rId41" Type="http://schemas.openxmlformats.org/officeDocument/2006/relationships/customXml" Target="../ink/ink908.xml"/><Relationship Id="rId54" Type="http://schemas.openxmlformats.org/officeDocument/2006/relationships/image" Target="../media/image929.png"/><Relationship Id="rId62" Type="http://schemas.openxmlformats.org/officeDocument/2006/relationships/image" Target="../media/image933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92.png"/><Relationship Id="rId299" Type="http://schemas.openxmlformats.org/officeDocument/2006/relationships/image" Target="../media/image1081.png"/><Relationship Id="rId303" Type="http://schemas.openxmlformats.org/officeDocument/2006/relationships/image" Target="../media/image1083.png"/><Relationship Id="rId21" Type="http://schemas.openxmlformats.org/officeDocument/2006/relationships/image" Target="../media/image946.png"/><Relationship Id="rId42" Type="http://schemas.openxmlformats.org/officeDocument/2006/relationships/customXml" Target="../ink/ink941.xml"/><Relationship Id="rId63" Type="http://schemas.openxmlformats.org/officeDocument/2006/relationships/image" Target="../media/image966.png"/><Relationship Id="rId84" Type="http://schemas.openxmlformats.org/officeDocument/2006/relationships/customXml" Target="../ink/ink962.xml"/><Relationship Id="rId138" Type="http://schemas.openxmlformats.org/officeDocument/2006/relationships/customXml" Target="../ink/ink989.xml"/><Relationship Id="rId159" Type="http://schemas.openxmlformats.org/officeDocument/2006/relationships/image" Target="../media/image1013.png"/><Relationship Id="rId324" Type="http://schemas.openxmlformats.org/officeDocument/2006/relationships/customXml" Target="../ink/ink1082.xml"/><Relationship Id="rId345" Type="http://schemas.openxmlformats.org/officeDocument/2006/relationships/customXml" Target="../ink/ink1093.xml"/><Relationship Id="rId366" Type="http://schemas.openxmlformats.org/officeDocument/2006/relationships/image" Target="../media/image1111.png"/><Relationship Id="rId170" Type="http://schemas.openxmlformats.org/officeDocument/2006/relationships/customXml" Target="../ink/ink1005.xml"/><Relationship Id="rId191" Type="http://schemas.openxmlformats.org/officeDocument/2006/relationships/image" Target="../media/image1028.png"/><Relationship Id="rId205" Type="http://schemas.openxmlformats.org/officeDocument/2006/relationships/image" Target="../media/image1035.png"/><Relationship Id="rId226" Type="http://schemas.openxmlformats.org/officeDocument/2006/relationships/customXml" Target="../ink/ink1033.xml"/><Relationship Id="rId247" Type="http://schemas.openxmlformats.org/officeDocument/2006/relationships/image" Target="../media/image1056.png"/><Relationship Id="rId107" Type="http://schemas.openxmlformats.org/officeDocument/2006/relationships/image" Target="../media/image987.png"/><Relationship Id="rId268" Type="http://schemas.openxmlformats.org/officeDocument/2006/relationships/customXml" Target="../ink/ink1054.xml"/><Relationship Id="rId289" Type="http://schemas.openxmlformats.org/officeDocument/2006/relationships/image" Target="../media/image1077.png"/><Relationship Id="rId11" Type="http://schemas.openxmlformats.org/officeDocument/2006/relationships/customXml" Target="../ink/ink926.xml"/><Relationship Id="rId32" Type="http://schemas.openxmlformats.org/officeDocument/2006/relationships/customXml" Target="../ink/ink936.xml"/><Relationship Id="rId53" Type="http://schemas.openxmlformats.org/officeDocument/2006/relationships/image" Target="../media/image961.png"/><Relationship Id="rId74" Type="http://schemas.openxmlformats.org/officeDocument/2006/relationships/customXml" Target="../ink/ink957.xml"/><Relationship Id="rId128" Type="http://schemas.openxmlformats.org/officeDocument/2006/relationships/customXml" Target="../ink/ink984.xml"/><Relationship Id="rId149" Type="http://schemas.openxmlformats.org/officeDocument/2006/relationships/image" Target="../media/image1008.png"/><Relationship Id="rId314" Type="http://schemas.openxmlformats.org/officeDocument/2006/relationships/customXml" Target="../ink/ink1077.xml"/><Relationship Id="rId335" Type="http://schemas.openxmlformats.org/officeDocument/2006/relationships/image" Target="../media/image1098.png"/><Relationship Id="rId356" Type="http://schemas.openxmlformats.org/officeDocument/2006/relationships/image" Target="../media/image1107.png"/><Relationship Id="rId377" Type="http://schemas.openxmlformats.org/officeDocument/2006/relationships/image" Target="../media/image1116.png"/><Relationship Id="rId5" Type="http://schemas.openxmlformats.org/officeDocument/2006/relationships/customXml" Target="../ink/ink923.xml"/><Relationship Id="rId95" Type="http://schemas.openxmlformats.org/officeDocument/2006/relationships/image" Target="../media/image981.png"/><Relationship Id="rId160" Type="http://schemas.openxmlformats.org/officeDocument/2006/relationships/customXml" Target="../ink/ink1000.xml"/><Relationship Id="rId181" Type="http://schemas.openxmlformats.org/officeDocument/2006/relationships/image" Target="../media/image1024.png"/><Relationship Id="rId216" Type="http://schemas.openxmlformats.org/officeDocument/2006/relationships/customXml" Target="../ink/ink1028.xml"/><Relationship Id="rId237" Type="http://schemas.openxmlformats.org/officeDocument/2006/relationships/image" Target="../media/image1051.png"/><Relationship Id="rId258" Type="http://schemas.openxmlformats.org/officeDocument/2006/relationships/customXml" Target="../ink/ink1049.xml"/><Relationship Id="rId279" Type="http://schemas.openxmlformats.org/officeDocument/2006/relationships/image" Target="../media/image1072.png"/><Relationship Id="rId22" Type="http://schemas.openxmlformats.org/officeDocument/2006/relationships/customXml" Target="../ink/ink931.xml"/><Relationship Id="rId43" Type="http://schemas.openxmlformats.org/officeDocument/2006/relationships/image" Target="../media/image957.png"/><Relationship Id="rId64" Type="http://schemas.openxmlformats.org/officeDocument/2006/relationships/customXml" Target="../ink/ink952.xml"/><Relationship Id="rId118" Type="http://schemas.openxmlformats.org/officeDocument/2006/relationships/customXml" Target="../ink/ink979.xml"/><Relationship Id="rId139" Type="http://schemas.openxmlformats.org/officeDocument/2006/relationships/image" Target="../media/image1003.png"/><Relationship Id="rId290" Type="http://schemas.openxmlformats.org/officeDocument/2006/relationships/customXml" Target="../ink/ink1065.xml"/><Relationship Id="rId304" Type="http://schemas.openxmlformats.org/officeDocument/2006/relationships/customXml" Target="../ink/ink1072.xml"/><Relationship Id="rId325" Type="http://schemas.openxmlformats.org/officeDocument/2006/relationships/image" Target="../media/image1093.png"/><Relationship Id="rId346" Type="http://schemas.openxmlformats.org/officeDocument/2006/relationships/image" Target="../media/image1102.png"/><Relationship Id="rId367" Type="http://schemas.openxmlformats.org/officeDocument/2006/relationships/customXml" Target="../ink/ink1104.xml"/><Relationship Id="rId85" Type="http://schemas.openxmlformats.org/officeDocument/2006/relationships/image" Target="../media/image977.png"/><Relationship Id="rId150" Type="http://schemas.openxmlformats.org/officeDocument/2006/relationships/customXml" Target="../ink/ink995.xml"/><Relationship Id="rId171" Type="http://schemas.openxmlformats.org/officeDocument/2006/relationships/image" Target="../media/image1019.png"/><Relationship Id="rId192" Type="http://schemas.openxmlformats.org/officeDocument/2006/relationships/customXml" Target="../ink/ink1016.xml"/><Relationship Id="rId206" Type="http://schemas.openxmlformats.org/officeDocument/2006/relationships/customXml" Target="../ink/ink1023.xml"/><Relationship Id="rId227" Type="http://schemas.openxmlformats.org/officeDocument/2006/relationships/image" Target="../media/image1046.png"/><Relationship Id="rId248" Type="http://schemas.openxmlformats.org/officeDocument/2006/relationships/customXml" Target="../ink/ink1044.xml"/><Relationship Id="rId269" Type="http://schemas.openxmlformats.org/officeDocument/2006/relationships/image" Target="../media/image1067.png"/><Relationship Id="rId12" Type="http://schemas.openxmlformats.org/officeDocument/2006/relationships/image" Target="../media/image942.png"/><Relationship Id="rId33" Type="http://schemas.openxmlformats.org/officeDocument/2006/relationships/image" Target="../media/image952.png"/><Relationship Id="rId108" Type="http://schemas.openxmlformats.org/officeDocument/2006/relationships/customXml" Target="../ink/ink974.xml"/><Relationship Id="rId129" Type="http://schemas.openxmlformats.org/officeDocument/2006/relationships/image" Target="../media/image998.png"/><Relationship Id="rId280" Type="http://schemas.openxmlformats.org/officeDocument/2006/relationships/customXml" Target="../ink/ink1060.xml"/><Relationship Id="rId315" Type="http://schemas.openxmlformats.org/officeDocument/2006/relationships/image" Target="../media/image1088.png"/><Relationship Id="rId336" Type="http://schemas.openxmlformats.org/officeDocument/2006/relationships/customXml" Target="../ink/ink1088.xml"/><Relationship Id="rId357" Type="http://schemas.openxmlformats.org/officeDocument/2006/relationships/customXml" Target="../ink/ink1099.xml"/><Relationship Id="rId54" Type="http://schemas.openxmlformats.org/officeDocument/2006/relationships/customXml" Target="../ink/ink947.xml"/><Relationship Id="rId75" Type="http://schemas.openxmlformats.org/officeDocument/2006/relationships/image" Target="../media/image972.png"/><Relationship Id="rId96" Type="http://schemas.openxmlformats.org/officeDocument/2006/relationships/customXml" Target="../ink/ink968.xml"/><Relationship Id="rId140" Type="http://schemas.openxmlformats.org/officeDocument/2006/relationships/customXml" Target="../ink/ink990.xml"/><Relationship Id="rId161" Type="http://schemas.openxmlformats.org/officeDocument/2006/relationships/image" Target="../media/image1014.png"/><Relationship Id="rId182" Type="http://schemas.openxmlformats.org/officeDocument/2006/relationships/customXml" Target="../ink/ink1011.xml"/><Relationship Id="rId217" Type="http://schemas.openxmlformats.org/officeDocument/2006/relationships/image" Target="../media/image1041.png"/><Relationship Id="rId6" Type="http://schemas.openxmlformats.org/officeDocument/2006/relationships/image" Target="../media/image939.png"/><Relationship Id="rId238" Type="http://schemas.openxmlformats.org/officeDocument/2006/relationships/customXml" Target="../ink/ink1039.xml"/><Relationship Id="rId259" Type="http://schemas.openxmlformats.org/officeDocument/2006/relationships/image" Target="../media/image1062.png"/><Relationship Id="rId23" Type="http://schemas.openxmlformats.org/officeDocument/2006/relationships/image" Target="../media/image947.png"/><Relationship Id="rId119" Type="http://schemas.openxmlformats.org/officeDocument/2006/relationships/image" Target="../media/image993.png"/><Relationship Id="rId270" Type="http://schemas.openxmlformats.org/officeDocument/2006/relationships/customXml" Target="../ink/ink1055.xml"/><Relationship Id="rId291" Type="http://schemas.openxmlformats.org/officeDocument/2006/relationships/image" Target="../media/image137.png"/><Relationship Id="rId305" Type="http://schemas.openxmlformats.org/officeDocument/2006/relationships/image" Target="../media/image1084.png"/><Relationship Id="rId326" Type="http://schemas.openxmlformats.org/officeDocument/2006/relationships/customXml" Target="../ink/ink1083.xml"/><Relationship Id="rId347" Type="http://schemas.openxmlformats.org/officeDocument/2006/relationships/customXml" Target="../ink/ink1094.xml"/><Relationship Id="rId44" Type="http://schemas.openxmlformats.org/officeDocument/2006/relationships/customXml" Target="../ink/ink942.xml"/><Relationship Id="rId65" Type="http://schemas.openxmlformats.org/officeDocument/2006/relationships/image" Target="../media/image967.png"/><Relationship Id="rId86" Type="http://schemas.openxmlformats.org/officeDocument/2006/relationships/customXml" Target="../ink/ink963.xml"/><Relationship Id="rId130" Type="http://schemas.openxmlformats.org/officeDocument/2006/relationships/customXml" Target="../ink/ink985.xml"/><Relationship Id="rId151" Type="http://schemas.openxmlformats.org/officeDocument/2006/relationships/image" Target="../media/image1009.png"/><Relationship Id="rId368" Type="http://schemas.openxmlformats.org/officeDocument/2006/relationships/image" Target="../media/image1112.png"/><Relationship Id="rId172" Type="http://schemas.openxmlformats.org/officeDocument/2006/relationships/customXml" Target="../ink/ink1006.xml"/><Relationship Id="rId193" Type="http://schemas.openxmlformats.org/officeDocument/2006/relationships/image" Target="../media/image1029.png"/><Relationship Id="rId207" Type="http://schemas.openxmlformats.org/officeDocument/2006/relationships/image" Target="../media/image1036.png"/><Relationship Id="rId228" Type="http://schemas.openxmlformats.org/officeDocument/2006/relationships/customXml" Target="../ink/ink1034.xml"/><Relationship Id="rId249" Type="http://schemas.openxmlformats.org/officeDocument/2006/relationships/image" Target="../media/image1057.png"/><Relationship Id="rId13" Type="http://schemas.openxmlformats.org/officeDocument/2006/relationships/customXml" Target="../ink/ink927.xml"/><Relationship Id="rId109" Type="http://schemas.openxmlformats.org/officeDocument/2006/relationships/image" Target="../media/image988.png"/><Relationship Id="rId260" Type="http://schemas.openxmlformats.org/officeDocument/2006/relationships/customXml" Target="../ink/ink1050.xml"/><Relationship Id="rId281" Type="http://schemas.openxmlformats.org/officeDocument/2006/relationships/image" Target="../media/image1073.png"/><Relationship Id="rId316" Type="http://schemas.openxmlformats.org/officeDocument/2006/relationships/customXml" Target="../ink/ink1078.xml"/><Relationship Id="rId337" Type="http://schemas.openxmlformats.org/officeDocument/2006/relationships/image" Target="../media/image122.png"/><Relationship Id="rId34" Type="http://schemas.openxmlformats.org/officeDocument/2006/relationships/customXml" Target="../ink/ink937.xml"/><Relationship Id="rId55" Type="http://schemas.openxmlformats.org/officeDocument/2006/relationships/image" Target="../media/image962.png"/><Relationship Id="rId76" Type="http://schemas.openxmlformats.org/officeDocument/2006/relationships/customXml" Target="../ink/ink958.xml"/><Relationship Id="rId97" Type="http://schemas.openxmlformats.org/officeDocument/2006/relationships/image" Target="../media/image982.png"/><Relationship Id="rId120" Type="http://schemas.openxmlformats.org/officeDocument/2006/relationships/customXml" Target="../ink/ink980.xml"/><Relationship Id="rId141" Type="http://schemas.openxmlformats.org/officeDocument/2006/relationships/image" Target="../media/image1004.png"/><Relationship Id="rId358" Type="http://schemas.openxmlformats.org/officeDocument/2006/relationships/image" Target="../media/image624.png"/><Relationship Id="rId7" Type="http://schemas.openxmlformats.org/officeDocument/2006/relationships/customXml" Target="../ink/ink924.xml"/><Relationship Id="rId162" Type="http://schemas.openxmlformats.org/officeDocument/2006/relationships/customXml" Target="../ink/ink1001.xml"/><Relationship Id="rId183" Type="http://schemas.openxmlformats.org/officeDocument/2006/relationships/image" Target="../media/image78.png"/><Relationship Id="rId218" Type="http://schemas.openxmlformats.org/officeDocument/2006/relationships/customXml" Target="../ink/ink1029.xml"/><Relationship Id="rId239" Type="http://schemas.openxmlformats.org/officeDocument/2006/relationships/image" Target="../media/image1052.png"/><Relationship Id="rId250" Type="http://schemas.openxmlformats.org/officeDocument/2006/relationships/customXml" Target="../ink/ink1045.xml"/><Relationship Id="rId271" Type="http://schemas.openxmlformats.org/officeDocument/2006/relationships/image" Target="../media/image1068.png"/><Relationship Id="rId292" Type="http://schemas.openxmlformats.org/officeDocument/2006/relationships/customXml" Target="../ink/ink1066.xml"/><Relationship Id="rId306" Type="http://schemas.openxmlformats.org/officeDocument/2006/relationships/customXml" Target="../ink/ink1073.xml"/><Relationship Id="rId24" Type="http://schemas.openxmlformats.org/officeDocument/2006/relationships/customXml" Target="../ink/ink932.xml"/><Relationship Id="rId45" Type="http://schemas.openxmlformats.org/officeDocument/2006/relationships/image" Target="../media/image756.png"/><Relationship Id="rId66" Type="http://schemas.openxmlformats.org/officeDocument/2006/relationships/customXml" Target="../ink/ink953.xml"/><Relationship Id="rId87" Type="http://schemas.openxmlformats.org/officeDocument/2006/relationships/image" Target="../media/image177.png"/><Relationship Id="rId110" Type="http://schemas.openxmlformats.org/officeDocument/2006/relationships/customXml" Target="../ink/ink975.xml"/><Relationship Id="rId131" Type="http://schemas.openxmlformats.org/officeDocument/2006/relationships/image" Target="../media/image999.png"/><Relationship Id="rId327" Type="http://schemas.openxmlformats.org/officeDocument/2006/relationships/image" Target="../media/image1094.png"/><Relationship Id="rId348" Type="http://schemas.openxmlformats.org/officeDocument/2006/relationships/image" Target="../media/image1103.png"/><Relationship Id="rId369" Type="http://schemas.openxmlformats.org/officeDocument/2006/relationships/customXml" Target="../ink/ink1105.xml"/><Relationship Id="rId152" Type="http://schemas.openxmlformats.org/officeDocument/2006/relationships/customXml" Target="../ink/ink996.xml"/><Relationship Id="rId173" Type="http://schemas.openxmlformats.org/officeDocument/2006/relationships/image" Target="../media/image1020.png"/><Relationship Id="rId194" Type="http://schemas.openxmlformats.org/officeDocument/2006/relationships/customXml" Target="../ink/ink1017.xml"/><Relationship Id="rId208" Type="http://schemas.openxmlformats.org/officeDocument/2006/relationships/customXml" Target="../ink/ink1024.xml"/><Relationship Id="rId229" Type="http://schemas.openxmlformats.org/officeDocument/2006/relationships/image" Target="../media/image1047.png"/><Relationship Id="rId240" Type="http://schemas.openxmlformats.org/officeDocument/2006/relationships/customXml" Target="../ink/ink1040.xml"/><Relationship Id="rId261" Type="http://schemas.openxmlformats.org/officeDocument/2006/relationships/image" Target="../media/image1063.png"/><Relationship Id="rId14" Type="http://schemas.openxmlformats.org/officeDocument/2006/relationships/image" Target="../media/image943.png"/><Relationship Id="rId35" Type="http://schemas.openxmlformats.org/officeDocument/2006/relationships/image" Target="../media/image953.png"/><Relationship Id="rId56" Type="http://schemas.openxmlformats.org/officeDocument/2006/relationships/customXml" Target="../ink/ink948.xml"/><Relationship Id="rId77" Type="http://schemas.openxmlformats.org/officeDocument/2006/relationships/image" Target="../media/image973.png"/><Relationship Id="rId100" Type="http://schemas.openxmlformats.org/officeDocument/2006/relationships/customXml" Target="../ink/ink970.xml"/><Relationship Id="rId282" Type="http://schemas.openxmlformats.org/officeDocument/2006/relationships/customXml" Target="../ink/ink1061.xml"/><Relationship Id="rId317" Type="http://schemas.openxmlformats.org/officeDocument/2006/relationships/image" Target="../media/image1089.png"/><Relationship Id="rId338" Type="http://schemas.openxmlformats.org/officeDocument/2006/relationships/customXml" Target="../ink/ink1089.xml"/><Relationship Id="rId359" Type="http://schemas.openxmlformats.org/officeDocument/2006/relationships/customXml" Target="../ink/ink1100.xml"/><Relationship Id="rId8" Type="http://schemas.openxmlformats.org/officeDocument/2006/relationships/image" Target="../media/image940.png"/><Relationship Id="rId98" Type="http://schemas.openxmlformats.org/officeDocument/2006/relationships/customXml" Target="../ink/ink969.xml"/><Relationship Id="rId121" Type="http://schemas.openxmlformats.org/officeDocument/2006/relationships/image" Target="../media/image994.png"/><Relationship Id="rId142" Type="http://schemas.openxmlformats.org/officeDocument/2006/relationships/customXml" Target="../ink/ink991.xml"/><Relationship Id="rId163" Type="http://schemas.openxmlformats.org/officeDocument/2006/relationships/image" Target="../media/image1015.png"/><Relationship Id="rId184" Type="http://schemas.openxmlformats.org/officeDocument/2006/relationships/customXml" Target="../ink/ink1012.xml"/><Relationship Id="rId219" Type="http://schemas.openxmlformats.org/officeDocument/2006/relationships/image" Target="../media/image1042.png"/><Relationship Id="rId370" Type="http://schemas.openxmlformats.org/officeDocument/2006/relationships/image" Target="../media/image1113.png"/><Relationship Id="rId230" Type="http://schemas.openxmlformats.org/officeDocument/2006/relationships/customXml" Target="../ink/ink1035.xml"/><Relationship Id="rId251" Type="http://schemas.openxmlformats.org/officeDocument/2006/relationships/image" Target="../media/image1058.png"/><Relationship Id="rId25" Type="http://schemas.openxmlformats.org/officeDocument/2006/relationships/image" Target="../media/image948.png"/><Relationship Id="rId46" Type="http://schemas.openxmlformats.org/officeDocument/2006/relationships/customXml" Target="../ink/ink943.xml"/><Relationship Id="rId67" Type="http://schemas.openxmlformats.org/officeDocument/2006/relationships/image" Target="../media/image968.png"/><Relationship Id="rId272" Type="http://schemas.openxmlformats.org/officeDocument/2006/relationships/customXml" Target="../ink/ink1056.xml"/><Relationship Id="rId293" Type="http://schemas.openxmlformats.org/officeDocument/2006/relationships/image" Target="../media/image1078.png"/><Relationship Id="rId307" Type="http://schemas.openxmlformats.org/officeDocument/2006/relationships/image" Target="../media/image275.png"/><Relationship Id="rId328" Type="http://schemas.openxmlformats.org/officeDocument/2006/relationships/customXml" Target="../ink/ink1084.xml"/><Relationship Id="rId349" Type="http://schemas.openxmlformats.org/officeDocument/2006/relationships/customXml" Target="../ink/ink1095.xml"/><Relationship Id="rId88" Type="http://schemas.openxmlformats.org/officeDocument/2006/relationships/customXml" Target="../ink/ink964.xml"/><Relationship Id="rId111" Type="http://schemas.openxmlformats.org/officeDocument/2006/relationships/image" Target="../media/image989.png"/><Relationship Id="rId132" Type="http://schemas.openxmlformats.org/officeDocument/2006/relationships/customXml" Target="../ink/ink986.xml"/><Relationship Id="rId153" Type="http://schemas.openxmlformats.org/officeDocument/2006/relationships/image" Target="../media/image1010.png"/><Relationship Id="rId174" Type="http://schemas.openxmlformats.org/officeDocument/2006/relationships/customXml" Target="../ink/ink1007.xml"/><Relationship Id="rId195" Type="http://schemas.openxmlformats.org/officeDocument/2006/relationships/image" Target="../media/image1030.png"/><Relationship Id="rId209" Type="http://schemas.openxmlformats.org/officeDocument/2006/relationships/image" Target="../media/image1037.png"/><Relationship Id="rId360" Type="http://schemas.openxmlformats.org/officeDocument/2006/relationships/image" Target="../media/image1108.png"/><Relationship Id="rId220" Type="http://schemas.openxmlformats.org/officeDocument/2006/relationships/customXml" Target="../ink/ink1030.xml"/><Relationship Id="rId241" Type="http://schemas.openxmlformats.org/officeDocument/2006/relationships/image" Target="../media/image1053.png"/><Relationship Id="rId15" Type="http://schemas.openxmlformats.org/officeDocument/2006/relationships/customXml" Target="../ink/ink928.xml"/><Relationship Id="rId36" Type="http://schemas.openxmlformats.org/officeDocument/2006/relationships/customXml" Target="../ink/ink938.xml"/><Relationship Id="rId57" Type="http://schemas.openxmlformats.org/officeDocument/2006/relationships/image" Target="../media/image963.png"/><Relationship Id="rId262" Type="http://schemas.openxmlformats.org/officeDocument/2006/relationships/customXml" Target="../ink/ink1051.xml"/><Relationship Id="rId283" Type="http://schemas.openxmlformats.org/officeDocument/2006/relationships/image" Target="../media/image1074.png"/><Relationship Id="rId318" Type="http://schemas.openxmlformats.org/officeDocument/2006/relationships/customXml" Target="../ink/ink1079.xml"/><Relationship Id="rId339" Type="http://schemas.openxmlformats.org/officeDocument/2006/relationships/customXml" Target="../ink/ink1090.xml"/><Relationship Id="rId78" Type="http://schemas.openxmlformats.org/officeDocument/2006/relationships/customXml" Target="../ink/ink959.xml"/><Relationship Id="rId99" Type="http://schemas.openxmlformats.org/officeDocument/2006/relationships/image" Target="../media/image983.png"/><Relationship Id="rId101" Type="http://schemas.openxmlformats.org/officeDocument/2006/relationships/image" Target="../media/image984.png"/><Relationship Id="rId122" Type="http://schemas.openxmlformats.org/officeDocument/2006/relationships/customXml" Target="../ink/ink981.xml"/><Relationship Id="rId143" Type="http://schemas.openxmlformats.org/officeDocument/2006/relationships/image" Target="../media/image1005.png"/><Relationship Id="rId164" Type="http://schemas.openxmlformats.org/officeDocument/2006/relationships/customXml" Target="../ink/ink1002.xml"/><Relationship Id="rId185" Type="http://schemas.openxmlformats.org/officeDocument/2006/relationships/image" Target="../media/image1025.png"/><Relationship Id="rId350" Type="http://schemas.openxmlformats.org/officeDocument/2006/relationships/image" Target="../media/image1104.png"/><Relationship Id="rId371" Type="http://schemas.openxmlformats.org/officeDocument/2006/relationships/customXml" Target="../ink/ink1106.xml"/><Relationship Id="rId4" Type="http://schemas.openxmlformats.org/officeDocument/2006/relationships/image" Target="../media/image938.png"/><Relationship Id="rId9" Type="http://schemas.openxmlformats.org/officeDocument/2006/relationships/customXml" Target="../ink/ink925.xml"/><Relationship Id="rId180" Type="http://schemas.openxmlformats.org/officeDocument/2006/relationships/customXml" Target="../ink/ink1010.xml"/><Relationship Id="rId210" Type="http://schemas.openxmlformats.org/officeDocument/2006/relationships/customXml" Target="../ink/ink1025.xml"/><Relationship Id="rId215" Type="http://schemas.openxmlformats.org/officeDocument/2006/relationships/image" Target="../media/image1040.png"/><Relationship Id="rId236" Type="http://schemas.openxmlformats.org/officeDocument/2006/relationships/customXml" Target="../ink/ink1038.xml"/><Relationship Id="rId257" Type="http://schemas.openxmlformats.org/officeDocument/2006/relationships/image" Target="../media/image1061.png"/><Relationship Id="rId278" Type="http://schemas.openxmlformats.org/officeDocument/2006/relationships/customXml" Target="../ink/ink1059.xml"/><Relationship Id="rId26" Type="http://schemas.openxmlformats.org/officeDocument/2006/relationships/customXml" Target="../ink/ink933.xml"/><Relationship Id="rId231" Type="http://schemas.openxmlformats.org/officeDocument/2006/relationships/image" Target="../media/image1048.png"/><Relationship Id="rId252" Type="http://schemas.openxmlformats.org/officeDocument/2006/relationships/customXml" Target="../ink/ink1046.xml"/><Relationship Id="rId273" Type="http://schemas.openxmlformats.org/officeDocument/2006/relationships/image" Target="../media/image1069.png"/><Relationship Id="rId294" Type="http://schemas.openxmlformats.org/officeDocument/2006/relationships/customXml" Target="../ink/ink1067.xml"/><Relationship Id="rId308" Type="http://schemas.openxmlformats.org/officeDocument/2006/relationships/customXml" Target="../ink/ink1074.xml"/><Relationship Id="rId329" Type="http://schemas.openxmlformats.org/officeDocument/2006/relationships/image" Target="../media/image1095.png"/><Relationship Id="rId47" Type="http://schemas.openxmlformats.org/officeDocument/2006/relationships/image" Target="../media/image958.png"/><Relationship Id="rId68" Type="http://schemas.openxmlformats.org/officeDocument/2006/relationships/customXml" Target="../ink/ink954.xml"/><Relationship Id="rId89" Type="http://schemas.openxmlformats.org/officeDocument/2006/relationships/image" Target="../media/image978.png"/><Relationship Id="rId112" Type="http://schemas.openxmlformats.org/officeDocument/2006/relationships/customXml" Target="../ink/ink976.xml"/><Relationship Id="rId133" Type="http://schemas.openxmlformats.org/officeDocument/2006/relationships/image" Target="../media/image1000.png"/><Relationship Id="rId154" Type="http://schemas.openxmlformats.org/officeDocument/2006/relationships/customXml" Target="../ink/ink997.xml"/><Relationship Id="rId175" Type="http://schemas.openxmlformats.org/officeDocument/2006/relationships/image" Target="../media/image1021.png"/><Relationship Id="rId340" Type="http://schemas.openxmlformats.org/officeDocument/2006/relationships/image" Target="../media/image1099.png"/><Relationship Id="rId361" Type="http://schemas.openxmlformats.org/officeDocument/2006/relationships/customXml" Target="../ink/ink1101.xml"/><Relationship Id="rId196" Type="http://schemas.openxmlformats.org/officeDocument/2006/relationships/customXml" Target="../ink/ink1018.xml"/><Relationship Id="rId200" Type="http://schemas.openxmlformats.org/officeDocument/2006/relationships/customXml" Target="../ink/ink1020.xml"/><Relationship Id="rId16" Type="http://schemas.openxmlformats.org/officeDocument/2006/relationships/image" Target="../media/image944.png"/><Relationship Id="rId221" Type="http://schemas.openxmlformats.org/officeDocument/2006/relationships/image" Target="../media/image1043.png"/><Relationship Id="rId242" Type="http://schemas.openxmlformats.org/officeDocument/2006/relationships/customXml" Target="../ink/ink1041.xml"/><Relationship Id="rId263" Type="http://schemas.openxmlformats.org/officeDocument/2006/relationships/image" Target="../media/image1064.png"/><Relationship Id="rId284" Type="http://schemas.openxmlformats.org/officeDocument/2006/relationships/customXml" Target="../ink/ink1062.xml"/><Relationship Id="rId319" Type="http://schemas.openxmlformats.org/officeDocument/2006/relationships/image" Target="../media/image1090.png"/><Relationship Id="rId37" Type="http://schemas.openxmlformats.org/officeDocument/2006/relationships/image" Target="../media/image954.png"/><Relationship Id="rId58" Type="http://schemas.openxmlformats.org/officeDocument/2006/relationships/customXml" Target="../ink/ink949.xml"/><Relationship Id="rId79" Type="http://schemas.openxmlformats.org/officeDocument/2006/relationships/image" Target="../media/image974.png"/><Relationship Id="rId102" Type="http://schemas.openxmlformats.org/officeDocument/2006/relationships/customXml" Target="../ink/ink971.xml"/><Relationship Id="rId123" Type="http://schemas.openxmlformats.org/officeDocument/2006/relationships/image" Target="../media/image995.png"/><Relationship Id="rId144" Type="http://schemas.openxmlformats.org/officeDocument/2006/relationships/customXml" Target="../ink/ink992.xml"/><Relationship Id="rId330" Type="http://schemas.openxmlformats.org/officeDocument/2006/relationships/customXml" Target="../ink/ink1085.xml"/><Relationship Id="rId90" Type="http://schemas.openxmlformats.org/officeDocument/2006/relationships/customXml" Target="../ink/ink965.xml"/><Relationship Id="rId165" Type="http://schemas.openxmlformats.org/officeDocument/2006/relationships/image" Target="../media/image1016.png"/><Relationship Id="rId186" Type="http://schemas.openxmlformats.org/officeDocument/2006/relationships/customXml" Target="../ink/ink1013.xml"/><Relationship Id="rId351" Type="http://schemas.openxmlformats.org/officeDocument/2006/relationships/customXml" Target="../ink/ink1096.xml"/><Relationship Id="rId372" Type="http://schemas.openxmlformats.org/officeDocument/2006/relationships/image" Target="../media/image1114.png"/><Relationship Id="rId211" Type="http://schemas.openxmlformats.org/officeDocument/2006/relationships/image" Target="../media/image1038.png"/><Relationship Id="rId232" Type="http://schemas.openxmlformats.org/officeDocument/2006/relationships/customXml" Target="../ink/ink1036.xml"/><Relationship Id="rId253" Type="http://schemas.openxmlformats.org/officeDocument/2006/relationships/image" Target="../media/image1059.png"/><Relationship Id="rId274" Type="http://schemas.openxmlformats.org/officeDocument/2006/relationships/customXml" Target="../ink/ink1057.xml"/><Relationship Id="rId295" Type="http://schemas.openxmlformats.org/officeDocument/2006/relationships/image" Target="../media/image1079.png"/><Relationship Id="rId309" Type="http://schemas.openxmlformats.org/officeDocument/2006/relationships/image" Target="../media/image1085.png"/><Relationship Id="rId27" Type="http://schemas.openxmlformats.org/officeDocument/2006/relationships/image" Target="../media/image949.png"/><Relationship Id="rId48" Type="http://schemas.openxmlformats.org/officeDocument/2006/relationships/customXml" Target="../ink/ink944.xml"/><Relationship Id="rId69" Type="http://schemas.openxmlformats.org/officeDocument/2006/relationships/image" Target="../media/image969.png"/><Relationship Id="rId113" Type="http://schemas.openxmlformats.org/officeDocument/2006/relationships/image" Target="../media/image990.png"/><Relationship Id="rId134" Type="http://schemas.openxmlformats.org/officeDocument/2006/relationships/customXml" Target="../ink/ink987.xml"/><Relationship Id="rId320" Type="http://schemas.openxmlformats.org/officeDocument/2006/relationships/customXml" Target="../ink/ink1080.xml"/><Relationship Id="rId80" Type="http://schemas.openxmlformats.org/officeDocument/2006/relationships/customXml" Target="../ink/ink960.xml"/><Relationship Id="rId155" Type="http://schemas.openxmlformats.org/officeDocument/2006/relationships/image" Target="../media/image1011.png"/><Relationship Id="rId176" Type="http://schemas.openxmlformats.org/officeDocument/2006/relationships/customXml" Target="../ink/ink1008.xml"/><Relationship Id="rId197" Type="http://schemas.openxmlformats.org/officeDocument/2006/relationships/image" Target="../media/image1031.png"/><Relationship Id="rId341" Type="http://schemas.openxmlformats.org/officeDocument/2006/relationships/customXml" Target="../ink/ink1091.xml"/><Relationship Id="rId362" Type="http://schemas.openxmlformats.org/officeDocument/2006/relationships/image" Target="../media/image1109.png"/><Relationship Id="rId201" Type="http://schemas.openxmlformats.org/officeDocument/2006/relationships/image" Target="../media/image1033.png"/><Relationship Id="rId222" Type="http://schemas.openxmlformats.org/officeDocument/2006/relationships/customXml" Target="../ink/ink1031.xml"/><Relationship Id="rId243" Type="http://schemas.openxmlformats.org/officeDocument/2006/relationships/image" Target="../media/image1054.png"/><Relationship Id="rId264" Type="http://schemas.openxmlformats.org/officeDocument/2006/relationships/customXml" Target="../ink/ink1052.xml"/><Relationship Id="rId285" Type="http://schemas.openxmlformats.org/officeDocument/2006/relationships/image" Target="../media/image1075.png"/><Relationship Id="rId17" Type="http://schemas.openxmlformats.org/officeDocument/2006/relationships/image" Target="../media/image902.png"/><Relationship Id="rId38" Type="http://schemas.openxmlformats.org/officeDocument/2006/relationships/customXml" Target="../ink/ink939.xml"/><Relationship Id="rId59" Type="http://schemas.openxmlformats.org/officeDocument/2006/relationships/image" Target="../media/image964.png"/><Relationship Id="rId103" Type="http://schemas.openxmlformats.org/officeDocument/2006/relationships/image" Target="../media/image985.png"/><Relationship Id="rId124" Type="http://schemas.openxmlformats.org/officeDocument/2006/relationships/customXml" Target="../ink/ink982.xml"/><Relationship Id="rId310" Type="http://schemas.openxmlformats.org/officeDocument/2006/relationships/customXml" Target="../ink/ink1075.xml"/><Relationship Id="rId70" Type="http://schemas.openxmlformats.org/officeDocument/2006/relationships/customXml" Target="../ink/ink955.xml"/><Relationship Id="rId91" Type="http://schemas.openxmlformats.org/officeDocument/2006/relationships/image" Target="../media/image979.png"/><Relationship Id="rId145" Type="http://schemas.openxmlformats.org/officeDocument/2006/relationships/image" Target="../media/image1006.png"/><Relationship Id="rId166" Type="http://schemas.openxmlformats.org/officeDocument/2006/relationships/customXml" Target="../ink/ink1003.xml"/><Relationship Id="rId187" Type="http://schemas.openxmlformats.org/officeDocument/2006/relationships/image" Target="../media/image1026.png"/><Relationship Id="rId331" Type="http://schemas.openxmlformats.org/officeDocument/2006/relationships/image" Target="../media/image1096.png"/><Relationship Id="rId352" Type="http://schemas.openxmlformats.org/officeDocument/2006/relationships/image" Target="../media/image1105.png"/><Relationship Id="rId373" Type="http://schemas.openxmlformats.org/officeDocument/2006/relationships/customXml" Target="../ink/ink110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26.xml"/><Relationship Id="rId233" Type="http://schemas.openxmlformats.org/officeDocument/2006/relationships/image" Target="../media/image1049.png"/><Relationship Id="rId254" Type="http://schemas.openxmlformats.org/officeDocument/2006/relationships/customXml" Target="../ink/ink1047.xml"/><Relationship Id="rId28" Type="http://schemas.openxmlformats.org/officeDocument/2006/relationships/customXml" Target="../ink/ink934.xml"/><Relationship Id="rId49" Type="http://schemas.openxmlformats.org/officeDocument/2006/relationships/image" Target="../media/image959.png"/><Relationship Id="rId114" Type="http://schemas.openxmlformats.org/officeDocument/2006/relationships/customXml" Target="../ink/ink977.xml"/><Relationship Id="rId275" Type="http://schemas.openxmlformats.org/officeDocument/2006/relationships/image" Target="../media/image1070.png"/><Relationship Id="rId296" Type="http://schemas.openxmlformats.org/officeDocument/2006/relationships/customXml" Target="../ink/ink1068.xml"/><Relationship Id="rId300" Type="http://schemas.openxmlformats.org/officeDocument/2006/relationships/customXml" Target="../ink/ink1070.xml"/><Relationship Id="rId60" Type="http://schemas.openxmlformats.org/officeDocument/2006/relationships/customXml" Target="../ink/ink950.xml"/><Relationship Id="rId81" Type="http://schemas.openxmlformats.org/officeDocument/2006/relationships/image" Target="../media/image975.png"/><Relationship Id="rId135" Type="http://schemas.openxmlformats.org/officeDocument/2006/relationships/image" Target="../media/image1001.png"/><Relationship Id="rId156" Type="http://schemas.openxmlformats.org/officeDocument/2006/relationships/customXml" Target="../ink/ink998.xml"/><Relationship Id="rId177" Type="http://schemas.openxmlformats.org/officeDocument/2006/relationships/image" Target="../media/image1022.png"/><Relationship Id="rId198" Type="http://schemas.openxmlformats.org/officeDocument/2006/relationships/customXml" Target="../ink/ink1019.xml"/><Relationship Id="rId321" Type="http://schemas.openxmlformats.org/officeDocument/2006/relationships/image" Target="../media/image1091.png"/><Relationship Id="rId342" Type="http://schemas.openxmlformats.org/officeDocument/2006/relationships/image" Target="../media/image1100.png"/><Relationship Id="rId363" Type="http://schemas.openxmlformats.org/officeDocument/2006/relationships/customXml" Target="../ink/ink1102.xml"/><Relationship Id="rId202" Type="http://schemas.openxmlformats.org/officeDocument/2006/relationships/customXml" Target="../ink/ink1021.xml"/><Relationship Id="rId223" Type="http://schemas.openxmlformats.org/officeDocument/2006/relationships/image" Target="../media/image1044.png"/><Relationship Id="rId244" Type="http://schemas.openxmlformats.org/officeDocument/2006/relationships/customXml" Target="../ink/ink1042.xml"/><Relationship Id="rId18" Type="http://schemas.openxmlformats.org/officeDocument/2006/relationships/customXml" Target="../ink/ink929.xml"/><Relationship Id="rId39" Type="http://schemas.openxmlformats.org/officeDocument/2006/relationships/image" Target="../media/image955.png"/><Relationship Id="rId265" Type="http://schemas.openxmlformats.org/officeDocument/2006/relationships/image" Target="../media/image1065.png"/><Relationship Id="rId286" Type="http://schemas.openxmlformats.org/officeDocument/2006/relationships/customXml" Target="../ink/ink1063.xml"/><Relationship Id="rId50" Type="http://schemas.openxmlformats.org/officeDocument/2006/relationships/customXml" Target="../ink/ink945.xml"/><Relationship Id="rId104" Type="http://schemas.openxmlformats.org/officeDocument/2006/relationships/customXml" Target="../ink/ink972.xml"/><Relationship Id="rId125" Type="http://schemas.openxmlformats.org/officeDocument/2006/relationships/image" Target="../media/image996.png"/><Relationship Id="rId146" Type="http://schemas.openxmlformats.org/officeDocument/2006/relationships/customXml" Target="../ink/ink993.xml"/><Relationship Id="rId167" Type="http://schemas.openxmlformats.org/officeDocument/2006/relationships/image" Target="../media/image1017.png"/><Relationship Id="rId188" Type="http://schemas.openxmlformats.org/officeDocument/2006/relationships/customXml" Target="../ink/ink1014.xml"/><Relationship Id="rId311" Type="http://schemas.openxmlformats.org/officeDocument/2006/relationships/image" Target="../media/image1086.png"/><Relationship Id="rId332" Type="http://schemas.openxmlformats.org/officeDocument/2006/relationships/customXml" Target="../ink/ink1086.xml"/><Relationship Id="rId353" Type="http://schemas.openxmlformats.org/officeDocument/2006/relationships/customXml" Target="../ink/ink1097.xml"/><Relationship Id="rId374" Type="http://schemas.openxmlformats.org/officeDocument/2006/relationships/image" Target="../media/image1115.png"/><Relationship Id="rId71" Type="http://schemas.openxmlformats.org/officeDocument/2006/relationships/image" Target="../media/image970.png"/><Relationship Id="rId92" Type="http://schemas.openxmlformats.org/officeDocument/2006/relationships/customXml" Target="../ink/ink966.xml"/><Relationship Id="rId213" Type="http://schemas.openxmlformats.org/officeDocument/2006/relationships/image" Target="../media/image1039.png"/><Relationship Id="rId234" Type="http://schemas.openxmlformats.org/officeDocument/2006/relationships/customXml" Target="../ink/ink1037.xml"/><Relationship Id="rId2" Type="http://schemas.openxmlformats.org/officeDocument/2006/relationships/image" Target="../media/image937.png"/><Relationship Id="rId29" Type="http://schemas.openxmlformats.org/officeDocument/2006/relationships/image" Target="../media/image950.png"/><Relationship Id="rId255" Type="http://schemas.openxmlformats.org/officeDocument/2006/relationships/image" Target="../media/image1060.png"/><Relationship Id="rId276" Type="http://schemas.openxmlformats.org/officeDocument/2006/relationships/customXml" Target="../ink/ink1058.xml"/><Relationship Id="rId297" Type="http://schemas.openxmlformats.org/officeDocument/2006/relationships/image" Target="../media/image1080.png"/><Relationship Id="rId40" Type="http://schemas.openxmlformats.org/officeDocument/2006/relationships/customXml" Target="../ink/ink940.xml"/><Relationship Id="rId115" Type="http://schemas.openxmlformats.org/officeDocument/2006/relationships/image" Target="../media/image991.png"/><Relationship Id="rId136" Type="http://schemas.openxmlformats.org/officeDocument/2006/relationships/customXml" Target="../ink/ink988.xml"/><Relationship Id="rId157" Type="http://schemas.openxmlformats.org/officeDocument/2006/relationships/image" Target="../media/image1012.png"/><Relationship Id="rId178" Type="http://schemas.openxmlformats.org/officeDocument/2006/relationships/customXml" Target="../ink/ink1009.xml"/><Relationship Id="rId301" Type="http://schemas.openxmlformats.org/officeDocument/2006/relationships/image" Target="../media/image1082.png"/><Relationship Id="rId322" Type="http://schemas.openxmlformats.org/officeDocument/2006/relationships/customXml" Target="../ink/ink1081.xml"/><Relationship Id="rId343" Type="http://schemas.openxmlformats.org/officeDocument/2006/relationships/customXml" Target="../ink/ink1092.xml"/><Relationship Id="rId364" Type="http://schemas.openxmlformats.org/officeDocument/2006/relationships/image" Target="../media/image1110.png"/><Relationship Id="rId61" Type="http://schemas.openxmlformats.org/officeDocument/2006/relationships/image" Target="../media/image965.png"/><Relationship Id="rId82" Type="http://schemas.openxmlformats.org/officeDocument/2006/relationships/customXml" Target="../ink/ink961.xml"/><Relationship Id="rId199" Type="http://schemas.openxmlformats.org/officeDocument/2006/relationships/image" Target="../media/image1032.png"/><Relationship Id="rId203" Type="http://schemas.openxmlformats.org/officeDocument/2006/relationships/image" Target="../media/image1034.png"/><Relationship Id="rId19" Type="http://schemas.openxmlformats.org/officeDocument/2006/relationships/image" Target="../media/image945.png"/><Relationship Id="rId224" Type="http://schemas.openxmlformats.org/officeDocument/2006/relationships/customXml" Target="../ink/ink1032.xml"/><Relationship Id="rId245" Type="http://schemas.openxmlformats.org/officeDocument/2006/relationships/image" Target="../media/image1055.png"/><Relationship Id="rId266" Type="http://schemas.openxmlformats.org/officeDocument/2006/relationships/customXml" Target="../ink/ink1053.xml"/><Relationship Id="rId287" Type="http://schemas.openxmlformats.org/officeDocument/2006/relationships/image" Target="../media/image1076.png"/><Relationship Id="rId30" Type="http://schemas.openxmlformats.org/officeDocument/2006/relationships/customXml" Target="../ink/ink935.xml"/><Relationship Id="rId105" Type="http://schemas.openxmlformats.org/officeDocument/2006/relationships/image" Target="../media/image986.png"/><Relationship Id="rId126" Type="http://schemas.openxmlformats.org/officeDocument/2006/relationships/customXml" Target="../ink/ink983.xml"/><Relationship Id="rId147" Type="http://schemas.openxmlformats.org/officeDocument/2006/relationships/image" Target="../media/image1007.png"/><Relationship Id="rId168" Type="http://schemas.openxmlformats.org/officeDocument/2006/relationships/customXml" Target="../ink/ink1004.xml"/><Relationship Id="rId312" Type="http://schemas.openxmlformats.org/officeDocument/2006/relationships/customXml" Target="../ink/ink1076.xml"/><Relationship Id="rId333" Type="http://schemas.openxmlformats.org/officeDocument/2006/relationships/image" Target="../media/image1097.png"/><Relationship Id="rId354" Type="http://schemas.openxmlformats.org/officeDocument/2006/relationships/image" Target="../media/image1106.png"/><Relationship Id="rId51" Type="http://schemas.openxmlformats.org/officeDocument/2006/relationships/image" Target="../media/image960.png"/><Relationship Id="rId72" Type="http://schemas.openxmlformats.org/officeDocument/2006/relationships/customXml" Target="../ink/ink956.xml"/><Relationship Id="rId93" Type="http://schemas.openxmlformats.org/officeDocument/2006/relationships/image" Target="../media/image980.png"/><Relationship Id="rId189" Type="http://schemas.openxmlformats.org/officeDocument/2006/relationships/image" Target="../media/image1027.png"/><Relationship Id="rId375" Type="http://schemas.openxmlformats.org/officeDocument/2006/relationships/customXml" Target="../ink/ink1108.xml"/><Relationship Id="rId3" Type="http://schemas.openxmlformats.org/officeDocument/2006/relationships/customXml" Target="../ink/ink922.xml"/><Relationship Id="rId214" Type="http://schemas.openxmlformats.org/officeDocument/2006/relationships/customXml" Target="../ink/ink1027.xml"/><Relationship Id="rId235" Type="http://schemas.openxmlformats.org/officeDocument/2006/relationships/image" Target="../media/image1050.png"/><Relationship Id="rId256" Type="http://schemas.openxmlformats.org/officeDocument/2006/relationships/customXml" Target="../ink/ink1048.xml"/><Relationship Id="rId277" Type="http://schemas.openxmlformats.org/officeDocument/2006/relationships/image" Target="../media/image1071.png"/><Relationship Id="rId298" Type="http://schemas.openxmlformats.org/officeDocument/2006/relationships/customXml" Target="../ink/ink1069.xml"/><Relationship Id="rId116" Type="http://schemas.openxmlformats.org/officeDocument/2006/relationships/customXml" Target="../ink/ink978.xml"/><Relationship Id="rId137" Type="http://schemas.openxmlformats.org/officeDocument/2006/relationships/image" Target="../media/image1002.png"/><Relationship Id="rId158" Type="http://schemas.openxmlformats.org/officeDocument/2006/relationships/customXml" Target="../ink/ink999.xml"/><Relationship Id="rId302" Type="http://schemas.openxmlformats.org/officeDocument/2006/relationships/customXml" Target="../ink/ink1071.xml"/><Relationship Id="rId323" Type="http://schemas.openxmlformats.org/officeDocument/2006/relationships/image" Target="../media/image1092.png"/><Relationship Id="rId344" Type="http://schemas.openxmlformats.org/officeDocument/2006/relationships/image" Target="../media/image1101.png"/><Relationship Id="rId20" Type="http://schemas.openxmlformats.org/officeDocument/2006/relationships/customXml" Target="../ink/ink930.xml"/><Relationship Id="rId41" Type="http://schemas.openxmlformats.org/officeDocument/2006/relationships/image" Target="../media/image956.png"/><Relationship Id="rId62" Type="http://schemas.openxmlformats.org/officeDocument/2006/relationships/customXml" Target="../ink/ink951.xml"/><Relationship Id="rId83" Type="http://schemas.openxmlformats.org/officeDocument/2006/relationships/image" Target="../media/image976.png"/><Relationship Id="rId179" Type="http://schemas.openxmlformats.org/officeDocument/2006/relationships/image" Target="../media/image1023.png"/><Relationship Id="rId365" Type="http://schemas.openxmlformats.org/officeDocument/2006/relationships/customXml" Target="../ink/ink1103.xml"/><Relationship Id="rId190" Type="http://schemas.openxmlformats.org/officeDocument/2006/relationships/customXml" Target="../ink/ink1015.xml"/><Relationship Id="rId204" Type="http://schemas.openxmlformats.org/officeDocument/2006/relationships/customXml" Target="../ink/ink1022.xml"/><Relationship Id="rId225" Type="http://schemas.openxmlformats.org/officeDocument/2006/relationships/image" Target="../media/image1045.png"/><Relationship Id="rId246" Type="http://schemas.openxmlformats.org/officeDocument/2006/relationships/customXml" Target="../ink/ink1043.xml"/><Relationship Id="rId267" Type="http://schemas.openxmlformats.org/officeDocument/2006/relationships/image" Target="../media/image1066.png"/><Relationship Id="rId288" Type="http://schemas.openxmlformats.org/officeDocument/2006/relationships/customXml" Target="../ink/ink1064.xml"/><Relationship Id="rId106" Type="http://schemas.openxmlformats.org/officeDocument/2006/relationships/customXml" Target="../ink/ink973.xml"/><Relationship Id="rId127" Type="http://schemas.openxmlformats.org/officeDocument/2006/relationships/image" Target="../media/image997.png"/><Relationship Id="rId313" Type="http://schemas.openxmlformats.org/officeDocument/2006/relationships/image" Target="../media/image1087.png"/><Relationship Id="rId10" Type="http://schemas.openxmlformats.org/officeDocument/2006/relationships/image" Target="../media/image941.png"/><Relationship Id="rId31" Type="http://schemas.openxmlformats.org/officeDocument/2006/relationships/image" Target="../media/image951.png"/><Relationship Id="rId52" Type="http://schemas.openxmlformats.org/officeDocument/2006/relationships/customXml" Target="../ink/ink946.xml"/><Relationship Id="rId73" Type="http://schemas.openxmlformats.org/officeDocument/2006/relationships/image" Target="../media/image971.png"/><Relationship Id="rId94" Type="http://schemas.openxmlformats.org/officeDocument/2006/relationships/customXml" Target="../ink/ink967.xml"/><Relationship Id="rId148" Type="http://schemas.openxmlformats.org/officeDocument/2006/relationships/customXml" Target="../ink/ink994.xml"/><Relationship Id="rId169" Type="http://schemas.openxmlformats.org/officeDocument/2006/relationships/image" Target="../media/image1018.png"/><Relationship Id="rId334" Type="http://schemas.openxmlformats.org/officeDocument/2006/relationships/customXml" Target="../ink/ink1087.xml"/><Relationship Id="rId355" Type="http://schemas.openxmlformats.org/officeDocument/2006/relationships/customXml" Target="../ink/ink1098.xml"/><Relationship Id="rId376" Type="http://schemas.openxmlformats.org/officeDocument/2006/relationships/customXml" Target="../ink/ink1109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21.xml"/><Relationship Id="rId117" Type="http://schemas.openxmlformats.org/officeDocument/2006/relationships/image" Target="../media/image1175.png"/><Relationship Id="rId21" Type="http://schemas.openxmlformats.org/officeDocument/2006/relationships/image" Target="../media/image1127.png"/><Relationship Id="rId42" Type="http://schemas.openxmlformats.org/officeDocument/2006/relationships/customXml" Target="../ink/ink1129.xml"/><Relationship Id="rId47" Type="http://schemas.openxmlformats.org/officeDocument/2006/relationships/image" Target="../media/image1140.png"/><Relationship Id="rId63" Type="http://schemas.openxmlformats.org/officeDocument/2006/relationships/image" Target="../media/image1148.png"/><Relationship Id="rId68" Type="http://schemas.openxmlformats.org/officeDocument/2006/relationships/customXml" Target="../ink/ink1142.xml"/><Relationship Id="rId84" Type="http://schemas.openxmlformats.org/officeDocument/2006/relationships/customXml" Target="../ink/ink1150.xml"/><Relationship Id="rId89" Type="http://schemas.openxmlformats.org/officeDocument/2006/relationships/image" Target="../media/image1161.png"/><Relationship Id="rId112" Type="http://schemas.openxmlformats.org/officeDocument/2006/relationships/customXml" Target="../ink/ink1164.xml"/><Relationship Id="rId16" Type="http://schemas.openxmlformats.org/officeDocument/2006/relationships/customXml" Target="../ink/ink1116.xml"/><Relationship Id="rId107" Type="http://schemas.openxmlformats.org/officeDocument/2006/relationships/image" Target="../media/image1170.png"/><Relationship Id="rId11" Type="http://schemas.openxmlformats.org/officeDocument/2006/relationships/image" Target="../media/image1122.png"/><Relationship Id="rId24" Type="http://schemas.openxmlformats.org/officeDocument/2006/relationships/customXml" Target="../ink/ink1120.xml"/><Relationship Id="rId32" Type="http://schemas.openxmlformats.org/officeDocument/2006/relationships/customXml" Target="../ink/ink1124.xml"/><Relationship Id="rId37" Type="http://schemas.openxmlformats.org/officeDocument/2006/relationships/image" Target="../media/image1135.png"/><Relationship Id="rId40" Type="http://schemas.openxmlformats.org/officeDocument/2006/relationships/customXml" Target="../ink/ink1128.xml"/><Relationship Id="rId45" Type="http://schemas.openxmlformats.org/officeDocument/2006/relationships/image" Target="../media/image1139.png"/><Relationship Id="rId53" Type="http://schemas.openxmlformats.org/officeDocument/2006/relationships/image" Target="../media/image1143.png"/><Relationship Id="rId58" Type="http://schemas.openxmlformats.org/officeDocument/2006/relationships/customXml" Target="../ink/ink1137.xml"/><Relationship Id="rId66" Type="http://schemas.openxmlformats.org/officeDocument/2006/relationships/customXml" Target="../ink/ink1141.xml"/><Relationship Id="rId74" Type="http://schemas.openxmlformats.org/officeDocument/2006/relationships/customXml" Target="../ink/ink1145.xml"/><Relationship Id="rId79" Type="http://schemas.openxmlformats.org/officeDocument/2006/relationships/image" Target="../media/image1156.png"/><Relationship Id="rId87" Type="http://schemas.openxmlformats.org/officeDocument/2006/relationships/image" Target="../media/image1160.png"/><Relationship Id="rId102" Type="http://schemas.openxmlformats.org/officeDocument/2006/relationships/customXml" Target="../ink/ink1159.xml"/><Relationship Id="rId110" Type="http://schemas.openxmlformats.org/officeDocument/2006/relationships/customXml" Target="../ink/ink1163.xml"/><Relationship Id="rId115" Type="http://schemas.openxmlformats.org/officeDocument/2006/relationships/image" Target="../media/image1174.png"/><Relationship Id="rId5" Type="http://schemas.openxmlformats.org/officeDocument/2006/relationships/image" Target="../media/image1119.png"/><Relationship Id="rId61" Type="http://schemas.openxmlformats.org/officeDocument/2006/relationships/image" Target="../media/image1147.png"/><Relationship Id="rId82" Type="http://schemas.openxmlformats.org/officeDocument/2006/relationships/customXml" Target="../ink/ink1149.xml"/><Relationship Id="rId90" Type="http://schemas.openxmlformats.org/officeDocument/2006/relationships/customXml" Target="../ink/ink1153.xml"/><Relationship Id="rId95" Type="http://schemas.openxmlformats.org/officeDocument/2006/relationships/image" Target="../media/image1164.png"/><Relationship Id="rId19" Type="http://schemas.openxmlformats.org/officeDocument/2006/relationships/image" Target="../media/image1126.png"/><Relationship Id="rId14" Type="http://schemas.openxmlformats.org/officeDocument/2006/relationships/customXml" Target="../ink/ink1115.xml"/><Relationship Id="rId22" Type="http://schemas.openxmlformats.org/officeDocument/2006/relationships/customXml" Target="../ink/ink1119.xml"/><Relationship Id="rId27" Type="http://schemas.openxmlformats.org/officeDocument/2006/relationships/image" Target="../media/image1130.png"/><Relationship Id="rId30" Type="http://schemas.openxmlformats.org/officeDocument/2006/relationships/customXml" Target="../ink/ink1123.xml"/><Relationship Id="rId35" Type="http://schemas.openxmlformats.org/officeDocument/2006/relationships/image" Target="../media/image1134.png"/><Relationship Id="rId43" Type="http://schemas.openxmlformats.org/officeDocument/2006/relationships/image" Target="../media/image1138.png"/><Relationship Id="rId48" Type="http://schemas.openxmlformats.org/officeDocument/2006/relationships/customXml" Target="../ink/ink1132.xml"/><Relationship Id="rId56" Type="http://schemas.openxmlformats.org/officeDocument/2006/relationships/customXml" Target="../ink/ink1136.xml"/><Relationship Id="rId64" Type="http://schemas.openxmlformats.org/officeDocument/2006/relationships/customXml" Target="../ink/ink1140.xml"/><Relationship Id="rId69" Type="http://schemas.openxmlformats.org/officeDocument/2006/relationships/image" Target="../media/image1151.png"/><Relationship Id="rId77" Type="http://schemas.openxmlformats.org/officeDocument/2006/relationships/image" Target="../media/image1155.png"/><Relationship Id="rId100" Type="http://schemas.openxmlformats.org/officeDocument/2006/relationships/customXml" Target="../ink/ink1158.xml"/><Relationship Id="rId105" Type="http://schemas.openxmlformats.org/officeDocument/2006/relationships/image" Target="../media/image1169.png"/><Relationship Id="rId113" Type="http://schemas.openxmlformats.org/officeDocument/2006/relationships/image" Target="../media/image1173.png"/><Relationship Id="rId8" Type="http://schemas.openxmlformats.org/officeDocument/2006/relationships/customXml" Target="../ink/ink1112.xml"/><Relationship Id="rId51" Type="http://schemas.openxmlformats.org/officeDocument/2006/relationships/image" Target="../media/image1142.png"/><Relationship Id="rId72" Type="http://schemas.openxmlformats.org/officeDocument/2006/relationships/customXml" Target="../ink/ink1144.xml"/><Relationship Id="rId80" Type="http://schemas.openxmlformats.org/officeDocument/2006/relationships/customXml" Target="../ink/ink1148.xml"/><Relationship Id="rId85" Type="http://schemas.openxmlformats.org/officeDocument/2006/relationships/image" Target="../media/image1159.png"/><Relationship Id="rId93" Type="http://schemas.openxmlformats.org/officeDocument/2006/relationships/image" Target="../media/image1163.png"/><Relationship Id="rId98" Type="http://schemas.openxmlformats.org/officeDocument/2006/relationships/customXml" Target="../ink/ink1157.xml"/><Relationship Id="rId3" Type="http://schemas.openxmlformats.org/officeDocument/2006/relationships/image" Target="../media/image1118.png"/><Relationship Id="rId12" Type="http://schemas.openxmlformats.org/officeDocument/2006/relationships/customXml" Target="../ink/ink1114.xml"/><Relationship Id="rId17" Type="http://schemas.openxmlformats.org/officeDocument/2006/relationships/image" Target="../media/image1125.png"/><Relationship Id="rId25" Type="http://schemas.openxmlformats.org/officeDocument/2006/relationships/image" Target="../media/image1129.png"/><Relationship Id="rId33" Type="http://schemas.openxmlformats.org/officeDocument/2006/relationships/image" Target="../media/image1133.png"/><Relationship Id="rId38" Type="http://schemas.openxmlformats.org/officeDocument/2006/relationships/customXml" Target="../ink/ink1127.xml"/><Relationship Id="rId46" Type="http://schemas.openxmlformats.org/officeDocument/2006/relationships/customXml" Target="../ink/ink1131.xml"/><Relationship Id="rId59" Type="http://schemas.openxmlformats.org/officeDocument/2006/relationships/image" Target="../media/image1146.png"/><Relationship Id="rId67" Type="http://schemas.openxmlformats.org/officeDocument/2006/relationships/image" Target="../media/image1150.png"/><Relationship Id="rId103" Type="http://schemas.openxmlformats.org/officeDocument/2006/relationships/image" Target="../media/image1168.png"/><Relationship Id="rId108" Type="http://schemas.openxmlformats.org/officeDocument/2006/relationships/customXml" Target="../ink/ink1162.xml"/><Relationship Id="rId116" Type="http://schemas.openxmlformats.org/officeDocument/2006/relationships/customXml" Target="../ink/ink1166.xml"/><Relationship Id="rId20" Type="http://schemas.openxmlformats.org/officeDocument/2006/relationships/customXml" Target="../ink/ink1118.xml"/><Relationship Id="rId41" Type="http://schemas.openxmlformats.org/officeDocument/2006/relationships/image" Target="../media/image1137.png"/><Relationship Id="rId54" Type="http://schemas.openxmlformats.org/officeDocument/2006/relationships/customXml" Target="../ink/ink1135.xml"/><Relationship Id="rId62" Type="http://schemas.openxmlformats.org/officeDocument/2006/relationships/customXml" Target="../ink/ink1139.xml"/><Relationship Id="rId70" Type="http://schemas.openxmlformats.org/officeDocument/2006/relationships/customXml" Target="../ink/ink1143.xml"/><Relationship Id="rId75" Type="http://schemas.openxmlformats.org/officeDocument/2006/relationships/image" Target="../media/image1154.png"/><Relationship Id="rId83" Type="http://schemas.openxmlformats.org/officeDocument/2006/relationships/image" Target="../media/image1158.png"/><Relationship Id="rId88" Type="http://schemas.openxmlformats.org/officeDocument/2006/relationships/customXml" Target="../ink/ink1152.xml"/><Relationship Id="rId91" Type="http://schemas.openxmlformats.org/officeDocument/2006/relationships/image" Target="../media/image1162.png"/><Relationship Id="rId96" Type="http://schemas.openxmlformats.org/officeDocument/2006/relationships/customXml" Target="../ink/ink1156.xml"/><Relationship Id="rId111" Type="http://schemas.openxmlformats.org/officeDocument/2006/relationships/image" Target="../media/image11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11.xml"/><Relationship Id="rId15" Type="http://schemas.openxmlformats.org/officeDocument/2006/relationships/image" Target="../media/image1124.png"/><Relationship Id="rId23" Type="http://schemas.openxmlformats.org/officeDocument/2006/relationships/image" Target="../media/image1128.png"/><Relationship Id="rId28" Type="http://schemas.openxmlformats.org/officeDocument/2006/relationships/customXml" Target="../ink/ink1122.xml"/><Relationship Id="rId36" Type="http://schemas.openxmlformats.org/officeDocument/2006/relationships/customXml" Target="../ink/ink1126.xml"/><Relationship Id="rId49" Type="http://schemas.openxmlformats.org/officeDocument/2006/relationships/image" Target="../media/image1141.png"/><Relationship Id="rId57" Type="http://schemas.openxmlformats.org/officeDocument/2006/relationships/image" Target="../media/image1145.png"/><Relationship Id="rId106" Type="http://schemas.openxmlformats.org/officeDocument/2006/relationships/customXml" Target="../ink/ink1161.xml"/><Relationship Id="rId114" Type="http://schemas.openxmlformats.org/officeDocument/2006/relationships/customXml" Target="../ink/ink1165.xml"/><Relationship Id="rId10" Type="http://schemas.openxmlformats.org/officeDocument/2006/relationships/customXml" Target="../ink/ink1113.xml"/><Relationship Id="rId31" Type="http://schemas.openxmlformats.org/officeDocument/2006/relationships/image" Target="../media/image1132.png"/><Relationship Id="rId44" Type="http://schemas.openxmlformats.org/officeDocument/2006/relationships/customXml" Target="../ink/ink1130.xml"/><Relationship Id="rId52" Type="http://schemas.openxmlformats.org/officeDocument/2006/relationships/customXml" Target="../ink/ink1134.xml"/><Relationship Id="rId60" Type="http://schemas.openxmlformats.org/officeDocument/2006/relationships/customXml" Target="../ink/ink1138.xml"/><Relationship Id="rId65" Type="http://schemas.openxmlformats.org/officeDocument/2006/relationships/image" Target="../media/image1149.png"/><Relationship Id="rId73" Type="http://schemas.openxmlformats.org/officeDocument/2006/relationships/image" Target="../media/image1153.png"/><Relationship Id="rId78" Type="http://schemas.openxmlformats.org/officeDocument/2006/relationships/customXml" Target="../ink/ink1147.xml"/><Relationship Id="rId81" Type="http://schemas.openxmlformats.org/officeDocument/2006/relationships/image" Target="../media/image1157.png"/><Relationship Id="rId86" Type="http://schemas.openxmlformats.org/officeDocument/2006/relationships/customXml" Target="../ink/ink1151.xml"/><Relationship Id="rId94" Type="http://schemas.openxmlformats.org/officeDocument/2006/relationships/customXml" Target="../ink/ink1155.xml"/><Relationship Id="rId99" Type="http://schemas.openxmlformats.org/officeDocument/2006/relationships/image" Target="../media/image1166.png"/><Relationship Id="rId101" Type="http://schemas.openxmlformats.org/officeDocument/2006/relationships/image" Target="../media/image1167.png"/><Relationship Id="rId4" Type="http://schemas.openxmlformats.org/officeDocument/2006/relationships/customXml" Target="../ink/ink1110.xml"/><Relationship Id="rId9" Type="http://schemas.openxmlformats.org/officeDocument/2006/relationships/image" Target="../media/image1121.png"/><Relationship Id="rId13" Type="http://schemas.openxmlformats.org/officeDocument/2006/relationships/image" Target="../media/image1123.png"/><Relationship Id="rId18" Type="http://schemas.openxmlformats.org/officeDocument/2006/relationships/customXml" Target="../ink/ink1117.xml"/><Relationship Id="rId39" Type="http://schemas.openxmlformats.org/officeDocument/2006/relationships/image" Target="../media/image1136.png"/><Relationship Id="rId109" Type="http://schemas.openxmlformats.org/officeDocument/2006/relationships/image" Target="../media/image1171.png"/><Relationship Id="rId34" Type="http://schemas.openxmlformats.org/officeDocument/2006/relationships/customXml" Target="../ink/ink1125.xml"/><Relationship Id="rId50" Type="http://schemas.openxmlformats.org/officeDocument/2006/relationships/customXml" Target="../ink/ink1133.xml"/><Relationship Id="rId55" Type="http://schemas.openxmlformats.org/officeDocument/2006/relationships/image" Target="../media/image1144.png"/><Relationship Id="rId76" Type="http://schemas.openxmlformats.org/officeDocument/2006/relationships/customXml" Target="../ink/ink1146.xml"/><Relationship Id="rId97" Type="http://schemas.openxmlformats.org/officeDocument/2006/relationships/image" Target="../media/image1165.png"/><Relationship Id="rId104" Type="http://schemas.openxmlformats.org/officeDocument/2006/relationships/customXml" Target="../ink/ink1160.xml"/><Relationship Id="rId7" Type="http://schemas.openxmlformats.org/officeDocument/2006/relationships/image" Target="../media/image1120.png"/><Relationship Id="rId71" Type="http://schemas.openxmlformats.org/officeDocument/2006/relationships/image" Target="../media/image1152.png"/><Relationship Id="rId92" Type="http://schemas.openxmlformats.org/officeDocument/2006/relationships/customXml" Target="../ink/ink1154.xml"/><Relationship Id="rId2" Type="http://schemas.openxmlformats.org/officeDocument/2006/relationships/image" Target="../media/image1117.png"/><Relationship Id="rId29" Type="http://schemas.openxmlformats.org/officeDocument/2006/relationships/image" Target="../media/image1131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23.xml"/><Relationship Id="rId21" Type="http://schemas.openxmlformats.org/officeDocument/2006/relationships/image" Target="../media/image1185.png"/><Relationship Id="rId42" Type="http://schemas.openxmlformats.org/officeDocument/2006/relationships/customXml" Target="../ink/ink1186.xml"/><Relationship Id="rId47" Type="http://schemas.openxmlformats.org/officeDocument/2006/relationships/image" Target="../media/image1198.png"/><Relationship Id="rId63" Type="http://schemas.openxmlformats.org/officeDocument/2006/relationships/image" Target="../media/image1205.png"/><Relationship Id="rId68" Type="http://schemas.openxmlformats.org/officeDocument/2006/relationships/customXml" Target="../ink/ink1199.xml"/><Relationship Id="rId84" Type="http://schemas.openxmlformats.org/officeDocument/2006/relationships/customXml" Target="../ink/ink1207.xml"/><Relationship Id="rId89" Type="http://schemas.openxmlformats.org/officeDocument/2006/relationships/image" Target="../media/image1216.png"/><Relationship Id="rId112" Type="http://schemas.openxmlformats.org/officeDocument/2006/relationships/image" Target="../media/image1227.png"/><Relationship Id="rId133" Type="http://schemas.openxmlformats.org/officeDocument/2006/relationships/customXml" Target="../ink/ink1231.xml"/><Relationship Id="rId138" Type="http://schemas.openxmlformats.org/officeDocument/2006/relationships/image" Target="../media/image1239.png"/><Relationship Id="rId154" Type="http://schemas.openxmlformats.org/officeDocument/2006/relationships/image" Target="../media/image1247.png"/><Relationship Id="rId159" Type="http://schemas.openxmlformats.org/officeDocument/2006/relationships/customXml" Target="../ink/ink1244.xml"/><Relationship Id="rId175" Type="http://schemas.openxmlformats.org/officeDocument/2006/relationships/customXml" Target="../ink/ink1252.xml"/><Relationship Id="rId170" Type="http://schemas.openxmlformats.org/officeDocument/2006/relationships/image" Target="../media/image1255.png"/><Relationship Id="rId191" Type="http://schemas.openxmlformats.org/officeDocument/2006/relationships/customXml" Target="../ink/ink1260.xml"/><Relationship Id="rId196" Type="http://schemas.openxmlformats.org/officeDocument/2006/relationships/image" Target="../media/image1268.png"/><Relationship Id="rId16" Type="http://schemas.openxmlformats.org/officeDocument/2006/relationships/customXml" Target="../ink/ink1173.xml"/><Relationship Id="rId107" Type="http://schemas.openxmlformats.org/officeDocument/2006/relationships/customXml" Target="../ink/ink1218.xml"/><Relationship Id="rId11" Type="http://schemas.openxmlformats.org/officeDocument/2006/relationships/image" Target="../media/image1180.png"/><Relationship Id="rId32" Type="http://schemas.openxmlformats.org/officeDocument/2006/relationships/customXml" Target="../ink/ink1181.xml"/><Relationship Id="rId37" Type="http://schemas.openxmlformats.org/officeDocument/2006/relationships/image" Target="../media/image1193.png"/><Relationship Id="rId53" Type="http://schemas.openxmlformats.org/officeDocument/2006/relationships/image" Target="../media/image1200.png"/><Relationship Id="rId58" Type="http://schemas.openxmlformats.org/officeDocument/2006/relationships/customXml" Target="../ink/ink1194.xml"/><Relationship Id="rId74" Type="http://schemas.openxmlformats.org/officeDocument/2006/relationships/customXml" Target="../ink/ink1202.xml"/><Relationship Id="rId79" Type="http://schemas.openxmlformats.org/officeDocument/2006/relationships/image" Target="../media/image1211.png"/><Relationship Id="rId102" Type="http://schemas.openxmlformats.org/officeDocument/2006/relationships/image" Target="../media/image1223.png"/><Relationship Id="rId123" Type="http://schemas.openxmlformats.org/officeDocument/2006/relationships/customXml" Target="../ink/ink1226.xml"/><Relationship Id="rId128" Type="http://schemas.openxmlformats.org/officeDocument/2006/relationships/image" Target="../media/image1235.png"/><Relationship Id="rId144" Type="http://schemas.openxmlformats.org/officeDocument/2006/relationships/image" Target="../media/image1242.png"/><Relationship Id="rId149" Type="http://schemas.openxmlformats.org/officeDocument/2006/relationships/customXml" Target="../ink/ink1239.xml"/><Relationship Id="rId5" Type="http://schemas.openxmlformats.org/officeDocument/2006/relationships/image" Target="../media/image1177.png"/><Relationship Id="rId90" Type="http://schemas.openxmlformats.org/officeDocument/2006/relationships/customXml" Target="../ink/ink1210.xml"/><Relationship Id="rId95" Type="http://schemas.openxmlformats.org/officeDocument/2006/relationships/customXml" Target="../ink/ink1212.xml"/><Relationship Id="rId160" Type="http://schemas.openxmlformats.org/officeDocument/2006/relationships/image" Target="../media/image1250.png"/><Relationship Id="rId165" Type="http://schemas.openxmlformats.org/officeDocument/2006/relationships/customXml" Target="../ink/ink1247.xml"/><Relationship Id="rId181" Type="http://schemas.openxmlformats.org/officeDocument/2006/relationships/customXml" Target="../ink/ink1255.xml"/><Relationship Id="rId186" Type="http://schemas.openxmlformats.org/officeDocument/2006/relationships/image" Target="../media/image1263.png"/><Relationship Id="rId22" Type="http://schemas.openxmlformats.org/officeDocument/2006/relationships/customXml" Target="../ink/ink1176.xml"/><Relationship Id="rId27" Type="http://schemas.openxmlformats.org/officeDocument/2006/relationships/image" Target="../media/image1188.png"/><Relationship Id="rId43" Type="http://schemas.openxmlformats.org/officeDocument/2006/relationships/image" Target="../media/image1196.png"/><Relationship Id="rId48" Type="http://schemas.openxmlformats.org/officeDocument/2006/relationships/customXml" Target="../ink/ink1189.xml"/><Relationship Id="rId64" Type="http://schemas.openxmlformats.org/officeDocument/2006/relationships/customXml" Target="../ink/ink1197.xml"/><Relationship Id="rId69" Type="http://schemas.openxmlformats.org/officeDocument/2006/relationships/image" Target="../media/image238.png"/><Relationship Id="rId113" Type="http://schemas.openxmlformats.org/officeDocument/2006/relationships/customXml" Target="../ink/ink1221.xml"/><Relationship Id="rId118" Type="http://schemas.openxmlformats.org/officeDocument/2006/relationships/image" Target="../media/image1230.png"/><Relationship Id="rId134" Type="http://schemas.openxmlformats.org/officeDocument/2006/relationships/image" Target="../media/image1237.png"/><Relationship Id="rId139" Type="http://schemas.openxmlformats.org/officeDocument/2006/relationships/customXml" Target="../ink/ink1234.xml"/><Relationship Id="rId80" Type="http://schemas.openxmlformats.org/officeDocument/2006/relationships/customXml" Target="../ink/ink1205.xml"/><Relationship Id="rId85" Type="http://schemas.openxmlformats.org/officeDocument/2006/relationships/image" Target="../media/image1214.png"/><Relationship Id="rId150" Type="http://schemas.openxmlformats.org/officeDocument/2006/relationships/image" Target="../media/image1245.png"/><Relationship Id="rId155" Type="http://schemas.openxmlformats.org/officeDocument/2006/relationships/customXml" Target="../ink/ink1242.xml"/><Relationship Id="rId171" Type="http://schemas.openxmlformats.org/officeDocument/2006/relationships/customXml" Target="../ink/ink1250.xml"/><Relationship Id="rId176" Type="http://schemas.openxmlformats.org/officeDocument/2006/relationships/image" Target="../media/image1258.png"/><Relationship Id="rId192" Type="http://schemas.openxmlformats.org/officeDocument/2006/relationships/image" Target="../media/image1266.png"/><Relationship Id="rId12" Type="http://schemas.openxmlformats.org/officeDocument/2006/relationships/customXml" Target="../ink/ink1171.xml"/><Relationship Id="rId17" Type="http://schemas.openxmlformats.org/officeDocument/2006/relationships/image" Target="../media/image1183.png"/><Relationship Id="rId33" Type="http://schemas.openxmlformats.org/officeDocument/2006/relationships/image" Target="../media/image1191.png"/><Relationship Id="rId38" Type="http://schemas.openxmlformats.org/officeDocument/2006/relationships/customXml" Target="../ink/ink1184.xml"/><Relationship Id="rId59" Type="http://schemas.openxmlformats.org/officeDocument/2006/relationships/image" Target="../media/image1203.png"/><Relationship Id="rId103" Type="http://schemas.openxmlformats.org/officeDocument/2006/relationships/customXml" Target="../ink/ink1216.xml"/><Relationship Id="rId108" Type="http://schemas.openxmlformats.org/officeDocument/2006/relationships/image" Target="../media/image1225.png"/><Relationship Id="rId124" Type="http://schemas.openxmlformats.org/officeDocument/2006/relationships/image" Target="../media/image1233.png"/><Relationship Id="rId129" Type="http://schemas.openxmlformats.org/officeDocument/2006/relationships/customXml" Target="../ink/ink1229.xml"/><Relationship Id="rId54" Type="http://schemas.openxmlformats.org/officeDocument/2006/relationships/customXml" Target="../ink/ink1192.xml"/><Relationship Id="rId70" Type="http://schemas.openxmlformats.org/officeDocument/2006/relationships/customXml" Target="../ink/ink1200.xml"/><Relationship Id="rId75" Type="http://schemas.openxmlformats.org/officeDocument/2006/relationships/image" Target="../media/image247.png"/><Relationship Id="rId91" Type="http://schemas.openxmlformats.org/officeDocument/2006/relationships/image" Target="../media/image1217.png"/><Relationship Id="rId96" Type="http://schemas.openxmlformats.org/officeDocument/2006/relationships/image" Target="../media/image1220.png"/><Relationship Id="rId140" Type="http://schemas.openxmlformats.org/officeDocument/2006/relationships/image" Target="../media/image1240.png"/><Relationship Id="rId145" Type="http://schemas.openxmlformats.org/officeDocument/2006/relationships/customXml" Target="../ink/ink1237.xml"/><Relationship Id="rId161" Type="http://schemas.openxmlformats.org/officeDocument/2006/relationships/customXml" Target="../ink/ink1245.xml"/><Relationship Id="rId166" Type="http://schemas.openxmlformats.org/officeDocument/2006/relationships/image" Target="../media/image1253.png"/><Relationship Id="rId182" Type="http://schemas.openxmlformats.org/officeDocument/2006/relationships/image" Target="../media/image1261.png"/><Relationship Id="rId187" Type="http://schemas.openxmlformats.org/officeDocument/2006/relationships/customXml" Target="../ink/ink125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68.xml"/><Relationship Id="rId23" Type="http://schemas.openxmlformats.org/officeDocument/2006/relationships/image" Target="../media/image1186.png"/><Relationship Id="rId28" Type="http://schemas.openxmlformats.org/officeDocument/2006/relationships/customXml" Target="../ink/ink1179.xml"/><Relationship Id="rId49" Type="http://schemas.openxmlformats.org/officeDocument/2006/relationships/image" Target="../media/image492.png"/><Relationship Id="rId114" Type="http://schemas.openxmlformats.org/officeDocument/2006/relationships/image" Target="../media/image1228.png"/><Relationship Id="rId119" Type="http://schemas.openxmlformats.org/officeDocument/2006/relationships/customXml" Target="../ink/ink1224.xml"/><Relationship Id="rId44" Type="http://schemas.openxmlformats.org/officeDocument/2006/relationships/customXml" Target="../ink/ink1187.xml"/><Relationship Id="rId60" Type="http://schemas.openxmlformats.org/officeDocument/2006/relationships/customXml" Target="../ink/ink1195.xml"/><Relationship Id="rId65" Type="http://schemas.openxmlformats.org/officeDocument/2006/relationships/image" Target="../media/image1206.png"/><Relationship Id="rId81" Type="http://schemas.openxmlformats.org/officeDocument/2006/relationships/image" Target="../media/image1212.png"/><Relationship Id="rId86" Type="http://schemas.openxmlformats.org/officeDocument/2006/relationships/customXml" Target="../ink/ink1208.xml"/><Relationship Id="rId130" Type="http://schemas.openxmlformats.org/officeDocument/2006/relationships/image" Target="../media/image1236.png"/><Relationship Id="rId135" Type="http://schemas.openxmlformats.org/officeDocument/2006/relationships/customXml" Target="../ink/ink1232.xml"/><Relationship Id="rId151" Type="http://schemas.openxmlformats.org/officeDocument/2006/relationships/customXml" Target="../ink/ink1240.xml"/><Relationship Id="rId156" Type="http://schemas.openxmlformats.org/officeDocument/2006/relationships/image" Target="../media/image1248.png"/><Relationship Id="rId177" Type="http://schemas.openxmlformats.org/officeDocument/2006/relationships/customXml" Target="../ink/ink1253.xml"/><Relationship Id="rId172" Type="http://schemas.openxmlformats.org/officeDocument/2006/relationships/image" Target="../media/image1256.png"/><Relationship Id="rId193" Type="http://schemas.openxmlformats.org/officeDocument/2006/relationships/customXml" Target="../ink/ink1261.xml"/><Relationship Id="rId13" Type="http://schemas.openxmlformats.org/officeDocument/2006/relationships/image" Target="../media/image1181.png"/><Relationship Id="rId18" Type="http://schemas.openxmlformats.org/officeDocument/2006/relationships/customXml" Target="../ink/ink1174.xml"/><Relationship Id="rId39" Type="http://schemas.openxmlformats.org/officeDocument/2006/relationships/image" Target="../media/image1194.png"/><Relationship Id="rId109" Type="http://schemas.openxmlformats.org/officeDocument/2006/relationships/customXml" Target="../ink/ink1219.xml"/><Relationship Id="rId34" Type="http://schemas.openxmlformats.org/officeDocument/2006/relationships/customXml" Target="../ink/ink1182.xml"/><Relationship Id="rId50" Type="http://schemas.openxmlformats.org/officeDocument/2006/relationships/customXml" Target="../ink/ink1190.xml"/><Relationship Id="rId55" Type="http://schemas.openxmlformats.org/officeDocument/2006/relationships/image" Target="../media/image1201.png"/><Relationship Id="rId76" Type="http://schemas.openxmlformats.org/officeDocument/2006/relationships/customXml" Target="../ink/ink1203.xml"/><Relationship Id="rId97" Type="http://schemas.openxmlformats.org/officeDocument/2006/relationships/customXml" Target="../ink/ink1213.xml"/><Relationship Id="rId104" Type="http://schemas.openxmlformats.org/officeDocument/2006/relationships/image" Target="../media/image787.png"/><Relationship Id="rId120" Type="http://schemas.openxmlformats.org/officeDocument/2006/relationships/image" Target="../media/image1231.png"/><Relationship Id="rId125" Type="http://schemas.openxmlformats.org/officeDocument/2006/relationships/customXml" Target="../ink/ink1227.xml"/><Relationship Id="rId141" Type="http://schemas.openxmlformats.org/officeDocument/2006/relationships/customXml" Target="../ink/ink1235.xml"/><Relationship Id="rId146" Type="http://schemas.openxmlformats.org/officeDocument/2006/relationships/image" Target="../media/image1243.png"/><Relationship Id="rId167" Type="http://schemas.openxmlformats.org/officeDocument/2006/relationships/customXml" Target="../ink/ink1248.xml"/><Relationship Id="rId188" Type="http://schemas.openxmlformats.org/officeDocument/2006/relationships/image" Target="../media/image1264.png"/><Relationship Id="rId7" Type="http://schemas.openxmlformats.org/officeDocument/2006/relationships/image" Target="../media/image1178.png"/><Relationship Id="rId71" Type="http://schemas.openxmlformats.org/officeDocument/2006/relationships/image" Target="../media/image1208.png"/><Relationship Id="rId92" Type="http://schemas.openxmlformats.org/officeDocument/2006/relationships/customXml" Target="../ink/ink1211.xml"/><Relationship Id="rId162" Type="http://schemas.openxmlformats.org/officeDocument/2006/relationships/image" Target="../media/image1251.png"/><Relationship Id="rId183" Type="http://schemas.openxmlformats.org/officeDocument/2006/relationships/customXml" Target="../ink/ink1256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1189.png"/><Relationship Id="rId24" Type="http://schemas.openxmlformats.org/officeDocument/2006/relationships/customXml" Target="../ink/ink1177.xml"/><Relationship Id="rId40" Type="http://schemas.openxmlformats.org/officeDocument/2006/relationships/customXml" Target="../ink/ink1185.xml"/><Relationship Id="rId45" Type="http://schemas.openxmlformats.org/officeDocument/2006/relationships/image" Target="../media/image1197.png"/><Relationship Id="rId66" Type="http://schemas.openxmlformats.org/officeDocument/2006/relationships/customXml" Target="../ink/ink1198.xml"/><Relationship Id="rId87" Type="http://schemas.openxmlformats.org/officeDocument/2006/relationships/image" Target="../media/image1215.png"/><Relationship Id="rId110" Type="http://schemas.openxmlformats.org/officeDocument/2006/relationships/image" Target="../media/image1226.png"/><Relationship Id="rId115" Type="http://schemas.openxmlformats.org/officeDocument/2006/relationships/customXml" Target="../ink/ink1222.xml"/><Relationship Id="rId131" Type="http://schemas.openxmlformats.org/officeDocument/2006/relationships/customXml" Target="../ink/ink1230.xml"/><Relationship Id="rId136" Type="http://schemas.openxmlformats.org/officeDocument/2006/relationships/image" Target="../media/image1238.png"/><Relationship Id="rId157" Type="http://schemas.openxmlformats.org/officeDocument/2006/relationships/customXml" Target="../ink/ink1243.xml"/><Relationship Id="rId178" Type="http://schemas.openxmlformats.org/officeDocument/2006/relationships/image" Target="../media/image1259.png"/><Relationship Id="rId61" Type="http://schemas.openxmlformats.org/officeDocument/2006/relationships/image" Target="../media/image1204.png"/><Relationship Id="rId82" Type="http://schemas.openxmlformats.org/officeDocument/2006/relationships/customXml" Target="../ink/ink1206.xml"/><Relationship Id="rId152" Type="http://schemas.openxmlformats.org/officeDocument/2006/relationships/image" Target="../media/image1246.png"/><Relationship Id="rId173" Type="http://schemas.openxmlformats.org/officeDocument/2006/relationships/customXml" Target="../ink/ink1251.xml"/><Relationship Id="rId194" Type="http://schemas.openxmlformats.org/officeDocument/2006/relationships/image" Target="../media/image1267.png"/><Relationship Id="rId19" Type="http://schemas.openxmlformats.org/officeDocument/2006/relationships/image" Target="../media/image1184.png"/><Relationship Id="rId14" Type="http://schemas.openxmlformats.org/officeDocument/2006/relationships/customXml" Target="../ink/ink1172.xml"/><Relationship Id="rId30" Type="http://schemas.openxmlformats.org/officeDocument/2006/relationships/customXml" Target="../ink/ink1180.xml"/><Relationship Id="rId35" Type="http://schemas.openxmlformats.org/officeDocument/2006/relationships/image" Target="../media/image1192.png"/><Relationship Id="rId56" Type="http://schemas.openxmlformats.org/officeDocument/2006/relationships/customXml" Target="../ink/ink1193.xml"/><Relationship Id="rId77" Type="http://schemas.openxmlformats.org/officeDocument/2006/relationships/image" Target="../media/image1210.png"/><Relationship Id="rId100" Type="http://schemas.openxmlformats.org/officeDocument/2006/relationships/image" Target="../media/image1222.png"/><Relationship Id="rId105" Type="http://schemas.openxmlformats.org/officeDocument/2006/relationships/customXml" Target="../ink/ink1217.xml"/><Relationship Id="rId126" Type="http://schemas.openxmlformats.org/officeDocument/2006/relationships/image" Target="../media/image1234.png"/><Relationship Id="rId147" Type="http://schemas.openxmlformats.org/officeDocument/2006/relationships/customXml" Target="../ink/ink1238.xml"/><Relationship Id="rId168" Type="http://schemas.openxmlformats.org/officeDocument/2006/relationships/image" Target="../media/image1254.png"/><Relationship Id="rId8" Type="http://schemas.openxmlformats.org/officeDocument/2006/relationships/customXml" Target="../ink/ink1169.xml"/><Relationship Id="rId51" Type="http://schemas.openxmlformats.org/officeDocument/2006/relationships/image" Target="../media/image1199.png"/><Relationship Id="rId72" Type="http://schemas.openxmlformats.org/officeDocument/2006/relationships/customXml" Target="../ink/ink1201.xml"/><Relationship Id="rId93" Type="http://schemas.openxmlformats.org/officeDocument/2006/relationships/image" Target="../media/image1218.png"/><Relationship Id="rId98" Type="http://schemas.openxmlformats.org/officeDocument/2006/relationships/image" Target="../media/image1221.png"/><Relationship Id="rId121" Type="http://schemas.openxmlformats.org/officeDocument/2006/relationships/customXml" Target="../ink/ink1225.xml"/><Relationship Id="rId142" Type="http://schemas.openxmlformats.org/officeDocument/2006/relationships/image" Target="../media/image1241.png"/><Relationship Id="rId163" Type="http://schemas.openxmlformats.org/officeDocument/2006/relationships/customXml" Target="../ink/ink1246.xml"/><Relationship Id="rId184" Type="http://schemas.openxmlformats.org/officeDocument/2006/relationships/image" Target="../media/image1262.png"/><Relationship Id="rId189" Type="http://schemas.openxmlformats.org/officeDocument/2006/relationships/customXml" Target="../ink/ink1259.xml"/><Relationship Id="rId3" Type="http://schemas.openxmlformats.org/officeDocument/2006/relationships/image" Target="../media/image1176.png"/><Relationship Id="rId25" Type="http://schemas.openxmlformats.org/officeDocument/2006/relationships/image" Target="../media/image1187.png"/><Relationship Id="rId46" Type="http://schemas.openxmlformats.org/officeDocument/2006/relationships/customXml" Target="../ink/ink1188.xml"/><Relationship Id="rId67" Type="http://schemas.openxmlformats.org/officeDocument/2006/relationships/image" Target="../media/image1207.png"/><Relationship Id="rId116" Type="http://schemas.openxmlformats.org/officeDocument/2006/relationships/image" Target="../media/image1229.png"/><Relationship Id="rId137" Type="http://schemas.openxmlformats.org/officeDocument/2006/relationships/customXml" Target="../ink/ink1233.xml"/><Relationship Id="rId158" Type="http://schemas.openxmlformats.org/officeDocument/2006/relationships/image" Target="../media/image1249.png"/><Relationship Id="rId20" Type="http://schemas.openxmlformats.org/officeDocument/2006/relationships/customXml" Target="../ink/ink1175.xml"/><Relationship Id="rId41" Type="http://schemas.openxmlformats.org/officeDocument/2006/relationships/image" Target="../media/image1195.png"/><Relationship Id="rId62" Type="http://schemas.openxmlformats.org/officeDocument/2006/relationships/customXml" Target="../ink/ink1196.xml"/><Relationship Id="rId83" Type="http://schemas.openxmlformats.org/officeDocument/2006/relationships/image" Target="../media/image1213.png"/><Relationship Id="rId88" Type="http://schemas.openxmlformats.org/officeDocument/2006/relationships/customXml" Target="../ink/ink1209.xml"/><Relationship Id="rId111" Type="http://schemas.openxmlformats.org/officeDocument/2006/relationships/customXml" Target="../ink/ink1220.xml"/><Relationship Id="rId132" Type="http://schemas.openxmlformats.org/officeDocument/2006/relationships/image" Target="../media/image39.png"/><Relationship Id="rId153" Type="http://schemas.openxmlformats.org/officeDocument/2006/relationships/customXml" Target="../ink/ink1241.xml"/><Relationship Id="rId174" Type="http://schemas.openxmlformats.org/officeDocument/2006/relationships/image" Target="../media/image1257.png"/><Relationship Id="rId179" Type="http://schemas.openxmlformats.org/officeDocument/2006/relationships/customXml" Target="../ink/ink1254.xml"/><Relationship Id="rId195" Type="http://schemas.openxmlformats.org/officeDocument/2006/relationships/customXml" Target="../ink/ink1262.xml"/><Relationship Id="rId190" Type="http://schemas.openxmlformats.org/officeDocument/2006/relationships/image" Target="../media/image1265.png"/><Relationship Id="rId15" Type="http://schemas.openxmlformats.org/officeDocument/2006/relationships/image" Target="../media/image1182.png"/><Relationship Id="rId36" Type="http://schemas.openxmlformats.org/officeDocument/2006/relationships/customXml" Target="../ink/ink1183.xml"/><Relationship Id="rId57" Type="http://schemas.openxmlformats.org/officeDocument/2006/relationships/image" Target="../media/image1202.png"/><Relationship Id="rId106" Type="http://schemas.openxmlformats.org/officeDocument/2006/relationships/image" Target="../media/image1224.png"/><Relationship Id="rId127" Type="http://schemas.openxmlformats.org/officeDocument/2006/relationships/customXml" Target="../ink/ink1228.xml"/><Relationship Id="rId10" Type="http://schemas.openxmlformats.org/officeDocument/2006/relationships/customXml" Target="../ink/ink1170.xml"/><Relationship Id="rId31" Type="http://schemas.openxmlformats.org/officeDocument/2006/relationships/image" Target="../media/image1190.png"/><Relationship Id="rId52" Type="http://schemas.openxmlformats.org/officeDocument/2006/relationships/customXml" Target="../ink/ink1191.xml"/><Relationship Id="rId73" Type="http://schemas.openxmlformats.org/officeDocument/2006/relationships/image" Target="../media/image1209.png"/><Relationship Id="rId78" Type="http://schemas.openxmlformats.org/officeDocument/2006/relationships/customXml" Target="../ink/ink1204.xml"/><Relationship Id="rId94" Type="http://schemas.openxmlformats.org/officeDocument/2006/relationships/image" Target="../media/image1219.png"/><Relationship Id="rId99" Type="http://schemas.openxmlformats.org/officeDocument/2006/relationships/customXml" Target="../ink/ink1214.xml"/><Relationship Id="rId101" Type="http://schemas.openxmlformats.org/officeDocument/2006/relationships/customXml" Target="../ink/ink1215.xml"/><Relationship Id="rId122" Type="http://schemas.openxmlformats.org/officeDocument/2006/relationships/image" Target="../media/image1232.png"/><Relationship Id="rId143" Type="http://schemas.openxmlformats.org/officeDocument/2006/relationships/customXml" Target="../ink/ink1236.xml"/><Relationship Id="rId148" Type="http://schemas.openxmlformats.org/officeDocument/2006/relationships/image" Target="../media/image1244.png"/><Relationship Id="rId164" Type="http://schemas.openxmlformats.org/officeDocument/2006/relationships/image" Target="../media/image1252.png"/><Relationship Id="rId169" Type="http://schemas.openxmlformats.org/officeDocument/2006/relationships/customXml" Target="../ink/ink1249.xml"/><Relationship Id="rId185" Type="http://schemas.openxmlformats.org/officeDocument/2006/relationships/customXml" Target="../ink/ink1257.xml"/><Relationship Id="rId4" Type="http://schemas.openxmlformats.org/officeDocument/2006/relationships/customXml" Target="../ink/ink1167.xml"/><Relationship Id="rId9" Type="http://schemas.openxmlformats.org/officeDocument/2006/relationships/image" Target="../media/image1179.png"/><Relationship Id="rId180" Type="http://schemas.openxmlformats.org/officeDocument/2006/relationships/image" Target="../media/image1260.png"/><Relationship Id="rId26" Type="http://schemas.openxmlformats.org/officeDocument/2006/relationships/customXml" Target="../ink/ink1178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24.png"/><Relationship Id="rId299" Type="http://schemas.openxmlformats.org/officeDocument/2006/relationships/image" Target="../media/image1412.png"/><Relationship Id="rId21" Type="http://schemas.openxmlformats.org/officeDocument/2006/relationships/image" Target="../media/image1277.png"/><Relationship Id="rId63" Type="http://schemas.openxmlformats.org/officeDocument/2006/relationships/image" Target="../media/image1298.png"/><Relationship Id="rId159" Type="http://schemas.openxmlformats.org/officeDocument/2006/relationships/image" Target="../media/image1344.png"/><Relationship Id="rId324" Type="http://schemas.openxmlformats.org/officeDocument/2006/relationships/customXml" Target="../ink/ink1424.xml"/><Relationship Id="rId366" Type="http://schemas.openxmlformats.org/officeDocument/2006/relationships/customXml" Target="../ink/ink1445.xml"/><Relationship Id="rId170" Type="http://schemas.openxmlformats.org/officeDocument/2006/relationships/customXml" Target="../ink/ink1347.xml"/><Relationship Id="rId226" Type="http://schemas.openxmlformats.org/officeDocument/2006/relationships/customXml" Target="../ink/ink1375.xml"/><Relationship Id="rId433" Type="http://schemas.openxmlformats.org/officeDocument/2006/relationships/image" Target="../media/image1479.png"/><Relationship Id="rId268" Type="http://schemas.openxmlformats.org/officeDocument/2006/relationships/customXml" Target="../ink/ink1396.xml"/><Relationship Id="rId475" Type="http://schemas.openxmlformats.org/officeDocument/2006/relationships/image" Target="../media/image1499.png"/><Relationship Id="rId32" Type="http://schemas.openxmlformats.org/officeDocument/2006/relationships/customXml" Target="../ink/ink1278.xml"/><Relationship Id="rId74" Type="http://schemas.openxmlformats.org/officeDocument/2006/relationships/customXml" Target="../ink/ink1299.xml"/><Relationship Id="rId128" Type="http://schemas.openxmlformats.org/officeDocument/2006/relationships/customXml" Target="../ink/ink1326.xml"/><Relationship Id="rId335" Type="http://schemas.openxmlformats.org/officeDocument/2006/relationships/image" Target="../media/image1430.png"/><Relationship Id="rId377" Type="http://schemas.openxmlformats.org/officeDocument/2006/relationships/image" Target="../media/image1451.png"/><Relationship Id="rId500" Type="http://schemas.openxmlformats.org/officeDocument/2006/relationships/customXml" Target="../ink/ink1512.xml"/><Relationship Id="rId5" Type="http://schemas.openxmlformats.org/officeDocument/2006/relationships/image" Target="../media/image1270.png"/><Relationship Id="rId181" Type="http://schemas.openxmlformats.org/officeDocument/2006/relationships/image" Target="../media/image1355.png"/><Relationship Id="rId237" Type="http://schemas.openxmlformats.org/officeDocument/2006/relationships/image" Target="../media/image1382.png"/><Relationship Id="rId402" Type="http://schemas.openxmlformats.org/officeDocument/2006/relationships/customXml" Target="../ink/ink1463.xml"/><Relationship Id="rId279" Type="http://schemas.openxmlformats.org/officeDocument/2006/relationships/image" Target="../media/image1402.png"/><Relationship Id="rId444" Type="http://schemas.openxmlformats.org/officeDocument/2006/relationships/customXml" Target="../ink/ink1484.xml"/><Relationship Id="rId486" Type="http://schemas.openxmlformats.org/officeDocument/2006/relationships/customXml" Target="../ink/ink1505.xml"/><Relationship Id="rId43" Type="http://schemas.openxmlformats.org/officeDocument/2006/relationships/image" Target="../media/image1288.png"/><Relationship Id="rId139" Type="http://schemas.openxmlformats.org/officeDocument/2006/relationships/image" Target="../media/image1334.png"/><Relationship Id="rId290" Type="http://schemas.openxmlformats.org/officeDocument/2006/relationships/customXml" Target="../ink/ink1407.xml"/><Relationship Id="rId304" Type="http://schemas.openxmlformats.org/officeDocument/2006/relationships/customXml" Target="../ink/ink1414.xml"/><Relationship Id="rId346" Type="http://schemas.openxmlformats.org/officeDocument/2006/relationships/customXml" Target="../ink/ink1435.xml"/><Relationship Id="rId388" Type="http://schemas.openxmlformats.org/officeDocument/2006/relationships/customXml" Target="../ink/ink1456.xml"/><Relationship Id="rId511" Type="http://schemas.openxmlformats.org/officeDocument/2006/relationships/image" Target="../media/image1517.png"/><Relationship Id="rId85" Type="http://schemas.openxmlformats.org/officeDocument/2006/relationships/image" Target="../media/image1309.png"/><Relationship Id="rId150" Type="http://schemas.openxmlformats.org/officeDocument/2006/relationships/customXml" Target="../ink/ink1337.xml"/><Relationship Id="rId192" Type="http://schemas.openxmlformats.org/officeDocument/2006/relationships/customXml" Target="../ink/ink1358.xml"/><Relationship Id="rId206" Type="http://schemas.openxmlformats.org/officeDocument/2006/relationships/customXml" Target="../ink/ink1365.xml"/><Relationship Id="rId413" Type="http://schemas.openxmlformats.org/officeDocument/2006/relationships/image" Target="../media/image1469.png"/><Relationship Id="rId248" Type="http://schemas.openxmlformats.org/officeDocument/2006/relationships/customXml" Target="../ink/ink1386.xml"/><Relationship Id="rId455" Type="http://schemas.openxmlformats.org/officeDocument/2006/relationships/image" Target="../media/image1490.png"/><Relationship Id="rId497" Type="http://schemas.openxmlformats.org/officeDocument/2006/relationships/image" Target="../media/image1510.png"/><Relationship Id="rId12" Type="http://schemas.openxmlformats.org/officeDocument/2006/relationships/customXml" Target="../ink/ink1268.xml"/><Relationship Id="rId108" Type="http://schemas.openxmlformats.org/officeDocument/2006/relationships/customXml" Target="../ink/ink1316.xml"/><Relationship Id="rId315" Type="http://schemas.openxmlformats.org/officeDocument/2006/relationships/image" Target="../media/image1420.png"/><Relationship Id="rId357" Type="http://schemas.openxmlformats.org/officeDocument/2006/relationships/image" Target="../media/image1441.png"/><Relationship Id="rId54" Type="http://schemas.openxmlformats.org/officeDocument/2006/relationships/customXml" Target="../ink/ink1289.xml"/><Relationship Id="rId96" Type="http://schemas.openxmlformats.org/officeDocument/2006/relationships/customXml" Target="../ink/ink1310.xml"/><Relationship Id="rId161" Type="http://schemas.openxmlformats.org/officeDocument/2006/relationships/image" Target="../media/image1345.png"/><Relationship Id="rId217" Type="http://schemas.openxmlformats.org/officeDocument/2006/relationships/image" Target="../media/image1372.png"/><Relationship Id="rId399" Type="http://schemas.openxmlformats.org/officeDocument/2006/relationships/image" Target="../media/image1462.png"/><Relationship Id="rId259" Type="http://schemas.openxmlformats.org/officeDocument/2006/relationships/image" Target="../media/image1393.png"/><Relationship Id="rId424" Type="http://schemas.openxmlformats.org/officeDocument/2006/relationships/customXml" Target="../ink/ink1474.xml"/><Relationship Id="rId466" Type="http://schemas.openxmlformats.org/officeDocument/2006/relationships/customXml" Target="../ink/ink1495.xml"/><Relationship Id="rId23" Type="http://schemas.openxmlformats.org/officeDocument/2006/relationships/image" Target="../media/image1278.png"/><Relationship Id="rId119" Type="http://schemas.openxmlformats.org/officeDocument/2006/relationships/image" Target="../media/image1325.png"/><Relationship Id="rId270" Type="http://schemas.openxmlformats.org/officeDocument/2006/relationships/customXml" Target="../ink/ink1397.xml"/><Relationship Id="rId326" Type="http://schemas.openxmlformats.org/officeDocument/2006/relationships/customXml" Target="../ink/ink1425.xml"/><Relationship Id="rId65" Type="http://schemas.openxmlformats.org/officeDocument/2006/relationships/image" Target="../media/image1299.png"/><Relationship Id="rId130" Type="http://schemas.openxmlformats.org/officeDocument/2006/relationships/customXml" Target="../ink/ink1327.xml"/><Relationship Id="rId368" Type="http://schemas.openxmlformats.org/officeDocument/2006/relationships/customXml" Target="../ink/ink1446.xml"/><Relationship Id="rId172" Type="http://schemas.openxmlformats.org/officeDocument/2006/relationships/customXml" Target="../ink/ink1348.xml"/><Relationship Id="rId228" Type="http://schemas.openxmlformats.org/officeDocument/2006/relationships/customXml" Target="../ink/ink1376.xml"/><Relationship Id="rId435" Type="http://schemas.openxmlformats.org/officeDocument/2006/relationships/image" Target="../media/image1480.png"/><Relationship Id="rId477" Type="http://schemas.openxmlformats.org/officeDocument/2006/relationships/image" Target="../media/image1500.png"/><Relationship Id="rId281" Type="http://schemas.openxmlformats.org/officeDocument/2006/relationships/image" Target="../media/image1403.png"/><Relationship Id="rId337" Type="http://schemas.openxmlformats.org/officeDocument/2006/relationships/image" Target="../media/image1431.png"/><Relationship Id="rId502" Type="http://schemas.openxmlformats.org/officeDocument/2006/relationships/customXml" Target="../ink/ink1513.xml"/><Relationship Id="rId34" Type="http://schemas.openxmlformats.org/officeDocument/2006/relationships/customXml" Target="../ink/ink1279.xml"/><Relationship Id="rId76" Type="http://schemas.openxmlformats.org/officeDocument/2006/relationships/customXml" Target="../ink/ink1300.xml"/><Relationship Id="rId141" Type="http://schemas.openxmlformats.org/officeDocument/2006/relationships/image" Target="../media/image1335.png"/><Relationship Id="rId379" Type="http://schemas.openxmlformats.org/officeDocument/2006/relationships/image" Target="../media/image1452.png"/><Relationship Id="rId7" Type="http://schemas.openxmlformats.org/officeDocument/2006/relationships/image" Target="../media/image1271.png"/><Relationship Id="rId183" Type="http://schemas.openxmlformats.org/officeDocument/2006/relationships/image" Target="../media/image1356.png"/><Relationship Id="rId239" Type="http://schemas.openxmlformats.org/officeDocument/2006/relationships/image" Target="../media/image1383.png"/><Relationship Id="rId390" Type="http://schemas.openxmlformats.org/officeDocument/2006/relationships/customXml" Target="../ink/ink1457.xml"/><Relationship Id="rId404" Type="http://schemas.openxmlformats.org/officeDocument/2006/relationships/customXml" Target="../ink/ink1464.xml"/><Relationship Id="rId446" Type="http://schemas.openxmlformats.org/officeDocument/2006/relationships/customXml" Target="../ink/ink1485.xml"/><Relationship Id="rId250" Type="http://schemas.openxmlformats.org/officeDocument/2006/relationships/customXml" Target="../ink/ink1387.xml"/><Relationship Id="rId292" Type="http://schemas.openxmlformats.org/officeDocument/2006/relationships/customXml" Target="../ink/ink1408.xml"/><Relationship Id="rId306" Type="http://schemas.openxmlformats.org/officeDocument/2006/relationships/customXml" Target="../ink/ink1415.xml"/><Relationship Id="rId488" Type="http://schemas.openxmlformats.org/officeDocument/2006/relationships/customXml" Target="../ink/ink1506.xml"/><Relationship Id="rId45" Type="http://schemas.openxmlformats.org/officeDocument/2006/relationships/image" Target="../media/image1289.png"/><Relationship Id="rId87" Type="http://schemas.openxmlformats.org/officeDocument/2006/relationships/image" Target="../media/image1310.png"/><Relationship Id="rId110" Type="http://schemas.openxmlformats.org/officeDocument/2006/relationships/customXml" Target="../ink/ink1317.xml"/><Relationship Id="rId348" Type="http://schemas.openxmlformats.org/officeDocument/2006/relationships/customXml" Target="../ink/ink1436.xml"/><Relationship Id="rId513" Type="http://schemas.openxmlformats.org/officeDocument/2006/relationships/image" Target="../media/image1518.png"/><Relationship Id="rId152" Type="http://schemas.openxmlformats.org/officeDocument/2006/relationships/customXml" Target="../ink/ink1338.xml"/><Relationship Id="rId194" Type="http://schemas.openxmlformats.org/officeDocument/2006/relationships/customXml" Target="../ink/ink1359.xml"/><Relationship Id="rId208" Type="http://schemas.openxmlformats.org/officeDocument/2006/relationships/customXml" Target="../ink/ink1366.xml"/><Relationship Id="rId415" Type="http://schemas.openxmlformats.org/officeDocument/2006/relationships/image" Target="../media/image1470.png"/><Relationship Id="rId457" Type="http://schemas.openxmlformats.org/officeDocument/2006/relationships/image" Target="../media/image1491.png"/><Relationship Id="rId240" Type="http://schemas.openxmlformats.org/officeDocument/2006/relationships/customXml" Target="../ink/ink1382.xml"/><Relationship Id="rId261" Type="http://schemas.openxmlformats.org/officeDocument/2006/relationships/image" Target="../media/image1394.png"/><Relationship Id="rId478" Type="http://schemas.openxmlformats.org/officeDocument/2006/relationships/customXml" Target="../ink/ink1501.xml"/><Relationship Id="rId499" Type="http://schemas.openxmlformats.org/officeDocument/2006/relationships/image" Target="../media/image1511.png"/><Relationship Id="rId14" Type="http://schemas.openxmlformats.org/officeDocument/2006/relationships/customXml" Target="../ink/ink1269.xml"/><Relationship Id="rId35" Type="http://schemas.openxmlformats.org/officeDocument/2006/relationships/image" Target="../media/image1284.png"/><Relationship Id="rId56" Type="http://schemas.openxmlformats.org/officeDocument/2006/relationships/customXml" Target="../ink/ink1290.xml"/><Relationship Id="rId77" Type="http://schemas.openxmlformats.org/officeDocument/2006/relationships/image" Target="../media/image1305.png"/><Relationship Id="rId100" Type="http://schemas.openxmlformats.org/officeDocument/2006/relationships/customXml" Target="../ink/ink1312.xml"/><Relationship Id="rId282" Type="http://schemas.openxmlformats.org/officeDocument/2006/relationships/customXml" Target="../ink/ink1403.xml"/><Relationship Id="rId317" Type="http://schemas.openxmlformats.org/officeDocument/2006/relationships/image" Target="../media/image1421.png"/><Relationship Id="rId338" Type="http://schemas.openxmlformats.org/officeDocument/2006/relationships/customXml" Target="../ink/ink1431.xml"/><Relationship Id="rId359" Type="http://schemas.openxmlformats.org/officeDocument/2006/relationships/image" Target="../media/image1442.png"/><Relationship Id="rId503" Type="http://schemas.openxmlformats.org/officeDocument/2006/relationships/image" Target="../media/image1513.png"/><Relationship Id="rId8" Type="http://schemas.openxmlformats.org/officeDocument/2006/relationships/customXml" Target="../ink/ink1266.xml"/><Relationship Id="rId98" Type="http://schemas.openxmlformats.org/officeDocument/2006/relationships/customXml" Target="../ink/ink1311.xml"/><Relationship Id="rId121" Type="http://schemas.openxmlformats.org/officeDocument/2006/relationships/image" Target="../media/image581.png"/><Relationship Id="rId142" Type="http://schemas.openxmlformats.org/officeDocument/2006/relationships/customXml" Target="../ink/ink1333.xml"/><Relationship Id="rId163" Type="http://schemas.openxmlformats.org/officeDocument/2006/relationships/image" Target="../media/image1346.png"/><Relationship Id="rId184" Type="http://schemas.openxmlformats.org/officeDocument/2006/relationships/customXml" Target="../ink/ink1354.xml"/><Relationship Id="rId219" Type="http://schemas.openxmlformats.org/officeDocument/2006/relationships/image" Target="../media/image1373.png"/><Relationship Id="rId370" Type="http://schemas.openxmlformats.org/officeDocument/2006/relationships/customXml" Target="../ink/ink1447.xml"/><Relationship Id="rId391" Type="http://schemas.openxmlformats.org/officeDocument/2006/relationships/image" Target="../media/image1458.png"/><Relationship Id="rId405" Type="http://schemas.openxmlformats.org/officeDocument/2006/relationships/image" Target="../media/image1465.png"/><Relationship Id="rId426" Type="http://schemas.openxmlformats.org/officeDocument/2006/relationships/customXml" Target="../ink/ink1475.xml"/><Relationship Id="rId447" Type="http://schemas.openxmlformats.org/officeDocument/2006/relationships/image" Target="../media/image1486.png"/><Relationship Id="rId230" Type="http://schemas.openxmlformats.org/officeDocument/2006/relationships/customXml" Target="../ink/ink1377.xml"/><Relationship Id="rId251" Type="http://schemas.openxmlformats.org/officeDocument/2006/relationships/image" Target="../media/image1389.png"/><Relationship Id="rId468" Type="http://schemas.openxmlformats.org/officeDocument/2006/relationships/customXml" Target="../ink/ink1496.xml"/><Relationship Id="rId489" Type="http://schemas.openxmlformats.org/officeDocument/2006/relationships/image" Target="../media/image1506.png"/><Relationship Id="rId25" Type="http://schemas.openxmlformats.org/officeDocument/2006/relationships/image" Target="../media/image1279.png"/><Relationship Id="rId46" Type="http://schemas.openxmlformats.org/officeDocument/2006/relationships/customXml" Target="../ink/ink1285.xml"/><Relationship Id="rId67" Type="http://schemas.openxmlformats.org/officeDocument/2006/relationships/image" Target="../media/image1300.png"/><Relationship Id="rId272" Type="http://schemas.openxmlformats.org/officeDocument/2006/relationships/customXml" Target="../ink/ink1398.xml"/><Relationship Id="rId293" Type="http://schemas.openxmlformats.org/officeDocument/2006/relationships/image" Target="../media/image1409.png"/><Relationship Id="rId307" Type="http://schemas.openxmlformats.org/officeDocument/2006/relationships/image" Target="../media/image1416.png"/><Relationship Id="rId328" Type="http://schemas.openxmlformats.org/officeDocument/2006/relationships/customXml" Target="../ink/ink1426.xml"/><Relationship Id="rId349" Type="http://schemas.openxmlformats.org/officeDocument/2006/relationships/image" Target="../media/image1437.png"/><Relationship Id="rId88" Type="http://schemas.openxmlformats.org/officeDocument/2006/relationships/customXml" Target="../ink/ink1306.xml"/><Relationship Id="rId111" Type="http://schemas.openxmlformats.org/officeDocument/2006/relationships/image" Target="../media/image1321.png"/><Relationship Id="rId132" Type="http://schemas.openxmlformats.org/officeDocument/2006/relationships/customXml" Target="../ink/ink1328.xml"/><Relationship Id="rId153" Type="http://schemas.openxmlformats.org/officeDocument/2006/relationships/image" Target="../media/image1341.png"/><Relationship Id="rId174" Type="http://schemas.openxmlformats.org/officeDocument/2006/relationships/customXml" Target="../ink/ink1349.xml"/><Relationship Id="rId195" Type="http://schemas.openxmlformats.org/officeDocument/2006/relationships/image" Target="../media/image1362.png"/><Relationship Id="rId209" Type="http://schemas.openxmlformats.org/officeDocument/2006/relationships/image" Target="../media/image1368.png"/><Relationship Id="rId360" Type="http://schemas.openxmlformats.org/officeDocument/2006/relationships/customXml" Target="../ink/ink1442.xml"/><Relationship Id="rId381" Type="http://schemas.openxmlformats.org/officeDocument/2006/relationships/image" Target="../media/image1453.png"/><Relationship Id="rId416" Type="http://schemas.openxmlformats.org/officeDocument/2006/relationships/customXml" Target="../ink/ink1470.xml"/><Relationship Id="rId220" Type="http://schemas.openxmlformats.org/officeDocument/2006/relationships/customXml" Target="../ink/ink1372.xml"/><Relationship Id="rId241" Type="http://schemas.openxmlformats.org/officeDocument/2006/relationships/image" Target="../media/image1384.png"/><Relationship Id="rId437" Type="http://schemas.openxmlformats.org/officeDocument/2006/relationships/image" Target="../media/image1481.png"/><Relationship Id="rId458" Type="http://schemas.openxmlformats.org/officeDocument/2006/relationships/customXml" Target="../ink/ink1491.xml"/><Relationship Id="rId479" Type="http://schemas.openxmlformats.org/officeDocument/2006/relationships/image" Target="../media/image1501.png"/><Relationship Id="rId15" Type="http://schemas.openxmlformats.org/officeDocument/2006/relationships/image" Target="../media/image1274.png"/><Relationship Id="rId36" Type="http://schemas.openxmlformats.org/officeDocument/2006/relationships/customXml" Target="../ink/ink1280.xml"/><Relationship Id="rId57" Type="http://schemas.openxmlformats.org/officeDocument/2006/relationships/image" Target="../media/image1295.png"/><Relationship Id="rId262" Type="http://schemas.openxmlformats.org/officeDocument/2006/relationships/customXml" Target="../ink/ink1393.xml"/><Relationship Id="rId283" Type="http://schemas.openxmlformats.org/officeDocument/2006/relationships/image" Target="../media/image1404.png"/><Relationship Id="rId318" Type="http://schemas.openxmlformats.org/officeDocument/2006/relationships/customXml" Target="../ink/ink1421.xml"/><Relationship Id="rId339" Type="http://schemas.openxmlformats.org/officeDocument/2006/relationships/image" Target="../media/image1432.png"/><Relationship Id="rId490" Type="http://schemas.openxmlformats.org/officeDocument/2006/relationships/customXml" Target="../ink/ink1507.xml"/><Relationship Id="rId504" Type="http://schemas.openxmlformats.org/officeDocument/2006/relationships/customXml" Target="../ink/ink1514.xml"/><Relationship Id="rId78" Type="http://schemas.openxmlformats.org/officeDocument/2006/relationships/customXml" Target="../ink/ink1301.xml"/><Relationship Id="rId99" Type="http://schemas.openxmlformats.org/officeDocument/2006/relationships/image" Target="../media/image1315.png"/><Relationship Id="rId101" Type="http://schemas.openxmlformats.org/officeDocument/2006/relationships/image" Target="../media/image1316.png"/><Relationship Id="rId122" Type="http://schemas.openxmlformats.org/officeDocument/2006/relationships/customXml" Target="../ink/ink1323.xml"/><Relationship Id="rId143" Type="http://schemas.openxmlformats.org/officeDocument/2006/relationships/image" Target="../media/image1336.png"/><Relationship Id="rId164" Type="http://schemas.openxmlformats.org/officeDocument/2006/relationships/customXml" Target="../ink/ink1344.xml"/><Relationship Id="rId185" Type="http://schemas.openxmlformats.org/officeDocument/2006/relationships/image" Target="../media/image1357.png"/><Relationship Id="rId350" Type="http://schemas.openxmlformats.org/officeDocument/2006/relationships/customXml" Target="../ink/ink1437.xml"/><Relationship Id="rId371" Type="http://schemas.openxmlformats.org/officeDocument/2006/relationships/image" Target="../media/image1448.png"/><Relationship Id="rId406" Type="http://schemas.openxmlformats.org/officeDocument/2006/relationships/customXml" Target="../ink/ink1465.xml"/><Relationship Id="rId9" Type="http://schemas.openxmlformats.org/officeDocument/2006/relationships/image" Target="../media/image1272.png"/><Relationship Id="rId210" Type="http://schemas.openxmlformats.org/officeDocument/2006/relationships/customXml" Target="../ink/ink1367.xml"/><Relationship Id="rId392" Type="http://schemas.openxmlformats.org/officeDocument/2006/relationships/customXml" Target="../ink/ink1458.xml"/><Relationship Id="rId427" Type="http://schemas.openxmlformats.org/officeDocument/2006/relationships/image" Target="../media/image1476.png"/><Relationship Id="rId448" Type="http://schemas.openxmlformats.org/officeDocument/2006/relationships/customXml" Target="../ink/ink1486.xml"/><Relationship Id="rId469" Type="http://schemas.openxmlformats.org/officeDocument/2006/relationships/image" Target="../media/image1496.png"/><Relationship Id="rId26" Type="http://schemas.openxmlformats.org/officeDocument/2006/relationships/customXml" Target="../ink/ink1275.xml"/><Relationship Id="rId231" Type="http://schemas.openxmlformats.org/officeDocument/2006/relationships/image" Target="../media/image1379.png"/><Relationship Id="rId252" Type="http://schemas.openxmlformats.org/officeDocument/2006/relationships/customXml" Target="../ink/ink1388.xml"/><Relationship Id="rId273" Type="http://schemas.openxmlformats.org/officeDocument/2006/relationships/image" Target="../media/image1399.png"/><Relationship Id="rId294" Type="http://schemas.openxmlformats.org/officeDocument/2006/relationships/customXml" Target="../ink/ink1409.xml"/><Relationship Id="rId308" Type="http://schemas.openxmlformats.org/officeDocument/2006/relationships/customXml" Target="../ink/ink1416.xml"/><Relationship Id="rId329" Type="http://schemas.openxmlformats.org/officeDocument/2006/relationships/image" Target="../media/image1427.png"/><Relationship Id="rId480" Type="http://schemas.openxmlformats.org/officeDocument/2006/relationships/customXml" Target="../ink/ink1502.xml"/><Relationship Id="rId47" Type="http://schemas.openxmlformats.org/officeDocument/2006/relationships/image" Target="../media/image1290.png"/><Relationship Id="rId68" Type="http://schemas.openxmlformats.org/officeDocument/2006/relationships/customXml" Target="../ink/ink1296.xml"/><Relationship Id="rId89" Type="http://schemas.openxmlformats.org/officeDocument/2006/relationships/image" Target="../media/image1311.png"/><Relationship Id="rId112" Type="http://schemas.openxmlformats.org/officeDocument/2006/relationships/customXml" Target="../ink/ink1318.xml"/><Relationship Id="rId133" Type="http://schemas.openxmlformats.org/officeDocument/2006/relationships/image" Target="../media/image1331.png"/><Relationship Id="rId154" Type="http://schemas.openxmlformats.org/officeDocument/2006/relationships/customXml" Target="../ink/ink1339.xml"/><Relationship Id="rId175" Type="http://schemas.openxmlformats.org/officeDocument/2006/relationships/image" Target="../media/image1352.png"/><Relationship Id="rId340" Type="http://schemas.openxmlformats.org/officeDocument/2006/relationships/customXml" Target="../ink/ink1432.xml"/><Relationship Id="rId361" Type="http://schemas.openxmlformats.org/officeDocument/2006/relationships/image" Target="../media/image1443.png"/><Relationship Id="rId196" Type="http://schemas.openxmlformats.org/officeDocument/2006/relationships/customXml" Target="../ink/ink1360.xml"/><Relationship Id="rId200" Type="http://schemas.openxmlformats.org/officeDocument/2006/relationships/customXml" Target="../ink/ink1362.xml"/><Relationship Id="rId382" Type="http://schemas.openxmlformats.org/officeDocument/2006/relationships/customXml" Target="../ink/ink1453.xml"/><Relationship Id="rId417" Type="http://schemas.openxmlformats.org/officeDocument/2006/relationships/image" Target="../media/image1471.png"/><Relationship Id="rId438" Type="http://schemas.openxmlformats.org/officeDocument/2006/relationships/customXml" Target="../ink/ink1481.xml"/><Relationship Id="rId459" Type="http://schemas.openxmlformats.org/officeDocument/2006/relationships/image" Target="../media/image787.png"/><Relationship Id="rId16" Type="http://schemas.openxmlformats.org/officeDocument/2006/relationships/customXml" Target="../ink/ink1270.xml"/><Relationship Id="rId221" Type="http://schemas.openxmlformats.org/officeDocument/2006/relationships/image" Target="../media/image1374.png"/><Relationship Id="rId242" Type="http://schemas.openxmlformats.org/officeDocument/2006/relationships/customXml" Target="../ink/ink1383.xml"/><Relationship Id="rId263" Type="http://schemas.openxmlformats.org/officeDocument/2006/relationships/image" Target="../media/image1395.png"/><Relationship Id="rId284" Type="http://schemas.openxmlformats.org/officeDocument/2006/relationships/customXml" Target="../ink/ink1404.xml"/><Relationship Id="rId319" Type="http://schemas.openxmlformats.org/officeDocument/2006/relationships/image" Target="../media/image1422.png"/><Relationship Id="rId470" Type="http://schemas.openxmlformats.org/officeDocument/2006/relationships/customXml" Target="../ink/ink1497.xml"/><Relationship Id="rId491" Type="http://schemas.openxmlformats.org/officeDocument/2006/relationships/image" Target="../media/image1507.png"/><Relationship Id="rId505" Type="http://schemas.openxmlformats.org/officeDocument/2006/relationships/image" Target="../media/image1514.png"/><Relationship Id="rId37" Type="http://schemas.openxmlformats.org/officeDocument/2006/relationships/image" Target="../media/image1285.png"/><Relationship Id="rId58" Type="http://schemas.openxmlformats.org/officeDocument/2006/relationships/customXml" Target="../ink/ink1291.xml"/><Relationship Id="rId79" Type="http://schemas.openxmlformats.org/officeDocument/2006/relationships/image" Target="../media/image1306.png"/><Relationship Id="rId102" Type="http://schemas.openxmlformats.org/officeDocument/2006/relationships/customXml" Target="../ink/ink1313.xml"/><Relationship Id="rId123" Type="http://schemas.openxmlformats.org/officeDocument/2006/relationships/image" Target="../media/image1326.png"/><Relationship Id="rId144" Type="http://schemas.openxmlformats.org/officeDocument/2006/relationships/customXml" Target="../ink/ink1334.xml"/><Relationship Id="rId330" Type="http://schemas.openxmlformats.org/officeDocument/2006/relationships/customXml" Target="../ink/ink1427.xml"/><Relationship Id="rId90" Type="http://schemas.openxmlformats.org/officeDocument/2006/relationships/customXml" Target="../ink/ink1307.xml"/><Relationship Id="rId165" Type="http://schemas.openxmlformats.org/officeDocument/2006/relationships/image" Target="../media/image1347.png"/><Relationship Id="rId186" Type="http://schemas.openxmlformats.org/officeDocument/2006/relationships/customXml" Target="../ink/ink1355.xml"/><Relationship Id="rId351" Type="http://schemas.openxmlformats.org/officeDocument/2006/relationships/image" Target="../media/image1438.png"/><Relationship Id="rId372" Type="http://schemas.openxmlformats.org/officeDocument/2006/relationships/customXml" Target="../ink/ink1448.xml"/><Relationship Id="rId393" Type="http://schemas.openxmlformats.org/officeDocument/2006/relationships/image" Target="../media/image1459.png"/><Relationship Id="rId407" Type="http://schemas.openxmlformats.org/officeDocument/2006/relationships/image" Target="../media/image1466.png"/><Relationship Id="rId428" Type="http://schemas.openxmlformats.org/officeDocument/2006/relationships/customXml" Target="../ink/ink1476.xml"/><Relationship Id="rId449" Type="http://schemas.openxmlformats.org/officeDocument/2006/relationships/image" Target="../media/image1487.png"/><Relationship Id="rId211" Type="http://schemas.openxmlformats.org/officeDocument/2006/relationships/image" Target="../media/image1369.png"/><Relationship Id="rId232" Type="http://schemas.openxmlformats.org/officeDocument/2006/relationships/customXml" Target="../ink/ink1378.xml"/><Relationship Id="rId253" Type="http://schemas.openxmlformats.org/officeDocument/2006/relationships/image" Target="../media/image1390.png"/><Relationship Id="rId274" Type="http://schemas.openxmlformats.org/officeDocument/2006/relationships/customXml" Target="../ink/ink1399.xml"/><Relationship Id="rId295" Type="http://schemas.openxmlformats.org/officeDocument/2006/relationships/image" Target="../media/image1410.png"/><Relationship Id="rId309" Type="http://schemas.openxmlformats.org/officeDocument/2006/relationships/image" Target="../media/image1417.png"/><Relationship Id="rId460" Type="http://schemas.openxmlformats.org/officeDocument/2006/relationships/customXml" Target="../ink/ink1492.xml"/><Relationship Id="rId481" Type="http://schemas.openxmlformats.org/officeDocument/2006/relationships/image" Target="../media/image1502.png"/><Relationship Id="rId27" Type="http://schemas.openxmlformats.org/officeDocument/2006/relationships/image" Target="../media/image1280.png"/><Relationship Id="rId48" Type="http://schemas.openxmlformats.org/officeDocument/2006/relationships/customXml" Target="../ink/ink1286.xml"/><Relationship Id="rId69" Type="http://schemas.openxmlformats.org/officeDocument/2006/relationships/image" Target="../media/image1301.png"/><Relationship Id="rId113" Type="http://schemas.openxmlformats.org/officeDocument/2006/relationships/image" Target="../media/image1322.png"/><Relationship Id="rId134" Type="http://schemas.openxmlformats.org/officeDocument/2006/relationships/customXml" Target="../ink/ink1329.xml"/><Relationship Id="rId320" Type="http://schemas.openxmlformats.org/officeDocument/2006/relationships/customXml" Target="../ink/ink1422.xml"/><Relationship Id="rId80" Type="http://schemas.openxmlformats.org/officeDocument/2006/relationships/customXml" Target="../ink/ink1302.xml"/><Relationship Id="rId155" Type="http://schemas.openxmlformats.org/officeDocument/2006/relationships/image" Target="../media/image1342.png"/><Relationship Id="rId176" Type="http://schemas.openxmlformats.org/officeDocument/2006/relationships/customXml" Target="../ink/ink1350.xml"/><Relationship Id="rId197" Type="http://schemas.openxmlformats.org/officeDocument/2006/relationships/image" Target="../media/image1363.png"/><Relationship Id="rId341" Type="http://schemas.openxmlformats.org/officeDocument/2006/relationships/image" Target="../media/image1433.png"/><Relationship Id="rId362" Type="http://schemas.openxmlformats.org/officeDocument/2006/relationships/customXml" Target="../ink/ink1443.xml"/><Relationship Id="rId383" Type="http://schemas.openxmlformats.org/officeDocument/2006/relationships/image" Target="../media/image1454.png"/><Relationship Id="rId418" Type="http://schemas.openxmlformats.org/officeDocument/2006/relationships/customXml" Target="../ink/ink1471.xml"/><Relationship Id="rId439" Type="http://schemas.openxmlformats.org/officeDocument/2006/relationships/image" Target="../media/image1482.png"/><Relationship Id="rId201" Type="http://schemas.openxmlformats.org/officeDocument/2006/relationships/image" Target="../media/image1365.png"/><Relationship Id="rId222" Type="http://schemas.openxmlformats.org/officeDocument/2006/relationships/customXml" Target="../ink/ink1373.xml"/><Relationship Id="rId243" Type="http://schemas.openxmlformats.org/officeDocument/2006/relationships/image" Target="../media/image1385.png"/><Relationship Id="rId264" Type="http://schemas.openxmlformats.org/officeDocument/2006/relationships/customXml" Target="../ink/ink1394.xml"/><Relationship Id="rId285" Type="http://schemas.openxmlformats.org/officeDocument/2006/relationships/image" Target="../media/image1405.png"/><Relationship Id="rId450" Type="http://schemas.openxmlformats.org/officeDocument/2006/relationships/customXml" Target="../ink/ink1487.xml"/><Relationship Id="rId471" Type="http://schemas.openxmlformats.org/officeDocument/2006/relationships/image" Target="../media/image1497.png"/><Relationship Id="rId506" Type="http://schemas.openxmlformats.org/officeDocument/2006/relationships/customXml" Target="../ink/ink1515.xml"/><Relationship Id="rId17" Type="http://schemas.openxmlformats.org/officeDocument/2006/relationships/image" Target="../media/image1275.png"/><Relationship Id="rId38" Type="http://schemas.openxmlformats.org/officeDocument/2006/relationships/customXml" Target="../ink/ink1281.xml"/><Relationship Id="rId59" Type="http://schemas.openxmlformats.org/officeDocument/2006/relationships/image" Target="../media/image1296.png"/><Relationship Id="rId103" Type="http://schemas.openxmlformats.org/officeDocument/2006/relationships/image" Target="../media/image1317.png"/><Relationship Id="rId124" Type="http://schemas.openxmlformats.org/officeDocument/2006/relationships/customXml" Target="../ink/ink1324.xml"/><Relationship Id="rId310" Type="http://schemas.openxmlformats.org/officeDocument/2006/relationships/customXml" Target="../ink/ink1417.xml"/><Relationship Id="rId492" Type="http://schemas.openxmlformats.org/officeDocument/2006/relationships/customXml" Target="../ink/ink1508.xml"/><Relationship Id="rId70" Type="http://schemas.openxmlformats.org/officeDocument/2006/relationships/customXml" Target="../ink/ink1297.xml"/><Relationship Id="rId91" Type="http://schemas.openxmlformats.org/officeDocument/2006/relationships/image" Target="../media/image958.png"/><Relationship Id="rId145" Type="http://schemas.openxmlformats.org/officeDocument/2006/relationships/image" Target="../media/image1337.png"/><Relationship Id="rId166" Type="http://schemas.openxmlformats.org/officeDocument/2006/relationships/customXml" Target="../ink/ink1345.xml"/><Relationship Id="rId187" Type="http://schemas.openxmlformats.org/officeDocument/2006/relationships/image" Target="../media/image1358.png"/><Relationship Id="rId331" Type="http://schemas.openxmlformats.org/officeDocument/2006/relationships/image" Target="../media/image1428.png"/><Relationship Id="rId352" Type="http://schemas.openxmlformats.org/officeDocument/2006/relationships/customXml" Target="../ink/ink1438.xml"/><Relationship Id="rId373" Type="http://schemas.openxmlformats.org/officeDocument/2006/relationships/image" Target="../media/image1449.png"/><Relationship Id="rId394" Type="http://schemas.openxmlformats.org/officeDocument/2006/relationships/customXml" Target="../ink/ink1459.xml"/><Relationship Id="rId408" Type="http://schemas.openxmlformats.org/officeDocument/2006/relationships/customXml" Target="../ink/ink1466.xml"/><Relationship Id="rId429" Type="http://schemas.openxmlformats.org/officeDocument/2006/relationships/image" Target="../media/image147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68.xml"/><Relationship Id="rId233" Type="http://schemas.openxmlformats.org/officeDocument/2006/relationships/image" Target="../media/image1380.png"/><Relationship Id="rId254" Type="http://schemas.openxmlformats.org/officeDocument/2006/relationships/customXml" Target="../ink/ink1389.xml"/><Relationship Id="rId440" Type="http://schemas.openxmlformats.org/officeDocument/2006/relationships/customXml" Target="../ink/ink1482.xml"/><Relationship Id="rId28" Type="http://schemas.openxmlformats.org/officeDocument/2006/relationships/customXml" Target="../ink/ink1276.xml"/><Relationship Id="rId49" Type="http://schemas.openxmlformats.org/officeDocument/2006/relationships/image" Target="../media/image1291.png"/><Relationship Id="rId114" Type="http://schemas.openxmlformats.org/officeDocument/2006/relationships/customXml" Target="../ink/ink1319.xml"/><Relationship Id="rId275" Type="http://schemas.openxmlformats.org/officeDocument/2006/relationships/image" Target="../media/image1400.png"/><Relationship Id="rId296" Type="http://schemas.openxmlformats.org/officeDocument/2006/relationships/customXml" Target="../ink/ink1410.xml"/><Relationship Id="rId300" Type="http://schemas.openxmlformats.org/officeDocument/2006/relationships/customXml" Target="../ink/ink1412.xml"/><Relationship Id="rId461" Type="http://schemas.openxmlformats.org/officeDocument/2006/relationships/image" Target="../media/image1492.png"/><Relationship Id="rId482" Type="http://schemas.openxmlformats.org/officeDocument/2006/relationships/customXml" Target="../ink/ink1503.xml"/><Relationship Id="rId60" Type="http://schemas.openxmlformats.org/officeDocument/2006/relationships/customXml" Target="../ink/ink1292.xml"/><Relationship Id="rId81" Type="http://schemas.openxmlformats.org/officeDocument/2006/relationships/image" Target="../media/image1307.png"/><Relationship Id="rId135" Type="http://schemas.openxmlformats.org/officeDocument/2006/relationships/image" Target="../media/image1332.png"/><Relationship Id="rId156" Type="http://schemas.openxmlformats.org/officeDocument/2006/relationships/customXml" Target="../ink/ink1340.xml"/><Relationship Id="rId177" Type="http://schemas.openxmlformats.org/officeDocument/2006/relationships/image" Target="../media/image1353.png"/><Relationship Id="rId198" Type="http://schemas.openxmlformats.org/officeDocument/2006/relationships/customXml" Target="../ink/ink1361.xml"/><Relationship Id="rId321" Type="http://schemas.openxmlformats.org/officeDocument/2006/relationships/image" Target="../media/image1423.png"/><Relationship Id="rId342" Type="http://schemas.openxmlformats.org/officeDocument/2006/relationships/customXml" Target="../ink/ink1433.xml"/><Relationship Id="rId363" Type="http://schemas.openxmlformats.org/officeDocument/2006/relationships/image" Target="../media/image1444.png"/><Relationship Id="rId384" Type="http://schemas.openxmlformats.org/officeDocument/2006/relationships/customXml" Target="../ink/ink1454.xml"/><Relationship Id="rId419" Type="http://schemas.openxmlformats.org/officeDocument/2006/relationships/image" Target="../media/image1472.png"/><Relationship Id="rId202" Type="http://schemas.openxmlformats.org/officeDocument/2006/relationships/customXml" Target="../ink/ink1363.xml"/><Relationship Id="rId223" Type="http://schemas.openxmlformats.org/officeDocument/2006/relationships/image" Target="../media/image1375.png"/><Relationship Id="rId244" Type="http://schemas.openxmlformats.org/officeDocument/2006/relationships/customXml" Target="../ink/ink1384.xml"/><Relationship Id="rId430" Type="http://schemas.openxmlformats.org/officeDocument/2006/relationships/customXml" Target="../ink/ink1477.xml"/><Relationship Id="rId18" Type="http://schemas.openxmlformats.org/officeDocument/2006/relationships/customXml" Target="../ink/ink1271.xml"/><Relationship Id="rId39" Type="http://schemas.openxmlformats.org/officeDocument/2006/relationships/image" Target="../media/image1286.png"/><Relationship Id="rId265" Type="http://schemas.openxmlformats.org/officeDocument/2006/relationships/image" Target="../media/image1396.png"/><Relationship Id="rId286" Type="http://schemas.openxmlformats.org/officeDocument/2006/relationships/customXml" Target="../ink/ink1405.xml"/><Relationship Id="rId451" Type="http://schemas.openxmlformats.org/officeDocument/2006/relationships/image" Target="../media/image1488.png"/><Relationship Id="rId472" Type="http://schemas.openxmlformats.org/officeDocument/2006/relationships/customXml" Target="../ink/ink1498.xml"/><Relationship Id="rId493" Type="http://schemas.openxmlformats.org/officeDocument/2006/relationships/image" Target="../media/image1508.png"/><Relationship Id="rId507" Type="http://schemas.openxmlformats.org/officeDocument/2006/relationships/image" Target="../media/image1515.png"/><Relationship Id="rId50" Type="http://schemas.openxmlformats.org/officeDocument/2006/relationships/customXml" Target="../ink/ink1287.xml"/><Relationship Id="rId104" Type="http://schemas.openxmlformats.org/officeDocument/2006/relationships/customXml" Target="../ink/ink1314.xml"/><Relationship Id="rId125" Type="http://schemas.openxmlformats.org/officeDocument/2006/relationships/image" Target="../media/image1327.png"/><Relationship Id="rId146" Type="http://schemas.openxmlformats.org/officeDocument/2006/relationships/customXml" Target="../ink/ink1335.xml"/><Relationship Id="rId167" Type="http://schemas.openxmlformats.org/officeDocument/2006/relationships/image" Target="../media/image1348.png"/><Relationship Id="rId188" Type="http://schemas.openxmlformats.org/officeDocument/2006/relationships/customXml" Target="../ink/ink1356.xml"/><Relationship Id="rId311" Type="http://schemas.openxmlformats.org/officeDocument/2006/relationships/image" Target="../media/image1418.png"/><Relationship Id="rId332" Type="http://schemas.openxmlformats.org/officeDocument/2006/relationships/customXml" Target="../ink/ink1428.xml"/><Relationship Id="rId353" Type="http://schemas.openxmlformats.org/officeDocument/2006/relationships/image" Target="../media/image1439.png"/><Relationship Id="rId374" Type="http://schemas.openxmlformats.org/officeDocument/2006/relationships/customXml" Target="../ink/ink1449.xml"/><Relationship Id="rId395" Type="http://schemas.openxmlformats.org/officeDocument/2006/relationships/image" Target="../media/image1460.png"/><Relationship Id="rId409" Type="http://schemas.openxmlformats.org/officeDocument/2006/relationships/image" Target="../media/image1467.png"/><Relationship Id="rId71" Type="http://schemas.openxmlformats.org/officeDocument/2006/relationships/image" Target="../media/image1302.png"/><Relationship Id="rId92" Type="http://schemas.openxmlformats.org/officeDocument/2006/relationships/customXml" Target="../ink/ink1308.xml"/><Relationship Id="rId213" Type="http://schemas.openxmlformats.org/officeDocument/2006/relationships/image" Target="../media/image1370.png"/><Relationship Id="rId234" Type="http://schemas.openxmlformats.org/officeDocument/2006/relationships/customXml" Target="../ink/ink1379.xml"/><Relationship Id="rId420" Type="http://schemas.openxmlformats.org/officeDocument/2006/relationships/customXml" Target="../ink/ink1472.xml"/><Relationship Id="rId2" Type="http://schemas.openxmlformats.org/officeDocument/2006/relationships/customXml" Target="../ink/ink1263.xml"/><Relationship Id="rId29" Type="http://schemas.openxmlformats.org/officeDocument/2006/relationships/image" Target="../media/image1281.png"/><Relationship Id="rId255" Type="http://schemas.openxmlformats.org/officeDocument/2006/relationships/image" Target="../media/image1391.png"/><Relationship Id="rId276" Type="http://schemas.openxmlformats.org/officeDocument/2006/relationships/customXml" Target="../ink/ink1400.xml"/><Relationship Id="rId297" Type="http://schemas.openxmlformats.org/officeDocument/2006/relationships/image" Target="../media/image1411.png"/><Relationship Id="rId441" Type="http://schemas.openxmlformats.org/officeDocument/2006/relationships/image" Target="../media/image1483.png"/><Relationship Id="rId462" Type="http://schemas.openxmlformats.org/officeDocument/2006/relationships/customXml" Target="../ink/ink1493.xml"/><Relationship Id="rId483" Type="http://schemas.openxmlformats.org/officeDocument/2006/relationships/image" Target="../media/image1503.png"/><Relationship Id="rId40" Type="http://schemas.openxmlformats.org/officeDocument/2006/relationships/customXml" Target="../ink/ink1282.xml"/><Relationship Id="rId115" Type="http://schemas.openxmlformats.org/officeDocument/2006/relationships/image" Target="../media/image1323.png"/><Relationship Id="rId136" Type="http://schemas.openxmlformats.org/officeDocument/2006/relationships/customXml" Target="../ink/ink1330.xml"/><Relationship Id="rId157" Type="http://schemas.openxmlformats.org/officeDocument/2006/relationships/image" Target="../media/image1343.png"/><Relationship Id="rId178" Type="http://schemas.openxmlformats.org/officeDocument/2006/relationships/customXml" Target="../ink/ink1351.xml"/><Relationship Id="rId301" Type="http://schemas.openxmlformats.org/officeDocument/2006/relationships/image" Target="../media/image1413.png"/><Relationship Id="rId322" Type="http://schemas.openxmlformats.org/officeDocument/2006/relationships/customXml" Target="../ink/ink1423.xml"/><Relationship Id="rId343" Type="http://schemas.openxmlformats.org/officeDocument/2006/relationships/image" Target="../media/image1434.png"/><Relationship Id="rId364" Type="http://schemas.openxmlformats.org/officeDocument/2006/relationships/customXml" Target="../ink/ink1444.xml"/><Relationship Id="rId61" Type="http://schemas.openxmlformats.org/officeDocument/2006/relationships/image" Target="../media/image1297.png"/><Relationship Id="rId82" Type="http://schemas.openxmlformats.org/officeDocument/2006/relationships/customXml" Target="../ink/ink1303.xml"/><Relationship Id="rId199" Type="http://schemas.openxmlformats.org/officeDocument/2006/relationships/image" Target="../media/image1364.png"/><Relationship Id="rId203" Type="http://schemas.openxmlformats.org/officeDocument/2006/relationships/image" Target="../media/image1366.png"/><Relationship Id="rId385" Type="http://schemas.openxmlformats.org/officeDocument/2006/relationships/image" Target="../media/image1455.png"/><Relationship Id="rId19" Type="http://schemas.openxmlformats.org/officeDocument/2006/relationships/image" Target="../media/image1276.png"/><Relationship Id="rId224" Type="http://schemas.openxmlformats.org/officeDocument/2006/relationships/customXml" Target="../ink/ink1374.xml"/><Relationship Id="rId245" Type="http://schemas.openxmlformats.org/officeDocument/2006/relationships/image" Target="../media/image1386.png"/><Relationship Id="rId266" Type="http://schemas.openxmlformats.org/officeDocument/2006/relationships/customXml" Target="../ink/ink1395.xml"/><Relationship Id="rId287" Type="http://schemas.openxmlformats.org/officeDocument/2006/relationships/image" Target="../media/image1406.png"/><Relationship Id="rId410" Type="http://schemas.openxmlformats.org/officeDocument/2006/relationships/customXml" Target="../ink/ink1467.xml"/><Relationship Id="rId431" Type="http://schemas.openxmlformats.org/officeDocument/2006/relationships/image" Target="../media/image1478.png"/><Relationship Id="rId452" Type="http://schemas.openxmlformats.org/officeDocument/2006/relationships/customXml" Target="../ink/ink1488.xml"/><Relationship Id="rId473" Type="http://schemas.openxmlformats.org/officeDocument/2006/relationships/image" Target="../media/image1498.png"/><Relationship Id="rId494" Type="http://schemas.openxmlformats.org/officeDocument/2006/relationships/customXml" Target="../ink/ink1509.xml"/><Relationship Id="rId508" Type="http://schemas.openxmlformats.org/officeDocument/2006/relationships/customXml" Target="../ink/ink1516.xml"/><Relationship Id="rId30" Type="http://schemas.openxmlformats.org/officeDocument/2006/relationships/customXml" Target="../ink/ink1277.xml"/><Relationship Id="rId105" Type="http://schemas.openxmlformats.org/officeDocument/2006/relationships/image" Target="../media/image1318.png"/><Relationship Id="rId126" Type="http://schemas.openxmlformats.org/officeDocument/2006/relationships/customXml" Target="../ink/ink1325.xml"/><Relationship Id="rId147" Type="http://schemas.openxmlformats.org/officeDocument/2006/relationships/image" Target="../media/image1338.png"/><Relationship Id="rId168" Type="http://schemas.openxmlformats.org/officeDocument/2006/relationships/customXml" Target="../ink/ink1346.xml"/><Relationship Id="rId312" Type="http://schemas.openxmlformats.org/officeDocument/2006/relationships/customXml" Target="../ink/ink1418.xml"/><Relationship Id="rId333" Type="http://schemas.openxmlformats.org/officeDocument/2006/relationships/image" Target="../media/image1429.png"/><Relationship Id="rId354" Type="http://schemas.openxmlformats.org/officeDocument/2006/relationships/customXml" Target="../ink/ink1439.xml"/><Relationship Id="rId51" Type="http://schemas.openxmlformats.org/officeDocument/2006/relationships/image" Target="../media/image1292.png"/><Relationship Id="rId72" Type="http://schemas.openxmlformats.org/officeDocument/2006/relationships/customXml" Target="../ink/ink1298.xml"/><Relationship Id="rId93" Type="http://schemas.openxmlformats.org/officeDocument/2006/relationships/image" Target="../media/image1312.png"/><Relationship Id="rId189" Type="http://schemas.openxmlformats.org/officeDocument/2006/relationships/image" Target="../media/image1359.png"/><Relationship Id="rId375" Type="http://schemas.openxmlformats.org/officeDocument/2006/relationships/image" Target="../media/image1450.png"/><Relationship Id="rId396" Type="http://schemas.openxmlformats.org/officeDocument/2006/relationships/customXml" Target="../ink/ink1460.xml"/><Relationship Id="rId3" Type="http://schemas.openxmlformats.org/officeDocument/2006/relationships/image" Target="../media/image1269.png"/><Relationship Id="rId214" Type="http://schemas.openxmlformats.org/officeDocument/2006/relationships/customXml" Target="../ink/ink1369.xml"/><Relationship Id="rId235" Type="http://schemas.openxmlformats.org/officeDocument/2006/relationships/image" Target="../media/image1381.png"/><Relationship Id="rId256" Type="http://schemas.openxmlformats.org/officeDocument/2006/relationships/customXml" Target="../ink/ink1390.xml"/><Relationship Id="rId277" Type="http://schemas.openxmlformats.org/officeDocument/2006/relationships/image" Target="../media/image1401.png"/><Relationship Id="rId298" Type="http://schemas.openxmlformats.org/officeDocument/2006/relationships/customXml" Target="../ink/ink1411.xml"/><Relationship Id="rId400" Type="http://schemas.openxmlformats.org/officeDocument/2006/relationships/customXml" Target="../ink/ink1462.xml"/><Relationship Id="rId421" Type="http://schemas.openxmlformats.org/officeDocument/2006/relationships/image" Target="../media/image1473.png"/><Relationship Id="rId442" Type="http://schemas.openxmlformats.org/officeDocument/2006/relationships/customXml" Target="../ink/ink1483.xml"/><Relationship Id="rId463" Type="http://schemas.openxmlformats.org/officeDocument/2006/relationships/image" Target="../media/image1493.png"/><Relationship Id="rId484" Type="http://schemas.openxmlformats.org/officeDocument/2006/relationships/customXml" Target="../ink/ink1504.xml"/><Relationship Id="rId116" Type="http://schemas.openxmlformats.org/officeDocument/2006/relationships/customXml" Target="../ink/ink1320.xml"/><Relationship Id="rId137" Type="http://schemas.openxmlformats.org/officeDocument/2006/relationships/image" Target="../media/image1333.png"/><Relationship Id="rId158" Type="http://schemas.openxmlformats.org/officeDocument/2006/relationships/customXml" Target="../ink/ink1341.xml"/><Relationship Id="rId302" Type="http://schemas.openxmlformats.org/officeDocument/2006/relationships/customXml" Target="../ink/ink1413.xml"/><Relationship Id="rId323" Type="http://schemas.openxmlformats.org/officeDocument/2006/relationships/image" Target="../media/image1424.png"/><Relationship Id="rId344" Type="http://schemas.openxmlformats.org/officeDocument/2006/relationships/customXml" Target="../ink/ink1434.xml"/><Relationship Id="rId20" Type="http://schemas.openxmlformats.org/officeDocument/2006/relationships/customXml" Target="../ink/ink1272.xml"/><Relationship Id="rId41" Type="http://schemas.openxmlformats.org/officeDocument/2006/relationships/image" Target="../media/image1287.png"/><Relationship Id="rId62" Type="http://schemas.openxmlformats.org/officeDocument/2006/relationships/customXml" Target="../ink/ink1293.xml"/><Relationship Id="rId83" Type="http://schemas.openxmlformats.org/officeDocument/2006/relationships/image" Target="../media/image1308.png"/><Relationship Id="rId179" Type="http://schemas.openxmlformats.org/officeDocument/2006/relationships/image" Target="../media/image1354.png"/><Relationship Id="rId365" Type="http://schemas.openxmlformats.org/officeDocument/2006/relationships/image" Target="../media/image1445.png"/><Relationship Id="rId386" Type="http://schemas.openxmlformats.org/officeDocument/2006/relationships/customXml" Target="../ink/ink1455.xml"/><Relationship Id="rId190" Type="http://schemas.openxmlformats.org/officeDocument/2006/relationships/customXml" Target="../ink/ink1357.xml"/><Relationship Id="rId204" Type="http://schemas.openxmlformats.org/officeDocument/2006/relationships/customXml" Target="../ink/ink1364.xml"/><Relationship Id="rId225" Type="http://schemas.openxmlformats.org/officeDocument/2006/relationships/image" Target="../media/image1376.png"/><Relationship Id="rId246" Type="http://schemas.openxmlformats.org/officeDocument/2006/relationships/customXml" Target="../ink/ink1385.xml"/><Relationship Id="rId267" Type="http://schemas.openxmlformats.org/officeDocument/2006/relationships/image" Target="../media/image1397.png"/><Relationship Id="rId288" Type="http://schemas.openxmlformats.org/officeDocument/2006/relationships/customXml" Target="../ink/ink1406.xml"/><Relationship Id="rId411" Type="http://schemas.openxmlformats.org/officeDocument/2006/relationships/image" Target="../media/image1468.png"/><Relationship Id="rId432" Type="http://schemas.openxmlformats.org/officeDocument/2006/relationships/customXml" Target="../ink/ink1478.xml"/><Relationship Id="rId453" Type="http://schemas.openxmlformats.org/officeDocument/2006/relationships/image" Target="../media/image1489.png"/><Relationship Id="rId474" Type="http://schemas.openxmlformats.org/officeDocument/2006/relationships/customXml" Target="../ink/ink1499.xml"/><Relationship Id="rId509" Type="http://schemas.openxmlformats.org/officeDocument/2006/relationships/image" Target="../media/image1516.png"/><Relationship Id="rId106" Type="http://schemas.openxmlformats.org/officeDocument/2006/relationships/customXml" Target="../ink/ink1315.xml"/><Relationship Id="rId127" Type="http://schemas.openxmlformats.org/officeDocument/2006/relationships/image" Target="../media/image1328.png"/><Relationship Id="rId313" Type="http://schemas.openxmlformats.org/officeDocument/2006/relationships/image" Target="../media/image1419.png"/><Relationship Id="rId495" Type="http://schemas.openxmlformats.org/officeDocument/2006/relationships/image" Target="../media/image1509.png"/><Relationship Id="rId10" Type="http://schemas.openxmlformats.org/officeDocument/2006/relationships/customXml" Target="../ink/ink1267.xml"/><Relationship Id="rId31" Type="http://schemas.openxmlformats.org/officeDocument/2006/relationships/image" Target="../media/image1282.png"/><Relationship Id="rId52" Type="http://schemas.openxmlformats.org/officeDocument/2006/relationships/customXml" Target="../ink/ink1288.xml"/><Relationship Id="rId73" Type="http://schemas.openxmlformats.org/officeDocument/2006/relationships/image" Target="../media/image1303.png"/><Relationship Id="rId94" Type="http://schemas.openxmlformats.org/officeDocument/2006/relationships/customXml" Target="../ink/ink1309.xml"/><Relationship Id="rId148" Type="http://schemas.openxmlformats.org/officeDocument/2006/relationships/customXml" Target="../ink/ink1336.xml"/><Relationship Id="rId169" Type="http://schemas.openxmlformats.org/officeDocument/2006/relationships/image" Target="../media/image1349.png"/><Relationship Id="rId334" Type="http://schemas.openxmlformats.org/officeDocument/2006/relationships/customXml" Target="../ink/ink1429.xml"/><Relationship Id="rId355" Type="http://schemas.openxmlformats.org/officeDocument/2006/relationships/image" Target="../media/image1440.png"/><Relationship Id="rId376" Type="http://schemas.openxmlformats.org/officeDocument/2006/relationships/customXml" Target="../ink/ink1450.xml"/><Relationship Id="rId397" Type="http://schemas.openxmlformats.org/officeDocument/2006/relationships/image" Target="../media/image1461.png"/><Relationship Id="rId4" Type="http://schemas.openxmlformats.org/officeDocument/2006/relationships/customXml" Target="../ink/ink1264.xml"/><Relationship Id="rId180" Type="http://schemas.openxmlformats.org/officeDocument/2006/relationships/customXml" Target="../ink/ink1352.xml"/><Relationship Id="rId215" Type="http://schemas.openxmlformats.org/officeDocument/2006/relationships/image" Target="../media/image1371.png"/><Relationship Id="rId236" Type="http://schemas.openxmlformats.org/officeDocument/2006/relationships/customXml" Target="../ink/ink1380.xml"/><Relationship Id="rId257" Type="http://schemas.openxmlformats.org/officeDocument/2006/relationships/image" Target="../media/image1392.png"/><Relationship Id="rId278" Type="http://schemas.openxmlformats.org/officeDocument/2006/relationships/customXml" Target="../ink/ink1401.xml"/><Relationship Id="rId401" Type="http://schemas.openxmlformats.org/officeDocument/2006/relationships/image" Target="../media/image1463.png"/><Relationship Id="rId422" Type="http://schemas.openxmlformats.org/officeDocument/2006/relationships/customXml" Target="../ink/ink1473.xml"/><Relationship Id="rId443" Type="http://schemas.openxmlformats.org/officeDocument/2006/relationships/image" Target="../media/image1484.png"/><Relationship Id="rId464" Type="http://schemas.openxmlformats.org/officeDocument/2006/relationships/customXml" Target="../ink/ink1494.xml"/><Relationship Id="rId303" Type="http://schemas.openxmlformats.org/officeDocument/2006/relationships/image" Target="../media/image1414.png"/><Relationship Id="rId485" Type="http://schemas.openxmlformats.org/officeDocument/2006/relationships/image" Target="../media/image1504.png"/><Relationship Id="rId42" Type="http://schemas.openxmlformats.org/officeDocument/2006/relationships/customXml" Target="../ink/ink1283.xml"/><Relationship Id="rId84" Type="http://schemas.openxmlformats.org/officeDocument/2006/relationships/customXml" Target="../ink/ink1304.xml"/><Relationship Id="rId138" Type="http://schemas.openxmlformats.org/officeDocument/2006/relationships/customXml" Target="../ink/ink1331.xml"/><Relationship Id="rId345" Type="http://schemas.openxmlformats.org/officeDocument/2006/relationships/image" Target="../media/image1435.png"/><Relationship Id="rId387" Type="http://schemas.openxmlformats.org/officeDocument/2006/relationships/image" Target="../media/image1456.png"/><Relationship Id="rId510" Type="http://schemas.openxmlformats.org/officeDocument/2006/relationships/customXml" Target="../ink/ink1517.xml"/><Relationship Id="rId191" Type="http://schemas.openxmlformats.org/officeDocument/2006/relationships/image" Target="../media/image1360.png"/><Relationship Id="rId205" Type="http://schemas.openxmlformats.org/officeDocument/2006/relationships/image" Target="../media/image1367.png"/><Relationship Id="rId247" Type="http://schemas.openxmlformats.org/officeDocument/2006/relationships/image" Target="../media/image1387.png"/><Relationship Id="rId412" Type="http://schemas.openxmlformats.org/officeDocument/2006/relationships/customXml" Target="../ink/ink1468.xml"/><Relationship Id="rId107" Type="http://schemas.openxmlformats.org/officeDocument/2006/relationships/image" Target="../media/image1319.png"/><Relationship Id="rId289" Type="http://schemas.openxmlformats.org/officeDocument/2006/relationships/image" Target="../media/image1407.png"/><Relationship Id="rId454" Type="http://schemas.openxmlformats.org/officeDocument/2006/relationships/customXml" Target="../ink/ink1489.xml"/><Relationship Id="rId496" Type="http://schemas.openxmlformats.org/officeDocument/2006/relationships/customXml" Target="../ink/ink1510.xml"/><Relationship Id="rId11" Type="http://schemas.openxmlformats.org/officeDocument/2006/relationships/image" Target="../media/image39.png"/><Relationship Id="rId53" Type="http://schemas.openxmlformats.org/officeDocument/2006/relationships/image" Target="../media/image1293.png"/><Relationship Id="rId149" Type="http://schemas.openxmlformats.org/officeDocument/2006/relationships/image" Target="../media/image1339.png"/><Relationship Id="rId314" Type="http://schemas.openxmlformats.org/officeDocument/2006/relationships/customXml" Target="../ink/ink1419.xml"/><Relationship Id="rId356" Type="http://schemas.openxmlformats.org/officeDocument/2006/relationships/customXml" Target="../ink/ink1440.xml"/><Relationship Id="rId398" Type="http://schemas.openxmlformats.org/officeDocument/2006/relationships/customXml" Target="../ink/ink1461.xml"/><Relationship Id="rId95" Type="http://schemas.openxmlformats.org/officeDocument/2006/relationships/image" Target="../media/image1313.png"/><Relationship Id="rId160" Type="http://schemas.openxmlformats.org/officeDocument/2006/relationships/customXml" Target="../ink/ink1342.xml"/><Relationship Id="rId216" Type="http://schemas.openxmlformats.org/officeDocument/2006/relationships/customXml" Target="../ink/ink1370.xml"/><Relationship Id="rId423" Type="http://schemas.openxmlformats.org/officeDocument/2006/relationships/image" Target="../media/image1474.png"/><Relationship Id="rId258" Type="http://schemas.openxmlformats.org/officeDocument/2006/relationships/customXml" Target="../ink/ink1391.xml"/><Relationship Id="rId465" Type="http://schemas.openxmlformats.org/officeDocument/2006/relationships/image" Target="../media/image1494.png"/><Relationship Id="rId22" Type="http://schemas.openxmlformats.org/officeDocument/2006/relationships/customXml" Target="../ink/ink1273.xml"/><Relationship Id="rId64" Type="http://schemas.openxmlformats.org/officeDocument/2006/relationships/customXml" Target="../ink/ink1294.xml"/><Relationship Id="rId118" Type="http://schemas.openxmlformats.org/officeDocument/2006/relationships/customXml" Target="../ink/ink1321.xml"/><Relationship Id="rId325" Type="http://schemas.openxmlformats.org/officeDocument/2006/relationships/image" Target="../media/image1425.png"/><Relationship Id="rId367" Type="http://schemas.openxmlformats.org/officeDocument/2006/relationships/image" Target="../media/image1446.png"/><Relationship Id="rId171" Type="http://schemas.openxmlformats.org/officeDocument/2006/relationships/image" Target="../media/image1350.png"/><Relationship Id="rId227" Type="http://schemas.openxmlformats.org/officeDocument/2006/relationships/image" Target="../media/image1377.png"/><Relationship Id="rId269" Type="http://schemas.openxmlformats.org/officeDocument/2006/relationships/image" Target="../media/image1398.png"/><Relationship Id="rId434" Type="http://schemas.openxmlformats.org/officeDocument/2006/relationships/customXml" Target="../ink/ink1479.xml"/><Relationship Id="rId476" Type="http://schemas.openxmlformats.org/officeDocument/2006/relationships/customXml" Target="../ink/ink1500.xml"/><Relationship Id="rId33" Type="http://schemas.openxmlformats.org/officeDocument/2006/relationships/image" Target="../media/image1283.png"/><Relationship Id="rId129" Type="http://schemas.openxmlformats.org/officeDocument/2006/relationships/image" Target="../media/image1329.png"/><Relationship Id="rId280" Type="http://schemas.openxmlformats.org/officeDocument/2006/relationships/customXml" Target="../ink/ink1402.xml"/><Relationship Id="rId336" Type="http://schemas.openxmlformats.org/officeDocument/2006/relationships/customXml" Target="../ink/ink1430.xml"/><Relationship Id="rId501" Type="http://schemas.openxmlformats.org/officeDocument/2006/relationships/image" Target="../media/image1512.png"/><Relationship Id="rId75" Type="http://schemas.openxmlformats.org/officeDocument/2006/relationships/image" Target="../media/image1304.png"/><Relationship Id="rId140" Type="http://schemas.openxmlformats.org/officeDocument/2006/relationships/customXml" Target="../ink/ink1332.xml"/><Relationship Id="rId182" Type="http://schemas.openxmlformats.org/officeDocument/2006/relationships/customXml" Target="../ink/ink1353.xml"/><Relationship Id="rId378" Type="http://schemas.openxmlformats.org/officeDocument/2006/relationships/customXml" Target="../ink/ink1451.xml"/><Relationship Id="rId403" Type="http://schemas.openxmlformats.org/officeDocument/2006/relationships/image" Target="../media/image1464.png"/><Relationship Id="rId6" Type="http://schemas.openxmlformats.org/officeDocument/2006/relationships/customXml" Target="../ink/ink1265.xml"/><Relationship Id="rId238" Type="http://schemas.openxmlformats.org/officeDocument/2006/relationships/customXml" Target="../ink/ink1381.xml"/><Relationship Id="rId445" Type="http://schemas.openxmlformats.org/officeDocument/2006/relationships/image" Target="../media/image1485.png"/><Relationship Id="rId487" Type="http://schemas.openxmlformats.org/officeDocument/2006/relationships/image" Target="../media/image1505.png"/><Relationship Id="rId291" Type="http://schemas.openxmlformats.org/officeDocument/2006/relationships/image" Target="../media/image1408.png"/><Relationship Id="rId305" Type="http://schemas.openxmlformats.org/officeDocument/2006/relationships/image" Target="../media/image1415.png"/><Relationship Id="rId347" Type="http://schemas.openxmlformats.org/officeDocument/2006/relationships/image" Target="../media/image1436.png"/><Relationship Id="rId512" Type="http://schemas.openxmlformats.org/officeDocument/2006/relationships/customXml" Target="../ink/ink1518.xml"/><Relationship Id="rId44" Type="http://schemas.openxmlformats.org/officeDocument/2006/relationships/customXml" Target="../ink/ink1284.xml"/><Relationship Id="rId86" Type="http://schemas.openxmlformats.org/officeDocument/2006/relationships/customXml" Target="../ink/ink1305.xml"/><Relationship Id="rId151" Type="http://schemas.openxmlformats.org/officeDocument/2006/relationships/image" Target="../media/image1340.png"/><Relationship Id="rId389" Type="http://schemas.openxmlformats.org/officeDocument/2006/relationships/image" Target="../media/image1457.png"/><Relationship Id="rId193" Type="http://schemas.openxmlformats.org/officeDocument/2006/relationships/image" Target="../media/image1361.png"/><Relationship Id="rId207" Type="http://schemas.openxmlformats.org/officeDocument/2006/relationships/image" Target="../media/image126.png"/><Relationship Id="rId249" Type="http://schemas.openxmlformats.org/officeDocument/2006/relationships/image" Target="../media/image1388.png"/><Relationship Id="rId414" Type="http://schemas.openxmlformats.org/officeDocument/2006/relationships/customXml" Target="../ink/ink1469.xml"/><Relationship Id="rId456" Type="http://schemas.openxmlformats.org/officeDocument/2006/relationships/customXml" Target="../ink/ink1490.xml"/><Relationship Id="rId498" Type="http://schemas.openxmlformats.org/officeDocument/2006/relationships/customXml" Target="../ink/ink1511.xml"/><Relationship Id="rId13" Type="http://schemas.openxmlformats.org/officeDocument/2006/relationships/image" Target="../media/image1273.png"/><Relationship Id="rId109" Type="http://schemas.openxmlformats.org/officeDocument/2006/relationships/image" Target="../media/image1320.png"/><Relationship Id="rId260" Type="http://schemas.openxmlformats.org/officeDocument/2006/relationships/customXml" Target="../ink/ink1392.xml"/><Relationship Id="rId316" Type="http://schemas.openxmlformats.org/officeDocument/2006/relationships/customXml" Target="../ink/ink1420.xml"/><Relationship Id="rId55" Type="http://schemas.openxmlformats.org/officeDocument/2006/relationships/image" Target="../media/image1294.png"/><Relationship Id="rId97" Type="http://schemas.openxmlformats.org/officeDocument/2006/relationships/image" Target="../media/image1314.png"/><Relationship Id="rId120" Type="http://schemas.openxmlformats.org/officeDocument/2006/relationships/customXml" Target="../ink/ink1322.xml"/><Relationship Id="rId358" Type="http://schemas.openxmlformats.org/officeDocument/2006/relationships/customXml" Target="../ink/ink1441.xml"/><Relationship Id="rId162" Type="http://schemas.openxmlformats.org/officeDocument/2006/relationships/customXml" Target="../ink/ink1343.xml"/><Relationship Id="rId218" Type="http://schemas.openxmlformats.org/officeDocument/2006/relationships/customXml" Target="../ink/ink1371.xml"/><Relationship Id="rId425" Type="http://schemas.openxmlformats.org/officeDocument/2006/relationships/image" Target="../media/image1475.png"/><Relationship Id="rId467" Type="http://schemas.openxmlformats.org/officeDocument/2006/relationships/image" Target="../media/image1495.png"/><Relationship Id="rId271" Type="http://schemas.openxmlformats.org/officeDocument/2006/relationships/image" Target="../media/image73.png"/><Relationship Id="rId24" Type="http://schemas.openxmlformats.org/officeDocument/2006/relationships/customXml" Target="../ink/ink1274.xml"/><Relationship Id="rId66" Type="http://schemas.openxmlformats.org/officeDocument/2006/relationships/customXml" Target="../ink/ink1295.xml"/><Relationship Id="rId131" Type="http://schemas.openxmlformats.org/officeDocument/2006/relationships/image" Target="../media/image1330.png"/><Relationship Id="rId327" Type="http://schemas.openxmlformats.org/officeDocument/2006/relationships/image" Target="../media/image1426.png"/><Relationship Id="rId369" Type="http://schemas.openxmlformats.org/officeDocument/2006/relationships/image" Target="../media/image1447.png"/><Relationship Id="rId173" Type="http://schemas.openxmlformats.org/officeDocument/2006/relationships/image" Target="../media/image1351.png"/><Relationship Id="rId229" Type="http://schemas.openxmlformats.org/officeDocument/2006/relationships/image" Target="../media/image1378.png"/><Relationship Id="rId380" Type="http://schemas.openxmlformats.org/officeDocument/2006/relationships/customXml" Target="../ink/ink1452.xml"/><Relationship Id="rId436" Type="http://schemas.openxmlformats.org/officeDocument/2006/relationships/customXml" Target="../ink/ink1480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30.xml"/><Relationship Id="rId117" Type="http://schemas.openxmlformats.org/officeDocument/2006/relationships/image" Target="../media/image1574.png"/><Relationship Id="rId21" Type="http://schemas.openxmlformats.org/officeDocument/2006/relationships/image" Target="../media/image1529.png"/><Relationship Id="rId42" Type="http://schemas.openxmlformats.org/officeDocument/2006/relationships/customXml" Target="../ink/ink1538.xml"/><Relationship Id="rId47" Type="http://schemas.openxmlformats.org/officeDocument/2006/relationships/image" Target="../media/image1542.png"/><Relationship Id="rId63" Type="http://schemas.openxmlformats.org/officeDocument/2006/relationships/image" Target="../media/image1549.png"/><Relationship Id="rId68" Type="http://schemas.openxmlformats.org/officeDocument/2006/relationships/customXml" Target="../ink/ink1551.xml"/><Relationship Id="rId84" Type="http://schemas.openxmlformats.org/officeDocument/2006/relationships/customXml" Target="../ink/ink1559.xml"/><Relationship Id="rId89" Type="http://schemas.openxmlformats.org/officeDocument/2006/relationships/image" Target="../media/image1560.png"/><Relationship Id="rId112" Type="http://schemas.openxmlformats.org/officeDocument/2006/relationships/customXml" Target="../ink/ink1573.xml"/><Relationship Id="rId133" Type="http://schemas.openxmlformats.org/officeDocument/2006/relationships/customXml" Target="../ink/ink1584.xml"/><Relationship Id="rId138" Type="http://schemas.openxmlformats.org/officeDocument/2006/relationships/image" Target="../media/image1585.png"/><Relationship Id="rId154" Type="http://schemas.openxmlformats.org/officeDocument/2006/relationships/image" Target="../media/image1593.png"/><Relationship Id="rId159" Type="http://schemas.openxmlformats.org/officeDocument/2006/relationships/customXml" Target="../ink/ink1596.xml"/><Relationship Id="rId175" Type="http://schemas.openxmlformats.org/officeDocument/2006/relationships/customXml" Target="../ink/ink1604.xml"/><Relationship Id="rId170" Type="http://schemas.openxmlformats.org/officeDocument/2006/relationships/image" Target="../media/image1601.png"/><Relationship Id="rId16" Type="http://schemas.openxmlformats.org/officeDocument/2006/relationships/customXml" Target="../ink/ink1525.xml"/><Relationship Id="rId107" Type="http://schemas.openxmlformats.org/officeDocument/2006/relationships/image" Target="../media/image1569.png"/><Relationship Id="rId11" Type="http://schemas.openxmlformats.org/officeDocument/2006/relationships/image" Target="../media/image1524.png"/><Relationship Id="rId32" Type="http://schemas.openxmlformats.org/officeDocument/2006/relationships/customXml" Target="../ink/ink1533.xml"/><Relationship Id="rId37" Type="http://schemas.openxmlformats.org/officeDocument/2006/relationships/image" Target="../media/image1537.png"/><Relationship Id="rId53" Type="http://schemas.openxmlformats.org/officeDocument/2006/relationships/image" Target="../media/image1545.png"/><Relationship Id="rId58" Type="http://schemas.openxmlformats.org/officeDocument/2006/relationships/customXml" Target="../ink/ink1546.xml"/><Relationship Id="rId74" Type="http://schemas.openxmlformats.org/officeDocument/2006/relationships/customXml" Target="../ink/ink1554.xml"/><Relationship Id="rId79" Type="http://schemas.openxmlformats.org/officeDocument/2006/relationships/image" Target="../media/image1557.png"/><Relationship Id="rId102" Type="http://schemas.openxmlformats.org/officeDocument/2006/relationships/customXml" Target="../ink/ink1568.xml"/><Relationship Id="rId123" Type="http://schemas.openxmlformats.org/officeDocument/2006/relationships/image" Target="../media/image1577.png"/><Relationship Id="rId128" Type="http://schemas.openxmlformats.org/officeDocument/2006/relationships/image" Target="../media/image1579.png"/><Relationship Id="rId144" Type="http://schemas.openxmlformats.org/officeDocument/2006/relationships/image" Target="../media/image1588.png"/><Relationship Id="rId149" Type="http://schemas.openxmlformats.org/officeDocument/2006/relationships/customXml" Target="../ink/ink1591.xml"/><Relationship Id="rId5" Type="http://schemas.openxmlformats.org/officeDocument/2006/relationships/image" Target="../media/image1521.png"/><Relationship Id="rId90" Type="http://schemas.openxmlformats.org/officeDocument/2006/relationships/customXml" Target="../ink/ink1562.xml"/><Relationship Id="rId95" Type="http://schemas.openxmlformats.org/officeDocument/2006/relationships/image" Target="../media/image1563.png"/><Relationship Id="rId160" Type="http://schemas.openxmlformats.org/officeDocument/2006/relationships/image" Target="../media/image1596.png"/><Relationship Id="rId165" Type="http://schemas.openxmlformats.org/officeDocument/2006/relationships/customXml" Target="../ink/ink1599.xml"/><Relationship Id="rId181" Type="http://schemas.openxmlformats.org/officeDocument/2006/relationships/customXml" Target="../ink/ink1607.xml"/><Relationship Id="rId22" Type="http://schemas.openxmlformats.org/officeDocument/2006/relationships/customXml" Target="../ink/ink1528.xml"/><Relationship Id="rId27" Type="http://schemas.openxmlformats.org/officeDocument/2006/relationships/image" Target="../media/image1532.png"/><Relationship Id="rId43" Type="http://schemas.openxmlformats.org/officeDocument/2006/relationships/image" Target="../media/image1540.png"/><Relationship Id="rId48" Type="http://schemas.openxmlformats.org/officeDocument/2006/relationships/customXml" Target="../ink/ink1541.xml"/><Relationship Id="rId64" Type="http://schemas.openxmlformats.org/officeDocument/2006/relationships/customXml" Target="../ink/ink1549.xml"/><Relationship Id="rId69" Type="http://schemas.openxmlformats.org/officeDocument/2006/relationships/image" Target="../media/image1552.png"/><Relationship Id="rId113" Type="http://schemas.openxmlformats.org/officeDocument/2006/relationships/image" Target="../media/image1572.png"/><Relationship Id="rId118" Type="http://schemas.openxmlformats.org/officeDocument/2006/relationships/customXml" Target="../ink/ink1576.xml"/><Relationship Id="rId134" Type="http://schemas.openxmlformats.org/officeDocument/2006/relationships/image" Target="../media/image1582.png"/><Relationship Id="rId139" Type="http://schemas.openxmlformats.org/officeDocument/2006/relationships/customXml" Target="../ink/ink1586.xml"/><Relationship Id="rId80" Type="http://schemas.openxmlformats.org/officeDocument/2006/relationships/customXml" Target="../ink/ink1557.xml"/><Relationship Id="rId85" Type="http://schemas.openxmlformats.org/officeDocument/2006/relationships/image" Target="../media/image1559.png"/><Relationship Id="rId150" Type="http://schemas.openxmlformats.org/officeDocument/2006/relationships/image" Target="../media/image1591.png"/><Relationship Id="rId155" Type="http://schemas.openxmlformats.org/officeDocument/2006/relationships/customXml" Target="../ink/ink1594.xml"/><Relationship Id="rId171" Type="http://schemas.openxmlformats.org/officeDocument/2006/relationships/customXml" Target="../ink/ink1602.xml"/><Relationship Id="rId176" Type="http://schemas.openxmlformats.org/officeDocument/2006/relationships/image" Target="../media/image1604.png"/><Relationship Id="rId12" Type="http://schemas.openxmlformats.org/officeDocument/2006/relationships/customXml" Target="../ink/ink1523.xml"/><Relationship Id="rId17" Type="http://schemas.openxmlformats.org/officeDocument/2006/relationships/image" Target="../media/image1527.png"/><Relationship Id="rId33" Type="http://schemas.openxmlformats.org/officeDocument/2006/relationships/image" Target="../media/image1535.png"/><Relationship Id="rId38" Type="http://schemas.openxmlformats.org/officeDocument/2006/relationships/customXml" Target="../ink/ink1536.xml"/><Relationship Id="rId59" Type="http://schemas.openxmlformats.org/officeDocument/2006/relationships/image" Target="../media/image78.png"/><Relationship Id="rId103" Type="http://schemas.openxmlformats.org/officeDocument/2006/relationships/image" Target="../media/image1567.png"/><Relationship Id="rId108" Type="http://schemas.openxmlformats.org/officeDocument/2006/relationships/customXml" Target="../ink/ink1571.xml"/><Relationship Id="rId124" Type="http://schemas.openxmlformats.org/officeDocument/2006/relationships/customXml" Target="../ink/ink1579.xml"/><Relationship Id="rId129" Type="http://schemas.openxmlformats.org/officeDocument/2006/relationships/customXml" Target="../ink/ink1582.xml"/><Relationship Id="rId54" Type="http://schemas.openxmlformats.org/officeDocument/2006/relationships/customXml" Target="../ink/ink1544.xml"/><Relationship Id="rId70" Type="http://schemas.openxmlformats.org/officeDocument/2006/relationships/customXml" Target="../ink/ink1552.xml"/><Relationship Id="rId75" Type="http://schemas.openxmlformats.org/officeDocument/2006/relationships/image" Target="../media/image1555.png"/><Relationship Id="rId91" Type="http://schemas.openxmlformats.org/officeDocument/2006/relationships/image" Target="../media/image1561.png"/><Relationship Id="rId96" Type="http://schemas.openxmlformats.org/officeDocument/2006/relationships/customXml" Target="../ink/ink1565.xml"/><Relationship Id="rId140" Type="http://schemas.openxmlformats.org/officeDocument/2006/relationships/image" Target="../media/image1586.png"/><Relationship Id="rId145" Type="http://schemas.openxmlformats.org/officeDocument/2006/relationships/customXml" Target="../ink/ink1589.xml"/><Relationship Id="rId161" Type="http://schemas.openxmlformats.org/officeDocument/2006/relationships/customXml" Target="../ink/ink1597.xml"/><Relationship Id="rId166" Type="http://schemas.openxmlformats.org/officeDocument/2006/relationships/image" Target="../media/image1599.png"/><Relationship Id="rId182" Type="http://schemas.openxmlformats.org/officeDocument/2006/relationships/image" Target="../media/image160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20.xml"/><Relationship Id="rId23" Type="http://schemas.openxmlformats.org/officeDocument/2006/relationships/image" Target="../media/image1530.png"/><Relationship Id="rId28" Type="http://schemas.openxmlformats.org/officeDocument/2006/relationships/customXml" Target="../ink/ink1531.xml"/><Relationship Id="rId49" Type="http://schemas.openxmlformats.org/officeDocument/2006/relationships/image" Target="../media/image1543.png"/><Relationship Id="rId114" Type="http://schemas.openxmlformats.org/officeDocument/2006/relationships/customXml" Target="../ink/ink1574.xml"/><Relationship Id="rId119" Type="http://schemas.openxmlformats.org/officeDocument/2006/relationships/image" Target="../media/image1575.png"/><Relationship Id="rId44" Type="http://schemas.openxmlformats.org/officeDocument/2006/relationships/customXml" Target="../ink/ink1539.xml"/><Relationship Id="rId60" Type="http://schemas.openxmlformats.org/officeDocument/2006/relationships/customXml" Target="../ink/ink1547.xml"/><Relationship Id="rId65" Type="http://schemas.openxmlformats.org/officeDocument/2006/relationships/image" Target="../media/image1550.png"/><Relationship Id="rId81" Type="http://schemas.openxmlformats.org/officeDocument/2006/relationships/image" Target="../media/image581.png"/><Relationship Id="rId86" Type="http://schemas.openxmlformats.org/officeDocument/2006/relationships/customXml" Target="../ink/ink1560.xml"/><Relationship Id="rId130" Type="http://schemas.openxmlformats.org/officeDocument/2006/relationships/image" Target="../media/image1580.png"/><Relationship Id="rId135" Type="http://schemas.openxmlformats.org/officeDocument/2006/relationships/customXml" Target="../ink/ink1585.xml"/><Relationship Id="rId151" Type="http://schemas.openxmlformats.org/officeDocument/2006/relationships/customXml" Target="../ink/ink1592.xml"/><Relationship Id="rId156" Type="http://schemas.openxmlformats.org/officeDocument/2006/relationships/image" Target="../media/image1594.png"/><Relationship Id="rId177" Type="http://schemas.openxmlformats.org/officeDocument/2006/relationships/customXml" Target="../ink/ink1605.xml"/><Relationship Id="rId4" Type="http://schemas.openxmlformats.org/officeDocument/2006/relationships/customXml" Target="../ink/ink1519.xml"/><Relationship Id="rId9" Type="http://schemas.openxmlformats.org/officeDocument/2006/relationships/image" Target="../media/image1523.png"/><Relationship Id="rId172" Type="http://schemas.openxmlformats.org/officeDocument/2006/relationships/image" Target="../media/image1602.png"/><Relationship Id="rId180" Type="http://schemas.openxmlformats.org/officeDocument/2006/relationships/image" Target="../media/image1606.png"/><Relationship Id="rId13" Type="http://schemas.openxmlformats.org/officeDocument/2006/relationships/image" Target="../media/image1525.png"/><Relationship Id="rId18" Type="http://schemas.openxmlformats.org/officeDocument/2006/relationships/customXml" Target="../ink/ink1526.xml"/><Relationship Id="rId39" Type="http://schemas.openxmlformats.org/officeDocument/2006/relationships/image" Target="../media/image1538.png"/><Relationship Id="rId109" Type="http://schemas.openxmlformats.org/officeDocument/2006/relationships/image" Target="../media/image1570.png"/><Relationship Id="rId34" Type="http://schemas.openxmlformats.org/officeDocument/2006/relationships/customXml" Target="../ink/ink1534.xml"/><Relationship Id="rId50" Type="http://schemas.openxmlformats.org/officeDocument/2006/relationships/customXml" Target="../ink/ink1542.xml"/><Relationship Id="rId55" Type="http://schemas.openxmlformats.org/officeDocument/2006/relationships/image" Target="../media/image1546.png"/><Relationship Id="rId76" Type="http://schemas.openxmlformats.org/officeDocument/2006/relationships/customXml" Target="../ink/ink1555.xml"/><Relationship Id="rId97" Type="http://schemas.openxmlformats.org/officeDocument/2006/relationships/image" Target="../media/image1564.png"/><Relationship Id="rId104" Type="http://schemas.openxmlformats.org/officeDocument/2006/relationships/customXml" Target="../ink/ink1569.xml"/><Relationship Id="rId120" Type="http://schemas.openxmlformats.org/officeDocument/2006/relationships/customXml" Target="../ink/ink1577.xml"/><Relationship Id="rId125" Type="http://schemas.openxmlformats.org/officeDocument/2006/relationships/image" Target="../media/image1578.png"/><Relationship Id="rId141" Type="http://schemas.openxmlformats.org/officeDocument/2006/relationships/customXml" Target="../ink/ink1587.xml"/><Relationship Id="rId146" Type="http://schemas.openxmlformats.org/officeDocument/2006/relationships/image" Target="../media/image1589.png"/><Relationship Id="rId167" Type="http://schemas.openxmlformats.org/officeDocument/2006/relationships/customXml" Target="../ink/ink1600.xml"/><Relationship Id="rId7" Type="http://schemas.openxmlformats.org/officeDocument/2006/relationships/image" Target="../media/image1522.png"/><Relationship Id="rId71" Type="http://schemas.openxmlformats.org/officeDocument/2006/relationships/image" Target="../media/image1553.png"/><Relationship Id="rId92" Type="http://schemas.openxmlformats.org/officeDocument/2006/relationships/customXml" Target="../ink/ink1563.xml"/><Relationship Id="rId162" Type="http://schemas.openxmlformats.org/officeDocument/2006/relationships/image" Target="../media/image1597.png"/><Relationship Id="rId183" Type="http://schemas.openxmlformats.org/officeDocument/2006/relationships/customXml" Target="../ink/ink1608.xml"/><Relationship Id="rId2" Type="http://schemas.openxmlformats.org/officeDocument/2006/relationships/image" Target="../media/image1519.png"/><Relationship Id="rId29" Type="http://schemas.openxmlformats.org/officeDocument/2006/relationships/image" Target="../media/image1533.png"/><Relationship Id="rId24" Type="http://schemas.openxmlformats.org/officeDocument/2006/relationships/customXml" Target="../ink/ink1529.xml"/><Relationship Id="rId40" Type="http://schemas.openxmlformats.org/officeDocument/2006/relationships/customXml" Target="../ink/ink1537.xml"/><Relationship Id="rId45" Type="http://schemas.openxmlformats.org/officeDocument/2006/relationships/image" Target="../media/image1541.png"/><Relationship Id="rId66" Type="http://schemas.openxmlformats.org/officeDocument/2006/relationships/customXml" Target="../ink/ink1550.xml"/><Relationship Id="rId87" Type="http://schemas.openxmlformats.org/officeDocument/2006/relationships/image" Target="../media/image492.png"/><Relationship Id="rId110" Type="http://schemas.openxmlformats.org/officeDocument/2006/relationships/customXml" Target="../ink/ink1572.xml"/><Relationship Id="rId115" Type="http://schemas.openxmlformats.org/officeDocument/2006/relationships/image" Target="../media/image1573.png"/><Relationship Id="rId131" Type="http://schemas.openxmlformats.org/officeDocument/2006/relationships/customXml" Target="../ink/ink1583.xml"/><Relationship Id="rId136" Type="http://schemas.openxmlformats.org/officeDocument/2006/relationships/image" Target="../media/image1583.png"/><Relationship Id="rId157" Type="http://schemas.openxmlformats.org/officeDocument/2006/relationships/customXml" Target="../ink/ink1595.xml"/><Relationship Id="rId178" Type="http://schemas.openxmlformats.org/officeDocument/2006/relationships/image" Target="../media/image1605.png"/><Relationship Id="rId61" Type="http://schemas.openxmlformats.org/officeDocument/2006/relationships/image" Target="../media/image1548.png"/><Relationship Id="rId82" Type="http://schemas.openxmlformats.org/officeDocument/2006/relationships/customXml" Target="../ink/ink1558.xml"/><Relationship Id="rId152" Type="http://schemas.openxmlformats.org/officeDocument/2006/relationships/image" Target="../media/image1592.png"/><Relationship Id="rId173" Type="http://schemas.openxmlformats.org/officeDocument/2006/relationships/customXml" Target="../ink/ink1603.xml"/><Relationship Id="rId19" Type="http://schemas.openxmlformats.org/officeDocument/2006/relationships/image" Target="../media/image1528.png"/><Relationship Id="rId14" Type="http://schemas.openxmlformats.org/officeDocument/2006/relationships/customXml" Target="../ink/ink1524.xml"/><Relationship Id="rId30" Type="http://schemas.openxmlformats.org/officeDocument/2006/relationships/customXml" Target="../ink/ink1532.xml"/><Relationship Id="rId35" Type="http://schemas.openxmlformats.org/officeDocument/2006/relationships/image" Target="../media/image1536.png"/><Relationship Id="rId56" Type="http://schemas.openxmlformats.org/officeDocument/2006/relationships/customXml" Target="../ink/ink1545.xml"/><Relationship Id="rId77" Type="http://schemas.openxmlformats.org/officeDocument/2006/relationships/image" Target="../media/image1556.png"/><Relationship Id="rId100" Type="http://schemas.openxmlformats.org/officeDocument/2006/relationships/customXml" Target="../ink/ink1567.xml"/><Relationship Id="rId105" Type="http://schemas.openxmlformats.org/officeDocument/2006/relationships/image" Target="../media/image1568.png"/><Relationship Id="rId126" Type="http://schemas.openxmlformats.org/officeDocument/2006/relationships/customXml" Target="../ink/ink1580.xml"/><Relationship Id="rId147" Type="http://schemas.openxmlformats.org/officeDocument/2006/relationships/customXml" Target="../ink/ink1590.xml"/><Relationship Id="rId168" Type="http://schemas.openxmlformats.org/officeDocument/2006/relationships/image" Target="../media/image1600.png"/><Relationship Id="rId8" Type="http://schemas.openxmlformats.org/officeDocument/2006/relationships/customXml" Target="../ink/ink1521.xml"/><Relationship Id="rId51" Type="http://schemas.openxmlformats.org/officeDocument/2006/relationships/image" Target="../media/image1544.png"/><Relationship Id="rId72" Type="http://schemas.openxmlformats.org/officeDocument/2006/relationships/customXml" Target="../ink/ink1553.xml"/><Relationship Id="rId93" Type="http://schemas.openxmlformats.org/officeDocument/2006/relationships/image" Target="../media/image1562.png"/><Relationship Id="rId98" Type="http://schemas.openxmlformats.org/officeDocument/2006/relationships/customXml" Target="../ink/ink1566.xml"/><Relationship Id="rId121" Type="http://schemas.openxmlformats.org/officeDocument/2006/relationships/image" Target="../media/image1576.png"/><Relationship Id="rId142" Type="http://schemas.openxmlformats.org/officeDocument/2006/relationships/image" Target="../media/image1587.png"/><Relationship Id="rId163" Type="http://schemas.openxmlformats.org/officeDocument/2006/relationships/customXml" Target="../ink/ink1598.xml"/><Relationship Id="rId184" Type="http://schemas.openxmlformats.org/officeDocument/2006/relationships/image" Target="../media/image1608.png"/><Relationship Id="rId3" Type="http://schemas.openxmlformats.org/officeDocument/2006/relationships/image" Target="../media/image1520.png"/><Relationship Id="rId25" Type="http://schemas.openxmlformats.org/officeDocument/2006/relationships/image" Target="../media/image1531.png"/><Relationship Id="rId46" Type="http://schemas.openxmlformats.org/officeDocument/2006/relationships/customXml" Target="../ink/ink1540.xml"/><Relationship Id="rId67" Type="http://schemas.openxmlformats.org/officeDocument/2006/relationships/image" Target="../media/image1551.png"/><Relationship Id="rId116" Type="http://schemas.openxmlformats.org/officeDocument/2006/relationships/customXml" Target="../ink/ink1575.xml"/><Relationship Id="rId137" Type="http://schemas.openxmlformats.org/officeDocument/2006/relationships/image" Target="../media/image1584.png"/><Relationship Id="rId158" Type="http://schemas.openxmlformats.org/officeDocument/2006/relationships/image" Target="../media/image1595.png"/><Relationship Id="rId20" Type="http://schemas.openxmlformats.org/officeDocument/2006/relationships/customXml" Target="../ink/ink1527.xml"/><Relationship Id="rId41" Type="http://schemas.openxmlformats.org/officeDocument/2006/relationships/image" Target="../media/image1539.png"/><Relationship Id="rId62" Type="http://schemas.openxmlformats.org/officeDocument/2006/relationships/customXml" Target="../ink/ink1548.xml"/><Relationship Id="rId83" Type="http://schemas.openxmlformats.org/officeDocument/2006/relationships/image" Target="../media/image1558.png"/><Relationship Id="rId88" Type="http://schemas.openxmlformats.org/officeDocument/2006/relationships/customXml" Target="../ink/ink1561.xml"/><Relationship Id="rId111" Type="http://schemas.openxmlformats.org/officeDocument/2006/relationships/image" Target="../media/image1571.png"/><Relationship Id="rId132" Type="http://schemas.openxmlformats.org/officeDocument/2006/relationships/image" Target="../media/image1581.png"/><Relationship Id="rId153" Type="http://schemas.openxmlformats.org/officeDocument/2006/relationships/customXml" Target="../ink/ink1593.xml"/><Relationship Id="rId174" Type="http://schemas.openxmlformats.org/officeDocument/2006/relationships/image" Target="../media/image1603.png"/><Relationship Id="rId179" Type="http://schemas.openxmlformats.org/officeDocument/2006/relationships/customXml" Target="../ink/ink1606.xml"/><Relationship Id="rId15" Type="http://schemas.openxmlformats.org/officeDocument/2006/relationships/image" Target="../media/image1526.png"/><Relationship Id="rId36" Type="http://schemas.openxmlformats.org/officeDocument/2006/relationships/customXml" Target="../ink/ink1535.xml"/><Relationship Id="rId57" Type="http://schemas.openxmlformats.org/officeDocument/2006/relationships/image" Target="../media/image1547.png"/><Relationship Id="rId106" Type="http://schemas.openxmlformats.org/officeDocument/2006/relationships/customXml" Target="../ink/ink1570.xml"/><Relationship Id="rId127" Type="http://schemas.openxmlformats.org/officeDocument/2006/relationships/customXml" Target="../ink/ink1581.xml"/><Relationship Id="rId10" Type="http://schemas.openxmlformats.org/officeDocument/2006/relationships/customXml" Target="../ink/ink1522.xml"/><Relationship Id="rId31" Type="http://schemas.openxmlformats.org/officeDocument/2006/relationships/image" Target="../media/image1534.png"/><Relationship Id="rId52" Type="http://schemas.openxmlformats.org/officeDocument/2006/relationships/customXml" Target="../ink/ink1543.xml"/><Relationship Id="rId73" Type="http://schemas.openxmlformats.org/officeDocument/2006/relationships/image" Target="../media/image1554.png"/><Relationship Id="rId78" Type="http://schemas.openxmlformats.org/officeDocument/2006/relationships/customXml" Target="../ink/ink1556.xml"/><Relationship Id="rId94" Type="http://schemas.openxmlformats.org/officeDocument/2006/relationships/customXml" Target="../ink/ink1564.xml"/><Relationship Id="rId99" Type="http://schemas.openxmlformats.org/officeDocument/2006/relationships/image" Target="../media/image1565.png"/><Relationship Id="rId101" Type="http://schemas.openxmlformats.org/officeDocument/2006/relationships/image" Target="../media/image1566.png"/><Relationship Id="rId122" Type="http://schemas.openxmlformats.org/officeDocument/2006/relationships/customXml" Target="../ink/ink1578.xml"/><Relationship Id="rId143" Type="http://schemas.openxmlformats.org/officeDocument/2006/relationships/customXml" Target="../ink/ink1588.xml"/><Relationship Id="rId148" Type="http://schemas.openxmlformats.org/officeDocument/2006/relationships/image" Target="../media/image1590.png"/><Relationship Id="rId164" Type="http://schemas.openxmlformats.org/officeDocument/2006/relationships/image" Target="../media/image1598.png"/><Relationship Id="rId169" Type="http://schemas.openxmlformats.org/officeDocument/2006/relationships/customXml" Target="../ink/ink1601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64.png"/><Relationship Id="rId299" Type="http://schemas.openxmlformats.org/officeDocument/2006/relationships/image" Target="../media/image1754.png"/><Relationship Id="rId21" Type="http://schemas.openxmlformats.org/officeDocument/2006/relationships/image" Target="../media/image1618.png"/><Relationship Id="rId63" Type="http://schemas.openxmlformats.org/officeDocument/2006/relationships/image" Target="../media/image1639.png"/><Relationship Id="rId159" Type="http://schemas.openxmlformats.org/officeDocument/2006/relationships/image" Target="../media/image1684.png"/><Relationship Id="rId324" Type="http://schemas.openxmlformats.org/officeDocument/2006/relationships/customXml" Target="../ink/ink1770.xml"/><Relationship Id="rId366" Type="http://schemas.openxmlformats.org/officeDocument/2006/relationships/customXml" Target="../ink/ink1791.xml"/><Relationship Id="rId170" Type="http://schemas.openxmlformats.org/officeDocument/2006/relationships/customXml" Target="../ink/ink1693.xml"/><Relationship Id="rId226" Type="http://schemas.openxmlformats.org/officeDocument/2006/relationships/customXml" Target="../ink/ink1721.xml"/><Relationship Id="rId433" Type="http://schemas.openxmlformats.org/officeDocument/2006/relationships/image" Target="../media/image1820.png"/><Relationship Id="rId268" Type="http://schemas.openxmlformats.org/officeDocument/2006/relationships/customXml" Target="../ink/ink1742.xml"/><Relationship Id="rId475" Type="http://schemas.openxmlformats.org/officeDocument/2006/relationships/image" Target="../media/image1840.png"/><Relationship Id="rId32" Type="http://schemas.openxmlformats.org/officeDocument/2006/relationships/customXml" Target="../ink/ink1624.xml"/><Relationship Id="rId74" Type="http://schemas.openxmlformats.org/officeDocument/2006/relationships/customXml" Target="../ink/ink1645.xml"/><Relationship Id="rId128" Type="http://schemas.openxmlformats.org/officeDocument/2006/relationships/customXml" Target="../ink/ink1672.xml"/><Relationship Id="rId335" Type="http://schemas.openxmlformats.org/officeDocument/2006/relationships/image" Target="../media/image1772.png"/><Relationship Id="rId377" Type="http://schemas.openxmlformats.org/officeDocument/2006/relationships/image" Target="../media/image1793.png"/><Relationship Id="rId500" Type="http://schemas.openxmlformats.org/officeDocument/2006/relationships/customXml" Target="../ink/ink1858.xml"/><Relationship Id="rId5" Type="http://schemas.openxmlformats.org/officeDocument/2006/relationships/image" Target="../media/image1610.png"/><Relationship Id="rId181" Type="http://schemas.openxmlformats.org/officeDocument/2006/relationships/image" Target="../media/image1695.png"/><Relationship Id="rId237" Type="http://schemas.openxmlformats.org/officeDocument/2006/relationships/image" Target="../media/image1723.png"/><Relationship Id="rId402" Type="http://schemas.openxmlformats.org/officeDocument/2006/relationships/customXml" Target="../ink/ink1809.xml"/><Relationship Id="rId279" Type="http://schemas.openxmlformats.org/officeDocument/2006/relationships/image" Target="../media/image1744.png"/><Relationship Id="rId444" Type="http://schemas.openxmlformats.org/officeDocument/2006/relationships/customXml" Target="../ink/ink1830.xml"/><Relationship Id="rId486" Type="http://schemas.openxmlformats.org/officeDocument/2006/relationships/customXml" Target="../ink/ink1851.xml"/><Relationship Id="rId43" Type="http://schemas.openxmlformats.org/officeDocument/2006/relationships/image" Target="../media/image1629.png"/><Relationship Id="rId139" Type="http://schemas.openxmlformats.org/officeDocument/2006/relationships/image" Target="../media/image1674.png"/><Relationship Id="rId290" Type="http://schemas.openxmlformats.org/officeDocument/2006/relationships/customXml" Target="../ink/ink1753.xml"/><Relationship Id="rId304" Type="http://schemas.openxmlformats.org/officeDocument/2006/relationships/customXml" Target="../ink/ink1760.xml"/><Relationship Id="rId346" Type="http://schemas.openxmlformats.org/officeDocument/2006/relationships/customXml" Target="../ink/ink1781.xml"/><Relationship Id="rId388" Type="http://schemas.openxmlformats.org/officeDocument/2006/relationships/customXml" Target="../ink/ink1802.xml"/><Relationship Id="rId511" Type="http://schemas.openxmlformats.org/officeDocument/2006/relationships/image" Target="../media/image1858.png"/><Relationship Id="rId85" Type="http://schemas.openxmlformats.org/officeDocument/2006/relationships/image" Target="../media/image899.png"/><Relationship Id="rId150" Type="http://schemas.openxmlformats.org/officeDocument/2006/relationships/customXml" Target="../ink/ink1683.xml"/><Relationship Id="rId192" Type="http://schemas.openxmlformats.org/officeDocument/2006/relationships/customXml" Target="../ink/ink1704.xml"/><Relationship Id="rId206" Type="http://schemas.openxmlformats.org/officeDocument/2006/relationships/customXml" Target="../ink/ink1711.xml"/><Relationship Id="rId413" Type="http://schemas.openxmlformats.org/officeDocument/2006/relationships/image" Target="../media/image1811.png"/><Relationship Id="rId248" Type="http://schemas.openxmlformats.org/officeDocument/2006/relationships/customXml" Target="../ink/ink1732.xml"/><Relationship Id="rId455" Type="http://schemas.openxmlformats.org/officeDocument/2006/relationships/image" Target="../media/image1831.png"/><Relationship Id="rId497" Type="http://schemas.openxmlformats.org/officeDocument/2006/relationships/image" Target="../media/image1851.png"/><Relationship Id="rId12" Type="http://schemas.openxmlformats.org/officeDocument/2006/relationships/customXml" Target="../ink/ink1614.xml"/><Relationship Id="rId108" Type="http://schemas.openxmlformats.org/officeDocument/2006/relationships/customXml" Target="../ink/ink1662.xml"/><Relationship Id="rId315" Type="http://schemas.openxmlformats.org/officeDocument/2006/relationships/image" Target="../media/image1762.png"/><Relationship Id="rId357" Type="http://schemas.openxmlformats.org/officeDocument/2006/relationships/image" Target="../media/image1783.png"/><Relationship Id="rId522" Type="http://schemas.openxmlformats.org/officeDocument/2006/relationships/customXml" Target="../ink/ink1869.xml"/><Relationship Id="rId54" Type="http://schemas.openxmlformats.org/officeDocument/2006/relationships/customXml" Target="../ink/ink1635.xml"/><Relationship Id="rId96" Type="http://schemas.openxmlformats.org/officeDocument/2006/relationships/customXml" Target="../ink/ink1656.xml"/><Relationship Id="rId161" Type="http://schemas.openxmlformats.org/officeDocument/2006/relationships/image" Target="../media/image1685.png"/><Relationship Id="rId217" Type="http://schemas.openxmlformats.org/officeDocument/2006/relationships/image" Target="../media/image1713.png"/><Relationship Id="rId399" Type="http://schemas.openxmlformats.org/officeDocument/2006/relationships/image" Target="../media/image1804.png"/><Relationship Id="rId259" Type="http://schemas.openxmlformats.org/officeDocument/2006/relationships/image" Target="../media/image1734.png"/><Relationship Id="rId424" Type="http://schemas.openxmlformats.org/officeDocument/2006/relationships/customXml" Target="../ink/ink1820.xml"/><Relationship Id="rId466" Type="http://schemas.openxmlformats.org/officeDocument/2006/relationships/customXml" Target="../ink/ink1841.xml"/><Relationship Id="rId23" Type="http://schemas.openxmlformats.org/officeDocument/2006/relationships/image" Target="../media/image1619.png"/><Relationship Id="rId119" Type="http://schemas.openxmlformats.org/officeDocument/2006/relationships/image" Target="../media/image1665.png"/><Relationship Id="rId270" Type="http://schemas.openxmlformats.org/officeDocument/2006/relationships/customXml" Target="../ink/ink1743.xml"/><Relationship Id="rId326" Type="http://schemas.openxmlformats.org/officeDocument/2006/relationships/customXml" Target="../ink/ink1771.xml"/><Relationship Id="rId65" Type="http://schemas.openxmlformats.org/officeDocument/2006/relationships/image" Target="../media/image1640.png"/><Relationship Id="rId130" Type="http://schemas.openxmlformats.org/officeDocument/2006/relationships/customXml" Target="../ink/ink1673.xml"/><Relationship Id="rId368" Type="http://schemas.openxmlformats.org/officeDocument/2006/relationships/customXml" Target="../ink/ink1792.xml"/><Relationship Id="rId172" Type="http://schemas.openxmlformats.org/officeDocument/2006/relationships/customXml" Target="../ink/ink1694.xml"/><Relationship Id="rId228" Type="http://schemas.openxmlformats.org/officeDocument/2006/relationships/customXml" Target="../ink/ink1722.xml"/><Relationship Id="rId435" Type="http://schemas.openxmlformats.org/officeDocument/2006/relationships/image" Target="../media/image1821.png"/><Relationship Id="rId477" Type="http://schemas.openxmlformats.org/officeDocument/2006/relationships/image" Target="../media/image1841.png"/><Relationship Id="rId281" Type="http://schemas.openxmlformats.org/officeDocument/2006/relationships/image" Target="../media/image1745.png"/><Relationship Id="rId337" Type="http://schemas.openxmlformats.org/officeDocument/2006/relationships/image" Target="../media/image1773.png"/><Relationship Id="rId502" Type="http://schemas.openxmlformats.org/officeDocument/2006/relationships/customXml" Target="../ink/ink1859.xml"/><Relationship Id="rId34" Type="http://schemas.openxmlformats.org/officeDocument/2006/relationships/customXml" Target="../ink/ink1625.xml"/><Relationship Id="rId76" Type="http://schemas.openxmlformats.org/officeDocument/2006/relationships/customXml" Target="../ink/ink1646.xml"/><Relationship Id="rId141" Type="http://schemas.openxmlformats.org/officeDocument/2006/relationships/image" Target="../media/image1675.png"/><Relationship Id="rId379" Type="http://schemas.openxmlformats.org/officeDocument/2006/relationships/image" Target="../media/image1794.png"/><Relationship Id="rId7" Type="http://schemas.openxmlformats.org/officeDocument/2006/relationships/image" Target="../media/image1611.png"/><Relationship Id="rId183" Type="http://schemas.openxmlformats.org/officeDocument/2006/relationships/image" Target="../media/image1696.png"/><Relationship Id="rId239" Type="http://schemas.openxmlformats.org/officeDocument/2006/relationships/image" Target="../media/image1724.png"/><Relationship Id="rId390" Type="http://schemas.openxmlformats.org/officeDocument/2006/relationships/customXml" Target="../ink/ink1803.xml"/><Relationship Id="rId404" Type="http://schemas.openxmlformats.org/officeDocument/2006/relationships/customXml" Target="../ink/ink1810.xml"/><Relationship Id="rId446" Type="http://schemas.openxmlformats.org/officeDocument/2006/relationships/customXml" Target="../ink/ink1831.xml"/><Relationship Id="rId250" Type="http://schemas.openxmlformats.org/officeDocument/2006/relationships/customXml" Target="../ink/ink1733.xml"/><Relationship Id="rId292" Type="http://schemas.openxmlformats.org/officeDocument/2006/relationships/customXml" Target="../ink/ink1754.xml"/><Relationship Id="rId306" Type="http://schemas.openxmlformats.org/officeDocument/2006/relationships/customXml" Target="../ink/ink1761.xml"/><Relationship Id="rId488" Type="http://schemas.openxmlformats.org/officeDocument/2006/relationships/customXml" Target="../ink/ink1852.xml"/><Relationship Id="rId45" Type="http://schemas.openxmlformats.org/officeDocument/2006/relationships/image" Target="../media/image1630.png"/><Relationship Id="rId87" Type="http://schemas.openxmlformats.org/officeDocument/2006/relationships/image" Target="../media/image1649.png"/><Relationship Id="rId110" Type="http://schemas.openxmlformats.org/officeDocument/2006/relationships/customXml" Target="../ink/ink1663.xml"/><Relationship Id="rId348" Type="http://schemas.openxmlformats.org/officeDocument/2006/relationships/customXml" Target="../ink/ink1782.xml"/><Relationship Id="rId513" Type="http://schemas.openxmlformats.org/officeDocument/2006/relationships/image" Target="../media/image1859.png"/><Relationship Id="rId152" Type="http://schemas.openxmlformats.org/officeDocument/2006/relationships/customXml" Target="../ink/ink1684.xml"/><Relationship Id="rId194" Type="http://schemas.openxmlformats.org/officeDocument/2006/relationships/customXml" Target="../ink/ink1705.xml"/><Relationship Id="rId208" Type="http://schemas.openxmlformats.org/officeDocument/2006/relationships/customXml" Target="../ink/ink1712.xml"/><Relationship Id="rId415" Type="http://schemas.openxmlformats.org/officeDocument/2006/relationships/image" Target="../media/image1812.png"/><Relationship Id="rId457" Type="http://schemas.openxmlformats.org/officeDocument/2006/relationships/image" Target="../media/image1832.png"/><Relationship Id="rId261" Type="http://schemas.openxmlformats.org/officeDocument/2006/relationships/image" Target="../media/image1735.png"/><Relationship Id="rId499" Type="http://schemas.openxmlformats.org/officeDocument/2006/relationships/image" Target="../media/image1852.png"/><Relationship Id="rId14" Type="http://schemas.openxmlformats.org/officeDocument/2006/relationships/customXml" Target="../ink/ink1615.xml"/><Relationship Id="rId56" Type="http://schemas.openxmlformats.org/officeDocument/2006/relationships/customXml" Target="../ink/ink1636.xml"/><Relationship Id="rId317" Type="http://schemas.openxmlformats.org/officeDocument/2006/relationships/image" Target="../media/image1763.png"/><Relationship Id="rId359" Type="http://schemas.openxmlformats.org/officeDocument/2006/relationships/image" Target="../media/image1784.png"/><Relationship Id="rId524" Type="http://schemas.openxmlformats.org/officeDocument/2006/relationships/customXml" Target="../ink/ink1870.xml"/><Relationship Id="rId8" Type="http://schemas.openxmlformats.org/officeDocument/2006/relationships/customXml" Target="../ink/ink1612.xml"/><Relationship Id="rId98" Type="http://schemas.openxmlformats.org/officeDocument/2006/relationships/customXml" Target="../ink/ink1657.xml"/><Relationship Id="rId121" Type="http://schemas.openxmlformats.org/officeDocument/2006/relationships/image" Target="../media/image1666.png"/><Relationship Id="rId142" Type="http://schemas.openxmlformats.org/officeDocument/2006/relationships/customXml" Target="../ink/ink1679.xml"/><Relationship Id="rId163" Type="http://schemas.openxmlformats.org/officeDocument/2006/relationships/image" Target="../media/image1686.png"/><Relationship Id="rId184" Type="http://schemas.openxmlformats.org/officeDocument/2006/relationships/customXml" Target="../ink/ink1700.xml"/><Relationship Id="rId219" Type="http://schemas.openxmlformats.org/officeDocument/2006/relationships/image" Target="../media/image1714.png"/><Relationship Id="rId370" Type="http://schemas.openxmlformats.org/officeDocument/2006/relationships/customXml" Target="../ink/ink1793.xml"/><Relationship Id="rId391" Type="http://schemas.openxmlformats.org/officeDocument/2006/relationships/image" Target="../media/image1800.png"/><Relationship Id="rId405" Type="http://schemas.openxmlformats.org/officeDocument/2006/relationships/image" Target="../media/image1807.png"/><Relationship Id="rId426" Type="http://schemas.openxmlformats.org/officeDocument/2006/relationships/customXml" Target="../ink/ink1821.xml"/><Relationship Id="rId447" Type="http://schemas.openxmlformats.org/officeDocument/2006/relationships/image" Target="../media/image1827.png"/><Relationship Id="rId230" Type="http://schemas.openxmlformats.org/officeDocument/2006/relationships/customXml" Target="../ink/ink1723.xml"/><Relationship Id="rId251" Type="http://schemas.openxmlformats.org/officeDocument/2006/relationships/image" Target="../media/image1730.png"/><Relationship Id="rId468" Type="http://schemas.openxmlformats.org/officeDocument/2006/relationships/customXml" Target="../ink/ink1842.xml"/><Relationship Id="rId489" Type="http://schemas.openxmlformats.org/officeDocument/2006/relationships/image" Target="../media/image1847.png"/><Relationship Id="rId25" Type="http://schemas.openxmlformats.org/officeDocument/2006/relationships/image" Target="../media/image1620.png"/><Relationship Id="rId46" Type="http://schemas.openxmlformats.org/officeDocument/2006/relationships/customXml" Target="../ink/ink1631.xml"/><Relationship Id="rId67" Type="http://schemas.openxmlformats.org/officeDocument/2006/relationships/image" Target="../media/image1641.png"/><Relationship Id="rId272" Type="http://schemas.openxmlformats.org/officeDocument/2006/relationships/customXml" Target="../ink/ink1744.xml"/><Relationship Id="rId293" Type="http://schemas.openxmlformats.org/officeDocument/2006/relationships/image" Target="../media/image1751.png"/><Relationship Id="rId307" Type="http://schemas.openxmlformats.org/officeDocument/2006/relationships/image" Target="../media/image1758.png"/><Relationship Id="rId328" Type="http://schemas.openxmlformats.org/officeDocument/2006/relationships/customXml" Target="../ink/ink1772.xml"/><Relationship Id="rId349" Type="http://schemas.openxmlformats.org/officeDocument/2006/relationships/image" Target="../media/image1779.png"/><Relationship Id="rId514" Type="http://schemas.openxmlformats.org/officeDocument/2006/relationships/customXml" Target="../ink/ink1865.xml"/><Relationship Id="rId88" Type="http://schemas.openxmlformats.org/officeDocument/2006/relationships/customXml" Target="../ink/ink1652.xml"/><Relationship Id="rId111" Type="http://schemas.openxmlformats.org/officeDocument/2006/relationships/image" Target="../media/image1661.png"/><Relationship Id="rId132" Type="http://schemas.openxmlformats.org/officeDocument/2006/relationships/customXml" Target="../ink/ink1674.xml"/><Relationship Id="rId153" Type="http://schemas.openxmlformats.org/officeDocument/2006/relationships/image" Target="../media/image1681.png"/><Relationship Id="rId174" Type="http://schemas.openxmlformats.org/officeDocument/2006/relationships/customXml" Target="../ink/ink1695.xml"/><Relationship Id="rId195" Type="http://schemas.openxmlformats.org/officeDocument/2006/relationships/image" Target="../media/image1702.png"/><Relationship Id="rId209" Type="http://schemas.openxmlformats.org/officeDocument/2006/relationships/image" Target="../media/image1709.png"/><Relationship Id="rId360" Type="http://schemas.openxmlformats.org/officeDocument/2006/relationships/customXml" Target="../ink/ink1788.xml"/><Relationship Id="rId381" Type="http://schemas.openxmlformats.org/officeDocument/2006/relationships/image" Target="../media/image1795.png"/><Relationship Id="rId416" Type="http://schemas.openxmlformats.org/officeDocument/2006/relationships/customXml" Target="../ink/ink1816.xml"/><Relationship Id="rId220" Type="http://schemas.openxmlformats.org/officeDocument/2006/relationships/customXml" Target="../ink/ink1718.xml"/><Relationship Id="rId241" Type="http://schemas.openxmlformats.org/officeDocument/2006/relationships/image" Target="../media/image1725.png"/><Relationship Id="rId437" Type="http://schemas.openxmlformats.org/officeDocument/2006/relationships/image" Target="../media/image1822.png"/><Relationship Id="rId458" Type="http://schemas.openxmlformats.org/officeDocument/2006/relationships/customXml" Target="../ink/ink1837.xml"/><Relationship Id="rId479" Type="http://schemas.openxmlformats.org/officeDocument/2006/relationships/image" Target="../media/image1842.png"/><Relationship Id="rId15" Type="http://schemas.openxmlformats.org/officeDocument/2006/relationships/image" Target="../media/image1615.png"/><Relationship Id="rId36" Type="http://schemas.openxmlformats.org/officeDocument/2006/relationships/customXml" Target="../ink/ink1626.xml"/><Relationship Id="rId57" Type="http://schemas.openxmlformats.org/officeDocument/2006/relationships/image" Target="../media/image1636.png"/><Relationship Id="rId262" Type="http://schemas.openxmlformats.org/officeDocument/2006/relationships/customXml" Target="../ink/ink1739.xml"/><Relationship Id="rId283" Type="http://schemas.openxmlformats.org/officeDocument/2006/relationships/image" Target="../media/image1746.png"/><Relationship Id="rId318" Type="http://schemas.openxmlformats.org/officeDocument/2006/relationships/customXml" Target="../ink/ink1767.xml"/><Relationship Id="rId339" Type="http://schemas.openxmlformats.org/officeDocument/2006/relationships/image" Target="../media/image1774.png"/><Relationship Id="rId490" Type="http://schemas.openxmlformats.org/officeDocument/2006/relationships/customXml" Target="../ink/ink1853.xml"/><Relationship Id="rId504" Type="http://schemas.openxmlformats.org/officeDocument/2006/relationships/customXml" Target="../ink/ink1860.xml"/><Relationship Id="rId525" Type="http://schemas.openxmlformats.org/officeDocument/2006/relationships/image" Target="../media/image1865.png"/><Relationship Id="rId78" Type="http://schemas.openxmlformats.org/officeDocument/2006/relationships/customXml" Target="../ink/ink1647.xml"/><Relationship Id="rId99" Type="http://schemas.openxmlformats.org/officeDocument/2006/relationships/image" Target="../media/image1655.png"/><Relationship Id="rId101" Type="http://schemas.openxmlformats.org/officeDocument/2006/relationships/image" Target="../media/image1656.png"/><Relationship Id="rId122" Type="http://schemas.openxmlformats.org/officeDocument/2006/relationships/customXml" Target="../ink/ink1669.xml"/><Relationship Id="rId143" Type="http://schemas.openxmlformats.org/officeDocument/2006/relationships/image" Target="../media/image1676.png"/><Relationship Id="rId164" Type="http://schemas.openxmlformats.org/officeDocument/2006/relationships/customXml" Target="../ink/ink1690.xml"/><Relationship Id="rId185" Type="http://schemas.openxmlformats.org/officeDocument/2006/relationships/image" Target="../media/image1697.png"/><Relationship Id="rId350" Type="http://schemas.openxmlformats.org/officeDocument/2006/relationships/customXml" Target="../ink/ink1783.xml"/><Relationship Id="rId371" Type="http://schemas.openxmlformats.org/officeDocument/2006/relationships/image" Target="../media/image1790.png"/><Relationship Id="rId406" Type="http://schemas.openxmlformats.org/officeDocument/2006/relationships/customXml" Target="../ink/ink1811.xml"/><Relationship Id="rId9" Type="http://schemas.openxmlformats.org/officeDocument/2006/relationships/image" Target="../media/image1612.png"/><Relationship Id="rId210" Type="http://schemas.openxmlformats.org/officeDocument/2006/relationships/customXml" Target="../ink/ink1713.xml"/><Relationship Id="rId392" Type="http://schemas.openxmlformats.org/officeDocument/2006/relationships/customXml" Target="../ink/ink1804.xml"/><Relationship Id="rId427" Type="http://schemas.openxmlformats.org/officeDocument/2006/relationships/image" Target="../media/image1818.png"/><Relationship Id="rId448" Type="http://schemas.openxmlformats.org/officeDocument/2006/relationships/customXml" Target="../ink/ink1832.xml"/><Relationship Id="rId469" Type="http://schemas.openxmlformats.org/officeDocument/2006/relationships/image" Target="../media/image1837.png"/><Relationship Id="rId26" Type="http://schemas.openxmlformats.org/officeDocument/2006/relationships/customXml" Target="../ink/ink1621.xml"/><Relationship Id="rId231" Type="http://schemas.openxmlformats.org/officeDocument/2006/relationships/image" Target="../media/image1720.png"/><Relationship Id="rId252" Type="http://schemas.openxmlformats.org/officeDocument/2006/relationships/customXml" Target="../ink/ink1734.xml"/><Relationship Id="rId273" Type="http://schemas.openxmlformats.org/officeDocument/2006/relationships/image" Target="../media/image1741.png"/><Relationship Id="rId294" Type="http://schemas.openxmlformats.org/officeDocument/2006/relationships/customXml" Target="../ink/ink1755.xml"/><Relationship Id="rId308" Type="http://schemas.openxmlformats.org/officeDocument/2006/relationships/customXml" Target="../ink/ink1762.xml"/><Relationship Id="rId329" Type="http://schemas.openxmlformats.org/officeDocument/2006/relationships/image" Target="../media/image1769.png"/><Relationship Id="rId480" Type="http://schemas.openxmlformats.org/officeDocument/2006/relationships/customXml" Target="../ink/ink1848.xml"/><Relationship Id="rId515" Type="http://schemas.openxmlformats.org/officeDocument/2006/relationships/image" Target="../media/image1860.png"/><Relationship Id="rId47" Type="http://schemas.openxmlformats.org/officeDocument/2006/relationships/image" Target="../media/image1631.png"/><Relationship Id="rId68" Type="http://schemas.openxmlformats.org/officeDocument/2006/relationships/customXml" Target="../ink/ink1642.xml"/><Relationship Id="rId89" Type="http://schemas.openxmlformats.org/officeDocument/2006/relationships/image" Target="../media/image1650.png"/><Relationship Id="rId112" Type="http://schemas.openxmlformats.org/officeDocument/2006/relationships/customXml" Target="../ink/ink1664.xml"/><Relationship Id="rId133" Type="http://schemas.openxmlformats.org/officeDocument/2006/relationships/image" Target="../media/image1672.png"/><Relationship Id="rId154" Type="http://schemas.openxmlformats.org/officeDocument/2006/relationships/customXml" Target="../ink/ink1685.xml"/><Relationship Id="rId175" Type="http://schemas.openxmlformats.org/officeDocument/2006/relationships/image" Target="../media/image1692.png"/><Relationship Id="rId340" Type="http://schemas.openxmlformats.org/officeDocument/2006/relationships/customXml" Target="../ink/ink1778.xml"/><Relationship Id="rId361" Type="http://schemas.openxmlformats.org/officeDocument/2006/relationships/image" Target="../media/image1785.png"/><Relationship Id="rId196" Type="http://schemas.openxmlformats.org/officeDocument/2006/relationships/customXml" Target="../ink/ink1706.xml"/><Relationship Id="rId200" Type="http://schemas.openxmlformats.org/officeDocument/2006/relationships/customXml" Target="../ink/ink1708.xml"/><Relationship Id="rId382" Type="http://schemas.openxmlformats.org/officeDocument/2006/relationships/customXml" Target="../ink/ink1799.xml"/><Relationship Id="rId417" Type="http://schemas.openxmlformats.org/officeDocument/2006/relationships/image" Target="../media/image1813.png"/><Relationship Id="rId438" Type="http://schemas.openxmlformats.org/officeDocument/2006/relationships/customXml" Target="../ink/ink1827.xml"/><Relationship Id="rId459" Type="http://schemas.openxmlformats.org/officeDocument/2006/relationships/image" Target="../media/image1833.png"/><Relationship Id="rId16" Type="http://schemas.openxmlformats.org/officeDocument/2006/relationships/customXml" Target="../ink/ink1616.xml"/><Relationship Id="rId221" Type="http://schemas.openxmlformats.org/officeDocument/2006/relationships/image" Target="../media/image1715.png"/><Relationship Id="rId242" Type="http://schemas.openxmlformats.org/officeDocument/2006/relationships/customXml" Target="../ink/ink1729.xml"/><Relationship Id="rId263" Type="http://schemas.openxmlformats.org/officeDocument/2006/relationships/image" Target="../media/image1736.png"/><Relationship Id="rId284" Type="http://schemas.openxmlformats.org/officeDocument/2006/relationships/customXml" Target="../ink/ink1750.xml"/><Relationship Id="rId319" Type="http://schemas.openxmlformats.org/officeDocument/2006/relationships/image" Target="../media/image1764.png"/><Relationship Id="rId470" Type="http://schemas.openxmlformats.org/officeDocument/2006/relationships/customXml" Target="../ink/ink1843.xml"/><Relationship Id="rId491" Type="http://schemas.openxmlformats.org/officeDocument/2006/relationships/image" Target="../media/image1848.png"/><Relationship Id="rId505" Type="http://schemas.openxmlformats.org/officeDocument/2006/relationships/image" Target="../media/image1855.png"/><Relationship Id="rId526" Type="http://schemas.openxmlformats.org/officeDocument/2006/relationships/customXml" Target="../ink/ink1871.xml"/><Relationship Id="rId37" Type="http://schemas.openxmlformats.org/officeDocument/2006/relationships/image" Target="../media/image1626.png"/><Relationship Id="rId58" Type="http://schemas.openxmlformats.org/officeDocument/2006/relationships/customXml" Target="../ink/ink1637.xml"/><Relationship Id="rId79" Type="http://schemas.openxmlformats.org/officeDocument/2006/relationships/image" Target="../media/image1646.png"/><Relationship Id="rId102" Type="http://schemas.openxmlformats.org/officeDocument/2006/relationships/customXml" Target="../ink/ink1659.xml"/><Relationship Id="rId123" Type="http://schemas.openxmlformats.org/officeDocument/2006/relationships/image" Target="../media/image1667.png"/><Relationship Id="rId144" Type="http://schemas.openxmlformats.org/officeDocument/2006/relationships/customXml" Target="../ink/ink1680.xml"/><Relationship Id="rId330" Type="http://schemas.openxmlformats.org/officeDocument/2006/relationships/customXml" Target="../ink/ink1773.xml"/><Relationship Id="rId90" Type="http://schemas.openxmlformats.org/officeDocument/2006/relationships/customXml" Target="../ink/ink1653.xml"/><Relationship Id="rId165" Type="http://schemas.openxmlformats.org/officeDocument/2006/relationships/image" Target="../media/image1687.png"/><Relationship Id="rId186" Type="http://schemas.openxmlformats.org/officeDocument/2006/relationships/customXml" Target="../ink/ink1701.xml"/><Relationship Id="rId351" Type="http://schemas.openxmlformats.org/officeDocument/2006/relationships/image" Target="../media/image1780.png"/><Relationship Id="rId372" Type="http://schemas.openxmlformats.org/officeDocument/2006/relationships/customXml" Target="../ink/ink1794.xml"/><Relationship Id="rId393" Type="http://schemas.openxmlformats.org/officeDocument/2006/relationships/image" Target="../media/image1801.png"/><Relationship Id="rId407" Type="http://schemas.openxmlformats.org/officeDocument/2006/relationships/image" Target="../media/image1808.png"/><Relationship Id="rId428" Type="http://schemas.openxmlformats.org/officeDocument/2006/relationships/customXml" Target="../ink/ink1822.xml"/><Relationship Id="rId449" Type="http://schemas.openxmlformats.org/officeDocument/2006/relationships/image" Target="../media/image1828.png"/><Relationship Id="rId211" Type="http://schemas.openxmlformats.org/officeDocument/2006/relationships/image" Target="../media/image1710.png"/><Relationship Id="rId232" Type="http://schemas.openxmlformats.org/officeDocument/2006/relationships/customXml" Target="../ink/ink1724.xml"/><Relationship Id="rId253" Type="http://schemas.openxmlformats.org/officeDocument/2006/relationships/image" Target="../media/image1731.png"/><Relationship Id="rId274" Type="http://schemas.openxmlformats.org/officeDocument/2006/relationships/customXml" Target="../ink/ink1745.xml"/><Relationship Id="rId295" Type="http://schemas.openxmlformats.org/officeDocument/2006/relationships/image" Target="../media/image1752.png"/><Relationship Id="rId309" Type="http://schemas.openxmlformats.org/officeDocument/2006/relationships/image" Target="../media/image1759.png"/><Relationship Id="rId460" Type="http://schemas.openxmlformats.org/officeDocument/2006/relationships/customXml" Target="../ink/ink1838.xml"/><Relationship Id="rId481" Type="http://schemas.openxmlformats.org/officeDocument/2006/relationships/image" Target="../media/image1843.png"/><Relationship Id="rId516" Type="http://schemas.openxmlformats.org/officeDocument/2006/relationships/customXml" Target="../ink/ink1866.xml"/><Relationship Id="rId27" Type="http://schemas.openxmlformats.org/officeDocument/2006/relationships/image" Target="../media/image1621.png"/><Relationship Id="rId48" Type="http://schemas.openxmlformats.org/officeDocument/2006/relationships/customXml" Target="../ink/ink1632.xml"/><Relationship Id="rId69" Type="http://schemas.openxmlformats.org/officeDocument/2006/relationships/image" Target="../media/image1642.png"/><Relationship Id="rId113" Type="http://schemas.openxmlformats.org/officeDocument/2006/relationships/image" Target="../media/image1662.png"/><Relationship Id="rId134" Type="http://schemas.openxmlformats.org/officeDocument/2006/relationships/customXml" Target="../ink/ink1675.xml"/><Relationship Id="rId320" Type="http://schemas.openxmlformats.org/officeDocument/2006/relationships/customXml" Target="../ink/ink1768.xml"/><Relationship Id="rId80" Type="http://schemas.openxmlformats.org/officeDocument/2006/relationships/customXml" Target="../ink/ink1648.xml"/><Relationship Id="rId155" Type="http://schemas.openxmlformats.org/officeDocument/2006/relationships/image" Target="../media/image1682.png"/><Relationship Id="rId176" Type="http://schemas.openxmlformats.org/officeDocument/2006/relationships/customXml" Target="../ink/ink1696.xml"/><Relationship Id="rId197" Type="http://schemas.openxmlformats.org/officeDocument/2006/relationships/image" Target="../media/image1703.png"/><Relationship Id="rId341" Type="http://schemas.openxmlformats.org/officeDocument/2006/relationships/image" Target="../media/image1775.png"/><Relationship Id="rId362" Type="http://schemas.openxmlformats.org/officeDocument/2006/relationships/customXml" Target="../ink/ink1789.xml"/><Relationship Id="rId383" Type="http://schemas.openxmlformats.org/officeDocument/2006/relationships/image" Target="../media/image1796.png"/><Relationship Id="rId418" Type="http://schemas.openxmlformats.org/officeDocument/2006/relationships/customXml" Target="../ink/ink1817.xml"/><Relationship Id="rId439" Type="http://schemas.openxmlformats.org/officeDocument/2006/relationships/image" Target="../media/image1823.png"/><Relationship Id="rId201" Type="http://schemas.openxmlformats.org/officeDocument/2006/relationships/image" Target="../media/image1705.png"/><Relationship Id="rId222" Type="http://schemas.openxmlformats.org/officeDocument/2006/relationships/customXml" Target="../ink/ink1719.xml"/><Relationship Id="rId243" Type="http://schemas.openxmlformats.org/officeDocument/2006/relationships/image" Target="../media/image1726.png"/><Relationship Id="rId264" Type="http://schemas.openxmlformats.org/officeDocument/2006/relationships/customXml" Target="../ink/ink1740.xml"/><Relationship Id="rId285" Type="http://schemas.openxmlformats.org/officeDocument/2006/relationships/image" Target="../media/image1747.png"/><Relationship Id="rId450" Type="http://schemas.openxmlformats.org/officeDocument/2006/relationships/customXml" Target="../ink/ink1833.xml"/><Relationship Id="rId471" Type="http://schemas.openxmlformats.org/officeDocument/2006/relationships/image" Target="../media/image1838.png"/><Relationship Id="rId506" Type="http://schemas.openxmlformats.org/officeDocument/2006/relationships/customXml" Target="../ink/ink1861.xml"/><Relationship Id="rId17" Type="http://schemas.openxmlformats.org/officeDocument/2006/relationships/image" Target="../media/image1616.png"/><Relationship Id="rId38" Type="http://schemas.openxmlformats.org/officeDocument/2006/relationships/customXml" Target="../ink/ink1627.xml"/><Relationship Id="rId59" Type="http://schemas.openxmlformats.org/officeDocument/2006/relationships/image" Target="../media/image1637.png"/><Relationship Id="rId103" Type="http://schemas.openxmlformats.org/officeDocument/2006/relationships/image" Target="../media/image1657.png"/><Relationship Id="rId124" Type="http://schemas.openxmlformats.org/officeDocument/2006/relationships/customXml" Target="../ink/ink1670.xml"/><Relationship Id="rId310" Type="http://schemas.openxmlformats.org/officeDocument/2006/relationships/customXml" Target="../ink/ink1763.xml"/><Relationship Id="rId492" Type="http://schemas.openxmlformats.org/officeDocument/2006/relationships/customXml" Target="../ink/ink1854.xml"/><Relationship Id="rId527" Type="http://schemas.openxmlformats.org/officeDocument/2006/relationships/image" Target="../media/image1866.png"/><Relationship Id="rId70" Type="http://schemas.openxmlformats.org/officeDocument/2006/relationships/customXml" Target="../ink/ink1643.xml"/><Relationship Id="rId91" Type="http://schemas.openxmlformats.org/officeDocument/2006/relationships/image" Target="../media/image1651.png"/><Relationship Id="rId145" Type="http://schemas.openxmlformats.org/officeDocument/2006/relationships/image" Target="../media/image1677.png"/><Relationship Id="rId166" Type="http://schemas.openxmlformats.org/officeDocument/2006/relationships/customXml" Target="../ink/ink1691.xml"/><Relationship Id="rId187" Type="http://schemas.openxmlformats.org/officeDocument/2006/relationships/image" Target="../media/image1698.png"/><Relationship Id="rId331" Type="http://schemas.openxmlformats.org/officeDocument/2006/relationships/image" Target="../media/image1770.png"/><Relationship Id="rId352" Type="http://schemas.openxmlformats.org/officeDocument/2006/relationships/customXml" Target="../ink/ink1784.xml"/><Relationship Id="rId373" Type="http://schemas.openxmlformats.org/officeDocument/2006/relationships/image" Target="../media/image1791.png"/><Relationship Id="rId394" Type="http://schemas.openxmlformats.org/officeDocument/2006/relationships/customXml" Target="../ink/ink1805.xml"/><Relationship Id="rId408" Type="http://schemas.openxmlformats.org/officeDocument/2006/relationships/customXml" Target="../ink/ink1812.xml"/><Relationship Id="rId429" Type="http://schemas.openxmlformats.org/officeDocument/2006/relationships/image" Target="../media/image18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14.xml"/><Relationship Id="rId233" Type="http://schemas.openxmlformats.org/officeDocument/2006/relationships/image" Target="../media/image1721.png"/><Relationship Id="rId254" Type="http://schemas.openxmlformats.org/officeDocument/2006/relationships/customXml" Target="../ink/ink1735.xml"/><Relationship Id="rId440" Type="http://schemas.openxmlformats.org/officeDocument/2006/relationships/customXml" Target="../ink/ink1828.xml"/><Relationship Id="rId28" Type="http://schemas.openxmlformats.org/officeDocument/2006/relationships/customXml" Target="../ink/ink1622.xml"/><Relationship Id="rId49" Type="http://schemas.openxmlformats.org/officeDocument/2006/relationships/image" Target="../media/image1632.png"/><Relationship Id="rId114" Type="http://schemas.openxmlformats.org/officeDocument/2006/relationships/customXml" Target="../ink/ink1665.xml"/><Relationship Id="rId275" Type="http://schemas.openxmlformats.org/officeDocument/2006/relationships/image" Target="../media/image1742.png"/><Relationship Id="rId296" Type="http://schemas.openxmlformats.org/officeDocument/2006/relationships/customXml" Target="../ink/ink1756.xml"/><Relationship Id="rId300" Type="http://schemas.openxmlformats.org/officeDocument/2006/relationships/customXml" Target="../ink/ink1758.xml"/><Relationship Id="rId461" Type="http://schemas.openxmlformats.org/officeDocument/2006/relationships/image" Target="../media/image1834.png"/><Relationship Id="rId482" Type="http://schemas.openxmlformats.org/officeDocument/2006/relationships/customXml" Target="../ink/ink1849.xml"/><Relationship Id="rId517" Type="http://schemas.openxmlformats.org/officeDocument/2006/relationships/image" Target="../media/image1861.png"/><Relationship Id="rId60" Type="http://schemas.openxmlformats.org/officeDocument/2006/relationships/customXml" Target="../ink/ink1638.xml"/><Relationship Id="rId81" Type="http://schemas.openxmlformats.org/officeDocument/2006/relationships/image" Target="../media/image1647.png"/><Relationship Id="rId135" Type="http://schemas.openxmlformats.org/officeDocument/2006/relationships/image" Target="../media/image401.png"/><Relationship Id="rId156" Type="http://schemas.openxmlformats.org/officeDocument/2006/relationships/customXml" Target="../ink/ink1686.xml"/><Relationship Id="rId177" Type="http://schemas.openxmlformats.org/officeDocument/2006/relationships/image" Target="../media/image1693.png"/><Relationship Id="rId198" Type="http://schemas.openxmlformats.org/officeDocument/2006/relationships/customXml" Target="../ink/ink1707.xml"/><Relationship Id="rId321" Type="http://schemas.openxmlformats.org/officeDocument/2006/relationships/image" Target="../media/image1765.png"/><Relationship Id="rId342" Type="http://schemas.openxmlformats.org/officeDocument/2006/relationships/customXml" Target="../ink/ink1779.xml"/><Relationship Id="rId363" Type="http://schemas.openxmlformats.org/officeDocument/2006/relationships/image" Target="../media/image1786.png"/><Relationship Id="rId384" Type="http://schemas.openxmlformats.org/officeDocument/2006/relationships/customXml" Target="../ink/ink1800.xml"/><Relationship Id="rId419" Type="http://schemas.openxmlformats.org/officeDocument/2006/relationships/image" Target="../media/image1814.png"/><Relationship Id="rId202" Type="http://schemas.openxmlformats.org/officeDocument/2006/relationships/customXml" Target="../ink/ink1709.xml"/><Relationship Id="rId223" Type="http://schemas.openxmlformats.org/officeDocument/2006/relationships/image" Target="../media/image1716.png"/><Relationship Id="rId244" Type="http://schemas.openxmlformats.org/officeDocument/2006/relationships/customXml" Target="../ink/ink1730.xml"/><Relationship Id="rId430" Type="http://schemas.openxmlformats.org/officeDocument/2006/relationships/customXml" Target="../ink/ink1823.xml"/><Relationship Id="rId18" Type="http://schemas.openxmlformats.org/officeDocument/2006/relationships/customXml" Target="../ink/ink1617.xml"/><Relationship Id="rId39" Type="http://schemas.openxmlformats.org/officeDocument/2006/relationships/image" Target="../media/image1627.png"/><Relationship Id="rId265" Type="http://schemas.openxmlformats.org/officeDocument/2006/relationships/image" Target="../media/image1737.png"/><Relationship Id="rId286" Type="http://schemas.openxmlformats.org/officeDocument/2006/relationships/customXml" Target="../ink/ink1751.xml"/><Relationship Id="rId451" Type="http://schemas.openxmlformats.org/officeDocument/2006/relationships/image" Target="../media/image1829.png"/><Relationship Id="rId472" Type="http://schemas.openxmlformats.org/officeDocument/2006/relationships/customXml" Target="../ink/ink1844.xml"/><Relationship Id="rId493" Type="http://schemas.openxmlformats.org/officeDocument/2006/relationships/image" Target="../media/image1849.png"/><Relationship Id="rId507" Type="http://schemas.openxmlformats.org/officeDocument/2006/relationships/image" Target="../media/image1856.png"/><Relationship Id="rId50" Type="http://schemas.openxmlformats.org/officeDocument/2006/relationships/customXml" Target="../ink/ink1633.xml"/><Relationship Id="rId104" Type="http://schemas.openxmlformats.org/officeDocument/2006/relationships/customXml" Target="../ink/ink1660.xml"/><Relationship Id="rId125" Type="http://schemas.openxmlformats.org/officeDocument/2006/relationships/image" Target="../media/image1668.png"/><Relationship Id="rId146" Type="http://schemas.openxmlformats.org/officeDocument/2006/relationships/customXml" Target="../ink/ink1681.xml"/><Relationship Id="rId167" Type="http://schemas.openxmlformats.org/officeDocument/2006/relationships/image" Target="../media/image1688.png"/><Relationship Id="rId188" Type="http://schemas.openxmlformats.org/officeDocument/2006/relationships/customXml" Target="../ink/ink1702.xml"/><Relationship Id="rId311" Type="http://schemas.openxmlformats.org/officeDocument/2006/relationships/image" Target="../media/image1760.png"/><Relationship Id="rId332" Type="http://schemas.openxmlformats.org/officeDocument/2006/relationships/customXml" Target="../ink/ink1774.xml"/><Relationship Id="rId353" Type="http://schemas.openxmlformats.org/officeDocument/2006/relationships/image" Target="../media/image1781.png"/><Relationship Id="rId374" Type="http://schemas.openxmlformats.org/officeDocument/2006/relationships/customXml" Target="../ink/ink1795.xml"/><Relationship Id="rId395" Type="http://schemas.openxmlformats.org/officeDocument/2006/relationships/image" Target="../media/image1802.png"/><Relationship Id="rId409" Type="http://schemas.openxmlformats.org/officeDocument/2006/relationships/image" Target="../media/image1809.png"/><Relationship Id="rId71" Type="http://schemas.openxmlformats.org/officeDocument/2006/relationships/image" Target="../media/image1643.png"/><Relationship Id="rId92" Type="http://schemas.openxmlformats.org/officeDocument/2006/relationships/customXml" Target="../ink/ink1654.xml"/><Relationship Id="rId213" Type="http://schemas.openxmlformats.org/officeDocument/2006/relationships/image" Target="../media/image1711.png"/><Relationship Id="rId234" Type="http://schemas.openxmlformats.org/officeDocument/2006/relationships/customXml" Target="../ink/ink1725.xml"/><Relationship Id="rId420" Type="http://schemas.openxmlformats.org/officeDocument/2006/relationships/customXml" Target="../ink/ink1818.xml"/><Relationship Id="rId2" Type="http://schemas.openxmlformats.org/officeDocument/2006/relationships/customXml" Target="../ink/ink1609.xml"/><Relationship Id="rId29" Type="http://schemas.openxmlformats.org/officeDocument/2006/relationships/image" Target="../media/image1622.png"/><Relationship Id="rId255" Type="http://schemas.openxmlformats.org/officeDocument/2006/relationships/image" Target="../media/image1732.png"/><Relationship Id="rId276" Type="http://schemas.openxmlformats.org/officeDocument/2006/relationships/customXml" Target="../ink/ink1746.xml"/><Relationship Id="rId297" Type="http://schemas.openxmlformats.org/officeDocument/2006/relationships/image" Target="../media/image1753.png"/><Relationship Id="rId441" Type="http://schemas.openxmlformats.org/officeDocument/2006/relationships/image" Target="../media/image1824.png"/><Relationship Id="rId462" Type="http://schemas.openxmlformats.org/officeDocument/2006/relationships/customXml" Target="../ink/ink1839.xml"/><Relationship Id="rId483" Type="http://schemas.openxmlformats.org/officeDocument/2006/relationships/image" Target="../media/image1844.png"/><Relationship Id="rId518" Type="http://schemas.openxmlformats.org/officeDocument/2006/relationships/customXml" Target="../ink/ink1867.xml"/><Relationship Id="rId40" Type="http://schemas.openxmlformats.org/officeDocument/2006/relationships/customXml" Target="../ink/ink1628.xml"/><Relationship Id="rId115" Type="http://schemas.openxmlformats.org/officeDocument/2006/relationships/image" Target="../media/image1663.png"/><Relationship Id="rId136" Type="http://schemas.openxmlformats.org/officeDocument/2006/relationships/customXml" Target="../ink/ink1676.xml"/><Relationship Id="rId157" Type="http://schemas.openxmlformats.org/officeDocument/2006/relationships/image" Target="../media/image1683.png"/><Relationship Id="rId178" Type="http://schemas.openxmlformats.org/officeDocument/2006/relationships/customXml" Target="../ink/ink1697.xml"/><Relationship Id="rId301" Type="http://schemas.openxmlformats.org/officeDocument/2006/relationships/image" Target="../media/image1755.png"/><Relationship Id="rId322" Type="http://schemas.openxmlformats.org/officeDocument/2006/relationships/customXml" Target="../ink/ink1769.xml"/><Relationship Id="rId343" Type="http://schemas.openxmlformats.org/officeDocument/2006/relationships/image" Target="../media/image1776.png"/><Relationship Id="rId364" Type="http://schemas.openxmlformats.org/officeDocument/2006/relationships/customXml" Target="../ink/ink1790.xml"/><Relationship Id="rId61" Type="http://schemas.openxmlformats.org/officeDocument/2006/relationships/image" Target="../media/image1638.png"/><Relationship Id="rId82" Type="http://schemas.openxmlformats.org/officeDocument/2006/relationships/customXml" Target="../ink/ink1649.xml"/><Relationship Id="rId199" Type="http://schemas.openxmlformats.org/officeDocument/2006/relationships/image" Target="../media/image1704.png"/><Relationship Id="rId203" Type="http://schemas.openxmlformats.org/officeDocument/2006/relationships/image" Target="../media/image1706.png"/><Relationship Id="rId385" Type="http://schemas.openxmlformats.org/officeDocument/2006/relationships/image" Target="../media/image1797.png"/><Relationship Id="rId19" Type="http://schemas.openxmlformats.org/officeDocument/2006/relationships/image" Target="../media/image1617.png"/><Relationship Id="rId224" Type="http://schemas.openxmlformats.org/officeDocument/2006/relationships/customXml" Target="../ink/ink1720.xml"/><Relationship Id="rId245" Type="http://schemas.openxmlformats.org/officeDocument/2006/relationships/image" Target="../media/image1727.png"/><Relationship Id="rId266" Type="http://schemas.openxmlformats.org/officeDocument/2006/relationships/customXml" Target="../ink/ink1741.xml"/><Relationship Id="rId287" Type="http://schemas.openxmlformats.org/officeDocument/2006/relationships/image" Target="../media/image1748.png"/><Relationship Id="rId410" Type="http://schemas.openxmlformats.org/officeDocument/2006/relationships/customXml" Target="../ink/ink1813.xml"/><Relationship Id="rId431" Type="http://schemas.openxmlformats.org/officeDocument/2006/relationships/image" Target="../media/image977.png"/><Relationship Id="rId452" Type="http://schemas.openxmlformats.org/officeDocument/2006/relationships/customXml" Target="../ink/ink1834.xml"/><Relationship Id="rId473" Type="http://schemas.openxmlformats.org/officeDocument/2006/relationships/image" Target="../media/image1839.png"/><Relationship Id="rId494" Type="http://schemas.openxmlformats.org/officeDocument/2006/relationships/customXml" Target="../ink/ink1855.xml"/><Relationship Id="rId508" Type="http://schemas.openxmlformats.org/officeDocument/2006/relationships/customXml" Target="../ink/ink1862.xml"/><Relationship Id="rId30" Type="http://schemas.openxmlformats.org/officeDocument/2006/relationships/customXml" Target="../ink/ink1623.xml"/><Relationship Id="rId105" Type="http://schemas.openxmlformats.org/officeDocument/2006/relationships/image" Target="../media/image1658.png"/><Relationship Id="rId126" Type="http://schemas.openxmlformats.org/officeDocument/2006/relationships/customXml" Target="../ink/ink1671.xml"/><Relationship Id="rId147" Type="http://schemas.openxmlformats.org/officeDocument/2006/relationships/image" Target="../media/image1678.png"/><Relationship Id="rId168" Type="http://schemas.openxmlformats.org/officeDocument/2006/relationships/customXml" Target="../ink/ink1692.xml"/><Relationship Id="rId312" Type="http://schemas.openxmlformats.org/officeDocument/2006/relationships/customXml" Target="../ink/ink1764.xml"/><Relationship Id="rId333" Type="http://schemas.openxmlformats.org/officeDocument/2006/relationships/image" Target="../media/image1771.png"/><Relationship Id="rId354" Type="http://schemas.openxmlformats.org/officeDocument/2006/relationships/customXml" Target="../ink/ink1785.xml"/><Relationship Id="rId51" Type="http://schemas.openxmlformats.org/officeDocument/2006/relationships/image" Target="../media/image1633.png"/><Relationship Id="rId72" Type="http://schemas.openxmlformats.org/officeDocument/2006/relationships/customXml" Target="../ink/ink1644.xml"/><Relationship Id="rId93" Type="http://schemas.openxmlformats.org/officeDocument/2006/relationships/image" Target="../media/image1652.png"/><Relationship Id="rId189" Type="http://schemas.openxmlformats.org/officeDocument/2006/relationships/image" Target="../media/image1699.png"/><Relationship Id="rId375" Type="http://schemas.openxmlformats.org/officeDocument/2006/relationships/image" Target="../media/image1792.png"/><Relationship Id="rId396" Type="http://schemas.openxmlformats.org/officeDocument/2006/relationships/customXml" Target="../ink/ink1806.xml"/><Relationship Id="rId3" Type="http://schemas.openxmlformats.org/officeDocument/2006/relationships/image" Target="../media/image1609.png"/><Relationship Id="rId214" Type="http://schemas.openxmlformats.org/officeDocument/2006/relationships/customXml" Target="../ink/ink1715.xml"/><Relationship Id="rId235" Type="http://schemas.openxmlformats.org/officeDocument/2006/relationships/image" Target="../media/image1722.png"/><Relationship Id="rId256" Type="http://schemas.openxmlformats.org/officeDocument/2006/relationships/customXml" Target="../ink/ink1736.xml"/><Relationship Id="rId277" Type="http://schemas.openxmlformats.org/officeDocument/2006/relationships/image" Target="../media/image1743.png"/><Relationship Id="rId298" Type="http://schemas.openxmlformats.org/officeDocument/2006/relationships/customXml" Target="../ink/ink1757.xml"/><Relationship Id="rId400" Type="http://schemas.openxmlformats.org/officeDocument/2006/relationships/customXml" Target="../ink/ink1808.xml"/><Relationship Id="rId421" Type="http://schemas.openxmlformats.org/officeDocument/2006/relationships/image" Target="../media/image1815.png"/><Relationship Id="rId442" Type="http://schemas.openxmlformats.org/officeDocument/2006/relationships/customXml" Target="../ink/ink1829.xml"/><Relationship Id="rId463" Type="http://schemas.openxmlformats.org/officeDocument/2006/relationships/image" Target="../media/image1835.png"/><Relationship Id="rId484" Type="http://schemas.openxmlformats.org/officeDocument/2006/relationships/customXml" Target="../ink/ink1850.xml"/><Relationship Id="rId519" Type="http://schemas.openxmlformats.org/officeDocument/2006/relationships/image" Target="../media/image1862.png"/><Relationship Id="rId116" Type="http://schemas.openxmlformats.org/officeDocument/2006/relationships/customXml" Target="../ink/ink1666.xml"/><Relationship Id="rId137" Type="http://schemas.openxmlformats.org/officeDocument/2006/relationships/image" Target="../media/image1673.png"/><Relationship Id="rId158" Type="http://schemas.openxmlformats.org/officeDocument/2006/relationships/customXml" Target="../ink/ink1687.xml"/><Relationship Id="rId302" Type="http://schemas.openxmlformats.org/officeDocument/2006/relationships/customXml" Target="../ink/ink1759.xml"/><Relationship Id="rId323" Type="http://schemas.openxmlformats.org/officeDocument/2006/relationships/image" Target="../media/image1766.png"/><Relationship Id="rId344" Type="http://schemas.openxmlformats.org/officeDocument/2006/relationships/customXml" Target="../ink/ink1780.xml"/><Relationship Id="rId20" Type="http://schemas.openxmlformats.org/officeDocument/2006/relationships/customXml" Target="../ink/ink1618.xml"/><Relationship Id="rId41" Type="http://schemas.openxmlformats.org/officeDocument/2006/relationships/image" Target="../media/image1628.png"/><Relationship Id="rId62" Type="http://schemas.openxmlformats.org/officeDocument/2006/relationships/customXml" Target="../ink/ink1639.xml"/><Relationship Id="rId83" Type="http://schemas.openxmlformats.org/officeDocument/2006/relationships/image" Target="../media/image1648.png"/><Relationship Id="rId179" Type="http://schemas.openxmlformats.org/officeDocument/2006/relationships/image" Target="../media/image1694.png"/><Relationship Id="rId365" Type="http://schemas.openxmlformats.org/officeDocument/2006/relationships/image" Target="../media/image1787.png"/><Relationship Id="rId386" Type="http://schemas.openxmlformats.org/officeDocument/2006/relationships/customXml" Target="../ink/ink1801.xml"/><Relationship Id="rId190" Type="http://schemas.openxmlformats.org/officeDocument/2006/relationships/customXml" Target="../ink/ink1703.xml"/><Relationship Id="rId204" Type="http://schemas.openxmlformats.org/officeDocument/2006/relationships/customXml" Target="../ink/ink1710.xml"/><Relationship Id="rId225" Type="http://schemas.openxmlformats.org/officeDocument/2006/relationships/image" Target="../media/image1717.png"/><Relationship Id="rId246" Type="http://schemas.openxmlformats.org/officeDocument/2006/relationships/customXml" Target="../ink/ink1731.xml"/><Relationship Id="rId267" Type="http://schemas.openxmlformats.org/officeDocument/2006/relationships/image" Target="../media/image1738.png"/><Relationship Id="rId288" Type="http://schemas.openxmlformats.org/officeDocument/2006/relationships/customXml" Target="../ink/ink1752.xml"/><Relationship Id="rId411" Type="http://schemas.openxmlformats.org/officeDocument/2006/relationships/image" Target="../media/image1810.png"/><Relationship Id="rId432" Type="http://schemas.openxmlformats.org/officeDocument/2006/relationships/customXml" Target="../ink/ink1824.xml"/><Relationship Id="rId453" Type="http://schemas.openxmlformats.org/officeDocument/2006/relationships/image" Target="../media/image1830.png"/><Relationship Id="rId474" Type="http://schemas.openxmlformats.org/officeDocument/2006/relationships/customXml" Target="../ink/ink1845.xml"/><Relationship Id="rId509" Type="http://schemas.openxmlformats.org/officeDocument/2006/relationships/image" Target="../media/image1857.png"/><Relationship Id="rId106" Type="http://schemas.openxmlformats.org/officeDocument/2006/relationships/customXml" Target="../ink/ink1661.xml"/><Relationship Id="rId127" Type="http://schemas.openxmlformats.org/officeDocument/2006/relationships/image" Target="../media/image1669.png"/><Relationship Id="rId313" Type="http://schemas.openxmlformats.org/officeDocument/2006/relationships/image" Target="../media/image1761.png"/><Relationship Id="rId495" Type="http://schemas.openxmlformats.org/officeDocument/2006/relationships/image" Target="../media/image1850.png"/><Relationship Id="rId10" Type="http://schemas.openxmlformats.org/officeDocument/2006/relationships/customXml" Target="../ink/ink1613.xml"/><Relationship Id="rId31" Type="http://schemas.openxmlformats.org/officeDocument/2006/relationships/image" Target="../media/image1623.png"/><Relationship Id="rId52" Type="http://schemas.openxmlformats.org/officeDocument/2006/relationships/customXml" Target="../ink/ink1634.xml"/><Relationship Id="rId73" Type="http://schemas.openxmlformats.org/officeDocument/2006/relationships/image" Target="../media/image1644.png"/><Relationship Id="rId94" Type="http://schemas.openxmlformats.org/officeDocument/2006/relationships/customXml" Target="../ink/ink1655.xml"/><Relationship Id="rId148" Type="http://schemas.openxmlformats.org/officeDocument/2006/relationships/customXml" Target="../ink/ink1682.xml"/><Relationship Id="rId169" Type="http://schemas.openxmlformats.org/officeDocument/2006/relationships/image" Target="../media/image1689.png"/><Relationship Id="rId334" Type="http://schemas.openxmlformats.org/officeDocument/2006/relationships/customXml" Target="../ink/ink1775.xml"/><Relationship Id="rId355" Type="http://schemas.openxmlformats.org/officeDocument/2006/relationships/image" Target="../media/image1782.png"/><Relationship Id="rId376" Type="http://schemas.openxmlformats.org/officeDocument/2006/relationships/customXml" Target="../ink/ink1796.xml"/><Relationship Id="rId397" Type="http://schemas.openxmlformats.org/officeDocument/2006/relationships/image" Target="../media/image1803.png"/><Relationship Id="rId520" Type="http://schemas.openxmlformats.org/officeDocument/2006/relationships/customXml" Target="../ink/ink1868.xml"/><Relationship Id="rId4" Type="http://schemas.openxmlformats.org/officeDocument/2006/relationships/customXml" Target="../ink/ink1610.xml"/><Relationship Id="rId180" Type="http://schemas.openxmlformats.org/officeDocument/2006/relationships/customXml" Target="../ink/ink1698.xml"/><Relationship Id="rId215" Type="http://schemas.openxmlformats.org/officeDocument/2006/relationships/image" Target="../media/image1712.png"/><Relationship Id="rId236" Type="http://schemas.openxmlformats.org/officeDocument/2006/relationships/customXml" Target="../ink/ink1726.xml"/><Relationship Id="rId257" Type="http://schemas.openxmlformats.org/officeDocument/2006/relationships/image" Target="../media/image1733.png"/><Relationship Id="rId278" Type="http://schemas.openxmlformats.org/officeDocument/2006/relationships/customXml" Target="../ink/ink1747.xml"/><Relationship Id="rId401" Type="http://schemas.openxmlformats.org/officeDocument/2006/relationships/image" Target="../media/image1805.png"/><Relationship Id="rId422" Type="http://schemas.openxmlformats.org/officeDocument/2006/relationships/customXml" Target="../ink/ink1819.xml"/><Relationship Id="rId443" Type="http://schemas.openxmlformats.org/officeDocument/2006/relationships/image" Target="../media/image1825.png"/><Relationship Id="rId464" Type="http://schemas.openxmlformats.org/officeDocument/2006/relationships/customXml" Target="../ink/ink1840.xml"/><Relationship Id="rId303" Type="http://schemas.openxmlformats.org/officeDocument/2006/relationships/image" Target="../media/image1756.png"/><Relationship Id="rId485" Type="http://schemas.openxmlformats.org/officeDocument/2006/relationships/image" Target="../media/image1845.png"/><Relationship Id="rId42" Type="http://schemas.openxmlformats.org/officeDocument/2006/relationships/customXml" Target="../ink/ink1629.xml"/><Relationship Id="rId84" Type="http://schemas.openxmlformats.org/officeDocument/2006/relationships/customXml" Target="../ink/ink1650.xml"/><Relationship Id="rId138" Type="http://schemas.openxmlformats.org/officeDocument/2006/relationships/customXml" Target="../ink/ink1677.xml"/><Relationship Id="rId345" Type="http://schemas.openxmlformats.org/officeDocument/2006/relationships/image" Target="../media/image1777.png"/><Relationship Id="rId387" Type="http://schemas.openxmlformats.org/officeDocument/2006/relationships/image" Target="../media/image1798.png"/><Relationship Id="rId510" Type="http://schemas.openxmlformats.org/officeDocument/2006/relationships/customXml" Target="../ink/ink1863.xml"/><Relationship Id="rId191" Type="http://schemas.openxmlformats.org/officeDocument/2006/relationships/image" Target="../media/image1700.png"/><Relationship Id="rId205" Type="http://schemas.openxmlformats.org/officeDocument/2006/relationships/image" Target="../media/image1707.png"/><Relationship Id="rId247" Type="http://schemas.openxmlformats.org/officeDocument/2006/relationships/image" Target="../media/image1728.png"/><Relationship Id="rId412" Type="http://schemas.openxmlformats.org/officeDocument/2006/relationships/customXml" Target="../ink/ink1814.xml"/><Relationship Id="rId107" Type="http://schemas.openxmlformats.org/officeDocument/2006/relationships/image" Target="../media/image1659.png"/><Relationship Id="rId289" Type="http://schemas.openxmlformats.org/officeDocument/2006/relationships/image" Target="../media/image1749.png"/><Relationship Id="rId454" Type="http://schemas.openxmlformats.org/officeDocument/2006/relationships/customXml" Target="../ink/ink1835.xml"/><Relationship Id="rId496" Type="http://schemas.openxmlformats.org/officeDocument/2006/relationships/customXml" Target="../ink/ink1856.xml"/><Relationship Id="rId11" Type="http://schemas.openxmlformats.org/officeDocument/2006/relationships/image" Target="../media/image1613.png"/><Relationship Id="rId53" Type="http://schemas.openxmlformats.org/officeDocument/2006/relationships/image" Target="../media/image1634.png"/><Relationship Id="rId149" Type="http://schemas.openxmlformats.org/officeDocument/2006/relationships/image" Target="../media/image1679.png"/><Relationship Id="rId314" Type="http://schemas.openxmlformats.org/officeDocument/2006/relationships/customXml" Target="../ink/ink1765.xml"/><Relationship Id="rId356" Type="http://schemas.openxmlformats.org/officeDocument/2006/relationships/customXml" Target="../ink/ink1786.xml"/><Relationship Id="rId398" Type="http://schemas.openxmlformats.org/officeDocument/2006/relationships/customXml" Target="../ink/ink1807.xml"/><Relationship Id="rId521" Type="http://schemas.openxmlformats.org/officeDocument/2006/relationships/image" Target="../media/image1863.png"/><Relationship Id="rId95" Type="http://schemas.openxmlformats.org/officeDocument/2006/relationships/image" Target="../media/image1653.png"/><Relationship Id="rId160" Type="http://schemas.openxmlformats.org/officeDocument/2006/relationships/customXml" Target="../ink/ink1688.xml"/><Relationship Id="rId216" Type="http://schemas.openxmlformats.org/officeDocument/2006/relationships/customXml" Target="../ink/ink1716.xml"/><Relationship Id="rId423" Type="http://schemas.openxmlformats.org/officeDocument/2006/relationships/image" Target="../media/image1816.png"/><Relationship Id="rId258" Type="http://schemas.openxmlformats.org/officeDocument/2006/relationships/customXml" Target="../ink/ink1737.xml"/><Relationship Id="rId465" Type="http://schemas.openxmlformats.org/officeDocument/2006/relationships/image" Target="../media/image630.png"/><Relationship Id="rId22" Type="http://schemas.openxmlformats.org/officeDocument/2006/relationships/customXml" Target="../ink/ink1619.xml"/><Relationship Id="rId64" Type="http://schemas.openxmlformats.org/officeDocument/2006/relationships/customXml" Target="../ink/ink1640.xml"/><Relationship Id="rId118" Type="http://schemas.openxmlformats.org/officeDocument/2006/relationships/customXml" Target="../ink/ink1667.xml"/><Relationship Id="rId325" Type="http://schemas.openxmlformats.org/officeDocument/2006/relationships/image" Target="../media/image1767.png"/><Relationship Id="rId367" Type="http://schemas.openxmlformats.org/officeDocument/2006/relationships/image" Target="../media/image1788.png"/><Relationship Id="rId171" Type="http://schemas.openxmlformats.org/officeDocument/2006/relationships/image" Target="../media/image1690.png"/><Relationship Id="rId227" Type="http://schemas.openxmlformats.org/officeDocument/2006/relationships/image" Target="../media/image1718.png"/><Relationship Id="rId269" Type="http://schemas.openxmlformats.org/officeDocument/2006/relationships/image" Target="../media/image1739.png"/><Relationship Id="rId434" Type="http://schemas.openxmlformats.org/officeDocument/2006/relationships/customXml" Target="../ink/ink1825.xml"/><Relationship Id="rId476" Type="http://schemas.openxmlformats.org/officeDocument/2006/relationships/customXml" Target="../ink/ink1846.xml"/><Relationship Id="rId33" Type="http://schemas.openxmlformats.org/officeDocument/2006/relationships/image" Target="../media/image1624.png"/><Relationship Id="rId129" Type="http://schemas.openxmlformats.org/officeDocument/2006/relationships/image" Target="../media/image1670.png"/><Relationship Id="rId280" Type="http://schemas.openxmlformats.org/officeDocument/2006/relationships/customXml" Target="../ink/ink1748.xml"/><Relationship Id="rId336" Type="http://schemas.openxmlformats.org/officeDocument/2006/relationships/customXml" Target="../ink/ink1776.xml"/><Relationship Id="rId501" Type="http://schemas.openxmlformats.org/officeDocument/2006/relationships/image" Target="../media/image1853.png"/><Relationship Id="rId75" Type="http://schemas.openxmlformats.org/officeDocument/2006/relationships/image" Target="../media/image787.png"/><Relationship Id="rId140" Type="http://schemas.openxmlformats.org/officeDocument/2006/relationships/customXml" Target="../ink/ink1678.xml"/><Relationship Id="rId182" Type="http://schemas.openxmlformats.org/officeDocument/2006/relationships/customXml" Target="../ink/ink1699.xml"/><Relationship Id="rId378" Type="http://schemas.openxmlformats.org/officeDocument/2006/relationships/customXml" Target="../ink/ink1797.xml"/><Relationship Id="rId403" Type="http://schemas.openxmlformats.org/officeDocument/2006/relationships/image" Target="../media/image1806.png"/><Relationship Id="rId6" Type="http://schemas.openxmlformats.org/officeDocument/2006/relationships/customXml" Target="../ink/ink1611.xml"/><Relationship Id="rId238" Type="http://schemas.openxmlformats.org/officeDocument/2006/relationships/customXml" Target="../ink/ink1727.xml"/><Relationship Id="rId445" Type="http://schemas.openxmlformats.org/officeDocument/2006/relationships/image" Target="../media/image1826.png"/><Relationship Id="rId487" Type="http://schemas.openxmlformats.org/officeDocument/2006/relationships/image" Target="../media/image1846.png"/><Relationship Id="rId291" Type="http://schemas.openxmlformats.org/officeDocument/2006/relationships/image" Target="../media/image1750.png"/><Relationship Id="rId305" Type="http://schemas.openxmlformats.org/officeDocument/2006/relationships/image" Target="../media/image1757.png"/><Relationship Id="rId347" Type="http://schemas.openxmlformats.org/officeDocument/2006/relationships/image" Target="../media/image1778.png"/><Relationship Id="rId512" Type="http://schemas.openxmlformats.org/officeDocument/2006/relationships/customXml" Target="../ink/ink1864.xml"/><Relationship Id="rId44" Type="http://schemas.openxmlformats.org/officeDocument/2006/relationships/customXml" Target="../ink/ink1630.xml"/><Relationship Id="rId86" Type="http://schemas.openxmlformats.org/officeDocument/2006/relationships/customXml" Target="../ink/ink1651.xml"/><Relationship Id="rId151" Type="http://schemas.openxmlformats.org/officeDocument/2006/relationships/image" Target="../media/image1680.png"/><Relationship Id="rId389" Type="http://schemas.openxmlformats.org/officeDocument/2006/relationships/image" Target="../media/image1799.png"/><Relationship Id="rId193" Type="http://schemas.openxmlformats.org/officeDocument/2006/relationships/image" Target="../media/image1701.png"/><Relationship Id="rId207" Type="http://schemas.openxmlformats.org/officeDocument/2006/relationships/image" Target="../media/image1708.png"/><Relationship Id="rId249" Type="http://schemas.openxmlformats.org/officeDocument/2006/relationships/image" Target="../media/image1729.png"/><Relationship Id="rId414" Type="http://schemas.openxmlformats.org/officeDocument/2006/relationships/customXml" Target="../ink/ink1815.xml"/><Relationship Id="rId456" Type="http://schemas.openxmlformats.org/officeDocument/2006/relationships/customXml" Target="../ink/ink1836.xml"/><Relationship Id="rId498" Type="http://schemas.openxmlformats.org/officeDocument/2006/relationships/customXml" Target="../ink/ink1857.xml"/><Relationship Id="rId13" Type="http://schemas.openxmlformats.org/officeDocument/2006/relationships/image" Target="../media/image1614.png"/><Relationship Id="rId109" Type="http://schemas.openxmlformats.org/officeDocument/2006/relationships/image" Target="../media/image1660.png"/><Relationship Id="rId260" Type="http://schemas.openxmlformats.org/officeDocument/2006/relationships/customXml" Target="../ink/ink1738.xml"/><Relationship Id="rId316" Type="http://schemas.openxmlformats.org/officeDocument/2006/relationships/customXml" Target="../ink/ink1766.xml"/><Relationship Id="rId523" Type="http://schemas.openxmlformats.org/officeDocument/2006/relationships/image" Target="../media/image1864.png"/><Relationship Id="rId55" Type="http://schemas.openxmlformats.org/officeDocument/2006/relationships/image" Target="../media/image1635.png"/><Relationship Id="rId97" Type="http://schemas.openxmlformats.org/officeDocument/2006/relationships/image" Target="../media/image1654.png"/><Relationship Id="rId120" Type="http://schemas.openxmlformats.org/officeDocument/2006/relationships/customXml" Target="../ink/ink1668.xml"/><Relationship Id="rId358" Type="http://schemas.openxmlformats.org/officeDocument/2006/relationships/customXml" Target="../ink/ink1787.xml"/><Relationship Id="rId162" Type="http://schemas.openxmlformats.org/officeDocument/2006/relationships/customXml" Target="../ink/ink1689.xml"/><Relationship Id="rId218" Type="http://schemas.openxmlformats.org/officeDocument/2006/relationships/customXml" Target="../ink/ink1717.xml"/><Relationship Id="rId425" Type="http://schemas.openxmlformats.org/officeDocument/2006/relationships/image" Target="../media/image1817.png"/><Relationship Id="rId467" Type="http://schemas.openxmlformats.org/officeDocument/2006/relationships/image" Target="../media/image1836.png"/><Relationship Id="rId271" Type="http://schemas.openxmlformats.org/officeDocument/2006/relationships/image" Target="../media/image1740.png"/><Relationship Id="rId24" Type="http://schemas.openxmlformats.org/officeDocument/2006/relationships/customXml" Target="../ink/ink1620.xml"/><Relationship Id="rId66" Type="http://schemas.openxmlformats.org/officeDocument/2006/relationships/customXml" Target="../ink/ink1641.xml"/><Relationship Id="rId131" Type="http://schemas.openxmlformats.org/officeDocument/2006/relationships/image" Target="../media/image1671.png"/><Relationship Id="rId327" Type="http://schemas.openxmlformats.org/officeDocument/2006/relationships/image" Target="../media/image1768.png"/><Relationship Id="rId369" Type="http://schemas.openxmlformats.org/officeDocument/2006/relationships/image" Target="../media/image1789.png"/><Relationship Id="rId173" Type="http://schemas.openxmlformats.org/officeDocument/2006/relationships/image" Target="../media/image1691.png"/><Relationship Id="rId229" Type="http://schemas.openxmlformats.org/officeDocument/2006/relationships/image" Target="../media/image1719.png"/><Relationship Id="rId380" Type="http://schemas.openxmlformats.org/officeDocument/2006/relationships/customXml" Target="../ink/ink1798.xml"/><Relationship Id="rId436" Type="http://schemas.openxmlformats.org/officeDocument/2006/relationships/customXml" Target="../ink/ink1826.xml"/><Relationship Id="rId240" Type="http://schemas.openxmlformats.org/officeDocument/2006/relationships/customXml" Target="../ink/ink1728.xml"/><Relationship Id="rId478" Type="http://schemas.openxmlformats.org/officeDocument/2006/relationships/customXml" Target="../ink/ink1847.xml"/><Relationship Id="rId35" Type="http://schemas.openxmlformats.org/officeDocument/2006/relationships/image" Target="../media/image1625.png"/><Relationship Id="rId77" Type="http://schemas.openxmlformats.org/officeDocument/2006/relationships/image" Target="../media/image1645.png"/><Relationship Id="rId100" Type="http://schemas.openxmlformats.org/officeDocument/2006/relationships/customXml" Target="../ink/ink1658.xml"/><Relationship Id="rId282" Type="http://schemas.openxmlformats.org/officeDocument/2006/relationships/customXml" Target="../ink/ink1749.xml"/><Relationship Id="rId338" Type="http://schemas.openxmlformats.org/officeDocument/2006/relationships/customXml" Target="../ink/ink1777.xml"/><Relationship Id="rId503" Type="http://schemas.openxmlformats.org/officeDocument/2006/relationships/image" Target="../media/image185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2D895-051A-4147-9017-0D33B0CB0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9600" b="1" dirty="0"/>
              <a:t>CALCULO II</a:t>
            </a:r>
            <a:endParaRPr lang="es-CO" sz="96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7BFEC8-6E07-4E2C-967C-EB57831CA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i="1" dirty="0"/>
              <a:t>ALCIRA MARTINEZ ALVAREZ</a:t>
            </a:r>
            <a:endParaRPr lang="es-CO" b="1" i="1" dirty="0"/>
          </a:p>
        </p:txBody>
      </p:sp>
    </p:spTree>
    <p:extLst>
      <p:ext uri="{BB962C8B-B14F-4D97-AF65-F5344CB8AC3E}">
        <p14:creationId xmlns:p14="http://schemas.microsoft.com/office/powerpoint/2010/main" val="1727649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32FCE-165C-443C-8988-3C93CE60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OBJETIVOS DE LA CLASE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381B8-73E9-44E0-92C9-2C6A3C07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664" y="1540189"/>
            <a:ext cx="8915400" cy="4158246"/>
          </a:xfrm>
        </p:spPr>
        <p:txBody>
          <a:bodyPr>
            <a:noAutofit/>
          </a:bodyPr>
          <a:lstStyle/>
          <a:p>
            <a:r>
              <a:rPr lang="es-ES" sz="3600" b="1" dirty="0"/>
              <a:t>Cálculo del volumen de sólidos de revolución utilizando los diferentes métodos.</a:t>
            </a:r>
            <a:endParaRPr lang="es-MX" sz="36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647FF0D-A8C9-4CA0-B518-6926648F4192}"/>
                  </a:ext>
                </a:extLst>
              </p14:cNvPr>
              <p14:cNvContentPartPr/>
              <p14:nvPr/>
            </p14:nvContentPartPr>
            <p14:xfrm>
              <a:off x="7554268" y="1816588"/>
              <a:ext cx="36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647FF0D-A8C9-4CA0-B518-6926648F41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8628" y="1744588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9069C2B-1E1D-45FC-98C9-D8B297B11BAA}"/>
                  </a:ext>
                </a:extLst>
              </p14:cNvPr>
              <p14:cNvContentPartPr/>
              <p14:nvPr/>
            </p14:nvContentPartPr>
            <p14:xfrm>
              <a:off x="7548508" y="1452988"/>
              <a:ext cx="486360" cy="5151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9069C2B-1E1D-45FC-98C9-D8B297B11B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9508" y="1443988"/>
                <a:ext cx="504000" cy="5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733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AC79557-B433-49E0-A3D9-DFC70C33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91" y="156055"/>
            <a:ext cx="9857755" cy="69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9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E0CFADF-1EC8-4E22-8929-5AEAA106A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923" y="165529"/>
            <a:ext cx="3967088" cy="640233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6139827-A881-43F2-A6E6-60FDC876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29" y="306206"/>
            <a:ext cx="4148546" cy="527866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A9E5C6E-7074-483B-AF82-0E312ABE6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560" y="404680"/>
            <a:ext cx="4148546" cy="387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9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003B5D-9DAD-4A84-A56C-C08512C82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874" y="323556"/>
            <a:ext cx="10376990" cy="294014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8DB9BA1-5E54-4697-9CF7-299CB009F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836" y="3594298"/>
            <a:ext cx="6014524" cy="23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7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28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1102BA-5172-4BD7-A156-BD9DA0F71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394" y="492370"/>
            <a:ext cx="7530246" cy="466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6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4401F4-2BE3-4EBB-BE3C-7D7E2EA76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9" y="670633"/>
            <a:ext cx="8527659" cy="477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23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047324-3C7C-4CC2-AD6D-10F9D894A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08" y="1201002"/>
            <a:ext cx="10392668" cy="367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1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9D01CD-5723-4728-A916-179883986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460" y="581779"/>
            <a:ext cx="9774703" cy="40038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ADB0943B-23DA-4EE0-A8DC-A6F4046B9207}"/>
                  </a:ext>
                </a:extLst>
              </p14:cNvPr>
              <p14:cNvContentPartPr/>
              <p14:nvPr/>
            </p14:nvContentPartPr>
            <p14:xfrm>
              <a:off x="9300642" y="2302845"/>
              <a:ext cx="598320" cy="14871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ADB0943B-23DA-4EE0-A8DC-A6F4046B92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91642" y="2293845"/>
                <a:ext cx="615960" cy="15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EC89D5B-B3FC-418E-8782-EDF172D3B24F}"/>
                  </a:ext>
                </a:extLst>
              </p14:cNvPr>
              <p14:cNvContentPartPr/>
              <p14:nvPr/>
            </p14:nvContentPartPr>
            <p14:xfrm>
              <a:off x="9306762" y="2320125"/>
              <a:ext cx="592200" cy="15166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EC89D5B-B3FC-418E-8782-EDF172D3B2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7762" y="2311485"/>
                <a:ext cx="609840" cy="153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upo 34">
            <a:extLst>
              <a:ext uri="{FF2B5EF4-FFF2-40B4-BE49-F238E27FC236}">
                <a16:creationId xmlns:a16="http://schemas.microsoft.com/office/drawing/2014/main" id="{F1F25B7A-2343-49F5-BE9F-B79E2197E6AF}"/>
              </a:ext>
            </a:extLst>
          </p:cNvPr>
          <p:cNvGrpSpPr/>
          <p:nvPr/>
        </p:nvGrpSpPr>
        <p:grpSpPr>
          <a:xfrm>
            <a:off x="11045922" y="3039405"/>
            <a:ext cx="1011240" cy="1032480"/>
            <a:chOff x="11045922" y="3039405"/>
            <a:chExt cx="1011240" cy="10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49951CD6-6395-4FDC-95D1-2E551FDE371B}"/>
                    </a:ext>
                  </a:extLst>
                </p14:cNvPr>
                <p14:cNvContentPartPr/>
                <p14:nvPr/>
              </p14:nvContentPartPr>
              <p14:xfrm>
                <a:off x="11063922" y="3062085"/>
                <a:ext cx="993240" cy="89208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49951CD6-6395-4FDC-95D1-2E551FDE371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55282" y="3053445"/>
                  <a:ext cx="101088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049BB864-93A0-4A9A-8D97-35AC9B07FAC7}"/>
                    </a:ext>
                  </a:extLst>
                </p14:cNvPr>
                <p14:cNvContentPartPr/>
                <p14:nvPr/>
              </p14:nvContentPartPr>
              <p14:xfrm>
                <a:off x="11462802" y="3407325"/>
                <a:ext cx="287280" cy="2660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049BB864-93A0-4A9A-8D97-35AC9B07FA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453802" y="3398325"/>
                  <a:ext cx="3049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C6A54A92-30BC-4865-9FD5-25E051DE1CFA}"/>
                    </a:ext>
                  </a:extLst>
                </p14:cNvPr>
                <p14:cNvContentPartPr/>
                <p14:nvPr/>
              </p14:nvContentPartPr>
              <p14:xfrm>
                <a:off x="11080482" y="3065685"/>
                <a:ext cx="511560" cy="34560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C6A54A92-30BC-4865-9FD5-25E051DE1CF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71482" y="3056685"/>
                  <a:ext cx="5292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FE009780-AEE5-4C5F-AC03-C88A01BA675E}"/>
                    </a:ext>
                  </a:extLst>
                </p14:cNvPr>
                <p14:cNvContentPartPr/>
                <p14:nvPr/>
              </p14:nvContentPartPr>
              <p14:xfrm>
                <a:off x="11045922" y="3039405"/>
                <a:ext cx="992880" cy="103248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FE009780-AEE5-4C5F-AC03-C88A01BA675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037282" y="3030405"/>
                  <a:ext cx="1010520" cy="10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2C822D9-B555-4B20-A25E-FF90DAC739C1}"/>
                    </a:ext>
                  </a:extLst>
                </p14:cNvPr>
                <p14:cNvContentPartPr/>
                <p14:nvPr/>
              </p14:nvContentPartPr>
              <p14:xfrm>
                <a:off x="11403402" y="3376725"/>
                <a:ext cx="374760" cy="3013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2C822D9-B555-4B20-A25E-FF90DAC739C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394762" y="3368085"/>
                  <a:ext cx="3924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4FF625B5-E768-48C0-A983-C21AFBF84DA0}"/>
                    </a:ext>
                  </a:extLst>
                </p14:cNvPr>
                <p14:cNvContentPartPr/>
                <p14:nvPr/>
              </p14:nvContentPartPr>
              <p14:xfrm>
                <a:off x="11712642" y="3157845"/>
                <a:ext cx="130680" cy="2480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4FF625B5-E768-48C0-A983-C21AFBF84D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703642" y="3149205"/>
                  <a:ext cx="1483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03812A24-7A14-4A82-8D90-0F71D3106233}"/>
                    </a:ext>
                  </a:extLst>
                </p14:cNvPr>
                <p14:cNvContentPartPr/>
                <p14:nvPr/>
              </p14:nvContentPartPr>
              <p14:xfrm>
                <a:off x="11616162" y="3124365"/>
                <a:ext cx="95760" cy="2635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03812A24-7A14-4A82-8D90-0F71D310623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607522" y="3115725"/>
                  <a:ext cx="113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96AD9837-7CDA-4B38-86FA-131EA8CBC17E}"/>
                    </a:ext>
                  </a:extLst>
                </p14:cNvPr>
                <p14:cNvContentPartPr/>
                <p14:nvPr/>
              </p14:nvContentPartPr>
              <p14:xfrm>
                <a:off x="11551362" y="3088365"/>
                <a:ext cx="82440" cy="24444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96AD9837-7CDA-4B38-86FA-131EA8CBC17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542362" y="3079365"/>
                  <a:ext cx="100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9CC74B8E-F251-4B48-A86E-450B29BEB659}"/>
                    </a:ext>
                  </a:extLst>
                </p14:cNvPr>
                <p14:cNvContentPartPr/>
                <p14:nvPr/>
              </p14:nvContentPartPr>
              <p14:xfrm>
                <a:off x="11467482" y="3134805"/>
                <a:ext cx="51840" cy="23328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9CC74B8E-F251-4B48-A86E-450B29BEB65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458482" y="3126165"/>
                  <a:ext cx="69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993B35D2-4111-4F41-A0F8-6E0F8728F6D5}"/>
                    </a:ext>
                  </a:extLst>
                </p14:cNvPr>
                <p14:cNvContentPartPr/>
                <p14:nvPr/>
              </p14:nvContentPartPr>
              <p14:xfrm>
                <a:off x="11327802" y="3235965"/>
                <a:ext cx="117000" cy="12672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993B35D2-4111-4F41-A0F8-6E0F8728F6D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318802" y="3227325"/>
                  <a:ext cx="134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F8964A05-8295-4F5B-AF04-B0FF0E394165}"/>
                    </a:ext>
                  </a:extLst>
                </p14:cNvPr>
                <p14:cNvContentPartPr/>
                <p14:nvPr/>
              </p14:nvContentPartPr>
              <p14:xfrm>
                <a:off x="11145282" y="3291045"/>
                <a:ext cx="389160" cy="7344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F8964A05-8295-4F5B-AF04-B0FF0E39416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36642" y="3282405"/>
                  <a:ext cx="406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779EB04F-81AF-46E0-9188-ABFA9C45D2D1}"/>
                    </a:ext>
                  </a:extLst>
                </p14:cNvPr>
                <p14:cNvContentPartPr/>
                <p14:nvPr/>
              </p14:nvContentPartPr>
              <p14:xfrm>
                <a:off x="11105322" y="3396885"/>
                <a:ext cx="347040" cy="5724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779EB04F-81AF-46E0-9188-ABFA9C45D2D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96322" y="3387885"/>
                  <a:ext cx="364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BA2C1231-0D1D-4E4A-AEBD-0268056A9F68}"/>
                    </a:ext>
                  </a:extLst>
                </p14:cNvPr>
                <p14:cNvContentPartPr/>
                <p14:nvPr/>
              </p14:nvContentPartPr>
              <p14:xfrm>
                <a:off x="11060322" y="3518925"/>
                <a:ext cx="339480" cy="6120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BA2C1231-0D1D-4E4A-AEBD-0268056A9F6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051322" y="3509925"/>
                  <a:ext cx="357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FF5FE76-DB8B-4147-8E58-B09C30600F7E}"/>
                    </a:ext>
                  </a:extLst>
                </p14:cNvPr>
                <p14:cNvContentPartPr/>
                <p14:nvPr/>
              </p14:nvContentPartPr>
              <p14:xfrm>
                <a:off x="11167242" y="3581565"/>
                <a:ext cx="216360" cy="1231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FF5FE76-DB8B-4147-8E58-B09C30600F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58602" y="3572925"/>
                  <a:ext cx="234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37CBC5EF-EA9E-4693-B0BE-6BAE096CB8E9}"/>
                    </a:ext>
                  </a:extLst>
                </p14:cNvPr>
                <p14:cNvContentPartPr/>
                <p14:nvPr/>
              </p14:nvContentPartPr>
              <p14:xfrm>
                <a:off x="11318082" y="3679485"/>
                <a:ext cx="149400" cy="14472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37CBC5EF-EA9E-4693-B0BE-6BAE096CB8E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309442" y="3670845"/>
                  <a:ext cx="167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F316DC57-1956-4855-825A-5F242E08E7FA}"/>
                    </a:ext>
                  </a:extLst>
                </p14:cNvPr>
                <p14:cNvContentPartPr/>
                <p14:nvPr/>
              </p14:nvContentPartPr>
              <p14:xfrm>
                <a:off x="11553882" y="3689925"/>
                <a:ext cx="12960" cy="28332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F316DC57-1956-4855-825A-5F242E08E7F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545242" y="3680925"/>
                  <a:ext cx="30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B1161B5-4F29-407C-BA11-20EA663383E7}"/>
                    </a:ext>
                  </a:extLst>
                </p14:cNvPr>
                <p14:cNvContentPartPr/>
                <p14:nvPr/>
              </p14:nvContentPartPr>
              <p14:xfrm>
                <a:off x="11670882" y="3666165"/>
                <a:ext cx="62640" cy="2278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B1161B5-4F29-407C-BA11-20EA663383E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661882" y="3657525"/>
                  <a:ext cx="802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94260E66-5014-4CC4-A0AB-2B36E7D8C764}"/>
                    </a:ext>
                  </a:extLst>
                </p14:cNvPr>
                <p14:cNvContentPartPr/>
                <p14:nvPr/>
              </p14:nvContentPartPr>
              <p14:xfrm>
                <a:off x="11747202" y="3693525"/>
                <a:ext cx="135000" cy="12132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94260E66-5014-4CC4-A0AB-2B36E7D8C76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738562" y="3684525"/>
                  <a:ext cx="152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49CEFA7A-9499-4514-AB3F-69EF64B13CF1}"/>
                    </a:ext>
                  </a:extLst>
                </p14:cNvPr>
                <p14:cNvContentPartPr/>
                <p14:nvPr/>
              </p14:nvContentPartPr>
              <p14:xfrm>
                <a:off x="11795802" y="3654645"/>
                <a:ext cx="174240" cy="201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49CEFA7A-9499-4514-AB3F-69EF64B13C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787162" y="3645645"/>
                  <a:ext cx="191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B2AD8A1E-0508-4A28-9A6C-C2316DAD8ACC}"/>
                    </a:ext>
                  </a:extLst>
                </p14:cNvPr>
                <p14:cNvContentPartPr/>
                <p14:nvPr/>
              </p14:nvContentPartPr>
              <p14:xfrm>
                <a:off x="11845482" y="3514605"/>
                <a:ext cx="182880" cy="1051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B2AD8A1E-0508-4A28-9A6C-C2316DAD8A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836842" y="3505605"/>
                  <a:ext cx="200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3D5A3202-F9B4-4A71-BD24-BA2F1C0469F2}"/>
                    </a:ext>
                  </a:extLst>
                </p14:cNvPr>
                <p14:cNvContentPartPr/>
                <p14:nvPr/>
              </p14:nvContentPartPr>
              <p14:xfrm>
                <a:off x="11842242" y="3357285"/>
                <a:ext cx="124200" cy="16092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3D5A3202-F9B4-4A71-BD24-BA2F1C0469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833602" y="3348645"/>
                  <a:ext cx="141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1DB23A56-17B1-4E0D-B3F7-7A91F4CCA2F9}"/>
                    </a:ext>
                  </a:extLst>
                </p14:cNvPr>
                <p14:cNvContentPartPr/>
                <p14:nvPr/>
              </p14:nvContentPartPr>
              <p14:xfrm>
                <a:off x="11785362" y="3252165"/>
                <a:ext cx="205560" cy="22500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1DB23A56-17B1-4E0D-B3F7-7A91F4CCA2F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776722" y="3243165"/>
                  <a:ext cx="223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8477472F-C9EB-45FF-9092-F29730AD6C3E}"/>
                    </a:ext>
                  </a:extLst>
                </p14:cNvPr>
                <p14:cNvContentPartPr/>
                <p14:nvPr/>
              </p14:nvContentPartPr>
              <p14:xfrm>
                <a:off x="11782482" y="3206805"/>
                <a:ext cx="109440" cy="1731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8477472F-C9EB-45FF-9092-F29730AD6C3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773842" y="3198165"/>
                  <a:ext cx="127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A3D4820F-615A-4687-B882-F3CE95B6AC20}"/>
                    </a:ext>
                  </a:extLst>
                </p14:cNvPr>
                <p14:cNvContentPartPr/>
                <p14:nvPr/>
              </p14:nvContentPartPr>
              <p14:xfrm>
                <a:off x="11825682" y="3206085"/>
                <a:ext cx="72000" cy="7092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A3D4820F-615A-4687-B882-F3CE95B6AC2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816682" y="3197085"/>
                  <a:ext cx="89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CC413993-5CE8-4465-9BC8-DDA056AA041B}"/>
                    </a:ext>
                  </a:extLst>
                </p14:cNvPr>
                <p14:cNvContentPartPr/>
                <p14:nvPr/>
              </p14:nvContentPartPr>
              <p14:xfrm>
                <a:off x="11583762" y="3554925"/>
                <a:ext cx="360" cy="36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CC413993-5CE8-4465-9BC8-DDA056AA041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575122" y="354628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29DBCDA8-D8E8-45A1-812B-8654C6BA4098}"/>
                  </a:ext>
                </a:extLst>
              </p14:cNvPr>
              <p14:cNvContentPartPr/>
              <p14:nvPr/>
            </p14:nvContentPartPr>
            <p14:xfrm>
              <a:off x="11083722" y="3164325"/>
              <a:ext cx="941040" cy="69156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29DBCDA8-D8E8-45A1-812B-8654C6BA409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030082" y="3056685"/>
                <a:ext cx="1048680" cy="90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91ACE14B-32CE-41CC-9035-891800F5AB3D}"/>
                  </a:ext>
                </a:extLst>
              </p14:cNvPr>
              <p14:cNvContentPartPr/>
              <p14:nvPr/>
            </p14:nvContentPartPr>
            <p14:xfrm>
              <a:off x="11576202" y="3094485"/>
              <a:ext cx="209880" cy="86400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91ACE14B-32CE-41CC-9035-891800F5AB3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522202" y="2986485"/>
                <a:ext cx="31752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DE18DF7B-BA0B-4517-8262-6CA7045750FA}"/>
                  </a:ext>
                </a:extLst>
              </p14:cNvPr>
              <p14:cNvContentPartPr/>
              <p14:nvPr/>
            </p14:nvContentPartPr>
            <p14:xfrm>
              <a:off x="11193882" y="3012765"/>
              <a:ext cx="148320" cy="106920"/>
            </p14:xfrm>
          </p:contentPart>
        </mc:Choice>
        <mc:Fallback xmlns=""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DE18DF7B-BA0B-4517-8262-6CA7045750F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1140242" y="2904765"/>
                <a:ext cx="255960" cy="3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4824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FCE6069-95ED-4BEF-B894-4C8DB3F6E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11" y="488389"/>
            <a:ext cx="8541295" cy="597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36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2374C6-D44D-4B90-9E7F-E3EF78B55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51" y="384985"/>
            <a:ext cx="8590988" cy="59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40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3788D6-5D9B-4379-BC83-54F169D98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648" y="559558"/>
            <a:ext cx="10205817" cy="474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63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030B516-042F-420D-A0EA-833C0898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751" y="421494"/>
            <a:ext cx="8426497" cy="601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34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9E6201-C358-4679-AE28-EFEB87083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59" y="280612"/>
            <a:ext cx="9481624" cy="14996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3445E37-A37A-4BBB-9E59-437631F7A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19" y="2337758"/>
            <a:ext cx="10395259" cy="24333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94436A2A-8207-4F3A-8B99-2AB6794C150A}"/>
                  </a:ext>
                </a:extLst>
              </p14:cNvPr>
              <p14:cNvContentPartPr/>
              <p14:nvPr/>
            </p14:nvContentPartPr>
            <p14:xfrm>
              <a:off x="5903875" y="3464092"/>
              <a:ext cx="1074240" cy="44280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94436A2A-8207-4F3A-8B99-2AB6794C15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0235" y="3356452"/>
                <a:ext cx="118188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0AEC25B2-DE91-43C9-B413-6D7DFFFF47A2}"/>
                  </a:ext>
                </a:extLst>
              </p14:cNvPr>
              <p14:cNvContentPartPr/>
              <p14:nvPr/>
            </p14:nvContentPartPr>
            <p14:xfrm>
              <a:off x="6905755" y="3554452"/>
              <a:ext cx="605520" cy="3614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0AEC25B2-DE91-43C9-B413-6D7DFFFF47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51755" y="3446452"/>
                <a:ext cx="71316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D2D6317D-7AC4-465D-94E3-992A5E24C939}"/>
                  </a:ext>
                </a:extLst>
              </p14:cNvPr>
              <p14:cNvContentPartPr/>
              <p14:nvPr/>
            </p14:nvContentPartPr>
            <p14:xfrm>
              <a:off x="5828995" y="3927772"/>
              <a:ext cx="1602720" cy="723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D2D6317D-7AC4-465D-94E3-992A5E24C9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75355" y="3820132"/>
                <a:ext cx="1710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F9B30BA7-1A4E-4FE3-BAD9-4A19D9396453}"/>
                  </a:ext>
                </a:extLst>
              </p14:cNvPr>
              <p14:cNvContentPartPr/>
              <p14:nvPr/>
            </p14:nvContentPartPr>
            <p14:xfrm>
              <a:off x="6107635" y="3655972"/>
              <a:ext cx="1167120" cy="22860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F9B30BA7-1A4E-4FE3-BAD9-4A19D939645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53635" y="3547972"/>
                <a:ext cx="1274760" cy="44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108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3ACD37-4423-4A33-83DA-941AAB99B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57" y="395368"/>
            <a:ext cx="3599949" cy="51306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46DDC1E-B53D-4689-8BE5-7344E7A956E1}"/>
                  </a:ext>
                </a:extLst>
              </p14:cNvPr>
              <p14:cNvContentPartPr/>
              <p14:nvPr/>
            </p14:nvContentPartPr>
            <p14:xfrm>
              <a:off x="3955149" y="1371737"/>
              <a:ext cx="2880" cy="828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46DDC1E-B53D-4689-8BE5-7344E7A956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1149" y="1264097"/>
                <a:ext cx="11052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upo 11">
            <a:extLst>
              <a:ext uri="{FF2B5EF4-FFF2-40B4-BE49-F238E27FC236}">
                <a16:creationId xmlns:a16="http://schemas.microsoft.com/office/drawing/2014/main" id="{07475ABD-D9E3-40F0-82F4-65D4CBB1FE4E}"/>
              </a:ext>
            </a:extLst>
          </p:cNvPr>
          <p:cNvGrpSpPr/>
          <p:nvPr/>
        </p:nvGrpSpPr>
        <p:grpSpPr>
          <a:xfrm>
            <a:off x="3983229" y="1367057"/>
            <a:ext cx="430200" cy="540000"/>
            <a:chOff x="3983229" y="1367057"/>
            <a:chExt cx="430200" cy="54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EA15E1F3-6321-4C5A-834F-362EA3E20557}"/>
                    </a:ext>
                  </a:extLst>
                </p14:cNvPr>
                <p14:cNvContentPartPr/>
                <p14:nvPr/>
              </p14:nvContentPartPr>
              <p14:xfrm>
                <a:off x="3983229" y="1367057"/>
                <a:ext cx="19800" cy="49788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EA15E1F3-6321-4C5A-834F-362EA3E205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74589" y="1358057"/>
                  <a:ext cx="3744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192EBAE0-9559-4C9C-8DC9-8D3A12D8C87C}"/>
                    </a:ext>
                  </a:extLst>
                </p14:cNvPr>
                <p14:cNvContentPartPr/>
                <p14:nvPr/>
              </p14:nvContentPartPr>
              <p14:xfrm>
                <a:off x="4070349" y="1403057"/>
                <a:ext cx="58320" cy="47700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192EBAE0-9559-4C9C-8DC9-8D3A12D8C87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61709" y="1394417"/>
                  <a:ext cx="759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BD315FB-4411-4696-AEF2-AF75791E8B40}"/>
                    </a:ext>
                  </a:extLst>
                </p14:cNvPr>
                <p14:cNvContentPartPr/>
                <p14:nvPr/>
              </p14:nvContentPartPr>
              <p14:xfrm>
                <a:off x="4158549" y="1513217"/>
                <a:ext cx="58320" cy="38052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BD315FB-4411-4696-AEF2-AF75791E8B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49549" y="1504577"/>
                  <a:ext cx="759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656DCF5-40A2-4998-BBD8-D9EB0666980D}"/>
                    </a:ext>
                  </a:extLst>
                </p14:cNvPr>
                <p14:cNvContentPartPr/>
                <p14:nvPr/>
              </p14:nvContentPartPr>
              <p14:xfrm>
                <a:off x="4235229" y="1556777"/>
                <a:ext cx="56880" cy="3142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656DCF5-40A2-4998-BBD8-D9EB0666980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26589" y="1548137"/>
                  <a:ext cx="745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71F1E8C-C42F-40B2-9258-35FB0DAE5973}"/>
                    </a:ext>
                  </a:extLst>
                </p14:cNvPr>
                <p14:cNvContentPartPr/>
                <p14:nvPr/>
              </p14:nvContentPartPr>
              <p14:xfrm>
                <a:off x="4350069" y="1619777"/>
                <a:ext cx="33480" cy="2872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71F1E8C-C42F-40B2-9258-35FB0DAE59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41069" y="1610777"/>
                  <a:ext cx="51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601524B-2EA1-4DF1-A635-E558344C02E6}"/>
                    </a:ext>
                  </a:extLst>
                </p14:cNvPr>
                <p14:cNvContentPartPr/>
                <p14:nvPr/>
              </p14:nvContentPartPr>
              <p14:xfrm>
                <a:off x="4409829" y="1769537"/>
                <a:ext cx="3600" cy="12708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601524B-2EA1-4DF1-A635-E558344C02E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00829" y="1760897"/>
                  <a:ext cx="2124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E849F94C-53E7-4961-AD10-63A62328FF9F}"/>
                  </a:ext>
                </a:extLst>
              </p14:cNvPr>
              <p14:cNvContentPartPr/>
              <p14:nvPr/>
            </p14:nvContentPartPr>
            <p14:xfrm>
              <a:off x="3637989" y="1276697"/>
              <a:ext cx="69120" cy="57708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E849F94C-53E7-4961-AD10-63A62328FF9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29349" y="1268057"/>
                <a:ext cx="86760" cy="5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C5C409FE-E5A4-4525-A1CE-6435DC9D988E}"/>
                  </a:ext>
                </a:extLst>
              </p14:cNvPr>
              <p14:cNvContentPartPr/>
              <p14:nvPr/>
            </p14:nvContentPartPr>
            <p14:xfrm>
              <a:off x="3516669" y="1237457"/>
              <a:ext cx="41400" cy="69012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C5C409FE-E5A4-4525-A1CE-6435DC9D988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08029" y="1228457"/>
                <a:ext cx="5904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C77FF0AE-4DA8-4904-B1E7-52E364D81A84}"/>
                  </a:ext>
                </a:extLst>
              </p14:cNvPr>
              <p14:cNvContentPartPr/>
              <p14:nvPr/>
            </p14:nvContentPartPr>
            <p14:xfrm>
              <a:off x="3397509" y="1242497"/>
              <a:ext cx="48240" cy="658800"/>
            </p14:xfrm>
          </p:contentPart>
        </mc:Choice>
        <mc:Fallback xmlns=""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C77FF0AE-4DA8-4904-B1E7-52E364D81A8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88869" y="1233497"/>
                <a:ext cx="65880" cy="6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EFBB1768-0DFF-42EF-B6E2-3D0DE7C8F0F3}"/>
                  </a:ext>
                </a:extLst>
              </p14:cNvPr>
              <p14:cNvContentPartPr/>
              <p14:nvPr/>
            </p14:nvContentPartPr>
            <p14:xfrm>
              <a:off x="3253869" y="1290377"/>
              <a:ext cx="24480" cy="601920"/>
            </p14:xfrm>
          </p:contentPart>
        </mc:Choice>
        <mc:Fallback xmlns=""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EFBB1768-0DFF-42EF-B6E2-3D0DE7C8F0F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45229" y="1281377"/>
                <a:ext cx="42120" cy="6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D1B46D8F-F743-494C-AD5F-E048D76D18C2}"/>
                  </a:ext>
                </a:extLst>
              </p14:cNvPr>
              <p14:cNvContentPartPr/>
              <p14:nvPr/>
            </p14:nvContentPartPr>
            <p14:xfrm>
              <a:off x="3133269" y="1335377"/>
              <a:ext cx="10440" cy="54216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D1B46D8F-F743-494C-AD5F-E048D76D18C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24629" y="1326377"/>
                <a:ext cx="2808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D5DD9ED4-5034-4281-93C9-45BF185E148B}"/>
                  </a:ext>
                </a:extLst>
              </p14:cNvPr>
              <p14:cNvContentPartPr/>
              <p14:nvPr/>
            </p14:nvContentPartPr>
            <p14:xfrm>
              <a:off x="2971629" y="1340777"/>
              <a:ext cx="43200" cy="54648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D5DD9ED4-5034-4281-93C9-45BF185E148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62629" y="1332137"/>
                <a:ext cx="6084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0BF7607A-701F-42D4-BFCE-61F20A16D52C}"/>
                  </a:ext>
                </a:extLst>
              </p14:cNvPr>
              <p14:cNvContentPartPr/>
              <p14:nvPr/>
            </p14:nvContentPartPr>
            <p14:xfrm>
              <a:off x="2865789" y="1382537"/>
              <a:ext cx="14400" cy="46692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0BF7607A-701F-42D4-BFCE-61F20A16D52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856789" y="1373537"/>
                <a:ext cx="3204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AAAEA702-BB76-4062-A978-0E3FF8A11AE8}"/>
                  </a:ext>
                </a:extLst>
              </p14:cNvPr>
              <p14:cNvContentPartPr/>
              <p14:nvPr/>
            </p14:nvContentPartPr>
            <p14:xfrm>
              <a:off x="2779749" y="1433657"/>
              <a:ext cx="14400" cy="44460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AAAEA702-BB76-4062-A978-0E3FF8A11AE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71109" y="1425017"/>
                <a:ext cx="3204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7C6C4F7F-DE28-486D-B82E-AD82D9DD7F28}"/>
                  </a:ext>
                </a:extLst>
              </p14:cNvPr>
              <p14:cNvContentPartPr/>
              <p14:nvPr/>
            </p14:nvContentPartPr>
            <p14:xfrm>
              <a:off x="2692629" y="1489817"/>
              <a:ext cx="13680" cy="359280"/>
            </p14:xfrm>
          </p:contentPart>
        </mc:Choice>
        <mc:Fallback xmlns=""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7C6C4F7F-DE28-486D-B82E-AD82D9DD7F2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683989" y="1480817"/>
                <a:ext cx="3132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2DC261C4-67BB-47DF-868E-29497F39D261}"/>
                  </a:ext>
                </a:extLst>
              </p14:cNvPr>
              <p14:cNvContentPartPr/>
              <p14:nvPr/>
            </p14:nvContentPartPr>
            <p14:xfrm>
              <a:off x="2646549" y="1558937"/>
              <a:ext cx="1800" cy="305280"/>
            </p14:xfrm>
          </p:contentPart>
        </mc:Choice>
        <mc:Fallback xmlns=""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2DC261C4-67BB-47DF-868E-29497F39D26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637909" y="1550297"/>
                <a:ext cx="1944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2FB19C43-1383-435B-AFFB-3797D14CE555}"/>
                  </a:ext>
                </a:extLst>
              </p14:cNvPr>
              <p14:cNvContentPartPr/>
              <p14:nvPr/>
            </p14:nvContentPartPr>
            <p14:xfrm>
              <a:off x="2587149" y="1575137"/>
              <a:ext cx="7560" cy="266040"/>
            </p14:xfrm>
          </p:contentPart>
        </mc:Choice>
        <mc:Fallback xmlns=""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2FB19C43-1383-435B-AFFB-3797D14CE55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578149" y="1566497"/>
                <a:ext cx="252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1CE2BF66-4269-4A73-9048-271FA49F5367}"/>
                  </a:ext>
                </a:extLst>
              </p14:cNvPr>
              <p14:cNvContentPartPr/>
              <p14:nvPr/>
            </p14:nvContentPartPr>
            <p14:xfrm>
              <a:off x="2548629" y="1625897"/>
              <a:ext cx="7560" cy="28152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1CE2BF66-4269-4A73-9048-271FA49F536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539989" y="1617257"/>
                <a:ext cx="252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4D9BFE3B-EDC2-4960-8B36-699FA5036303}"/>
                  </a:ext>
                </a:extLst>
              </p14:cNvPr>
              <p14:cNvContentPartPr/>
              <p14:nvPr/>
            </p14:nvContentPartPr>
            <p14:xfrm>
              <a:off x="2512629" y="1669457"/>
              <a:ext cx="5040" cy="236160"/>
            </p14:xfrm>
          </p:contentPart>
        </mc:Choice>
        <mc:Fallback xmlns=""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4D9BFE3B-EDC2-4960-8B36-699FA503630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503989" y="1660817"/>
                <a:ext cx="22680" cy="253800"/>
              </a:xfrm>
              <a:prstGeom prst="rect">
                <a:avLst/>
              </a:prstGeom>
            </p:spPr>
          </p:pic>
        </mc:Fallback>
      </mc:AlternateContent>
      <p:pic>
        <p:nvPicPr>
          <p:cNvPr id="32" name="Imagen 31">
            <a:extLst>
              <a:ext uri="{FF2B5EF4-FFF2-40B4-BE49-F238E27FC236}">
                <a16:creationId xmlns:a16="http://schemas.microsoft.com/office/drawing/2014/main" id="{78EF9780-73CD-43FE-973A-B438E5C5A965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484266" y="181713"/>
            <a:ext cx="3840505" cy="12298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8D18640B-0343-4259-A446-96C51FFFFB01}"/>
                  </a:ext>
                </a:extLst>
              </p14:cNvPr>
              <p14:cNvContentPartPr/>
              <p14:nvPr/>
            </p14:nvContentPartPr>
            <p14:xfrm>
              <a:off x="7974042" y="1098762"/>
              <a:ext cx="645480" cy="10980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8D18640B-0343-4259-A446-96C51FFFFB0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65402" y="1090122"/>
                <a:ext cx="663120" cy="1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upo 41">
            <a:extLst>
              <a:ext uri="{FF2B5EF4-FFF2-40B4-BE49-F238E27FC236}">
                <a16:creationId xmlns:a16="http://schemas.microsoft.com/office/drawing/2014/main" id="{4B1518ED-14B3-456B-8465-96C772477268}"/>
              </a:ext>
            </a:extLst>
          </p:cNvPr>
          <p:cNvGrpSpPr/>
          <p:nvPr/>
        </p:nvGrpSpPr>
        <p:grpSpPr>
          <a:xfrm>
            <a:off x="5771202" y="1509522"/>
            <a:ext cx="1014840" cy="739080"/>
            <a:chOff x="5771202" y="1509522"/>
            <a:chExt cx="1014840" cy="73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7E3EA80D-2750-4F5E-9CB7-B18DB0105E99}"/>
                    </a:ext>
                  </a:extLst>
                </p14:cNvPr>
                <p14:cNvContentPartPr/>
                <p14:nvPr/>
              </p14:nvContentPartPr>
              <p14:xfrm>
                <a:off x="5771202" y="1682322"/>
                <a:ext cx="183600" cy="31032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7E3EA80D-2750-4F5E-9CB7-B18DB0105E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62562" y="1673682"/>
                  <a:ext cx="2012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28214D1E-2440-4A74-9425-4F4B9AB87E52}"/>
                    </a:ext>
                  </a:extLst>
                </p14:cNvPr>
                <p14:cNvContentPartPr/>
                <p14:nvPr/>
              </p14:nvContentPartPr>
              <p14:xfrm>
                <a:off x="6086562" y="1782042"/>
                <a:ext cx="137160" cy="3204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28214D1E-2440-4A74-9425-4F4B9AB87E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77922" y="1773402"/>
                  <a:ext cx="154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01D97BD1-E251-4A7F-BDC0-49781A56A71A}"/>
                    </a:ext>
                  </a:extLst>
                </p14:cNvPr>
                <p14:cNvContentPartPr/>
                <p14:nvPr/>
              </p14:nvContentPartPr>
              <p14:xfrm>
                <a:off x="6114642" y="1896522"/>
                <a:ext cx="124560" cy="468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01D97BD1-E251-4A7F-BDC0-49781A56A7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06002" y="1887522"/>
                  <a:ext cx="142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7A2D9245-3810-42E7-9D8B-D5C6F8A9ABB0}"/>
                    </a:ext>
                  </a:extLst>
                </p14:cNvPr>
                <p14:cNvContentPartPr/>
                <p14:nvPr/>
              </p14:nvContentPartPr>
              <p14:xfrm>
                <a:off x="6390762" y="1733802"/>
                <a:ext cx="25200" cy="20844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7A2D9245-3810-42E7-9D8B-D5C6F8A9ABB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82122" y="1725162"/>
                  <a:ext cx="42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D365DD48-0FCF-46D1-8E89-5885239E959E}"/>
                    </a:ext>
                  </a:extLst>
                </p14:cNvPr>
                <p14:cNvContentPartPr/>
                <p14:nvPr/>
              </p14:nvContentPartPr>
              <p14:xfrm>
                <a:off x="6473922" y="1731282"/>
                <a:ext cx="6120" cy="19476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D365DD48-0FCF-46D1-8E89-5885239E95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65282" y="1722642"/>
                  <a:ext cx="23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1FCE3847-C949-4CFA-ACC0-37BD0366231B}"/>
                    </a:ext>
                  </a:extLst>
                </p14:cNvPr>
                <p14:cNvContentPartPr/>
                <p14:nvPr/>
              </p14:nvContentPartPr>
              <p14:xfrm>
                <a:off x="6314442" y="1699962"/>
                <a:ext cx="241920" cy="6444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1FCE3847-C949-4CFA-ACC0-37BD036623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05442" y="1690962"/>
                  <a:ext cx="259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973985E0-4328-4A19-B9D8-29870D575047}"/>
                    </a:ext>
                  </a:extLst>
                </p14:cNvPr>
                <p14:cNvContentPartPr/>
                <p14:nvPr/>
              </p14:nvContentPartPr>
              <p14:xfrm>
                <a:off x="6578322" y="1509522"/>
                <a:ext cx="207720" cy="73908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973985E0-4328-4A19-B9D8-29870D57504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69682" y="1500882"/>
                  <a:ext cx="225360" cy="75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EDAABA2C-F4C6-436D-8691-5375EED0879F}"/>
                  </a:ext>
                </a:extLst>
              </p14:cNvPr>
              <p14:cNvContentPartPr/>
              <p14:nvPr/>
            </p14:nvContentPartPr>
            <p14:xfrm>
              <a:off x="6683802" y="2320962"/>
              <a:ext cx="167040" cy="96120"/>
            </p14:xfrm>
          </p:contentPart>
        </mc:Choice>
        <mc:Fallback xmlns=""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EDAABA2C-F4C6-436D-8691-5375EED0879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75162" y="2311962"/>
                <a:ext cx="18468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upo 56">
            <a:extLst>
              <a:ext uri="{FF2B5EF4-FFF2-40B4-BE49-F238E27FC236}">
                <a16:creationId xmlns:a16="http://schemas.microsoft.com/office/drawing/2014/main" id="{6408D6AA-C661-4698-8D2A-04C4FDB9790F}"/>
              </a:ext>
            </a:extLst>
          </p:cNvPr>
          <p:cNvGrpSpPr/>
          <p:nvPr/>
        </p:nvGrpSpPr>
        <p:grpSpPr>
          <a:xfrm>
            <a:off x="6799002" y="1435722"/>
            <a:ext cx="1403640" cy="648360"/>
            <a:chOff x="6799002" y="1435722"/>
            <a:chExt cx="1403640" cy="64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D0E815F-FA69-48C8-98D1-5ADC71DF3898}"/>
                    </a:ext>
                  </a:extLst>
                </p14:cNvPr>
                <p14:cNvContentPartPr/>
                <p14:nvPr/>
              </p14:nvContentPartPr>
              <p14:xfrm>
                <a:off x="6828882" y="1445082"/>
                <a:ext cx="13320" cy="11484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D0E815F-FA69-48C8-98D1-5ADC71DF38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19882" y="1436442"/>
                  <a:ext cx="30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59F335CA-517B-4B67-9570-EB6AFB4C80D7}"/>
                    </a:ext>
                  </a:extLst>
                </p14:cNvPr>
                <p14:cNvContentPartPr/>
                <p14:nvPr/>
              </p14:nvContentPartPr>
              <p14:xfrm>
                <a:off x="6889362" y="1435722"/>
                <a:ext cx="5400" cy="12852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59F335CA-517B-4B67-9570-EB6AFB4C80D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80362" y="1426722"/>
                  <a:ext cx="23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996366C-0845-4B01-9D7A-65C86A6590DA}"/>
                    </a:ext>
                  </a:extLst>
                </p14:cNvPr>
                <p14:cNvContentPartPr/>
                <p14:nvPr/>
              </p14:nvContentPartPr>
              <p14:xfrm>
                <a:off x="6799002" y="1443642"/>
                <a:ext cx="176400" cy="3204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996366C-0845-4B01-9D7A-65C86A6590D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90002" y="1435002"/>
                  <a:ext cx="194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DDD5F699-0DFE-458F-BA5C-5B3C9030CC77}"/>
                    </a:ext>
                  </a:extLst>
                </p14:cNvPr>
                <p14:cNvContentPartPr/>
                <p14:nvPr/>
              </p14:nvContentPartPr>
              <p14:xfrm>
                <a:off x="6955962" y="1759722"/>
                <a:ext cx="79200" cy="32364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DDD5F699-0DFE-458F-BA5C-5B3C9030CC7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47322" y="1750722"/>
                  <a:ext cx="968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184C98FE-04C7-4367-865D-A7568F40155C}"/>
                    </a:ext>
                  </a:extLst>
                </p14:cNvPr>
                <p14:cNvContentPartPr/>
                <p14:nvPr/>
              </p14:nvContentPartPr>
              <p14:xfrm>
                <a:off x="7128762" y="1684842"/>
                <a:ext cx="672840" cy="39924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184C98FE-04C7-4367-865D-A7568F40155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19762" y="1676202"/>
                  <a:ext cx="6904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00035C7B-A15E-4D86-885C-A5F5CEC6926D}"/>
                    </a:ext>
                  </a:extLst>
                </p14:cNvPr>
                <p14:cNvContentPartPr/>
                <p14:nvPr/>
              </p14:nvContentPartPr>
              <p14:xfrm>
                <a:off x="7253682" y="1873482"/>
                <a:ext cx="135720" cy="14112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00035C7B-A15E-4D86-885C-A5F5CEC6926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44682" y="1864482"/>
                  <a:ext cx="153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37CC0BAB-E6FD-4CE4-8155-C31C205F69B5}"/>
                    </a:ext>
                  </a:extLst>
                </p14:cNvPr>
                <p14:cNvContentPartPr/>
                <p14:nvPr/>
              </p14:nvContentPartPr>
              <p14:xfrm>
                <a:off x="7414242" y="1892922"/>
                <a:ext cx="83160" cy="9396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37CC0BAB-E6FD-4CE4-8155-C31C205F69B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05242" y="1883922"/>
                  <a:ext cx="100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D51238EB-6A5D-483B-8AAF-9D73C57CA31E}"/>
                    </a:ext>
                  </a:extLst>
                </p14:cNvPr>
                <p14:cNvContentPartPr/>
                <p14:nvPr/>
              </p14:nvContentPartPr>
              <p14:xfrm>
                <a:off x="7486962" y="1906962"/>
                <a:ext cx="106560" cy="7128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D51238EB-6A5D-483B-8AAF-9D73C57CA3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77962" y="1898322"/>
                  <a:ext cx="124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9283FF49-238C-489E-A541-DDDF51D05A93}"/>
                    </a:ext>
                  </a:extLst>
                </p14:cNvPr>
                <p14:cNvContentPartPr/>
                <p14:nvPr/>
              </p14:nvContentPartPr>
              <p14:xfrm>
                <a:off x="7652922" y="1878522"/>
                <a:ext cx="126360" cy="9684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9283FF49-238C-489E-A541-DDDF51D05A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44282" y="1869882"/>
                  <a:ext cx="144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1CEC1336-41F8-4D4F-98D2-A59B5293C377}"/>
                    </a:ext>
                  </a:extLst>
                </p14:cNvPr>
                <p14:cNvContentPartPr/>
                <p14:nvPr/>
              </p14:nvContentPartPr>
              <p14:xfrm>
                <a:off x="7645362" y="1848282"/>
                <a:ext cx="102600" cy="16020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1CEC1336-41F8-4D4F-98D2-A59B5293C37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36722" y="1839282"/>
                  <a:ext cx="120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6E7D936-BC10-4866-9292-F0C8DDB0BD69}"/>
                    </a:ext>
                  </a:extLst>
                </p14:cNvPr>
                <p14:cNvContentPartPr/>
                <p14:nvPr/>
              </p14:nvContentPartPr>
              <p14:xfrm>
                <a:off x="7818522" y="1615362"/>
                <a:ext cx="164160" cy="46008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6E7D936-BC10-4866-9292-F0C8DDB0BD6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09522" y="1606362"/>
                  <a:ext cx="1818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5B8D2FE8-DC88-42BF-B023-51BDAF873C78}"/>
                    </a:ext>
                  </a:extLst>
                </p14:cNvPr>
                <p14:cNvContentPartPr/>
                <p14:nvPr/>
              </p14:nvContentPartPr>
              <p14:xfrm>
                <a:off x="8019402" y="1603122"/>
                <a:ext cx="183240" cy="1303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5B8D2FE8-DC88-42BF-B023-51BDAF873C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10762" y="1594482"/>
                  <a:ext cx="2008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F8776B2-0FCE-4747-9448-ADA43F05F51D}"/>
              </a:ext>
            </a:extLst>
          </p:cNvPr>
          <p:cNvGrpSpPr/>
          <p:nvPr/>
        </p:nvGrpSpPr>
        <p:grpSpPr>
          <a:xfrm>
            <a:off x="8293002" y="1694562"/>
            <a:ext cx="289080" cy="338040"/>
            <a:chOff x="8293002" y="1694562"/>
            <a:chExt cx="28908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09A866F9-EB97-4BE7-9DA5-7C8B98F75833}"/>
                    </a:ext>
                  </a:extLst>
                </p14:cNvPr>
                <p14:cNvContentPartPr/>
                <p14:nvPr/>
              </p14:nvContentPartPr>
              <p14:xfrm>
                <a:off x="8293002" y="1863042"/>
                <a:ext cx="103680" cy="1256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09A866F9-EB97-4BE7-9DA5-7C8B98F7583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84002" y="1854402"/>
                  <a:ext cx="121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653B34E3-3E94-4971-95F8-70A0BF48D141}"/>
                    </a:ext>
                  </a:extLst>
                </p14:cNvPr>
                <p14:cNvContentPartPr/>
                <p14:nvPr/>
              </p14:nvContentPartPr>
              <p14:xfrm>
                <a:off x="8332242" y="1694562"/>
                <a:ext cx="31320" cy="30564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653B34E3-3E94-4971-95F8-70A0BF48D14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23602" y="1685562"/>
                  <a:ext cx="489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03755848-1E65-4057-8E5C-97E44D68B3E4}"/>
                    </a:ext>
                  </a:extLst>
                </p14:cNvPr>
                <p14:cNvContentPartPr/>
                <p14:nvPr/>
              </p14:nvContentPartPr>
              <p14:xfrm>
                <a:off x="8463282" y="1808682"/>
                <a:ext cx="118800" cy="22392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03755848-1E65-4057-8E5C-97E44D68B3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54282" y="1800042"/>
                  <a:ext cx="136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32F16B7B-83EB-4BD5-B182-146C39CE91E0}"/>
                    </a:ext>
                  </a:extLst>
                </p14:cNvPr>
                <p14:cNvContentPartPr/>
                <p14:nvPr/>
              </p14:nvContentPartPr>
              <p14:xfrm>
                <a:off x="8446002" y="1819842"/>
                <a:ext cx="131760" cy="20340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32F16B7B-83EB-4BD5-B182-146C39CE91E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37362" y="1811202"/>
                  <a:ext cx="14940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C61EB818-98EE-42BC-9262-0B16F2B40C45}"/>
                  </a:ext>
                </a:extLst>
              </p14:cNvPr>
              <p14:cNvContentPartPr/>
              <p14:nvPr/>
            </p14:nvContentPartPr>
            <p14:xfrm>
              <a:off x="8005002" y="1541922"/>
              <a:ext cx="166320" cy="216720"/>
            </p14:xfrm>
          </p:contentPart>
        </mc:Choice>
        <mc:Fallback xmlns=""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C61EB818-98EE-42BC-9262-0B16F2B40C4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987002" y="1523922"/>
                <a:ext cx="20196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CBD4EB09-7E8E-40EA-B8D3-E7113D83755C}"/>
                  </a:ext>
                </a:extLst>
              </p14:cNvPr>
              <p14:cNvContentPartPr/>
              <p14:nvPr/>
            </p14:nvContentPartPr>
            <p14:xfrm>
              <a:off x="7049202" y="1643082"/>
              <a:ext cx="278280" cy="362520"/>
            </p14:xfrm>
          </p:contentPart>
        </mc:Choice>
        <mc:Fallback xmlns=""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CBD4EB09-7E8E-40EA-B8D3-E7113D83755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031202" y="1625082"/>
                <a:ext cx="313920" cy="39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upo 74">
            <a:extLst>
              <a:ext uri="{FF2B5EF4-FFF2-40B4-BE49-F238E27FC236}">
                <a16:creationId xmlns:a16="http://schemas.microsoft.com/office/drawing/2014/main" id="{42365F84-9CA2-4C09-ADC7-778BAD9D5E0E}"/>
              </a:ext>
            </a:extLst>
          </p:cNvPr>
          <p:cNvGrpSpPr/>
          <p:nvPr/>
        </p:nvGrpSpPr>
        <p:grpSpPr>
          <a:xfrm>
            <a:off x="8895282" y="1182282"/>
            <a:ext cx="1082880" cy="1160280"/>
            <a:chOff x="8895282" y="1182282"/>
            <a:chExt cx="1082880" cy="11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5F080A36-8613-4C65-A484-454997E71914}"/>
                    </a:ext>
                  </a:extLst>
                </p14:cNvPr>
                <p14:cNvContentPartPr/>
                <p14:nvPr/>
              </p14:nvContentPartPr>
              <p14:xfrm>
                <a:off x="8895282" y="1850802"/>
                <a:ext cx="195120" cy="2952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5F080A36-8613-4C65-A484-454997E7191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86642" y="1842162"/>
                  <a:ext cx="2127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7273502A-DAE8-468A-9576-2BE1ACEFAD73}"/>
                    </a:ext>
                  </a:extLst>
                </p14:cNvPr>
                <p14:cNvContentPartPr/>
                <p14:nvPr/>
              </p14:nvContentPartPr>
              <p14:xfrm>
                <a:off x="8926602" y="1942602"/>
                <a:ext cx="156960" cy="108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7273502A-DAE8-468A-9576-2BE1ACEFAD7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7962" y="1933962"/>
                  <a:ext cx="1746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E7C844A1-9609-4B2C-AE5A-873C46CC6D88}"/>
                    </a:ext>
                  </a:extLst>
                </p14:cNvPr>
                <p14:cNvContentPartPr/>
                <p14:nvPr/>
              </p14:nvContentPartPr>
              <p14:xfrm>
                <a:off x="9309642" y="1759362"/>
                <a:ext cx="10080" cy="20268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E7C844A1-9609-4B2C-AE5A-873C46CC6D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00642" y="1750722"/>
                  <a:ext cx="27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29340CDD-BC5F-4FC9-B7A5-D792058AA0D6}"/>
                    </a:ext>
                  </a:extLst>
                </p14:cNvPr>
                <p14:cNvContentPartPr/>
                <p14:nvPr/>
              </p14:nvContentPartPr>
              <p14:xfrm>
                <a:off x="9387402" y="1741362"/>
                <a:ext cx="12600" cy="19080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29340CDD-BC5F-4FC9-B7A5-D792058AA0D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78402" y="1732362"/>
                  <a:ext cx="30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4B7CD10B-4ABB-46AB-B9F9-D7AB9AAB2DB6}"/>
                    </a:ext>
                  </a:extLst>
                </p14:cNvPr>
                <p14:cNvContentPartPr/>
                <p14:nvPr/>
              </p14:nvContentPartPr>
              <p14:xfrm>
                <a:off x="9243762" y="1684122"/>
                <a:ext cx="327240" cy="6984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4B7CD10B-4ABB-46AB-B9F9-D7AB9AAB2D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35122" y="1675122"/>
                  <a:ext cx="344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D0209EA0-88D8-46FF-8C81-97A9642FF7EF}"/>
                    </a:ext>
                  </a:extLst>
                </p14:cNvPr>
                <p14:cNvContentPartPr/>
                <p14:nvPr/>
              </p14:nvContentPartPr>
              <p14:xfrm>
                <a:off x="9519882" y="1396842"/>
                <a:ext cx="289080" cy="85140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D0209EA0-88D8-46FF-8C81-97A9642FF7E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11242" y="1388202"/>
                  <a:ext cx="30672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4C183302-A733-4219-BCF7-6887EE2FBC65}"/>
                    </a:ext>
                  </a:extLst>
                </p14:cNvPr>
                <p14:cNvContentPartPr/>
                <p14:nvPr/>
              </p14:nvContentPartPr>
              <p14:xfrm>
                <a:off x="9777642" y="2226282"/>
                <a:ext cx="103320" cy="11628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4C183302-A733-4219-BCF7-6887EE2FBC6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68642" y="2217642"/>
                  <a:ext cx="1209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B96F9483-C5D5-4BAC-9A85-DEF6DC08FE00}"/>
                    </a:ext>
                  </a:extLst>
                </p14:cNvPr>
                <p14:cNvContentPartPr/>
                <p14:nvPr/>
              </p14:nvContentPartPr>
              <p14:xfrm>
                <a:off x="9855402" y="1246722"/>
                <a:ext cx="12960" cy="12744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B96F9483-C5D5-4BAC-9A85-DEF6DC08FE0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46402" y="1237722"/>
                  <a:ext cx="30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0AE5293-DED1-4E62-BB0C-6D842F059190}"/>
                    </a:ext>
                  </a:extLst>
                </p14:cNvPr>
                <p14:cNvContentPartPr/>
                <p14:nvPr/>
              </p14:nvContentPartPr>
              <p14:xfrm>
                <a:off x="9904002" y="1233762"/>
                <a:ext cx="9000" cy="12060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0AE5293-DED1-4E62-BB0C-6D842F05919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95002" y="1225122"/>
                  <a:ext cx="26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6963B22-B3DB-421B-AC40-E7FBC1A4351C}"/>
                    </a:ext>
                  </a:extLst>
                </p14:cNvPr>
                <p14:cNvContentPartPr/>
                <p14:nvPr/>
              </p14:nvContentPartPr>
              <p14:xfrm>
                <a:off x="9801042" y="1182282"/>
                <a:ext cx="177120" cy="3816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6963B22-B3DB-421B-AC40-E7FBC1A435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92042" y="1173282"/>
                  <a:ext cx="1947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12A69F90-8AB6-48FF-8918-07FCF9653168}"/>
              </a:ext>
            </a:extLst>
          </p:cNvPr>
          <p:cNvGrpSpPr/>
          <p:nvPr/>
        </p:nvGrpSpPr>
        <p:grpSpPr>
          <a:xfrm>
            <a:off x="9804642" y="1590522"/>
            <a:ext cx="1156680" cy="309960"/>
            <a:chOff x="9804642" y="1590522"/>
            <a:chExt cx="11566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34949B4B-C33E-48F6-8374-47A3F0679E9E}"/>
                    </a:ext>
                  </a:extLst>
                </p14:cNvPr>
                <p14:cNvContentPartPr/>
                <p14:nvPr/>
              </p14:nvContentPartPr>
              <p14:xfrm>
                <a:off x="9804642" y="1701402"/>
                <a:ext cx="164880" cy="19548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34949B4B-C33E-48F6-8374-47A3F0679E9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796002" y="1692402"/>
                  <a:ext cx="182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1D7AC53-AE8D-4C21-8B7C-F49750120715}"/>
                    </a:ext>
                  </a:extLst>
                </p14:cNvPr>
                <p14:cNvContentPartPr/>
                <p14:nvPr/>
              </p14:nvContentPartPr>
              <p14:xfrm>
                <a:off x="9999762" y="1787082"/>
                <a:ext cx="140760" cy="10152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1D7AC53-AE8D-4C21-8B7C-F4975012071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90762" y="1778082"/>
                  <a:ext cx="158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DE5C39FC-984B-4DA2-861B-0B121D9F78D0}"/>
                    </a:ext>
                  </a:extLst>
                </p14:cNvPr>
                <p14:cNvContentPartPr/>
                <p14:nvPr/>
              </p14:nvContentPartPr>
              <p14:xfrm>
                <a:off x="10136202" y="1781322"/>
                <a:ext cx="178920" cy="1191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DE5C39FC-984B-4DA2-861B-0B121D9F78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27562" y="1772322"/>
                  <a:ext cx="196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30EF8942-8A2B-4F51-A643-E0C7C4795EDF}"/>
                    </a:ext>
                  </a:extLst>
                </p14:cNvPr>
                <p14:cNvContentPartPr/>
                <p14:nvPr/>
              </p14:nvContentPartPr>
              <p14:xfrm>
                <a:off x="10360842" y="1729482"/>
                <a:ext cx="152280" cy="12240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30EF8942-8A2B-4F51-A643-E0C7C4795E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51842" y="1720842"/>
                  <a:ext cx="169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8E578A7E-B107-412D-A5A2-FB8540EE23F5}"/>
                    </a:ext>
                  </a:extLst>
                </p14:cNvPr>
                <p14:cNvContentPartPr/>
                <p14:nvPr/>
              </p14:nvContentPartPr>
              <p14:xfrm>
                <a:off x="10329162" y="1690962"/>
                <a:ext cx="115920" cy="14472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8E578A7E-B107-412D-A5A2-FB8540EE23F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20522" y="1681962"/>
                  <a:ext cx="133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20F03BF4-794A-4F52-A435-0519275C55CD}"/>
                    </a:ext>
                  </a:extLst>
                </p14:cNvPr>
                <p14:cNvContentPartPr/>
                <p14:nvPr/>
              </p14:nvContentPartPr>
              <p14:xfrm>
                <a:off x="10631562" y="1724802"/>
                <a:ext cx="110160" cy="12996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20F03BF4-794A-4F52-A435-0519275C55C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22922" y="1715802"/>
                  <a:ext cx="127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1F0FCF3E-7111-4665-8061-D8BA417D2A27}"/>
                    </a:ext>
                  </a:extLst>
                </p14:cNvPr>
                <p14:cNvContentPartPr/>
                <p14:nvPr/>
              </p14:nvContentPartPr>
              <p14:xfrm>
                <a:off x="10692402" y="1590522"/>
                <a:ext cx="86400" cy="24192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1F0FCF3E-7111-4665-8061-D8BA417D2A2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83402" y="1581522"/>
                  <a:ext cx="104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F2B4CF96-3DEE-4FF0-AC3D-7C842BD6BD39}"/>
                    </a:ext>
                  </a:extLst>
                </p14:cNvPr>
                <p14:cNvContentPartPr/>
                <p14:nvPr/>
              </p14:nvContentPartPr>
              <p14:xfrm>
                <a:off x="10857642" y="1661802"/>
                <a:ext cx="103680" cy="17928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F2B4CF96-3DEE-4FF0-AC3D-7C842BD6BD3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849002" y="1652802"/>
                  <a:ext cx="121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5D4E2689-69ED-4430-819F-134602B2E796}"/>
                    </a:ext>
                  </a:extLst>
                </p14:cNvPr>
                <p14:cNvContentPartPr/>
                <p14:nvPr/>
              </p14:nvContentPartPr>
              <p14:xfrm>
                <a:off x="10825242" y="1663602"/>
                <a:ext cx="123480" cy="17136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5D4E2689-69ED-4430-819F-134602B2E79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16242" y="1654602"/>
                  <a:ext cx="14112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73309B6A-4815-4299-BE47-C03ADC3DB871}"/>
              </a:ext>
            </a:extLst>
          </p:cNvPr>
          <p:cNvGrpSpPr/>
          <p:nvPr/>
        </p:nvGrpSpPr>
        <p:grpSpPr>
          <a:xfrm>
            <a:off x="5779842" y="2650002"/>
            <a:ext cx="1472400" cy="357120"/>
            <a:chOff x="5779842" y="2650002"/>
            <a:chExt cx="147240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CE4C29AE-3415-4012-8A9D-9DE99C019054}"/>
                    </a:ext>
                  </a:extLst>
                </p14:cNvPr>
                <p14:cNvContentPartPr/>
                <p14:nvPr/>
              </p14:nvContentPartPr>
              <p14:xfrm>
                <a:off x="5779842" y="2751522"/>
                <a:ext cx="123120" cy="22608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CE4C29AE-3415-4012-8A9D-9DE99C01905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70842" y="2742882"/>
                  <a:ext cx="140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5990F238-9F8F-4863-936A-36B73E258618}"/>
                    </a:ext>
                  </a:extLst>
                </p14:cNvPr>
                <p14:cNvContentPartPr/>
                <p14:nvPr/>
              </p14:nvContentPartPr>
              <p14:xfrm>
                <a:off x="6006642" y="2846202"/>
                <a:ext cx="133200" cy="1224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5990F238-9F8F-4863-936A-36B73E25861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998002" y="2837202"/>
                  <a:ext cx="150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2D39EBC0-E37F-4314-ACA6-6EA151B80988}"/>
                    </a:ext>
                  </a:extLst>
                </p14:cNvPr>
                <p14:cNvContentPartPr/>
                <p14:nvPr/>
              </p14:nvContentPartPr>
              <p14:xfrm>
                <a:off x="6017442" y="2899122"/>
                <a:ext cx="114840" cy="2376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2D39EBC0-E37F-4314-ACA6-6EA151B809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08442" y="2890122"/>
                  <a:ext cx="132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96C9C327-B4DF-42BD-A09B-4D3CCC03FAB0}"/>
                    </a:ext>
                  </a:extLst>
                </p14:cNvPr>
                <p14:cNvContentPartPr/>
                <p14:nvPr/>
              </p14:nvContentPartPr>
              <p14:xfrm>
                <a:off x="6307602" y="2807322"/>
                <a:ext cx="20520" cy="13248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96C9C327-B4DF-42BD-A09B-4D3CCC03FAB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98962" y="2798682"/>
                  <a:ext cx="38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8BF6D112-F228-4FD4-A586-217140609FA9}"/>
                    </a:ext>
                  </a:extLst>
                </p14:cNvPr>
                <p14:cNvContentPartPr/>
                <p14:nvPr/>
              </p14:nvContentPartPr>
              <p14:xfrm>
                <a:off x="6369162" y="2799762"/>
                <a:ext cx="19080" cy="12420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8BF6D112-F228-4FD4-A586-217140609F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60522" y="2790762"/>
                  <a:ext cx="36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8D53CBD7-DDCF-45D4-A344-209F87AA2924}"/>
                    </a:ext>
                  </a:extLst>
                </p14:cNvPr>
                <p14:cNvContentPartPr/>
                <p14:nvPr/>
              </p14:nvContentPartPr>
              <p14:xfrm>
                <a:off x="6227322" y="2797962"/>
                <a:ext cx="201960" cy="396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8D53CBD7-DDCF-45D4-A344-209F87AA292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18682" y="2788962"/>
                  <a:ext cx="219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B7777B33-2999-4EED-817F-9C5DDD329CD7}"/>
                    </a:ext>
                  </a:extLst>
                </p14:cNvPr>
                <p14:cNvContentPartPr/>
                <p14:nvPr/>
              </p14:nvContentPartPr>
              <p14:xfrm>
                <a:off x="6533322" y="2650002"/>
                <a:ext cx="104400" cy="35712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B7777B33-2999-4EED-817F-9C5DDD329CD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24322" y="2641362"/>
                  <a:ext cx="122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EDA3EC0A-481D-45F4-BB87-750CFD52DC88}"/>
                    </a:ext>
                  </a:extLst>
                </p14:cNvPr>
                <p14:cNvContentPartPr/>
                <p14:nvPr/>
              </p14:nvContentPartPr>
              <p14:xfrm>
                <a:off x="6601722" y="2840802"/>
                <a:ext cx="165960" cy="2016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EDA3EC0A-481D-45F4-BB87-750CFD52DC8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93082" y="2832162"/>
                  <a:ext cx="183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63D28DC0-CEF6-4BD3-B6CC-A5E82F353DD3}"/>
                    </a:ext>
                  </a:extLst>
                </p14:cNvPr>
                <p14:cNvContentPartPr/>
                <p14:nvPr/>
              </p14:nvContentPartPr>
              <p14:xfrm>
                <a:off x="6846522" y="2778162"/>
                <a:ext cx="257760" cy="16308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63D28DC0-CEF6-4BD3-B6CC-A5E82F353DD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37882" y="2769522"/>
                  <a:ext cx="275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56F515D3-49BD-49B3-B156-9787905B268E}"/>
                    </a:ext>
                  </a:extLst>
                </p14:cNvPr>
                <p14:cNvContentPartPr/>
                <p14:nvPr/>
              </p14:nvContentPartPr>
              <p14:xfrm>
                <a:off x="7126602" y="2782482"/>
                <a:ext cx="125640" cy="14400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56F515D3-49BD-49B3-B156-9787905B268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17602" y="2773482"/>
                  <a:ext cx="14328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21BCAC73-AF63-4AB9-9DED-8E7D28CA50F5}"/>
              </a:ext>
            </a:extLst>
          </p:cNvPr>
          <p:cNvGrpSpPr/>
          <p:nvPr/>
        </p:nvGrpSpPr>
        <p:grpSpPr>
          <a:xfrm>
            <a:off x="7328202" y="2644242"/>
            <a:ext cx="285840" cy="319320"/>
            <a:chOff x="7328202" y="2644242"/>
            <a:chExt cx="28584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F8E1DC5B-C270-4230-854B-6CC1AE462462}"/>
                    </a:ext>
                  </a:extLst>
                </p14:cNvPr>
                <p14:cNvContentPartPr/>
                <p14:nvPr/>
              </p14:nvContentPartPr>
              <p14:xfrm>
                <a:off x="7329282" y="2742882"/>
                <a:ext cx="122400" cy="19872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F8E1DC5B-C270-4230-854B-6CC1AE46246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20282" y="2734242"/>
                  <a:ext cx="140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35D0DF8C-9579-424E-AB28-CA3BBE38199E}"/>
                    </a:ext>
                  </a:extLst>
                </p14:cNvPr>
                <p14:cNvContentPartPr/>
                <p14:nvPr/>
              </p14:nvContentPartPr>
              <p14:xfrm>
                <a:off x="7328202" y="2778882"/>
                <a:ext cx="136080" cy="12348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35D0DF8C-9579-424E-AB28-CA3BBE38199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19202" y="2770242"/>
                  <a:ext cx="153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EF51CD0F-EA79-45E5-9DD5-9B96F64DA25A}"/>
                    </a:ext>
                  </a:extLst>
                </p14:cNvPr>
                <p14:cNvContentPartPr/>
                <p14:nvPr/>
              </p14:nvContentPartPr>
              <p14:xfrm>
                <a:off x="7430082" y="2644242"/>
                <a:ext cx="183960" cy="31932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EF51CD0F-EA79-45E5-9DD5-9B96F64DA25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21442" y="2635242"/>
                  <a:ext cx="20160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4A2619B5-C4E7-4E30-81F2-7C51577DFD86}"/>
              </a:ext>
            </a:extLst>
          </p:cNvPr>
          <p:cNvGrpSpPr/>
          <p:nvPr/>
        </p:nvGrpSpPr>
        <p:grpSpPr>
          <a:xfrm>
            <a:off x="7791882" y="2417082"/>
            <a:ext cx="238320" cy="920880"/>
            <a:chOff x="7791882" y="2417082"/>
            <a:chExt cx="238320" cy="9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C3FBA7D7-127A-46D5-B47C-79D76872C7D6}"/>
                    </a:ext>
                  </a:extLst>
                </p14:cNvPr>
                <p14:cNvContentPartPr/>
                <p14:nvPr/>
              </p14:nvContentPartPr>
              <p14:xfrm>
                <a:off x="7791882" y="2574042"/>
                <a:ext cx="37440" cy="54288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C3FBA7D7-127A-46D5-B47C-79D76872C7D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82882" y="2565042"/>
                  <a:ext cx="5508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E1CEA4B5-04AA-4604-ADD8-5B905E5BBDBD}"/>
                    </a:ext>
                  </a:extLst>
                </p14:cNvPr>
                <p14:cNvContentPartPr/>
                <p14:nvPr/>
              </p14:nvContentPartPr>
              <p14:xfrm>
                <a:off x="7903842" y="3195762"/>
                <a:ext cx="126360" cy="14220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E1CEA4B5-04AA-4604-ADD8-5B905E5BBDB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95202" y="3187122"/>
                  <a:ext cx="144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80B4BD4C-E67D-4445-8160-F0715E0D3E33}"/>
                    </a:ext>
                  </a:extLst>
                </p14:cNvPr>
                <p14:cNvContentPartPr/>
                <p14:nvPr/>
              </p14:nvContentPartPr>
              <p14:xfrm>
                <a:off x="7867122" y="2441202"/>
                <a:ext cx="3240" cy="11196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80B4BD4C-E67D-4445-8160-F0715E0D3E3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58122" y="2432562"/>
                  <a:ext cx="20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5BCA9F48-3493-4CB1-AD61-D13A1E9451B2}"/>
                    </a:ext>
                  </a:extLst>
                </p14:cNvPr>
                <p14:cNvContentPartPr/>
                <p14:nvPr/>
              </p14:nvContentPartPr>
              <p14:xfrm>
                <a:off x="7921482" y="2417082"/>
                <a:ext cx="10800" cy="13608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5BCA9F48-3493-4CB1-AD61-D13A1E9451B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12842" y="2408442"/>
                  <a:ext cx="28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78D366FE-88CE-40F7-A300-8829317A0F86}"/>
                    </a:ext>
                  </a:extLst>
                </p14:cNvPr>
                <p14:cNvContentPartPr/>
                <p14:nvPr/>
              </p14:nvContentPartPr>
              <p14:xfrm>
                <a:off x="7801242" y="2432202"/>
                <a:ext cx="177120" cy="2268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78D366FE-88CE-40F7-A300-8829317A0F8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92242" y="2423562"/>
                  <a:ext cx="19476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4F714137-4F4A-4A07-A84F-A981B2BB39C5}"/>
              </a:ext>
            </a:extLst>
          </p:cNvPr>
          <p:cNvGrpSpPr/>
          <p:nvPr/>
        </p:nvGrpSpPr>
        <p:grpSpPr>
          <a:xfrm>
            <a:off x="8141082" y="2649282"/>
            <a:ext cx="762120" cy="567720"/>
            <a:chOff x="8141082" y="2649282"/>
            <a:chExt cx="76212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40C5E786-5BB6-43E8-B60F-29182F51088E}"/>
                    </a:ext>
                  </a:extLst>
                </p14:cNvPr>
                <p14:cNvContentPartPr/>
                <p14:nvPr/>
              </p14:nvContentPartPr>
              <p14:xfrm>
                <a:off x="8141082" y="2858802"/>
                <a:ext cx="152640" cy="1548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40C5E786-5BB6-43E8-B60F-29182F5108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32082" y="2850162"/>
                  <a:ext cx="170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F909B156-78E3-40F0-9E14-E1045BAFA669}"/>
                    </a:ext>
                  </a:extLst>
                </p14:cNvPr>
                <p14:cNvContentPartPr/>
                <p14:nvPr/>
              </p14:nvContentPartPr>
              <p14:xfrm>
                <a:off x="8147922" y="2937282"/>
                <a:ext cx="160200" cy="1692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F909B156-78E3-40F0-9E14-E1045BAFA66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139282" y="2928282"/>
                  <a:ext cx="177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5C48D188-F682-4BEC-90C8-AF2470EC987B}"/>
                    </a:ext>
                  </a:extLst>
                </p14:cNvPr>
                <p14:cNvContentPartPr/>
                <p14:nvPr/>
              </p14:nvContentPartPr>
              <p14:xfrm>
                <a:off x="8458602" y="2797242"/>
                <a:ext cx="10800" cy="22140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5C48D188-F682-4BEC-90C8-AF2470EC98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449602" y="2788242"/>
                  <a:ext cx="28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0DE8F15-1444-4A03-AE42-825FBCE16169}"/>
                    </a:ext>
                  </a:extLst>
                </p14:cNvPr>
                <p14:cNvContentPartPr/>
                <p14:nvPr/>
              </p14:nvContentPartPr>
              <p14:xfrm>
                <a:off x="8503242" y="2826402"/>
                <a:ext cx="18360" cy="18504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0DE8F15-1444-4A03-AE42-825FBCE1616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94602" y="2817402"/>
                  <a:ext cx="360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BE76E1A8-96C7-4DD3-AB7F-F9A0CE7AFD5F}"/>
                    </a:ext>
                  </a:extLst>
                </p14:cNvPr>
                <p14:cNvContentPartPr/>
                <p14:nvPr/>
              </p14:nvContentPartPr>
              <p14:xfrm>
                <a:off x="8384802" y="2806602"/>
                <a:ext cx="213480" cy="2484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BE76E1A8-96C7-4DD3-AB7F-F9A0CE7AFD5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76162" y="2797602"/>
                  <a:ext cx="231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150E75B-CB9F-472A-9FBD-541FE193E309}"/>
                    </a:ext>
                  </a:extLst>
                </p14:cNvPr>
                <p14:cNvContentPartPr/>
                <p14:nvPr/>
              </p14:nvContentPartPr>
              <p14:xfrm>
                <a:off x="8694762" y="2649282"/>
                <a:ext cx="208440" cy="56772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150E75B-CB9F-472A-9FBD-541FE193E30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86122" y="2640282"/>
                  <a:ext cx="226080" cy="58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03251444-34E1-46BD-AFE6-B6EA592478E4}"/>
              </a:ext>
            </a:extLst>
          </p:cNvPr>
          <p:cNvGrpSpPr/>
          <p:nvPr/>
        </p:nvGrpSpPr>
        <p:grpSpPr>
          <a:xfrm>
            <a:off x="8862522" y="2853762"/>
            <a:ext cx="775080" cy="142920"/>
            <a:chOff x="8862522" y="2853762"/>
            <a:chExt cx="77508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9B53B198-6C96-4E97-94A9-060E0A13DA54}"/>
                    </a:ext>
                  </a:extLst>
                </p14:cNvPr>
                <p14:cNvContentPartPr/>
                <p14:nvPr/>
              </p14:nvContentPartPr>
              <p14:xfrm>
                <a:off x="8862522" y="2952762"/>
                <a:ext cx="119880" cy="828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9B53B198-6C96-4E97-94A9-060E0A13DA5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53882" y="2943762"/>
                  <a:ext cx="137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EB9E16C3-43D1-470C-8D62-9B53ABB0A7C7}"/>
                    </a:ext>
                  </a:extLst>
                </p14:cNvPr>
                <p14:cNvContentPartPr/>
                <p14:nvPr/>
              </p14:nvContentPartPr>
              <p14:xfrm>
                <a:off x="9040722" y="2876082"/>
                <a:ext cx="199080" cy="12060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EB9E16C3-43D1-470C-8D62-9B53ABB0A7C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32082" y="2867442"/>
                  <a:ext cx="216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1BDEE8C6-E1DC-4E62-AEB4-F4ED635065E1}"/>
                    </a:ext>
                  </a:extLst>
                </p14:cNvPr>
                <p14:cNvContentPartPr/>
                <p14:nvPr/>
              </p14:nvContentPartPr>
              <p14:xfrm>
                <a:off x="9336642" y="2853762"/>
                <a:ext cx="113040" cy="14148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1BDEE8C6-E1DC-4E62-AEB4-F4ED635065E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327642" y="2845122"/>
                  <a:ext cx="130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BED38D1B-C1CA-478F-8CDC-3FD598DC3869}"/>
                    </a:ext>
                  </a:extLst>
                </p14:cNvPr>
                <p14:cNvContentPartPr/>
                <p14:nvPr/>
              </p14:nvContentPartPr>
              <p14:xfrm>
                <a:off x="9550482" y="2869242"/>
                <a:ext cx="1440" cy="12168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BED38D1B-C1CA-478F-8CDC-3FD598DC386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541842" y="2860602"/>
                  <a:ext cx="19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9D53448B-D69E-4564-B18D-87EE5BAFB5A3}"/>
                    </a:ext>
                  </a:extLst>
                </p14:cNvPr>
                <p14:cNvContentPartPr/>
                <p14:nvPr/>
              </p14:nvContentPartPr>
              <p14:xfrm>
                <a:off x="9605922" y="2862402"/>
                <a:ext cx="7920" cy="1249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9D53448B-D69E-4564-B18D-87EE5BAFB5A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97282" y="2853762"/>
                  <a:ext cx="255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4FD07B7B-C61D-48ED-9886-8F3813AEC24C}"/>
                    </a:ext>
                  </a:extLst>
                </p14:cNvPr>
                <p14:cNvContentPartPr/>
                <p14:nvPr/>
              </p14:nvContentPartPr>
              <p14:xfrm>
                <a:off x="9489282" y="2866722"/>
                <a:ext cx="148320" cy="1512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4FD07B7B-C61D-48ED-9886-8F3813AEC24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80642" y="2857722"/>
                  <a:ext cx="16596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B768B886-110B-4984-A292-C143FDF1F534}"/>
                  </a:ext>
                </a:extLst>
              </p14:cNvPr>
              <p14:cNvContentPartPr/>
              <p14:nvPr/>
            </p14:nvContentPartPr>
            <p14:xfrm>
              <a:off x="7778562" y="2440482"/>
              <a:ext cx="225720" cy="154800"/>
            </p14:xfrm>
          </p:contentPart>
        </mc:Choice>
        <mc:Fallback xmlns=""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B768B886-110B-4984-A292-C143FDF1F53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724922" y="2332482"/>
                <a:ext cx="3333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7F425EB9-DC39-4570-B176-AAC75FB9B84D}"/>
                  </a:ext>
                </a:extLst>
              </p14:cNvPr>
              <p14:cNvContentPartPr/>
              <p14:nvPr/>
            </p14:nvContentPartPr>
            <p14:xfrm>
              <a:off x="9507642" y="2885442"/>
              <a:ext cx="128160" cy="110520"/>
            </p14:xfrm>
          </p:contentPart>
        </mc:Choice>
        <mc:Fallback xmlns=""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7F425EB9-DC39-4570-B176-AAC75FB9B84D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454002" y="2777442"/>
                <a:ext cx="23580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BCBCF24A-5B89-452B-8F72-A7BF8DB619B3}"/>
                  </a:ext>
                </a:extLst>
              </p14:cNvPr>
              <p14:cNvContentPartPr/>
              <p14:nvPr/>
            </p14:nvContentPartPr>
            <p14:xfrm>
              <a:off x="9839202" y="2944482"/>
              <a:ext cx="217080" cy="28440"/>
            </p14:xfrm>
          </p:contentPart>
        </mc:Choice>
        <mc:Fallback xmlns=""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BCBCF24A-5B89-452B-8F72-A7BF8DB619B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821202" y="2926482"/>
                <a:ext cx="2527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DA0661D5-EFFD-4F14-AB9C-75028072BCEC}"/>
                  </a:ext>
                </a:extLst>
              </p14:cNvPr>
              <p14:cNvContentPartPr/>
              <p14:nvPr/>
            </p14:nvContentPartPr>
            <p14:xfrm>
              <a:off x="10118922" y="2732802"/>
              <a:ext cx="108360" cy="365400"/>
            </p14:xfrm>
          </p:contentPart>
        </mc:Choice>
        <mc:Fallback xmlns=""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DA0661D5-EFFD-4F14-AB9C-75028072BCE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101282" y="2715162"/>
                <a:ext cx="1440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44049178-DB6D-4AAE-A3BA-72E56DCAAECE}"/>
                  </a:ext>
                </a:extLst>
              </p14:cNvPr>
              <p14:cNvContentPartPr/>
              <p14:nvPr/>
            </p14:nvContentPartPr>
            <p14:xfrm>
              <a:off x="7866402" y="3228522"/>
              <a:ext cx="201960" cy="153000"/>
            </p14:xfrm>
          </p:contentPart>
        </mc:Choice>
        <mc:Fallback xmlns=""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44049178-DB6D-4AAE-A3BA-72E56DCAAEC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812402" y="3120882"/>
                <a:ext cx="30960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A37A3E6A-2D36-47DC-96EB-E8B816199503}"/>
                  </a:ext>
                </a:extLst>
              </p14:cNvPr>
              <p14:cNvContentPartPr/>
              <p14:nvPr/>
            </p14:nvContentPartPr>
            <p14:xfrm>
              <a:off x="10813362" y="2860602"/>
              <a:ext cx="184320" cy="145080"/>
            </p14:xfrm>
          </p:contentPart>
        </mc:Choice>
        <mc:Fallback xmlns=""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A37A3E6A-2D36-47DC-96EB-E8B81619950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759722" y="2752962"/>
                <a:ext cx="291960" cy="36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upo 139">
            <a:extLst>
              <a:ext uri="{FF2B5EF4-FFF2-40B4-BE49-F238E27FC236}">
                <a16:creationId xmlns:a16="http://schemas.microsoft.com/office/drawing/2014/main" id="{8D424C34-F87E-4F8E-9630-3E22C1E3770E}"/>
              </a:ext>
            </a:extLst>
          </p:cNvPr>
          <p:cNvGrpSpPr/>
          <p:nvPr/>
        </p:nvGrpSpPr>
        <p:grpSpPr>
          <a:xfrm>
            <a:off x="10195602" y="2516082"/>
            <a:ext cx="1112400" cy="689760"/>
            <a:chOff x="10195602" y="2516082"/>
            <a:chExt cx="1112400" cy="68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396BAE36-80CF-4B89-9DBA-8CA0BAB8F98B}"/>
                    </a:ext>
                  </a:extLst>
                </p14:cNvPr>
                <p14:cNvContentPartPr/>
                <p14:nvPr/>
              </p14:nvContentPartPr>
              <p14:xfrm>
                <a:off x="10195602" y="2932962"/>
                <a:ext cx="112320" cy="612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396BAE36-80CF-4B89-9DBA-8CA0BAB8F9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86602" y="2923962"/>
                  <a:ext cx="129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6CFAD000-C78E-4D35-A510-447BD2447C8A}"/>
                    </a:ext>
                  </a:extLst>
                </p14:cNvPr>
                <p14:cNvContentPartPr/>
                <p14:nvPr/>
              </p14:nvContentPartPr>
              <p14:xfrm>
                <a:off x="10350402" y="2859882"/>
                <a:ext cx="250560" cy="13104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6CFAD000-C78E-4D35-A510-447BD2447C8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41762" y="2850882"/>
                  <a:ext cx="268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6C976E57-D53E-4CBD-9105-2DFF71B5F29E}"/>
                    </a:ext>
                  </a:extLst>
                </p14:cNvPr>
                <p14:cNvContentPartPr/>
                <p14:nvPr/>
              </p14:nvContentPartPr>
              <p14:xfrm>
                <a:off x="10651002" y="2854482"/>
                <a:ext cx="124200" cy="14760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6C976E57-D53E-4CBD-9105-2DFF71B5F29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642002" y="2845482"/>
                  <a:ext cx="141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43F327D3-3FFE-473A-B031-13568C061EE2}"/>
                    </a:ext>
                  </a:extLst>
                </p14:cNvPr>
                <p14:cNvContentPartPr/>
                <p14:nvPr/>
              </p14:nvContentPartPr>
              <p14:xfrm>
                <a:off x="10871322" y="2859162"/>
                <a:ext cx="135720" cy="8928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43F327D3-3FFE-473A-B031-13568C061EE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62322" y="2850162"/>
                  <a:ext cx="153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7B593216-EA65-4359-9C57-3479D71E2A16}"/>
                    </a:ext>
                  </a:extLst>
                </p14:cNvPr>
                <p14:cNvContentPartPr/>
                <p14:nvPr/>
              </p14:nvContentPartPr>
              <p14:xfrm>
                <a:off x="11044122" y="2676642"/>
                <a:ext cx="156960" cy="40356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7B593216-EA65-4359-9C57-3479D71E2A1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035122" y="2668002"/>
                  <a:ext cx="1746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1113EDC9-795C-4FCC-B73A-8950FCD783BD}"/>
                    </a:ext>
                  </a:extLst>
                </p14:cNvPr>
                <p14:cNvContentPartPr/>
                <p14:nvPr/>
              </p14:nvContentPartPr>
              <p14:xfrm>
                <a:off x="11048802" y="2516082"/>
                <a:ext cx="259200" cy="68976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1113EDC9-795C-4FCC-B73A-8950FCD783B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039802" y="2507082"/>
                  <a:ext cx="276840" cy="70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upo 146">
            <a:extLst>
              <a:ext uri="{FF2B5EF4-FFF2-40B4-BE49-F238E27FC236}">
                <a16:creationId xmlns:a16="http://schemas.microsoft.com/office/drawing/2014/main" id="{FA317185-1AA7-439D-AC83-17A5C9E2517A}"/>
              </a:ext>
            </a:extLst>
          </p:cNvPr>
          <p:cNvGrpSpPr/>
          <p:nvPr/>
        </p:nvGrpSpPr>
        <p:grpSpPr>
          <a:xfrm>
            <a:off x="5835642" y="3735762"/>
            <a:ext cx="695160" cy="316800"/>
            <a:chOff x="5835642" y="3735762"/>
            <a:chExt cx="69516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D1D9557E-142D-46B2-93DA-43F5CB5E9796}"/>
                    </a:ext>
                  </a:extLst>
                </p14:cNvPr>
                <p14:cNvContentPartPr/>
                <p14:nvPr/>
              </p14:nvContentPartPr>
              <p14:xfrm>
                <a:off x="5835642" y="3735762"/>
                <a:ext cx="127440" cy="31572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D1D9557E-142D-46B2-93DA-43F5CB5E979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27002" y="3726762"/>
                  <a:ext cx="1450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8985A8D0-285F-4BAE-85EE-799A315182AC}"/>
                    </a:ext>
                  </a:extLst>
                </p14:cNvPr>
                <p14:cNvContentPartPr/>
                <p14:nvPr/>
              </p14:nvContentPartPr>
              <p14:xfrm>
                <a:off x="6064242" y="3908202"/>
                <a:ext cx="111240" cy="2088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8985A8D0-285F-4BAE-85EE-799A315182A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055242" y="3899562"/>
                  <a:ext cx="128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B6CAD70B-997E-4CFA-8632-386963BB2608}"/>
                    </a:ext>
                  </a:extLst>
                </p14:cNvPr>
                <p14:cNvContentPartPr/>
                <p14:nvPr/>
              </p14:nvContentPartPr>
              <p14:xfrm>
                <a:off x="6060282" y="4012242"/>
                <a:ext cx="109440" cy="1152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B6CAD70B-997E-4CFA-8632-386963BB260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051282" y="4003602"/>
                  <a:ext cx="127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560946A0-92D8-43C6-90B9-033A70A42D1F}"/>
                    </a:ext>
                  </a:extLst>
                </p14:cNvPr>
                <p14:cNvContentPartPr/>
                <p14:nvPr/>
              </p14:nvContentPartPr>
              <p14:xfrm>
                <a:off x="6365202" y="3842322"/>
                <a:ext cx="20160" cy="21024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560946A0-92D8-43C6-90B9-033A70A42D1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356562" y="3833322"/>
                  <a:ext cx="37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7FDB2043-D78C-40E9-81E4-F8AE5AD7DE4B}"/>
                    </a:ext>
                  </a:extLst>
                </p14:cNvPr>
                <p14:cNvContentPartPr/>
                <p14:nvPr/>
              </p14:nvContentPartPr>
              <p14:xfrm>
                <a:off x="6462762" y="3842322"/>
                <a:ext cx="8640" cy="16272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7FDB2043-D78C-40E9-81E4-F8AE5AD7DE4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453762" y="3833322"/>
                  <a:ext cx="262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A142907E-8C3D-424C-B372-67C4D1A21013}"/>
                    </a:ext>
                  </a:extLst>
                </p14:cNvPr>
                <p14:cNvContentPartPr/>
                <p14:nvPr/>
              </p14:nvContentPartPr>
              <p14:xfrm>
                <a:off x="6298242" y="3801642"/>
                <a:ext cx="232560" cy="3816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A142907E-8C3D-424C-B372-67C4D1A2101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89242" y="3793002"/>
                  <a:ext cx="2502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F802834C-3FDC-48E8-BC16-69F56A41B437}"/>
                  </a:ext>
                </a:extLst>
              </p14:cNvPr>
              <p14:cNvContentPartPr/>
              <p14:nvPr/>
            </p14:nvContentPartPr>
            <p14:xfrm>
              <a:off x="6655362" y="3654042"/>
              <a:ext cx="204840" cy="472320"/>
            </p14:xfrm>
          </p:contentPart>
        </mc:Choice>
        <mc:Fallback xmlns=""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F802834C-3FDC-48E8-BC16-69F56A41B43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646722" y="3645042"/>
                <a:ext cx="222480" cy="48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upo 153">
            <a:extLst>
              <a:ext uri="{FF2B5EF4-FFF2-40B4-BE49-F238E27FC236}">
                <a16:creationId xmlns:a16="http://schemas.microsoft.com/office/drawing/2014/main" id="{3E3914B9-33B1-43EC-8E00-32541A95B787}"/>
              </a:ext>
            </a:extLst>
          </p:cNvPr>
          <p:cNvGrpSpPr/>
          <p:nvPr/>
        </p:nvGrpSpPr>
        <p:grpSpPr>
          <a:xfrm>
            <a:off x="9409362" y="115602"/>
            <a:ext cx="2358000" cy="653400"/>
            <a:chOff x="9409362" y="115602"/>
            <a:chExt cx="2358000" cy="65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45D89F06-F6E7-45D3-8B3B-ECB07C5C551E}"/>
                    </a:ext>
                  </a:extLst>
                </p14:cNvPr>
                <p14:cNvContentPartPr/>
                <p14:nvPr/>
              </p14:nvContentPartPr>
              <p14:xfrm>
                <a:off x="9653802" y="115602"/>
                <a:ext cx="62640" cy="65340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45D89F06-F6E7-45D3-8B3B-ECB07C5C551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644802" y="106602"/>
                  <a:ext cx="8028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6DE818B5-D8B6-4DC2-85D8-9FFFAA665534}"/>
                    </a:ext>
                  </a:extLst>
                </p14:cNvPr>
                <p14:cNvContentPartPr/>
                <p14:nvPr/>
              </p14:nvContentPartPr>
              <p14:xfrm>
                <a:off x="9409362" y="384522"/>
                <a:ext cx="2077560" cy="9612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6DE818B5-D8B6-4DC2-85D8-9FFFAA66553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400362" y="375882"/>
                  <a:ext cx="2095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875D2761-90C3-4BCE-8C8D-47D1CCB88648}"/>
                    </a:ext>
                  </a:extLst>
                </p14:cNvPr>
                <p14:cNvContentPartPr/>
                <p14:nvPr/>
              </p14:nvContentPartPr>
              <p14:xfrm>
                <a:off x="11363802" y="271122"/>
                <a:ext cx="152640" cy="24372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875D2761-90C3-4BCE-8C8D-47D1CCB8864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355162" y="262482"/>
                  <a:ext cx="170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1F998D43-0C1E-4515-9CDA-C8E458F2DCA8}"/>
                    </a:ext>
                  </a:extLst>
                </p14:cNvPr>
                <p14:cNvContentPartPr/>
                <p14:nvPr/>
              </p14:nvContentPartPr>
              <p14:xfrm>
                <a:off x="11583042" y="342402"/>
                <a:ext cx="184320" cy="19620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1F998D43-0C1E-4515-9CDA-C8E458F2DCA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574042" y="333762"/>
                  <a:ext cx="201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70DC1D6C-B1AB-4291-8F7B-1B5F5722A898}"/>
                    </a:ext>
                  </a:extLst>
                </p14:cNvPr>
                <p14:cNvContentPartPr/>
                <p14:nvPr/>
              </p14:nvContentPartPr>
              <p14:xfrm>
                <a:off x="11587002" y="336282"/>
                <a:ext cx="110880" cy="18000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70DC1D6C-B1AB-4291-8F7B-1B5F5722A89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578002" y="327642"/>
                  <a:ext cx="12852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upo 159">
            <a:extLst>
              <a:ext uri="{FF2B5EF4-FFF2-40B4-BE49-F238E27FC236}">
                <a16:creationId xmlns:a16="http://schemas.microsoft.com/office/drawing/2014/main" id="{8DDA7158-6211-46A0-A1A8-A2A150046D01}"/>
              </a:ext>
            </a:extLst>
          </p:cNvPr>
          <p:cNvGrpSpPr/>
          <p:nvPr/>
        </p:nvGrpSpPr>
        <p:grpSpPr>
          <a:xfrm>
            <a:off x="9430242" y="24522"/>
            <a:ext cx="470520" cy="241200"/>
            <a:chOff x="9430242" y="24522"/>
            <a:chExt cx="47052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E494C86C-21DB-4447-8D53-67E15D8D5DC6}"/>
                    </a:ext>
                  </a:extLst>
                </p14:cNvPr>
                <p14:cNvContentPartPr/>
                <p14:nvPr/>
              </p14:nvContentPartPr>
              <p14:xfrm>
                <a:off x="9608082" y="51882"/>
                <a:ext cx="154080" cy="7596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E494C86C-21DB-4447-8D53-67E15D8D5DC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99082" y="43242"/>
                  <a:ext cx="171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5A3AF56F-FE74-4796-8FBB-0FEFFAF64B52}"/>
                    </a:ext>
                  </a:extLst>
                </p14:cNvPr>
                <p14:cNvContentPartPr/>
                <p14:nvPr/>
              </p14:nvContentPartPr>
              <p14:xfrm>
                <a:off x="9817242" y="24522"/>
                <a:ext cx="83520" cy="15660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5A3AF56F-FE74-4796-8FBB-0FEFFAF64B5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808242" y="15882"/>
                  <a:ext cx="101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8E62F3A4-1629-402F-8B7A-D5E0E798D103}"/>
                    </a:ext>
                  </a:extLst>
                </p14:cNvPr>
                <p14:cNvContentPartPr/>
                <p14:nvPr/>
              </p14:nvContentPartPr>
              <p14:xfrm>
                <a:off x="9624282" y="222882"/>
                <a:ext cx="126360" cy="648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8E62F3A4-1629-402F-8B7A-D5E0E798D10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15282" y="214242"/>
                  <a:ext cx="144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4CCC9C63-BB94-4E71-BEB2-1B300D5AD578}"/>
                    </a:ext>
                  </a:extLst>
                </p14:cNvPr>
                <p14:cNvContentPartPr/>
                <p14:nvPr/>
              </p14:nvContentPartPr>
              <p14:xfrm>
                <a:off x="9430242" y="181842"/>
                <a:ext cx="52920" cy="8388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4CCC9C63-BB94-4E71-BEB2-1B300D5AD57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421242" y="172842"/>
                  <a:ext cx="7056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AC73840B-7DA4-4C34-9FD0-A452EAE2FBBD}"/>
              </a:ext>
            </a:extLst>
          </p:cNvPr>
          <p:cNvGrpSpPr/>
          <p:nvPr/>
        </p:nvGrpSpPr>
        <p:grpSpPr>
          <a:xfrm>
            <a:off x="9279402" y="688362"/>
            <a:ext cx="432000" cy="115200"/>
            <a:chOff x="9279402" y="688362"/>
            <a:chExt cx="432000" cy="11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91D43862-47F4-42DC-B96B-AC8A031F04CA}"/>
                    </a:ext>
                  </a:extLst>
                </p14:cNvPr>
                <p14:cNvContentPartPr/>
                <p14:nvPr/>
              </p14:nvContentPartPr>
              <p14:xfrm>
                <a:off x="9599802" y="700962"/>
                <a:ext cx="111600" cy="792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91D43862-47F4-42DC-B96B-AC8A031F04C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91162" y="691962"/>
                  <a:ext cx="129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D9C57DB2-FC38-42E4-A479-CAFFA6BB8D48}"/>
                    </a:ext>
                  </a:extLst>
                </p14:cNvPr>
                <p14:cNvContentPartPr/>
                <p14:nvPr/>
              </p14:nvContentPartPr>
              <p14:xfrm>
                <a:off x="9279402" y="719682"/>
                <a:ext cx="89280" cy="648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D9C57DB2-FC38-42E4-A479-CAFFA6BB8D4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70402" y="711042"/>
                  <a:ext cx="106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CA8E8873-18BB-4AA1-B6AB-11E9C76C2EAB}"/>
                    </a:ext>
                  </a:extLst>
                </p14:cNvPr>
                <p14:cNvContentPartPr/>
                <p14:nvPr/>
              </p14:nvContentPartPr>
              <p14:xfrm>
                <a:off x="9452202" y="688362"/>
                <a:ext cx="29160" cy="11520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CA8E8873-18BB-4AA1-B6AB-11E9C76C2EA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443202" y="679362"/>
                  <a:ext cx="4680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C64C3EAA-049A-4CE3-9AEA-984BCFEC512E}"/>
                  </a:ext>
                </a:extLst>
              </p14:cNvPr>
              <p14:cNvContentPartPr/>
              <p14:nvPr/>
            </p14:nvContentPartPr>
            <p14:xfrm>
              <a:off x="10786722" y="362202"/>
              <a:ext cx="3600" cy="121680"/>
            </p14:xfrm>
          </p:contentPart>
        </mc:Choice>
        <mc:Fallback xmlns=""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C64C3EAA-049A-4CE3-9AEA-984BCFEC512E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768722" y="344202"/>
                <a:ext cx="3924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C5B4D683-18EF-42DB-87F6-8CCF553750E9}"/>
                  </a:ext>
                </a:extLst>
              </p14:cNvPr>
              <p14:cNvContentPartPr/>
              <p14:nvPr/>
            </p14:nvContentPartPr>
            <p14:xfrm>
              <a:off x="10758282" y="559842"/>
              <a:ext cx="77760" cy="88200"/>
            </p14:xfrm>
          </p:contentPart>
        </mc:Choice>
        <mc:Fallback xmlns=""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C5B4D683-18EF-42DB-87F6-8CCF553750E9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0740282" y="541842"/>
                <a:ext cx="1134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AFFAF991-D8EB-4BC7-99DB-304E68C65D93}"/>
                  </a:ext>
                </a:extLst>
              </p14:cNvPr>
              <p14:cNvContentPartPr/>
              <p14:nvPr/>
            </p14:nvContentPartPr>
            <p14:xfrm>
              <a:off x="10858722" y="546882"/>
              <a:ext cx="11880" cy="75960"/>
            </p14:xfrm>
          </p:contentPart>
        </mc:Choice>
        <mc:Fallback xmlns=""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AFFAF991-D8EB-4BC7-99DB-304E68C65D93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840722" y="529242"/>
                <a:ext cx="475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4C02CE54-9064-4B87-8E59-9027036A9223}"/>
                  </a:ext>
                </a:extLst>
              </p14:cNvPr>
              <p14:cNvContentPartPr/>
              <p14:nvPr/>
            </p14:nvContentPartPr>
            <p14:xfrm>
              <a:off x="10907322" y="547962"/>
              <a:ext cx="12960" cy="75960"/>
            </p14:xfrm>
          </p:contentPart>
        </mc:Choice>
        <mc:Fallback xmlns=""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4C02CE54-9064-4B87-8E59-9027036A922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889682" y="529962"/>
                <a:ext cx="486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C0839619-7E25-4E20-9D56-F37D8471FFEE}"/>
                  </a:ext>
                </a:extLst>
              </p14:cNvPr>
              <p14:cNvContentPartPr/>
              <p14:nvPr/>
            </p14:nvContentPartPr>
            <p14:xfrm>
              <a:off x="10828842" y="525642"/>
              <a:ext cx="117000" cy="14040"/>
            </p14:xfrm>
          </p:contentPart>
        </mc:Choice>
        <mc:Fallback xmlns=""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C0839619-7E25-4E20-9D56-F37D8471FFEE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811202" y="507642"/>
                <a:ext cx="1526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314656DE-E8F2-4024-BFB9-4B429FD9397B}"/>
                  </a:ext>
                </a:extLst>
              </p14:cNvPr>
              <p14:cNvContentPartPr/>
              <p14:nvPr/>
            </p14:nvContentPartPr>
            <p14:xfrm>
              <a:off x="9663162" y="191202"/>
              <a:ext cx="1127160" cy="505800"/>
            </p14:xfrm>
          </p:contentPart>
        </mc:Choice>
        <mc:Fallback xmlns=""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314656DE-E8F2-4024-BFB9-4B429FD9397B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9645522" y="173202"/>
                <a:ext cx="1162800" cy="54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upo 191">
            <a:extLst>
              <a:ext uri="{FF2B5EF4-FFF2-40B4-BE49-F238E27FC236}">
                <a16:creationId xmlns:a16="http://schemas.microsoft.com/office/drawing/2014/main" id="{9870F379-BA4B-4B7E-BD20-730C8AB4F364}"/>
              </a:ext>
            </a:extLst>
          </p:cNvPr>
          <p:cNvGrpSpPr/>
          <p:nvPr/>
        </p:nvGrpSpPr>
        <p:grpSpPr>
          <a:xfrm>
            <a:off x="9636162" y="372642"/>
            <a:ext cx="890640" cy="412920"/>
            <a:chOff x="9636162" y="372642"/>
            <a:chExt cx="89064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04B8B642-5129-47F6-9D5A-48FBB135D56B}"/>
                    </a:ext>
                  </a:extLst>
                </p14:cNvPr>
                <p14:cNvContentPartPr/>
                <p14:nvPr/>
              </p14:nvContentPartPr>
              <p14:xfrm>
                <a:off x="9948642" y="402882"/>
                <a:ext cx="10440" cy="13968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04B8B642-5129-47F6-9D5A-48FBB135D56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930642" y="384882"/>
                  <a:ext cx="46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5FEB7807-7626-4237-ACFD-6FB8F065585A}"/>
                    </a:ext>
                  </a:extLst>
                </p14:cNvPr>
                <p14:cNvContentPartPr/>
                <p14:nvPr/>
              </p14:nvContentPartPr>
              <p14:xfrm>
                <a:off x="9636162" y="433482"/>
                <a:ext cx="75960" cy="4752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5FEB7807-7626-4237-ACFD-6FB8F065585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18162" y="415842"/>
                  <a:ext cx="111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545E6072-85B1-42CC-87A3-80FD49275003}"/>
                    </a:ext>
                  </a:extLst>
                </p14:cNvPr>
                <p14:cNvContentPartPr/>
                <p14:nvPr/>
              </p14:nvContentPartPr>
              <p14:xfrm>
                <a:off x="10228722" y="394242"/>
                <a:ext cx="30960" cy="9216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545E6072-85B1-42CC-87A3-80FD4927500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11082" y="376242"/>
                  <a:ext cx="666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61DB3E7B-1BD2-4F5F-819D-C93E7C50A6DA}"/>
                    </a:ext>
                  </a:extLst>
                </p14:cNvPr>
                <p14:cNvContentPartPr/>
                <p14:nvPr/>
              </p14:nvContentPartPr>
              <p14:xfrm>
                <a:off x="10509522" y="386682"/>
                <a:ext cx="17280" cy="11484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61DB3E7B-1BD2-4F5F-819D-C93E7C50A6D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91522" y="369042"/>
                  <a:ext cx="52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0B822D58-B662-46C2-847C-EC8A3E700574}"/>
                    </a:ext>
                  </a:extLst>
                </p14:cNvPr>
                <p14:cNvContentPartPr/>
                <p14:nvPr/>
              </p14:nvContentPartPr>
              <p14:xfrm>
                <a:off x="10231602" y="563442"/>
                <a:ext cx="32760" cy="6840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0B822D58-B662-46C2-847C-EC8A3E70057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213962" y="545442"/>
                  <a:ext cx="68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B467E0F9-FF87-4382-B2B6-E884B405E73B}"/>
                    </a:ext>
                  </a:extLst>
                </p14:cNvPr>
                <p14:cNvContentPartPr/>
                <p14:nvPr/>
              </p14:nvContentPartPr>
              <p14:xfrm>
                <a:off x="10314042" y="548682"/>
                <a:ext cx="6120" cy="5544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B467E0F9-FF87-4382-B2B6-E884B405E73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296042" y="531042"/>
                  <a:ext cx="41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200D124A-E157-4908-8B70-FB85DA17C143}"/>
                    </a:ext>
                  </a:extLst>
                </p14:cNvPr>
                <p14:cNvContentPartPr/>
                <p14:nvPr/>
              </p14:nvContentPartPr>
              <p14:xfrm>
                <a:off x="10210002" y="560922"/>
                <a:ext cx="156960" cy="900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200D124A-E157-4908-8B70-FB85DA17C14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192002" y="542922"/>
                  <a:ext cx="192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A077E602-470E-410E-9F51-1DCF4696B3B7}"/>
                    </a:ext>
                  </a:extLst>
                </p14:cNvPr>
                <p14:cNvContentPartPr/>
                <p14:nvPr/>
              </p14:nvContentPartPr>
              <p14:xfrm>
                <a:off x="10204602" y="372642"/>
                <a:ext cx="41040" cy="6444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A077E602-470E-410E-9F51-1DCF4696B3B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186602" y="354642"/>
                  <a:ext cx="76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BCC3BAD8-B578-4CB8-A51E-FF86FAA76E85}"/>
                    </a:ext>
                  </a:extLst>
                </p14:cNvPr>
                <p14:cNvContentPartPr/>
                <p14:nvPr/>
              </p14:nvContentPartPr>
              <p14:xfrm>
                <a:off x="10237722" y="559482"/>
                <a:ext cx="9000" cy="61920"/>
              </p14:xfrm>
            </p:contentPart>
          </mc:Choice>
          <mc:Fallback xmlns=""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BCC3BAD8-B578-4CB8-A51E-FF86FAA76E8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219722" y="541482"/>
                  <a:ext cx="44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8E8B6B49-0AC6-4619-A512-465480FB9B1B}"/>
                    </a:ext>
                  </a:extLst>
                </p14:cNvPr>
                <p14:cNvContentPartPr/>
                <p14:nvPr/>
              </p14:nvContentPartPr>
              <p14:xfrm>
                <a:off x="10238442" y="560922"/>
                <a:ext cx="360" cy="36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8E8B6B49-0AC6-4619-A512-465480FB9B1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20802" y="5429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2929B246-DD47-47FF-8B45-75838AD1E55C}"/>
                    </a:ext>
                  </a:extLst>
                </p14:cNvPr>
                <p14:cNvContentPartPr/>
                <p14:nvPr/>
              </p14:nvContentPartPr>
              <p14:xfrm>
                <a:off x="10238442" y="549762"/>
                <a:ext cx="65160" cy="5004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2929B246-DD47-47FF-8B45-75838AD1E55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220802" y="532122"/>
                  <a:ext cx="1008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524F2FEB-DCBF-4916-BF84-C11A21B39B59}"/>
                    </a:ext>
                  </a:extLst>
                </p14:cNvPr>
                <p14:cNvContentPartPr/>
                <p14:nvPr/>
              </p14:nvContentPartPr>
              <p14:xfrm>
                <a:off x="10179402" y="529242"/>
                <a:ext cx="184680" cy="3996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524F2FEB-DCBF-4916-BF84-C11A21B39B5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161402" y="511602"/>
                  <a:ext cx="2203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127F885C-5004-4D1B-AAA1-F5535E86E42C}"/>
                    </a:ext>
                  </a:extLst>
                </p14:cNvPr>
                <p14:cNvContentPartPr/>
                <p14:nvPr/>
              </p14:nvContentPartPr>
              <p14:xfrm>
                <a:off x="10243482" y="669282"/>
                <a:ext cx="87480" cy="11628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127F885C-5004-4D1B-AAA1-F5535E86E42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225482" y="651642"/>
                  <a:ext cx="123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DCDD3D46-F2A4-4D42-82E8-D81E5E1CB67E}"/>
                    </a:ext>
                  </a:extLst>
                </p14:cNvPr>
                <p14:cNvContentPartPr/>
                <p14:nvPr/>
              </p14:nvContentPartPr>
              <p14:xfrm>
                <a:off x="9694842" y="681882"/>
                <a:ext cx="117000" cy="720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DCDD3D46-F2A4-4D42-82E8-D81E5E1CB67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677202" y="664242"/>
                  <a:ext cx="152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E1F927F3-65F1-457D-8150-C87392A9D5C7}"/>
                    </a:ext>
                  </a:extLst>
                </p14:cNvPr>
                <p14:cNvContentPartPr/>
                <p14:nvPr/>
              </p14:nvContentPartPr>
              <p14:xfrm>
                <a:off x="9882042" y="694122"/>
                <a:ext cx="39600" cy="108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E1F927F3-65F1-457D-8150-C87392A9D5C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64402" y="676122"/>
                  <a:ext cx="75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2520CFEA-7844-4103-B182-5636A92BCCAF}"/>
                    </a:ext>
                  </a:extLst>
                </p14:cNvPr>
                <p14:cNvContentPartPr/>
                <p14:nvPr/>
              </p14:nvContentPartPr>
              <p14:xfrm>
                <a:off x="10010202" y="698442"/>
                <a:ext cx="205920" cy="972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2520CFEA-7844-4103-B182-5636A92BCCA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992202" y="680442"/>
                  <a:ext cx="241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B82F3467-38BD-4C39-A372-19CA8AB1F3DF}"/>
                    </a:ext>
                  </a:extLst>
                </p14:cNvPr>
                <p14:cNvContentPartPr/>
                <p14:nvPr/>
              </p14:nvContentPartPr>
              <p14:xfrm>
                <a:off x="10283442" y="686202"/>
                <a:ext cx="1440" cy="36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B82F3467-38BD-4C39-A372-19CA8AB1F3D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65442" y="668562"/>
                  <a:ext cx="3708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93" name="Entrada de lápiz 192">
                <a:extLst>
                  <a:ext uri="{FF2B5EF4-FFF2-40B4-BE49-F238E27FC236}">
                    <a16:creationId xmlns:a16="http://schemas.microsoft.com/office/drawing/2014/main" id="{BBB30353-5DBE-431F-B303-7958B2071FE8}"/>
                  </a:ext>
                </a:extLst>
              </p14:cNvPr>
              <p14:cNvContentPartPr/>
              <p14:nvPr/>
            </p14:nvContentPartPr>
            <p14:xfrm>
              <a:off x="6748962" y="3882642"/>
              <a:ext cx="171360" cy="31680"/>
            </p14:xfrm>
          </p:contentPart>
        </mc:Choice>
        <mc:Fallback xmlns="">
          <p:pic>
            <p:nvPicPr>
              <p:cNvPr id="193" name="Entrada de lápiz 192">
                <a:extLst>
                  <a:ext uri="{FF2B5EF4-FFF2-40B4-BE49-F238E27FC236}">
                    <a16:creationId xmlns:a16="http://schemas.microsoft.com/office/drawing/2014/main" id="{BBB30353-5DBE-431F-B303-7958B2071FE8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740322" y="3873642"/>
                <a:ext cx="18900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upo 197">
            <a:extLst>
              <a:ext uri="{FF2B5EF4-FFF2-40B4-BE49-F238E27FC236}">
                <a16:creationId xmlns:a16="http://schemas.microsoft.com/office/drawing/2014/main" id="{49A44D57-FA5C-4262-952C-5F796A9FDA5B}"/>
              </a:ext>
            </a:extLst>
          </p:cNvPr>
          <p:cNvGrpSpPr/>
          <p:nvPr/>
        </p:nvGrpSpPr>
        <p:grpSpPr>
          <a:xfrm>
            <a:off x="7011762" y="3689322"/>
            <a:ext cx="380160" cy="304560"/>
            <a:chOff x="7011762" y="3689322"/>
            <a:chExt cx="38016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5AD8311B-6C62-4CA4-96E8-6DBEDA3D98E8}"/>
                    </a:ext>
                  </a:extLst>
                </p14:cNvPr>
                <p14:cNvContentPartPr/>
                <p14:nvPr/>
              </p14:nvContentPartPr>
              <p14:xfrm>
                <a:off x="7011762" y="3721002"/>
                <a:ext cx="83880" cy="27288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5AD8311B-6C62-4CA4-96E8-6DBEDA3D98E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993762" y="3703362"/>
                  <a:ext cx="119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36560F65-5E8A-406F-8874-BECBDFBB020B}"/>
                    </a:ext>
                  </a:extLst>
                </p14:cNvPr>
                <p14:cNvContentPartPr/>
                <p14:nvPr/>
              </p14:nvContentPartPr>
              <p14:xfrm>
                <a:off x="7063602" y="3854922"/>
                <a:ext cx="90000" cy="396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36560F65-5E8A-406F-8874-BECBDFBB020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045602" y="3837282"/>
                  <a:ext cx="125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41C11FF4-C555-4DAF-8B57-C337390F4705}"/>
                    </a:ext>
                  </a:extLst>
                </p14:cNvPr>
                <p14:cNvContentPartPr/>
                <p14:nvPr/>
              </p14:nvContentPartPr>
              <p14:xfrm>
                <a:off x="7219122" y="3789402"/>
                <a:ext cx="34920" cy="13824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41C11FF4-C555-4DAF-8B57-C337390F470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201482" y="3771762"/>
                  <a:ext cx="70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2481E3D1-30FB-4FFA-AB07-BA9B626A6A33}"/>
                    </a:ext>
                  </a:extLst>
                </p14:cNvPr>
                <p14:cNvContentPartPr/>
                <p14:nvPr/>
              </p14:nvContentPartPr>
              <p14:xfrm>
                <a:off x="7260522" y="3689322"/>
                <a:ext cx="131400" cy="30132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2481E3D1-30FB-4FFA-AB07-BA9B626A6A3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242522" y="3671322"/>
                  <a:ext cx="167040" cy="33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12860B93-2D98-4137-8247-F131477068FB}"/>
                  </a:ext>
                </a:extLst>
              </p14:cNvPr>
              <p14:cNvContentPartPr/>
              <p14:nvPr/>
            </p14:nvContentPartPr>
            <p14:xfrm>
              <a:off x="7472562" y="3867162"/>
              <a:ext cx="190440" cy="20880"/>
            </p14:xfrm>
          </p:contentPart>
        </mc:Choice>
        <mc:Fallback xmlns=""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12860B93-2D98-4137-8247-F131477068FB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7454562" y="3849162"/>
                <a:ext cx="22608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upo 201">
            <a:extLst>
              <a:ext uri="{FF2B5EF4-FFF2-40B4-BE49-F238E27FC236}">
                <a16:creationId xmlns:a16="http://schemas.microsoft.com/office/drawing/2014/main" id="{393290F8-8557-4515-81CB-DF5940A7389F}"/>
              </a:ext>
            </a:extLst>
          </p:cNvPr>
          <p:cNvGrpSpPr/>
          <p:nvPr/>
        </p:nvGrpSpPr>
        <p:grpSpPr>
          <a:xfrm>
            <a:off x="7748682" y="3640362"/>
            <a:ext cx="237240" cy="403200"/>
            <a:chOff x="7748682" y="3640362"/>
            <a:chExt cx="23724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058EB072-8C55-4933-B056-BAF47B72B77B}"/>
                    </a:ext>
                  </a:extLst>
                </p14:cNvPr>
                <p14:cNvContentPartPr/>
                <p14:nvPr/>
              </p14:nvContentPartPr>
              <p14:xfrm>
                <a:off x="7748682" y="3640362"/>
                <a:ext cx="93240" cy="40320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058EB072-8C55-4933-B056-BAF47B72B77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739682" y="3631362"/>
                  <a:ext cx="11088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90FF977C-9E25-451E-BB10-839F21F380E8}"/>
                    </a:ext>
                  </a:extLst>
                </p14:cNvPr>
                <p14:cNvContentPartPr/>
                <p14:nvPr/>
              </p14:nvContentPartPr>
              <p14:xfrm>
                <a:off x="7843362" y="3833322"/>
                <a:ext cx="142560" cy="1368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90FF977C-9E25-451E-BB10-839F21F380E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34722" y="3824322"/>
                  <a:ext cx="16020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03" name="Entrada de lápiz 202">
                <a:extLst>
                  <a:ext uri="{FF2B5EF4-FFF2-40B4-BE49-F238E27FC236}">
                    <a16:creationId xmlns:a16="http://schemas.microsoft.com/office/drawing/2014/main" id="{DDD7DB77-D8CE-49B5-B33A-EB6F9367B33C}"/>
                  </a:ext>
                </a:extLst>
              </p14:cNvPr>
              <p14:cNvContentPartPr/>
              <p14:nvPr/>
            </p14:nvContentPartPr>
            <p14:xfrm>
              <a:off x="9649482" y="423042"/>
              <a:ext cx="76320" cy="71280"/>
            </p14:xfrm>
          </p:contentPart>
        </mc:Choice>
        <mc:Fallback xmlns="">
          <p:pic>
            <p:nvPicPr>
              <p:cNvPr id="203" name="Entrada de lápiz 202">
                <a:extLst>
                  <a:ext uri="{FF2B5EF4-FFF2-40B4-BE49-F238E27FC236}">
                    <a16:creationId xmlns:a16="http://schemas.microsoft.com/office/drawing/2014/main" id="{DDD7DB77-D8CE-49B5-B33A-EB6F9367B33C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631842" y="405042"/>
                <a:ext cx="1119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6C94465C-E484-4713-B8A6-71E3782AED9E}"/>
                  </a:ext>
                </a:extLst>
              </p14:cNvPr>
              <p14:cNvContentPartPr/>
              <p14:nvPr/>
            </p14:nvContentPartPr>
            <p14:xfrm>
              <a:off x="9625722" y="182202"/>
              <a:ext cx="126360" cy="78120"/>
            </p14:xfrm>
          </p:contentPart>
        </mc:Choice>
        <mc:Fallback xmlns=""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6C94465C-E484-4713-B8A6-71E3782AED9E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9607722" y="164202"/>
                <a:ext cx="1620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05" name="Entrada de lápiz 204">
                <a:extLst>
                  <a:ext uri="{FF2B5EF4-FFF2-40B4-BE49-F238E27FC236}">
                    <a16:creationId xmlns:a16="http://schemas.microsoft.com/office/drawing/2014/main" id="{BE9F2F2E-AF3E-48CA-B2B0-13C08B2356EE}"/>
                  </a:ext>
                </a:extLst>
              </p14:cNvPr>
              <p14:cNvContentPartPr/>
              <p14:nvPr/>
            </p14:nvContentPartPr>
            <p14:xfrm>
              <a:off x="8074842" y="3757002"/>
              <a:ext cx="77400" cy="226800"/>
            </p14:xfrm>
          </p:contentPart>
        </mc:Choice>
        <mc:Fallback xmlns="">
          <p:pic>
            <p:nvPicPr>
              <p:cNvPr id="205" name="Entrada de lápiz 204">
                <a:extLst>
                  <a:ext uri="{FF2B5EF4-FFF2-40B4-BE49-F238E27FC236}">
                    <a16:creationId xmlns:a16="http://schemas.microsoft.com/office/drawing/2014/main" id="{BE9F2F2E-AF3E-48CA-B2B0-13C08B2356E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8056842" y="3739362"/>
                <a:ext cx="11304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upo 207">
            <a:extLst>
              <a:ext uri="{FF2B5EF4-FFF2-40B4-BE49-F238E27FC236}">
                <a16:creationId xmlns:a16="http://schemas.microsoft.com/office/drawing/2014/main" id="{AA0BC5B9-9951-4534-9F1E-3C1CE40FC719}"/>
              </a:ext>
            </a:extLst>
          </p:cNvPr>
          <p:cNvGrpSpPr/>
          <p:nvPr/>
        </p:nvGrpSpPr>
        <p:grpSpPr>
          <a:xfrm>
            <a:off x="8228202" y="3654042"/>
            <a:ext cx="285120" cy="419760"/>
            <a:chOff x="8228202" y="3654042"/>
            <a:chExt cx="28512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972D2C93-48F1-45BD-AE20-31885FC35BD0}"/>
                    </a:ext>
                  </a:extLst>
                </p14:cNvPr>
                <p14:cNvContentPartPr/>
                <p14:nvPr/>
              </p14:nvContentPartPr>
              <p14:xfrm>
                <a:off x="8228202" y="3685002"/>
                <a:ext cx="87120" cy="34200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972D2C93-48F1-45BD-AE20-31885FC35BD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219562" y="3676002"/>
                  <a:ext cx="1047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4D763CA6-D71B-4232-87CF-070BADD83DC4}"/>
                    </a:ext>
                  </a:extLst>
                </p14:cNvPr>
                <p14:cNvContentPartPr/>
                <p14:nvPr/>
              </p14:nvContentPartPr>
              <p14:xfrm>
                <a:off x="8335122" y="3654042"/>
                <a:ext cx="178200" cy="41976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4D763CA6-D71B-4232-87CF-070BADD83DC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26482" y="3645042"/>
                  <a:ext cx="195840" cy="43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upo 217">
            <a:extLst>
              <a:ext uri="{FF2B5EF4-FFF2-40B4-BE49-F238E27FC236}">
                <a16:creationId xmlns:a16="http://schemas.microsoft.com/office/drawing/2014/main" id="{8B4610EC-80AB-49DC-93DA-B7CE92C4FEAC}"/>
              </a:ext>
            </a:extLst>
          </p:cNvPr>
          <p:cNvGrpSpPr/>
          <p:nvPr/>
        </p:nvGrpSpPr>
        <p:grpSpPr>
          <a:xfrm>
            <a:off x="8718522" y="3573042"/>
            <a:ext cx="861120" cy="397080"/>
            <a:chOff x="8718522" y="3573042"/>
            <a:chExt cx="86112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F9796920-7848-4A5B-97F8-8C1433E89F87}"/>
                    </a:ext>
                  </a:extLst>
                </p14:cNvPr>
                <p14:cNvContentPartPr/>
                <p14:nvPr/>
              </p14:nvContentPartPr>
              <p14:xfrm>
                <a:off x="8718522" y="3807762"/>
                <a:ext cx="170280" cy="3384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F9796920-7848-4A5B-97F8-8C1433E89F8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709522" y="3799122"/>
                  <a:ext cx="187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4FE64B9A-2003-4423-8C47-B6B078828070}"/>
                    </a:ext>
                  </a:extLst>
                </p14:cNvPr>
                <p14:cNvContentPartPr/>
                <p14:nvPr/>
              </p14:nvContentPartPr>
              <p14:xfrm>
                <a:off x="8738322" y="3897042"/>
                <a:ext cx="181800" cy="3204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4FE64B9A-2003-4423-8C47-B6B07882807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729682" y="3888402"/>
                  <a:ext cx="199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365F5DF6-AF7C-42FE-8ABC-19BC9E0B0C4D}"/>
                    </a:ext>
                  </a:extLst>
                </p14:cNvPr>
                <p14:cNvContentPartPr/>
                <p14:nvPr/>
              </p14:nvContentPartPr>
              <p14:xfrm>
                <a:off x="9135762" y="3756282"/>
                <a:ext cx="30960" cy="20232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365F5DF6-AF7C-42FE-8ABC-19BC9E0B0C4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127122" y="3747282"/>
                  <a:ext cx="48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F9E85BA0-0490-4017-96E3-87A4C93BFBCC}"/>
                    </a:ext>
                  </a:extLst>
                </p14:cNvPr>
                <p14:cNvContentPartPr/>
                <p14:nvPr/>
              </p14:nvContentPartPr>
              <p14:xfrm>
                <a:off x="9201282" y="3754482"/>
                <a:ext cx="13320" cy="17424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F9E85BA0-0490-4017-96E3-87A4C93BFBC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192282" y="3745842"/>
                  <a:ext cx="30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6AFA2988-8DCC-4DC1-A62F-7A0558394DA2}"/>
                    </a:ext>
                  </a:extLst>
                </p14:cNvPr>
                <p14:cNvContentPartPr/>
                <p14:nvPr/>
              </p14:nvContentPartPr>
              <p14:xfrm>
                <a:off x="9061242" y="3727842"/>
                <a:ext cx="258480" cy="3744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6AFA2988-8DCC-4DC1-A62F-7A0558394DA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052602" y="3719202"/>
                  <a:ext cx="276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56EFF9BE-63B3-4E8C-86B3-61A91FBFF168}"/>
                    </a:ext>
                  </a:extLst>
                </p14:cNvPr>
                <p14:cNvContentPartPr/>
                <p14:nvPr/>
              </p14:nvContentPartPr>
              <p14:xfrm>
                <a:off x="9444642" y="3573042"/>
                <a:ext cx="135000" cy="39708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56EFF9BE-63B3-4E8C-86B3-61A91FBFF16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35642" y="3564402"/>
                  <a:ext cx="152640" cy="41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A2941A41-1143-4F89-9596-709EBB907069}"/>
                  </a:ext>
                </a:extLst>
              </p14:cNvPr>
              <p14:cNvContentPartPr/>
              <p14:nvPr/>
            </p14:nvContentPartPr>
            <p14:xfrm>
              <a:off x="9558402" y="3673842"/>
              <a:ext cx="96840" cy="196200"/>
            </p14:xfrm>
          </p:contentPart>
        </mc:Choice>
        <mc:Fallback xmlns=""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A2941A41-1143-4F89-9596-709EBB907069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9549402" y="3664842"/>
                <a:ext cx="11448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upo 223">
            <a:extLst>
              <a:ext uri="{FF2B5EF4-FFF2-40B4-BE49-F238E27FC236}">
                <a16:creationId xmlns:a16="http://schemas.microsoft.com/office/drawing/2014/main" id="{9D77AF17-AB4F-4BD0-A4F5-8F5A121F7468}"/>
              </a:ext>
            </a:extLst>
          </p:cNvPr>
          <p:cNvGrpSpPr/>
          <p:nvPr/>
        </p:nvGrpSpPr>
        <p:grpSpPr>
          <a:xfrm>
            <a:off x="9757122" y="3564762"/>
            <a:ext cx="513360" cy="361080"/>
            <a:chOff x="9757122" y="3564762"/>
            <a:chExt cx="51336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BD1309F8-5035-4FE0-A7E3-F1C7F2AC5AAA}"/>
                    </a:ext>
                  </a:extLst>
                </p14:cNvPr>
                <p14:cNvContentPartPr/>
                <p14:nvPr/>
              </p14:nvContentPartPr>
              <p14:xfrm>
                <a:off x="9832722" y="3667722"/>
                <a:ext cx="10800" cy="20376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BD1309F8-5035-4FE0-A7E3-F1C7F2AC5AA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823722" y="3659082"/>
                  <a:ext cx="28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1C187BDC-F8C8-400A-ABA1-C1828A9C2093}"/>
                    </a:ext>
                  </a:extLst>
                </p14:cNvPr>
                <p14:cNvContentPartPr/>
                <p14:nvPr/>
              </p14:nvContentPartPr>
              <p14:xfrm>
                <a:off x="9757122" y="3769242"/>
                <a:ext cx="215280" cy="1404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1C187BDC-F8C8-400A-ABA1-C1828A9C209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748122" y="3760242"/>
                  <a:ext cx="2329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F97C431B-B351-447D-BB84-906CECBB314F}"/>
                    </a:ext>
                  </a:extLst>
                </p14:cNvPr>
                <p14:cNvContentPartPr/>
                <p14:nvPr/>
              </p14:nvContentPartPr>
              <p14:xfrm>
                <a:off x="10053042" y="3697962"/>
                <a:ext cx="34920" cy="22788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F97C431B-B351-447D-BB84-906CECBB314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044402" y="3689322"/>
                  <a:ext cx="52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044FA447-9079-4AB9-A816-36685FA37E64}"/>
                    </a:ext>
                  </a:extLst>
                </p14:cNvPr>
                <p14:cNvContentPartPr/>
                <p14:nvPr/>
              </p14:nvContentPartPr>
              <p14:xfrm>
                <a:off x="10128642" y="3564762"/>
                <a:ext cx="141840" cy="35892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044FA447-9079-4AB9-A816-36685FA37E6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120002" y="3555762"/>
                  <a:ext cx="15948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24F09205-23AF-4893-B8CC-6A4B66DD3491}"/>
              </a:ext>
            </a:extLst>
          </p:cNvPr>
          <p:cNvGrpSpPr/>
          <p:nvPr/>
        </p:nvGrpSpPr>
        <p:grpSpPr>
          <a:xfrm>
            <a:off x="5869122" y="4405362"/>
            <a:ext cx="1477440" cy="692640"/>
            <a:chOff x="5869122" y="4405362"/>
            <a:chExt cx="147744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7D5FDBF4-A804-45AF-B8FE-8826E965A6B0}"/>
                    </a:ext>
                  </a:extLst>
                </p14:cNvPr>
                <p14:cNvContentPartPr/>
                <p14:nvPr/>
              </p14:nvContentPartPr>
              <p14:xfrm>
                <a:off x="6105282" y="4466562"/>
                <a:ext cx="121680" cy="39384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7D5FDBF4-A804-45AF-B8FE-8826E965A6B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96282" y="4457562"/>
                  <a:ext cx="1393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FEB3CF7E-71A6-4D8B-848F-7F68AC865689}"/>
                    </a:ext>
                  </a:extLst>
                </p14:cNvPr>
                <p14:cNvContentPartPr/>
                <p14:nvPr/>
              </p14:nvContentPartPr>
              <p14:xfrm>
                <a:off x="6372762" y="4700922"/>
                <a:ext cx="232200" cy="504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FEB3CF7E-71A6-4D8B-848F-7F68AC86568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363762" y="4691922"/>
                  <a:ext cx="249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AE72929B-F12B-459C-8642-C22423021D64}"/>
                    </a:ext>
                  </a:extLst>
                </p14:cNvPr>
                <p14:cNvContentPartPr/>
                <p14:nvPr/>
              </p14:nvContentPartPr>
              <p14:xfrm>
                <a:off x="6387882" y="4792722"/>
                <a:ext cx="249840" cy="1692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AE72929B-F12B-459C-8642-C22423021D6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379242" y="4784082"/>
                  <a:ext cx="267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5E2426DD-3682-4EAA-94C5-3B01794C5104}"/>
                    </a:ext>
                  </a:extLst>
                </p14:cNvPr>
                <p14:cNvContentPartPr/>
                <p14:nvPr/>
              </p14:nvContentPartPr>
              <p14:xfrm>
                <a:off x="6761202" y="4609122"/>
                <a:ext cx="217800" cy="25704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5E2426DD-3682-4EAA-94C5-3B01794C510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752202" y="4600482"/>
                  <a:ext cx="2354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8921933B-0EC2-48DD-A8D5-1A970EE2277F}"/>
                    </a:ext>
                  </a:extLst>
                </p14:cNvPr>
                <p14:cNvContentPartPr/>
                <p14:nvPr/>
              </p14:nvContentPartPr>
              <p14:xfrm>
                <a:off x="7033722" y="4617402"/>
                <a:ext cx="2160" cy="191160"/>
              </p14:xfrm>
            </p:contentPart>
          </mc:Choice>
          <mc:Fallback xmlns=""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8921933B-0EC2-48DD-A8D5-1A970EE2277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25082" y="4608402"/>
                  <a:ext cx="19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ACEF082A-9E2F-4937-944D-954B2B731ABC}"/>
                    </a:ext>
                  </a:extLst>
                </p14:cNvPr>
                <p14:cNvContentPartPr/>
                <p14:nvPr/>
              </p14:nvContentPartPr>
              <p14:xfrm>
                <a:off x="7097802" y="4595802"/>
                <a:ext cx="15480" cy="21096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ACEF082A-9E2F-4937-944D-954B2B731AB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89162" y="4587162"/>
                  <a:ext cx="331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8D2BF1DF-7CEB-43C9-B6BF-76E8348B1C78}"/>
                    </a:ext>
                  </a:extLst>
                </p14:cNvPr>
                <p14:cNvContentPartPr/>
                <p14:nvPr/>
              </p14:nvContentPartPr>
              <p14:xfrm>
                <a:off x="6984042" y="4600482"/>
                <a:ext cx="170640" cy="3636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8D2BF1DF-7CEB-43C9-B6BF-76E8348B1C7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975402" y="4591482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09797599-D194-4CA1-A438-D1344FE5AC5D}"/>
                    </a:ext>
                  </a:extLst>
                </p14:cNvPr>
                <p14:cNvContentPartPr/>
                <p14:nvPr/>
              </p14:nvContentPartPr>
              <p14:xfrm>
                <a:off x="5869122" y="4405362"/>
                <a:ext cx="1477440" cy="692640"/>
              </p14:xfrm>
            </p:contentPart>
          </mc:Choice>
          <mc:Fallback xmlns=""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09797599-D194-4CA1-A438-D1344FE5AC5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860482" y="4396722"/>
                  <a:ext cx="1495080" cy="71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FB83CEC7-4352-4023-9F6E-524667F00ACB}"/>
              </a:ext>
            </a:extLst>
          </p:cNvPr>
          <p:cNvGrpSpPr/>
          <p:nvPr/>
        </p:nvGrpSpPr>
        <p:grpSpPr>
          <a:xfrm>
            <a:off x="5292642" y="1855393"/>
            <a:ext cx="264240" cy="180360"/>
            <a:chOff x="5292642" y="1855393"/>
            <a:chExt cx="26424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D3E2305C-401A-44C1-BE09-0FDBF04D8BF9}"/>
                    </a:ext>
                  </a:extLst>
                </p14:cNvPr>
                <p14:cNvContentPartPr/>
                <p14:nvPr/>
              </p14:nvContentPartPr>
              <p14:xfrm>
                <a:off x="5292642" y="1855393"/>
                <a:ext cx="66240" cy="18036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D3E2305C-401A-44C1-BE09-0FDBF04D8BF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283642" y="1846393"/>
                  <a:ext cx="83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B1237C31-5C44-47A7-94A1-49008937606E}"/>
                    </a:ext>
                  </a:extLst>
                </p14:cNvPr>
                <p14:cNvContentPartPr/>
                <p14:nvPr/>
              </p14:nvContentPartPr>
              <p14:xfrm>
                <a:off x="5401722" y="1922353"/>
                <a:ext cx="54000" cy="1080"/>
              </p14:xfrm>
            </p:contentPart>
          </mc:Choice>
          <mc:Fallback xmlns=""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B1237C31-5C44-47A7-94A1-49008937606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92722" y="1913353"/>
                  <a:ext cx="71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ED079F7A-80F9-4DCB-BAAA-55CEF521CD0C}"/>
                    </a:ext>
                  </a:extLst>
                </p14:cNvPr>
                <p14:cNvContentPartPr/>
                <p14:nvPr/>
              </p14:nvContentPartPr>
              <p14:xfrm>
                <a:off x="5394522" y="1956913"/>
                <a:ext cx="54000" cy="5400"/>
              </p14:xfrm>
            </p:contentPart>
          </mc:Choice>
          <mc:Fallback xmlns=""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ED079F7A-80F9-4DCB-BAAA-55CEF521CD0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385522" y="1948273"/>
                  <a:ext cx="71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0FDF559E-A27E-488A-9984-C3114FC4E4EB}"/>
                    </a:ext>
                  </a:extLst>
                </p14:cNvPr>
                <p14:cNvContentPartPr/>
                <p14:nvPr/>
              </p14:nvContentPartPr>
              <p14:xfrm>
                <a:off x="5483082" y="1892473"/>
                <a:ext cx="73800" cy="6948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0FDF559E-A27E-488A-9984-C3114FC4E4E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474442" y="1883833"/>
                  <a:ext cx="914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22F2C0D7-3FDF-4804-8B68-AB01AF583544}"/>
              </a:ext>
            </a:extLst>
          </p:cNvPr>
          <p:cNvGrpSpPr/>
          <p:nvPr/>
        </p:nvGrpSpPr>
        <p:grpSpPr>
          <a:xfrm>
            <a:off x="533802" y="1742353"/>
            <a:ext cx="515160" cy="197640"/>
            <a:chOff x="533802" y="1742353"/>
            <a:chExt cx="51516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EDD452FA-774F-4EBA-AE38-D9DE604D2A93}"/>
                    </a:ext>
                  </a:extLst>
                </p14:cNvPr>
                <p14:cNvContentPartPr/>
                <p14:nvPr/>
              </p14:nvContentPartPr>
              <p14:xfrm>
                <a:off x="533802" y="1794913"/>
                <a:ext cx="12960" cy="145080"/>
              </p14:xfrm>
            </p:contentPart>
          </mc:Choice>
          <mc:Fallback xmlns=""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EDD452FA-774F-4EBA-AE38-D9DE604D2A9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4802" y="1786273"/>
                  <a:ext cx="30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3D046478-90E9-44EA-A19C-6E081A089E54}"/>
                    </a:ext>
                  </a:extLst>
                </p14:cNvPr>
                <p14:cNvContentPartPr/>
                <p14:nvPr/>
              </p14:nvContentPartPr>
              <p14:xfrm>
                <a:off x="547122" y="1742353"/>
                <a:ext cx="79560" cy="189360"/>
              </p14:xfrm>
            </p:contentPart>
          </mc:Choice>
          <mc:Fallback xmlns=""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3D046478-90E9-44EA-A19C-6E081A089E5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38482" y="1733353"/>
                  <a:ext cx="97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46838BA1-9F71-4B80-BA4B-8D49D6574457}"/>
                    </a:ext>
                  </a:extLst>
                </p14:cNvPr>
                <p14:cNvContentPartPr/>
                <p14:nvPr/>
              </p14:nvContentPartPr>
              <p14:xfrm>
                <a:off x="646122" y="1758913"/>
                <a:ext cx="100080" cy="15156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46838BA1-9F71-4B80-BA4B-8D49D657445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37482" y="1750273"/>
                  <a:ext cx="117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7854EBEA-44D0-4FD6-9BD6-BBF4B34DF51D}"/>
                    </a:ext>
                  </a:extLst>
                </p14:cNvPr>
                <p14:cNvContentPartPr/>
                <p14:nvPr/>
              </p14:nvContentPartPr>
              <p14:xfrm>
                <a:off x="731442" y="1809673"/>
                <a:ext cx="47520" cy="109800"/>
              </p14:xfrm>
            </p:contentPart>
          </mc:Choice>
          <mc:Fallback xmlns=""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7854EBEA-44D0-4FD6-9BD6-BBF4B34DF51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22802" y="1801033"/>
                  <a:ext cx="65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1359D4B6-062A-45CA-992D-9C9ACCD744DA}"/>
                    </a:ext>
                  </a:extLst>
                </p14:cNvPr>
                <p14:cNvContentPartPr/>
                <p14:nvPr/>
              </p14:nvContentPartPr>
              <p14:xfrm>
                <a:off x="727122" y="1838113"/>
                <a:ext cx="114120" cy="56160"/>
              </p14:xfrm>
            </p:contentPart>
          </mc:Choice>
          <mc:Fallback xmlns=""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1359D4B6-062A-45CA-992D-9C9ACCD744D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18482" y="1829113"/>
                  <a:ext cx="131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E355307E-8833-489A-A417-B783C0CEF6CF}"/>
                    </a:ext>
                  </a:extLst>
                </p14:cNvPr>
                <p14:cNvContentPartPr/>
                <p14:nvPr/>
              </p14:nvContentPartPr>
              <p14:xfrm>
                <a:off x="777162" y="1749913"/>
                <a:ext cx="133200" cy="186840"/>
              </p14:xfrm>
            </p:contentPart>
          </mc:Choice>
          <mc:Fallback xmlns=""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E355307E-8833-489A-A417-B783C0CEF6C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68522" y="1741273"/>
                  <a:ext cx="150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9A991F7A-789F-4AF1-91AB-B2237928BA3E}"/>
                    </a:ext>
                  </a:extLst>
                </p14:cNvPr>
                <p14:cNvContentPartPr/>
                <p14:nvPr/>
              </p14:nvContentPartPr>
              <p14:xfrm>
                <a:off x="951042" y="1843153"/>
                <a:ext cx="91080" cy="5400"/>
              </p14:xfrm>
            </p:contentPart>
          </mc:Choice>
          <mc:Fallback xmlns=""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9A991F7A-789F-4AF1-91AB-B2237928BA3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42042" y="1834513"/>
                  <a:ext cx="108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3CE4F153-7C51-414E-923B-3741553C0407}"/>
                    </a:ext>
                  </a:extLst>
                </p14:cNvPr>
                <p14:cNvContentPartPr/>
                <p14:nvPr/>
              </p14:nvContentPartPr>
              <p14:xfrm>
                <a:off x="968682" y="1895353"/>
                <a:ext cx="80280" cy="8640"/>
              </p14:xfrm>
            </p:contentPart>
          </mc:Choice>
          <mc:Fallback xmlns=""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3CE4F153-7C51-414E-923B-3741553C040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60042" y="1886353"/>
                  <a:ext cx="9792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C97EF201-A2C6-4D3C-A6D4-E30992F6F47E}"/>
                  </a:ext>
                </a:extLst>
              </p14:cNvPr>
              <p14:cNvContentPartPr/>
              <p14:nvPr/>
            </p14:nvContentPartPr>
            <p14:xfrm>
              <a:off x="2395722" y="1489633"/>
              <a:ext cx="370800" cy="427680"/>
            </p14:xfrm>
          </p:contentPart>
        </mc:Choice>
        <mc:Fallback xmlns=""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C97EF201-A2C6-4D3C-A6D4-E30992F6F47E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2386722" y="1480633"/>
                <a:ext cx="38844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B741AEF8-720B-422D-A4B3-615293BB832F}"/>
                  </a:ext>
                </a:extLst>
              </p14:cNvPr>
              <p14:cNvContentPartPr/>
              <p14:nvPr/>
            </p14:nvContentPartPr>
            <p14:xfrm>
              <a:off x="2343522" y="1235833"/>
              <a:ext cx="2061000" cy="682920"/>
            </p14:xfrm>
          </p:contentPart>
        </mc:Choice>
        <mc:Fallback xmlns=""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B741AEF8-720B-422D-A4B3-615293BB832F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2334522" y="1226833"/>
                <a:ext cx="2078640" cy="70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upo 256">
            <a:extLst>
              <a:ext uri="{FF2B5EF4-FFF2-40B4-BE49-F238E27FC236}">
                <a16:creationId xmlns:a16="http://schemas.microsoft.com/office/drawing/2014/main" id="{2CAA40EA-E8F9-4261-B676-60D9AE6F65A4}"/>
              </a:ext>
            </a:extLst>
          </p:cNvPr>
          <p:cNvGrpSpPr/>
          <p:nvPr/>
        </p:nvGrpSpPr>
        <p:grpSpPr>
          <a:xfrm>
            <a:off x="1084242" y="1730833"/>
            <a:ext cx="351000" cy="208080"/>
            <a:chOff x="1084242" y="1730833"/>
            <a:chExt cx="35100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2BF179D7-5C79-4709-8C47-2E4C50E14114}"/>
                    </a:ext>
                  </a:extLst>
                </p14:cNvPr>
                <p14:cNvContentPartPr/>
                <p14:nvPr/>
              </p14:nvContentPartPr>
              <p14:xfrm>
                <a:off x="1084242" y="1730833"/>
                <a:ext cx="351000" cy="208080"/>
              </p14:xfrm>
            </p:contentPart>
          </mc:Choice>
          <mc:Fallback xmlns=""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2BF179D7-5C79-4709-8C47-2E4C50E1411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75242" y="1721833"/>
                  <a:ext cx="368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18BEF8AE-BEAB-4F93-8FA2-44647B35E50F}"/>
                    </a:ext>
                  </a:extLst>
                </p14:cNvPr>
                <p14:cNvContentPartPr/>
                <p14:nvPr/>
              </p14:nvContentPartPr>
              <p14:xfrm>
                <a:off x="1199442" y="1847113"/>
                <a:ext cx="43560" cy="86400"/>
              </p14:xfrm>
            </p:contentPart>
          </mc:Choice>
          <mc:Fallback xmlns=""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18BEF8AE-BEAB-4F93-8FA2-44647B35E50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90442" y="1838113"/>
                  <a:ext cx="61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E51508DB-B897-4781-8D1D-708CCB8884A8}"/>
                    </a:ext>
                  </a:extLst>
                </p14:cNvPr>
                <p14:cNvContentPartPr/>
                <p14:nvPr/>
              </p14:nvContentPartPr>
              <p14:xfrm>
                <a:off x="1253082" y="1871233"/>
                <a:ext cx="95400" cy="47160"/>
              </p14:xfrm>
            </p:contentPart>
          </mc:Choice>
          <mc:Fallback xmlns=""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E51508DB-B897-4781-8D1D-708CCB8884A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244442" y="1862593"/>
                  <a:ext cx="113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A107BA76-29AE-49B2-9F18-EB804A7DCA90}"/>
                    </a:ext>
                  </a:extLst>
                </p14:cNvPr>
                <p14:cNvContentPartPr/>
                <p14:nvPr/>
              </p14:nvContentPartPr>
              <p14:xfrm>
                <a:off x="1368282" y="1862593"/>
                <a:ext cx="61920" cy="55800"/>
              </p14:xfrm>
            </p:contentPart>
          </mc:Choice>
          <mc:Fallback xmlns=""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A107BA76-29AE-49B2-9F18-EB804A7DCA9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359282" y="1853593"/>
                  <a:ext cx="79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D2B3197E-E500-41F5-B98E-1E66816C3CCF}"/>
                    </a:ext>
                  </a:extLst>
                </p14:cNvPr>
                <p14:cNvContentPartPr/>
                <p14:nvPr/>
              </p14:nvContentPartPr>
              <p14:xfrm>
                <a:off x="1380882" y="1846393"/>
                <a:ext cx="46080" cy="80640"/>
              </p14:xfrm>
            </p:contentPart>
          </mc:Choice>
          <mc:Fallback xmlns=""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D2B3197E-E500-41F5-B98E-1E66816C3CC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372242" y="1837753"/>
                  <a:ext cx="6372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0E1B3304-9904-45D5-8C3B-DD7BC3FDBB2B}"/>
                  </a:ext>
                </a:extLst>
              </p14:cNvPr>
              <p14:cNvContentPartPr/>
              <p14:nvPr/>
            </p14:nvContentPartPr>
            <p14:xfrm>
              <a:off x="1505802" y="1857913"/>
              <a:ext cx="107640" cy="13680"/>
            </p14:xfrm>
          </p:contentPart>
        </mc:Choice>
        <mc:Fallback xmlns=""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0E1B3304-9904-45D5-8C3B-DD7BC3FDBB2B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1497162" y="1849273"/>
                <a:ext cx="1252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37386311-5CD8-4D2D-A405-FBC62F207EB5}"/>
                  </a:ext>
                </a:extLst>
              </p14:cNvPr>
              <p14:cNvContentPartPr/>
              <p14:nvPr/>
            </p14:nvContentPartPr>
            <p14:xfrm>
              <a:off x="1859682" y="1898593"/>
              <a:ext cx="3193560" cy="53280"/>
            </p14:xfrm>
          </p:contentPart>
        </mc:Choice>
        <mc:Fallback xmlns=""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37386311-5CD8-4D2D-A405-FBC62F207EB5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1842042" y="1880593"/>
                <a:ext cx="32292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53BDDA56-519C-4633-AB7F-BD9D6A87F44F}"/>
                  </a:ext>
                </a:extLst>
              </p14:cNvPr>
              <p14:cNvContentPartPr/>
              <p14:nvPr/>
            </p14:nvContentPartPr>
            <p14:xfrm>
              <a:off x="1649802" y="1758913"/>
              <a:ext cx="121680" cy="133560"/>
            </p14:xfrm>
          </p:contentPart>
        </mc:Choice>
        <mc:Fallback xmlns=""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53BDDA56-519C-4633-AB7F-BD9D6A87F44F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631802" y="1741273"/>
                <a:ext cx="15732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upo 276">
            <a:extLst>
              <a:ext uri="{FF2B5EF4-FFF2-40B4-BE49-F238E27FC236}">
                <a16:creationId xmlns:a16="http://schemas.microsoft.com/office/drawing/2014/main" id="{6F7885EE-28A2-4375-B8CB-2B5B17F66625}"/>
              </a:ext>
            </a:extLst>
          </p:cNvPr>
          <p:cNvGrpSpPr/>
          <p:nvPr/>
        </p:nvGrpSpPr>
        <p:grpSpPr>
          <a:xfrm>
            <a:off x="415002" y="2121793"/>
            <a:ext cx="1131480" cy="309240"/>
            <a:chOff x="415002" y="2121793"/>
            <a:chExt cx="113148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60FD2FD1-231E-4985-8AF7-119D082A17F4}"/>
                    </a:ext>
                  </a:extLst>
                </p14:cNvPr>
                <p14:cNvContentPartPr/>
                <p14:nvPr/>
              </p14:nvContentPartPr>
              <p14:xfrm>
                <a:off x="507162" y="2228713"/>
                <a:ext cx="19080" cy="177840"/>
              </p14:xfrm>
            </p:contentPart>
          </mc:Choice>
          <mc:Fallback xmlns=""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60FD2FD1-231E-4985-8AF7-119D082A17F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98162" y="2220073"/>
                  <a:ext cx="36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BAA09983-102B-4B75-9BA8-F94034AE37B2}"/>
                    </a:ext>
                  </a:extLst>
                </p14:cNvPr>
                <p14:cNvContentPartPr/>
                <p14:nvPr/>
              </p14:nvContentPartPr>
              <p14:xfrm>
                <a:off x="452802" y="2145913"/>
                <a:ext cx="119520" cy="239400"/>
              </p14:xfrm>
            </p:contentPart>
          </mc:Choice>
          <mc:Fallback xmlns=""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BAA09983-102B-4B75-9BA8-F94034AE37B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44162" y="2137273"/>
                  <a:ext cx="137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8637B6D9-B425-4D4A-85C1-B81482600BE3}"/>
                    </a:ext>
                  </a:extLst>
                </p14:cNvPr>
                <p14:cNvContentPartPr/>
                <p14:nvPr/>
              </p14:nvContentPartPr>
              <p14:xfrm>
                <a:off x="415002" y="2176513"/>
                <a:ext cx="14760" cy="254520"/>
              </p14:xfrm>
            </p:contentPart>
          </mc:Choice>
          <mc:Fallback xmlns=""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8637B6D9-B425-4D4A-85C1-B81482600BE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06002" y="2167513"/>
                  <a:ext cx="32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DF592060-A8D1-4539-AE3C-6FB9F57BB03E}"/>
                    </a:ext>
                  </a:extLst>
                </p14:cNvPr>
                <p14:cNvContentPartPr/>
                <p14:nvPr/>
              </p14:nvContentPartPr>
              <p14:xfrm>
                <a:off x="565482" y="2189113"/>
                <a:ext cx="48600" cy="209880"/>
              </p14:xfrm>
            </p:contentPart>
          </mc:Choice>
          <mc:Fallback xmlns=""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DF592060-A8D1-4539-AE3C-6FB9F57BB03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56482" y="2180113"/>
                  <a:ext cx="662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D956E3CE-36E8-4EE3-99E4-BFD3C0B4A5D5}"/>
                    </a:ext>
                  </a:extLst>
                </p14:cNvPr>
                <p14:cNvContentPartPr/>
                <p14:nvPr/>
              </p14:nvContentPartPr>
              <p14:xfrm>
                <a:off x="607242" y="2258593"/>
                <a:ext cx="56880" cy="121320"/>
              </p14:xfrm>
            </p:contentPart>
          </mc:Choice>
          <mc:Fallback xmlns=""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D956E3CE-36E8-4EE3-99E4-BFD3C0B4A5D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98242" y="2249593"/>
                  <a:ext cx="74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950F3D59-8A8F-4815-97DF-9428F57606EB}"/>
                    </a:ext>
                  </a:extLst>
                </p14:cNvPr>
                <p14:cNvContentPartPr/>
                <p14:nvPr/>
              </p14:nvContentPartPr>
              <p14:xfrm>
                <a:off x="635682" y="2280193"/>
                <a:ext cx="50400" cy="83880"/>
              </p14:xfrm>
            </p:contentPart>
          </mc:Choice>
          <mc:Fallback xmlns=""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950F3D59-8A8F-4815-97DF-9428F57606E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27042" y="2271553"/>
                  <a:ext cx="68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41F6BD1A-B156-43C0-B8EC-85DB3C1E9385}"/>
                    </a:ext>
                  </a:extLst>
                </p14:cNvPr>
                <p14:cNvContentPartPr/>
                <p14:nvPr/>
              </p14:nvContentPartPr>
              <p14:xfrm>
                <a:off x="665202" y="2226193"/>
                <a:ext cx="122040" cy="161640"/>
              </p14:xfrm>
            </p:contentPart>
          </mc:Choice>
          <mc:Fallback xmlns=""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41F6BD1A-B156-43C0-B8EC-85DB3C1E938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56202" y="2217553"/>
                  <a:ext cx="139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1FFDB088-77DA-4282-B2AC-8FB93FB98017}"/>
                    </a:ext>
                  </a:extLst>
                </p14:cNvPr>
                <p14:cNvContentPartPr/>
                <p14:nvPr/>
              </p14:nvContentPartPr>
              <p14:xfrm>
                <a:off x="847362" y="2278393"/>
                <a:ext cx="104760" cy="69840"/>
              </p14:xfrm>
            </p:contentPart>
          </mc:Choice>
          <mc:Fallback xmlns=""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1FFDB088-77DA-4282-B2AC-8FB93FB9801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38362" y="2269393"/>
                  <a:ext cx="122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CCF9A37A-A4B4-435B-B385-6C07C672FF06}"/>
                    </a:ext>
                  </a:extLst>
                </p14:cNvPr>
                <p14:cNvContentPartPr/>
                <p14:nvPr/>
              </p14:nvContentPartPr>
              <p14:xfrm>
                <a:off x="1029522" y="2121793"/>
                <a:ext cx="516960" cy="285840"/>
              </p14:xfrm>
            </p:contentPart>
          </mc:Choice>
          <mc:Fallback xmlns=""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CCF9A37A-A4B4-435B-B385-6C07C672FF0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20522" y="2113153"/>
                  <a:ext cx="5346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42DE438D-2610-40B8-9FA3-D75DE1001038}"/>
                    </a:ext>
                  </a:extLst>
                </p14:cNvPr>
                <p14:cNvContentPartPr/>
                <p14:nvPr/>
              </p14:nvContentPartPr>
              <p14:xfrm>
                <a:off x="1110162" y="2258593"/>
                <a:ext cx="91800" cy="115920"/>
              </p14:xfrm>
            </p:contentPart>
          </mc:Choice>
          <mc:Fallback xmlns=""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42DE438D-2610-40B8-9FA3-D75DE100103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01522" y="2249593"/>
                  <a:ext cx="109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73686103-9FE8-46A3-B0F6-F9F9E3E5729F}"/>
                    </a:ext>
                  </a:extLst>
                </p14:cNvPr>
                <p14:cNvContentPartPr/>
                <p14:nvPr/>
              </p14:nvContentPartPr>
              <p14:xfrm>
                <a:off x="1211682" y="2273713"/>
                <a:ext cx="78840" cy="89280"/>
              </p14:xfrm>
            </p:contentPart>
          </mc:Choice>
          <mc:Fallback xmlns=""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73686103-9FE8-46A3-B0F6-F9F9E3E5729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203042" y="2264713"/>
                  <a:ext cx="96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0835D2EC-7BCF-4E09-9C48-23E8FD862B1F}"/>
                    </a:ext>
                  </a:extLst>
                </p14:cNvPr>
                <p14:cNvContentPartPr/>
                <p14:nvPr/>
              </p14:nvContentPartPr>
              <p14:xfrm>
                <a:off x="1307082" y="2293153"/>
                <a:ext cx="60120" cy="62640"/>
              </p14:xfrm>
            </p:contentPart>
          </mc:Choice>
          <mc:Fallback xmlns=""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0835D2EC-7BCF-4E09-9C48-23E8FD862B1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298082" y="2284153"/>
                  <a:ext cx="77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6D4CF591-701D-4008-A783-2E7E92BDDFF6}"/>
                    </a:ext>
                  </a:extLst>
                </p14:cNvPr>
                <p14:cNvContentPartPr/>
                <p14:nvPr/>
              </p14:nvContentPartPr>
              <p14:xfrm>
                <a:off x="1385922" y="2276953"/>
                <a:ext cx="121680" cy="88920"/>
              </p14:xfrm>
            </p:contentPart>
          </mc:Choice>
          <mc:Fallback xmlns=""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6D4CF591-701D-4008-A783-2E7E92BDDFF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377282" y="2268313"/>
                  <a:ext cx="139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9A85312C-9C60-42F6-83D5-968B7729E591}"/>
                    </a:ext>
                  </a:extLst>
                </p14:cNvPr>
                <p14:cNvContentPartPr/>
                <p14:nvPr/>
              </p14:nvContentPartPr>
              <p14:xfrm>
                <a:off x="1394562" y="2264713"/>
                <a:ext cx="66240" cy="105840"/>
              </p14:xfrm>
            </p:contentPart>
          </mc:Choice>
          <mc:Fallback xmlns=""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9A85312C-9C60-42F6-83D5-968B7729E59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385922" y="2256073"/>
                  <a:ext cx="83880" cy="12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8816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78918D-D83D-421B-93C4-FEDE994F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213" y="146399"/>
            <a:ext cx="9086849" cy="17265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C6690A8-481C-4DF2-910B-D1D033B0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1707214"/>
            <a:ext cx="6717119" cy="4141136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5EE1EB6C-886A-43C0-A86C-1CF61E32F626}"/>
              </a:ext>
            </a:extLst>
          </p:cNvPr>
          <p:cNvGrpSpPr/>
          <p:nvPr/>
        </p:nvGrpSpPr>
        <p:grpSpPr>
          <a:xfrm>
            <a:off x="900762" y="2627565"/>
            <a:ext cx="20520" cy="19440"/>
            <a:chOff x="900762" y="2627565"/>
            <a:chExt cx="20520" cy="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7C67651D-C875-4F11-96DF-AD9ED667C43B}"/>
                    </a:ext>
                  </a:extLst>
                </p14:cNvPr>
                <p14:cNvContentPartPr/>
                <p14:nvPr/>
              </p14:nvContentPartPr>
              <p14:xfrm>
                <a:off x="900762" y="2627565"/>
                <a:ext cx="360" cy="3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7C67651D-C875-4F11-96DF-AD9ED667C43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1762" y="261892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6F918693-5D34-4236-9D4B-445A8B058B7B}"/>
                    </a:ext>
                  </a:extLst>
                </p14:cNvPr>
                <p14:cNvContentPartPr/>
                <p14:nvPr/>
              </p14:nvContentPartPr>
              <p14:xfrm>
                <a:off x="900762" y="2627565"/>
                <a:ext cx="20520" cy="194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6F918693-5D34-4236-9D4B-445A8B058B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1762" y="2618925"/>
                  <a:ext cx="3816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11F661FF-94D1-4C54-8509-776703699C5A}"/>
                  </a:ext>
                </a:extLst>
              </p14:cNvPr>
              <p14:cNvContentPartPr/>
              <p14:nvPr/>
            </p14:nvContentPartPr>
            <p14:xfrm>
              <a:off x="6032562" y="3009885"/>
              <a:ext cx="337320" cy="2451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11F661FF-94D1-4C54-8509-776703699C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23562" y="3001245"/>
                <a:ext cx="354960" cy="26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upo 22">
            <a:extLst>
              <a:ext uri="{FF2B5EF4-FFF2-40B4-BE49-F238E27FC236}">
                <a16:creationId xmlns:a16="http://schemas.microsoft.com/office/drawing/2014/main" id="{A85C89CD-6A37-4BFB-8DE7-F29021D46E43}"/>
              </a:ext>
            </a:extLst>
          </p:cNvPr>
          <p:cNvGrpSpPr/>
          <p:nvPr/>
        </p:nvGrpSpPr>
        <p:grpSpPr>
          <a:xfrm>
            <a:off x="6564642" y="2350725"/>
            <a:ext cx="1741320" cy="705240"/>
            <a:chOff x="6564642" y="2350725"/>
            <a:chExt cx="1741320" cy="70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978C296D-1386-46FA-B0E2-846A0CFD0794}"/>
                    </a:ext>
                  </a:extLst>
                </p14:cNvPr>
                <p14:cNvContentPartPr/>
                <p14:nvPr/>
              </p14:nvContentPartPr>
              <p14:xfrm>
                <a:off x="6564642" y="2769765"/>
                <a:ext cx="93960" cy="2862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978C296D-1386-46FA-B0E2-846A0CFD07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56002" y="2760765"/>
                  <a:ext cx="1116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241A9432-BAED-436D-965C-BCD1691A261E}"/>
                    </a:ext>
                  </a:extLst>
                </p14:cNvPr>
                <p14:cNvContentPartPr/>
                <p14:nvPr/>
              </p14:nvContentPartPr>
              <p14:xfrm>
                <a:off x="6579042" y="2887125"/>
                <a:ext cx="181800" cy="475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241A9432-BAED-436D-965C-BCD1691A26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0402" y="2878485"/>
                  <a:ext cx="199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0263ABA9-E0F1-4753-AB99-BED099198858}"/>
                    </a:ext>
                  </a:extLst>
                </p14:cNvPr>
                <p14:cNvContentPartPr/>
                <p14:nvPr/>
              </p14:nvContentPartPr>
              <p14:xfrm>
                <a:off x="6765522" y="2792805"/>
                <a:ext cx="92880" cy="13536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0263ABA9-E0F1-4753-AB99-BED0991988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56882" y="2783805"/>
                  <a:ext cx="110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67241E8-A0FE-4729-8C2B-887C4B84CBC2}"/>
                    </a:ext>
                  </a:extLst>
                </p14:cNvPr>
                <p14:cNvContentPartPr/>
                <p14:nvPr/>
              </p14:nvContentPartPr>
              <p14:xfrm>
                <a:off x="6892602" y="2776245"/>
                <a:ext cx="51840" cy="11376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67241E8-A0FE-4729-8C2B-887C4B84CBC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83602" y="2767605"/>
                  <a:ext cx="694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37DA1245-F312-45BA-8217-9A1E90BECCCD}"/>
                    </a:ext>
                  </a:extLst>
                </p14:cNvPr>
                <p14:cNvContentPartPr/>
                <p14:nvPr/>
              </p14:nvContentPartPr>
              <p14:xfrm>
                <a:off x="6863802" y="2815125"/>
                <a:ext cx="154080" cy="4752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37DA1245-F312-45BA-8217-9A1E90BECCC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55162" y="2806125"/>
                  <a:ext cx="171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B66FF601-2685-49A6-A211-4D18924EDDE0}"/>
                    </a:ext>
                  </a:extLst>
                </p14:cNvPr>
                <p14:cNvContentPartPr/>
                <p14:nvPr/>
              </p14:nvContentPartPr>
              <p14:xfrm>
                <a:off x="6934362" y="2698845"/>
                <a:ext cx="131040" cy="20160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B66FF601-2685-49A6-A211-4D18924EDD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25722" y="2690205"/>
                  <a:ext cx="1486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174AB2D0-51ED-4B4D-8C0E-DE8BF35E510F}"/>
                    </a:ext>
                  </a:extLst>
                </p14:cNvPr>
                <p14:cNvContentPartPr/>
                <p14:nvPr/>
              </p14:nvContentPartPr>
              <p14:xfrm>
                <a:off x="7189962" y="2706405"/>
                <a:ext cx="162360" cy="2412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174AB2D0-51ED-4B4D-8C0E-DE8BF35E510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80962" y="2697405"/>
                  <a:ext cx="180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F662323-BC84-4C90-A778-6D3BD72E526C}"/>
                    </a:ext>
                  </a:extLst>
                </p14:cNvPr>
                <p14:cNvContentPartPr/>
                <p14:nvPr/>
              </p14:nvContentPartPr>
              <p14:xfrm>
                <a:off x="7219122" y="2773725"/>
                <a:ext cx="156240" cy="648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F662323-BC84-4C90-A778-6D3BD72E52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10482" y="2765085"/>
                  <a:ext cx="173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BDF2EB12-CA57-4B92-9EF2-60556BCC572E}"/>
                    </a:ext>
                  </a:extLst>
                </p14:cNvPr>
                <p14:cNvContentPartPr/>
                <p14:nvPr/>
              </p14:nvContentPartPr>
              <p14:xfrm>
                <a:off x="7486602" y="2603445"/>
                <a:ext cx="161640" cy="15984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BDF2EB12-CA57-4B92-9EF2-60556BCC57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77602" y="2594805"/>
                  <a:ext cx="179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2262625C-17D9-4B01-A775-C6A60D61C1B0}"/>
                    </a:ext>
                  </a:extLst>
                </p14:cNvPr>
                <p14:cNvContentPartPr/>
                <p14:nvPr/>
              </p14:nvContentPartPr>
              <p14:xfrm>
                <a:off x="7741842" y="2661045"/>
                <a:ext cx="136080" cy="36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2262625C-17D9-4B01-A775-C6A60D61C1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33202" y="2652405"/>
                  <a:ext cx="153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2D7798F6-7002-4E22-9DE1-B4131376B5AE}"/>
                    </a:ext>
                  </a:extLst>
                </p14:cNvPr>
                <p14:cNvContentPartPr/>
                <p14:nvPr/>
              </p14:nvContentPartPr>
              <p14:xfrm>
                <a:off x="7982682" y="2514885"/>
                <a:ext cx="123480" cy="21960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2D7798F6-7002-4E22-9DE1-B4131376B5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73682" y="2506245"/>
                  <a:ext cx="141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1D6A4891-98BD-427A-9DAF-4127CED641B5}"/>
                    </a:ext>
                  </a:extLst>
                </p14:cNvPr>
                <p14:cNvContentPartPr/>
                <p14:nvPr/>
              </p14:nvContentPartPr>
              <p14:xfrm>
                <a:off x="7972962" y="2560965"/>
                <a:ext cx="204840" cy="1587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1D6A4891-98BD-427A-9DAF-4127CED641B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64322" y="2552325"/>
                  <a:ext cx="2224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52CAEBBD-9D98-44FF-ADA7-969C774F919C}"/>
                    </a:ext>
                  </a:extLst>
                </p14:cNvPr>
                <p14:cNvContentPartPr/>
                <p14:nvPr/>
              </p14:nvContentPartPr>
              <p14:xfrm>
                <a:off x="8168802" y="2350725"/>
                <a:ext cx="137160" cy="12384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52CAEBBD-9D98-44FF-ADA7-969C774F91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59802" y="2342085"/>
                  <a:ext cx="154800" cy="14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071586CE-1EA4-4B01-85AF-EAEA5039E0A9}"/>
                  </a:ext>
                </a:extLst>
              </p14:cNvPr>
              <p14:cNvContentPartPr/>
              <p14:nvPr/>
            </p14:nvContentPartPr>
            <p14:xfrm>
              <a:off x="5837802" y="919725"/>
              <a:ext cx="4320" cy="36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071586CE-1EA4-4B01-85AF-EAEA5039E0A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19802" y="902085"/>
                <a:ext cx="399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upo 33">
            <a:extLst>
              <a:ext uri="{FF2B5EF4-FFF2-40B4-BE49-F238E27FC236}">
                <a16:creationId xmlns:a16="http://schemas.microsoft.com/office/drawing/2014/main" id="{E66303F5-A580-4499-8EF0-6A643A262145}"/>
              </a:ext>
            </a:extLst>
          </p:cNvPr>
          <p:cNvGrpSpPr/>
          <p:nvPr/>
        </p:nvGrpSpPr>
        <p:grpSpPr>
          <a:xfrm>
            <a:off x="9022722" y="3409485"/>
            <a:ext cx="1150200" cy="544320"/>
            <a:chOff x="9022722" y="3409485"/>
            <a:chExt cx="115020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A1B62150-CE8B-4985-9D8D-7C7C06D37FA7}"/>
                    </a:ext>
                  </a:extLst>
                </p14:cNvPr>
                <p14:cNvContentPartPr/>
                <p14:nvPr/>
              </p14:nvContentPartPr>
              <p14:xfrm>
                <a:off x="9022722" y="3647805"/>
                <a:ext cx="119520" cy="1144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A1B62150-CE8B-4985-9D8D-7C7C06D37F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05082" y="3629805"/>
                  <a:ext cx="155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F6122C9-06C5-4FF9-9D91-A6A12D234DFA}"/>
                    </a:ext>
                  </a:extLst>
                </p14:cNvPr>
                <p14:cNvContentPartPr/>
                <p14:nvPr/>
              </p14:nvContentPartPr>
              <p14:xfrm>
                <a:off x="9112002" y="3675165"/>
                <a:ext cx="104760" cy="27864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F6122C9-06C5-4FF9-9D91-A6A12D234DF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94362" y="3657525"/>
                  <a:ext cx="140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8967FD0-D1F5-4EEB-B73F-2D1784510836}"/>
                    </a:ext>
                  </a:extLst>
                </p14:cNvPr>
                <p14:cNvContentPartPr/>
                <p14:nvPr/>
              </p14:nvContentPartPr>
              <p14:xfrm>
                <a:off x="9275442" y="3558525"/>
                <a:ext cx="96840" cy="16200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8967FD0-D1F5-4EEB-B73F-2D178451083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57802" y="3540525"/>
                  <a:ext cx="132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6ACBDA06-80DC-4FD9-BCE7-3FB11942CD67}"/>
                    </a:ext>
                  </a:extLst>
                </p14:cNvPr>
                <p14:cNvContentPartPr/>
                <p14:nvPr/>
              </p14:nvContentPartPr>
              <p14:xfrm>
                <a:off x="9392802" y="3556725"/>
                <a:ext cx="64440" cy="12168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6ACBDA06-80DC-4FD9-BCE7-3FB11942CD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75162" y="3538725"/>
                  <a:ext cx="100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747D79DA-76FE-4706-9919-508F35BB44C2}"/>
                    </a:ext>
                  </a:extLst>
                </p14:cNvPr>
                <p14:cNvContentPartPr/>
                <p14:nvPr/>
              </p14:nvContentPartPr>
              <p14:xfrm>
                <a:off x="9387042" y="3556725"/>
                <a:ext cx="129240" cy="1353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747D79DA-76FE-4706-9919-508F35BB44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69402" y="3538725"/>
                  <a:ext cx="164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BD2A5EA8-558C-403A-8C54-DD8855250908}"/>
                    </a:ext>
                  </a:extLst>
                </p14:cNvPr>
                <p14:cNvContentPartPr/>
                <p14:nvPr/>
              </p14:nvContentPartPr>
              <p14:xfrm>
                <a:off x="9514122" y="3465645"/>
                <a:ext cx="132120" cy="2170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BD2A5EA8-558C-403A-8C54-DD88552509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96482" y="3447645"/>
                  <a:ext cx="167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7AF01B73-6DBE-40C3-8009-ACC4ECD62CAE}"/>
                    </a:ext>
                  </a:extLst>
                </p14:cNvPr>
                <p14:cNvContentPartPr/>
                <p14:nvPr/>
              </p14:nvContentPartPr>
              <p14:xfrm>
                <a:off x="9766482" y="3511005"/>
                <a:ext cx="120600" cy="1584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7AF01B73-6DBE-40C3-8009-ACC4ECD62C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48842" y="3493365"/>
                  <a:ext cx="156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6C714DDE-44FF-4168-BA30-565111298423}"/>
                    </a:ext>
                  </a:extLst>
                </p14:cNvPr>
                <p14:cNvContentPartPr/>
                <p14:nvPr/>
              </p14:nvContentPartPr>
              <p14:xfrm>
                <a:off x="9788442" y="3562845"/>
                <a:ext cx="133200" cy="648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6C714DDE-44FF-4168-BA30-5651112984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70802" y="3544845"/>
                  <a:ext cx="168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35B31ED3-7F72-4523-9A6C-A5E3652F9307}"/>
                    </a:ext>
                  </a:extLst>
                </p14:cNvPr>
                <p14:cNvContentPartPr/>
                <p14:nvPr/>
              </p14:nvContentPartPr>
              <p14:xfrm>
                <a:off x="10072122" y="3409485"/>
                <a:ext cx="100800" cy="16560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35B31ED3-7F72-4523-9A6C-A5E3652F930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54482" y="3391485"/>
                  <a:ext cx="13644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6E5C9EA9-B1A5-491E-B916-4CDFA1CBB02F}"/>
                  </a:ext>
                </a:extLst>
              </p14:cNvPr>
              <p14:cNvContentPartPr/>
              <p14:nvPr/>
            </p14:nvContentPartPr>
            <p14:xfrm>
              <a:off x="2161122" y="1713165"/>
              <a:ext cx="1131840" cy="4284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6E5C9EA9-B1A5-491E-B916-4CDFA1CBB02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43122" y="1695165"/>
                <a:ext cx="116748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7788137B-7FEB-46C2-B3AF-9BBD8E49D148}"/>
                  </a:ext>
                </a:extLst>
              </p14:cNvPr>
              <p14:cNvContentPartPr/>
              <p14:nvPr/>
            </p14:nvContentPartPr>
            <p14:xfrm>
              <a:off x="2624082" y="1094325"/>
              <a:ext cx="1865880" cy="7272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7788137B-7FEB-46C2-B3AF-9BBD8E49D14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15082" y="1085685"/>
                <a:ext cx="18835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67DDAD7F-65B1-40AE-84DA-B4D8C6B5E106}"/>
                  </a:ext>
                </a:extLst>
              </p14:cNvPr>
              <p14:cNvContentPartPr/>
              <p14:nvPr/>
            </p14:nvContentPartPr>
            <p14:xfrm>
              <a:off x="3661242" y="3071085"/>
              <a:ext cx="2728800" cy="654120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67DDAD7F-65B1-40AE-84DA-B4D8C6B5E10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07602" y="2963445"/>
                <a:ext cx="2836440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31669D76-BEF4-45A1-AFA7-49025273C8E6}"/>
                  </a:ext>
                </a:extLst>
              </p14:cNvPr>
              <p14:cNvContentPartPr/>
              <p14:nvPr/>
            </p14:nvContentPartPr>
            <p14:xfrm>
              <a:off x="6323802" y="3700365"/>
              <a:ext cx="181080" cy="15120"/>
            </p14:xfrm>
          </p:contentPart>
        </mc:Choice>
        <mc:Fallback xmlns=""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31669D76-BEF4-45A1-AFA7-49025273C8E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70162" y="3592365"/>
                <a:ext cx="2887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DD4B024A-15FB-47F3-B3B4-A240F6BF9BFA}"/>
                  </a:ext>
                </a:extLst>
              </p14:cNvPr>
              <p14:cNvContentPartPr/>
              <p14:nvPr/>
            </p14:nvContentPartPr>
            <p14:xfrm>
              <a:off x="3852042" y="3629805"/>
              <a:ext cx="2550600" cy="83880"/>
            </p14:xfrm>
          </p:contentPart>
        </mc:Choice>
        <mc:Fallback xmlns=""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DD4B024A-15FB-47F3-B3B4-A240F6BF9BF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798402" y="3521805"/>
                <a:ext cx="26582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FC899E12-F779-48CA-8775-409BB68CF31B}"/>
                  </a:ext>
                </a:extLst>
              </p14:cNvPr>
              <p14:cNvContentPartPr/>
              <p14:nvPr/>
            </p14:nvContentPartPr>
            <p14:xfrm>
              <a:off x="4136082" y="3265485"/>
              <a:ext cx="1866960" cy="31500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FC899E12-F779-48CA-8775-409BB68CF31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82442" y="3157845"/>
                <a:ext cx="1974600" cy="53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upo 45">
            <a:extLst>
              <a:ext uri="{FF2B5EF4-FFF2-40B4-BE49-F238E27FC236}">
                <a16:creationId xmlns:a16="http://schemas.microsoft.com/office/drawing/2014/main" id="{663A2BD4-7B09-4D21-845D-6044C5970FEB}"/>
              </a:ext>
            </a:extLst>
          </p:cNvPr>
          <p:cNvGrpSpPr/>
          <p:nvPr/>
        </p:nvGrpSpPr>
        <p:grpSpPr>
          <a:xfrm>
            <a:off x="9410082" y="3832125"/>
            <a:ext cx="501120" cy="281880"/>
            <a:chOff x="9410082" y="3832125"/>
            <a:chExt cx="50112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D89084F1-B7C6-49C4-94A1-CA020EC2CF76}"/>
                    </a:ext>
                  </a:extLst>
                </p14:cNvPr>
                <p14:cNvContentPartPr/>
                <p14:nvPr/>
              </p14:nvContentPartPr>
              <p14:xfrm>
                <a:off x="9410082" y="3849765"/>
                <a:ext cx="149760" cy="26424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D89084F1-B7C6-49C4-94A1-CA020EC2CF7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92442" y="3832125"/>
                  <a:ext cx="185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9EFABBA-49BB-4FAA-884E-CF4214FC9825}"/>
                    </a:ext>
                  </a:extLst>
                </p14:cNvPr>
                <p14:cNvContentPartPr/>
                <p14:nvPr/>
              </p14:nvContentPartPr>
              <p14:xfrm>
                <a:off x="9668922" y="3893685"/>
                <a:ext cx="137160" cy="2448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9EFABBA-49BB-4FAA-884E-CF4214FC98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51282" y="3875685"/>
                  <a:ext cx="172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46854C36-7A69-4342-801D-33F5426C9148}"/>
                    </a:ext>
                  </a:extLst>
                </p14:cNvPr>
                <p14:cNvContentPartPr/>
                <p14:nvPr/>
              </p14:nvContentPartPr>
              <p14:xfrm>
                <a:off x="9666042" y="3945165"/>
                <a:ext cx="119880" cy="720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46854C36-7A69-4342-801D-33F5426C914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48402" y="3927525"/>
                  <a:ext cx="155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65576175-05EE-46A9-9F9E-FFFE3D5ECC70}"/>
                    </a:ext>
                  </a:extLst>
                </p14:cNvPr>
                <p14:cNvContentPartPr/>
                <p14:nvPr/>
              </p14:nvContentPartPr>
              <p14:xfrm>
                <a:off x="9875562" y="3832125"/>
                <a:ext cx="35640" cy="16668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65576175-05EE-46A9-9F9E-FFFE3D5ECC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57562" y="3814485"/>
                  <a:ext cx="7128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5338E50E-7691-46BC-8322-A0D5868CF077}"/>
                  </a:ext>
                </a:extLst>
              </p14:cNvPr>
              <p14:cNvContentPartPr/>
              <p14:nvPr/>
            </p14:nvContentPartPr>
            <p14:xfrm>
              <a:off x="2808402" y="3475005"/>
              <a:ext cx="324360" cy="437040"/>
            </p14:xfrm>
          </p:contentPart>
        </mc:Choice>
        <mc:Fallback xmlns=""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5338E50E-7691-46BC-8322-A0D5868CF07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790762" y="3457365"/>
                <a:ext cx="36000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4897AC75-789B-428F-A761-F4BEBD7B42AB}"/>
                  </a:ext>
                </a:extLst>
              </p14:cNvPr>
              <p14:cNvContentPartPr/>
              <p14:nvPr/>
            </p14:nvContentPartPr>
            <p14:xfrm>
              <a:off x="2790762" y="3602085"/>
              <a:ext cx="145440" cy="100440"/>
            </p14:xfrm>
          </p:contentPart>
        </mc:Choice>
        <mc:Fallback xmlns=""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4897AC75-789B-428F-A761-F4BEBD7B42A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773122" y="3584085"/>
                <a:ext cx="181080" cy="13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upo 83">
            <a:extLst>
              <a:ext uri="{FF2B5EF4-FFF2-40B4-BE49-F238E27FC236}">
                <a16:creationId xmlns:a16="http://schemas.microsoft.com/office/drawing/2014/main" id="{B4533B66-B97B-4CFA-9956-6D846ABCE8EF}"/>
              </a:ext>
            </a:extLst>
          </p:cNvPr>
          <p:cNvGrpSpPr/>
          <p:nvPr/>
        </p:nvGrpSpPr>
        <p:grpSpPr>
          <a:xfrm>
            <a:off x="3532002" y="3681285"/>
            <a:ext cx="3125160" cy="897480"/>
            <a:chOff x="3532002" y="3681285"/>
            <a:chExt cx="3125160" cy="89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E2582EA1-4AC2-47CC-B785-4DDFF0A9A86E}"/>
                    </a:ext>
                  </a:extLst>
                </p14:cNvPr>
                <p14:cNvContentPartPr/>
                <p14:nvPr/>
              </p14:nvContentPartPr>
              <p14:xfrm>
                <a:off x="3564762" y="3755085"/>
                <a:ext cx="10080" cy="1944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E2582EA1-4AC2-47CC-B785-4DDFF0A9A8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55762" y="3746445"/>
                  <a:ext cx="27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E0AF372E-4009-4A5B-A5D7-7C6C7382DDB8}"/>
                    </a:ext>
                  </a:extLst>
                </p14:cNvPr>
                <p14:cNvContentPartPr/>
                <p14:nvPr/>
              </p14:nvContentPartPr>
              <p14:xfrm>
                <a:off x="3547482" y="3776685"/>
                <a:ext cx="2160" cy="36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E0AF372E-4009-4A5B-A5D7-7C6C7382DDB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38482" y="3768045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C6D08B05-E75C-4EC0-BDD7-EF3B7BCEF7E0}"/>
                    </a:ext>
                  </a:extLst>
                </p14:cNvPr>
                <p14:cNvContentPartPr/>
                <p14:nvPr/>
              </p14:nvContentPartPr>
              <p14:xfrm>
                <a:off x="3549282" y="3776685"/>
                <a:ext cx="360" cy="36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C6D08B05-E75C-4EC0-BDD7-EF3B7BCEF7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40642" y="37680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CBA649AA-7434-403B-80E1-8C2FB6A1BC0F}"/>
                    </a:ext>
                  </a:extLst>
                </p14:cNvPr>
                <p14:cNvContentPartPr/>
                <p14:nvPr/>
              </p14:nvContentPartPr>
              <p14:xfrm>
                <a:off x="3532002" y="3774165"/>
                <a:ext cx="17640" cy="115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CBA649AA-7434-403B-80E1-8C2FB6A1BC0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523362" y="3765165"/>
                  <a:ext cx="35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BB4DDB9E-AF9F-40B6-BF98-CF5F44C9AF41}"/>
                    </a:ext>
                  </a:extLst>
                </p14:cNvPr>
                <p14:cNvContentPartPr/>
                <p14:nvPr/>
              </p14:nvContentPartPr>
              <p14:xfrm>
                <a:off x="3543882" y="3777405"/>
                <a:ext cx="9720" cy="5652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BB4DDB9E-AF9F-40B6-BF98-CF5F44C9AF4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535242" y="3768405"/>
                  <a:ext cx="273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10CAC90A-30A8-40AB-8BAE-366B5BBB8311}"/>
                    </a:ext>
                  </a:extLst>
                </p14:cNvPr>
                <p14:cNvContentPartPr/>
                <p14:nvPr/>
              </p14:nvContentPartPr>
              <p14:xfrm>
                <a:off x="3553242" y="3764805"/>
                <a:ext cx="139680" cy="23688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10CAC90A-30A8-40AB-8BAE-366B5BBB831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544242" y="3755805"/>
                  <a:ext cx="157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BC26245F-253E-4757-87F7-E70F22D712A6}"/>
                    </a:ext>
                  </a:extLst>
                </p14:cNvPr>
                <p14:cNvContentPartPr/>
                <p14:nvPr/>
              </p14:nvContentPartPr>
              <p14:xfrm>
                <a:off x="3743322" y="4058565"/>
                <a:ext cx="69120" cy="8532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BC26245F-253E-4757-87F7-E70F22D712A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734322" y="4049925"/>
                  <a:ext cx="86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FC3AFD08-1BBF-4A6B-A3B1-E7A6A2F40C5E}"/>
                    </a:ext>
                  </a:extLst>
                </p14:cNvPr>
                <p14:cNvContentPartPr/>
                <p14:nvPr/>
              </p14:nvContentPartPr>
              <p14:xfrm>
                <a:off x="3907482" y="4191045"/>
                <a:ext cx="67320" cy="4932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FC3AFD08-1BBF-4A6B-A3B1-E7A6A2F40C5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898842" y="4182045"/>
                  <a:ext cx="84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3D670B9D-DF36-469D-A922-AD874E566533}"/>
                    </a:ext>
                  </a:extLst>
                </p14:cNvPr>
                <p14:cNvContentPartPr/>
                <p14:nvPr/>
              </p14:nvContentPartPr>
              <p14:xfrm>
                <a:off x="4106202" y="4278525"/>
                <a:ext cx="330120" cy="8640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3D670B9D-DF36-469D-A922-AD874E56653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097562" y="4269885"/>
                  <a:ext cx="347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38ECF530-9D8F-4E74-98B0-D35CA17CBAA4}"/>
                    </a:ext>
                  </a:extLst>
                </p14:cNvPr>
                <p14:cNvContentPartPr/>
                <p14:nvPr/>
              </p14:nvContentPartPr>
              <p14:xfrm>
                <a:off x="4555482" y="4407405"/>
                <a:ext cx="200160" cy="12672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38ECF530-9D8F-4E74-98B0-D35CA17CBA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546482" y="4398765"/>
                  <a:ext cx="217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1603C5AE-8F7A-4E3A-B600-BC601EC6CEBE}"/>
                    </a:ext>
                  </a:extLst>
                </p14:cNvPr>
                <p14:cNvContentPartPr/>
                <p14:nvPr/>
              </p14:nvContentPartPr>
              <p14:xfrm>
                <a:off x="4801002" y="4544925"/>
                <a:ext cx="77760" cy="540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1603C5AE-8F7A-4E3A-B600-BC601EC6CEB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792002" y="4536285"/>
                  <a:ext cx="95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42122935-7045-408F-8FE4-5B887F670F00}"/>
                    </a:ext>
                  </a:extLst>
                </p14:cNvPr>
                <p14:cNvContentPartPr/>
                <p14:nvPr/>
              </p14:nvContentPartPr>
              <p14:xfrm>
                <a:off x="4968042" y="4484085"/>
                <a:ext cx="264960" cy="7092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42122935-7045-408F-8FE4-5B887F670F0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959402" y="4475085"/>
                  <a:ext cx="282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90070E80-9595-4A6A-9062-59E6D3D539E5}"/>
                    </a:ext>
                  </a:extLst>
                </p14:cNvPr>
                <p14:cNvContentPartPr/>
                <p14:nvPr/>
              </p14:nvContentPartPr>
              <p14:xfrm>
                <a:off x="5351442" y="4372485"/>
                <a:ext cx="212400" cy="8280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90070E80-9595-4A6A-9062-59E6D3D539E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342442" y="4363485"/>
                  <a:ext cx="230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F6E67536-E7F8-49B9-9B5C-7949B64E9D96}"/>
                    </a:ext>
                  </a:extLst>
                </p14:cNvPr>
                <p14:cNvContentPartPr/>
                <p14:nvPr/>
              </p14:nvContentPartPr>
              <p14:xfrm>
                <a:off x="5738442" y="4176285"/>
                <a:ext cx="246960" cy="12240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F6E67536-E7F8-49B9-9B5C-7949B64E9D9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729442" y="4167645"/>
                  <a:ext cx="264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CD23EE1F-9794-49DA-BD77-66A404B90463}"/>
                    </a:ext>
                  </a:extLst>
                </p14:cNvPr>
                <p14:cNvContentPartPr/>
                <p14:nvPr/>
              </p14:nvContentPartPr>
              <p14:xfrm>
                <a:off x="6090882" y="4104285"/>
                <a:ext cx="34920" cy="2628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CD23EE1F-9794-49DA-BD77-66A404B9046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081882" y="4095285"/>
                  <a:ext cx="52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E6ECAEB0-7757-4BBC-AA33-3A8DB9B7C0A3}"/>
                    </a:ext>
                  </a:extLst>
                </p14:cNvPr>
                <p14:cNvContentPartPr/>
                <p14:nvPr/>
              </p14:nvContentPartPr>
              <p14:xfrm>
                <a:off x="6343962" y="3787125"/>
                <a:ext cx="230760" cy="20736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E6ECAEB0-7757-4BBC-AA33-3A8DB9B7C0A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335322" y="3778125"/>
                  <a:ext cx="248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C2345F43-E9B1-4F0B-91BE-4C74B5839733}"/>
                    </a:ext>
                  </a:extLst>
                </p14:cNvPr>
                <p14:cNvContentPartPr/>
                <p14:nvPr/>
              </p14:nvContentPartPr>
              <p14:xfrm>
                <a:off x="6644202" y="3681285"/>
                <a:ext cx="12960" cy="36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C2345F43-E9B1-4F0B-91BE-4C74B583973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35202" y="3672645"/>
                  <a:ext cx="30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D9A14CA9-AC73-4537-8B6C-764DCD727B56}"/>
                    </a:ext>
                  </a:extLst>
                </p14:cNvPr>
                <p14:cNvContentPartPr/>
                <p14:nvPr/>
              </p14:nvContentPartPr>
              <p14:xfrm>
                <a:off x="6499842" y="3738885"/>
                <a:ext cx="57600" cy="4932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D9A14CA9-AC73-4537-8B6C-764DCD727B5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90842" y="3730245"/>
                  <a:ext cx="75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E00D7A08-7667-41D5-80F7-6F2E42C89E9D}"/>
                    </a:ext>
                  </a:extLst>
                </p14:cNvPr>
                <p14:cNvContentPartPr/>
                <p14:nvPr/>
              </p14:nvContentPartPr>
              <p14:xfrm>
                <a:off x="5081802" y="4528005"/>
                <a:ext cx="9000" cy="720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E00D7A08-7667-41D5-80F7-6F2E42C89E9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73162" y="4519005"/>
                  <a:ext cx="26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C98D671C-2CAF-4675-AAB3-AB4684D77591}"/>
                    </a:ext>
                  </a:extLst>
                </p14:cNvPr>
                <p14:cNvContentPartPr/>
                <p14:nvPr/>
              </p14:nvContentPartPr>
              <p14:xfrm>
                <a:off x="5084682" y="4534845"/>
                <a:ext cx="360" cy="36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C98D671C-2CAF-4675-AAB3-AB4684D775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76042" y="45258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9052F51A-A438-4F92-958D-AEB65E1F382A}"/>
                    </a:ext>
                  </a:extLst>
                </p14:cNvPr>
                <p14:cNvContentPartPr/>
                <p14:nvPr/>
              </p14:nvContentPartPr>
              <p14:xfrm>
                <a:off x="5084682" y="4516845"/>
                <a:ext cx="138960" cy="1836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9052F51A-A438-4F92-958D-AEB65E1F38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76042" y="4507845"/>
                  <a:ext cx="156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8C7038F2-3103-4029-9AB4-3FD2EB94720E}"/>
                    </a:ext>
                  </a:extLst>
                </p14:cNvPr>
                <p14:cNvContentPartPr/>
                <p14:nvPr/>
              </p14:nvContentPartPr>
              <p14:xfrm>
                <a:off x="5290242" y="4399125"/>
                <a:ext cx="309960" cy="11664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8C7038F2-3103-4029-9AB4-3FD2EB9472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81242" y="4390125"/>
                  <a:ext cx="3276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85D37AC7-58BC-4533-9E0B-8DF62941F707}"/>
                    </a:ext>
                  </a:extLst>
                </p14:cNvPr>
                <p14:cNvContentPartPr/>
                <p14:nvPr/>
              </p14:nvContentPartPr>
              <p14:xfrm>
                <a:off x="5686602" y="4230645"/>
                <a:ext cx="312840" cy="13428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85D37AC7-58BC-4533-9E0B-8DF62941F70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77962" y="4221645"/>
                  <a:ext cx="330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E48B8115-7B2A-4DB4-8E3B-D25C70897C7A}"/>
                    </a:ext>
                  </a:extLst>
                </p14:cNvPr>
                <p14:cNvContentPartPr/>
                <p14:nvPr/>
              </p14:nvContentPartPr>
              <p14:xfrm>
                <a:off x="6084042" y="4006365"/>
                <a:ext cx="261360" cy="19548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E48B8115-7B2A-4DB4-8E3B-D25C70897C7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75402" y="3997365"/>
                  <a:ext cx="279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C0B2D66B-814D-4E52-8174-4F8BE1FC3692}"/>
                    </a:ext>
                  </a:extLst>
                </p14:cNvPr>
                <p14:cNvContentPartPr/>
                <p14:nvPr/>
              </p14:nvContentPartPr>
              <p14:xfrm>
                <a:off x="6428922" y="3756885"/>
                <a:ext cx="171360" cy="21528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C0B2D66B-814D-4E52-8174-4F8BE1FC369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20282" y="3748245"/>
                  <a:ext cx="189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A8286919-CC8A-43EE-88E7-80D5BD25236D}"/>
                    </a:ext>
                  </a:extLst>
                </p14:cNvPr>
                <p14:cNvContentPartPr/>
                <p14:nvPr/>
              </p14:nvContentPartPr>
              <p14:xfrm>
                <a:off x="3554682" y="3752565"/>
                <a:ext cx="101880" cy="17640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A8286919-CC8A-43EE-88E7-80D5BD25236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46042" y="3743925"/>
                  <a:ext cx="119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DB63C1F9-03F3-4C95-9142-FAA684990F40}"/>
                    </a:ext>
                  </a:extLst>
                </p14:cNvPr>
                <p14:cNvContentPartPr/>
                <p14:nvPr/>
              </p14:nvContentPartPr>
              <p14:xfrm>
                <a:off x="3710922" y="3994125"/>
                <a:ext cx="658800" cy="32796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DB63C1F9-03F3-4C95-9142-FAA684990F4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01922" y="3985485"/>
                  <a:ext cx="6764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3C41C21F-661F-4CC1-A650-CD20C834E323}"/>
                    </a:ext>
                  </a:extLst>
                </p14:cNvPr>
                <p14:cNvContentPartPr/>
                <p14:nvPr/>
              </p14:nvContentPartPr>
              <p14:xfrm>
                <a:off x="4400682" y="4331805"/>
                <a:ext cx="275400" cy="18072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3C41C21F-661F-4CC1-A650-CD20C834E32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91682" y="4323165"/>
                  <a:ext cx="293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CD669F2C-E55E-4B56-8420-959CD9D93CD6}"/>
                    </a:ext>
                  </a:extLst>
                </p14:cNvPr>
                <p14:cNvContentPartPr/>
                <p14:nvPr/>
              </p14:nvContentPartPr>
              <p14:xfrm>
                <a:off x="4807482" y="4555365"/>
                <a:ext cx="205920" cy="2340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CD669F2C-E55E-4B56-8420-959CD9D93CD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798842" y="4546725"/>
                  <a:ext cx="22356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609F4AB7-A77F-4605-A4DC-F7AEB3BB75BB}"/>
                  </a:ext>
                </a:extLst>
              </p14:cNvPr>
              <p14:cNvContentPartPr/>
              <p14:nvPr/>
            </p14:nvContentPartPr>
            <p14:xfrm>
              <a:off x="3489402" y="3722870"/>
              <a:ext cx="101880" cy="85680"/>
            </p14:xfrm>
          </p:contentPart>
        </mc:Choice>
        <mc:Fallback xmlns=""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609F4AB7-A77F-4605-A4DC-F7AEB3BB75B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480762" y="3713870"/>
                <a:ext cx="1195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64A8178E-C4C8-410D-BE0D-4DD2BBDF637D}"/>
                  </a:ext>
                </a:extLst>
              </p14:cNvPr>
              <p14:cNvContentPartPr/>
              <p14:nvPr/>
            </p14:nvContentPartPr>
            <p14:xfrm>
              <a:off x="3422802" y="4476350"/>
              <a:ext cx="290160" cy="248760"/>
            </p14:xfrm>
          </p:contentPart>
        </mc:Choice>
        <mc:Fallback xmlns=""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64A8178E-C4C8-410D-BE0D-4DD2BBDF637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414162" y="4467350"/>
                <a:ext cx="3078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5E494EF0-4719-4401-8E47-175310600B09}"/>
                  </a:ext>
                </a:extLst>
              </p14:cNvPr>
              <p14:cNvContentPartPr/>
              <p14:nvPr/>
            </p14:nvContentPartPr>
            <p14:xfrm>
              <a:off x="6581802" y="3709910"/>
              <a:ext cx="81720" cy="109440"/>
            </p14:xfrm>
          </p:contentPart>
        </mc:Choice>
        <mc:Fallback xmlns=""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5E494EF0-4719-4401-8E47-175310600B0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573162" y="3701270"/>
                <a:ext cx="99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C6764097-4653-4B56-9B9B-C33F1C363182}"/>
                  </a:ext>
                </a:extLst>
              </p14:cNvPr>
              <p14:cNvContentPartPr/>
              <p14:nvPr/>
            </p14:nvContentPartPr>
            <p14:xfrm>
              <a:off x="6532842" y="4510190"/>
              <a:ext cx="234000" cy="294840"/>
            </p14:xfrm>
          </p:contentPart>
        </mc:Choice>
        <mc:Fallback xmlns=""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C6764097-4653-4B56-9B9B-C33F1C36318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524202" y="4501550"/>
                <a:ext cx="251640" cy="31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8094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5067C80-16ED-4544-9601-ACCB3E47C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4505"/>
            <a:ext cx="3698749" cy="63386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8186393-4206-4801-9877-A4A2F81DF86C}"/>
                  </a:ext>
                </a:extLst>
              </p14:cNvPr>
              <p14:cNvContentPartPr/>
              <p14:nvPr/>
            </p14:nvContentPartPr>
            <p14:xfrm>
              <a:off x="1118082" y="1892739"/>
              <a:ext cx="252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8186393-4206-4801-9877-A4A2F81DF8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082" y="1884099"/>
                <a:ext cx="2016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22B769C8-BD7F-486C-AF59-17E8A9D348FC}"/>
              </a:ext>
            </a:extLst>
          </p:cNvPr>
          <p:cNvGrpSpPr/>
          <p:nvPr/>
        </p:nvGrpSpPr>
        <p:grpSpPr>
          <a:xfrm>
            <a:off x="2684442" y="1141779"/>
            <a:ext cx="1747080" cy="951840"/>
            <a:chOff x="2684442" y="1141779"/>
            <a:chExt cx="1747080" cy="95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8DF3318-8519-4520-9AC4-D4AA23F3D0F0}"/>
                    </a:ext>
                  </a:extLst>
                </p14:cNvPr>
                <p14:cNvContentPartPr/>
                <p14:nvPr/>
              </p14:nvContentPartPr>
              <p14:xfrm>
                <a:off x="2684442" y="1831179"/>
                <a:ext cx="133920" cy="26208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8DF3318-8519-4520-9AC4-D4AA23F3D0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75442" y="1822539"/>
                  <a:ext cx="1515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234E46C9-7641-4A5C-8AB4-F12936AE1EF3}"/>
                    </a:ext>
                  </a:extLst>
                </p14:cNvPr>
                <p14:cNvContentPartPr/>
                <p14:nvPr/>
              </p14:nvContentPartPr>
              <p14:xfrm>
                <a:off x="2791362" y="1534179"/>
                <a:ext cx="214920" cy="34344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234E46C9-7641-4A5C-8AB4-F12936AE1EF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82722" y="1525539"/>
                  <a:ext cx="2325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D4688326-112C-4628-B22E-F058015AE9A8}"/>
                    </a:ext>
                  </a:extLst>
                </p14:cNvPr>
                <p14:cNvContentPartPr/>
                <p14:nvPr/>
              </p14:nvContentPartPr>
              <p14:xfrm>
                <a:off x="2949402" y="1211979"/>
                <a:ext cx="515520" cy="4197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D4688326-112C-4628-B22E-F058015AE9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40402" y="1202979"/>
                  <a:ext cx="5331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614A000A-11E0-4BFA-B471-AF79E0E05885}"/>
                    </a:ext>
                  </a:extLst>
                </p14:cNvPr>
                <p14:cNvContentPartPr/>
                <p14:nvPr/>
              </p14:nvContentPartPr>
              <p14:xfrm>
                <a:off x="3274482" y="1141779"/>
                <a:ext cx="490320" cy="10296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614A000A-11E0-4BFA-B471-AF79E0E0588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65842" y="1133139"/>
                  <a:ext cx="507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674FBCA4-03C2-4094-9E55-8EA4C16834BA}"/>
                    </a:ext>
                  </a:extLst>
                </p14:cNvPr>
                <p14:cNvContentPartPr/>
                <p14:nvPr/>
              </p14:nvContentPartPr>
              <p14:xfrm>
                <a:off x="3448362" y="1170579"/>
                <a:ext cx="319680" cy="694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674FBCA4-03C2-4094-9E55-8EA4C16834B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39362" y="1161939"/>
                  <a:ext cx="337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6E557437-7A45-41A5-815C-BB4D633B8368}"/>
                    </a:ext>
                  </a:extLst>
                </p14:cNvPr>
                <p14:cNvContentPartPr/>
                <p14:nvPr/>
              </p14:nvContentPartPr>
              <p14:xfrm>
                <a:off x="3695322" y="1232139"/>
                <a:ext cx="736200" cy="86148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6E557437-7A45-41A5-815C-BB4D633B83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6682" y="1223499"/>
                  <a:ext cx="753840" cy="8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49559B4-01A3-4C3D-A4F1-A789F03EDC61}"/>
                    </a:ext>
                  </a:extLst>
                </p14:cNvPr>
                <p14:cNvContentPartPr/>
                <p14:nvPr/>
              </p14:nvContentPartPr>
              <p14:xfrm>
                <a:off x="3900162" y="1361739"/>
                <a:ext cx="355680" cy="35244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49559B4-01A3-4C3D-A4F1-A789F03EDC6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91162" y="1352739"/>
                  <a:ext cx="373320" cy="37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9DAA32C7-0ABA-45C8-90F3-46F815A70650}"/>
                  </a:ext>
                </a:extLst>
              </p14:cNvPr>
              <p14:cNvContentPartPr/>
              <p14:nvPr/>
            </p14:nvContentPartPr>
            <p14:xfrm>
              <a:off x="3913122" y="926859"/>
              <a:ext cx="1029960" cy="4464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9DAA32C7-0ABA-45C8-90F3-46F815A7065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904482" y="917859"/>
                <a:ext cx="10476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98A535C4-71B4-423F-A8E8-9E822C033AB7}"/>
                  </a:ext>
                </a:extLst>
              </p14:cNvPr>
              <p14:cNvContentPartPr/>
              <p14:nvPr/>
            </p14:nvContentPartPr>
            <p14:xfrm>
              <a:off x="4394802" y="1321779"/>
              <a:ext cx="629280" cy="32040"/>
            </p14:xfrm>
          </p:contentPart>
        </mc:Choice>
        <mc:Fallback xmlns=""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98A535C4-71B4-423F-A8E8-9E822C033A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77162" y="1304139"/>
                <a:ext cx="66492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EE7462CC-27F9-489F-B64F-BF3C29917826}"/>
                  </a:ext>
                </a:extLst>
              </p14:cNvPr>
              <p14:cNvContentPartPr/>
              <p14:nvPr/>
            </p14:nvContentPartPr>
            <p14:xfrm>
              <a:off x="2248482" y="2078139"/>
              <a:ext cx="2464200" cy="46080"/>
            </p14:xfrm>
          </p:contentPart>
        </mc:Choice>
        <mc:Fallback xmlns=""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EE7462CC-27F9-489F-B64F-BF3C2991782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30482" y="2060139"/>
                <a:ext cx="249984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upo 23">
            <a:extLst>
              <a:ext uri="{FF2B5EF4-FFF2-40B4-BE49-F238E27FC236}">
                <a16:creationId xmlns:a16="http://schemas.microsoft.com/office/drawing/2014/main" id="{1736E7C1-A2F8-48BF-9DF7-29E25DB5A018}"/>
              </a:ext>
            </a:extLst>
          </p:cNvPr>
          <p:cNvGrpSpPr/>
          <p:nvPr/>
        </p:nvGrpSpPr>
        <p:grpSpPr>
          <a:xfrm>
            <a:off x="4709442" y="1995699"/>
            <a:ext cx="1297800" cy="195120"/>
            <a:chOff x="4709442" y="1995699"/>
            <a:chExt cx="129780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C1737872-EC9F-4705-8970-5344DF0D9D80}"/>
                    </a:ext>
                  </a:extLst>
                </p14:cNvPr>
                <p14:cNvContentPartPr/>
                <p14:nvPr/>
              </p14:nvContentPartPr>
              <p14:xfrm>
                <a:off x="4784322" y="2061939"/>
                <a:ext cx="251280" cy="684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C1737872-EC9F-4705-8970-5344DF0D9D8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66322" y="2043939"/>
                  <a:ext cx="286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9A5C5387-4C6C-49F0-8AF4-E692361424DB}"/>
                    </a:ext>
                  </a:extLst>
                </p14:cNvPr>
                <p14:cNvContentPartPr/>
                <p14:nvPr/>
              </p14:nvContentPartPr>
              <p14:xfrm>
                <a:off x="4709442" y="2065899"/>
                <a:ext cx="580680" cy="291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9A5C5387-4C6C-49F0-8AF4-E692361424D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691442" y="2048259"/>
                  <a:ext cx="616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DFA68D17-A312-4A1C-BC13-A489FE80933A}"/>
                    </a:ext>
                  </a:extLst>
                </p14:cNvPr>
                <p14:cNvContentPartPr/>
                <p14:nvPr/>
              </p14:nvContentPartPr>
              <p14:xfrm>
                <a:off x="5594682" y="1995699"/>
                <a:ext cx="118080" cy="1951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DFA68D17-A312-4A1C-BC13-A489FE80933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76682" y="1978059"/>
                  <a:ext cx="153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1C481D46-2A76-4F14-A334-85BC0F4A8E89}"/>
                    </a:ext>
                  </a:extLst>
                </p14:cNvPr>
                <p14:cNvContentPartPr/>
                <p14:nvPr/>
              </p14:nvContentPartPr>
              <p14:xfrm>
                <a:off x="5795202" y="2043939"/>
                <a:ext cx="74160" cy="180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1C481D46-2A76-4F14-A334-85BC0F4A8E8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77202" y="2025939"/>
                  <a:ext cx="109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6325159-E663-4AE1-BAEC-976C7D5D3989}"/>
                    </a:ext>
                  </a:extLst>
                </p14:cNvPr>
                <p14:cNvContentPartPr/>
                <p14:nvPr/>
              </p14:nvContentPartPr>
              <p14:xfrm>
                <a:off x="5794482" y="2067699"/>
                <a:ext cx="65520" cy="1008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6325159-E663-4AE1-BAEC-976C7D5D398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76842" y="2050059"/>
                  <a:ext cx="101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E2F285CF-326C-4646-BC89-787AB79E3E4B}"/>
                    </a:ext>
                  </a:extLst>
                </p14:cNvPr>
                <p14:cNvContentPartPr/>
                <p14:nvPr/>
              </p14:nvContentPartPr>
              <p14:xfrm>
                <a:off x="5961162" y="2009379"/>
                <a:ext cx="46080" cy="9684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E2F285CF-326C-4646-BC89-787AB79E3E4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943162" y="1991379"/>
                  <a:ext cx="8172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04E7B840-BDCD-42F3-B71F-CD58F40E513E}"/>
                  </a:ext>
                </a:extLst>
              </p14:cNvPr>
              <p14:cNvContentPartPr/>
              <p14:nvPr/>
            </p14:nvContentPartPr>
            <p14:xfrm>
              <a:off x="4780362" y="1618513"/>
              <a:ext cx="556200" cy="308520"/>
            </p14:xfrm>
          </p:contentPart>
        </mc:Choice>
        <mc:Fallback xmlns=""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04E7B840-BDCD-42F3-B71F-CD58F40E513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762362" y="1600873"/>
                <a:ext cx="59184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455E2320-318A-41BB-86B9-D0FD0C0370C9}"/>
                  </a:ext>
                </a:extLst>
              </p14:cNvPr>
              <p14:cNvContentPartPr/>
              <p14:nvPr/>
            </p14:nvContentPartPr>
            <p14:xfrm>
              <a:off x="4074762" y="1440313"/>
              <a:ext cx="44280" cy="632880"/>
            </p14:xfrm>
          </p:contentPart>
        </mc:Choice>
        <mc:Fallback xmlns=""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455E2320-318A-41BB-86B9-D0FD0C0370C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056762" y="1422673"/>
                <a:ext cx="7992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AB388E9F-C056-47C2-948E-13C12A90273D}"/>
                  </a:ext>
                </a:extLst>
              </p14:cNvPr>
              <p14:cNvContentPartPr/>
              <p14:nvPr/>
            </p14:nvContentPartPr>
            <p14:xfrm>
              <a:off x="5360322" y="1259593"/>
              <a:ext cx="1101960" cy="50112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AB388E9F-C056-47C2-948E-13C12A90273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342322" y="1241953"/>
                <a:ext cx="1137600" cy="53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upo 33">
            <a:extLst>
              <a:ext uri="{FF2B5EF4-FFF2-40B4-BE49-F238E27FC236}">
                <a16:creationId xmlns:a16="http://schemas.microsoft.com/office/drawing/2014/main" id="{17498249-F61B-466E-B286-F2F5565CA2FF}"/>
              </a:ext>
            </a:extLst>
          </p:cNvPr>
          <p:cNvGrpSpPr/>
          <p:nvPr/>
        </p:nvGrpSpPr>
        <p:grpSpPr>
          <a:xfrm>
            <a:off x="6558402" y="1184713"/>
            <a:ext cx="450720" cy="243720"/>
            <a:chOff x="6558402" y="1184713"/>
            <a:chExt cx="45072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22B6AFF-6347-43B4-824F-320B2C5467A5}"/>
                    </a:ext>
                  </a:extLst>
                </p14:cNvPr>
                <p14:cNvContentPartPr/>
                <p14:nvPr/>
              </p14:nvContentPartPr>
              <p14:xfrm>
                <a:off x="6598362" y="1184713"/>
                <a:ext cx="86760" cy="2437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22B6AFF-6347-43B4-824F-320B2C5467A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89722" y="1176073"/>
                  <a:ext cx="104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20100F80-0826-4CFA-80C9-9A73EF2CA3E3}"/>
                    </a:ext>
                  </a:extLst>
                </p14:cNvPr>
                <p14:cNvContentPartPr/>
                <p14:nvPr/>
              </p14:nvContentPartPr>
              <p14:xfrm>
                <a:off x="6558402" y="1321153"/>
                <a:ext cx="112680" cy="504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20100F80-0826-4CFA-80C9-9A73EF2CA3E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49762" y="1312513"/>
                  <a:ext cx="130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9E1F12A-8766-4450-9FED-C4BB7AC92054}"/>
                    </a:ext>
                  </a:extLst>
                </p14:cNvPr>
                <p14:cNvContentPartPr/>
                <p14:nvPr/>
              </p14:nvContentPartPr>
              <p14:xfrm>
                <a:off x="6736962" y="1234033"/>
                <a:ext cx="104760" cy="16632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9E1F12A-8766-4450-9FED-C4BB7AC9205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727962" y="1225033"/>
                  <a:ext cx="122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C9D25C6F-01F1-4F8F-BB36-EA5D99964F43}"/>
                    </a:ext>
                  </a:extLst>
                </p14:cNvPr>
                <p14:cNvContentPartPr/>
                <p14:nvPr/>
              </p14:nvContentPartPr>
              <p14:xfrm>
                <a:off x="6832002" y="1261393"/>
                <a:ext cx="83880" cy="11664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C9D25C6F-01F1-4F8F-BB36-EA5D99964F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23362" y="1252753"/>
                  <a:ext cx="101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B7899607-F741-416F-9050-C6EDDED5DF78}"/>
                    </a:ext>
                  </a:extLst>
                </p14:cNvPr>
                <p14:cNvContentPartPr/>
                <p14:nvPr/>
              </p14:nvContentPartPr>
              <p14:xfrm>
                <a:off x="6819402" y="1292713"/>
                <a:ext cx="100440" cy="1011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B7899607-F741-416F-9050-C6EDDED5DF7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10402" y="1283713"/>
                  <a:ext cx="118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E1F250F8-AE24-4815-8765-0B5603302600}"/>
                    </a:ext>
                  </a:extLst>
                </p14:cNvPr>
                <p14:cNvContentPartPr/>
                <p14:nvPr/>
              </p14:nvContentPartPr>
              <p14:xfrm>
                <a:off x="6892122" y="1200553"/>
                <a:ext cx="117000" cy="21744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E1F250F8-AE24-4815-8765-0B560330260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83482" y="1191553"/>
                  <a:ext cx="13464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DEE24F12-2E25-47A9-9886-10E2199D2B04}"/>
                  </a:ext>
                </a:extLst>
              </p14:cNvPr>
              <p14:cNvContentPartPr/>
              <p14:nvPr/>
            </p14:nvContentPartPr>
            <p14:xfrm>
              <a:off x="7127922" y="1315033"/>
              <a:ext cx="105480" cy="1008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DEE24F12-2E25-47A9-9886-10E2199D2B0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110282" y="1297033"/>
                <a:ext cx="14112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upo 41">
            <a:extLst>
              <a:ext uri="{FF2B5EF4-FFF2-40B4-BE49-F238E27FC236}">
                <a16:creationId xmlns:a16="http://schemas.microsoft.com/office/drawing/2014/main" id="{D7120AF9-0D99-48BD-A7FD-1416BF303759}"/>
              </a:ext>
            </a:extLst>
          </p:cNvPr>
          <p:cNvGrpSpPr/>
          <p:nvPr/>
        </p:nvGrpSpPr>
        <p:grpSpPr>
          <a:xfrm>
            <a:off x="7339602" y="1169593"/>
            <a:ext cx="560160" cy="315360"/>
            <a:chOff x="7339602" y="1169593"/>
            <a:chExt cx="56016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AD3FDFF1-8B5B-4503-8280-E23927EA1C0B}"/>
                    </a:ext>
                  </a:extLst>
                </p14:cNvPr>
                <p14:cNvContentPartPr/>
                <p14:nvPr/>
              </p14:nvContentPartPr>
              <p14:xfrm>
                <a:off x="7339602" y="1249873"/>
                <a:ext cx="101160" cy="9180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AD3FDFF1-8B5B-4503-8280-E23927EA1C0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321602" y="1232233"/>
                  <a:ext cx="136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66B84A4F-5790-4280-A307-58D0F4C03CF3}"/>
                    </a:ext>
                  </a:extLst>
                </p14:cNvPr>
                <p14:cNvContentPartPr/>
                <p14:nvPr/>
              </p14:nvContentPartPr>
              <p14:xfrm>
                <a:off x="7391082" y="1273633"/>
                <a:ext cx="111600" cy="21132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66B84A4F-5790-4280-A307-58D0F4C03CF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73442" y="1255993"/>
                  <a:ext cx="1472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E1276B2-DFB3-4D6D-A406-F56EB5C4A4E9}"/>
                    </a:ext>
                  </a:extLst>
                </p14:cNvPr>
                <p14:cNvContentPartPr/>
                <p14:nvPr/>
              </p14:nvContentPartPr>
              <p14:xfrm>
                <a:off x="7574682" y="1208113"/>
                <a:ext cx="101520" cy="15768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E1276B2-DFB3-4D6D-A406-F56EB5C4A4E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57042" y="1190473"/>
                  <a:ext cx="137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1115B82-54A5-460A-9147-E0E13CA18A18}"/>
                    </a:ext>
                  </a:extLst>
                </p14:cNvPr>
                <p14:cNvContentPartPr/>
                <p14:nvPr/>
              </p14:nvContentPartPr>
              <p14:xfrm>
                <a:off x="7669722" y="1243033"/>
                <a:ext cx="88200" cy="10764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1115B82-54A5-460A-9147-E0E13CA18A1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51722" y="1225033"/>
                  <a:ext cx="123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0E0E067C-6F40-4BA8-8A4A-EC478A43F321}"/>
                    </a:ext>
                  </a:extLst>
                </p14:cNvPr>
                <p14:cNvContentPartPr/>
                <p14:nvPr/>
              </p14:nvContentPartPr>
              <p14:xfrm>
                <a:off x="7676562" y="1241593"/>
                <a:ext cx="96120" cy="954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0E0E067C-6F40-4BA8-8A4A-EC478A43F32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58922" y="1223953"/>
                  <a:ext cx="131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27F8FE2C-53E3-4675-9A5C-BBDF559131F2}"/>
                    </a:ext>
                  </a:extLst>
                </p14:cNvPr>
                <p14:cNvContentPartPr/>
                <p14:nvPr/>
              </p14:nvContentPartPr>
              <p14:xfrm>
                <a:off x="7794642" y="1169593"/>
                <a:ext cx="105120" cy="24840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27F8FE2C-53E3-4675-9A5C-BBDF559131F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76642" y="1151953"/>
                  <a:ext cx="14076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82012048-E7BF-4981-98B3-9D69BBD89B4D}"/>
              </a:ext>
            </a:extLst>
          </p:cNvPr>
          <p:cNvGrpSpPr/>
          <p:nvPr/>
        </p:nvGrpSpPr>
        <p:grpSpPr>
          <a:xfrm>
            <a:off x="7552362" y="1674673"/>
            <a:ext cx="638640" cy="271080"/>
            <a:chOff x="7552362" y="1674673"/>
            <a:chExt cx="63864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39A116B7-4DB3-403C-968A-2BE5D3781603}"/>
                    </a:ext>
                  </a:extLst>
                </p14:cNvPr>
                <p14:cNvContentPartPr/>
                <p14:nvPr/>
              </p14:nvContentPartPr>
              <p14:xfrm>
                <a:off x="7552362" y="1764673"/>
                <a:ext cx="145440" cy="18108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39A116B7-4DB3-403C-968A-2BE5D378160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543722" y="1755673"/>
                  <a:ext cx="163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55B040BF-B501-4143-8671-4D5B23220FDF}"/>
                    </a:ext>
                  </a:extLst>
                </p14:cNvPr>
                <p14:cNvContentPartPr/>
                <p14:nvPr/>
              </p14:nvContentPartPr>
              <p14:xfrm>
                <a:off x="7761162" y="1848913"/>
                <a:ext cx="100440" cy="1008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55B040BF-B501-4143-8671-4D5B23220FD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752162" y="1840273"/>
                  <a:ext cx="118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CA449302-BA8C-4A65-8659-CE3B84755EB1}"/>
                    </a:ext>
                  </a:extLst>
                </p14:cNvPr>
                <p14:cNvContentPartPr/>
                <p14:nvPr/>
              </p14:nvContentPartPr>
              <p14:xfrm>
                <a:off x="7938282" y="1770073"/>
                <a:ext cx="101160" cy="14040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CA449302-BA8C-4A65-8659-CE3B84755EB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29282" y="1761073"/>
                  <a:ext cx="118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35E11965-BE18-4860-AF18-4582E8CC5390}"/>
                    </a:ext>
                  </a:extLst>
                </p14:cNvPr>
                <p14:cNvContentPartPr/>
                <p14:nvPr/>
              </p14:nvContentPartPr>
              <p14:xfrm>
                <a:off x="7926042" y="1802473"/>
                <a:ext cx="132480" cy="1051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35E11965-BE18-4860-AF18-4582E8CC539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917402" y="1793473"/>
                  <a:ext cx="150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C158F0F9-476C-4897-9E41-AABF1F46CC2A}"/>
                    </a:ext>
                  </a:extLst>
                </p14:cNvPr>
                <p14:cNvContentPartPr/>
                <p14:nvPr/>
              </p14:nvContentPartPr>
              <p14:xfrm>
                <a:off x="8074002" y="1674673"/>
                <a:ext cx="117000" cy="12024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C158F0F9-476C-4897-9E41-AABF1F46CC2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65002" y="1666033"/>
                  <a:ext cx="13464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7708FFDE-F7ED-4B51-9996-420781E3DB05}"/>
                  </a:ext>
                </a:extLst>
              </p14:cNvPr>
              <p14:cNvContentPartPr/>
              <p14:nvPr/>
            </p14:nvContentPartPr>
            <p14:xfrm>
              <a:off x="8248602" y="1847113"/>
              <a:ext cx="190800" cy="28080"/>
            </p14:xfrm>
          </p:contentPart>
        </mc:Choice>
        <mc:Fallback xmlns=""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7708FFDE-F7ED-4B51-9996-420781E3DB0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230602" y="1829113"/>
                <a:ext cx="2264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9A5C3231-603C-4264-AE5D-64AB2E249A29}"/>
                  </a:ext>
                </a:extLst>
              </p14:cNvPr>
              <p14:cNvContentPartPr/>
              <p14:nvPr/>
            </p14:nvContentPartPr>
            <p14:xfrm>
              <a:off x="8529042" y="1732273"/>
              <a:ext cx="104040" cy="18612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9A5C3231-603C-4264-AE5D-64AB2E249A2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511402" y="1714633"/>
                <a:ext cx="1396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upo 75">
            <a:extLst>
              <a:ext uri="{FF2B5EF4-FFF2-40B4-BE49-F238E27FC236}">
                <a16:creationId xmlns:a16="http://schemas.microsoft.com/office/drawing/2014/main" id="{CC3A7333-8703-4955-86DB-82460EA24BBD}"/>
              </a:ext>
            </a:extLst>
          </p:cNvPr>
          <p:cNvGrpSpPr/>
          <p:nvPr/>
        </p:nvGrpSpPr>
        <p:grpSpPr>
          <a:xfrm>
            <a:off x="6580362" y="1655593"/>
            <a:ext cx="1751760" cy="824400"/>
            <a:chOff x="6580362" y="1655593"/>
            <a:chExt cx="1751760" cy="82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775957D7-787C-4A14-9BC6-B4864F7F88AD}"/>
                    </a:ext>
                  </a:extLst>
                </p14:cNvPr>
                <p14:cNvContentPartPr/>
                <p14:nvPr/>
              </p14:nvContentPartPr>
              <p14:xfrm>
                <a:off x="6693402" y="1742353"/>
                <a:ext cx="27720" cy="20232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775957D7-787C-4A14-9BC6-B4864F7F88A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84402" y="1733353"/>
                  <a:ext cx="45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64B43245-CF7A-4443-B19F-DE9EA15A5864}"/>
                    </a:ext>
                  </a:extLst>
                </p14:cNvPr>
                <p14:cNvContentPartPr/>
                <p14:nvPr/>
              </p14:nvContentPartPr>
              <p14:xfrm>
                <a:off x="6636522" y="1702393"/>
                <a:ext cx="200520" cy="23508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64B43245-CF7A-4443-B19F-DE9EA15A586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27522" y="1693753"/>
                  <a:ext cx="218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7934C9BF-505B-40CE-AAA7-482AEEA7AFD0}"/>
                    </a:ext>
                  </a:extLst>
                </p14:cNvPr>
                <p14:cNvContentPartPr/>
                <p14:nvPr/>
              </p14:nvContentPartPr>
              <p14:xfrm>
                <a:off x="6878802" y="1697353"/>
                <a:ext cx="93960" cy="22968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7934C9BF-505B-40CE-AAA7-482AEEA7AFD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869802" y="1688353"/>
                  <a:ext cx="111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A698F44-8C37-431F-9542-8361B94E58B3}"/>
                    </a:ext>
                  </a:extLst>
                </p14:cNvPr>
                <p14:cNvContentPartPr/>
                <p14:nvPr/>
              </p14:nvContentPartPr>
              <p14:xfrm>
                <a:off x="6965922" y="1744873"/>
                <a:ext cx="106920" cy="14868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A698F44-8C37-431F-9542-8361B94E58B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956922" y="1736233"/>
                  <a:ext cx="124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04F5DD7D-EA22-4F2B-9820-D1D28BE8F274}"/>
                    </a:ext>
                  </a:extLst>
                </p14:cNvPr>
                <p14:cNvContentPartPr/>
                <p14:nvPr/>
              </p14:nvContentPartPr>
              <p14:xfrm>
                <a:off x="6965202" y="1770433"/>
                <a:ext cx="133920" cy="13788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04F5DD7D-EA22-4F2B-9820-D1D28BE8F2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56202" y="1761793"/>
                  <a:ext cx="151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66B4E8D3-00AD-492B-9578-F6DF2208310C}"/>
                    </a:ext>
                  </a:extLst>
                </p14:cNvPr>
                <p14:cNvContentPartPr/>
                <p14:nvPr/>
              </p14:nvContentPartPr>
              <p14:xfrm>
                <a:off x="7052322" y="1655593"/>
                <a:ext cx="122760" cy="29988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66B4E8D3-00AD-492B-9578-F6DF2208310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043322" y="1646593"/>
                  <a:ext cx="1404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52168C28-80F4-47EC-BB2D-456BECE189D2}"/>
                    </a:ext>
                  </a:extLst>
                </p14:cNvPr>
                <p14:cNvContentPartPr/>
                <p14:nvPr/>
              </p14:nvContentPartPr>
              <p14:xfrm>
                <a:off x="7261482" y="1838833"/>
                <a:ext cx="124560" cy="10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52168C28-80F4-47EC-BB2D-456BECE189D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52842" y="1829833"/>
                  <a:ext cx="142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A93A0B3E-EB1C-448C-95A9-5EA5DD48A3A2}"/>
                    </a:ext>
                  </a:extLst>
                </p14:cNvPr>
                <p14:cNvContentPartPr/>
                <p14:nvPr/>
              </p14:nvContentPartPr>
              <p14:xfrm>
                <a:off x="7285962" y="1888873"/>
                <a:ext cx="134640" cy="1404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A93A0B3E-EB1C-448C-95A9-5EA5DD48A3A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76962" y="1879873"/>
                  <a:ext cx="152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FF11A588-D348-4292-890A-450E1C2305B2}"/>
                    </a:ext>
                  </a:extLst>
                </p14:cNvPr>
                <p14:cNvContentPartPr/>
                <p14:nvPr/>
              </p14:nvContentPartPr>
              <p14:xfrm>
                <a:off x="6735162" y="2131513"/>
                <a:ext cx="23760" cy="23580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FF11A588-D348-4292-890A-450E1C2305B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26522" y="2122513"/>
                  <a:ext cx="41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3FE6EA22-421E-40B5-9BBA-12E43F7F2210}"/>
                    </a:ext>
                  </a:extLst>
                </p14:cNvPr>
                <p14:cNvContentPartPr/>
                <p14:nvPr/>
              </p14:nvContentPartPr>
              <p14:xfrm>
                <a:off x="6656322" y="2105953"/>
                <a:ext cx="186120" cy="23580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3FE6EA22-421E-40B5-9BBA-12E43F7F221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47682" y="2096953"/>
                  <a:ext cx="203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FAACB94-CB49-4612-BD50-41AEC10B27CB}"/>
                    </a:ext>
                  </a:extLst>
                </p14:cNvPr>
                <p14:cNvContentPartPr/>
                <p14:nvPr/>
              </p14:nvContentPartPr>
              <p14:xfrm>
                <a:off x="6886362" y="2180113"/>
                <a:ext cx="87480" cy="16020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FAACB94-CB49-4612-BD50-41AEC10B27C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77722" y="2171113"/>
                  <a:ext cx="105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5BE06316-098E-40B7-9F04-913C38C5C68E}"/>
                    </a:ext>
                  </a:extLst>
                </p14:cNvPr>
                <p14:cNvContentPartPr/>
                <p14:nvPr/>
              </p14:nvContentPartPr>
              <p14:xfrm>
                <a:off x="6987882" y="2183713"/>
                <a:ext cx="90360" cy="14724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5BE06316-098E-40B7-9F04-913C38C5C68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979242" y="2175073"/>
                  <a:ext cx="1080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B06AE93A-F61C-4102-9B41-CF71F8AD9503}"/>
                    </a:ext>
                  </a:extLst>
                </p14:cNvPr>
                <p14:cNvContentPartPr/>
                <p14:nvPr/>
              </p14:nvContentPartPr>
              <p14:xfrm>
                <a:off x="7005882" y="2219353"/>
                <a:ext cx="96120" cy="12132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B06AE93A-F61C-4102-9B41-CF71F8AD950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96882" y="2210353"/>
                  <a:ext cx="113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C7F0994D-1A16-424E-9C23-B3EA153DD840}"/>
                    </a:ext>
                  </a:extLst>
                </p14:cNvPr>
                <p14:cNvContentPartPr/>
                <p14:nvPr/>
              </p14:nvContentPartPr>
              <p14:xfrm>
                <a:off x="7095162" y="2121433"/>
                <a:ext cx="89640" cy="24912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C7F0994D-1A16-424E-9C23-B3EA153DD84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86162" y="2112793"/>
                  <a:ext cx="107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6E2D9C03-2C97-405F-A333-3BC3D5C51C95}"/>
                    </a:ext>
                  </a:extLst>
                </p14:cNvPr>
                <p14:cNvContentPartPr/>
                <p14:nvPr/>
              </p14:nvContentPartPr>
              <p14:xfrm>
                <a:off x="7268682" y="2226553"/>
                <a:ext cx="117360" cy="1080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6E2D9C03-2C97-405F-A333-3BC3D5C51C9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260042" y="2217553"/>
                  <a:ext cx="135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F6BF93B5-24F6-4A97-8132-0324E0B1986D}"/>
                    </a:ext>
                  </a:extLst>
                </p14:cNvPr>
                <p14:cNvContentPartPr/>
                <p14:nvPr/>
              </p14:nvContentPartPr>
              <p14:xfrm>
                <a:off x="7271562" y="2306473"/>
                <a:ext cx="93960" cy="684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F6BF93B5-24F6-4A97-8132-0324E0B1986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62562" y="2297833"/>
                  <a:ext cx="111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99A92802-19FE-4C6C-9DE4-6299C90B755D}"/>
                    </a:ext>
                  </a:extLst>
                </p14:cNvPr>
                <p14:cNvContentPartPr/>
                <p14:nvPr/>
              </p14:nvContentPartPr>
              <p14:xfrm>
                <a:off x="7554882" y="2168953"/>
                <a:ext cx="28800" cy="20412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99A92802-19FE-4C6C-9DE4-6299C90B755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545882" y="2160313"/>
                  <a:ext cx="46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34BD553F-79B9-4038-B51D-816B130090A3}"/>
                    </a:ext>
                  </a:extLst>
                </p14:cNvPr>
                <p14:cNvContentPartPr/>
                <p14:nvPr/>
              </p14:nvContentPartPr>
              <p14:xfrm>
                <a:off x="7709682" y="2279113"/>
                <a:ext cx="131760" cy="936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34BD553F-79B9-4038-B51D-816B130090A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700682" y="2270113"/>
                  <a:ext cx="149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269A0A7A-EB65-4AC7-8A14-4930AE26DE1A}"/>
                    </a:ext>
                  </a:extLst>
                </p14:cNvPr>
                <p14:cNvContentPartPr/>
                <p14:nvPr/>
              </p14:nvContentPartPr>
              <p14:xfrm>
                <a:off x="7923882" y="2147353"/>
                <a:ext cx="110520" cy="20988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269A0A7A-EB65-4AC7-8A14-4930AE26DE1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915242" y="2138353"/>
                  <a:ext cx="128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3E12C26D-317C-47C7-BA6D-52A99E381FCA}"/>
                    </a:ext>
                  </a:extLst>
                </p14:cNvPr>
                <p14:cNvContentPartPr/>
                <p14:nvPr/>
              </p14:nvContentPartPr>
              <p14:xfrm>
                <a:off x="7910202" y="2206393"/>
                <a:ext cx="108360" cy="13392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3E12C26D-317C-47C7-BA6D-52A99E381FC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901562" y="2197393"/>
                  <a:ext cx="126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7C327F1-E448-425A-9092-2C6F8355A270}"/>
                    </a:ext>
                  </a:extLst>
                </p14:cNvPr>
                <p14:cNvContentPartPr/>
                <p14:nvPr/>
              </p14:nvContentPartPr>
              <p14:xfrm>
                <a:off x="8074002" y="2102713"/>
                <a:ext cx="113400" cy="9540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7C327F1-E448-425A-9092-2C6F8355A27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65002" y="2094073"/>
                  <a:ext cx="131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B3A61BD9-344B-47F0-9795-5A7E1E8DAA39}"/>
                    </a:ext>
                  </a:extLst>
                </p14:cNvPr>
                <p14:cNvContentPartPr/>
                <p14:nvPr/>
              </p14:nvContentPartPr>
              <p14:xfrm>
                <a:off x="6580362" y="1970593"/>
                <a:ext cx="1751760" cy="50940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B3A61BD9-344B-47F0-9795-5A7E1E8DAA3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71722" y="1961953"/>
                  <a:ext cx="1769400" cy="52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FA3893FC-8AC2-46B4-90FB-AB541AB32BCA}"/>
              </a:ext>
            </a:extLst>
          </p:cNvPr>
          <p:cNvGrpSpPr/>
          <p:nvPr/>
        </p:nvGrpSpPr>
        <p:grpSpPr>
          <a:xfrm>
            <a:off x="2590482" y="1232593"/>
            <a:ext cx="1861920" cy="950400"/>
            <a:chOff x="2590482" y="1232593"/>
            <a:chExt cx="1861920" cy="95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3E94700A-094F-4A09-8E79-5171DA2FEE8F}"/>
                    </a:ext>
                  </a:extLst>
                </p14:cNvPr>
                <p14:cNvContentPartPr/>
                <p14:nvPr/>
              </p14:nvContentPartPr>
              <p14:xfrm>
                <a:off x="2751402" y="2049433"/>
                <a:ext cx="360" cy="1116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3E94700A-094F-4A09-8E79-5171DA2FEE8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742762" y="2040793"/>
                  <a:ext cx="18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CB2E6CC4-FDA5-436E-8ECA-85D26C9DF0FD}"/>
                    </a:ext>
                  </a:extLst>
                </p14:cNvPr>
                <p14:cNvContentPartPr/>
                <p14:nvPr/>
              </p14:nvContentPartPr>
              <p14:xfrm>
                <a:off x="2783802" y="1916953"/>
                <a:ext cx="11880" cy="432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CB2E6CC4-FDA5-436E-8ECA-85D26C9DF0F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774802" y="1908313"/>
                  <a:ext cx="29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817CD8DC-D9D6-4B78-91BA-726C97474492}"/>
                    </a:ext>
                  </a:extLst>
                </p14:cNvPr>
                <p14:cNvContentPartPr/>
                <p14:nvPr/>
              </p14:nvContentPartPr>
              <p14:xfrm>
                <a:off x="2794962" y="1920913"/>
                <a:ext cx="360" cy="36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817CD8DC-D9D6-4B78-91BA-726C9747449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786322" y="19122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92973179-F02E-48C3-9282-8EBF80A21702}"/>
                    </a:ext>
                  </a:extLst>
                </p14:cNvPr>
                <p14:cNvContentPartPr/>
                <p14:nvPr/>
              </p14:nvContentPartPr>
              <p14:xfrm>
                <a:off x="2749962" y="1914073"/>
                <a:ext cx="45360" cy="17856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92973179-F02E-48C3-9282-8EBF80A2170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741322" y="1905073"/>
                  <a:ext cx="63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CAC07E9E-BC39-4C07-89B9-4379707B9350}"/>
                    </a:ext>
                  </a:extLst>
                </p14:cNvPr>
                <p14:cNvContentPartPr/>
                <p14:nvPr/>
              </p14:nvContentPartPr>
              <p14:xfrm>
                <a:off x="2782362" y="1833073"/>
                <a:ext cx="48240" cy="32328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CAC07E9E-BC39-4C07-89B9-4379707B935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73362" y="1824073"/>
                  <a:ext cx="658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B778A48-0001-45C6-9516-3299836E56C5}"/>
                    </a:ext>
                  </a:extLst>
                </p14:cNvPr>
                <p14:cNvContentPartPr/>
                <p14:nvPr/>
              </p14:nvContentPartPr>
              <p14:xfrm>
                <a:off x="2842122" y="1726153"/>
                <a:ext cx="39600" cy="40608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B778A48-0001-45C6-9516-3299836E56C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833482" y="1717513"/>
                  <a:ext cx="572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2D86D03C-CF6B-4B7A-8E94-071286C6137F}"/>
                    </a:ext>
                  </a:extLst>
                </p14:cNvPr>
                <p14:cNvContentPartPr/>
                <p14:nvPr/>
              </p14:nvContentPartPr>
              <p14:xfrm>
                <a:off x="2905122" y="1663873"/>
                <a:ext cx="18360" cy="43920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2D86D03C-CF6B-4B7A-8E94-071286C6137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96122" y="1655233"/>
                  <a:ext cx="360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CC4590BC-A95D-4D37-ABF2-59D987342A5E}"/>
                    </a:ext>
                  </a:extLst>
                </p14:cNvPr>
                <p14:cNvContentPartPr/>
                <p14:nvPr/>
              </p14:nvContentPartPr>
              <p14:xfrm>
                <a:off x="2950122" y="1603393"/>
                <a:ext cx="27360" cy="57888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CC4590BC-A95D-4D37-ABF2-59D987342A5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41122" y="1594753"/>
                  <a:ext cx="450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D1499650-757F-4486-843E-2D4A2D684E1D}"/>
                    </a:ext>
                  </a:extLst>
                </p14:cNvPr>
                <p14:cNvContentPartPr/>
                <p14:nvPr/>
              </p14:nvContentPartPr>
              <p14:xfrm>
                <a:off x="2997282" y="1508353"/>
                <a:ext cx="32400" cy="59760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D1499650-757F-4486-843E-2D4A2D684E1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988282" y="1499353"/>
                  <a:ext cx="5004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D4B28348-3659-4B23-A6F0-BA1586D9C4A0}"/>
                    </a:ext>
                  </a:extLst>
                </p14:cNvPr>
                <p14:cNvContentPartPr/>
                <p14:nvPr/>
              </p14:nvContentPartPr>
              <p14:xfrm>
                <a:off x="3094482" y="1441393"/>
                <a:ext cx="21240" cy="57960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D4B28348-3659-4B23-A6F0-BA1586D9C4A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085482" y="1432753"/>
                  <a:ext cx="3888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BF150BE5-A22B-44D8-92E8-7448197E50B8}"/>
                    </a:ext>
                  </a:extLst>
                </p14:cNvPr>
                <p14:cNvContentPartPr/>
                <p14:nvPr/>
              </p14:nvContentPartPr>
              <p14:xfrm>
                <a:off x="3171522" y="1395673"/>
                <a:ext cx="39600" cy="61380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BF150BE5-A22B-44D8-92E8-7448197E50B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162882" y="1386673"/>
                  <a:ext cx="5724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1610E934-EFB0-4B31-945C-E362EC9D860E}"/>
                    </a:ext>
                  </a:extLst>
                </p14:cNvPr>
                <p14:cNvContentPartPr/>
                <p14:nvPr/>
              </p14:nvContentPartPr>
              <p14:xfrm>
                <a:off x="3246402" y="1334833"/>
                <a:ext cx="42840" cy="65052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1610E934-EFB0-4B31-945C-E362EC9D860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237402" y="1325833"/>
                  <a:ext cx="6048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C2C37006-C734-43C0-BB3B-36E6341777F6}"/>
                    </a:ext>
                  </a:extLst>
                </p14:cNvPr>
                <p14:cNvContentPartPr/>
                <p14:nvPr/>
              </p14:nvContentPartPr>
              <p14:xfrm>
                <a:off x="3347922" y="1308553"/>
                <a:ext cx="43920" cy="73656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C2C37006-C734-43C0-BB3B-36E6341777F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339282" y="1299553"/>
                  <a:ext cx="6156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6420913D-DDAB-4F7F-B297-7179E9CD2BE9}"/>
                    </a:ext>
                  </a:extLst>
                </p14:cNvPr>
                <p14:cNvContentPartPr/>
                <p14:nvPr/>
              </p14:nvContentPartPr>
              <p14:xfrm>
                <a:off x="3458442" y="1301353"/>
                <a:ext cx="16200" cy="74016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6420913D-DDAB-4F7F-B297-7179E9CD2BE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49442" y="1292713"/>
                  <a:ext cx="3384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3BD407A-9B77-45B4-92C2-7FC5CC6A02E2}"/>
                    </a:ext>
                  </a:extLst>
                </p14:cNvPr>
                <p14:cNvContentPartPr/>
                <p14:nvPr/>
              </p14:nvContentPartPr>
              <p14:xfrm>
                <a:off x="3526482" y="1244113"/>
                <a:ext cx="33840" cy="7286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3BD407A-9B77-45B4-92C2-7FC5CC6A02E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17482" y="1235473"/>
                  <a:ext cx="5148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6D6879E3-A842-4C35-9B99-2D6C3D18AE97}"/>
                    </a:ext>
                  </a:extLst>
                </p14:cNvPr>
                <p14:cNvContentPartPr/>
                <p14:nvPr/>
              </p14:nvContentPartPr>
              <p14:xfrm>
                <a:off x="3603882" y="1232593"/>
                <a:ext cx="38880" cy="87876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6D6879E3-A842-4C35-9B99-2D6C3D18AE9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595242" y="1223953"/>
                  <a:ext cx="5652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A586BD9B-BDAF-4F41-B289-4EA35360D38D}"/>
                    </a:ext>
                  </a:extLst>
                </p14:cNvPr>
                <p14:cNvContentPartPr/>
                <p14:nvPr/>
              </p14:nvContentPartPr>
              <p14:xfrm>
                <a:off x="3689202" y="1302793"/>
                <a:ext cx="72360" cy="77616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A586BD9B-BDAF-4F41-B289-4EA35360D38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680562" y="1293793"/>
                  <a:ext cx="9000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52652CD-5E3D-4B50-92CB-87704CCD7C63}"/>
                    </a:ext>
                  </a:extLst>
                </p14:cNvPr>
                <p14:cNvContentPartPr/>
                <p14:nvPr/>
              </p14:nvContentPartPr>
              <p14:xfrm>
                <a:off x="3777402" y="1325833"/>
                <a:ext cx="74880" cy="65448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52652CD-5E3D-4B50-92CB-87704CCD7C6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768762" y="1316833"/>
                  <a:ext cx="9252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D63391DD-FFA7-4D8B-B646-6C47E9C4D730}"/>
                    </a:ext>
                  </a:extLst>
                </p14:cNvPr>
                <p14:cNvContentPartPr/>
                <p14:nvPr/>
              </p14:nvContentPartPr>
              <p14:xfrm>
                <a:off x="3854082" y="1330873"/>
                <a:ext cx="38880" cy="68544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D63391DD-FFA7-4D8B-B646-6C47E9C4D73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845082" y="1322233"/>
                  <a:ext cx="5652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D9E33601-0E33-4A02-9BCA-A2B3A3641BA0}"/>
                    </a:ext>
                  </a:extLst>
                </p14:cNvPr>
                <p14:cNvContentPartPr/>
                <p14:nvPr/>
              </p14:nvContentPartPr>
              <p14:xfrm>
                <a:off x="2590482" y="2060593"/>
                <a:ext cx="127440" cy="10296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D9E33601-0E33-4A02-9BCA-A2B3A3641BA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581842" y="2051593"/>
                  <a:ext cx="145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D48C2559-822E-42EE-999D-1C9BA83F0A4E}"/>
                    </a:ext>
                  </a:extLst>
                </p14:cNvPr>
                <p14:cNvContentPartPr/>
                <p14:nvPr/>
              </p14:nvContentPartPr>
              <p14:xfrm>
                <a:off x="4347642" y="2032873"/>
                <a:ext cx="104760" cy="10512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D48C2559-822E-42EE-999D-1C9BA83F0A4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338642" y="2023873"/>
                  <a:ext cx="122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B6A15FD0-4701-4C5E-9E65-763EF0D8EE66}"/>
                    </a:ext>
                  </a:extLst>
                </p14:cNvPr>
                <p14:cNvContentPartPr/>
                <p14:nvPr/>
              </p14:nvContentPartPr>
              <p14:xfrm>
                <a:off x="2595522" y="2054473"/>
                <a:ext cx="124200" cy="12852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B6A15FD0-4701-4C5E-9E65-763EF0D8EE6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586522" y="2045833"/>
                  <a:ext cx="141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752074C3-5600-405F-8D06-4C6C920A88AA}"/>
                    </a:ext>
                  </a:extLst>
                </p14:cNvPr>
                <p14:cNvContentPartPr/>
                <p14:nvPr/>
              </p14:nvContentPartPr>
              <p14:xfrm>
                <a:off x="4166922" y="1716073"/>
                <a:ext cx="42840" cy="33480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752074C3-5600-405F-8D06-4C6C920A88A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157922" y="1707073"/>
                  <a:ext cx="604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C4DB0744-4118-44E7-8FD9-089D81230989}"/>
                    </a:ext>
                  </a:extLst>
                </p14:cNvPr>
                <p14:cNvContentPartPr/>
                <p14:nvPr/>
              </p14:nvContentPartPr>
              <p14:xfrm>
                <a:off x="4255482" y="1814353"/>
                <a:ext cx="26280" cy="22032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C4DB0744-4118-44E7-8FD9-089D8123098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246842" y="1805353"/>
                  <a:ext cx="43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D7FB0CA1-D75E-4B64-8385-1B672D0B18A0}"/>
                    </a:ext>
                  </a:extLst>
                </p14:cNvPr>
                <p14:cNvContentPartPr/>
                <p14:nvPr/>
              </p14:nvContentPartPr>
              <p14:xfrm>
                <a:off x="4371762" y="2043313"/>
                <a:ext cx="75240" cy="7668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D7FB0CA1-D75E-4B64-8385-1B672D0B18A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363122" y="2034673"/>
                  <a:ext cx="928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C445547D-714C-4F36-BE85-10194A9C8E15}"/>
              </a:ext>
            </a:extLst>
          </p:cNvPr>
          <p:cNvGrpSpPr/>
          <p:nvPr/>
        </p:nvGrpSpPr>
        <p:grpSpPr>
          <a:xfrm>
            <a:off x="8373162" y="2040433"/>
            <a:ext cx="967320" cy="399960"/>
            <a:chOff x="8373162" y="2040433"/>
            <a:chExt cx="96732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FC111873-0A5B-44F8-A5F3-9DA5DD0FAACD}"/>
                    </a:ext>
                  </a:extLst>
                </p14:cNvPr>
                <p14:cNvContentPartPr/>
                <p14:nvPr/>
              </p14:nvContentPartPr>
              <p14:xfrm>
                <a:off x="8373162" y="2055553"/>
                <a:ext cx="188640" cy="16776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FC111873-0A5B-44F8-A5F3-9DA5DD0FAAC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64522" y="2046553"/>
                  <a:ext cx="2062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FA6B055E-700F-4183-9B76-56AD3A973818}"/>
                    </a:ext>
                  </a:extLst>
                </p14:cNvPr>
                <p14:cNvContentPartPr/>
                <p14:nvPr/>
              </p14:nvContentPartPr>
              <p14:xfrm>
                <a:off x="8540562" y="2072473"/>
                <a:ext cx="275400" cy="15408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FA6B055E-700F-4183-9B76-56AD3A97381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531562" y="2063833"/>
                  <a:ext cx="293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782749CF-E6AD-49F2-BAC6-68EAB9D0A65C}"/>
                    </a:ext>
                  </a:extLst>
                </p14:cNvPr>
                <p14:cNvContentPartPr/>
                <p14:nvPr/>
              </p14:nvContentPartPr>
              <p14:xfrm>
                <a:off x="8729202" y="2098393"/>
                <a:ext cx="52560" cy="468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782749CF-E6AD-49F2-BAC6-68EAB9D0A65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720202" y="2089393"/>
                  <a:ext cx="70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F563663F-AB7B-4477-A662-7BE50405A29E}"/>
                    </a:ext>
                  </a:extLst>
                </p14:cNvPr>
                <p14:cNvContentPartPr/>
                <p14:nvPr/>
              </p14:nvContentPartPr>
              <p14:xfrm>
                <a:off x="8830002" y="2146633"/>
                <a:ext cx="71640" cy="7740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F563663F-AB7B-4477-A662-7BE50405A29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821002" y="2137633"/>
                  <a:ext cx="89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9B9AD81A-BEE4-4BD7-A08E-3FD0AB7E7275}"/>
                    </a:ext>
                  </a:extLst>
                </p14:cNvPr>
                <p14:cNvContentPartPr/>
                <p14:nvPr/>
              </p14:nvContentPartPr>
              <p14:xfrm>
                <a:off x="9063642" y="2143753"/>
                <a:ext cx="88560" cy="709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9B9AD81A-BEE4-4BD7-A08E-3FD0AB7E727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055002" y="2135113"/>
                  <a:ext cx="106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AC5ADF42-DA17-4A9C-BD7A-30BBB4747ABC}"/>
                    </a:ext>
                  </a:extLst>
                </p14:cNvPr>
                <p14:cNvContentPartPr/>
                <p14:nvPr/>
              </p14:nvContentPartPr>
              <p14:xfrm>
                <a:off x="9121242" y="2040433"/>
                <a:ext cx="172800" cy="16704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AC5ADF42-DA17-4A9C-BD7A-30BBB4747AB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112242" y="2031793"/>
                  <a:ext cx="190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807C6ABC-81CA-4A97-950E-60522AB099B8}"/>
                    </a:ext>
                  </a:extLst>
                </p14:cNvPr>
                <p14:cNvContentPartPr/>
                <p14:nvPr/>
              </p14:nvContentPartPr>
              <p14:xfrm>
                <a:off x="8441922" y="2347513"/>
                <a:ext cx="131400" cy="8964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807C6ABC-81CA-4A97-950E-60522AB099B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33282" y="2338873"/>
                  <a:ext cx="1490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869A8351-C293-41BB-8E41-DBC533DEC1BF}"/>
                    </a:ext>
                  </a:extLst>
                </p14:cNvPr>
                <p14:cNvContentPartPr/>
                <p14:nvPr/>
              </p14:nvContentPartPr>
              <p14:xfrm>
                <a:off x="8623362" y="2266153"/>
                <a:ext cx="27360" cy="17424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869A8351-C293-41BB-8E41-DBC533DEC1B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614722" y="2257153"/>
                  <a:ext cx="45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0E02E181-2645-4C21-91F1-9D9BA295604C}"/>
                    </a:ext>
                  </a:extLst>
                </p14:cNvPr>
                <p14:cNvContentPartPr/>
                <p14:nvPr/>
              </p14:nvContentPartPr>
              <p14:xfrm>
                <a:off x="8592762" y="2344993"/>
                <a:ext cx="173160" cy="7668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0E02E181-2645-4C21-91F1-9D9BA295604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83762" y="2335993"/>
                  <a:ext cx="190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2A2920D-7BFB-42F6-B085-DDF11B276E25}"/>
                    </a:ext>
                  </a:extLst>
                </p14:cNvPr>
                <p14:cNvContentPartPr/>
                <p14:nvPr/>
              </p14:nvContentPartPr>
              <p14:xfrm>
                <a:off x="8781402" y="2333473"/>
                <a:ext cx="257760" cy="9180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2A2920D-7BFB-42F6-B085-DDF11B276E2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772402" y="2324833"/>
                  <a:ext cx="275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424D20E0-C9D7-4230-9C41-289629AAA82B}"/>
                    </a:ext>
                  </a:extLst>
                </p14:cNvPr>
                <p14:cNvContentPartPr/>
                <p14:nvPr/>
              </p14:nvContentPartPr>
              <p14:xfrm>
                <a:off x="9004242" y="2311153"/>
                <a:ext cx="9720" cy="1080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424D20E0-C9D7-4230-9C41-289629AAA82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995602" y="2302153"/>
                  <a:ext cx="2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772506A4-59A7-4428-B976-10947B6C054F}"/>
                    </a:ext>
                  </a:extLst>
                </p14:cNvPr>
                <p14:cNvContentPartPr/>
                <p14:nvPr/>
              </p14:nvContentPartPr>
              <p14:xfrm>
                <a:off x="9094242" y="2359753"/>
                <a:ext cx="67680" cy="7128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772506A4-59A7-4428-B976-10947B6C054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085602" y="2351113"/>
                  <a:ext cx="85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34F17BAC-2847-4220-B5DA-2C58CB0DAAD5}"/>
                    </a:ext>
                  </a:extLst>
                </p14:cNvPr>
                <p14:cNvContentPartPr/>
                <p14:nvPr/>
              </p14:nvContentPartPr>
              <p14:xfrm>
                <a:off x="9173082" y="2371273"/>
                <a:ext cx="167400" cy="4320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34F17BAC-2847-4220-B5DA-2C58CB0DAAD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164082" y="2362633"/>
                  <a:ext cx="185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AD3DD4F6-9ABF-4047-91C3-E1DBB4E6DB5D}"/>
                    </a:ext>
                  </a:extLst>
                </p14:cNvPr>
                <p14:cNvContentPartPr/>
                <p14:nvPr/>
              </p14:nvContentPartPr>
              <p14:xfrm>
                <a:off x="9159402" y="2259673"/>
                <a:ext cx="61200" cy="853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AD3DD4F6-9ABF-4047-91C3-E1DBB4E6DB5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150402" y="2251033"/>
                  <a:ext cx="788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5F2DBF82-5756-4067-AB91-46C5479C1B45}"/>
              </a:ext>
            </a:extLst>
          </p:cNvPr>
          <p:cNvGrpSpPr/>
          <p:nvPr/>
        </p:nvGrpSpPr>
        <p:grpSpPr>
          <a:xfrm>
            <a:off x="5817522" y="2557033"/>
            <a:ext cx="2628360" cy="368280"/>
            <a:chOff x="5817522" y="2557033"/>
            <a:chExt cx="262836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1CEDC648-87AC-40BC-9475-21B757F397AE}"/>
                    </a:ext>
                  </a:extLst>
                </p14:cNvPr>
                <p14:cNvContentPartPr/>
                <p14:nvPr/>
              </p14:nvContentPartPr>
              <p14:xfrm>
                <a:off x="5817522" y="2637673"/>
                <a:ext cx="194760" cy="28764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1CEDC648-87AC-40BC-9475-21B757F397A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808522" y="2629033"/>
                  <a:ext cx="2124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E4B46418-4775-4D08-B3B0-37D5A00E988D}"/>
                    </a:ext>
                  </a:extLst>
                </p14:cNvPr>
                <p14:cNvContentPartPr/>
                <p14:nvPr/>
              </p14:nvContentPartPr>
              <p14:xfrm>
                <a:off x="5896722" y="2632633"/>
                <a:ext cx="23400" cy="9108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E4B46418-4775-4D08-B3B0-37D5A00E988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888082" y="2623633"/>
                  <a:ext cx="41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DB385879-EAD0-4A70-A9B1-AE1E4F62118D}"/>
                    </a:ext>
                  </a:extLst>
                </p14:cNvPr>
                <p14:cNvContentPartPr/>
                <p14:nvPr/>
              </p14:nvContentPartPr>
              <p14:xfrm>
                <a:off x="5985282" y="2847193"/>
                <a:ext cx="289800" cy="6768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DB385879-EAD0-4A70-A9B1-AE1E4F62118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976642" y="2838193"/>
                  <a:ext cx="307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66F26C94-6BFF-4A57-AD6F-E4650ED7E614}"/>
                    </a:ext>
                  </a:extLst>
                </p14:cNvPr>
                <p14:cNvContentPartPr/>
                <p14:nvPr/>
              </p14:nvContentPartPr>
              <p14:xfrm>
                <a:off x="6158802" y="2736673"/>
                <a:ext cx="29160" cy="3816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66F26C94-6BFF-4A57-AD6F-E4650ED7E61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150162" y="2727673"/>
                  <a:ext cx="4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B4503D71-D454-41A8-9747-4B4076B4262D}"/>
                    </a:ext>
                  </a:extLst>
                </p14:cNvPr>
                <p14:cNvContentPartPr/>
                <p14:nvPr/>
              </p14:nvContentPartPr>
              <p14:xfrm>
                <a:off x="6240882" y="2580073"/>
                <a:ext cx="92160" cy="28152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B4503D71-D454-41A8-9747-4B4076B4262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231882" y="2571433"/>
                  <a:ext cx="1098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3CEF2817-D585-447D-BF21-5D3523062F61}"/>
                    </a:ext>
                  </a:extLst>
                </p14:cNvPr>
                <p14:cNvContentPartPr/>
                <p14:nvPr/>
              </p14:nvContentPartPr>
              <p14:xfrm>
                <a:off x="6214242" y="2754673"/>
                <a:ext cx="152640" cy="3060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3CEF2817-D585-447D-BF21-5D3523062F6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205242" y="2745673"/>
                  <a:ext cx="170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6699084D-4412-4E2F-9E9D-BAB2D34C759A}"/>
                    </a:ext>
                  </a:extLst>
                </p14:cNvPr>
                <p14:cNvContentPartPr/>
                <p14:nvPr/>
              </p14:nvContentPartPr>
              <p14:xfrm>
                <a:off x="6369762" y="2809033"/>
                <a:ext cx="332280" cy="7056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6699084D-4412-4E2F-9E9D-BAB2D34C759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361122" y="2800393"/>
                  <a:ext cx="349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AF4B3AE8-3569-48BD-BEBA-F6F138C95D0E}"/>
                    </a:ext>
                  </a:extLst>
                </p14:cNvPr>
                <p14:cNvContentPartPr/>
                <p14:nvPr/>
              </p14:nvContentPartPr>
              <p14:xfrm>
                <a:off x="6897882" y="2802913"/>
                <a:ext cx="135000" cy="8712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AF4B3AE8-3569-48BD-BEBA-F6F138C95D0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888882" y="2793913"/>
                  <a:ext cx="152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05492EAF-2AC5-4A0E-BD83-2FC894DB73BA}"/>
                    </a:ext>
                  </a:extLst>
                </p14:cNvPr>
                <p14:cNvContentPartPr/>
                <p14:nvPr/>
              </p14:nvContentPartPr>
              <p14:xfrm>
                <a:off x="6985722" y="2683033"/>
                <a:ext cx="297720" cy="23796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05492EAF-2AC5-4A0E-BD83-2FC894DB73B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976722" y="2674033"/>
                  <a:ext cx="315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DA4026B1-CCF8-47CD-91D1-28A652302F08}"/>
                    </a:ext>
                  </a:extLst>
                </p14:cNvPr>
                <p14:cNvContentPartPr/>
                <p14:nvPr/>
              </p14:nvContentPartPr>
              <p14:xfrm>
                <a:off x="7431762" y="2764753"/>
                <a:ext cx="167400" cy="11556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DA4026B1-CCF8-47CD-91D1-28A652302F0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422762" y="2756113"/>
                  <a:ext cx="185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6F1CB432-9B86-4C5D-8A47-4241AFE55FED}"/>
                    </a:ext>
                  </a:extLst>
                </p14:cNvPr>
                <p14:cNvContentPartPr/>
                <p14:nvPr/>
              </p14:nvContentPartPr>
              <p14:xfrm>
                <a:off x="7622562" y="2557033"/>
                <a:ext cx="74520" cy="29376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6F1CB432-9B86-4C5D-8A47-4241AFE55FE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613562" y="2548033"/>
                  <a:ext cx="921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11D09057-4FAF-42D7-9DFF-4692F1B767E4}"/>
                    </a:ext>
                  </a:extLst>
                </p14:cNvPr>
                <p14:cNvContentPartPr/>
                <p14:nvPr/>
              </p14:nvContentPartPr>
              <p14:xfrm>
                <a:off x="7622562" y="2775913"/>
                <a:ext cx="200880" cy="8316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11D09057-4FAF-42D7-9DFF-4692F1B767E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613562" y="2767273"/>
                  <a:ext cx="2185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C1B57FB0-00E1-4237-8493-127CB5BF6710}"/>
                    </a:ext>
                  </a:extLst>
                </p14:cNvPr>
                <p14:cNvContentPartPr/>
                <p14:nvPr/>
              </p14:nvContentPartPr>
              <p14:xfrm>
                <a:off x="7864122" y="2753953"/>
                <a:ext cx="251640" cy="10836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C1B57FB0-00E1-4237-8493-127CB5BF671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855122" y="2744953"/>
                  <a:ext cx="269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D2D729CE-9178-46D8-B74A-9167380F4A82}"/>
                    </a:ext>
                  </a:extLst>
                </p14:cNvPr>
                <p14:cNvContentPartPr/>
                <p14:nvPr/>
              </p14:nvContentPartPr>
              <p14:xfrm>
                <a:off x="8065362" y="2717233"/>
                <a:ext cx="10440" cy="2088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D2D729CE-9178-46D8-B74A-9167380F4A8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056722" y="2708593"/>
                  <a:ext cx="28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9861A306-71E4-4D8D-9DE7-6542D915B842}"/>
                    </a:ext>
                  </a:extLst>
                </p14:cNvPr>
                <p14:cNvContentPartPr/>
                <p14:nvPr/>
              </p14:nvContentPartPr>
              <p14:xfrm>
                <a:off x="8131242" y="2758993"/>
                <a:ext cx="82080" cy="7920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9861A306-71E4-4D8D-9DE7-6542D915B84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122242" y="2749993"/>
                  <a:ext cx="99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8C69EC8F-2EF3-471D-8F01-5E2B451CE05E}"/>
                    </a:ext>
                  </a:extLst>
                </p14:cNvPr>
                <p14:cNvContentPartPr/>
                <p14:nvPr/>
              </p14:nvContentPartPr>
              <p14:xfrm>
                <a:off x="8234562" y="2762233"/>
                <a:ext cx="211320" cy="6876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8C69EC8F-2EF3-471D-8F01-5E2B451CE05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225922" y="2753233"/>
                  <a:ext cx="228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4C939BC2-28DF-43EA-88E6-A90D98583DEE}"/>
                    </a:ext>
                  </a:extLst>
                </p14:cNvPr>
                <p14:cNvContentPartPr/>
                <p14:nvPr/>
              </p14:nvContentPartPr>
              <p14:xfrm>
                <a:off x="8248242" y="2636233"/>
                <a:ext cx="48960" cy="10368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4C939BC2-28DF-43EA-88E6-A90D98583DE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239602" y="2627593"/>
                  <a:ext cx="66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9E5C3551-F1A1-4E84-B46A-59A931E79A8E}"/>
                    </a:ext>
                  </a:extLst>
                </p14:cNvPr>
                <p14:cNvContentPartPr/>
                <p14:nvPr/>
              </p14:nvContentPartPr>
              <p14:xfrm>
                <a:off x="7408002" y="2787433"/>
                <a:ext cx="97920" cy="12780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9E5C3551-F1A1-4E84-B46A-59A931E79A8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399362" y="2778433"/>
                  <a:ext cx="1155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0E604A80-67F1-420B-9029-F4D24BBD17EC}"/>
              </a:ext>
            </a:extLst>
          </p:cNvPr>
          <p:cNvGrpSpPr/>
          <p:nvPr/>
        </p:nvGrpSpPr>
        <p:grpSpPr>
          <a:xfrm>
            <a:off x="5875122" y="3133033"/>
            <a:ext cx="489960" cy="232560"/>
            <a:chOff x="5875122" y="3133033"/>
            <a:chExt cx="48996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8A2409B0-4EED-4E86-A976-BACE82CF3CFF}"/>
                    </a:ext>
                  </a:extLst>
                </p14:cNvPr>
                <p14:cNvContentPartPr/>
                <p14:nvPr/>
              </p14:nvContentPartPr>
              <p14:xfrm>
                <a:off x="5875122" y="3161833"/>
                <a:ext cx="95760" cy="20376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8A2409B0-4EED-4E86-A976-BACE82CF3CF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866122" y="3152833"/>
                  <a:ext cx="113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6D67DD6B-5734-4BDC-93CA-995CA3E7D118}"/>
                    </a:ext>
                  </a:extLst>
                </p14:cNvPr>
                <p14:cNvContentPartPr/>
                <p14:nvPr/>
              </p14:nvContentPartPr>
              <p14:xfrm>
                <a:off x="6039642" y="3284233"/>
                <a:ext cx="105480" cy="972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6D67DD6B-5734-4BDC-93CA-995CA3E7D11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031002" y="3275233"/>
                  <a:ext cx="123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50535D86-1C08-4D33-9756-C42CCCCEB447}"/>
                    </a:ext>
                  </a:extLst>
                </p14:cNvPr>
                <p14:cNvContentPartPr/>
                <p14:nvPr/>
              </p14:nvContentPartPr>
              <p14:xfrm>
                <a:off x="6174642" y="3201433"/>
                <a:ext cx="86760" cy="14544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50535D86-1C08-4D33-9756-C42CCCCEB44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166002" y="3192433"/>
                  <a:ext cx="1044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3419D0DE-3B40-40FD-ADA0-8F86673FFECD}"/>
                    </a:ext>
                  </a:extLst>
                </p14:cNvPr>
                <p14:cNvContentPartPr/>
                <p14:nvPr/>
              </p14:nvContentPartPr>
              <p14:xfrm>
                <a:off x="6173922" y="3218713"/>
                <a:ext cx="69120" cy="13140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3419D0DE-3B40-40FD-ADA0-8F86673FFEC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165282" y="3209713"/>
                  <a:ext cx="86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D6540234-A9E9-4E77-9B79-72FE28BA414F}"/>
                    </a:ext>
                  </a:extLst>
                </p14:cNvPr>
                <p14:cNvContentPartPr/>
                <p14:nvPr/>
              </p14:nvContentPartPr>
              <p14:xfrm>
                <a:off x="6261762" y="3133033"/>
                <a:ext cx="103320" cy="10260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D6540234-A9E9-4E77-9B79-72FE28BA414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253122" y="3124393"/>
                  <a:ext cx="12096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935CD5AE-F443-4A7E-A092-7C1FA53A512E}"/>
                  </a:ext>
                </a:extLst>
              </p14:cNvPr>
              <p14:cNvContentPartPr/>
              <p14:nvPr/>
            </p14:nvContentPartPr>
            <p14:xfrm>
              <a:off x="6735522" y="3165433"/>
              <a:ext cx="36360" cy="206640"/>
            </p14:xfrm>
          </p:contentPart>
        </mc:Choice>
        <mc:Fallback xmlns=""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935CD5AE-F443-4A7E-A092-7C1FA53A512E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6717882" y="3147433"/>
                <a:ext cx="72000" cy="24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upo 199">
            <a:extLst>
              <a:ext uri="{FF2B5EF4-FFF2-40B4-BE49-F238E27FC236}">
                <a16:creationId xmlns:a16="http://schemas.microsoft.com/office/drawing/2014/main" id="{4DFE397A-A0EF-46E6-875F-17F4D9E21A68}"/>
              </a:ext>
            </a:extLst>
          </p:cNvPr>
          <p:cNvGrpSpPr/>
          <p:nvPr/>
        </p:nvGrpSpPr>
        <p:grpSpPr>
          <a:xfrm>
            <a:off x="5935602" y="3045913"/>
            <a:ext cx="2539440" cy="1429200"/>
            <a:chOff x="5935602" y="3045913"/>
            <a:chExt cx="2539440" cy="14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E4FC582D-564D-4725-B6B3-BEB520DC2BBD}"/>
                    </a:ext>
                  </a:extLst>
                </p14:cNvPr>
                <p14:cNvContentPartPr/>
                <p14:nvPr/>
              </p14:nvContentPartPr>
              <p14:xfrm>
                <a:off x="6451122" y="3243193"/>
                <a:ext cx="116280" cy="792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E4FC582D-564D-4725-B6B3-BEB520DC2BB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442482" y="3234193"/>
                  <a:ext cx="133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1F9632FD-AC1C-4302-B68B-C15DF3FC5D0A}"/>
                    </a:ext>
                  </a:extLst>
                </p14:cNvPr>
                <p14:cNvContentPartPr/>
                <p14:nvPr/>
              </p14:nvContentPartPr>
              <p14:xfrm>
                <a:off x="6432762" y="3299713"/>
                <a:ext cx="136080" cy="1188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1F9632FD-AC1C-4302-B68B-C15DF3FC5D0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423762" y="3290713"/>
                  <a:ext cx="153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5B1CA8E4-A807-4CF4-AC01-9A41E33FF912}"/>
                    </a:ext>
                  </a:extLst>
                </p14:cNvPr>
                <p14:cNvContentPartPr/>
                <p14:nvPr/>
              </p14:nvContentPartPr>
              <p14:xfrm>
                <a:off x="6416922" y="3244273"/>
                <a:ext cx="140400" cy="864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5B1CA8E4-A807-4CF4-AC01-9A41E33FF91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408282" y="3235633"/>
                  <a:ext cx="158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9B034D4F-FD27-49A7-8D84-C60958DF0AFA}"/>
                    </a:ext>
                  </a:extLst>
                </p14:cNvPr>
                <p14:cNvContentPartPr/>
                <p14:nvPr/>
              </p14:nvContentPartPr>
              <p14:xfrm>
                <a:off x="6419802" y="3299713"/>
                <a:ext cx="148680" cy="1368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9B034D4F-FD27-49A7-8D84-C60958DF0AF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411162" y="3290713"/>
                  <a:ext cx="166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CBC763C5-55F5-4210-A62F-485F5BFDBCFE}"/>
                    </a:ext>
                  </a:extLst>
                </p14:cNvPr>
                <p14:cNvContentPartPr/>
                <p14:nvPr/>
              </p14:nvContentPartPr>
              <p14:xfrm>
                <a:off x="5935602" y="3594193"/>
                <a:ext cx="101880" cy="18900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CBC763C5-55F5-4210-A62F-485F5BFDBCF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926602" y="3585193"/>
                  <a:ext cx="119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3D693CF0-D3E3-4093-BC95-1E460ECF01C4}"/>
                    </a:ext>
                  </a:extLst>
                </p14:cNvPr>
                <p14:cNvContentPartPr/>
                <p14:nvPr/>
              </p14:nvContentPartPr>
              <p14:xfrm>
                <a:off x="6103362" y="3720553"/>
                <a:ext cx="73800" cy="216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3D693CF0-D3E3-4093-BC95-1E460ECF01C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094362" y="3711913"/>
                  <a:ext cx="91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A4810951-E2E2-4CD4-A882-5D2D894C74E2}"/>
                    </a:ext>
                  </a:extLst>
                </p14:cNvPr>
                <p14:cNvContentPartPr/>
                <p14:nvPr/>
              </p14:nvContentPartPr>
              <p14:xfrm>
                <a:off x="6226842" y="3600313"/>
                <a:ext cx="30240" cy="18360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A4810951-E2E2-4CD4-A882-5D2D894C74E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218202" y="3591673"/>
                  <a:ext cx="47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2676ABD3-DDB6-4B19-BDAB-69281B10DD84}"/>
                    </a:ext>
                  </a:extLst>
                </p14:cNvPr>
                <p14:cNvContentPartPr/>
                <p14:nvPr/>
              </p14:nvContentPartPr>
              <p14:xfrm>
                <a:off x="6462642" y="3647473"/>
                <a:ext cx="101160" cy="1332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2676ABD3-DDB6-4B19-BDAB-69281B10DD8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453642" y="3638473"/>
                  <a:ext cx="118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9E015F32-DB41-45B2-9166-343CCEBC5123}"/>
                    </a:ext>
                  </a:extLst>
                </p14:cNvPr>
                <p14:cNvContentPartPr/>
                <p14:nvPr/>
              </p14:nvContentPartPr>
              <p14:xfrm>
                <a:off x="6448602" y="3702553"/>
                <a:ext cx="145440" cy="648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9E015F32-DB41-45B2-9166-343CCEBC512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439602" y="3693913"/>
                  <a:ext cx="163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82099CCA-118A-47A2-A20B-6A65593C22FB}"/>
                    </a:ext>
                  </a:extLst>
                </p14:cNvPr>
                <p14:cNvContentPartPr/>
                <p14:nvPr/>
              </p14:nvContentPartPr>
              <p14:xfrm>
                <a:off x="6691962" y="3567553"/>
                <a:ext cx="82440" cy="15840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82099CCA-118A-47A2-A20B-6A65593C22F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683322" y="3558913"/>
                  <a:ext cx="100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03010D28-499E-477F-B483-71C5CA186E79}"/>
                    </a:ext>
                  </a:extLst>
                </p14:cNvPr>
                <p14:cNvContentPartPr/>
                <p14:nvPr/>
              </p14:nvContentPartPr>
              <p14:xfrm>
                <a:off x="6716442" y="3598513"/>
                <a:ext cx="59040" cy="10908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03010D28-499E-477F-B483-71C5CA186E7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707442" y="3589873"/>
                  <a:ext cx="76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4B55A282-BEB3-4BC6-BE25-767399250CAF}"/>
                    </a:ext>
                  </a:extLst>
                </p14:cNvPr>
                <p14:cNvContentPartPr/>
                <p14:nvPr/>
              </p14:nvContentPartPr>
              <p14:xfrm>
                <a:off x="6815802" y="3502753"/>
                <a:ext cx="96840" cy="6732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4B55A282-BEB3-4BC6-BE25-767399250CA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806802" y="3494113"/>
                  <a:ext cx="1144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7CD2DCA9-E4A8-48DF-8D1B-C7F9C71000AC}"/>
                    </a:ext>
                  </a:extLst>
                </p14:cNvPr>
                <p14:cNvContentPartPr/>
                <p14:nvPr/>
              </p14:nvContentPartPr>
              <p14:xfrm>
                <a:off x="6205242" y="3954913"/>
                <a:ext cx="50040" cy="15372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7CD2DCA9-E4A8-48DF-8D1B-C7F9C71000A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196602" y="3945913"/>
                  <a:ext cx="67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4F688E80-8201-47C3-87E9-DBDEF29C4111}"/>
                    </a:ext>
                  </a:extLst>
                </p14:cNvPr>
                <p14:cNvContentPartPr/>
                <p14:nvPr/>
              </p14:nvContentPartPr>
              <p14:xfrm>
                <a:off x="6466962" y="4023313"/>
                <a:ext cx="101160" cy="216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4F688E80-8201-47C3-87E9-DBDEF29C411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458322" y="4014673"/>
                  <a:ext cx="118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1395DAC8-C792-4570-8E90-79875EBA86B2}"/>
                    </a:ext>
                  </a:extLst>
                </p14:cNvPr>
                <p14:cNvContentPartPr/>
                <p14:nvPr/>
              </p14:nvContentPartPr>
              <p14:xfrm>
                <a:off x="6455442" y="4082353"/>
                <a:ext cx="132480" cy="1656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1395DAC8-C792-4570-8E90-79875EBA86B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446802" y="4073713"/>
                  <a:ext cx="15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F95B3195-744B-49D6-A35F-D2A8279EDB2A}"/>
                    </a:ext>
                  </a:extLst>
                </p14:cNvPr>
                <p14:cNvContentPartPr/>
                <p14:nvPr/>
              </p14:nvContentPartPr>
              <p14:xfrm>
                <a:off x="6678642" y="3983353"/>
                <a:ext cx="92520" cy="12960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F95B3195-744B-49D6-A35F-D2A8279EDB2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669642" y="3974713"/>
                  <a:ext cx="110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BB007739-1572-4D97-99FB-187308E4FF3A}"/>
                    </a:ext>
                  </a:extLst>
                </p14:cNvPr>
                <p14:cNvContentPartPr/>
                <p14:nvPr/>
              </p14:nvContentPartPr>
              <p14:xfrm>
                <a:off x="6679362" y="4005313"/>
                <a:ext cx="48240" cy="10908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BB007739-1572-4D97-99FB-187308E4FF3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670362" y="3996673"/>
                  <a:ext cx="65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E5A3A9F0-B371-406C-BF37-60334C269584}"/>
                    </a:ext>
                  </a:extLst>
                </p14:cNvPr>
                <p14:cNvContentPartPr/>
                <p14:nvPr/>
              </p14:nvContentPartPr>
              <p14:xfrm>
                <a:off x="6780522" y="3897313"/>
                <a:ext cx="110880" cy="8820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E5A3A9F0-B371-406C-BF37-60334C26958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771882" y="3888673"/>
                  <a:ext cx="128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0479C999-2FF2-4BEC-81DF-DB754FAAE724}"/>
                    </a:ext>
                  </a:extLst>
                </p14:cNvPr>
                <p14:cNvContentPartPr/>
                <p14:nvPr/>
              </p14:nvContentPartPr>
              <p14:xfrm>
                <a:off x="6654882" y="4015753"/>
                <a:ext cx="93240" cy="11016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0479C999-2FF2-4BEC-81DF-DB754FAAE72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646242" y="4006753"/>
                  <a:ext cx="1108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9E3B90C7-F3B8-4A85-BA96-CF040FF6D641}"/>
                    </a:ext>
                  </a:extLst>
                </p14:cNvPr>
                <p14:cNvContentPartPr/>
                <p14:nvPr/>
              </p14:nvContentPartPr>
              <p14:xfrm>
                <a:off x="6655962" y="3990553"/>
                <a:ext cx="109440" cy="13824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9E3B90C7-F3B8-4A85-BA96-CF040FF6D64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646962" y="3981913"/>
                  <a:ext cx="127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DCA36C28-479E-40E7-AC45-C9AC3704A718}"/>
                    </a:ext>
                  </a:extLst>
                </p14:cNvPr>
                <p14:cNvContentPartPr/>
                <p14:nvPr/>
              </p14:nvContentPartPr>
              <p14:xfrm>
                <a:off x="6037122" y="4272073"/>
                <a:ext cx="20880" cy="12060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DCA36C28-479E-40E7-AC45-C9AC3704A71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028122" y="4263073"/>
                  <a:ext cx="38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63480609-7003-4051-A11C-0933DA1DA619}"/>
                    </a:ext>
                  </a:extLst>
                </p14:cNvPr>
                <p14:cNvContentPartPr/>
                <p14:nvPr/>
              </p14:nvContentPartPr>
              <p14:xfrm>
                <a:off x="5979162" y="4305553"/>
                <a:ext cx="138960" cy="1440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63480609-7003-4051-A11C-0933DA1DA61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970162" y="4296553"/>
                  <a:ext cx="156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51CF14F3-D081-4AC6-B3EF-EF7D54A6BED7}"/>
                    </a:ext>
                  </a:extLst>
                </p14:cNvPr>
                <p14:cNvContentPartPr/>
                <p14:nvPr/>
              </p14:nvContentPartPr>
              <p14:xfrm>
                <a:off x="5960442" y="4446673"/>
                <a:ext cx="118800" cy="288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51CF14F3-D081-4AC6-B3EF-EF7D54A6BED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951442" y="4437673"/>
                  <a:ext cx="1364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159F0EF5-DC9C-4583-8B6C-A6CDC4BC08BC}"/>
                    </a:ext>
                  </a:extLst>
                </p14:cNvPr>
                <p14:cNvContentPartPr/>
                <p14:nvPr/>
              </p14:nvContentPartPr>
              <p14:xfrm>
                <a:off x="6171402" y="4252993"/>
                <a:ext cx="247320" cy="22212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159F0EF5-DC9C-4583-8B6C-A6CDC4BC08B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162402" y="4243993"/>
                  <a:ext cx="2649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FFBC2678-C50F-4460-8960-85F0D27E5030}"/>
                    </a:ext>
                  </a:extLst>
                </p14:cNvPr>
                <p14:cNvContentPartPr/>
                <p14:nvPr/>
              </p14:nvContentPartPr>
              <p14:xfrm>
                <a:off x="6266082" y="4322113"/>
                <a:ext cx="49680" cy="13356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FFBC2678-C50F-4460-8960-85F0D27E503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257442" y="4313113"/>
                  <a:ext cx="67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19C03B1B-EC25-41BC-ADE2-8737F8C413CC}"/>
                    </a:ext>
                  </a:extLst>
                </p14:cNvPr>
                <p14:cNvContentPartPr/>
                <p14:nvPr/>
              </p14:nvContentPartPr>
              <p14:xfrm>
                <a:off x="6537882" y="4347313"/>
                <a:ext cx="108720" cy="180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19C03B1B-EC25-41BC-ADE2-8737F8C413C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528882" y="4338313"/>
                  <a:ext cx="126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BAA4C0EF-3736-4928-BFD8-8997609CB637}"/>
                    </a:ext>
                  </a:extLst>
                </p14:cNvPr>
                <p14:cNvContentPartPr/>
                <p14:nvPr/>
              </p14:nvContentPartPr>
              <p14:xfrm>
                <a:off x="6521322" y="4412113"/>
                <a:ext cx="114840" cy="36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BAA4C0EF-3736-4928-BFD8-8997609CB63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512322" y="4403473"/>
                  <a:ext cx="132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35B67D0E-D031-41F0-841A-92E7C290FEAB}"/>
                    </a:ext>
                  </a:extLst>
                </p14:cNvPr>
                <p14:cNvContentPartPr/>
                <p14:nvPr/>
              </p14:nvContentPartPr>
              <p14:xfrm>
                <a:off x="6705642" y="4315273"/>
                <a:ext cx="167760" cy="11772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35B67D0E-D031-41F0-841A-92E7C290FEA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696642" y="4306273"/>
                  <a:ext cx="185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B387995F-7B0A-475B-B559-DF4569AA4F35}"/>
                    </a:ext>
                  </a:extLst>
                </p14:cNvPr>
                <p14:cNvContentPartPr/>
                <p14:nvPr/>
              </p14:nvContentPartPr>
              <p14:xfrm>
                <a:off x="6691242" y="4271353"/>
                <a:ext cx="128880" cy="17712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B387995F-7B0A-475B-B559-DF4569AA4F3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82602" y="4262713"/>
                  <a:ext cx="1465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3BC65DA5-F672-4DBB-9BC5-2F598EE05159}"/>
                    </a:ext>
                  </a:extLst>
                </p14:cNvPr>
                <p14:cNvContentPartPr/>
                <p14:nvPr/>
              </p14:nvContentPartPr>
              <p14:xfrm>
                <a:off x="6960162" y="3226633"/>
                <a:ext cx="540360" cy="111852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3BC65DA5-F672-4DBB-9BC5-2F598EE0515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951162" y="3217993"/>
                  <a:ext cx="558000" cy="11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50752230-55BB-4989-8A49-5DCD35D36CB4}"/>
                    </a:ext>
                  </a:extLst>
                </p14:cNvPr>
                <p14:cNvContentPartPr/>
                <p14:nvPr/>
              </p14:nvContentPartPr>
              <p14:xfrm>
                <a:off x="7413762" y="3185953"/>
                <a:ext cx="123480" cy="17784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50752230-55BB-4989-8A49-5DCD35D36CB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404762" y="3176953"/>
                  <a:ext cx="141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271D7BDA-91BF-440D-8A3D-34CFCC2D6FDE}"/>
                    </a:ext>
                  </a:extLst>
                </p14:cNvPr>
                <p14:cNvContentPartPr/>
                <p14:nvPr/>
              </p14:nvContentPartPr>
              <p14:xfrm>
                <a:off x="7755402" y="3054193"/>
                <a:ext cx="14760" cy="15084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271D7BDA-91BF-440D-8A3D-34CFCC2D6FD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46402" y="3045193"/>
                  <a:ext cx="324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B5FB6CDF-D517-4317-9DEE-05861A359966}"/>
                    </a:ext>
                  </a:extLst>
                </p14:cNvPr>
                <p14:cNvContentPartPr/>
                <p14:nvPr/>
              </p14:nvContentPartPr>
              <p14:xfrm>
                <a:off x="7680882" y="3099193"/>
                <a:ext cx="150480" cy="2268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B5FB6CDF-D517-4317-9DEE-05861A35996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672242" y="3090193"/>
                  <a:ext cx="168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C5165F82-D336-40C6-BA83-777BF04822DC}"/>
                    </a:ext>
                  </a:extLst>
                </p14:cNvPr>
                <p14:cNvContentPartPr/>
                <p14:nvPr/>
              </p14:nvContentPartPr>
              <p14:xfrm>
                <a:off x="7696002" y="3261553"/>
                <a:ext cx="142560" cy="1368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C5165F82-D336-40C6-BA83-777BF04822D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87002" y="3252913"/>
                  <a:ext cx="160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CF0E6213-32EC-43D7-BB0C-290CC42E8FFE}"/>
                    </a:ext>
                  </a:extLst>
                </p14:cNvPr>
                <p14:cNvContentPartPr/>
                <p14:nvPr/>
              </p14:nvContentPartPr>
              <p14:xfrm>
                <a:off x="7960242" y="3056353"/>
                <a:ext cx="91080" cy="17244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CF0E6213-32EC-43D7-BB0C-290CC42E8FF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951602" y="3047713"/>
                  <a:ext cx="108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BE05C9FF-DDE5-41B6-8EAC-9C6BBF255543}"/>
                    </a:ext>
                  </a:extLst>
                </p14:cNvPr>
                <p14:cNvContentPartPr/>
                <p14:nvPr/>
              </p14:nvContentPartPr>
              <p14:xfrm>
                <a:off x="8162562" y="3104953"/>
                <a:ext cx="66960" cy="324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BE05C9FF-DDE5-41B6-8EAC-9C6BBF25554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153922" y="3096313"/>
                  <a:ext cx="846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6202E36C-DDE6-4CBF-B9D5-E2F5ADB37118}"/>
                    </a:ext>
                  </a:extLst>
                </p14:cNvPr>
                <p14:cNvContentPartPr/>
                <p14:nvPr/>
              </p14:nvContentPartPr>
              <p14:xfrm>
                <a:off x="8145282" y="3138793"/>
                <a:ext cx="97560" cy="2556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6202E36C-DDE6-4CBF-B9D5-E2F5ADB3711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136642" y="3130153"/>
                  <a:ext cx="115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C2C3EE4E-28E4-4BDF-8157-C35A28E9AED1}"/>
                    </a:ext>
                  </a:extLst>
                </p14:cNvPr>
                <p14:cNvContentPartPr/>
                <p14:nvPr/>
              </p14:nvContentPartPr>
              <p14:xfrm>
                <a:off x="8304042" y="3093433"/>
                <a:ext cx="171000" cy="103680"/>
              </p14:xfrm>
            </p:contentPart>
          </mc:Choice>
          <mc:Fallback xmlns=""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C2C3EE4E-28E4-4BDF-8157-C35A28E9AED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295402" y="3084433"/>
                  <a:ext cx="188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8181313F-4AF7-4E9A-86D6-98C1E8CD7B2D}"/>
                    </a:ext>
                  </a:extLst>
                </p14:cNvPr>
                <p14:cNvContentPartPr/>
                <p14:nvPr/>
              </p14:nvContentPartPr>
              <p14:xfrm>
                <a:off x="8332842" y="3045913"/>
                <a:ext cx="92520" cy="14940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8181313F-4AF7-4E9A-86D6-98C1E8CD7B2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23842" y="3036913"/>
                  <a:ext cx="11016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A32943B6-95E3-48E5-B66C-A5B2B8D20FE9}"/>
              </a:ext>
            </a:extLst>
          </p:cNvPr>
          <p:cNvGrpSpPr/>
          <p:nvPr/>
        </p:nvGrpSpPr>
        <p:grpSpPr>
          <a:xfrm>
            <a:off x="7652442" y="3533713"/>
            <a:ext cx="631080" cy="229680"/>
            <a:chOff x="7652442" y="3533713"/>
            <a:chExt cx="63108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598B167C-53E5-4BFB-B3FF-C4190B83A946}"/>
                    </a:ext>
                  </a:extLst>
                </p14:cNvPr>
                <p14:cNvContentPartPr/>
                <p14:nvPr/>
              </p14:nvContentPartPr>
              <p14:xfrm>
                <a:off x="7652442" y="3533713"/>
                <a:ext cx="110520" cy="19908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598B167C-53E5-4BFB-B3FF-C4190B83A94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643442" y="3524713"/>
                  <a:ext cx="128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6549EA31-2922-4B25-8336-93EDE2C5C65C}"/>
                    </a:ext>
                  </a:extLst>
                </p14:cNvPr>
                <p14:cNvContentPartPr/>
                <p14:nvPr/>
              </p14:nvContentPartPr>
              <p14:xfrm>
                <a:off x="7683042" y="3565753"/>
                <a:ext cx="86760" cy="19764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6549EA31-2922-4B25-8336-93EDE2C5C65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674402" y="3556753"/>
                  <a:ext cx="104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0ADE768A-D513-4C2D-AE1A-40EFE68CD04E}"/>
                    </a:ext>
                  </a:extLst>
                </p14:cNvPr>
                <p14:cNvContentPartPr/>
                <p14:nvPr/>
              </p14:nvContentPartPr>
              <p14:xfrm>
                <a:off x="7840362" y="3608233"/>
                <a:ext cx="109800" cy="432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0ADE768A-D513-4C2D-AE1A-40EFE68CD04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831362" y="3599233"/>
                  <a:ext cx="127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A99484E1-692E-43DF-A346-6DE5C7106FBA}"/>
                    </a:ext>
                  </a:extLst>
                </p14:cNvPr>
                <p14:cNvContentPartPr/>
                <p14:nvPr/>
              </p14:nvContentPartPr>
              <p14:xfrm>
                <a:off x="7845402" y="3680233"/>
                <a:ext cx="120240" cy="5400"/>
              </p14:xfrm>
            </p:contentPart>
          </mc:Choice>
          <mc:Fallback xmlns=""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A99484E1-692E-43DF-A346-6DE5C7106FB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836402" y="3671233"/>
                  <a:ext cx="137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9B599184-AFA5-4D55-B90B-BF2D6291F2BD}"/>
                    </a:ext>
                  </a:extLst>
                </p14:cNvPr>
                <p14:cNvContentPartPr/>
                <p14:nvPr/>
              </p14:nvContentPartPr>
              <p14:xfrm>
                <a:off x="8043402" y="3640993"/>
                <a:ext cx="83160" cy="360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9B599184-AFA5-4D55-B90B-BF2D6291F2B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034402" y="3631993"/>
                  <a:ext cx="100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5AAD9B19-40A9-426E-AA86-AFEE2B25103A}"/>
                    </a:ext>
                  </a:extLst>
                </p14:cNvPr>
                <p14:cNvContentPartPr/>
                <p14:nvPr/>
              </p14:nvContentPartPr>
              <p14:xfrm>
                <a:off x="8200362" y="3556033"/>
                <a:ext cx="83160" cy="14544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5AAD9B19-40A9-426E-AA86-AFEE2B25103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191722" y="3547393"/>
                  <a:ext cx="10080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upo 212">
            <a:extLst>
              <a:ext uri="{FF2B5EF4-FFF2-40B4-BE49-F238E27FC236}">
                <a16:creationId xmlns:a16="http://schemas.microsoft.com/office/drawing/2014/main" id="{C16023CC-7579-4848-87F4-C2C0938BEF05}"/>
              </a:ext>
            </a:extLst>
          </p:cNvPr>
          <p:cNvGrpSpPr/>
          <p:nvPr/>
        </p:nvGrpSpPr>
        <p:grpSpPr>
          <a:xfrm>
            <a:off x="8862042" y="3477913"/>
            <a:ext cx="447480" cy="202680"/>
            <a:chOff x="8862042" y="3477913"/>
            <a:chExt cx="44748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7BB8B77C-D0F4-4ED1-AC35-72BD1631D1BE}"/>
                    </a:ext>
                  </a:extLst>
                </p14:cNvPr>
                <p14:cNvContentPartPr/>
                <p14:nvPr/>
              </p14:nvContentPartPr>
              <p14:xfrm>
                <a:off x="8862042" y="3524713"/>
                <a:ext cx="129600" cy="15588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7BB8B77C-D0F4-4ED1-AC35-72BD1631D1B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53402" y="3515713"/>
                  <a:ext cx="147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C3FE7E59-7916-45E1-AF15-7C5A39998621}"/>
                    </a:ext>
                  </a:extLst>
                </p14:cNvPr>
                <p14:cNvContentPartPr/>
                <p14:nvPr/>
              </p14:nvContentPartPr>
              <p14:xfrm>
                <a:off x="8899122" y="3528313"/>
                <a:ext cx="96120" cy="14904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C3FE7E59-7916-45E1-AF15-7C5A3999862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90482" y="3519673"/>
                  <a:ext cx="113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299F2280-B581-41B7-B242-F109A3C50A16}"/>
                    </a:ext>
                  </a:extLst>
                </p14:cNvPr>
                <p14:cNvContentPartPr/>
                <p14:nvPr/>
              </p14:nvContentPartPr>
              <p14:xfrm>
                <a:off x="9055722" y="3559273"/>
                <a:ext cx="95400" cy="1116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299F2280-B581-41B7-B242-F109A3C50A1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047082" y="3550633"/>
                  <a:ext cx="113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504E744F-B1D2-4687-9349-E34EFBA59D87}"/>
                    </a:ext>
                  </a:extLst>
                </p14:cNvPr>
                <p14:cNvContentPartPr/>
                <p14:nvPr/>
              </p14:nvContentPartPr>
              <p14:xfrm>
                <a:off x="9025122" y="3610033"/>
                <a:ext cx="97560" cy="180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504E744F-B1D2-4687-9349-E34EFBA59D8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016122" y="3601393"/>
                  <a:ext cx="115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A25B4BA1-3885-4F24-B508-3185B6599394}"/>
                    </a:ext>
                  </a:extLst>
                </p14:cNvPr>
                <p14:cNvContentPartPr/>
                <p14:nvPr/>
              </p14:nvContentPartPr>
              <p14:xfrm>
                <a:off x="9224922" y="3477913"/>
                <a:ext cx="84600" cy="18540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A25B4BA1-3885-4F24-B508-3185B659939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216282" y="3468913"/>
                  <a:ext cx="102240" cy="20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33839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4CE9322-9DB0-4899-8240-6C80B9841CB9}"/>
              </a:ext>
            </a:extLst>
          </p:cNvPr>
          <p:cNvGrpSpPr/>
          <p:nvPr/>
        </p:nvGrpSpPr>
        <p:grpSpPr>
          <a:xfrm>
            <a:off x="1930722" y="258522"/>
            <a:ext cx="1254960" cy="752400"/>
            <a:chOff x="1930722" y="258522"/>
            <a:chExt cx="1254960" cy="7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077E28F1-AC51-4B19-8873-115EDE484CE7}"/>
                    </a:ext>
                  </a:extLst>
                </p14:cNvPr>
                <p14:cNvContentPartPr/>
                <p14:nvPr/>
              </p14:nvContentPartPr>
              <p14:xfrm>
                <a:off x="1930722" y="376962"/>
                <a:ext cx="180000" cy="44280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077E28F1-AC51-4B19-8873-115EDE484CE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22082" y="368322"/>
                  <a:ext cx="1976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66D32126-6247-4F4F-ADF8-7650CBB507B4}"/>
                    </a:ext>
                  </a:extLst>
                </p14:cNvPr>
                <p14:cNvContentPartPr/>
                <p14:nvPr/>
              </p14:nvContentPartPr>
              <p14:xfrm>
                <a:off x="2270922" y="665682"/>
                <a:ext cx="186840" cy="540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66D32126-6247-4F4F-ADF8-7650CBB507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61922" y="656682"/>
                  <a:ext cx="204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DB1131F1-0707-4303-81F9-50C7E5F15E5C}"/>
                    </a:ext>
                  </a:extLst>
                </p14:cNvPr>
                <p14:cNvContentPartPr/>
                <p14:nvPr/>
              </p14:nvContentPartPr>
              <p14:xfrm>
                <a:off x="2264082" y="743802"/>
                <a:ext cx="205920" cy="648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DB1131F1-0707-4303-81F9-50C7E5F15E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55442" y="735162"/>
                  <a:ext cx="223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7FB7F5A5-351D-4D33-ABD6-E4C8DBAC6334}"/>
                    </a:ext>
                  </a:extLst>
                </p14:cNvPr>
                <p14:cNvContentPartPr/>
                <p14:nvPr/>
              </p14:nvContentPartPr>
              <p14:xfrm>
                <a:off x="2638482" y="571002"/>
                <a:ext cx="5400" cy="22752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7FB7F5A5-351D-4D33-ABD6-E4C8DBAC63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29842" y="562362"/>
                  <a:ext cx="230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17BF607-59FB-4E91-8B3B-F08B1E43729D}"/>
                    </a:ext>
                  </a:extLst>
                </p14:cNvPr>
                <p14:cNvContentPartPr/>
                <p14:nvPr/>
              </p14:nvContentPartPr>
              <p14:xfrm>
                <a:off x="2709042" y="543642"/>
                <a:ext cx="42840" cy="2426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17BF607-59FB-4E91-8B3B-F08B1E4372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00402" y="534642"/>
                  <a:ext cx="604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2DD910B3-6947-409B-A2B1-C19457AFBF48}"/>
                    </a:ext>
                  </a:extLst>
                </p14:cNvPr>
                <p14:cNvContentPartPr/>
                <p14:nvPr/>
              </p14:nvContentPartPr>
              <p14:xfrm>
                <a:off x="2541282" y="532482"/>
                <a:ext cx="260280" cy="4932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2DD910B3-6947-409B-A2B1-C19457AFBF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2282" y="523482"/>
                  <a:ext cx="277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B6043E4D-1471-4914-8503-05378E3ADF4F}"/>
                    </a:ext>
                  </a:extLst>
                </p14:cNvPr>
                <p14:cNvContentPartPr/>
                <p14:nvPr/>
              </p14:nvContentPartPr>
              <p14:xfrm>
                <a:off x="2843322" y="258522"/>
                <a:ext cx="342360" cy="7524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B6043E4D-1471-4914-8503-05378E3ADF4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34322" y="249882"/>
                  <a:ext cx="360000" cy="7700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A49A9069-E611-4E18-80B0-D0281BAE613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8490" y="200494"/>
            <a:ext cx="3305175" cy="1171575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ADB559F8-EA52-4C32-B961-1B7E059DEA11}"/>
              </a:ext>
            </a:extLst>
          </p:cNvPr>
          <p:cNvGrpSpPr/>
          <p:nvPr/>
        </p:nvGrpSpPr>
        <p:grpSpPr>
          <a:xfrm>
            <a:off x="2864202" y="1121442"/>
            <a:ext cx="245160" cy="144720"/>
            <a:chOff x="2864202" y="1121442"/>
            <a:chExt cx="24516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BA854333-ACB8-44B2-8371-B35EACAEFDA0}"/>
                    </a:ext>
                  </a:extLst>
                </p14:cNvPr>
                <p14:cNvContentPartPr/>
                <p14:nvPr/>
              </p14:nvContentPartPr>
              <p14:xfrm>
                <a:off x="2864202" y="1152762"/>
                <a:ext cx="102600" cy="2016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BA854333-ACB8-44B2-8371-B35EACAEFD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55202" y="1144122"/>
                  <a:ext cx="120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78C6B2A5-6F21-4224-BFF8-23FD79AAE0FF}"/>
                    </a:ext>
                  </a:extLst>
                </p14:cNvPr>
                <p14:cNvContentPartPr/>
                <p14:nvPr/>
              </p14:nvContentPartPr>
              <p14:xfrm>
                <a:off x="3033402" y="1121442"/>
                <a:ext cx="75960" cy="1447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78C6B2A5-6F21-4224-BFF8-23FD79AAE0F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24402" y="1112442"/>
                  <a:ext cx="9360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FD0FCC7A-4FD7-4066-96CB-69CAE9E96AA8}"/>
                  </a:ext>
                </a:extLst>
              </p14:cNvPr>
              <p14:cNvContentPartPr/>
              <p14:nvPr/>
            </p14:nvContentPartPr>
            <p14:xfrm>
              <a:off x="3259842" y="123522"/>
              <a:ext cx="62640" cy="14796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FD0FCC7A-4FD7-4066-96CB-69CAE9E96AA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250842" y="114522"/>
                <a:ext cx="8028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upo 27">
            <a:extLst>
              <a:ext uri="{FF2B5EF4-FFF2-40B4-BE49-F238E27FC236}">
                <a16:creationId xmlns:a16="http://schemas.microsoft.com/office/drawing/2014/main" id="{CAC18CD4-B7BE-4D14-B858-A2F253E39A28}"/>
              </a:ext>
            </a:extLst>
          </p:cNvPr>
          <p:cNvGrpSpPr/>
          <p:nvPr/>
        </p:nvGrpSpPr>
        <p:grpSpPr>
          <a:xfrm>
            <a:off x="3232482" y="329082"/>
            <a:ext cx="1308960" cy="615600"/>
            <a:chOff x="3232482" y="329082"/>
            <a:chExt cx="1308960" cy="61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B0A78E15-FF5B-4D4B-930F-CD1E31863290}"/>
                    </a:ext>
                  </a:extLst>
                </p14:cNvPr>
                <p14:cNvContentPartPr/>
                <p14:nvPr/>
              </p14:nvContentPartPr>
              <p14:xfrm>
                <a:off x="3236442" y="563442"/>
                <a:ext cx="70560" cy="29088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B0A78E15-FF5B-4D4B-930F-CD1E318632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27802" y="554442"/>
                  <a:ext cx="882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DCD06CB5-B09B-457F-836B-5A967DC393B5}"/>
                    </a:ext>
                  </a:extLst>
                </p14:cNvPr>
                <p14:cNvContentPartPr/>
                <p14:nvPr/>
              </p14:nvContentPartPr>
              <p14:xfrm>
                <a:off x="3337242" y="659562"/>
                <a:ext cx="95040" cy="1620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DCD06CB5-B09B-457F-836B-5A967DC393B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28242" y="650922"/>
                  <a:ext cx="112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0DAC81EF-D20A-4B6C-9F67-3D74336EBCEC}"/>
                    </a:ext>
                  </a:extLst>
                </p14:cNvPr>
                <p14:cNvContentPartPr/>
                <p14:nvPr/>
              </p14:nvContentPartPr>
              <p14:xfrm>
                <a:off x="3529842" y="713922"/>
                <a:ext cx="124200" cy="1620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0DAC81EF-D20A-4B6C-9F67-3D74336EBCE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20842" y="704922"/>
                  <a:ext cx="141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6990ACD8-FD19-463E-B13D-9CD8A56C3AF4}"/>
                    </a:ext>
                  </a:extLst>
                </p14:cNvPr>
                <p14:cNvContentPartPr/>
                <p14:nvPr/>
              </p14:nvContentPartPr>
              <p14:xfrm>
                <a:off x="3745122" y="610602"/>
                <a:ext cx="123480" cy="1893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6990ACD8-FD19-463E-B13D-9CD8A56C3AF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36482" y="601962"/>
                  <a:ext cx="1411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5F008D42-2702-4E97-AA38-0ADEA74969D6}"/>
                    </a:ext>
                  </a:extLst>
                </p14:cNvPr>
                <p14:cNvContentPartPr/>
                <p14:nvPr/>
              </p14:nvContentPartPr>
              <p14:xfrm>
                <a:off x="3775722" y="592602"/>
                <a:ext cx="117720" cy="1879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5F008D42-2702-4E97-AA38-0ADEA74969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767082" y="583602"/>
                  <a:ext cx="1353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08F798E1-67D5-4557-A0F2-94C94FCF981F}"/>
                    </a:ext>
                  </a:extLst>
                </p14:cNvPr>
                <p14:cNvContentPartPr/>
                <p14:nvPr/>
              </p14:nvContentPartPr>
              <p14:xfrm>
                <a:off x="3928722" y="511602"/>
                <a:ext cx="96840" cy="11016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08F798E1-67D5-4557-A0F2-94C94FCF981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19722" y="502602"/>
                  <a:ext cx="114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E74B62E3-A6F6-4E52-9F6D-8196AB5223AA}"/>
                    </a:ext>
                  </a:extLst>
                </p14:cNvPr>
                <p14:cNvContentPartPr/>
                <p14:nvPr/>
              </p14:nvContentPartPr>
              <p14:xfrm>
                <a:off x="4086402" y="388842"/>
                <a:ext cx="141840" cy="47232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E74B62E3-A6F6-4E52-9F6D-8196AB5223A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077402" y="380202"/>
                  <a:ext cx="1594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0088308-A91B-4654-98BF-A7B256BD84A2}"/>
                    </a:ext>
                  </a:extLst>
                </p14:cNvPr>
                <p14:cNvContentPartPr/>
                <p14:nvPr/>
              </p14:nvContentPartPr>
              <p14:xfrm>
                <a:off x="4299162" y="329082"/>
                <a:ext cx="242280" cy="18216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0088308-A91B-4654-98BF-A7B256BD84A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90522" y="320442"/>
                  <a:ext cx="259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8F82EF4F-EAE2-4D4B-963C-6A603B71B1BB}"/>
                    </a:ext>
                  </a:extLst>
                </p14:cNvPr>
                <p14:cNvContentPartPr/>
                <p14:nvPr/>
              </p14:nvContentPartPr>
              <p14:xfrm>
                <a:off x="3232482" y="446082"/>
                <a:ext cx="165960" cy="49860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8F82EF4F-EAE2-4D4B-963C-6A603B71B1B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23842" y="437442"/>
                  <a:ext cx="183600" cy="51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9DF66C9B-D87D-4550-B482-F333C366ECC3}"/>
              </a:ext>
            </a:extLst>
          </p:cNvPr>
          <p:cNvGrpSpPr/>
          <p:nvPr/>
        </p:nvGrpSpPr>
        <p:grpSpPr>
          <a:xfrm>
            <a:off x="4681842" y="482082"/>
            <a:ext cx="372600" cy="349200"/>
            <a:chOff x="4681842" y="482082"/>
            <a:chExt cx="37260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0C5958D4-EDCA-489C-B0C7-E2539105D81D}"/>
                    </a:ext>
                  </a:extLst>
                </p14:cNvPr>
                <p14:cNvContentPartPr/>
                <p14:nvPr/>
              </p14:nvContentPartPr>
              <p14:xfrm>
                <a:off x="4681842" y="697002"/>
                <a:ext cx="150480" cy="13428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0C5958D4-EDCA-489C-B0C7-E2539105D81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73202" y="688002"/>
                  <a:ext cx="168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8EE8B415-3E52-4682-83F6-F6125B9E6ED7}"/>
                    </a:ext>
                  </a:extLst>
                </p14:cNvPr>
                <p14:cNvContentPartPr/>
                <p14:nvPr/>
              </p14:nvContentPartPr>
              <p14:xfrm>
                <a:off x="4705962" y="482082"/>
                <a:ext cx="136800" cy="3016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8EE8B415-3E52-4682-83F6-F6125B9E6ED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96962" y="473442"/>
                  <a:ext cx="1544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38DA386-0ACB-40D6-BCFF-5229ADD59038}"/>
                    </a:ext>
                  </a:extLst>
                </p14:cNvPr>
                <p14:cNvContentPartPr/>
                <p14:nvPr/>
              </p14:nvContentPartPr>
              <p14:xfrm>
                <a:off x="4906842" y="603762"/>
                <a:ext cx="134280" cy="19332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38DA386-0ACB-40D6-BCFF-5229ADD5903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98202" y="594762"/>
                  <a:ext cx="151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663FE3E2-5CD3-459C-ABC1-3E659EB64A43}"/>
                    </a:ext>
                  </a:extLst>
                </p14:cNvPr>
                <p14:cNvContentPartPr/>
                <p14:nvPr/>
              </p14:nvContentPartPr>
              <p14:xfrm>
                <a:off x="4909722" y="614922"/>
                <a:ext cx="144720" cy="1749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663FE3E2-5CD3-459C-ABC1-3E659EB64A4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01082" y="605922"/>
                  <a:ext cx="162360" cy="19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A0BFB747-893A-41F3-A6AB-367B842983A7}"/>
                  </a:ext>
                </a:extLst>
              </p14:cNvPr>
              <p14:cNvContentPartPr/>
              <p14:nvPr/>
            </p14:nvContentPartPr>
            <p14:xfrm>
              <a:off x="8844162" y="1619682"/>
              <a:ext cx="81000" cy="367920"/>
            </p14:xfrm>
          </p:contentPart>
        </mc:Choice>
        <mc:Fallback xmlns=""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A0BFB747-893A-41F3-A6AB-367B842983A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835162" y="1610682"/>
                <a:ext cx="9864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4FEDCAC2-A6DD-42D5-BA90-4E2EE33FF54C}"/>
                  </a:ext>
                </a:extLst>
              </p14:cNvPr>
              <p14:cNvContentPartPr/>
              <p14:nvPr/>
            </p14:nvContentPartPr>
            <p14:xfrm>
              <a:off x="9226842" y="1795002"/>
              <a:ext cx="135720" cy="2016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4FEDCAC2-A6DD-42D5-BA90-4E2EE33FF54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217842" y="1786002"/>
                <a:ext cx="15336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upo 40">
            <a:extLst>
              <a:ext uri="{FF2B5EF4-FFF2-40B4-BE49-F238E27FC236}">
                <a16:creationId xmlns:a16="http://schemas.microsoft.com/office/drawing/2014/main" id="{53B6EB2B-5F91-4AED-8DC3-B807325F9CF3}"/>
              </a:ext>
            </a:extLst>
          </p:cNvPr>
          <p:cNvGrpSpPr/>
          <p:nvPr/>
        </p:nvGrpSpPr>
        <p:grpSpPr>
          <a:xfrm>
            <a:off x="9632562" y="1507722"/>
            <a:ext cx="400680" cy="456840"/>
            <a:chOff x="9632562" y="1507722"/>
            <a:chExt cx="40068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763C03E5-292D-4078-884B-EAE54FB7FD96}"/>
                    </a:ext>
                  </a:extLst>
                </p14:cNvPr>
                <p14:cNvContentPartPr/>
                <p14:nvPr/>
              </p14:nvContentPartPr>
              <p14:xfrm>
                <a:off x="9632562" y="1589442"/>
                <a:ext cx="156960" cy="37512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763C03E5-292D-4078-884B-EAE54FB7FD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623562" y="1580442"/>
                  <a:ext cx="1746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0F51552F-76C3-4CA7-BEEC-F5564E67D117}"/>
                    </a:ext>
                  </a:extLst>
                </p14:cNvPr>
                <p14:cNvContentPartPr/>
                <p14:nvPr/>
              </p14:nvContentPartPr>
              <p14:xfrm>
                <a:off x="9760722" y="1507722"/>
                <a:ext cx="109080" cy="9684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0F51552F-76C3-4CA7-BEEC-F5564E67D11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52082" y="1499082"/>
                  <a:ext cx="126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A7A9CE2B-8EAF-4078-A688-D01E4C4B9608}"/>
                    </a:ext>
                  </a:extLst>
                </p14:cNvPr>
                <p14:cNvContentPartPr/>
                <p14:nvPr/>
              </p14:nvContentPartPr>
              <p14:xfrm>
                <a:off x="9899322" y="1748562"/>
                <a:ext cx="123480" cy="36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A7A9CE2B-8EAF-4078-A688-D01E4C4B960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890682" y="1739562"/>
                  <a:ext cx="141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F056DD0C-1BA1-4353-9628-53A3AF13A06F}"/>
                    </a:ext>
                  </a:extLst>
                </p14:cNvPr>
                <p14:cNvContentPartPr/>
                <p14:nvPr/>
              </p14:nvContentPartPr>
              <p14:xfrm>
                <a:off x="9915522" y="1793202"/>
                <a:ext cx="117720" cy="360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F056DD0C-1BA1-4353-9628-53A3AF13A06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906882" y="1784562"/>
                  <a:ext cx="13536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D52D31AB-2B2A-4632-A256-F166753797E7}"/>
              </a:ext>
            </a:extLst>
          </p:cNvPr>
          <p:cNvGrpSpPr/>
          <p:nvPr/>
        </p:nvGrpSpPr>
        <p:grpSpPr>
          <a:xfrm>
            <a:off x="8881602" y="1658202"/>
            <a:ext cx="229320" cy="280800"/>
            <a:chOff x="8881602" y="1658202"/>
            <a:chExt cx="22932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C89DB23E-C909-41EA-92F1-74C0914F2BA3}"/>
                    </a:ext>
                  </a:extLst>
                </p14:cNvPr>
                <p14:cNvContentPartPr/>
                <p14:nvPr/>
              </p14:nvContentPartPr>
              <p14:xfrm>
                <a:off x="8881602" y="1658202"/>
                <a:ext cx="229320" cy="28080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C89DB23E-C909-41EA-92F1-74C0914F2B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863962" y="1640202"/>
                  <a:ext cx="2649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39136D82-50DA-44E7-95DD-593D847F794A}"/>
                    </a:ext>
                  </a:extLst>
                </p14:cNvPr>
                <p14:cNvContentPartPr/>
                <p14:nvPr/>
              </p14:nvContentPartPr>
              <p14:xfrm>
                <a:off x="8930562" y="1685922"/>
                <a:ext cx="80640" cy="16920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39136D82-50DA-44E7-95DD-593D847F794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12562" y="1667922"/>
                  <a:ext cx="1162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4D24EBE5-331A-421C-9853-ADBDFCC31405}"/>
                    </a:ext>
                  </a:extLst>
                </p14:cNvPr>
                <p14:cNvContentPartPr/>
                <p14:nvPr/>
              </p14:nvContentPartPr>
              <p14:xfrm>
                <a:off x="8994642" y="1720122"/>
                <a:ext cx="77760" cy="18180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4D24EBE5-331A-421C-9853-ADBDFCC3140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76642" y="1702482"/>
                  <a:ext cx="11340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CEE15DDC-F87F-451B-BACA-460629A489F1}"/>
              </a:ext>
            </a:extLst>
          </p:cNvPr>
          <p:cNvGrpSpPr/>
          <p:nvPr/>
        </p:nvGrpSpPr>
        <p:grpSpPr>
          <a:xfrm>
            <a:off x="10218282" y="1622202"/>
            <a:ext cx="267120" cy="275400"/>
            <a:chOff x="10218282" y="1622202"/>
            <a:chExt cx="26712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0EB47E80-0139-4E54-A5A2-6D01CD916B98}"/>
                    </a:ext>
                  </a:extLst>
                </p14:cNvPr>
                <p14:cNvContentPartPr/>
                <p14:nvPr/>
              </p14:nvContentPartPr>
              <p14:xfrm>
                <a:off x="10218282" y="1633362"/>
                <a:ext cx="267120" cy="26424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0EB47E80-0139-4E54-A5A2-6D01CD916B9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00642" y="1615722"/>
                  <a:ext cx="302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05914E50-AB1E-44C5-A824-D3BC739F9F68}"/>
                    </a:ext>
                  </a:extLst>
                </p14:cNvPr>
                <p14:cNvContentPartPr/>
                <p14:nvPr/>
              </p14:nvContentPartPr>
              <p14:xfrm>
                <a:off x="10289202" y="1622202"/>
                <a:ext cx="82440" cy="20592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05914E50-AB1E-44C5-A824-D3BC739F9F6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71562" y="1604202"/>
                  <a:ext cx="118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7AACFCEB-0FC4-4C51-8784-802B1138E310}"/>
                    </a:ext>
                  </a:extLst>
                </p14:cNvPr>
                <p14:cNvContentPartPr/>
                <p14:nvPr/>
              </p14:nvContentPartPr>
              <p14:xfrm>
                <a:off x="10345002" y="1668642"/>
                <a:ext cx="83880" cy="17676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7AACFCEB-0FC4-4C51-8784-802B1138E31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327362" y="1650642"/>
                  <a:ext cx="11952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4AAD93B1-2230-4C53-BFBA-F2C768A96FA4}"/>
              </a:ext>
            </a:extLst>
          </p:cNvPr>
          <p:cNvGrpSpPr/>
          <p:nvPr/>
        </p:nvGrpSpPr>
        <p:grpSpPr>
          <a:xfrm>
            <a:off x="10471722" y="1491882"/>
            <a:ext cx="545040" cy="378360"/>
            <a:chOff x="10471722" y="1491882"/>
            <a:chExt cx="54504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D1F08F5B-4D56-4162-90B8-4B474D28AE83}"/>
                    </a:ext>
                  </a:extLst>
                </p14:cNvPr>
                <p14:cNvContentPartPr/>
                <p14:nvPr/>
              </p14:nvContentPartPr>
              <p14:xfrm>
                <a:off x="10471722" y="1491882"/>
                <a:ext cx="178200" cy="10476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D1F08F5B-4D56-4162-90B8-4B474D28AE8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62722" y="1483242"/>
                  <a:ext cx="1958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6792BA3C-8196-4219-B267-300A63D4C911}"/>
                    </a:ext>
                  </a:extLst>
                </p14:cNvPr>
                <p14:cNvContentPartPr/>
                <p14:nvPr/>
              </p14:nvContentPartPr>
              <p14:xfrm>
                <a:off x="10584402" y="1769082"/>
                <a:ext cx="136080" cy="1656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6792BA3C-8196-4219-B267-300A63D4C91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75762" y="1760442"/>
                  <a:ext cx="153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B00DA169-0F97-4A8D-AFE5-727840A47573}"/>
                    </a:ext>
                  </a:extLst>
                </p14:cNvPr>
                <p14:cNvContentPartPr/>
                <p14:nvPr/>
              </p14:nvContentPartPr>
              <p14:xfrm>
                <a:off x="10798242" y="1682682"/>
                <a:ext cx="123840" cy="1875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B00DA169-0F97-4A8D-AFE5-727840A4757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789602" y="1673682"/>
                  <a:ext cx="141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BA235BC3-EFE1-4F4E-A4B5-D2E1700D0B91}"/>
                    </a:ext>
                  </a:extLst>
                </p14:cNvPr>
                <p14:cNvContentPartPr/>
                <p14:nvPr/>
              </p14:nvContentPartPr>
              <p14:xfrm>
                <a:off x="10968522" y="1742082"/>
                <a:ext cx="48240" cy="3816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BA235BC3-EFE1-4F4E-A4B5-D2E1700D0B9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959522" y="1733082"/>
                  <a:ext cx="6588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9ABA8DA-4D1E-47F9-A175-42D90519D736}"/>
              </a:ext>
            </a:extLst>
          </p:cNvPr>
          <p:cNvGrpSpPr/>
          <p:nvPr/>
        </p:nvGrpSpPr>
        <p:grpSpPr>
          <a:xfrm>
            <a:off x="11061042" y="1650642"/>
            <a:ext cx="191880" cy="249120"/>
            <a:chOff x="11061042" y="1650642"/>
            <a:chExt cx="19188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56E54DEA-0BB1-4A26-A62A-941BEC41690A}"/>
                    </a:ext>
                  </a:extLst>
                </p14:cNvPr>
                <p14:cNvContentPartPr/>
                <p14:nvPr/>
              </p14:nvContentPartPr>
              <p14:xfrm>
                <a:off x="11061042" y="1650642"/>
                <a:ext cx="191880" cy="24912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56E54DEA-0BB1-4A26-A62A-941BEC41690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043402" y="1632642"/>
                  <a:ext cx="227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6694E210-D82C-49D3-8009-098FB7F576C2}"/>
                    </a:ext>
                  </a:extLst>
                </p14:cNvPr>
                <p14:cNvContentPartPr/>
                <p14:nvPr/>
              </p14:nvContentPartPr>
              <p14:xfrm>
                <a:off x="11067882" y="1688442"/>
                <a:ext cx="74880" cy="14400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6694E210-D82C-49D3-8009-098FB7F576C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050242" y="1670442"/>
                  <a:ext cx="110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E3E72A56-2DE6-4BE7-A6EB-423E8C2725E9}"/>
                    </a:ext>
                  </a:extLst>
                </p14:cNvPr>
                <p14:cNvContentPartPr/>
                <p14:nvPr/>
              </p14:nvContentPartPr>
              <p14:xfrm>
                <a:off x="11094522" y="1683402"/>
                <a:ext cx="111240" cy="21600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E3E72A56-2DE6-4BE7-A6EB-423E8C2725E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076882" y="1665402"/>
                  <a:ext cx="146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12099D2E-BBDE-40AD-A57F-D2DA69138729}"/>
                    </a:ext>
                  </a:extLst>
                </p14:cNvPr>
                <p14:cNvContentPartPr/>
                <p14:nvPr/>
              </p14:nvContentPartPr>
              <p14:xfrm>
                <a:off x="11165442" y="1697082"/>
                <a:ext cx="75960" cy="1638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12099D2E-BBDE-40AD-A57F-D2DA6913872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47442" y="1679082"/>
                  <a:ext cx="11160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E130EB0C-4E7F-482A-9A8D-6B2258314061}"/>
              </a:ext>
            </a:extLst>
          </p:cNvPr>
          <p:cNvGrpSpPr/>
          <p:nvPr/>
        </p:nvGrpSpPr>
        <p:grpSpPr>
          <a:xfrm>
            <a:off x="9387042" y="1647402"/>
            <a:ext cx="282600" cy="241920"/>
            <a:chOff x="9387042" y="1647402"/>
            <a:chExt cx="28260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EF12C499-6543-4376-99FE-DB8C0DAC454F}"/>
                    </a:ext>
                  </a:extLst>
                </p14:cNvPr>
                <p14:cNvContentPartPr/>
                <p14:nvPr/>
              </p14:nvContentPartPr>
              <p14:xfrm>
                <a:off x="9387042" y="1647402"/>
                <a:ext cx="282600" cy="24192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EF12C499-6543-4376-99FE-DB8C0DAC454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69402" y="1629402"/>
                  <a:ext cx="3182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ACDF9B4A-BA40-43CC-A309-AEF35D4775B7}"/>
                    </a:ext>
                  </a:extLst>
                </p14:cNvPr>
                <p14:cNvContentPartPr/>
                <p14:nvPr/>
              </p14:nvContentPartPr>
              <p14:xfrm>
                <a:off x="9486762" y="1702122"/>
                <a:ext cx="68040" cy="14976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ACDF9B4A-BA40-43CC-A309-AEF35D4775B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68762" y="1684482"/>
                  <a:ext cx="1036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FA16169A-22B1-4ABA-A325-CB91A1B3F2BE}"/>
                    </a:ext>
                  </a:extLst>
                </p14:cNvPr>
                <p14:cNvContentPartPr/>
                <p14:nvPr/>
              </p14:nvContentPartPr>
              <p14:xfrm>
                <a:off x="9559482" y="1763322"/>
                <a:ext cx="38160" cy="10188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FA16169A-22B1-4ABA-A325-CB91A1B3F2B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541482" y="1745322"/>
                  <a:ext cx="738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C2913C54-95EA-46C9-BBEB-58D0CEAE7670}"/>
              </a:ext>
            </a:extLst>
          </p:cNvPr>
          <p:cNvGrpSpPr/>
          <p:nvPr/>
        </p:nvGrpSpPr>
        <p:grpSpPr>
          <a:xfrm>
            <a:off x="11343282" y="1607802"/>
            <a:ext cx="241560" cy="266400"/>
            <a:chOff x="11343282" y="1607802"/>
            <a:chExt cx="24156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EBFE771B-F2B0-4792-8038-861E9BB90636}"/>
                    </a:ext>
                  </a:extLst>
                </p14:cNvPr>
                <p14:cNvContentPartPr/>
                <p14:nvPr/>
              </p14:nvContentPartPr>
              <p14:xfrm>
                <a:off x="11343282" y="1762242"/>
                <a:ext cx="25200" cy="3096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EBFE771B-F2B0-4792-8038-861E9BB9063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325282" y="1744242"/>
                  <a:ext cx="60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3F63A165-FA27-45F3-99FD-C9C68FAE13FC}"/>
                    </a:ext>
                  </a:extLst>
                </p14:cNvPr>
                <p14:cNvContentPartPr/>
                <p14:nvPr/>
              </p14:nvContentPartPr>
              <p14:xfrm>
                <a:off x="11400882" y="1607802"/>
                <a:ext cx="183960" cy="26640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3F63A165-FA27-45F3-99FD-C9C68FAE13F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382882" y="1590162"/>
                  <a:ext cx="219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5C08B728-4C18-49D4-92DF-0331A6143B4A}"/>
                    </a:ext>
                  </a:extLst>
                </p14:cNvPr>
                <p14:cNvContentPartPr/>
                <p14:nvPr/>
              </p14:nvContentPartPr>
              <p14:xfrm>
                <a:off x="11461362" y="1708242"/>
                <a:ext cx="46080" cy="12240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5C08B728-4C18-49D4-92DF-0331A6143B4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443722" y="1690242"/>
                  <a:ext cx="81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93C64BE0-4A4E-4DE5-B3EF-7B89E7E2C9E1}"/>
                    </a:ext>
                  </a:extLst>
                </p14:cNvPr>
                <p14:cNvContentPartPr/>
                <p14:nvPr/>
              </p14:nvContentPartPr>
              <p14:xfrm>
                <a:off x="11501682" y="1739202"/>
                <a:ext cx="16560" cy="8640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93C64BE0-4A4E-4DE5-B3EF-7B89E7E2C9E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483682" y="1721202"/>
                  <a:ext cx="522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7B3441D0-73C1-4EF4-B0F9-03D9ECC16829}"/>
              </a:ext>
            </a:extLst>
          </p:cNvPr>
          <p:cNvGrpSpPr/>
          <p:nvPr/>
        </p:nvGrpSpPr>
        <p:grpSpPr>
          <a:xfrm>
            <a:off x="11661162" y="1641282"/>
            <a:ext cx="135000" cy="176400"/>
            <a:chOff x="11661162" y="1641282"/>
            <a:chExt cx="13500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0739518B-1B96-44F4-8C4C-5CF4E2B7D542}"/>
                    </a:ext>
                  </a:extLst>
                </p14:cNvPr>
                <p14:cNvContentPartPr/>
                <p14:nvPr/>
              </p14:nvContentPartPr>
              <p14:xfrm>
                <a:off x="11692482" y="1641282"/>
                <a:ext cx="20880" cy="17640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0739518B-1B96-44F4-8C4C-5CF4E2B7D54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683482" y="1632282"/>
                  <a:ext cx="38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6820DD3E-4B73-4AC9-B16F-E88728054A57}"/>
                    </a:ext>
                  </a:extLst>
                </p14:cNvPr>
                <p14:cNvContentPartPr/>
                <p14:nvPr/>
              </p14:nvContentPartPr>
              <p14:xfrm>
                <a:off x="11661162" y="1729482"/>
                <a:ext cx="135000" cy="648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6820DD3E-4B73-4AC9-B16F-E88728054A5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52522" y="1720842"/>
                  <a:ext cx="15264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7365A51A-F980-4A2D-BFAF-6DD3A803054B}"/>
              </a:ext>
            </a:extLst>
          </p:cNvPr>
          <p:cNvGrpSpPr/>
          <p:nvPr/>
        </p:nvGrpSpPr>
        <p:grpSpPr>
          <a:xfrm>
            <a:off x="11854122" y="1580802"/>
            <a:ext cx="231480" cy="299520"/>
            <a:chOff x="11854122" y="1580802"/>
            <a:chExt cx="23148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9AF6C935-1685-4FCA-BDD3-5310AC9380DD}"/>
                    </a:ext>
                  </a:extLst>
                </p14:cNvPr>
                <p14:cNvContentPartPr/>
                <p14:nvPr/>
              </p14:nvContentPartPr>
              <p14:xfrm>
                <a:off x="11854122" y="1580802"/>
                <a:ext cx="231480" cy="29952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9AF6C935-1685-4FCA-BDD3-5310AC9380D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836482" y="1563162"/>
                  <a:ext cx="2671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D7F2C3A-FF9A-4D89-972C-2AB15A5163B7}"/>
                    </a:ext>
                  </a:extLst>
                </p14:cNvPr>
                <p14:cNvContentPartPr/>
                <p14:nvPr/>
              </p14:nvContentPartPr>
              <p14:xfrm>
                <a:off x="11912442" y="1684842"/>
                <a:ext cx="52920" cy="16272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D7F2C3A-FF9A-4D89-972C-2AB15A5163B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894442" y="1667202"/>
                  <a:ext cx="88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BF323479-7F4C-4F3E-8321-A5188171D91F}"/>
                    </a:ext>
                  </a:extLst>
                </p14:cNvPr>
                <p14:cNvContentPartPr/>
                <p14:nvPr/>
              </p14:nvContentPartPr>
              <p14:xfrm>
                <a:off x="11890482" y="1685922"/>
                <a:ext cx="54000" cy="10692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BF323479-7F4C-4F3E-8321-A5188171D91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872842" y="1667922"/>
                  <a:ext cx="89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A13C0E19-7286-4E9E-8ED3-D6E02081BF5C}"/>
                    </a:ext>
                  </a:extLst>
                </p14:cNvPr>
                <p14:cNvContentPartPr/>
                <p14:nvPr/>
              </p14:nvContentPartPr>
              <p14:xfrm>
                <a:off x="12003162" y="1778802"/>
                <a:ext cx="20520" cy="8712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A13C0E19-7286-4E9E-8ED3-D6E02081BF5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985522" y="1760802"/>
                  <a:ext cx="5616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E60209E0-4EAD-41EF-B772-A16B54974BE1}"/>
                  </a:ext>
                </a:extLst>
              </p14:cNvPr>
              <p14:cNvContentPartPr/>
              <p14:nvPr/>
            </p14:nvContentPartPr>
            <p14:xfrm>
              <a:off x="11947002" y="1485762"/>
              <a:ext cx="178200" cy="99720"/>
            </p14:xfrm>
          </p:contentPart>
        </mc:Choice>
        <mc:Fallback xmlns=""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E60209E0-4EAD-41EF-B772-A16B54974BE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1938002" y="1477122"/>
                <a:ext cx="1958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9B83005F-7BE7-4068-93A8-5276E6183F91}"/>
                  </a:ext>
                </a:extLst>
              </p14:cNvPr>
              <p14:cNvContentPartPr/>
              <p14:nvPr/>
            </p14:nvContentPartPr>
            <p14:xfrm>
              <a:off x="8856762" y="2365602"/>
              <a:ext cx="103680" cy="446400"/>
            </p14:xfrm>
          </p:contentPart>
        </mc:Choice>
        <mc:Fallback xmlns=""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9B83005F-7BE7-4068-93A8-5276E6183F91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847762" y="2356962"/>
                <a:ext cx="12132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8260BD46-9748-47BA-ABAF-06BC7159B2D8}"/>
                  </a:ext>
                </a:extLst>
              </p14:cNvPr>
              <p14:cNvContentPartPr/>
              <p14:nvPr/>
            </p14:nvContentPartPr>
            <p14:xfrm>
              <a:off x="8955402" y="2489442"/>
              <a:ext cx="75960" cy="211680"/>
            </p14:xfrm>
          </p:contentPart>
        </mc:Choice>
        <mc:Fallback xmlns=""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8260BD46-9748-47BA-ABAF-06BC7159B2D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937402" y="2471802"/>
                <a:ext cx="1116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C1CA24D3-FA4D-4DB9-AC18-DC458D281998}"/>
                  </a:ext>
                </a:extLst>
              </p14:cNvPr>
              <p14:cNvContentPartPr/>
              <p14:nvPr/>
            </p14:nvContentPartPr>
            <p14:xfrm>
              <a:off x="9227562" y="2598522"/>
              <a:ext cx="134280" cy="2880"/>
            </p14:xfrm>
          </p:contentPart>
        </mc:Choice>
        <mc:Fallback xmlns=""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C1CA24D3-FA4D-4DB9-AC18-DC458D28199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218922" y="2589882"/>
                <a:ext cx="15192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upo 83">
            <a:extLst>
              <a:ext uri="{FF2B5EF4-FFF2-40B4-BE49-F238E27FC236}">
                <a16:creationId xmlns:a16="http://schemas.microsoft.com/office/drawing/2014/main" id="{E1FD798B-E626-4FC4-B909-6D32348A3D28}"/>
              </a:ext>
            </a:extLst>
          </p:cNvPr>
          <p:cNvGrpSpPr/>
          <p:nvPr/>
        </p:nvGrpSpPr>
        <p:grpSpPr>
          <a:xfrm>
            <a:off x="9504762" y="2259402"/>
            <a:ext cx="258120" cy="348840"/>
            <a:chOff x="9504762" y="2259402"/>
            <a:chExt cx="25812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5F89F0B7-1475-4287-963B-2FA4074A6A9E}"/>
                    </a:ext>
                  </a:extLst>
                </p14:cNvPr>
                <p14:cNvContentPartPr/>
                <p14:nvPr/>
              </p14:nvContentPartPr>
              <p14:xfrm>
                <a:off x="9504762" y="2410242"/>
                <a:ext cx="105480" cy="19800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5F89F0B7-1475-4287-963B-2FA4074A6A9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86762" y="2392602"/>
                  <a:ext cx="1411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E72E9D43-0F92-4B32-B347-9BF1ABC72F95}"/>
                    </a:ext>
                  </a:extLst>
                </p14:cNvPr>
                <p14:cNvContentPartPr/>
                <p14:nvPr/>
              </p14:nvContentPartPr>
              <p14:xfrm>
                <a:off x="9518082" y="2418162"/>
                <a:ext cx="97920" cy="15948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E72E9D43-0F92-4B32-B347-9BF1ABC72F9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00442" y="2400162"/>
                  <a:ext cx="133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70DA3B38-4B70-471A-8A53-7061E608972B}"/>
                    </a:ext>
                  </a:extLst>
                </p14:cNvPr>
                <p14:cNvContentPartPr/>
                <p14:nvPr/>
              </p14:nvContentPartPr>
              <p14:xfrm>
                <a:off x="9667122" y="2259402"/>
                <a:ext cx="95760" cy="8820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70DA3B38-4B70-471A-8A53-7061E608972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49482" y="2241762"/>
                  <a:ext cx="13140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902C5120-1294-47DC-B3BB-14EC063A4BBA}"/>
                  </a:ext>
                </a:extLst>
              </p14:cNvPr>
              <p14:cNvContentPartPr/>
              <p14:nvPr/>
            </p14:nvContentPartPr>
            <p14:xfrm>
              <a:off x="9829482" y="2130882"/>
              <a:ext cx="108360" cy="111240"/>
            </p14:xfrm>
          </p:contentPart>
        </mc:Choice>
        <mc:Fallback xmlns=""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902C5120-1294-47DC-B3BB-14EC063A4BBA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820482" y="2122242"/>
                <a:ext cx="12600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upo 88">
            <a:extLst>
              <a:ext uri="{FF2B5EF4-FFF2-40B4-BE49-F238E27FC236}">
                <a16:creationId xmlns:a16="http://schemas.microsoft.com/office/drawing/2014/main" id="{F65ACEBF-77E8-4181-831E-D91BD4299944}"/>
              </a:ext>
            </a:extLst>
          </p:cNvPr>
          <p:cNvGrpSpPr/>
          <p:nvPr/>
        </p:nvGrpSpPr>
        <p:grpSpPr>
          <a:xfrm>
            <a:off x="9786642" y="2356242"/>
            <a:ext cx="284040" cy="394560"/>
            <a:chOff x="9786642" y="2356242"/>
            <a:chExt cx="284040" cy="39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3F21488B-B8F9-4F71-8229-F348D216AC41}"/>
                    </a:ext>
                  </a:extLst>
                </p14:cNvPr>
                <p14:cNvContentPartPr/>
                <p14:nvPr/>
              </p14:nvContentPartPr>
              <p14:xfrm>
                <a:off x="9786642" y="2356242"/>
                <a:ext cx="79920" cy="39456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3F21488B-B8F9-4F71-8229-F348D216AC4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777642" y="2347602"/>
                  <a:ext cx="9756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0204D9B3-26EA-4AF4-9B3D-89D33FD389A0}"/>
                    </a:ext>
                  </a:extLst>
                </p14:cNvPr>
                <p14:cNvContentPartPr/>
                <p14:nvPr/>
              </p14:nvContentPartPr>
              <p14:xfrm>
                <a:off x="9956202" y="2486922"/>
                <a:ext cx="114480" cy="2880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0204D9B3-26EA-4AF4-9B3D-89D33FD389A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947562" y="2477922"/>
                  <a:ext cx="132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198104C6-C189-4D74-8836-7EBF9A87C0B5}"/>
                    </a:ext>
                  </a:extLst>
                </p14:cNvPr>
                <p14:cNvContentPartPr/>
                <p14:nvPr/>
              </p14:nvContentPartPr>
              <p14:xfrm>
                <a:off x="9960522" y="2584122"/>
                <a:ext cx="91080" cy="360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198104C6-C189-4D74-8836-7EBF9A87C0B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951522" y="2575122"/>
                  <a:ext cx="10872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751A18B4-B279-433A-8091-05ACABABC944}"/>
                  </a:ext>
                </a:extLst>
              </p14:cNvPr>
              <p14:cNvContentPartPr/>
              <p14:nvPr/>
            </p14:nvContentPartPr>
            <p14:xfrm>
              <a:off x="10230882" y="2389722"/>
              <a:ext cx="111240" cy="210240"/>
            </p14:xfrm>
          </p:contentPart>
        </mc:Choice>
        <mc:Fallback xmlns=""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751A18B4-B279-433A-8091-05ACABABC944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213242" y="2371722"/>
                <a:ext cx="1468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7C21ED95-D69C-4DF8-BE07-C6F6D98F54E3}"/>
                  </a:ext>
                </a:extLst>
              </p14:cNvPr>
              <p14:cNvContentPartPr/>
              <p14:nvPr/>
            </p14:nvContentPartPr>
            <p14:xfrm>
              <a:off x="11106042" y="2374242"/>
              <a:ext cx="80640" cy="217800"/>
            </p14:xfrm>
          </p:contentPart>
        </mc:Choice>
        <mc:Fallback xmlns=""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7C21ED95-D69C-4DF8-BE07-C6F6D98F54E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1088402" y="2356242"/>
                <a:ext cx="11628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upo 95">
            <a:extLst>
              <a:ext uri="{FF2B5EF4-FFF2-40B4-BE49-F238E27FC236}">
                <a16:creationId xmlns:a16="http://schemas.microsoft.com/office/drawing/2014/main" id="{77A86D18-1842-450A-9468-6C64E71B5C00}"/>
              </a:ext>
            </a:extLst>
          </p:cNvPr>
          <p:cNvGrpSpPr/>
          <p:nvPr/>
        </p:nvGrpSpPr>
        <p:grpSpPr>
          <a:xfrm>
            <a:off x="10333122" y="2249682"/>
            <a:ext cx="649440" cy="349920"/>
            <a:chOff x="10333122" y="2249682"/>
            <a:chExt cx="64944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6EC90D29-1F94-4296-8045-74A8DB7F477C}"/>
                    </a:ext>
                  </a:extLst>
                </p14:cNvPr>
                <p14:cNvContentPartPr/>
                <p14:nvPr/>
              </p14:nvContentPartPr>
              <p14:xfrm>
                <a:off x="10333122" y="2249682"/>
                <a:ext cx="152280" cy="12240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6EC90D29-1F94-4296-8045-74A8DB7F477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324482" y="2241042"/>
                  <a:ext cx="169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212D712E-4B1B-4F6E-B983-9D43C76D73B6}"/>
                    </a:ext>
                  </a:extLst>
                </p14:cNvPr>
                <p14:cNvContentPartPr/>
                <p14:nvPr/>
              </p14:nvContentPartPr>
              <p14:xfrm>
                <a:off x="10578642" y="2521122"/>
                <a:ext cx="152280" cy="36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212D712E-4B1B-4F6E-B983-9D43C76D73B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570002" y="2512482"/>
                  <a:ext cx="16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C9901222-B899-45FB-9BA3-F4337A6414C6}"/>
                    </a:ext>
                  </a:extLst>
                </p14:cNvPr>
                <p14:cNvContentPartPr/>
                <p14:nvPr/>
              </p14:nvContentPartPr>
              <p14:xfrm>
                <a:off x="10786722" y="2407002"/>
                <a:ext cx="95400" cy="19260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C9901222-B899-45FB-9BA3-F4337A6414C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77722" y="2398362"/>
                  <a:ext cx="113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E490108A-CB1C-46F7-8C51-76ED8AB01FAA}"/>
                    </a:ext>
                  </a:extLst>
                </p14:cNvPr>
                <p14:cNvContentPartPr/>
                <p14:nvPr/>
              </p14:nvContentPartPr>
              <p14:xfrm>
                <a:off x="10951242" y="2504922"/>
                <a:ext cx="31320" cy="4068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E490108A-CB1C-46F7-8C51-76ED8AB01FA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942242" y="2496282"/>
                  <a:ext cx="489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C1F71575-3738-457F-A96A-FACA26249C7E}"/>
              </a:ext>
            </a:extLst>
          </p:cNvPr>
          <p:cNvGrpSpPr/>
          <p:nvPr/>
        </p:nvGrpSpPr>
        <p:grpSpPr>
          <a:xfrm>
            <a:off x="11324922" y="2265522"/>
            <a:ext cx="322200" cy="305280"/>
            <a:chOff x="11324922" y="2265522"/>
            <a:chExt cx="32220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D35515A2-00C2-46DF-AAEA-D70CFD5796C8}"/>
                    </a:ext>
                  </a:extLst>
                </p14:cNvPr>
                <p14:cNvContentPartPr/>
                <p14:nvPr/>
              </p14:nvContentPartPr>
              <p14:xfrm>
                <a:off x="11324922" y="2430042"/>
                <a:ext cx="10080" cy="2448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D35515A2-00C2-46DF-AAEA-D70CFD5796C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306922" y="2412402"/>
                  <a:ext cx="45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8C73F872-E8DC-4DE1-BD19-12C695B8080F}"/>
                    </a:ext>
                  </a:extLst>
                </p14:cNvPr>
                <p14:cNvContentPartPr/>
                <p14:nvPr/>
              </p14:nvContentPartPr>
              <p14:xfrm>
                <a:off x="11396562" y="2369202"/>
                <a:ext cx="123480" cy="20160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8C73F872-E8DC-4DE1-BD19-12C695B8080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378562" y="2351202"/>
                  <a:ext cx="159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D24270B2-522A-48C6-9BE2-4C976B3FADBE}"/>
                    </a:ext>
                  </a:extLst>
                </p14:cNvPr>
                <p14:cNvContentPartPr/>
                <p14:nvPr/>
              </p14:nvContentPartPr>
              <p14:xfrm>
                <a:off x="11457762" y="2367402"/>
                <a:ext cx="57600" cy="15048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D24270B2-522A-48C6-9BE2-4C976B3FADB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439762" y="2349402"/>
                  <a:ext cx="93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25169DE3-BE11-4EFA-8B53-197F7EEABB0E}"/>
                    </a:ext>
                  </a:extLst>
                </p14:cNvPr>
                <p14:cNvContentPartPr/>
                <p14:nvPr/>
              </p14:nvContentPartPr>
              <p14:xfrm>
                <a:off x="11523642" y="2265522"/>
                <a:ext cx="123480" cy="7668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25169DE3-BE11-4EFA-8B53-197F7EEABB0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505642" y="2247882"/>
                  <a:ext cx="15912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EA61EC33-77B5-4210-8AB7-1E879E0A15ED}"/>
              </a:ext>
            </a:extLst>
          </p:cNvPr>
          <p:cNvGrpSpPr/>
          <p:nvPr/>
        </p:nvGrpSpPr>
        <p:grpSpPr>
          <a:xfrm>
            <a:off x="11935482" y="2269122"/>
            <a:ext cx="201960" cy="265320"/>
            <a:chOff x="11935482" y="2269122"/>
            <a:chExt cx="20196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8E1EFB15-FE0B-4B54-A38A-6F9D571BD4BF}"/>
                    </a:ext>
                  </a:extLst>
                </p14:cNvPr>
                <p14:cNvContentPartPr/>
                <p14:nvPr/>
              </p14:nvContentPartPr>
              <p14:xfrm>
                <a:off x="11935482" y="2352642"/>
                <a:ext cx="135000" cy="18180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8E1EFB15-FE0B-4B54-A38A-6F9D571BD4B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917482" y="2335002"/>
                  <a:ext cx="170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13A72A62-BCAC-432F-97A9-F0C2F94558F1}"/>
                    </a:ext>
                  </a:extLst>
                </p14:cNvPr>
                <p14:cNvContentPartPr/>
                <p14:nvPr/>
              </p14:nvContentPartPr>
              <p14:xfrm>
                <a:off x="11969682" y="2339682"/>
                <a:ext cx="74880" cy="17100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13A72A62-BCAC-432F-97A9-F0C2F94558F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952042" y="2322042"/>
                  <a:ext cx="110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F09C0B2A-91E5-446C-8606-575BF750ED17}"/>
                    </a:ext>
                  </a:extLst>
                </p14:cNvPr>
                <p14:cNvContentPartPr/>
                <p14:nvPr/>
              </p14:nvContentPartPr>
              <p14:xfrm>
                <a:off x="12057162" y="2269122"/>
                <a:ext cx="80280" cy="651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F09C0B2A-91E5-446C-8606-575BF750ED1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2039522" y="2251122"/>
                  <a:ext cx="1159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0B6583F-1E42-407B-BF4E-9574CC05A791}"/>
              </a:ext>
            </a:extLst>
          </p:cNvPr>
          <p:cNvGrpSpPr/>
          <p:nvPr/>
        </p:nvGrpSpPr>
        <p:grpSpPr>
          <a:xfrm>
            <a:off x="11809122" y="2072562"/>
            <a:ext cx="393480" cy="536040"/>
            <a:chOff x="11809122" y="2072562"/>
            <a:chExt cx="39348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20FCD6FA-092D-4A1F-AF82-D65B173794F6}"/>
                    </a:ext>
                  </a:extLst>
                </p14:cNvPr>
                <p14:cNvContentPartPr/>
                <p14:nvPr/>
              </p14:nvContentPartPr>
              <p14:xfrm>
                <a:off x="11809122" y="2268042"/>
                <a:ext cx="144000" cy="34056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20FCD6FA-092D-4A1F-AF82-D65B173794F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800122" y="2259042"/>
                  <a:ext cx="161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41BF1ED5-B1C4-47C6-BA19-0E94C1A743D0}"/>
                    </a:ext>
                  </a:extLst>
                </p14:cNvPr>
                <p14:cNvContentPartPr/>
                <p14:nvPr/>
              </p14:nvContentPartPr>
              <p14:xfrm>
                <a:off x="12107562" y="2209722"/>
                <a:ext cx="78480" cy="34956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41BF1ED5-B1C4-47C6-BA19-0E94C1A743D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2098562" y="2201082"/>
                  <a:ext cx="961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376BD2C5-8F75-4DE2-987C-9E4BDDE5DBD8}"/>
                    </a:ext>
                  </a:extLst>
                </p14:cNvPr>
                <p14:cNvContentPartPr/>
                <p14:nvPr/>
              </p14:nvContentPartPr>
              <p14:xfrm>
                <a:off x="12092442" y="2072562"/>
                <a:ext cx="110160" cy="9000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376BD2C5-8F75-4DE2-987C-9E4BDDE5DBD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2083442" y="2063562"/>
                  <a:ext cx="1278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AB074C7B-9A94-4C2F-AA49-221C14FF9F45}"/>
              </a:ext>
            </a:extLst>
          </p:cNvPr>
          <p:cNvGrpSpPr/>
          <p:nvPr/>
        </p:nvGrpSpPr>
        <p:grpSpPr>
          <a:xfrm>
            <a:off x="11627682" y="2363442"/>
            <a:ext cx="128520" cy="162360"/>
            <a:chOff x="11627682" y="2363442"/>
            <a:chExt cx="12852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C233F9A4-ADB8-4358-8403-D23563518A11}"/>
                    </a:ext>
                  </a:extLst>
                </p14:cNvPr>
                <p14:cNvContentPartPr/>
                <p14:nvPr/>
              </p14:nvContentPartPr>
              <p14:xfrm>
                <a:off x="11671602" y="2363442"/>
                <a:ext cx="14760" cy="16236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C233F9A4-ADB8-4358-8403-D23563518A1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662962" y="2354802"/>
                  <a:ext cx="324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510D5D67-48C9-4DF9-B6A3-D39027E5FCEF}"/>
                    </a:ext>
                  </a:extLst>
                </p14:cNvPr>
                <p14:cNvContentPartPr/>
                <p14:nvPr/>
              </p14:nvContentPartPr>
              <p14:xfrm>
                <a:off x="11627682" y="2432562"/>
                <a:ext cx="128520" cy="648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510D5D67-48C9-4DF9-B6A3-D39027E5FCE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619042" y="2423922"/>
                  <a:ext cx="1461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FC98B09D-7DDB-447B-9BB8-E12C6B4D80B5}"/>
              </a:ext>
            </a:extLst>
          </p:cNvPr>
          <p:cNvGrpSpPr/>
          <p:nvPr/>
        </p:nvGrpSpPr>
        <p:grpSpPr>
          <a:xfrm>
            <a:off x="9883122" y="3087042"/>
            <a:ext cx="358560" cy="198000"/>
            <a:chOff x="9883122" y="3087042"/>
            <a:chExt cx="35856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BB14C3B-4D49-48DF-9F81-413AC2E8629D}"/>
                    </a:ext>
                  </a:extLst>
                </p14:cNvPr>
                <p14:cNvContentPartPr/>
                <p14:nvPr/>
              </p14:nvContentPartPr>
              <p14:xfrm>
                <a:off x="9912642" y="3133842"/>
                <a:ext cx="99720" cy="324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BB14C3B-4D49-48DF-9F81-413AC2E8629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904002" y="3125202"/>
                  <a:ext cx="117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3DED47A-A7C0-459D-8117-A9F140839700}"/>
                    </a:ext>
                  </a:extLst>
                </p14:cNvPr>
                <p14:cNvContentPartPr/>
                <p14:nvPr/>
              </p14:nvContentPartPr>
              <p14:xfrm>
                <a:off x="9883122" y="3225282"/>
                <a:ext cx="137880" cy="79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3DED47A-A7C0-459D-8117-A9F14083970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874122" y="3216282"/>
                  <a:ext cx="155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AC51D3CC-C9B9-4A93-9362-19A4467266B2}"/>
                    </a:ext>
                  </a:extLst>
                </p14:cNvPr>
                <p14:cNvContentPartPr/>
                <p14:nvPr/>
              </p14:nvContentPartPr>
              <p14:xfrm>
                <a:off x="10128642" y="3087042"/>
                <a:ext cx="113040" cy="19800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AC51D3CC-C9B9-4A93-9362-19A4467266B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120002" y="3078402"/>
                  <a:ext cx="130680" cy="21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087A457A-CA89-4B22-A4EF-7A6E80C703BF}"/>
                  </a:ext>
                </a:extLst>
              </p14:cNvPr>
              <p14:cNvContentPartPr/>
              <p14:nvPr/>
            </p14:nvContentPartPr>
            <p14:xfrm>
              <a:off x="10425282" y="3173442"/>
              <a:ext cx="108720" cy="10800"/>
            </p14:xfrm>
          </p:contentPart>
        </mc:Choice>
        <mc:Fallback xmlns=""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087A457A-CA89-4B22-A4EF-7A6E80C703BF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0416642" y="3164802"/>
                <a:ext cx="12636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upo 124">
            <a:extLst>
              <a:ext uri="{FF2B5EF4-FFF2-40B4-BE49-F238E27FC236}">
                <a16:creationId xmlns:a16="http://schemas.microsoft.com/office/drawing/2014/main" id="{D73592E1-8CF9-460A-AA1F-0589170679FC}"/>
              </a:ext>
            </a:extLst>
          </p:cNvPr>
          <p:cNvGrpSpPr/>
          <p:nvPr/>
        </p:nvGrpSpPr>
        <p:grpSpPr>
          <a:xfrm>
            <a:off x="10638762" y="2965362"/>
            <a:ext cx="649440" cy="349560"/>
            <a:chOff x="10638762" y="2965362"/>
            <a:chExt cx="64944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F17DFDC5-D332-4F6D-9591-D087F914678B}"/>
                    </a:ext>
                  </a:extLst>
                </p14:cNvPr>
                <p14:cNvContentPartPr/>
                <p14:nvPr/>
              </p14:nvContentPartPr>
              <p14:xfrm>
                <a:off x="10638762" y="3084882"/>
                <a:ext cx="122760" cy="22464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F17DFDC5-D332-4F6D-9591-D087F914678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30122" y="3076242"/>
                  <a:ext cx="1404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D6747C5D-764F-47EB-8150-3AE78A65D7B6}"/>
                    </a:ext>
                  </a:extLst>
                </p14:cNvPr>
                <p14:cNvContentPartPr/>
                <p14:nvPr/>
              </p14:nvContentPartPr>
              <p14:xfrm>
                <a:off x="10802202" y="3079482"/>
                <a:ext cx="113760" cy="20340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D6747C5D-764F-47EB-8150-3AE78A65D7B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793562" y="3070842"/>
                  <a:ext cx="1314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52387F69-8FD6-4E60-8C24-5DFD735452CF}"/>
                    </a:ext>
                  </a:extLst>
                </p14:cNvPr>
                <p14:cNvContentPartPr/>
                <p14:nvPr/>
              </p14:nvContentPartPr>
              <p14:xfrm>
                <a:off x="10820562" y="3106482"/>
                <a:ext cx="61560" cy="19548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52387F69-8FD6-4E60-8C24-5DFD735452C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811562" y="3097842"/>
                  <a:ext cx="79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5AD20492-8E06-4B84-B675-2F5FBF71B227}"/>
                    </a:ext>
                  </a:extLst>
                </p14:cNvPr>
                <p14:cNvContentPartPr/>
                <p14:nvPr/>
              </p14:nvContentPartPr>
              <p14:xfrm>
                <a:off x="10918842" y="2965362"/>
                <a:ext cx="138960" cy="10440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5AD20492-8E06-4B84-B675-2F5FBF71B22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909842" y="2956362"/>
                  <a:ext cx="156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DCEF4130-E4CB-4FB1-B969-335C6FB4BDFB}"/>
                    </a:ext>
                  </a:extLst>
                </p14:cNvPr>
                <p14:cNvContentPartPr/>
                <p14:nvPr/>
              </p14:nvContentPartPr>
              <p14:xfrm>
                <a:off x="11121522" y="3213042"/>
                <a:ext cx="166680" cy="936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DCEF4130-E4CB-4FB1-B969-335C6FB4BDF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112522" y="3204402"/>
                  <a:ext cx="184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E56C48E3-1713-490E-99F7-FCB6E5C2DDCB}"/>
                    </a:ext>
                  </a:extLst>
                </p14:cNvPr>
                <p14:cNvContentPartPr/>
                <p14:nvPr/>
              </p14:nvContentPartPr>
              <p14:xfrm>
                <a:off x="11184162" y="3110802"/>
                <a:ext cx="30240" cy="2041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E56C48E3-1713-490E-99F7-FCB6E5C2DDC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175522" y="3101802"/>
                  <a:ext cx="4788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89C55C3C-A9E2-408D-A218-2BE9EAA31444}"/>
              </a:ext>
            </a:extLst>
          </p:cNvPr>
          <p:cNvGrpSpPr/>
          <p:nvPr/>
        </p:nvGrpSpPr>
        <p:grpSpPr>
          <a:xfrm>
            <a:off x="11367402" y="2945922"/>
            <a:ext cx="322920" cy="378000"/>
            <a:chOff x="11367402" y="2945922"/>
            <a:chExt cx="32292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ADE81AB6-6827-482B-B2BE-5B6A61F753C1}"/>
                    </a:ext>
                  </a:extLst>
                </p14:cNvPr>
                <p14:cNvContentPartPr/>
                <p14:nvPr/>
              </p14:nvContentPartPr>
              <p14:xfrm>
                <a:off x="11406282" y="3109002"/>
                <a:ext cx="187920" cy="21276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ADE81AB6-6827-482B-B2BE-5B6A61F753C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397282" y="3100002"/>
                  <a:ext cx="205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0CB890EC-2046-4A72-9E16-D63AA8A1299F}"/>
                    </a:ext>
                  </a:extLst>
                </p14:cNvPr>
                <p14:cNvContentPartPr/>
                <p14:nvPr/>
              </p14:nvContentPartPr>
              <p14:xfrm>
                <a:off x="11367402" y="3083442"/>
                <a:ext cx="194040" cy="24048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0CB890EC-2046-4A72-9E16-D63AA8A1299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358402" y="3074442"/>
                  <a:ext cx="2116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331D037D-DC55-4D22-BB1C-D1A37A02C9C0}"/>
                    </a:ext>
                  </a:extLst>
                </p14:cNvPr>
                <p14:cNvContentPartPr/>
                <p14:nvPr/>
              </p14:nvContentPartPr>
              <p14:xfrm>
                <a:off x="11598162" y="2966082"/>
                <a:ext cx="92160" cy="8208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331D037D-DC55-4D22-BB1C-D1A37A02C9C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589522" y="2957082"/>
                  <a:ext cx="109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A0D0E364-F92D-48A9-8012-58CEAB2DD340}"/>
                    </a:ext>
                  </a:extLst>
                </p14:cNvPr>
                <p14:cNvContentPartPr/>
                <p14:nvPr/>
              </p14:nvContentPartPr>
              <p14:xfrm>
                <a:off x="11642082" y="2945922"/>
                <a:ext cx="25200" cy="16452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A0D0E364-F92D-48A9-8012-58CEAB2DD34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633442" y="2936922"/>
                  <a:ext cx="4284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A1D6BC80-29DB-4E40-A6CD-AAC5767AE8EC}"/>
              </a:ext>
            </a:extLst>
          </p:cNvPr>
          <p:cNvGrpSpPr/>
          <p:nvPr/>
        </p:nvGrpSpPr>
        <p:grpSpPr>
          <a:xfrm>
            <a:off x="2035842" y="1519242"/>
            <a:ext cx="713160" cy="334080"/>
            <a:chOff x="2035842" y="1519242"/>
            <a:chExt cx="71316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662F4C1F-B70F-46D2-8BE5-F0FE8B382E31}"/>
                    </a:ext>
                  </a:extLst>
                </p14:cNvPr>
                <p14:cNvContentPartPr/>
                <p14:nvPr/>
              </p14:nvContentPartPr>
              <p14:xfrm>
                <a:off x="2035842" y="1519242"/>
                <a:ext cx="150120" cy="33408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662F4C1F-B70F-46D2-8BE5-F0FE8B382E3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027202" y="1510602"/>
                  <a:ext cx="1677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43B6F1D8-4FC0-44BC-B898-8E959E33D55A}"/>
                    </a:ext>
                  </a:extLst>
                </p14:cNvPr>
                <p14:cNvContentPartPr/>
                <p14:nvPr/>
              </p14:nvContentPartPr>
              <p14:xfrm>
                <a:off x="2312322" y="1667922"/>
                <a:ext cx="131760" cy="2088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43B6F1D8-4FC0-44BC-B898-8E959E33D55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303322" y="1658922"/>
                  <a:ext cx="149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DA43D95A-A76A-4E2F-984D-960F0E040177}"/>
                    </a:ext>
                  </a:extLst>
                </p14:cNvPr>
                <p14:cNvContentPartPr/>
                <p14:nvPr/>
              </p14:nvContentPartPr>
              <p14:xfrm>
                <a:off x="2323482" y="1751082"/>
                <a:ext cx="172440" cy="2196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DA43D95A-A76A-4E2F-984D-960F0E04017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314482" y="1742442"/>
                  <a:ext cx="190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3D473C5C-4F44-4F18-9D68-6D8E75A0F405}"/>
                    </a:ext>
                  </a:extLst>
                </p14:cNvPr>
                <p14:cNvContentPartPr/>
                <p14:nvPr/>
              </p14:nvContentPartPr>
              <p14:xfrm>
                <a:off x="2578722" y="1599882"/>
                <a:ext cx="13680" cy="17928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3D473C5C-4F44-4F18-9D68-6D8E75A0F40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569722" y="1590882"/>
                  <a:ext cx="31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C47B14F8-EF0B-41DC-8A67-5911CBD9AC46}"/>
                    </a:ext>
                  </a:extLst>
                </p14:cNvPr>
                <p14:cNvContentPartPr/>
                <p14:nvPr/>
              </p14:nvContentPartPr>
              <p14:xfrm>
                <a:off x="2674122" y="1588722"/>
                <a:ext cx="15480" cy="18684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C47B14F8-EF0B-41DC-8A67-5911CBD9AC4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665122" y="1579722"/>
                  <a:ext cx="33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98D1A2A9-6E1B-425B-814E-419445763672}"/>
                    </a:ext>
                  </a:extLst>
                </p14:cNvPr>
                <p14:cNvContentPartPr/>
                <p14:nvPr/>
              </p14:nvContentPartPr>
              <p14:xfrm>
                <a:off x="2540202" y="1569642"/>
                <a:ext cx="208800" cy="684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98D1A2A9-6E1B-425B-814E-41944576367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531202" y="1561002"/>
                  <a:ext cx="2264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3F72F8FF-C8F8-453C-ABB1-2B6F924BA6C2}"/>
              </a:ext>
            </a:extLst>
          </p:cNvPr>
          <p:cNvGrpSpPr/>
          <p:nvPr/>
        </p:nvGrpSpPr>
        <p:grpSpPr>
          <a:xfrm>
            <a:off x="2917842" y="1414482"/>
            <a:ext cx="325080" cy="992520"/>
            <a:chOff x="2917842" y="1414482"/>
            <a:chExt cx="325080" cy="9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66B0722E-7985-48BB-95B3-C86F6DB90826}"/>
                    </a:ext>
                  </a:extLst>
                </p14:cNvPr>
                <p14:cNvContentPartPr/>
                <p14:nvPr/>
              </p14:nvContentPartPr>
              <p14:xfrm>
                <a:off x="2917842" y="1492962"/>
                <a:ext cx="172440" cy="65196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66B0722E-7985-48BB-95B3-C86F6DB9082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908842" y="1484322"/>
                  <a:ext cx="19008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14ABB4DD-CB2F-4B89-8010-E29CF9B2C5A5}"/>
                    </a:ext>
                  </a:extLst>
                </p14:cNvPr>
                <p14:cNvContentPartPr/>
                <p14:nvPr/>
              </p14:nvContentPartPr>
              <p14:xfrm>
                <a:off x="2976162" y="2233122"/>
                <a:ext cx="150120" cy="828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14ABB4DD-CB2F-4B89-8010-E29CF9B2C5A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967522" y="2224482"/>
                  <a:ext cx="1677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B3999029-5329-40EC-9B2A-03EFA07C22A4}"/>
                    </a:ext>
                  </a:extLst>
                </p14:cNvPr>
                <p14:cNvContentPartPr/>
                <p14:nvPr/>
              </p14:nvContentPartPr>
              <p14:xfrm>
                <a:off x="3200442" y="1414482"/>
                <a:ext cx="42480" cy="10152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B3999029-5329-40EC-9B2A-03EFA07C22A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191802" y="1405482"/>
                  <a:ext cx="60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C2A8A279-3EC3-44A3-A0AA-9B720FA886B0}"/>
                    </a:ext>
                  </a:extLst>
                </p14:cNvPr>
                <p14:cNvContentPartPr/>
                <p14:nvPr/>
              </p14:nvContentPartPr>
              <p14:xfrm>
                <a:off x="3170202" y="2254002"/>
                <a:ext cx="38160" cy="15300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C2A8A279-3EC3-44A3-A0AA-9B720FA886B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161562" y="2245002"/>
                  <a:ext cx="5580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C5AF6BF9-979C-46E2-A07E-FC69298B9DCD}"/>
              </a:ext>
            </a:extLst>
          </p:cNvPr>
          <p:cNvGrpSpPr/>
          <p:nvPr/>
        </p:nvGrpSpPr>
        <p:grpSpPr>
          <a:xfrm>
            <a:off x="3306282" y="1543002"/>
            <a:ext cx="1876680" cy="511920"/>
            <a:chOff x="3306282" y="1543002"/>
            <a:chExt cx="187668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47DBF787-E802-4D14-A423-FB5C33FF9F94}"/>
                    </a:ext>
                  </a:extLst>
                </p14:cNvPr>
                <p14:cNvContentPartPr/>
                <p14:nvPr/>
              </p14:nvContentPartPr>
              <p14:xfrm>
                <a:off x="3306282" y="1636602"/>
                <a:ext cx="86400" cy="41832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47DBF787-E802-4D14-A423-FB5C33FF9F9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297642" y="1627602"/>
                  <a:ext cx="1040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A516513D-BCB0-4140-A65C-68BC11DB872E}"/>
                    </a:ext>
                  </a:extLst>
                </p14:cNvPr>
                <p14:cNvContentPartPr/>
                <p14:nvPr/>
              </p14:nvContentPartPr>
              <p14:xfrm>
                <a:off x="3520482" y="1720842"/>
                <a:ext cx="61560" cy="15876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A516513D-BCB0-4140-A65C-68BC11DB872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511842" y="1711842"/>
                  <a:ext cx="79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FD62F4C7-69DA-40D7-81E8-B88AA53DECFC}"/>
                    </a:ext>
                  </a:extLst>
                </p14:cNvPr>
                <p14:cNvContentPartPr/>
                <p14:nvPr/>
              </p14:nvContentPartPr>
              <p14:xfrm>
                <a:off x="3682122" y="1836042"/>
                <a:ext cx="132120" cy="36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FD62F4C7-69DA-40D7-81E8-B88AA53DECF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673122" y="1827402"/>
                  <a:ext cx="149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C035A91E-C415-4BD8-B471-D8F807CA7403}"/>
                    </a:ext>
                  </a:extLst>
                </p14:cNvPr>
                <p14:cNvContentPartPr/>
                <p14:nvPr/>
              </p14:nvContentPartPr>
              <p14:xfrm>
                <a:off x="3912522" y="1741362"/>
                <a:ext cx="145440" cy="17280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C035A91E-C415-4BD8-B471-D8F807CA740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903522" y="1732362"/>
                  <a:ext cx="1630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5F4FA727-4E60-4A16-A5BD-C85CC32C7BC8}"/>
                    </a:ext>
                  </a:extLst>
                </p14:cNvPr>
                <p14:cNvContentPartPr/>
                <p14:nvPr/>
              </p14:nvContentPartPr>
              <p14:xfrm>
                <a:off x="4090002" y="1726962"/>
                <a:ext cx="165600" cy="15408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5F4FA727-4E60-4A16-A5BD-C85CC32C7BC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081362" y="1718322"/>
                  <a:ext cx="183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7B90814D-5FC5-4259-8F18-6DE5E6106ED5}"/>
                    </a:ext>
                  </a:extLst>
                </p14:cNvPr>
                <p14:cNvContentPartPr/>
                <p14:nvPr/>
              </p14:nvContentPartPr>
              <p14:xfrm>
                <a:off x="4079562" y="1701402"/>
                <a:ext cx="124560" cy="19332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7B90814D-5FC5-4259-8F18-6DE5E6106ED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070562" y="1692402"/>
                  <a:ext cx="142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5783FB11-4C0E-4744-AB4B-89E2E19D1083}"/>
                    </a:ext>
                  </a:extLst>
                </p14:cNvPr>
                <p14:cNvContentPartPr/>
                <p14:nvPr/>
              </p14:nvContentPartPr>
              <p14:xfrm>
                <a:off x="4244802" y="1598442"/>
                <a:ext cx="107640" cy="11880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5783FB11-4C0E-4744-AB4B-89E2E19D108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235802" y="1589442"/>
                  <a:ext cx="125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3DCA7397-10C2-48F6-962C-B1520EBCDF99}"/>
                    </a:ext>
                  </a:extLst>
                </p14:cNvPr>
                <p14:cNvContentPartPr/>
                <p14:nvPr/>
              </p14:nvContentPartPr>
              <p14:xfrm>
                <a:off x="4371882" y="1807962"/>
                <a:ext cx="199080" cy="2088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3DCA7397-10C2-48F6-962C-B1520EBCDF9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363242" y="1798962"/>
                  <a:ext cx="216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247110A5-1CE1-43B5-9A72-CF5BBA531F8D}"/>
                    </a:ext>
                  </a:extLst>
                </p14:cNvPr>
                <p14:cNvContentPartPr/>
                <p14:nvPr/>
              </p14:nvContentPartPr>
              <p14:xfrm>
                <a:off x="4452162" y="1728762"/>
                <a:ext cx="1440" cy="17928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247110A5-1CE1-43B5-9A72-CF5BBA531F8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443522" y="1720122"/>
                  <a:ext cx="19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44E516D3-92E8-4CC7-B916-478C61AD44E0}"/>
                    </a:ext>
                  </a:extLst>
                </p14:cNvPr>
                <p14:cNvContentPartPr/>
                <p14:nvPr/>
              </p14:nvContentPartPr>
              <p14:xfrm>
                <a:off x="4700562" y="1690962"/>
                <a:ext cx="64440" cy="16956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44E516D3-92E8-4CC7-B916-478C61AD44E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691922" y="1681962"/>
                  <a:ext cx="82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F36E81E0-CB64-4C11-ADB3-7C181E225E65}"/>
                    </a:ext>
                  </a:extLst>
                </p14:cNvPr>
                <p14:cNvContentPartPr/>
                <p14:nvPr/>
              </p14:nvContentPartPr>
              <p14:xfrm>
                <a:off x="4672122" y="1703922"/>
                <a:ext cx="126360" cy="16632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F36E81E0-CB64-4C11-ADB3-7C181E225E6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663122" y="1694922"/>
                  <a:ext cx="144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09F834C6-26AE-49D5-A146-5F99BAF2FD33}"/>
                    </a:ext>
                  </a:extLst>
                </p14:cNvPr>
                <p14:cNvContentPartPr/>
                <p14:nvPr/>
              </p14:nvContentPartPr>
              <p14:xfrm>
                <a:off x="4849602" y="1576482"/>
                <a:ext cx="109440" cy="8856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09F834C6-26AE-49D5-A146-5F99BAF2FD3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840962" y="1567842"/>
                  <a:ext cx="127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59A48C81-78E8-4716-9D1E-54FE4AB3D025}"/>
                    </a:ext>
                  </a:extLst>
                </p14:cNvPr>
                <p14:cNvContentPartPr/>
                <p14:nvPr/>
              </p14:nvContentPartPr>
              <p14:xfrm>
                <a:off x="4896402" y="1561002"/>
                <a:ext cx="12960" cy="160920"/>
              </p14:xfrm>
            </p:contentPart>
          </mc:Choice>
          <mc:Fallback xmlns=""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59A48C81-78E8-4716-9D1E-54FE4AB3D0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887762" y="1552362"/>
                  <a:ext cx="30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392343AC-7A90-4FA6-BE8D-57FB51F08A3E}"/>
                    </a:ext>
                  </a:extLst>
                </p14:cNvPr>
                <p14:cNvContentPartPr/>
                <p14:nvPr/>
              </p14:nvContentPartPr>
              <p14:xfrm>
                <a:off x="4694082" y="1757202"/>
                <a:ext cx="39960" cy="12276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392343AC-7A90-4FA6-BE8D-57FB51F08A3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685442" y="1748202"/>
                  <a:ext cx="57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7ECD8271-F5DD-46D3-8C2D-3243039C07ED}"/>
                    </a:ext>
                  </a:extLst>
                </p14:cNvPr>
                <p14:cNvContentPartPr/>
                <p14:nvPr/>
              </p14:nvContentPartPr>
              <p14:xfrm>
                <a:off x="5000802" y="1543002"/>
                <a:ext cx="182160" cy="43416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7ECD8271-F5DD-46D3-8C2D-3243039C07E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91802" y="1534362"/>
                  <a:ext cx="199800" cy="45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A55BBCC7-CC9A-4B1C-A3E0-A3CE8249E23A}"/>
              </a:ext>
            </a:extLst>
          </p:cNvPr>
          <p:cNvGrpSpPr/>
          <p:nvPr/>
        </p:nvGrpSpPr>
        <p:grpSpPr>
          <a:xfrm>
            <a:off x="5350362" y="1575042"/>
            <a:ext cx="459720" cy="291240"/>
            <a:chOff x="5350362" y="1575042"/>
            <a:chExt cx="45972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82F56BA8-F602-4B63-ABAA-073801697AC3}"/>
                    </a:ext>
                  </a:extLst>
                </p14:cNvPr>
                <p14:cNvContentPartPr/>
                <p14:nvPr/>
              </p14:nvContentPartPr>
              <p14:xfrm>
                <a:off x="5350362" y="1721922"/>
                <a:ext cx="150840" cy="10332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82F56BA8-F602-4B63-ABAA-073801697AC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341362" y="1712922"/>
                  <a:ext cx="168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1E73BF2D-E714-4A96-BC45-E1A1BFF79530}"/>
                    </a:ext>
                  </a:extLst>
                </p14:cNvPr>
                <p14:cNvContentPartPr/>
                <p14:nvPr/>
              </p14:nvContentPartPr>
              <p14:xfrm>
                <a:off x="5442522" y="1575042"/>
                <a:ext cx="74520" cy="27720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1E73BF2D-E714-4A96-BC45-E1A1BFF7953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433882" y="1566042"/>
                  <a:ext cx="92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52DEBA78-3A94-4ED4-84B6-E09AE0E45F96}"/>
                    </a:ext>
                  </a:extLst>
                </p14:cNvPr>
                <p14:cNvContentPartPr/>
                <p14:nvPr/>
              </p14:nvContentPartPr>
              <p14:xfrm>
                <a:off x="5569962" y="1693842"/>
                <a:ext cx="240120" cy="15516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52DEBA78-3A94-4ED4-84B6-E09AE0E45F9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561322" y="1684842"/>
                  <a:ext cx="257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FB395BBD-D67F-4FED-BDE0-0C8B2384EC55}"/>
                    </a:ext>
                  </a:extLst>
                </p14:cNvPr>
                <p14:cNvContentPartPr/>
                <p14:nvPr/>
              </p14:nvContentPartPr>
              <p14:xfrm>
                <a:off x="5654562" y="1660722"/>
                <a:ext cx="68760" cy="20556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FB395BBD-D67F-4FED-BDE0-0C8B2384EC5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645922" y="1652082"/>
                  <a:ext cx="8640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upo 173">
            <a:extLst>
              <a:ext uri="{FF2B5EF4-FFF2-40B4-BE49-F238E27FC236}">
                <a16:creationId xmlns:a16="http://schemas.microsoft.com/office/drawing/2014/main" id="{0612C96C-3B7A-4A62-9FAF-48172C645B56}"/>
              </a:ext>
            </a:extLst>
          </p:cNvPr>
          <p:cNvGrpSpPr/>
          <p:nvPr/>
        </p:nvGrpSpPr>
        <p:grpSpPr>
          <a:xfrm>
            <a:off x="2092722" y="2585562"/>
            <a:ext cx="630720" cy="329400"/>
            <a:chOff x="2092722" y="2585562"/>
            <a:chExt cx="630720" cy="3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E84649EB-7DDD-4BBF-8FA0-6C9A113DF3A8}"/>
                    </a:ext>
                  </a:extLst>
                </p14:cNvPr>
                <p14:cNvContentPartPr/>
                <p14:nvPr/>
              </p14:nvContentPartPr>
              <p14:xfrm>
                <a:off x="2092722" y="2585562"/>
                <a:ext cx="151920" cy="32940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E84649EB-7DDD-4BBF-8FA0-6C9A113DF3A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083722" y="2576922"/>
                  <a:ext cx="1695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949D3DE7-07AB-43D8-BA2D-179D341AD03A}"/>
                    </a:ext>
                  </a:extLst>
                </p14:cNvPr>
                <p14:cNvContentPartPr/>
                <p14:nvPr/>
              </p14:nvContentPartPr>
              <p14:xfrm>
                <a:off x="2378922" y="2747202"/>
                <a:ext cx="111960" cy="1152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949D3DE7-07AB-43D8-BA2D-179D341AD03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370282" y="2738562"/>
                  <a:ext cx="129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7B770B5B-E6CF-415A-857F-35CC74749FD7}"/>
                    </a:ext>
                  </a:extLst>
                </p14:cNvPr>
                <p14:cNvContentPartPr/>
                <p14:nvPr/>
              </p14:nvContentPartPr>
              <p14:xfrm>
                <a:off x="2367402" y="2820282"/>
                <a:ext cx="127440" cy="1584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7B770B5B-E6CF-415A-857F-35CC74749FD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358402" y="2811642"/>
                  <a:ext cx="145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E8848E47-040F-455B-9A95-4F792F8E59B2}"/>
                    </a:ext>
                  </a:extLst>
                </p14:cNvPr>
                <p14:cNvContentPartPr/>
                <p14:nvPr/>
              </p14:nvContentPartPr>
              <p14:xfrm>
                <a:off x="2629122" y="2665482"/>
                <a:ext cx="8280" cy="15408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E8848E47-040F-455B-9A95-4F792F8E59B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620122" y="2656842"/>
                  <a:ext cx="25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015F989C-132B-43C7-9AD7-E2611DF2F6F3}"/>
                    </a:ext>
                  </a:extLst>
                </p14:cNvPr>
                <p14:cNvContentPartPr/>
                <p14:nvPr/>
              </p14:nvContentPartPr>
              <p14:xfrm>
                <a:off x="2696082" y="2666562"/>
                <a:ext cx="11880" cy="16632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015F989C-132B-43C7-9AD7-E2611DF2F6F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687082" y="2657562"/>
                  <a:ext cx="29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7BA0172B-C1EA-459B-AF90-EF2A4DB8D379}"/>
                    </a:ext>
                  </a:extLst>
                </p14:cNvPr>
                <p14:cNvContentPartPr/>
                <p14:nvPr/>
              </p14:nvContentPartPr>
              <p14:xfrm>
                <a:off x="2557122" y="2675922"/>
                <a:ext cx="166320" cy="1224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7BA0172B-C1EA-459B-AF90-EF2A4DB8D37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548122" y="2666922"/>
                  <a:ext cx="18396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5A7A868C-7F8D-4270-92E5-144ABC149B6C}"/>
                  </a:ext>
                </a:extLst>
              </p14:cNvPr>
              <p14:cNvContentPartPr/>
              <p14:nvPr/>
            </p14:nvContentPartPr>
            <p14:xfrm>
              <a:off x="3800562" y="2606442"/>
              <a:ext cx="187560" cy="223200"/>
            </p14:xfrm>
          </p:contentPart>
        </mc:Choice>
        <mc:Fallback xmlns=""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5A7A868C-7F8D-4270-92E5-144ABC149B6C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3791562" y="2597442"/>
                <a:ext cx="20520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upo 186">
            <a:extLst>
              <a:ext uri="{FF2B5EF4-FFF2-40B4-BE49-F238E27FC236}">
                <a16:creationId xmlns:a16="http://schemas.microsoft.com/office/drawing/2014/main" id="{4E72EE31-ED97-4796-BE0C-CA2B0B271C10}"/>
              </a:ext>
            </a:extLst>
          </p:cNvPr>
          <p:cNvGrpSpPr/>
          <p:nvPr/>
        </p:nvGrpSpPr>
        <p:grpSpPr>
          <a:xfrm>
            <a:off x="4015482" y="2441202"/>
            <a:ext cx="387360" cy="434160"/>
            <a:chOff x="4015482" y="2441202"/>
            <a:chExt cx="38736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7AAA6D62-A8A8-4133-B385-D3809926F151}"/>
                    </a:ext>
                  </a:extLst>
                </p14:cNvPr>
                <p14:cNvContentPartPr/>
                <p14:nvPr/>
              </p14:nvContentPartPr>
              <p14:xfrm>
                <a:off x="4055802" y="2619762"/>
                <a:ext cx="129600" cy="218880"/>
              </p14:xfrm>
            </p:contentPart>
          </mc:Choice>
          <mc:Fallback xmlns=""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7AAA6D62-A8A8-4133-B385-D3809926F15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046802" y="2611122"/>
                  <a:ext cx="147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D24AB8F4-1FCF-4424-B801-842CCA58526C}"/>
                    </a:ext>
                  </a:extLst>
                </p14:cNvPr>
                <p14:cNvContentPartPr/>
                <p14:nvPr/>
              </p14:nvContentPartPr>
              <p14:xfrm>
                <a:off x="4045362" y="2644242"/>
                <a:ext cx="169560" cy="15948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D24AB8F4-1FCF-4424-B801-842CCA58526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036362" y="2635242"/>
                  <a:ext cx="187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EEA8EAAD-E9C6-40ED-A5AB-A57D7007974E}"/>
                    </a:ext>
                  </a:extLst>
                </p14:cNvPr>
                <p14:cNvContentPartPr/>
                <p14:nvPr/>
              </p14:nvContentPartPr>
              <p14:xfrm>
                <a:off x="4285842" y="2441202"/>
                <a:ext cx="117000" cy="16020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EEA8EAAD-E9C6-40ED-A5AB-A57D7007974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277202" y="2432562"/>
                  <a:ext cx="134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3DED207C-9899-41DA-90D5-3B8B9AF486C7}"/>
                    </a:ext>
                  </a:extLst>
                </p14:cNvPr>
                <p14:cNvContentPartPr/>
                <p14:nvPr/>
              </p14:nvContentPartPr>
              <p14:xfrm>
                <a:off x="4015482" y="2818842"/>
                <a:ext cx="376560" cy="5652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3DED207C-9899-41DA-90D5-3B8B9AF486C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006842" y="2810202"/>
                  <a:ext cx="39420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86" name="Entrada de lápiz 185">
                <a:extLst>
                  <a:ext uri="{FF2B5EF4-FFF2-40B4-BE49-F238E27FC236}">
                    <a16:creationId xmlns:a16="http://schemas.microsoft.com/office/drawing/2014/main" id="{245A2D17-C15D-4382-A5C8-2ECF93D1B59E}"/>
                  </a:ext>
                </a:extLst>
              </p14:cNvPr>
              <p14:cNvContentPartPr/>
              <p14:nvPr/>
            </p14:nvContentPartPr>
            <p14:xfrm>
              <a:off x="4063362" y="2985162"/>
              <a:ext cx="141120" cy="155880"/>
            </p14:xfrm>
          </p:contentPart>
        </mc:Choice>
        <mc:Fallback xmlns="">
          <p:pic>
            <p:nvPicPr>
              <p:cNvPr id="186" name="Entrada de lápiz 185">
                <a:extLst>
                  <a:ext uri="{FF2B5EF4-FFF2-40B4-BE49-F238E27FC236}">
                    <a16:creationId xmlns:a16="http://schemas.microsoft.com/office/drawing/2014/main" id="{245A2D17-C15D-4382-A5C8-2ECF93D1B59E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4054362" y="2976522"/>
                <a:ext cx="158760" cy="17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upo 197">
            <a:extLst>
              <a:ext uri="{FF2B5EF4-FFF2-40B4-BE49-F238E27FC236}">
                <a16:creationId xmlns:a16="http://schemas.microsoft.com/office/drawing/2014/main" id="{93E57B22-EA5F-447B-AE31-54B113AA777A}"/>
              </a:ext>
            </a:extLst>
          </p:cNvPr>
          <p:cNvGrpSpPr/>
          <p:nvPr/>
        </p:nvGrpSpPr>
        <p:grpSpPr>
          <a:xfrm>
            <a:off x="4621362" y="2371722"/>
            <a:ext cx="936720" cy="696600"/>
            <a:chOff x="4621362" y="2371722"/>
            <a:chExt cx="936720" cy="69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BA27802F-418C-4919-B7B6-BAD16763369D}"/>
                    </a:ext>
                  </a:extLst>
                </p14:cNvPr>
                <p14:cNvContentPartPr/>
                <p14:nvPr/>
              </p14:nvContentPartPr>
              <p14:xfrm>
                <a:off x="4676442" y="2628762"/>
                <a:ext cx="25560" cy="22104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BA27802F-418C-4919-B7B6-BAD16763369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667442" y="2619762"/>
                  <a:ext cx="432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770ABAEF-408C-4194-B117-3F75D27A1BB2}"/>
                    </a:ext>
                  </a:extLst>
                </p14:cNvPr>
                <p14:cNvContentPartPr/>
                <p14:nvPr/>
              </p14:nvContentPartPr>
              <p14:xfrm>
                <a:off x="4621362" y="2732802"/>
                <a:ext cx="206640" cy="2088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770ABAEF-408C-4194-B117-3F75D27A1BB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612362" y="2723802"/>
                  <a:ext cx="224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5D964182-3361-413C-9A86-AD7ACEF13BA7}"/>
                    </a:ext>
                  </a:extLst>
                </p14:cNvPr>
                <p14:cNvContentPartPr/>
                <p14:nvPr/>
              </p14:nvContentPartPr>
              <p14:xfrm>
                <a:off x="4979562" y="2520042"/>
                <a:ext cx="64440" cy="21924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5D964182-3361-413C-9A86-AD7ACEF13BA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970922" y="2511042"/>
                  <a:ext cx="82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CD4AC3DA-BB58-4D06-97F1-10BBAEF737A3}"/>
                    </a:ext>
                  </a:extLst>
                </p14:cNvPr>
                <p14:cNvContentPartPr/>
                <p14:nvPr/>
              </p14:nvContentPartPr>
              <p14:xfrm>
                <a:off x="4951842" y="2529042"/>
                <a:ext cx="126360" cy="21168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CD4AC3DA-BB58-4D06-97F1-10BBAEF737A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943202" y="2520042"/>
                  <a:ext cx="1440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7BE61C34-BFA0-4BCC-8FF8-2A78C840D777}"/>
                    </a:ext>
                  </a:extLst>
                </p14:cNvPr>
                <p14:cNvContentPartPr/>
                <p14:nvPr/>
              </p14:nvContentPartPr>
              <p14:xfrm>
                <a:off x="5131122" y="2371722"/>
                <a:ext cx="122400" cy="16380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7BE61C34-BFA0-4BCC-8FF8-2A78C840D77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122482" y="2362722"/>
                  <a:ext cx="140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8FD5DD1A-C1A7-43EC-853A-E6716416E843}"/>
                    </a:ext>
                  </a:extLst>
                </p14:cNvPr>
                <p14:cNvContentPartPr/>
                <p14:nvPr/>
              </p14:nvContentPartPr>
              <p14:xfrm>
                <a:off x="4913682" y="2817762"/>
                <a:ext cx="392040" cy="2556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8FD5DD1A-C1A7-43EC-853A-E6716416E84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905042" y="2808762"/>
                  <a:ext cx="409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C259F3F0-A66A-4026-BBAE-79C52CEF4E22}"/>
                    </a:ext>
                  </a:extLst>
                </p14:cNvPr>
                <p14:cNvContentPartPr/>
                <p14:nvPr/>
              </p14:nvContentPartPr>
              <p14:xfrm>
                <a:off x="4972002" y="2922522"/>
                <a:ext cx="164160" cy="14580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C259F3F0-A66A-4026-BBAE-79C52CEF4E2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963002" y="2913882"/>
                  <a:ext cx="181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F540DD2E-AC97-46A9-A89C-0F1370715197}"/>
                    </a:ext>
                  </a:extLst>
                </p14:cNvPr>
                <p14:cNvContentPartPr/>
                <p14:nvPr/>
              </p14:nvContentPartPr>
              <p14:xfrm>
                <a:off x="5407242" y="2397642"/>
                <a:ext cx="150840" cy="52848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F540DD2E-AC97-46A9-A89C-0F137071519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398242" y="2389002"/>
                  <a:ext cx="168480" cy="54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CCB51F51-B7F6-4455-BE64-13A5212C2A5B}"/>
              </a:ext>
            </a:extLst>
          </p:cNvPr>
          <p:cNvGrpSpPr/>
          <p:nvPr/>
        </p:nvGrpSpPr>
        <p:grpSpPr>
          <a:xfrm>
            <a:off x="3023682" y="2553882"/>
            <a:ext cx="584280" cy="488520"/>
            <a:chOff x="3023682" y="2553882"/>
            <a:chExt cx="58428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6BF3CA46-2984-4A9E-ACC1-4C15AA757B94}"/>
                    </a:ext>
                  </a:extLst>
                </p14:cNvPr>
                <p14:cNvContentPartPr/>
                <p14:nvPr/>
              </p14:nvContentPartPr>
              <p14:xfrm>
                <a:off x="3194682" y="2626962"/>
                <a:ext cx="95040" cy="24804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6BF3CA46-2984-4A9E-ACC1-4C15AA757B9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186042" y="2617962"/>
                  <a:ext cx="1126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38163DE0-648B-41E7-B2FD-7894CF369693}"/>
                    </a:ext>
                  </a:extLst>
                </p14:cNvPr>
                <p14:cNvContentPartPr/>
                <p14:nvPr/>
              </p14:nvContentPartPr>
              <p14:xfrm>
                <a:off x="3188922" y="2667282"/>
                <a:ext cx="113040" cy="20772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38163DE0-648B-41E7-B2FD-7894CF36969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180282" y="2658282"/>
                  <a:ext cx="1306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D465DCF6-C9C3-4E5D-90EF-5A499F4C8264}"/>
                    </a:ext>
                  </a:extLst>
                </p14:cNvPr>
                <p14:cNvContentPartPr/>
                <p14:nvPr/>
              </p14:nvContentPartPr>
              <p14:xfrm>
                <a:off x="3442362" y="2750802"/>
                <a:ext cx="165600" cy="1692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D465DCF6-C9C3-4E5D-90EF-5A499F4C826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433362" y="2741802"/>
                  <a:ext cx="183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6A003220-DEAC-4DCF-A943-264ED8573CCB}"/>
                    </a:ext>
                  </a:extLst>
                </p14:cNvPr>
                <p14:cNvContentPartPr/>
                <p14:nvPr/>
              </p14:nvContentPartPr>
              <p14:xfrm>
                <a:off x="3023682" y="2553882"/>
                <a:ext cx="149400" cy="48852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6A003220-DEAC-4DCF-A943-264ED8573CC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015042" y="2544882"/>
                  <a:ext cx="167040" cy="50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DAAE7C1B-9779-452D-8324-651FC9A545B8}"/>
                  </a:ext>
                </a:extLst>
              </p14:cNvPr>
              <p14:cNvContentPartPr/>
              <p14:nvPr/>
            </p14:nvContentPartPr>
            <p14:xfrm>
              <a:off x="5688402" y="2387202"/>
              <a:ext cx="27720" cy="743760"/>
            </p14:xfrm>
          </p:contentPart>
        </mc:Choice>
        <mc:Fallback xmlns=""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DAAE7C1B-9779-452D-8324-651FC9A545B8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5679762" y="2378562"/>
                <a:ext cx="45360" cy="76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upo 203">
            <a:extLst>
              <a:ext uri="{FF2B5EF4-FFF2-40B4-BE49-F238E27FC236}">
                <a16:creationId xmlns:a16="http://schemas.microsoft.com/office/drawing/2014/main" id="{49C996E4-16B4-4589-B2D0-53B08C1E28A4}"/>
              </a:ext>
            </a:extLst>
          </p:cNvPr>
          <p:cNvGrpSpPr/>
          <p:nvPr/>
        </p:nvGrpSpPr>
        <p:grpSpPr>
          <a:xfrm>
            <a:off x="5739522" y="3089202"/>
            <a:ext cx="284760" cy="167760"/>
            <a:chOff x="5739522" y="3089202"/>
            <a:chExt cx="28476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2A66F633-599D-48B0-A65B-B4AF3A18DE15}"/>
                    </a:ext>
                  </a:extLst>
                </p14:cNvPr>
                <p14:cNvContentPartPr/>
                <p14:nvPr/>
              </p14:nvContentPartPr>
              <p14:xfrm>
                <a:off x="5739522" y="3199362"/>
                <a:ext cx="137160" cy="1008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2A66F633-599D-48B0-A65B-B4AF3A18DE1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30882" y="3190362"/>
                  <a:ext cx="154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90226D9F-2D58-4F77-9CC8-AC1884A27936}"/>
                    </a:ext>
                  </a:extLst>
                </p14:cNvPr>
                <p14:cNvContentPartPr/>
                <p14:nvPr/>
              </p14:nvContentPartPr>
              <p14:xfrm>
                <a:off x="5951202" y="3089202"/>
                <a:ext cx="73080" cy="16776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90226D9F-2D58-4F77-9CC8-AC1884A2793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942562" y="3080562"/>
                  <a:ext cx="9072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05" name="Entrada de lápiz 204">
                <a:extLst>
                  <a:ext uri="{FF2B5EF4-FFF2-40B4-BE49-F238E27FC236}">
                    <a16:creationId xmlns:a16="http://schemas.microsoft.com/office/drawing/2014/main" id="{FBB5B554-6982-4986-8F87-DDE2DDC7316E}"/>
                  </a:ext>
                </a:extLst>
              </p14:cNvPr>
              <p14:cNvContentPartPr/>
              <p14:nvPr/>
            </p14:nvContentPartPr>
            <p14:xfrm>
              <a:off x="5868402" y="2192082"/>
              <a:ext cx="59400" cy="142920"/>
            </p14:xfrm>
          </p:contentPart>
        </mc:Choice>
        <mc:Fallback xmlns="">
          <p:pic>
            <p:nvPicPr>
              <p:cNvPr id="205" name="Entrada de lápiz 204">
                <a:extLst>
                  <a:ext uri="{FF2B5EF4-FFF2-40B4-BE49-F238E27FC236}">
                    <a16:creationId xmlns:a16="http://schemas.microsoft.com/office/drawing/2014/main" id="{FBB5B554-6982-4986-8F87-DDE2DDC7316E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5859402" y="2183442"/>
                <a:ext cx="7704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06" name="Entrada de lápiz 205">
                <a:extLst>
                  <a:ext uri="{FF2B5EF4-FFF2-40B4-BE49-F238E27FC236}">
                    <a16:creationId xmlns:a16="http://schemas.microsoft.com/office/drawing/2014/main" id="{FDD8C202-93A1-49BC-85BB-CD633B11AF32}"/>
                  </a:ext>
                </a:extLst>
              </p14:cNvPr>
              <p14:cNvContentPartPr/>
              <p14:nvPr/>
            </p14:nvContentPartPr>
            <p14:xfrm>
              <a:off x="5876322" y="2168682"/>
              <a:ext cx="249120" cy="169920"/>
            </p14:xfrm>
          </p:contentPart>
        </mc:Choice>
        <mc:Fallback xmlns="">
          <p:pic>
            <p:nvPicPr>
              <p:cNvPr id="206" name="Entrada de lápiz 205">
                <a:extLst>
                  <a:ext uri="{FF2B5EF4-FFF2-40B4-BE49-F238E27FC236}">
                    <a16:creationId xmlns:a16="http://schemas.microsoft.com/office/drawing/2014/main" id="{FDD8C202-93A1-49BC-85BB-CD633B11AF32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822682" y="2060682"/>
                <a:ext cx="3567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07" name="Entrada de lápiz 206">
                <a:extLst>
                  <a:ext uri="{FF2B5EF4-FFF2-40B4-BE49-F238E27FC236}">
                    <a16:creationId xmlns:a16="http://schemas.microsoft.com/office/drawing/2014/main" id="{B07F844A-AA33-4754-A2B5-7AD5EAB5EE34}"/>
                  </a:ext>
                </a:extLst>
              </p14:cNvPr>
              <p14:cNvContentPartPr/>
              <p14:nvPr/>
            </p14:nvContentPartPr>
            <p14:xfrm>
              <a:off x="5748522" y="3066882"/>
              <a:ext cx="351000" cy="228960"/>
            </p14:xfrm>
          </p:contentPart>
        </mc:Choice>
        <mc:Fallback xmlns="">
          <p:pic>
            <p:nvPicPr>
              <p:cNvPr id="207" name="Entrada de lápiz 206">
                <a:extLst>
                  <a:ext uri="{FF2B5EF4-FFF2-40B4-BE49-F238E27FC236}">
                    <a16:creationId xmlns:a16="http://schemas.microsoft.com/office/drawing/2014/main" id="{B07F844A-AA33-4754-A2B5-7AD5EAB5EE34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5694882" y="2959242"/>
                <a:ext cx="45864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08" name="Entrada de lápiz 207">
                <a:extLst>
                  <a:ext uri="{FF2B5EF4-FFF2-40B4-BE49-F238E27FC236}">
                    <a16:creationId xmlns:a16="http://schemas.microsoft.com/office/drawing/2014/main" id="{147983AF-0650-4C85-8BDB-FBABAE284FE7}"/>
                  </a:ext>
                </a:extLst>
              </p14:cNvPr>
              <p14:cNvContentPartPr/>
              <p14:nvPr/>
            </p14:nvContentPartPr>
            <p14:xfrm>
              <a:off x="1659282" y="3626322"/>
              <a:ext cx="180000" cy="381960"/>
            </p14:xfrm>
          </p:contentPart>
        </mc:Choice>
        <mc:Fallback xmlns="">
          <p:pic>
            <p:nvPicPr>
              <p:cNvPr id="208" name="Entrada de lápiz 207">
                <a:extLst>
                  <a:ext uri="{FF2B5EF4-FFF2-40B4-BE49-F238E27FC236}">
                    <a16:creationId xmlns:a16="http://schemas.microsoft.com/office/drawing/2014/main" id="{147983AF-0650-4C85-8BDB-FBABAE284FE7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650642" y="3617682"/>
                <a:ext cx="19764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09" name="Entrada de lápiz 208">
                <a:extLst>
                  <a:ext uri="{FF2B5EF4-FFF2-40B4-BE49-F238E27FC236}">
                    <a16:creationId xmlns:a16="http://schemas.microsoft.com/office/drawing/2014/main" id="{B023166D-F812-406B-9754-03732D4762F3}"/>
                  </a:ext>
                </a:extLst>
              </p14:cNvPr>
              <p14:cNvContentPartPr/>
              <p14:nvPr/>
            </p14:nvContentPartPr>
            <p14:xfrm>
              <a:off x="1965282" y="3771042"/>
              <a:ext cx="163440" cy="24840"/>
            </p14:xfrm>
          </p:contentPart>
        </mc:Choice>
        <mc:Fallback xmlns="">
          <p:pic>
            <p:nvPicPr>
              <p:cNvPr id="209" name="Entrada de lápiz 208">
                <a:extLst>
                  <a:ext uri="{FF2B5EF4-FFF2-40B4-BE49-F238E27FC236}">
                    <a16:creationId xmlns:a16="http://schemas.microsoft.com/office/drawing/2014/main" id="{B023166D-F812-406B-9754-03732D4762F3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956642" y="3762042"/>
                <a:ext cx="1810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10" name="Entrada de lápiz 209">
                <a:extLst>
                  <a:ext uri="{FF2B5EF4-FFF2-40B4-BE49-F238E27FC236}">
                    <a16:creationId xmlns:a16="http://schemas.microsoft.com/office/drawing/2014/main" id="{5C43A115-384D-4B53-96F9-D9CD2986AEFB}"/>
                  </a:ext>
                </a:extLst>
              </p14:cNvPr>
              <p14:cNvContentPartPr/>
              <p14:nvPr/>
            </p14:nvContentPartPr>
            <p14:xfrm>
              <a:off x="1993002" y="3842322"/>
              <a:ext cx="131400" cy="11520"/>
            </p14:xfrm>
          </p:contentPart>
        </mc:Choice>
        <mc:Fallback xmlns="">
          <p:pic>
            <p:nvPicPr>
              <p:cNvPr id="210" name="Entrada de lápiz 209">
                <a:extLst>
                  <a:ext uri="{FF2B5EF4-FFF2-40B4-BE49-F238E27FC236}">
                    <a16:creationId xmlns:a16="http://schemas.microsoft.com/office/drawing/2014/main" id="{5C43A115-384D-4B53-96F9-D9CD2986AEFB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984002" y="3833322"/>
                <a:ext cx="1490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11" name="Entrada de lápiz 210">
                <a:extLst>
                  <a:ext uri="{FF2B5EF4-FFF2-40B4-BE49-F238E27FC236}">
                    <a16:creationId xmlns:a16="http://schemas.microsoft.com/office/drawing/2014/main" id="{6D416DFB-41EF-4659-8B73-F6DA1267744B}"/>
                  </a:ext>
                </a:extLst>
              </p14:cNvPr>
              <p14:cNvContentPartPr/>
              <p14:nvPr/>
            </p14:nvContentPartPr>
            <p14:xfrm>
              <a:off x="2220162" y="3732162"/>
              <a:ext cx="4320" cy="168120"/>
            </p14:xfrm>
          </p:contentPart>
        </mc:Choice>
        <mc:Fallback xmlns="">
          <p:pic>
            <p:nvPicPr>
              <p:cNvPr id="211" name="Entrada de lápiz 210">
                <a:extLst>
                  <a:ext uri="{FF2B5EF4-FFF2-40B4-BE49-F238E27FC236}">
                    <a16:creationId xmlns:a16="http://schemas.microsoft.com/office/drawing/2014/main" id="{6D416DFB-41EF-4659-8B73-F6DA1267744B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2211522" y="3723522"/>
                <a:ext cx="219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12" name="Entrada de lápiz 211">
                <a:extLst>
                  <a:ext uri="{FF2B5EF4-FFF2-40B4-BE49-F238E27FC236}">
                    <a16:creationId xmlns:a16="http://schemas.microsoft.com/office/drawing/2014/main" id="{CBE3038B-D380-46A8-BAF2-EB63EBD1F5A4}"/>
                  </a:ext>
                </a:extLst>
              </p14:cNvPr>
              <p14:cNvContentPartPr/>
              <p14:nvPr/>
            </p14:nvContentPartPr>
            <p14:xfrm>
              <a:off x="2281722" y="3703002"/>
              <a:ext cx="13320" cy="173160"/>
            </p14:xfrm>
          </p:contentPart>
        </mc:Choice>
        <mc:Fallback xmlns="">
          <p:pic>
            <p:nvPicPr>
              <p:cNvPr id="212" name="Entrada de lápiz 211">
                <a:extLst>
                  <a:ext uri="{FF2B5EF4-FFF2-40B4-BE49-F238E27FC236}">
                    <a16:creationId xmlns:a16="http://schemas.microsoft.com/office/drawing/2014/main" id="{CBE3038B-D380-46A8-BAF2-EB63EBD1F5A4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2273082" y="3694002"/>
                <a:ext cx="309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BF53FE29-8C35-49C9-9080-4A5F1AD89116}"/>
                  </a:ext>
                </a:extLst>
              </p14:cNvPr>
              <p14:cNvContentPartPr/>
              <p14:nvPr/>
            </p14:nvContentPartPr>
            <p14:xfrm>
              <a:off x="2111442" y="3724962"/>
              <a:ext cx="245880" cy="1440"/>
            </p14:xfrm>
          </p:contentPart>
        </mc:Choice>
        <mc:Fallback xmlns=""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BF53FE29-8C35-49C9-9080-4A5F1AD89116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2102442" y="3716322"/>
                <a:ext cx="26352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upo 235">
            <a:extLst>
              <a:ext uri="{FF2B5EF4-FFF2-40B4-BE49-F238E27FC236}">
                <a16:creationId xmlns:a16="http://schemas.microsoft.com/office/drawing/2014/main" id="{8A4A2A3C-5694-48CB-AECB-5E915BB41951}"/>
              </a:ext>
            </a:extLst>
          </p:cNvPr>
          <p:cNvGrpSpPr/>
          <p:nvPr/>
        </p:nvGrpSpPr>
        <p:grpSpPr>
          <a:xfrm>
            <a:off x="2453082" y="3472602"/>
            <a:ext cx="1990080" cy="870120"/>
            <a:chOff x="2453082" y="3472602"/>
            <a:chExt cx="1990080" cy="87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91FB3F82-1913-4FD2-A46A-C0E2F717A0E6}"/>
                    </a:ext>
                  </a:extLst>
                </p14:cNvPr>
                <p14:cNvContentPartPr/>
                <p14:nvPr/>
              </p14:nvContentPartPr>
              <p14:xfrm>
                <a:off x="2453082" y="3472602"/>
                <a:ext cx="238680" cy="87012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91FB3F82-1913-4FD2-A46A-C0E2F717A0E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444082" y="3463962"/>
                  <a:ext cx="256320" cy="88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947D6C33-5115-4EB8-8802-CB71F3A67166}"/>
                    </a:ext>
                  </a:extLst>
                </p14:cNvPr>
                <p14:cNvContentPartPr/>
                <p14:nvPr/>
              </p14:nvContentPartPr>
              <p14:xfrm>
                <a:off x="2658642" y="3736482"/>
                <a:ext cx="100800" cy="24012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947D6C33-5115-4EB8-8802-CB71F3A6716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650002" y="3727842"/>
                  <a:ext cx="118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3D08FBE2-82BA-40E1-8BB4-851E45557B71}"/>
                    </a:ext>
                  </a:extLst>
                </p14:cNvPr>
                <p14:cNvContentPartPr/>
                <p14:nvPr/>
              </p14:nvContentPartPr>
              <p14:xfrm>
                <a:off x="2887242" y="3854202"/>
                <a:ext cx="133200" cy="1116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3D08FBE2-82BA-40E1-8BB4-851E45557B7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878242" y="3845562"/>
                  <a:ext cx="150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E7B98DD8-4380-4013-8B55-303664D70EAF}"/>
                    </a:ext>
                  </a:extLst>
                </p14:cNvPr>
                <p14:cNvContentPartPr/>
                <p14:nvPr/>
              </p14:nvContentPartPr>
              <p14:xfrm>
                <a:off x="3151122" y="3777522"/>
                <a:ext cx="113760" cy="18576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E7B98DD8-4380-4013-8B55-303664D70EA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142482" y="3768522"/>
                  <a:ext cx="131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7108A4F1-BD3E-4A49-8E50-86593E1FFC26}"/>
                    </a:ext>
                  </a:extLst>
                </p14:cNvPr>
                <p14:cNvContentPartPr/>
                <p14:nvPr/>
              </p14:nvContentPartPr>
              <p14:xfrm>
                <a:off x="3342282" y="3822882"/>
                <a:ext cx="50760" cy="3780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7108A4F1-BD3E-4A49-8E50-86593E1FFC2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333642" y="3813882"/>
                  <a:ext cx="68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E9BDCEA2-AD71-41C3-ADF6-5EDB64718F69}"/>
                    </a:ext>
                  </a:extLst>
                </p14:cNvPr>
                <p14:cNvContentPartPr/>
                <p14:nvPr/>
              </p14:nvContentPartPr>
              <p14:xfrm>
                <a:off x="3448842" y="3732882"/>
                <a:ext cx="57600" cy="18252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E9BDCEA2-AD71-41C3-ADF6-5EDB64718F6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440202" y="3724242"/>
                  <a:ext cx="75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2D012994-3CA9-4995-BC58-CDA27BF04AAC}"/>
                    </a:ext>
                  </a:extLst>
                </p14:cNvPr>
                <p14:cNvContentPartPr/>
                <p14:nvPr/>
              </p14:nvContentPartPr>
              <p14:xfrm>
                <a:off x="3560802" y="3616962"/>
                <a:ext cx="106560" cy="12924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2D012994-3CA9-4995-BC58-CDA27BF04AA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551802" y="3608322"/>
                  <a:ext cx="1242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2052F54D-1C36-4B8C-99C4-82F05E9A7885}"/>
                    </a:ext>
                  </a:extLst>
                </p14:cNvPr>
                <p14:cNvContentPartPr/>
                <p14:nvPr/>
              </p14:nvContentPartPr>
              <p14:xfrm>
                <a:off x="3412122" y="3991722"/>
                <a:ext cx="237960" cy="2196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2052F54D-1C36-4B8C-99C4-82F05E9A788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403122" y="3983082"/>
                  <a:ext cx="255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B94D3D3E-1265-41C5-A64B-6944503CB478}"/>
                    </a:ext>
                  </a:extLst>
                </p14:cNvPr>
                <p14:cNvContentPartPr/>
                <p14:nvPr/>
              </p14:nvContentPartPr>
              <p14:xfrm>
                <a:off x="3463242" y="4081002"/>
                <a:ext cx="143640" cy="18108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B94D3D3E-1265-41C5-A64B-6944503CB47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454602" y="4072362"/>
                  <a:ext cx="161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784B2ABE-C36A-48A5-81AF-C40C4B84403D}"/>
                    </a:ext>
                  </a:extLst>
                </p14:cNvPr>
                <p14:cNvContentPartPr/>
                <p14:nvPr/>
              </p14:nvContentPartPr>
              <p14:xfrm>
                <a:off x="3888402" y="3824322"/>
                <a:ext cx="23400" cy="20844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784B2ABE-C36A-48A5-81AF-C40C4B84403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879762" y="3815322"/>
                  <a:ext cx="41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5ACBEBD4-A3D1-4E3A-9E40-068BB828386C}"/>
                    </a:ext>
                  </a:extLst>
                </p14:cNvPr>
                <p14:cNvContentPartPr/>
                <p14:nvPr/>
              </p14:nvContentPartPr>
              <p14:xfrm>
                <a:off x="3793002" y="3946722"/>
                <a:ext cx="190080" cy="936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5ACBEBD4-A3D1-4E3A-9E40-068BB828386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784002" y="3938082"/>
                  <a:ext cx="207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389C9969-DD20-4EFC-96AE-7A37C2D18892}"/>
                    </a:ext>
                  </a:extLst>
                </p14:cNvPr>
                <p14:cNvContentPartPr/>
                <p14:nvPr/>
              </p14:nvContentPartPr>
              <p14:xfrm>
                <a:off x="4118802" y="3733602"/>
                <a:ext cx="72000" cy="23148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389C9969-DD20-4EFC-96AE-7A37C2D1889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109802" y="3724962"/>
                  <a:ext cx="896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4C41BEE7-2309-429D-99E8-CD250891325D}"/>
                    </a:ext>
                  </a:extLst>
                </p14:cNvPr>
                <p14:cNvContentPartPr/>
                <p14:nvPr/>
              </p14:nvContentPartPr>
              <p14:xfrm>
                <a:off x="4216722" y="3601122"/>
                <a:ext cx="100080" cy="14688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4C41BEE7-2309-429D-99E8-CD250891325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207722" y="3592482"/>
                  <a:ext cx="117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80F3E42B-3FD6-4DB9-8641-598D9D9F3BE6}"/>
                    </a:ext>
                  </a:extLst>
                </p14:cNvPr>
                <p14:cNvContentPartPr/>
                <p14:nvPr/>
              </p14:nvContentPartPr>
              <p14:xfrm>
                <a:off x="4081362" y="4025202"/>
                <a:ext cx="361800" cy="9000"/>
              </p14:xfrm>
            </p:contentPart>
          </mc:Choice>
          <mc:Fallback xmlns=""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80F3E42B-3FD6-4DB9-8641-598D9D9F3BE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072722" y="4016562"/>
                  <a:ext cx="379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D5E245C2-BF46-4869-8CB4-B850262DCD5F}"/>
                    </a:ext>
                  </a:extLst>
                </p14:cNvPr>
                <p14:cNvContentPartPr/>
                <p14:nvPr/>
              </p14:nvContentPartPr>
              <p14:xfrm>
                <a:off x="4211322" y="4084602"/>
                <a:ext cx="176040" cy="200160"/>
              </p14:xfrm>
            </p:contentPart>
          </mc:Choice>
          <mc:Fallback xmlns=""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D5E245C2-BF46-4869-8CB4-B850262DCD5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202682" y="4075602"/>
                  <a:ext cx="19368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47BC6A96-EBEC-4E2D-8062-7C51A425C9ED}"/>
                  </a:ext>
                </a:extLst>
              </p14:cNvPr>
              <p14:cNvContentPartPr/>
              <p14:nvPr/>
            </p14:nvContentPartPr>
            <p14:xfrm>
              <a:off x="4589682" y="3965802"/>
              <a:ext cx="276480" cy="39960"/>
            </p14:xfrm>
          </p:contentPart>
        </mc:Choice>
        <mc:Fallback xmlns=""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47BC6A96-EBEC-4E2D-8062-7C51A425C9ED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4572042" y="3948162"/>
                <a:ext cx="3121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3DF8811C-1C67-47F9-A906-960867C23DBD}"/>
                  </a:ext>
                </a:extLst>
              </p14:cNvPr>
              <p14:cNvContentPartPr/>
              <p14:nvPr/>
            </p14:nvContentPartPr>
            <p14:xfrm>
              <a:off x="5010162" y="3641802"/>
              <a:ext cx="182880" cy="559440"/>
            </p14:xfrm>
          </p:contentPart>
        </mc:Choice>
        <mc:Fallback xmlns=""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3DF8811C-1C67-47F9-A906-960867C23DBD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5001522" y="3632802"/>
                <a:ext cx="200520" cy="57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upo 263">
            <a:extLst>
              <a:ext uri="{FF2B5EF4-FFF2-40B4-BE49-F238E27FC236}">
                <a16:creationId xmlns:a16="http://schemas.microsoft.com/office/drawing/2014/main" id="{D14E9707-3CD8-4A96-9261-F61061E7A6A8}"/>
              </a:ext>
            </a:extLst>
          </p:cNvPr>
          <p:cNvGrpSpPr/>
          <p:nvPr/>
        </p:nvGrpSpPr>
        <p:grpSpPr>
          <a:xfrm>
            <a:off x="5127882" y="3589242"/>
            <a:ext cx="2607480" cy="821520"/>
            <a:chOff x="5127882" y="3589242"/>
            <a:chExt cx="2607480" cy="82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88131D4C-3560-48FB-AB16-E8C57834AD86}"/>
                    </a:ext>
                  </a:extLst>
                </p14:cNvPr>
                <p14:cNvContentPartPr/>
                <p14:nvPr/>
              </p14:nvContentPartPr>
              <p14:xfrm>
                <a:off x="5127882" y="3926562"/>
                <a:ext cx="154440" cy="792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88131D4C-3560-48FB-AB16-E8C57834AD8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118882" y="3917562"/>
                  <a:ext cx="172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6BBF6A7E-7E7F-4C2E-921E-585BCE2396D7}"/>
                    </a:ext>
                  </a:extLst>
                </p14:cNvPr>
                <p14:cNvContentPartPr/>
                <p14:nvPr/>
              </p14:nvContentPartPr>
              <p14:xfrm>
                <a:off x="5375202" y="3823602"/>
                <a:ext cx="52920" cy="216720"/>
              </p14:xfrm>
            </p:contentPart>
          </mc:Choice>
          <mc:Fallback xmlns=""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6BBF6A7E-7E7F-4C2E-921E-585BCE2396D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366202" y="3814602"/>
                  <a:ext cx="70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A0D2F185-2293-4977-9B2B-C34B2155F76C}"/>
                    </a:ext>
                  </a:extLst>
                </p14:cNvPr>
                <p14:cNvContentPartPr/>
                <p14:nvPr/>
              </p14:nvContentPartPr>
              <p14:xfrm>
                <a:off x="5572842" y="3962562"/>
                <a:ext cx="168480" cy="9720"/>
              </p14:xfrm>
            </p:contentPart>
          </mc:Choice>
          <mc:Fallback xmlns=""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A0D2F185-2293-4977-9B2B-C34B2155F76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564202" y="3953562"/>
                  <a:ext cx="186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8D5F129E-98FD-4646-8FF1-ECEB54EC8987}"/>
                    </a:ext>
                  </a:extLst>
                </p14:cNvPr>
                <p14:cNvContentPartPr/>
                <p14:nvPr/>
              </p14:nvContentPartPr>
              <p14:xfrm>
                <a:off x="5864442" y="3790122"/>
                <a:ext cx="162720" cy="22932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8D5F129E-98FD-4646-8FF1-ECEB54EC898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855442" y="3781482"/>
                  <a:ext cx="180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1B7B510E-9FF0-4962-B2D9-81BCD318D765}"/>
                    </a:ext>
                  </a:extLst>
                </p14:cNvPr>
                <p14:cNvContentPartPr/>
                <p14:nvPr/>
              </p14:nvContentPartPr>
              <p14:xfrm>
                <a:off x="6099522" y="3769242"/>
                <a:ext cx="74880" cy="249480"/>
              </p14:xfrm>
            </p:contentPart>
          </mc:Choice>
          <mc:Fallback xmlns=""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1B7B510E-9FF0-4962-B2D9-81BCD318D76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090522" y="3760242"/>
                  <a:ext cx="925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D2170DD4-F743-420D-8AF7-2E9BB2D0D154}"/>
                    </a:ext>
                  </a:extLst>
                </p14:cNvPr>
                <p14:cNvContentPartPr/>
                <p14:nvPr/>
              </p14:nvContentPartPr>
              <p14:xfrm>
                <a:off x="6174042" y="3915402"/>
                <a:ext cx="93960" cy="10800"/>
              </p14:xfrm>
            </p:contentPart>
          </mc:Choice>
          <mc:Fallback xmlns=""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D2170DD4-F743-420D-8AF7-2E9BB2D0D15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165042" y="3906402"/>
                  <a:ext cx="111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670DC40F-30AD-4120-9F51-6CEF4921B4D9}"/>
                    </a:ext>
                  </a:extLst>
                </p14:cNvPr>
                <p14:cNvContentPartPr/>
                <p14:nvPr/>
              </p14:nvContentPartPr>
              <p14:xfrm>
                <a:off x="6323802" y="3803802"/>
                <a:ext cx="34920" cy="151920"/>
              </p14:xfrm>
            </p:contentPart>
          </mc:Choice>
          <mc:Fallback xmlns=""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670DC40F-30AD-4120-9F51-6CEF4921B4D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315162" y="3795162"/>
                  <a:ext cx="52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C99AEB61-436A-4DDB-8934-18F796C82D30}"/>
                    </a:ext>
                  </a:extLst>
                </p14:cNvPr>
                <p14:cNvContentPartPr/>
                <p14:nvPr/>
              </p14:nvContentPartPr>
              <p14:xfrm>
                <a:off x="6358362" y="3708042"/>
                <a:ext cx="106560" cy="272880"/>
              </p14:xfrm>
            </p:contentPart>
          </mc:Choice>
          <mc:Fallback xmlns=""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C99AEB61-436A-4DDB-8934-18F796C82D3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349722" y="3699402"/>
                  <a:ext cx="1242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47384470-E300-4BA1-8149-F47A699869B4}"/>
                    </a:ext>
                  </a:extLst>
                </p14:cNvPr>
                <p14:cNvContentPartPr/>
                <p14:nvPr/>
              </p14:nvContentPartPr>
              <p14:xfrm>
                <a:off x="6510282" y="3589242"/>
                <a:ext cx="101880" cy="181080"/>
              </p14:xfrm>
            </p:contentPart>
          </mc:Choice>
          <mc:Fallback xmlns=""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47384470-E300-4BA1-8149-F47A699869B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501642" y="3580602"/>
                  <a:ext cx="119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5B753FDF-25FC-48E6-A947-7FB511F40C3C}"/>
                    </a:ext>
                  </a:extLst>
                </p14:cNvPr>
                <p14:cNvContentPartPr/>
                <p14:nvPr/>
              </p14:nvContentPartPr>
              <p14:xfrm>
                <a:off x="6129042" y="4059762"/>
                <a:ext cx="491400" cy="15120"/>
              </p14:xfrm>
            </p:contentPart>
          </mc:Choice>
          <mc:Fallback xmlns=""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5B753FDF-25FC-48E6-A947-7FB511F40C3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120402" y="4050762"/>
                  <a:ext cx="509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AC5CF0B7-26B3-4DB5-A336-B69615ADE444}"/>
                    </a:ext>
                  </a:extLst>
                </p14:cNvPr>
                <p14:cNvContentPartPr/>
                <p14:nvPr/>
              </p14:nvContentPartPr>
              <p14:xfrm>
                <a:off x="6271602" y="4179282"/>
                <a:ext cx="178560" cy="178200"/>
              </p14:xfrm>
            </p:contentPart>
          </mc:Choice>
          <mc:Fallback xmlns=""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AC5CF0B7-26B3-4DB5-A336-B69615ADE44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262602" y="4170282"/>
                  <a:ext cx="196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EBF4F8B1-5500-4A8A-B68D-9F9A9AD78DD4}"/>
                    </a:ext>
                  </a:extLst>
                </p14:cNvPr>
                <p14:cNvContentPartPr/>
                <p14:nvPr/>
              </p14:nvContentPartPr>
              <p14:xfrm>
                <a:off x="6799362" y="3907482"/>
                <a:ext cx="9360" cy="237240"/>
              </p14:xfrm>
            </p:contentPart>
          </mc:Choice>
          <mc:Fallback xmlns=""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EBF4F8B1-5500-4A8A-B68D-9F9A9AD78DD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790722" y="3898842"/>
                  <a:ext cx="27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62F28DEA-C3AC-4383-BFEE-C5CD15202D6F}"/>
                    </a:ext>
                  </a:extLst>
                </p14:cNvPr>
                <p14:cNvContentPartPr/>
                <p14:nvPr/>
              </p14:nvContentPartPr>
              <p14:xfrm>
                <a:off x="6733842" y="4021962"/>
                <a:ext cx="208800" cy="13320"/>
              </p14:xfrm>
            </p:contentPart>
          </mc:Choice>
          <mc:Fallback xmlns=""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62F28DEA-C3AC-4383-BFEE-C5CD15202D6F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725202" y="4012962"/>
                  <a:ext cx="226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98CFB424-FD0F-46C2-9024-0C2A2D5FDE64}"/>
                    </a:ext>
                  </a:extLst>
                </p14:cNvPr>
                <p14:cNvContentPartPr/>
                <p14:nvPr/>
              </p14:nvContentPartPr>
              <p14:xfrm>
                <a:off x="7080882" y="3743322"/>
                <a:ext cx="136080" cy="306360"/>
              </p14:xfrm>
            </p:contentPart>
          </mc:Choice>
          <mc:Fallback xmlns=""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98CFB424-FD0F-46C2-9024-0C2A2D5FDE6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071882" y="3734682"/>
                  <a:ext cx="1537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6FDB6312-B9CC-4F27-8E25-FE3799246571}"/>
                    </a:ext>
                  </a:extLst>
                </p14:cNvPr>
                <p14:cNvContentPartPr/>
                <p14:nvPr/>
              </p14:nvContentPartPr>
              <p14:xfrm>
                <a:off x="7220202" y="3909282"/>
                <a:ext cx="137880" cy="7920"/>
              </p14:xfrm>
            </p:contentPart>
          </mc:Choice>
          <mc:Fallback xmlns=""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6FDB6312-B9CC-4F27-8E25-FE379924657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211562" y="3900282"/>
                  <a:ext cx="155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852A180D-A948-418F-93E7-48448D006147}"/>
                    </a:ext>
                  </a:extLst>
                </p14:cNvPr>
                <p14:cNvContentPartPr/>
                <p14:nvPr/>
              </p14:nvContentPartPr>
              <p14:xfrm>
                <a:off x="7400922" y="3790482"/>
                <a:ext cx="37800" cy="191880"/>
              </p14:xfrm>
            </p:contentPart>
          </mc:Choice>
          <mc:Fallback xmlns=""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852A180D-A948-418F-93E7-48448D00614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391922" y="3781842"/>
                  <a:ext cx="55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54F59331-2CF9-453F-B8EC-3F078BFE4182}"/>
                    </a:ext>
                  </a:extLst>
                </p14:cNvPr>
                <p14:cNvContentPartPr/>
                <p14:nvPr/>
              </p14:nvContentPartPr>
              <p14:xfrm>
                <a:off x="7463922" y="3699402"/>
                <a:ext cx="89640" cy="346680"/>
              </p14:xfrm>
            </p:contentPart>
          </mc:Choice>
          <mc:Fallback xmlns=""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54F59331-2CF9-453F-B8EC-3F078BFE418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454922" y="3690762"/>
                  <a:ext cx="107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BDE2A618-92DB-41C5-ADD3-652B142E9369}"/>
                    </a:ext>
                  </a:extLst>
                </p14:cNvPr>
                <p14:cNvContentPartPr/>
                <p14:nvPr/>
              </p14:nvContentPartPr>
              <p14:xfrm>
                <a:off x="7577322" y="3601122"/>
                <a:ext cx="158040" cy="197280"/>
              </p14:xfrm>
            </p:contentPart>
          </mc:Choice>
          <mc:Fallback xmlns=""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BDE2A618-92DB-41C5-ADD3-652B142E93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568682" y="3592122"/>
                  <a:ext cx="175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78C03E1E-3B08-4433-B95A-00E7712A19A1}"/>
                    </a:ext>
                  </a:extLst>
                </p14:cNvPr>
                <p14:cNvContentPartPr/>
                <p14:nvPr/>
              </p14:nvContentPartPr>
              <p14:xfrm>
                <a:off x="7133442" y="4083882"/>
                <a:ext cx="492120" cy="28440"/>
              </p14:xfrm>
            </p:contentPart>
          </mc:Choice>
          <mc:Fallback xmlns=""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78C03E1E-3B08-4433-B95A-00E7712A19A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124442" y="4074882"/>
                  <a:ext cx="509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FD563013-8987-4C3C-B453-EF563FC7DAF3}"/>
                    </a:ext>
                  </a:extLst>
                </p14:cNvPr>
                <p14:cNvContentPartPr/>
                <p14:nvPr/>
              </p14:nvContentPartPr>
              <p14:xfrm>
                <a:off x="7283202" y="4195482"/>
                <a:ext cx="226080" cy="215280"/>
              </p14:xfrm>
            </p:contentPart>
          </mc:Choice>
          <mc:Fallback xmlns=""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FD563013-8987-4C3C-B453-EF563FC7DAF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274562" y="4186482"/>
                  <a:ext cx="24372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upo 266">
            <a:extLst>
              <a:ext uri="{FF2B5EF4-FFF2-40B4-BE49-F238E27FC236}">
                <a16:creationId xmlns:a16="http://schemas.microsoft.com/office/drawing/2014/main" id="{51466CF7-B254-447E-81D9-85B24AA140D7}"/>
              </a:ext>
            </a:extLst>
          </p:cNvPr>
          <p:cNvGrpSpPr/>
          <p:nvPr/>
        </p:nvGrpSpPr>
        <p:grpSpPr>
          <a:xfrm>
            <a:off x="7815282" y="3540642"/>
            <a:ext cx="334080" cy="741960"/>
            <a:chOff x="7815282" y="3540642"/>
            <a:chExt cx="334080" cy="74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D0B29B29-16B3-42E5-B1B7-756D07763D29}"/>
                    </a:ext>
                  </a:extLst>
                </p14:cNvPr>
                <p14:cNvContentPartPr/>
                <p14:nvPr/>
              </p14:nvContentPartPr>
              <p14:xfrm>
                <a:off x="7815282" y="3654042"/>
                <a:ext cx="133920" cy="570960"/>
              </p14:xfrm>
            </p:contentPart>
          </mc:Choice>
          <mc:Fallback xmlns=""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D0B29B29-16B3-42E5-B1B7-756D07763D29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806642" y="3645042"/>
                  <a:ext cx="15156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124AF22D-14EA-4215-917A-2113793BBB5F}"/>
                    </a:ext>
                  </a:extLst>
                </p14:cNvPr>
                <p14:cNvContentPartPr/>
                <p14:nvPr/>
              </p14:nvContentPartPr>
              <p14:xfrm>
                <a:off x="7912122" y="3540642"/>
                <a:ext cx="237240" cy="741960"/>
              </p14:xfrm>
            </p:contentPart>
          </mc:Choice>
          <mc:Fallback xmlns=""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124AF22D-14EA-4215-917A-2113793BBB5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903482" y="3531642"/>
                  <a:ext cx="254880" cy="75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268" name="Entrada de lápiz 267">
                <a:extLst>
                  <a:ext uri="{FF2B5EF4-FFF2-40B4-BE49-F238E27FC236}">
                    <a16:creationId xmlns:a16="http://schemas.microsoft.com/office/drawing/2014/main" id="{BD0DE29F-43C3-4368-9EEF-006DBDC86A38}"/>
                  </a:ext>
                </a:extLst>
              </p14:cNvPr>
              <p14:cNvContentPartPr/>
              <p14:nvPr/>
            </p14:nvContentPartPr>
            <p14:xfrm>
              <a:off x="2658642" y="3812082"/>
              <a:ext cx="132480" cy="166320"/>
            </p14:xfrm>
          </p:contentPart>
        </mc:Choice>
        <mc:Fallback xmlns="">
          <p:pic>
            <p:nvPicPr>
              <p:cNvPr id="268" name="Entrada de lápiz 267">
                <a:extLst>
                  <a:ext uri="{FF2B5EF4-FFF2-40B4-BE49-F238E27FC236}">
                    <a16:creationId xmlns:a16="http://schemas.microsoft.com/office/drawing/2014/main" id="{BD0DE29F-43C3-4368-9EEF-006DBDC86A38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2605002" y="3704442"/>
                <a:ext cx="24012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269" name="Entrada de lápiz 268">
                <a:extLst>
                  <a:ext uri="{FF2B5EF4-FFF2-40B4-BE49-F238E27FC236}">
                    <a16:creationId xmlns:a16="http://schemas.microsoft.com/office/drawing/2014/main" id="{7A922798-3DF9-4995-9FD7-AE98BB1CC113}"/>
                  </a:ext>
                </a:extLst>
              </p14:cNvPr>
              <p14:cNvContentPartPr/>
              <p14:nvPr/>
            </p14:nvContentPartPr>
            <p14:xfrm>
              <a:off x="3472962" y="3796602"/>
              <a:ext cx="99000" cy="90720"/>
            </p14:xfrm>
          </p:contentPart>
        </mc:Choice>
        <mc:Fallback xmlns="">
          <p:pic>
            <p:nvPicPr>
              <p:cNvPr id="269" name="Entrada de lápiz 268">
                <a:extLst>
                  <a:ext uri="{FF2B5EF4-FFF2-40B4-BE49-F238E27FC236}">
                    <a16:creationId xmlns:a16="http://schemas.microsoft.com/office/drawing/2014/main" id="{7A922798-3DF9-4995-9FD7-AE98BB1CC113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3418962" y="3688962"/>
                <a:ext cx="2066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270" name="Entrada de lápiz 269">
                <a:extLst>
                  <a:ext uri="{FF2B5EF4-FFF2-40B4-BE49-F238E27FC236}">
                    <a16:creationId xmlns:a16="http://schemas.microsoft.com/office/drawing/2014/main" id="{F13B72F2-6E15-479D-B52D-9FDB87647578}"/>
                  </a:ext>
                </a:extLst>
              </p14:cNvPr>
              <p14:cNvContentPartPr/>
              <p14:nvPr/>
            </p14:nvContentPartPr>
            <p14:xfrm>
              <a:off x="4073802" y="3810282"/>
              <a:ext cx="157680" cy="162720"/>
            </p14:xfrm>
          </p:contentPart>
        </mc:Choice>
        <mc:Fallback xmlns="">
          <p:pic>
            <p:nvPicPr>
              <p:cNvPr id="270" name="Entrada de lápiz 269">
                <a:extLst>
                  <a:ext uri="{FF2B5EF4-FFF2-40B4-BE49-F238E27FC236}">
                    <a16:creationId xmlns:a16="http://schemas.microsoft.com/office/drawing/2014/main" id="{F13B72F2-6E15-479D-B52D-9FDB87647578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4019802" y="3702642"/>
                <a:ext cx="2653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271" name="Entrada de lápiz 270">
                <a:extLst>
                  <a:ext uri="{FF2B5EF4-FFF2-40B4-BE49-F238E27FC236}">
                    <a16:creationId xmlns:a16="http://schemas.microsoft.com/office/drawing/2014/main" id="{A7AE3A78-E6C8-48E1-95D4-2436E13860EB}"/>
                  </a:ext>
                </a:extLst>
              </p14:cNvPr>
              <p14:cNvContentPartPr/>
              <p14:nvPr/>
            </p14:nvContentPartPr>
            <p14:xfrm>
              <a:off x="5183322" y="3844122"/>
              <a:ext cx="282600" cy="251640"/>
            </p14:xfrm>
          </p:contentPart>
        </mc:Choice>
        <mc:Fallback xmlns="">
          <p:pic>
            <p:nvPicPr>
              <p:cNvPr id="271" name="Entrada de lápiz 270">
                <a:extLst>
                  <a:ext uri="{FF2B5EF4-FFF2-40B4-BE49-F238E27FC236}">
                    <a16:creationId xmlns:a16="http://schemas.microsoft.com/office/drawing/2014/main" id="{A7AE3A78-E6C8-48E1-95D4-2436E13860EB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5129322" y="3736482"/>
                <a:ext cx="39024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7">
            <p14:nvContentPartPr>
              <p14:cNvPr id="272" name="Entrada de lápiz 271">
                <a:extLst>
                  <a:ext uri="{FF2B5EF4-FFF2-40B4-BE49-F238E27FC236}">
                    <a16:creationId xmlns:a16="http://schemas.microsoft.com/office/drawing/2014/main" id="{A6EBBC9C-04D1-42BD-BB7C-0429E3565F0D}"/>
                  </a:ext>
                </a:extLst>
              </p14:cNvPr>
              <p14:cNvContentPartPr/>
              <p14:nvPr/>
            </p14:nvContentPartPr>
            <p14:xfrm>
              <a:off x="6211842" y="3815682"/>
              <a:ext cx="209520" cy="158400"/>
            </p14:xfrm>
          </p:contentPart>
        </mc:Choice>
        <mc:Fallback xmlns="">
          <p:pic>
            <p:nvPicPr>
              <p:cNvPr id="272" name="Entrada de lápiz 271">
                <a:extLst>
                  <a:ext uri="{FF2B5EF4-FFF2-40B4-BE49-F238E27FC236}">
                    <a16:creationId xmlns:a16="http://schemas.microsoft.com/office/drawing/2014/main" id="{A6EBBC9C-04D1-42BD-BB7C-0429E3565F0D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6158202" y="3707682"/>
                <a:ext cx="3171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273" name="Entrada de lápiz 272">
                <a:extLst>
                  <a:ext uri="{FF2B5EF4-FFF2-40B4-BE49-F238E27FC236}">
                    <a16:creationId xmlns:a16="http://schemas.microsoft.com/office/drawing/2014/main" id="{2BCEEC16-B372-4285-A892-3B109A834CF8}"/>
                  </a:ext>
                </a:extLst>
              </p14:cNvPr>
              <p14:cNvContentPartPr/>
              <p14:nvPr/>
            </p14:nvContentPartPr>
            <p14:xfrm>
              <a:off x="7266642" y="3829362"/>
              <a:ext cx="253080" cy="184680"/>
            </p14:xfrm>
          </p:contentPart>
        </mc:Choice>
        <mc:Fallback xmlns="">
          <p:pic>
            <p:nvPicPr>
              <p:cNvPr id="273" name="Entrada de lápiz 272">
                <a:extLst>
                  <a:ext uri="{FF2B5EF4-FFF2-40B4-BE49-F238E27FC236}">
                    <a16:creationId xmlns:a16="http://schemas.microsoft.com/office/drawing/2014/main" id="{2BCEEC16-B372-4285-A892-3B109A834CF8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7213002" y="3721362"/>
                <a:ext cx="36072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274" name="Entrada de lápiz 273">
                <a:extLst>
                  <a:ext uri="{FF2B5EF4-FFF2-40B4-BE49-F238E27FC236}">
                    <a16:creationId xmlns:a16="http://schemas.microsoft.com/office/drawing/2014/main" id="{7A049F16-32C3-4BEB-9B19-92C1B9938165}"/>
                  </a:ext>
                </a:extLst>
              </p14:cNvPr>
              <p14:cNvContentPartPr/>
              <p14:nvPr/>
            </p14:nvContentPartPr>
            <p14:xfrm>
              <a:off x="7116162" y="3820722"/>
              <a:ext cx="136800" cy="120240"/>
            </p14:xfrm>
          </p:contentPart>
        </mc:Choice>
        <mc:Fallback xmlns="">
          <p:pic>
            <p:nvPicPr>
              <p:cNvPr id="274" name="Entrada de lápiz 273">
                <a:extLst>
                  <a:ext uri="{FF2B5EF4-FFF2-40B4-BE49-F238E27FC236}">
                    <a16:creationId xmlns:a16="http://schemas.microsoft.com/office/drawing/2014/main" id="{7A049F16-32C3-4BEB-9B19-92C1B9938165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7062522" y="3712722"/>
                <a:ext cx="244440" cy="33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1" name="Grupo 280">
            <a:extLst>
              <a:ext uri="{FF2B5EF4-FFF2-40B4-BE49-F238E27FC236}">
                <a16:creationId xmlns:a16="http://schemas.microsoft.com/office/drawing/2014/main" id="{E20DF058-E9E0-4CD4-8D6C-E3582D9B7E37}"/>
              </a:ext>
            </a:extLst>
          </p:cNvPr>
          <p:cNvGrpSpPr/>
          <p:nvPr/>
        </p:nvGrpSpPr>
        <p:grpSpPr>
          <a:xfrm>
            <a:off x="8245482" y="3715602"/>
            <a:ext cx="817200" cy="660600"/>
            <a:chOff x="8245482" y="3715602"/>
            <a:chExt cx="817200" cy="66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3494C7BC-1177-42EA-A440-B5921E4607C8}"/>
                    </a:ext>
                  </a:extLst>
                </p14:cNvPr>
                <p14:cNvContentPartPr/>
                <p14:nvPr/>
              </p14:nvContentPartPr>
              <p14:xfrm>
                <a:off x="8245482" y="3966882"/>
                <a:ext cx="150120" cy="14040"/>
              </p14:xfrm>
            </p:contentPart>
          </mc:Choice>
          <mc:Fallback xmlns=""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3494C7BC-1177-42EA-A440-B5921E4607C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236842" y="3957882"/>
                  <a:ext cx="167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7AB33DA0-CAFD-490A-B510-B902602D7B4E}"/>
                    </a:ext>
                  </a:extLst>
                </p14:cNvPr>
                <p14:cNvContentPartPr/>
                <p14:nvPr/>
              </p14:nvContentPartPr>
              <p14:xfrm>
                <a:off x="8262762" y="4067322"/>
                <a:ext cx="189720" cy="4320"/>
              </p14:xfrm>
            </p:contentPart>
          </mc:Choice>
          <mc:Fallback xmlns=""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7AB33DA0-CAFD-490A-B510-B902602D7B4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253762" y="4058682"/>
                  <a:ext cx="207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BF3AD28B-E99D-4C49-9EC9-E215999DDB30}"/>
                    </a:ext>
                  </a:extLst>
                </p14:cNvPr>
                <p14:cNvContentPartPr/>
                <p14:nvPr/>
              </p14:nvContentPartPr>
              <p14:xfrm>
                <a:off x="8572722" y="3877602"/>
                <a:ext cx="12240" cy="234000"/>
              </p14:xfrm>
            </p:contentPart>
          </mc:Choice>
          <mc:Fallback xmlns=""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BF3AD28B-E99D-4C49-9EC9-E215999DDB3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563722" y="3868602"/>
                  <a:ext cx="29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B6B294FF-383C-4583-B039-B5BE30A5071B}"/>
                    </a:ext>
                  </a:extLst>
                </p14:cNvPr>
                <p14:cNvContentPartPr/>
                <p14:nvPr/>
              </p14:nvContentPartPr>
              <p14:xfrm>
                <a:off x="8655882" y="3878322"/>
                <a:ext cx="15840" cy="233280"/>
              </p14:xfrm>
            </p:contentPart>
          </mc:Choice>
          <mc:Fallback xmlns=""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B6B294FF-383C-4583-B039-B5BE30A5071B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8647242" y="3869322"/>
                  <a:ext cx="33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80C5B956-931B-4214-B326-A134DBFE0C87}"/>
                    </a:ext>
                  </a:extLst>
                </p14:cNvPr>
                <p14:cNvContentPartPr/>
                <p14:nvPr/>
              </p14:nvContentPartPr>
              <p14:xfrm>
                <a:off x="8509002" y="3820002"/>
                <a:ext cx="266040" cy="52920"/>
              </p14:xfrm>
            </p:contentPart>
          </mc:Choice>
          <mc:Fallback xmlns=""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80C5B956-931B-4214-B326-A134DBFE0C8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500362" y="3811002"/>
                  <a:ext cx="283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78CA27E0-49E2-4C0F-91AE-2F3A2D19CEB3}"/>
                    </a:ext>
                  </a:extLst>
                </p14:cNvPr>
                <p14:cNvContentPartPr/>
                <p14:nvPr/>
              </p14:nvContentPartPr>
              <p14:xfrm>
                <a:off x="8853882" y="3715602"/>
                <a:ext cx="208800" cy="660600"/>
              </p14:xfrm>
            </p:contentPart>
          </mc:Choice>
          <mc:Fallback xmlns=""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78CA27E0-49E2-4C0F-91AE-2F3A2D19CEB3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845242" y="3706602"/>
                  <a:ext cx="226440" cy="67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upo 283">
            <a:extLst>
              <a:ext uri="{FF2B5EF4-FFF2-40B4-BE49-F238E27FC236}">
                <a16:creationId xmlns:a16="http://schemas.microsoft.com/office/drawing/2014/main" id="{AAF5DF80-E20D-4039-9F3F-37E83E070033}"/>
              </a:ext>
            </a:extLst>
          </p:cNvPr>
          <p:cNvGrpSpPr/>
          <p:nvPr/>
        </p:nvGrpSpPr>
        <p:grpSpPr>
          <a:xfrm>
            <a:off x="9009762" y="3941682"/>
            <a:ext cx="254880" cy="161280"/>
            <a:chOff x="9009762" y="3941682"/>
            <a:chExt cx="25488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FFA80680-B76A-459A-8D4E-AA5704A03B8E}"/>
                    </a:ext>
                  </a:extLst>
                </p14:cNvPr>
                <p14:cNvContentPartPr/>
                <p14:nvPr/>
              </p14:nvContentPartPr>
              <p14:xfrm>
                <a:off x="9009762" y="3941682"/>
                <a:ext cx="54000" cy="161280"/>
              </p14:xfrm>
            </p:contentPart>
          </mc:Choice>
          <mc:Fallback xmlns=""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FFA80680-B76A-459A-8D4E-AA5704A03B8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001122" y="3933042"/>
                  <a:ext cx="71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7FEDDE87-2946-43A6-89C4-1E0B3030AE58}"/>
                    </a:ext>
                  </a:extLst>
                </p14:cNvPr>
                <p14:cNvContentPartPr/>
                <p14:nvPr/>
              </p14:nvContentPartPr>
              <p14:xfrm>
                <a:off x="9170322" y="4027002"/>
                <a:ext cx="94320" cy="16560"/>
              </p14:xfrm>
            </p:contentPart>
          </mc:Choice>
          <mc:Fallback xmlns=""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7FEDDE87-2946-43A6-89C4-1E0B3030AE5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161322" y="4018002"/>
                  <a:ext cx="1119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upo 287">
            <a:extLst>
              <a:ext uri="{FF2B5EF4-FFF2-40B4-BE49-F238E27FC236}">
                <a16:creationId xmlns:a16="http://schemas.microsoft.com/office/drawing/2014/main" id="{3C03A3F2-1860-41E2-A75B-F077737EA750}"/>
              </a:ext>
            </a:extLst>
          </p:cNvPr>
          <p:cNvGrpSpPr/>
          <p:nvPr/>
        </p:nvGrpSpPr>
        <p:grpSpPr>
          <a:xfrm>
            <a:off x="9448242" y="3856002"/>
            <a:ext cx="203040" cy="411840"/>
            <a:chOff x="9448242" y="3856002"/>
            <a:chExt cx="20304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D6007105-0807-4C50-9012-68F3E8F4D5B7}"/>
                    </a:ext>
                  </a:extLst>
                </p14:cNvPr>
                <p14:cNvContentPartPr/>
                <p14:nvPr/>
              </p14:nvContentPartPr>
              <p14:xfrm>
                <a:off x="9448242" y="3856002"/>
                <a:ext cx="171360" cy="160920"/>
              </p14:xfrm>
            </p:contentPart>
          </mc:Choice>
          <mc:Fallback xmlns=""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D6007105-0807-4C50-9012-68F3E8F4D5B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439602" y="3847002"/>
                  <a:ext cx="189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6F83F40A-9357-4053-8F1F-485950D268EF}"/>
                    </a:ext>
                  </a:extLst>
                </p14:cNvPr>
                <p14:cNvContentPartPr/>
                <p14:nvPr/>
              </p14:nvContentPartPr>
              <p14:xfrm>
                <a:off x="9462642" y="4016562"/>
                <a:ext cx="188640" cy="7200"/>
              </p14:xfrm>
            </p:contentPart>
          </mc:Choice>
          <mc:Fallback xmlns=""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6F83F40A-9357-4053-8F1F-485950D268EF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454002" y="4007922"/>
                  <a:ext cx="20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82794637-2773-4106-AD25-AF522E02BD3E}"/>
                    </a:ext>
                  </a:extLst>
                </p14:cNvPr>
                <p14:cNvContentPartPr/>
                <p14:nvPr/>
              </p14:nvContentPartPr>
              <p14:xfrm>
                <a:off x="9456162" y="4124922"/>
                <a:ext cx="136440" cy="142920"/>
              </p14:xfrm>
            </p:contentPart>
          </mc:Choice>
          <mc:Fallback xmlns=""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82794637-2773-4106-AD25-AF522E02BD3E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447522" y="4115922"/>
                  <a:ext cx="1540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upo 296">
            <a:extLst>
              <a:ext uri="{FF2B5EF4-FFF2-40B4-BE49-F238E27FC236}">
                <a16:creationId xmlns:a16="http://schemas.microsoft.com/office/drawing/2014/main" id="{79F330F1-F534-440E-93FA-1C4EA9836658}"/>
              </a:ext>
            </a:extLst>
          </p:cNvPr>
          <p:cNvGrpSpPr/>
          <p:nvPr/>
        </p:nvGrpSpPr>
        <p:grpSpPr>
          <a:xfrm>
            <a:off x="9823722" y="3881922"/>
            <a:ext cx="672840" cy="416520"/>
            <a:chOff x="9823722" y="3881922"/>
            <a:chExt cx="67284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9FE059AA-D311-45BE-B4AC-BC4082D5D32A}"/>
                    </a:ext>
                  </a:extLst>
                </p14:cNvPr>
                <p14:cNvContentPartPr/>
                <p14:nvPr/>
              </p14:nvContentPartPr>
              <p14:xfrm>
                <a:off x="9894642" y="3889482"/>
                <a:ext cx="2160" cy="163800"/>
              </p14:xfrm>
            </p:contentPart>
          </mc:Choice>
          <mc:Fallback xmlns=""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9FE059AA-D311-45BE-B4AC-BC4082D5D32A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885642" y="3880482"/>
                  <a:ext cx="198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AC4B8FCB-27E6-49F8-B633-FD09E1F2A402}"/>
                    </a:ext>
                  </a:extLst>
                </p14:cNvPr>
                <p14:cNvContentPartPr/>
                <p14:nvPr/>
              </p14:nvContentPartPr>
              <p14:xfrm>
                <a:off x="9823722" y="3985602"/>
                <a:ext cx="162000" cy="7560"/>
              </p14:xfrm>
            </p:contentPart>
          </mc:Choice>
          <mc:Fallback xmlns=""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AC4B8FCB-27E6-49F8-B633-FD09E1F2A40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815082" y="3976962"/>
                  <a:ext cx="1796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3B0253E1-8D72-4D6C-9752-97F239E3AE58}"/>
                    </a:ext>
                  </a:extLst>
                </p14:cNvPr>
                <p14:cNvContentPartPr/>
                <p14:nvPr/>
              </p14:nvContentPartPr>
              <p14:xfrm>
                <a:off x="10051242" y="3881922"/>
                <a:ext cx="58680" cy="172800"/>
              </p14:xfrm>
            </p:contentPart>
          </mc:Choice>
          <mc:Fallback xmlns=""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3B0253E1-8D72-4D6C-9752-97F239E3AE5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042602" y="3872922"/>
                  <a:ext cx="76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3CCDE79F-A138-4B1F-BC96-1F3BA0B61905}"/>
                    </a:ext>
                  </a:extLst>
                </p14:cNvPr>
                <p14:cNvContentPartPr/>
                <p14:nvPr/>
              </p14:nvContentPartPr>
              <p14:xfrm>
                <a:off x="10038282" y="4059762"/>
                <a:ext cx="190800" cy="22680"/>
              </p14:xfrm>
            </p:contentPart>
          </mc:Choice>
          <mc:Fallback xmlns=""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3CCDE79F-A138-4B1F-BC96-1F3BA0B6190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029642" y="4050762"/>
                  <a:ext cx="208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8948907C-D1F7-468F-95F9-B1DFC0699CA7}"/>
                    </a:ext>
                  </a:extLst>
                </p14:cNvPr>
                <p14:cNvContentPartPr/>
                <p14:nvPr/>
              </p14:nvContentPartPr>
              <p14:xfrm>
                <a:off x="10053042" y="4141122"/>
                <a:ext cx="129240" cy="157320"/>
              </p14:xfrm>
            </p:contentPart>
          </mc:Choice>
          <mc:Fallback xmlns=""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8948907C-D1F7-468F-95F9-B1DFC0699CA7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044402" y="4132122"/>
                  <a:ext cx="146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44DF4BBF-6CB2-42FB-B38B-CE8B55CF7B32}"/>
                    </a:ext>
                  </a:extLst>
                </p14:cNvPr>
                <p14:cNvContentPartPr/>
                <p14:nvPr/>
              </p14:nvContentPartPr>
              <p14:xfrm>
                <a:off x="10342842" y="4032042"/>
                <a:ext cx="153720" cy="12960"/>
              </p14:xfrm>
            </p:contentPart>
          </mc:Choice>
          <mc:Fallback xmlns=""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44DF4BBF-6CB2-42FB-B38B-CE8B55CF7B3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333842" y="4023402"/>
                  <a:ext cx="17136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298" name="Entrada de lápiz 297">
                <a:extLst>
                  <a:ext uri="{FF2B5EF4-FFF2-40B4-BE49-F238E27FC236}">
                    <a16:creationId xmlns:a16="http://schemas.microsoft.com/office/drawing/2014/main" id="{A1D59346-433D-4827-BB03-F85F7299232E}"/>
                  </a:ext>
                </a:extLst>
              </p14:cNvPr>
              <p14:cNvContentPartPr/>
              <p14:nvPr/>
            </p14:nvContentPartPr>
            <p14:xfrm>
              <a:off x="10403682" y="3952482"/>
              <a:ext cx="12960" cy="170280"/>
            </p14:xfrm>
          </p:contentPart>
        </mc:Choice>
        <mc:Fallback xmlns="">
          <p:pic>
            <p:nvPicPr>
              <p:cNvPr id="298" name="Entrada de lápiz 297">
                <a:extLst>
                  <a:ext uri="{FF2B5EF4-FFF2-40B4-BE49-F238E27FC236}">
                    <a16:creationId xmlns:a16="http://schemas.microsoft.com/office/drawing/2014/main" id="{A1D59346-433D-4827-BB03-F85F7299232E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10395042" y="3943842"/>
                <a:ext cx="306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99" name="Entrada de lápiz 298">
                <a:extLst>
                  <a:ext uri="{FF2B5EF4-FFF2-40B4-BE49-F238E27FC236}">
                    <a16:creationId xmlns:a16="http://schemas.microsoft.com/office/drawing/2014/main" id="{DBA03A67-DB8E-4CFC-B5D8-36EABD83E9BC}"/>
                  </a:ext>
                </a:extLst>
              </p14:cNvPr>
              <p14:cNvContentPartPr/>
              <p14:nvPr/>
            </p14:nvContentPartPr>
            <p14:xfrm>
              <a:off x="10557762" y="3910002"/>
              <a:ext cx="70920" cy="173880"/>
            </p14:xfrm>
          </p:contentPart>
        </mc:Choice>
        <mc:Fallback xmlns="">
          <p:pic>
            <p:nvPicPr>
              <p:cNvPr id="299" name="Entrada de lápiz 298">
                <a:extLst>
                  <a:ext uri="{FF2B5EF4-FFF2-40B4-BE49-F238E27FC236}">
                    <a16:creationId xmlns:a16="http://schemas.microsoft.com/office/drawing/2014/main" id="{DBA03A67-DB8E-4CFC-B5D8-36EABD83E9BC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10548762" y="3901362"/>
                <a:ext cx="8856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" name="Grupo 306">
            <a:extLst>
              <a:ext uri="{FF2B5EF4-FFF2-40B4-BE49-F238E27FC236}">
                <a16:creationId xmlns:a16="http://schemas.microsoft.com/office/drawing/2014/main" id="{3140A1E0-DB5D-419A-B65C-813FD38BE47B}"/>
              </a:ext>
            </a:extLst>
          </p:cNvPr>
          <p:cNvGrpSpPr/>
          <p:nvPr/>
        </p:nvGrpSpPr>
        <p:grpSpPr>
          <a:xfrm>
            <a:off x="10715442" y="3883002"/>
            <a:ext cx="403560" cy="386640"/>
            <a:chOff x="10715442" y="3883002"/>
            <a:chExt cx="40356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F7900EFC-C326-4E81-ACBB-08BC13177B9B}"/>
                    </a:ext>
                  </a:extLst>
                </p14:cNvPr>
                <p14:cNvContentPartPr/>
                <p14:nvPr/>
              </p14:nvContentPartPr>
              <p14:xfrm>
                <a:off x="10973562" y="3883002"/>
                <a:ext cx="126000" cy="153360"/>
              </p14:xfrm>
            </p:contentPart>
          </mc:Choice>
          <mc:Fallback xmlns=""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F7900EFC-C326-4E81-ACBB-08BC13177B9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964922" y="3874002"/>
                  <a:ext cx="143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9FB9B7E8-F9A4-47FA-A7B9-B6F106085F8D}"/>
                    </a:ext>
                  </a:extLst>
                </p14:cNvPr>
                <p14:cNvContentPartPr/>
                <p14:nvPr/>
              </p14:nvContentPartPr>
              <p14:xfrm>
                <a:off x="10903362" y="4073442"/>
                <a:ext cx="215640" cy="26280"/>
              </p14:xfrm>
            </p:contentPart>
          </mc:Choice>
          <mc:Fallback xmlns=""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9FB9B7E8-F9A4-47FA-A7B9-B6F106085F8D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894362" y="4064442"/>
                  <a:ext cx="233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195C6407-7DE3-4C65-B629-566660133C83}"/>
                    </a:ext>
                  </a:extLst>
                </p14:cNvPr>
                <p14:cNvContentPartPr/>
                <p14:nvPr/>
              </p14:nvContentPartPr>
              <p14:xfrm>
                <a:off x="10948002" y="4131762"/>
                <a:ext cx="161280" cy="137880"/>
              </p14:xfrm>
            </p:contentPart>
          </mc:Choice>
          <mc:Fallback xmlns=""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195C6407-7DE3-4C65-B629-566660133C8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939362" y="4122762"/>
                  <a:ext cx="178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1BA64D95-C10D-4258-BEC7-95C5427DDF7A}"/>
                    </a:ext>
                  </a:extLst>
                </p14:cNvPr>
                <p14:cNvContentPartPr/>
                <p14:nvPr/>
              </p14:nvContentPartPr>
              <p14:xfrm>
                <a:off x="10715442" y="4033122"/>
                <a:ext cx="127440" cy="27720"/>
              </p14:xfrm>
            </p:contentPart>
          </mc:Choice>
          <mc:Fallback xmlns=""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1BA64D95-C10D-4258-BEC7-95C5427DDF7A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706442" y="4024122"/>
                  <a:ext cx="1450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upo 313">
            <a:extLst>
              <a:ext uri="{FF2B5EF4-FFF2-40B4-BE49-F238E27FC236}">
                <a16:creationId xmlns:a16="http://schemas.microsoft.com/office/drawing/2014/main" id="{4F8F35AF-30AC-4744-A438-1788649A5CEA}"/>
              </a:ext>
            </a:extLst>
          </p:cNvPr>
          <p:cNvGrpSpPr/>
          <p:nvPr/>
        </p:nvGrpSpPr>
        <p:grpSpPr>
          <a:xfrm>
            <a:off x="11262642" y="3789042"/>
            <a:ext cx="517680" cy="538560"/>
            <a:chOff x="11262642" y="3789042"/>
            <a:chExt cx="517680" cy="53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C2F95406-A383-4198-89C8-36868531C7C3}"/>
                    </a:ext>
                  </a:extLst>
                </p14:cNvPr>
                <p14:cNvContentPartPr/>
                <p14:nvPr/>
              </p14:nvContentPartPr>
              <p14:xfrm>
                <a:off x="11301162" y="3950322"/>
                <a:ext cx="32040" cy="165240"/>
              </p14:xfrm>
            </p:contentPart>
          </mc:Choice>
          <mc:Fallback xmlns=""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C2F95406-A383-4198-89C8-36868531C7C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292162" y="3941682"/>
                  <a:ext cx="49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18FEB41C-CA9D-4DCD-BD58-D4CAF8F813DD}"/>
                    </a:ext>
                  </a:extLst>
                </p14:cNvPr>
                <p14:cNvContentPartPr/>
                <p14:nvPr/>
              </p14:nvContentPartPr>
              <p14:xfrm>
                <a:off x="11262642" y="4023402"/>
                <a:ext cx="126360" cy="22680"/>
              </p14:xfrm>
            </p:contentPart>
          </mc:Choice>
          <mc:Fallback xmlns=""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18FEB41C-CA9D-4DCD-BD58-D4CAF8F813D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54002" y="4014762"/>
                  <a:ext cx="144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CA40D59A-C4E0-4321-A87C-B7961B7E20C3}"/>
                    </a:ext>
                  </a:extLst>
                </p14:cNvPr>
                <p14:cNvContentPartPr/>
                <p14:nvPr/>
              </p14:nvContentPartPr>
              <p14:xfrm>
                <a:off x="11485482" y="3894522"/>
                <a:ext cx="26280" cy="162000"/>
              </p14:xfrm>
            </p:contentPart>
          </mc:Choice>
          <mc:Fallback xmlns=""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CA40D59A-C4E0-4321-A87C-B7961B7E20C3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476482" y="3885882"/>
                  <a:ext cx="43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C62AD2F5-D4FF-41D8-9EDA-088CA7F9348B}"/>
                    </a:ext>
                  </a:extLst>
                </p14:cNvPr>
                <p14:cNvContentPartPr/>
                <p14:nvPr/>
              </p14:nvContentPartPr>
              <p14:xfrm>
                <a:off x="11421402" y="4096482"/>
                <a:ext cx="193320" cy="3960"/>
              </p14:xfrm>
            </p:contentPart>
          </mc:Choice>
          <mc:Fallback xmlns=""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C62AD2F5-D4FF-41D8-9EDA-088CA7F9348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1412762" y="4087482"/>
                  <a:ext cx="210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FBEF8181-B477-4823-90B2-E2966990E19A}"/>
                    </a:ext>
                  </a:extLst>
                </p14:cNvPr>
                <p14:cNvContentPartPr/>
                <p14:nvPr/>
              </p14:nvContentPartPr>
              <p14:xfrm>
                <a:off x="11447322" y="4147602"/>
                <a:ext cx="150840" cy="163800"/>
              </p14:xfrm>
            </p:contentPart>
          </mc:Choice>
          <mc:Fallback xmlns=""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FBEF8181-B477-4823-90B2-E2966990E19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1438322" y="4138602"/>
                  <a:ext cx="168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36C85DF1-3AD8-47D7-917E-E29C1BCD7E9B}"/>
                    </a:ext>
                  </a:extLst>
                </p14:cNvPr>
                <p14:cNvContentPartPr/>
                <p14:nvPr/>
              </p14:nvContentPartPr>
              <p14:xfrm>
                <a:off x="11615442" y="3789042"/>
                <a:ext cx="164880" cy="538560"/>
              </p14:xfrm>
            </p:contentPart>
          </mc:Choice>
          <mc:Fallback xmlns=""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36C85DF1-3AD8-47D7-917E-E29C1BCD7E9B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1606442" y="3780042"/>
                  <a:ext cx="182520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upo 320">
            <a:extLst>
              <a:ext uri="{FF2B5EF4-FFF2-40B4-BE49-F238E27FC236}">
                <a16:creationId xmlns:a16="http://schemas.microsoft.com/office/drawing/2014/main" id="{E49B6EC1-6707-4F24-8E1F-EEF98B645738}"/>
              </a:ext>
            </a:extLst>
          </p:cNvPr>
          <p:cNvGrpSpPr/>
          <p:nvPr/>
        </p:nvGrpSpPr>
        <p:grpSpPr>
          <a:xfrm>
            <a:off x="1711842" y="4590042"/>
            <a:ext cx="766800" cy="428040"/>
            <a:chOff x="1711842" y="4590042"/>
            <a:chExt cx="766800" cy="4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F2FA0595-3523-4063-8226-557FEA5C5E85}"/>
                    </a:ext>
                  </a:extLst>
                </p14:cNvPr>
                <p14:cNvContentPartPr/>
                <p14:nvPr/>
              </p14:nvContentPartPr>
              <p14:xfrm>
                <a:off x="1711842" y="4590042"/>
                <a:ext cx="191880" cy="428040"/>
              </p14:xfrm>
            </p:contentPart>
          </mc:Choice>
          <mc:Fallback xmlns=""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F2FA0595-3523-4063-8226-557FEA5C5E8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702842" y="4581042"/>
                  <a:ext cx="2095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FC4C60FC-D1C1-439B-9603-2438B7220BF7}"/>
                    </a:ext>
                  </a:extLst>
                </p14:cNvPr>
                <p14:cNvContentPartPr/>
                <p14:nvPr/>
              </p14:nvContentPartPr>
              <p14:xfrm>
                <a:off x="2023962" y="4801362"/>
                <a:ext cx="163080" cy="14040"/>
              </p14:xfrm>
            </p:contentPart>
          </mc:Choice>
          <mc:Fallback xmlns=""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FC4C60FC-D1C1-439B-9603-2438B7220BF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015322" y="4792722"/>
                  <a:ext cx="180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2B08BD3C-09EC-4A32-8462-CFCC9DDE691D}"/>
                    </a:ext>
                  </a:extLst>
                </p14:cNvPr>
                <p14:cNvContentPartPr/>
                <p14:nvPr/>
              </p14:nvContentPartPr>
              <p14:xfrm>
                <a:off x="2025402" y="4890642"/>
                <a:ext cx="151200" cy="11880"/>
              </p14:xfrm>
            </p:contentPart>
          </mc:Choice>
          <mc:Fallback xmlns=""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2B08BD3C-09EC-4A32-8462-CFCC9DDE691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016762" y="4882002"/>
                  <a:ext cx="168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794E1D14-8A4E-40A6-93BE-42E4C2B3537B}"/>
                    </a:ext>
                  </a:extLst>
                </p14:cNvPr>
                <p14:cNvContentPartPr/>
                <p14:nvPr/>
              </p14:nvContentPartPr>
              <p14:xfrm>
                <a:off x="2340042" y="4723242"/>
                <a:ext cx="7560" cy="197280"/>
              </p14:xfrm>
            </p:contentPart>
          </mc:Choice>
          <mc:Fallback xmlns=""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794E1D14-8A4E-40A6-93BE-42E4C2B3537B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331402" y="4714242"/>
                  <a:ext cx="252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8250AE64-EE98-487E-B3E8-3EA1205B3C2A}"/>
                    </a:ext>
                  </a:extLst>
                </p14:cNvPr>
                <p14:cNvContentPartPr/>
                <p14:nvPr/>
              </p14:nvContentPartPr>
              <p14:xfrm>
                <a:off x="2415282" y="4732602"/>
                <a:ext cx="3240" cy="169560"/>
              </p14:xfrm>
            </p:contentPart>
          </mc:Choice>
          <mc:Fallback xmlns=""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8250AE64-EE98-487E-B3E8-3EA1205B3C2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406282" y="4723602"/>
                  <a:ext cx="20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53493256-E3BD-486E-AF4D-19C6DC5669CB}"/>
                    </a:ext>
                  </a:extLst>
                </p14:cNvPr>
                <p14:cNvContentPartPr/>
                <p14:nvPr/>
              </p14:nvContentPartPr>
              <p14:xfrm>
                <a:off x="2250762" y="4692282"/>
                <a:ext cx="227880" cy="36720"/>
              </p14:xfrm>
            </p:contentPart>
          </mc:Choice>
          <mc:Fallback xmlns=""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53493256-E3BD-486E-AF4D-19C6DC5669C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242122" y="4683282"/>
                  <a:ext cx="2455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upo 323">
            <a:extLst>
              <a:ext uri="{FF2B5EF4-FFF2-40B4-BE49-F238E27FC236}">
                <a16:creationId xmlns:a16="http://schemas.microsoft.com/office/drawing/2014/main" id="{88E282EC-26A0-4B69-9B67-3940A67370EA}"/>
              </a:ext>
            </a:extLst>
          </p:cNvPr>
          <p:cNvGrpSpPr/>
          <p:nvPr/>
        </p:nvGrpSpPr>
        <p:grpSpPr>
          <a:xfrm>
            <a:off x="2594922" y="4581762"/>
            <a:ext cx="344160" cy="380160"/>
            <a:chOff x="2594922" y="4581762"/>
            <a:chExt cx="34416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26317D71-6651-4950-A697-C7EBAF8DE7D5}"/>
                    </a:ext>
                  </a:extLst>
                </p14:cNvPr>
                <p14:cNvContentPartPr/>
                <p14:nvPr/>
              </p14:nvContentPartPr>
              <p14:xfrm>
                <a:off x="2594922" y="4581762"/>
                <a:ext cx="92160" cy="380160"/>
              </p14:xfrm>
            </p:contentPart>
          </mc:Choice>
          <mc:Fallback xmlns=""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26317D71-6651-4950-A697-C7EBAF8DE7D5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586282" y="4573122"/>
                  <a:ext cx="1098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497EE6DF-E82C-4A45-8D7A-3E76A95D5F27}"/>
                    </a:ext>
                  </a:extLst>
                </p14:cNvPr>
                <p14:cNvContentPartPr/>
                <p14:nvPr/>
              </p14:nvContentPartPr>
              <p14:xfrm>
                <a:off x="2774202" y="4654122"/>
                <a:ext cx="164880" cy="189720"/>
              </p14:xfrm>
            </p:contentPart>
          </mc:Choice>
          <mc:Fallback xmlns=""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497EE6DF-E82C-4A45-8D7A-3E76A95D5F27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765202" y="4645122"/>
                  <a:ext cx="18252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upo 336">
            <a:extLst>
              <a:ext uri="{FF2B5EF4-FFF2-40B4-BE49-F238E27FC236}">
                <a16:creationId xmlns:a16="http://schemas.microsoft.com/office/drawing/2014/main" id="{359A6EB8-F84F-45DC-8351-F2819EB16E73}"/>
              </a:ext>
            </a:extLst>
          </p:cNvPr>
          <p:cNvGrpSpPr/>
          <p:nvPr/>
        </p:nvGrpSpPr>
        <p:grpSpPr>
          <a:xfrm>
            <a:off x="3065802" y="4525602"/>
            <a:ext cx="1116360" cy="496080"/>
            <a:chOff x="3065802" y="4525602"/>
            <a:chExt cx="111636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FC502A27-8637-4FBB-8052-4026EC588B5D}"/>
                    </a:ext>
                  </a:extLst>
                </p14:cNvPr>
                <p14:cNvContentPartPr/>
                <p14:nvPr/>
              </p14:nvContentPartPr>
              <p14:xfrm>
                <a:off x="3065802" y="4736202"/>
                <a:ext cx="140040" cy="9720"/>
              </p14:xfrm>
            </p:contentPart>
          </mc:Choice>
          <mc:Fallback xmlns=""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FC502A27-8637-4FBB-8052-4026EC588B5D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057162" y="4727202"/>
                  <a:ext cx="157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36D99514-E822-4D5C-B514-9A30ECECB37C}"/>
                    </a:ext>
                  </a:extLst>
                </p14:cNvPr>
                <p14:cNvContentPartPr/>
                <p14:nvPr/>
              </p14:nvContentPartPr>
              <p14:xfrm>
                <a:off x="3292242" y="4637922"/>
                <a:ext cx="121680" cy="100080"/>
              </p14:xfrm>
            </p:contentPart>
          </mc:Choice>
          <mc:Fallback xmlns=""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36D99514-E822-4D5C-B514-9A30ECECB37C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3283602" y="4629282"/>
                  <a:ext cx="139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B85D0047-AF15-48ED-A090-B70EC3F3501D}"/>
                    </a:ext>
                  </a:extLst>
                </p14:cNvPr>
                <p14:cNvContentPartPr/>
                <p14:nvPr/>
              </p14:nvContentPartPr>
              <p14:xfrm>
                <a:off x="3370722" y="4636482"/>
                <a:ext cx="4320" cy="131760"/>
              </p14:xfrm>
            </p:contentPart>
          </mc:Choice>
          <mc:Fallback xmlns=""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B85D0047-AF15-48ED-A090-B70EC3F3501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361722" y="4627482"/>
                  <a:ext cx="21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C4CA2E32-3C72-4F9C-AF43-CEC91D0BB138}"/>
                    </a:ext>
                  </a:extLst>
                </p14:cNvPr>
                <p14:cNvContentPartPr/>
                <p14:nvPr/>
              </p14:nvContentPartPr>
              <p14:xfrm>
                <a:off x="3277122" y="4806402"/>
                <a:ext cx="204480" cy="9720"/>
              </p14:xfrm>
            </p:contentPart>
          </mc:Choice>
          <mc:Fallback xmlns=""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C4CA2E32-3C72-4F9C-AF43-CEC91D0BB138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268122" y="4797762"/>
                  <a:ext cx="222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8A9F695D-F858-427A-9D15-E438C6743AAA}"/>
                    </a:ext>
                  </a:extLst>
                </p14:cNvPr>
                <p14:cNvContentPartPr/>
                <p14:nvPr/>
              </p14:nvContentPartPr>
              <p14:xfrm>
                <a:off x="3304842" y="4894602"/>
                <a:ext cx="105120" cy="127080"/>
              </p14:xfrm>
            </p:contentPart>
          </mc:Choice>
          <mc:Fallback xmlns=""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8A9F695D-F858-427A-9D15-E438C6743AA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295842" y="4885962"/>
                  <a:ext cx="122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1DE6079D-72E9-4EE9-954F-DC79FEF90298}"/>
                    </a:ext>
                  </a:extLst>
                </p14:cNvPr>
                <p14:cNvContentPartPr/>
                <p14:nvPr/>
              </p14:nvContentPartPr>
              <p14:xfrm>
                <a:off x="3634242" y="4673202"/>
                <a:ext cx="33120" cy="189360"/>
              </p14:xfrm>
            </p:contentPart>
          </mc:Choice>
          <mc:Fallback xmlns=""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1DE6079D-72E9-4EE9-954F-DC79FEF90298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625242" y="4664562"/>
                  <a:ext cx="50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08C16A68-A7A5-43A5-A325-7A239205491B}"/>
                    </a:ext>
                  </a:extLst>
                </p14:cNvPr>
                <p14:cNvContentPartPr/>
                <p14:nvPr/>
              </p14:nvContentPartPr>
              <p14:xfrm>
                <a:off x="3551082" y="4779762"/>
                <a:ext cx="142560" cy="9720"/>
              </p14:xfrm>
            </p:contentPart>
          </mc:Choice>
          <mc:Fallback xmlns=""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08C16A68-A7A5-43A5-A325-7A239205491B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542442" y="4771122"/>
                  <a:ext cx="160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DFFA32FE-A994-43BC-BFA0-95E213EDED92}"/>
                    </a:ext>
                  </a:extLst>
                </p14:cNvPr>
                <p14:cNvContentPartPr/>
                <p14:nvPr/>
              </p14:nvContentPartPr>
              <p14:xfrm>
                <a:off x="3835122" y="4604802"/>
                <a:ext cx="145440" cy="144360"/>
              </p14:xfrm>
            </p:contentPart>
          </mc:Choice>
          <mc:Fallback xmlns=""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DFFA32FE-A994-43BC-BFA0-95E213EDED92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826122" y="4595802"/>
                  <a:ext cx="163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F6D80970-10AB-454A-AE40-759F3F5CCC1C}"/>
                    </a:ext>
                  </a:extLst>
                </p14:cNvPr>
                <p14:cNvContentPartPr/>
                <p14:nvPr/>
              </p14:nvContentPartPr>
              <p14:xfrm>
                <a:off x="3838722" y="4770402"/>
                <a:ext cx="172800" cy="27000"/>
              </p14:xfrm>
            </p:contentPart>
          </mc:Choice>
          <mc:Fallback xmlns=""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F6D80970-10AB-454A-AE40-759F3F5CCC1C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830082" y="4761762"/>
                  <a:ext cx="190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8E51958E-028D-44E7-BA17-3B0B2EFB3447}"/>
                    </a:ext>
                  </a:extLst>
                </p14:cNvPr>
                <p14:cNvContentPartPr/>
                <p14:nvPr/>
              </p14:nvContentPartPr>
              <p14:xfrm>
                <a:off x="3901722" y="4808562"/>
                <a:ext cx="108360" cy="168480"/>
              </p14:xfrm>
            </p:contentPart>
          </mc:Choice>
          <mc:Fallback xmlns=""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8E51958E-028D-44E7-BA17-3B0B2EFB3447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893082" y="4799922"/>
                  <a:ext cx="126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7352EFC5-5EEC-4642-B1EC-A0AD83131510}"/>
                    </a:ext>
                  </a:extLst>
                </p14:cNvPr>
                <p14:cNvContentPartPr/>
                <p14:nvPr/>
              </p14:nvContentPartPr>
              <p14:xfrm>
                <a:off x="4011882" y="4525602"/>
                <a:ext cx="170280" cy="476640"/>
              </p14:xfrm>
            </p:contentPart>
          </mc:Choice>
          <mc:Fallback xmlns=""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7352EFC5-5EEC-4642-B1EC-A0AD83131510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002882" y="4516602"/>
                  <a:ext cx="187920" cy="49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338" name="Entrada de lápiz 337">
                <a:extLst>
                  <a:ext uri="{FF2B5EF4-FFF2-40B4-BE49-F238E27FC236}">
                    <a16:creationId xmlns:a16="http://schemas.microsoft.com/office/drawing/2014/main" id="{FF86E1FB-DF30-4F8E-ADA2-BA0EAE066599}"/>
                  </a:ext>
                </a:extLst>
              </p14:cNvPr>
              <p14:cNvContentPartPr/>
              <p14:nvPr/>
            </p14:nvContentPartPr>
            <p14:xfrm>
              <a:off x="2720922" y="4898562"/>
              <a:ext cx="255600" cy="2160"/>
            </p14:xfrm>
          </p:contentPart>
        </mc:Choice>
        <mc:Fallback xmlns="">
          <p:pic>
            <p:nvPicPr>
              <p:cNvPr id="338" name="Entrada de lápiz 337">
                <a:extLst>
                  <a:ext uri="{FF2B5EF4-FFF2-40B4-BE49-F238E27FC236}">
                    <a16:creationId xmlns:a16="http://schemas.microsoft.com/office/drawing/2014/main" id="{FF86E1FB-DF30-4F8E-ADA2-BA0EAE066599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2711922" y="4889562"/>
                <a:ext cx="27324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3" name="Grupo 342">
            <a:extLst>
              <a:ext uri="{FF2B5EF4-FFF2-40B4-BE49-F238E27FC236}">
                <a16:creationId xmlns:a16="http://schemas.microsoft.com/office/drawing/2014/main" id="{B4F8E3FC-81A3-4DDB-8703-D0CDA2CA3C9D}"/>
              </a:ext>
            </a:extLst>
          </p:cNvPr>
          <p:cNvGrpSpPr/>
          <p:nvPr/>
        </p:nvGrpSpPr>
        <p:grpSpPr>
          <a:xfrm>
            <a:off x="2740002" y="4944282"/>
            <a:ext cx="328680" cy="144360"/>
            <a:chOff x="2740002" y="4944282"/>
            <a:chExt cx="32868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8BF9BFAC-5012-4F1D-BCCA-F0D288CDB22D}"/>
                    </a:ext>
                  </a:extLst>
                </p14:cNvPr>
                <p14:cNvContentPartPr/>
                <p14:nvPr/>
              </p14:nvContentPartPr>
              <p14:xfrm>
                <a:off x="2740002" y="4944282"/>
                <a:ext cx="48240" cy="138600"/>
              </p14:xfrm>
            </p:contentPart>
          </mc:Choice>
          <mc:Fallback xmlns=""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8BF9BFAC-5012-4F1D-BCCA-F0D288CDB22D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731362" y="4935642"/>
                  <a:ext cx="658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CFB8F03F-FB6A-41C8-9089-885E9695535A}"/>
                    </a:ext>
                  </a:extLst>
                </p14:cNvPr>
                <p14:cNvContentPartPr/>
                <p14:nvPr/>
              </p14:nvContentPartPr>
              <p14:xfrm>
                <a:off x="2855562" y="5030682"/>
                <a:ext cx="34920" cy="41400"/>
              </p14:xfrm>
            </p:contentPart>
          </mc:Choice>
          <mc:Fallback xmlns=""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CFB8F03F-FB6A-41C8-9089-885E9695535A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846922" y="5022042"/>
                  <a:ext cx="52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AC50ECCD-906D-444C-833B-C4389C5867CB}"/>
                    </a:ext>
                  </a:extLst>
                </p14:cNvPr>
                <p14:cNvContentPartPr/>
                <p14:nvPr/>
              </p14:nvContentPartPr>
              <p14:xfrm>
                <a:off x="2954202" y="4974882"/>
                <a:ext cx="3240" cy="113760"/>
              </p14:xfrm>
            </p:contentPart>
          </mc:Choice>
          <mc:Fallback xmlns=""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AC50ECCD-906D-444C-833B-C4389C5867CB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945202" y="4966242"/>
                  <a:ext cx="20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E4C9828E-798A-4A7B-9926-8F8F465108A4}"/>
                    </a:ext>
                  </a:extLst>
                </p14:cNvPr>
                <p14:cNvContentPartPr/>
                <p14:nvPr/>
              </p14:nvContentPartPr>
              <p14:xfrm>
                <a:off x="2998482" y="4956162"/>
                <a:ext cx="70200" cy="131040"/>
              </p14:xfrm>
            </p:contentPart>
          </mc:Choice>
          <mc:Fallback xmlns=""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E4C9828E-798A-4A7B-9926-8F8F465108A4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2989842" y="4947162"/>
                  <a:ext cx="878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upo 348">
            <a:extLst>
              <a:ext uri="{FF2B5EF4-FFF2-40B4-BE49-F238E27FC236}">
                <a16:creationId xmlns:a16="http://schemas.microsoft.com/office/drawing/2014/main" id="{E8010A0F-C7DF-4150-9AEE-F16ADA65EE52}"/>
              </a:ext>
            </a:extLst>
          </p:cNvPr>
          <p:cNvGrpSpPr/>
          <p:nvPr/>
        </p:nvGrpSpPr>
        <p:grpSpPr>
          <a:xfrm>
            <a:off x="3501402" y="4898562"/>
            <a:ext cx="209880" cy="123120"/>
            <a:chOff x="3501402" y="4898562"/>
            <a:chExt cx="20988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D0044943-1189-40C7-8C41-7CEF2547C381}"/>
                    </a:ext>
                  </a:extLst>
                </p14:cNvPr>
                <p14:cNvContentPartPr/>
                <p14:nvPr/>
              </p14:nvContentPartPr>
              <p14:xfrm>
                <a:off x="3501402" y="4958322"/>
                <a:ext cx="45000" cy="46800"/>
              </p14:xfrm>
            </p:contentPart>
          </mc:Choice>
          <mc:Fallback xmlns=""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D0044943-1189-40C7-8C41-7CEF2547C381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3492402" y="4949322"/>
                  <a:ext cx="62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45" name="Entrada de lápiz 344">
                  <a:extLst>
                    <a:ext uri="{FF2B5EF4-FFF2-40B4-BE49-F238E27FC236}">
                      <a16:creationId xmlns:a16="http://schemas.microsoft.com/office/drawing/2014/main" id="{F607B772-D444-401C-9565-9353D94A7F63}"/>
                    </a:ext>
                  </a:extLst>
                </p14:cNvPr>
                <p14:cNvContentPartPr/>
                <p14:nvPr/>
              </p14:nvContentPartPr>
              <p14:xfrm>
                <a:off x="3603642" y="4898562"/>
                <a:ext cx="107640" cy="123120"/>
              </p14:xfrm>
            </p:contentPart>
          </mc:Choice>
          <mc:Fallback xmlns="">
            <p:pic>
              <p:nvPicPr>
                <p:cNvPr id="345" name="Entrada de lápiz 344">
                  <a:extLst>
                    <a:ext uri="{FF2B5EF4-FFF2-40B4-BE49-F238E27FC236}">
                      <a16:creationId xmlns:a16="http://schemas.microsoft.com/office/drawing/2014/main" id="{F607B772-D444-401C-9565-9353D94A7F63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3595002" y="4889562"/>
                  <a:ext cx="1252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upo 347">
            <a:extLst>
              <a:ext uri="{FF2B5EF4-FFF2-40B4-BE49-F238E27FC236}">
                <a16:creationId xmlns:a16="http://schemas.microsoft.com/office/drawing/2014/main" id="{CBA492B4-41B8-406A-A780-E17F8706096F}"/>
              </a:ext>
            </a:extLst>
          </p:cNvPr>
          <p:cNvGrpSpPr/>
          <p:nvPr/>
        </p:nvGrpSpPr>
        <p:grpSpPr>
          <a:xfrm>
            <a:off x="4058682" y="4856442"/>
            <a:ext cx="132120" cy="138600"/>
            <a:chOff x="4058682" y="4856442"/>
            <a:chExt cx="132120" cy="1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46" name="Entrada de lápiz 345">
                  <a:extLst>
                    <a:ext uri="{FF2B5EF4-FFF2-40B4-BE49-F238E27FC236}">
                      <a16:creationId xmlns:a16="http://schemas.microsoft.com/office/drawing/2014/main" id="{9710364F-784A-4F87-B4F3-20FB835D3836}"/>
                    </a:ext>
                  </a:extLst>
                </p14:cNvPr>
                <p14:cNvContentPartPr/>
                <p14:nvPr/>
              </p14:nvContentPartPr>
              <p14:xfrm>
                <a:off x="4058682" y="4881282"/>
                <a:ext cx="13680" cy="42120"/>
              </p14:xfrm>
            </p:contentPart>
          </mc:Choice>
          <mc:Fallback xmlns="">
            <p:pic>
              <p:nvPicPr>
                <p:cNvPr id="346" name="Entrada de lápiz 345">
                  <a:extLst>
                    <a:ext uri="{FF2B5EF4-FFF2-40B4-BE49-F238E27FC236}">
                      <a16:creationId xmlns:a16="http://schemas.microsoft.com/office/drawing/2014/main" id="{9710364F-784A-4F87-B4F3-20FB835D3836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049682" y="4872642"/>
                  <a:ext cx="31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CCC55723-6917-4419-A7E6-429B4B0D4BA5}"/>
                    </a:ext>
                  </a:extLst>
                </p14:cNvPr>
                <p14:cNvContentPartPr/>
                <p14:nvPr/>
              </p14:nvContentPartPr>
              <p14:xfrm>
                <a:off x="4100442" y="4856442"/>
                <a:ext cx="90360" cy="138600"/>
              </p14:xfrm>
            </p:contentPart>
          </mc:Choice>
          <mc:Fallback xmlns=""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CCC55723-6917-4419-A7E6-429B4B0D4BA5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4091802" y="4847442"/>
                  <a:ext cx="10800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upo 352">
            <a:extLst>
              <a:ext uri="{FF2B5EF4-FFF2-40B4-BE49-F238E27FC236}">
                <a16:creationId xmlns:a16="http://schemas.microsoft.com/office/drawing/2014/main" id="{25FBBB78-DD0B-43FD-82E5-B4C95AF83E88}"/>
              </a:ext>
            </a:extLst>
          </p:cNvPr>
          <p:cNvGrpSpPr/>
          <p:nvPr/>
        </p:nvGrpSpPr>
        <p:grpSpPr>
          <a:xfrm>
            <a:off x="2932962" y="4498602"/>
            <a:ext cx="183600" cy="155160"/>
            <a:chOff x="2932962" y="4498602"/>
            <a:chExt cx="18360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3573C360-EA56-45BE-A022-1DB7230F3D3C}"/>
                    </a:ext>
                  </a:extLst>
                </p14:cNvPr>
                <p14:cNvContentPartPr/>
                <p14:nvPr/>
              </p14:nvContentPartPr>
              <p14:xfrm>
                <a:off x="2932962" y="4606962"/>
                <a:ext cx="19800" cy="46800"/>
              </p14:xfrm>
            </p:contentPart>
          </mc:Choice>
          <mc:Fallback xmlns=""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3573C360-EA56-45BE-A022-1DB7230F3D3C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2924322" y="4598322"/>
                  <a:ext cx="37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4BCA1A99-89E2-4002-811B-7F945B400FBB}"/>
                    </a:ext>
                  </a:extLst>
                </p14:cNvPr>
                <p14:cNvContentPartPr/>
                <p14:nvPr/>
              </p14:nvContentPartPr>
              <p14:xfrm>
                <a:off x="2992722" y="4528122"/>
                <a:ext cx="11520" cy="105120"/>
              </p14:xfrm>
            </p:contentPart>
          </mc:Choice>
          <mc:Fallback xmlns=""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4BCA1A99-89E2-4002-811B-7F945B400FB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2984082" y="4519122"/>
                  <a:ext cx="29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52" name="Entrada de lápiz 351">
                  <a:extLst>
                    <a:ext uri="{FF2B5EF4-FFF2-40B4-BE49-F238E27FC236}">
                      <a16:creationId xmlns:a16="http://schemas.microsoft.com/office/drawing/2014/main" id="{FE530B0A-2AB9-49BA-9B59-913F2C822FA7}"/>
                    </a:ext>
                  </a:extLst>
                </p14:cNvPr>
                <p14:cNvContentPartPr/>
                <p14:nvPr/>
              </p14:nvContentPartPr>
              <p14:xfrm>
                <a:off x="3033042" y="4498602"/>
                <a:ext cx="83520" cy="135720"/>
              </p14:xfrm>
            </p:contentPart>
          </mc:Choice>
          <mc:Fallback xmlns="">
            <p:pic>
              <p:nvPicPr>
                <p:cNvPr id="352" name="Entrada de lápiz 351">
                  <a:extLst>
                    <a:ext uri="{FF2B5EF4-FFF2-40B4-BE49-F238E27FC236}">
                      <a16:creationId xmlns:a16="http://schemas.microsoft.com/office/drawing/2014/main" id="{FE530B0A-2AB9-49BA-9B59-913F2C822FA7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3024042" y="4489602"/>
                  <a:ext cx="10116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upo 358">
            <a:extLst>
              <a:ext uri="{FF2B5EF4-FFF2-40B4-BE49-F238E27FC236}">
                <a16:creationId xmlns:a16="http://schemas.microsoft.com/office/drawing/2014/main" id="{99E142C3-FA5D-4585-9FB9-8BE48726EDBD}"/>
              </a:ext>
            </a:extLst>
          </p:cNvPr>
          <p:cNvGrpSpPr/>
          <p:nvPr/>
        </p:nvGrpSpPr>
        <p:grpSpPr>
          <a:xfrm>
            <a:off x="3463602" y="4483482"/>
            <a:ext cx="190080" cy="133560"/>
            <a:chOff x="3463602" y="4483482"/>
            <a:chExt cx="190080" cy="13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54" name="Entrada de lápiz 353">
                  <a:extLst>
                    <a:ext uri="{FF2B5EF4-FFF2-40B4-BE49-F238E27FC236}">
                      <a16:creationId xmlns:a16="http://schemas.microsoft.com/office/drawing/2014/main" id="{0D989A78-159E-40AF-876A-10C331DDF7B7}"/>
                    </a:ext>
                  </a:extLst>
                </p14:cNvPr>
                <p14:cNvContentPartPr/>
                <p14:nvPr/>
              </p14:nvContentPartPr>
              <p14:xfrm>
                <a:off x="3463602" y="4566282"/>
                <a:ext cx="31680" cy="48240"/>
              </p14:xfrm>
            </p:contentPart>
          </mc:Choice>
          <mc:Fallback xmlns="">
            <p:pic>
              <p:nvPicPr>
                <p:cNvPr id="354" name="Entrada de lápiz 353">
                  <a:extLst>
                    <a:ext uri="{FF2B5EF4-FFF2-40B4-BE49-F238E27FC236}">
                      <a16:creationId xmlns:a16="http://schemas.microsoft.com/office/drawing/2014/main" id="{0D989A78-159E-40AF-876A-10C331DDF7B7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3454962" y="4557642"/>
                  <a:ext cx="49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55" name="Entrada de lápiz 354">
                  <a:extLst>
                    <a:ext uri="{FF2B5EF4-FFF2-40B4-BE49-F238E27FC236}">
                      <a16:creationId xmlns:a16="http://schemas.microsoft.com/office/drawing/2014/main" id="{BCEACAAA-5418-414C-958C-077291DB5F52}"/>
                    </a:ext>
                  </a:extLst>
                </p14:cNvPr>
                <p14:cNvContentPartPr/>
                <p14:nvPr/>
              </p14:nvContentPartPr>
              <p14:xfrm>
                <a:off x="3559722" y="4483482"/>
                <a:ext cx="93960" cy="133560"/>
              </p14:xfrm>
            </p:contentPart>
          </mc:Choice>
          <mc:Fallback xmlns="">
            <p:pic>
              <p:nvPicPr>
                <p:cNvPr id="355" name="Entrada de lápiz 354">
                  <a:extLst>
                    <a:ext uri="{FF2B5EF4-FFF2-40B4-BE49-F238E27FC236}">
                      <a16:creationId xmlns:a16="http://schemas.microsoft.com/office/drawing/2014/main" id="{BCEACAAA-5418-414C-958C-077291DB5F52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3551082" y="4474842"/>
                  <a:ext cx="11160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upo 357">
            <a:extLst>
              <a:ext uri="{FF2B5EF4-FFF2-40B4-BE49-F238E27FC236}">
                <a16:creationId xmlns:a16="http://schemas.microsoft.com/office/drawing/2014/main" id="{BC43709F-54A6-4E45-984B-BE9A7C9F69AC}"/>
              </a:ext>
            </a:extLst>
          </p:cNvPr>
          <p:cNvGrpSpPr/>
          <p:nvPr/>
        </p:nvGrpSpPr>
        <p:grpSpPr>
          <a:xfrm>
            <a:off x="3896682" y="4421202"/>
            <a:ext cx="202320" cy="136080"/>
            <a:chOff x="3896682" y="4421202"/>
            <a:chExt cx="20232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AA451D22-E925-4FD1-B449-EAA728A2B910}"/>
                    </a:ext>
                  </a:extLst>
                </p14:cNvPr>
                <p14:cNvContentPartPr/>
                <p14:nvPr/>
              </p14:nvContentPartPr>
              <p14:xfrm>
                <a:off x="3896682" y="4519482"/>
                <a:ext cx="39960" cy="37800"/>
              </p14:xfrm>
            </p:contentPart>
          </mc:Choice>
          <mc:Fallback xmlns=""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AA451D22-E925-4FD1-B449-EAA728A2B910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3888042" y="4510842"/>
                  <a:ext cx="57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D1546271-2232-461A-A60D-C666C94F5C9B}"/>
                    </a:ext>
                  </a:extLst>
                </p14:cNvPr>
                <p14:cNvContentPartPr/>
                <p14:nvPr/>
              </p14:nvContentPartPr>
              <p14:xfrm>
                <a:off x="3974442" y="4421202"/>
                <a:ext cx="124560" cy="124560"/>
              </p14:xfrm>
            </p:contentPart>
          </mc:Choice>
          <mc:Fallback xmlns=""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D1546271-2232-461A-A60D-C666C94F5C9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3965802" y="4412202"/>
                  <a:ext cx="14220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upo 364">
            <a:extLst>
              <a:ext uri="{FF2B5EF4-FFF2-40B4-BE49-F238E27FC236}">
                <a16:creationId xmlns:a16="http://schemas.microsoft.com/office/drawing/2014/main" id="{EFF79907-633D-4528-9EAB-5BA3A8BF2167}"/>
              </a:ext>
            </a:extLst>
          </p:cNvPr>
          <p:cNvGrpSpPr/>
          <p:nvPr/>
        </p:nvGrpSpPr>
        <p:grpSpPr>
          <a:xfrm>
            <a:off x="4367202" y="4655202"/>
            <a:ext cx="492480" cy="226440"/>
            <a:chOff x="4367202" y="4655202"/>
            <a:chExt cx="49248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60" name="Entrada de lápiz 359">
                  <a:extLst>
                    <a:ext uri="{FF2B5EF4-FFF2-40B4-BE49-F238E27FC236}">
                      <a16:creationId xmlns:a16="http://schemas.microsoft.com/office/drawing/2014/main" id="{CF517C46-3F14-42D5-89F3-C20AFE878140}"/>
                    </a:ext>
                  </a:extLst>
                </p14:cNvPr>
                <p14:cNvContentPartPr/>
                <p14:nvPr/>
              </p14:nvContentPartPr>
              <p14:xfrm>
                <a:off x="4371882" y="4772922"/>
                <a:ext cx="168480" cy="1080"/>
              </p14:xfrm>
            </p:contentPart>
          </mc:Choice>
          <mc:Fallback xmlns="">
            <p:pic>
              <p:nvPicPr>
                <p:cNvPr id="360" name="Entrada de lápiz 359">
                  <a:extLst>
                    <a:ext uri="{FF2B5EF4-FFF2-40B4-BE49-F238E27FC236}">
                      <a16:creationId xmlns:a16="http://schemas.microsoft.com/office/drawing/2014/main" id="{CF517C46-3F14-42D5-89F3-C20AFE878140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4363242" y="4764282"/>
                  <a:ext cx="1861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61" name="Entrada de lápiz 360">
                  <a:extLst>
                    <a:ext uri="{FF2B5EF4-FFF2-40B4-BE49-F238E27FC236}">
                      <a16:creationId xmlns:a16="http://schemas.microsoft.com/office/drawing/2014/main" id="{8449D6F1-F06D-4C3B-A01C-C4DE381544FB}"/>
                    </a:ext>
                  </a:extLst>
                </p14:cNvPr>
                <p14:cNvContentPartPr/>
                <p14:nvPr/>
              </p14:nvContentPartPr>
              <p14:xfrm>
                <a:off x="4367202" y="4847082"/>
                <a:ext cx="200160" cy="13320"/>
              </p14:xfrm>
            </p:contentPart>
          </mc:Choice>
          <mc:Fallback xmlns="">
            <p:pic>
              <p:nvPicPr>
                <p:cNvPr id="361" name="Entrada de lápiz 360">
                  <a:extLst>
                    <a:ext uri="{FF2B5EF4-FFF2-40B4-BE49-F238E27FC236}">
                      <a16:creationId xmlns:a16="http://schemas.microsoft.com/office/drawing/2014/main" id="{8449D6F1-F06D-4C3B-A01C-C4DE381544F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4358202" y="4838082"/>
                  <a:ext cx="217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62" name="Entrada de lápiz 361">
                  <a:extLst>
                    <a:ext uri="{FF2B5EF4-FFF2-40B4-BE49-F238E27FC236}">
                      <a16:creationId xmlns:a16="http://schemas.microsoft.com/office/drawing/2014/main" id="{B307E2F0-1FF1-4C96-9CBC-FC3CF64B9E83}"/>
                    </a:ext>
                  </a:extLst>
                </p14:cNvPr>
                <p14:cNvContentPartPr/>
                <p14:nvPr/>
              </p14:nvContentPartPr>
              <p14:xfrm>
                <a:off x="4708842" y="4691202"/>
                <a:ext cx="24480" cy="190440"/>
              </p14:xfrm>
            </p:contentPart>
          </mc:Choice>
          <mc:Fallback xmlns="">
            <p:pic>
              <p:nvPicPr>
                <p:cNvPr id="362" name="Entrada de lápiz 361">
                  <a:extLst>
                    <a:ext uri="{FF2B5EF4-FFF2-40B4-BE49-F238E27FC236}">
                      <a16:creationId xmlns:a16="http://schemas.microsoft.com/office/drawing/2014/main" id="{B307E2F0-1FF1-4C96-9CBC-FC3CF64B9E83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700202" y="4682562"/>
                  <a:ext cx="42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63" name="Entrada de lápiz 362">
                  <a:extLst>
                    <a:ext uri="{FF2B5EF4-FFF2-40B4-BE49-F238E27FC236}">
                      <a16:creationId xmlns:a16="http://schemas.microsoft.com/office/drawing/2014/main" id="{1D87EA8C-94A1-4044-A8E3-608E5D3B1736}"/>
                    </a:ext>
                  </a:extLst>
                </p14:cNvPr>
                <p14:cNvContentPartPr/>
                <p14:nvPr/>
              </p14:nvContentPartPr>
              <p14:xfrm>
                <a:off x="4787682" y="4696602"/>
                <a:ext cx="17640" cy="178200"/>
              </p14:xfrm>
            </p:contentPart>
          </mc:Choice>
          <mc:Fallback xmlns="">
            <p:pic>
              <p:nvPicPr>
                <p:cNvPr id="363" name="Entrada de lápiz 362">
                  <a:extLst>
                    <a:ext uri="{FF2B5EF4-FFF2-40B4-BE49-F238E27FC236}">
                      <a16:creationId xmlns:a16="http://schemas.microsoft.com/office/drawing/2014/main" id="{1D87EA8C-94A1-4044-A8E3-608E5D3B1736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4778682" y="4687602"/>
                  <a:ext cx="35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64" name="Entrada de lápiz 363">
                  <a:extLst>
                    <a:ext uri="{FF2B5EF4-FFF2-40B4-BE49-F238E27FC236}">
                      <a16:creationId xmlns:a16="http://schemas.microsoft.com/office/drawing/2014/main" id="{914BCEB9-D2B9-4819-A7E1-7684A5C39569}"/>
                    </a:ext>
                  </a:extLst>
                </p14:cNvPr>
                <p14:cNvContentPartPr/>
                <p14:nvPr/>
              </p14:nvContentPartPr>
              <p14:xfrm>
                <a:off x="4610922" y="4655202"/>
                <a:ext cx="248760" cy="43200"/>
              </p14:xfrm>
            </p:contentPart>
          </mc:Choice>
          <mc:Fallback xmlns="">
            <p:pic>
              <p:nvPicPr>
                <p:cNvPr id="364" name="Entrada de lápiz 363">
                  <a:extLst>
                    <a:ext uri="{FF2B5EF4-FFF2-40B4-BE49-F238E27FC236}">
                      <a16:creationId xmlns:a16="http://schemas.microsoft.com/office/drawing/2014/main" id="{914BCEB9-D2B9-4819-A7E1-7684A5C39569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4601922" y="4646562"/>
                  <a:ext cx="2664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upo 372">
            <a:extLst>
              <a:ext uri="{FF2B5EF4-FFF2-40B4-BE49-F238E27FC236}">
                <a16:creationId xmlns:a16="http://schemas.microsoft.com/office/drawing/2014/main" id="{81A3F24E-9418-4E52-9250-AEDFAECC2B48}"/>
              </a:ext>
            </a:extLst>
          </p:cNvPr>
          <p:cNvGrpSpPr/>
          <p:nvPr/>
        </p:nvGrpSpPr>
        <p:grpSpPr>
          <a:xfrm>
            <a:off x="5040762" y="4519482"/>
            <a:ext cx="555480" cy="507960"/>
            <a:chOff x="5040762" y="4519482"/>
            <a:chExt cx="555480" cy="50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66" name="Entrada de lápiz 365">
                  <a:extLst>
                    <a:ext uri="{FF2B5EF4-FFF2-40B4-BE49-F238E27FC236}">
                      <a16:creationId xmlns:a16="http://schemas.microsoft.com/office/drawing/2014/main" id="{67FF1A15-861F-47C9-AAFA-3C503CB9C139}"/>
                    </a:ext>
                  </a:extLst>
                </p14:cNvPr>
                <p14:cNvContentPartPr/>
                <p14:nvPr/>
              </p14:nvContentPartPr>
              <p14:xfrm>
                <a:off x="5040762" y="4519482"/>
                <a:ext cx="201960" cy="507960"/>
              </p14:xfrm>
            </p:contentPart>
          </mc:Choice>
          <mc:Fallback xmlns="">
            <p:pic>
              <p:nvPicPr>
                <p:cNvPr id="366" name="Entrada de lápiz 365">
                  <a:extLst>
                    <a:ext uri="{FF2B5EF4-FFF2-40B4-BE49-F238E27FC236}">
                      <a16:creationId xmlns:a16="http://schemas.microsoft.com/office/drawing/2014/main" id="{67FF1A15-861F-47C9-AAFA-3C503CB9C139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5031762" y="4510482"/>
                  <a:ext cx="21960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67" name="Entrada de lápiz 366">
                  <a:extLst>
                    <a:ext uri="{FF2B5EF4-FFF2-40B4-BE49-F238E27FC236}">
                      <a16:creationId xmlns:a16="http://schemas.microsoft.com/office/drawing/2014/main" id="{45145874-D34B-4435-A7FF-638764710FF6}"/>
                    </a:ext>
                  </a:extLst>
                </p14:cNvPr>
                <p14:cNvContentPartPr/>
                <p14:nvPr/>
              </p14:nvContentPartPr>
              <p14:xfrm>
                <a:off x="5274762" y="4561602"/>
                <a:ext cx="83520" cy="145800"/>
              </p14:xfrm>
            </p:contentPart>
          </mc:Choice>
          <mc:Fallback xmlns="">
            <p:pic>
              <p:nvPicPr>
                <p:cNvPr id="367" name="Entrada de lápiz 366">
                  <a:extLst>
                    <a:ext uri="{FF2B5EF4-FFF2-40B4-BE49-F238E27FC236}">
                      <a16:creationId xmlns:a16="http://schemas.microsoft.com/office/drawing/2014/main" id="{45145874-D34B-4435-A7FF-638764710FF6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5266122" y="4552602"/>
                  <a:ext cx="101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68" name="Entrada de lápiz 367">
                  <a:extLst>
                    <a:ext uri="{FF2B5EF4-FFF2-40B4-BE49-F238E27FC236}">
                      <a16:creationId xmlns:a16="http://schemas.microsoft.com/office/drawing/2014/main" id="{A1D62C11-1213-477F-93C4-31870B3846CF}"/>
                    </a:ext>
                  </a:extLst>
                </p14:cNvPr>
                <p14:cNvContentPartPr/>
                <p14:nvPr/>
              </p14:nvContentPartPr>
              <p14:xfrm>
                <a:off x="5379882" y="4560522"/>
                <a:ext cx="130680" cy="136800"/>
              </p14:xfrm>
            </p:contentPart>
          </mc:Choice>
          <mc:Fallback xmlns="">
            <p:pic>
              <p:nvPicPr>
                <p:cNvPr id="368" name="Entrada de lápiz 367">
                  <a:extLst>
                    <a:ext uri="{FF2B5EF4-FFF2-40B4-BE49-F238E27FC236}">
                      <a16:creationId xmlns:a16="http://schemas.microsoft.com/office/drawing/2014/main" id="{A1D62C11-1213-477F-93C4-31870B3846CF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5370882" y="4551522"/>
                  <a:ext cx="148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69" name="Entrada de lápiz 368">
                  <a:extLst>
                    <a:ext uri="{FF2B5EF4-FFF2-40B4-BE49-F238E27FC236}">
                      <a16:creationId xmlns:a16="http://schemas.microsoft.com/office/drawing/2014/main" id="{6D0675EA-04FB-4569-939D-D5061373EECB}"/>
                    </a:ext>
                  </a:extLst>
                </p14:cNvPr>
                <p14:cNvContentPartPr/>
                <p14:nvPr/>
              </p14:nvContentPartPr>
              <p14:xfrm>
                <a:off x="5256762" y="4753122"/>
                <a:ext cx="339480" cy="6120"/>
              </p14:xfrm>
            </p:contentPart>
          </mc:Choice>
          <mc:Fallback xmlns="">
            <p:pic>
              <p:nvPicPr>
                <p:cNvPr id="369" name="Entrada de lápiz 368">
                  <a:extLst>
                    <a:ext uri="{FF2B5EF4-FFF2-40B4-BE49-F238E27FC236}">
                      <a16:creationId xmlns:a16="http://schemas.microsoft.com/office/drawing/2014/main" id="{6D0675EA-04FB-4569-939D-D5061373EECB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5247762" y="4744482"/>
                  <a:ext cx="357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71" name="Entrada de lápiz 370">
                  <a:extLst>
                    <a:ext uri="{FF2B5EF4-FFF2-40B4-BE49-F238E27FC236}">
                      <a16:creationId xmlns:a16="http://schemas.microsoft.com/office/drawing/2014/main" id="{96DC1E0D-2FD0-49F9-A3C1-2017EF123C43}"/>
                    </a:ext>
                  </a:extLst>
                </p14:cNvPr>
                <p14:cNvContentPartPr/>
                <p14:nvPr/>
              </p14:nvContentPartPr>
              <p14:xfrm>
                <a:off x="5334162" y="4839162"/>
                <a:ext cx="77760" cy="111960"/>
              </p14:xfrm>
            </p:contentPart>
          </mc:Choice>
          <mc:Fallback xmlns="">
            <p:pic>
              <p:nvPicPr>
                <p:cNvPr id="371" name="Entrada de lápiz 370">
                  <a:extLst>
                    <a:ext uri="{FF2B5EF4-FFF2-40B4-BE49-F238E27FC236}">
                      <a16:creationId xmlns:a16="http://schemas.microsoft.com/office/drawing/2014/main" id="{96DC1E0D-2FD0-49F9-A3C1-2017EF123C43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5325162" y="4830522"/>
                  <a:ext cx="95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72" name="Entrada de lápiz 371">
                  <a:extLst>
                    <a:ext uri="{FF2B5EF4-FFF2-40B4-BE49-F238E27FC236}">
                      <a16:creationId xmlns:a16="http://schemas.microsoft.com/office/drawing/2014/main" id="{6CF9E337-8AB0-4343-9A38-60DCF2303855}"/>
                    </a:ext>
                  </a:extLst>
                </p14:cNvPr>
                <p14:cNvContentPartPr/>
                <p14:nvPr/>
              </p14:nvContentPartPr>
              <p14:xfrm>
                <a:off x="5464122" y="4825122"/>
                <a:ext cx="121680" cy="133920"/>
              </p14:xfrm>
            </p:contentPart>
          </mc:Choice>
          <mc:Fallback xmlns="">
            <p:pic>
              <p:nvPicPr>
                <p:cNvPr id="372" name="Entrada de lápiz 371">
                  <a:extLst>
                    <a:ext uri="{FF2B5EF4-FFF2-40B4-BE49-F238E27FC236}">
                      <a16:creationId xmlns:a16="http://schemas.microsoft.com/office/drawing/2014/main" id="{6CF9E337-8AB0-4343-9A38-60DCF2303855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5455482" y="4816482"/>
                  <a:ext cx="13932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upo 380">
            <a:extLst>
              <a:ext uri="{FF2B5EF4-FFF2-40B4-BE49-F238E27FC236}">
                <a16:creationId xmlns:a16="http://schemas.microsoft.com/office/drawing/2014/main" id="{D17AD0DF-867D-4A3A-8471-AEB0E5C2AFE5}"/>
              </a:ext>
            </a:extLst>
          </p:cNvPr>
          <p:cNvGrpSpPr/>
          <p:nvPr/>
        </p:nvGrpSpPr>
        <p:grpSpPr>
          <a:xfrm>
            <a:off x="5849682" y="4572402"/>
            <a:ext cx="615240" cy="395280"/>
            <a:chOff x="5849682" y="4572402"/>
            <a:chExt cx="61524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74" name="Entrada de lápiz 373">
                  <a:extLst>
                    <a:ext uri="{FF2B5EF4-FFF2-40B4-BE49-F238E27FC236}">
                      <a16:creationId xmlns:a16="http://schemas.microsoft.com/office/drawing/2014/main" id="{4CB29986-6896-4F9B-8283-3714AE42ACE4}"/>
                    </a:ext>
                  </a:extLst>
                </p14:cNvPr>
                <p14:cNvContentPartPr/>
                <p14:nvPr/>
              </p14:nvContentPartPr>
              <p14:xfrm>
                <a:off x="5849682" y="4730082"/>
                <a:ext cx="115560" cy="6120"/>
              </p14:xfrm>
            </p:contentPart>
          </mc:Choice>
          <mc:Fallback xmlns="">
            <p:pic>
              <p:nvPicPr>
                <p:cNvPr id="374" name="Entrada de lápiz 373">
                  <a:extLst>
                    <a:ext uri="{FF2B5EF4-FFF2-40B4-BE49-F238E27FC236}">
                      <a16:creationId xmlns:a16="http://schemas.microsoft.com/office/drawing/2014/main" id="{4CB29986-6896-4F9B-8283-3714AE42ACE4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5840682" y="4721442"/>
                  <a:ext cx="133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75" name="Entrada de lápiz 374">
                  <a:extLst>
                    <a:ext uri="{FF2B5EF4-FFF2-40B4-BE49-F238E27FC236}">
                      <a16:creationId xmlns:a16="http://schemas.microsoft.com/office/drawing/2014/main" id="{DF87DC0C-B705-4BA2-A280-E5D5CCF6C163}"/>
                    </a:ext>
                  </a:extLst>
                </p14:cNvPr>
                <p14:cNvContentPartPr/>
                <p14:nvPr/>
              </p14:nvContentPartPr>
              <p14:xfrm>
                <a:off x="6080442" y="4596162"/>
                <a:ext cx="130680" cy="111240"/>
              </p14:xfrm>
            </p:contentPart>
          </mc:Choice>
          <mc:Fallback xmlns="">
            <p:pic>
              <p:nvPicPr>
                <p:cNvPr id="375" name="Entrada de lápiz 374">
                  <a:extLst>
                    <a:ext uri="{FF2B5EF4-FFF2-40B4-BE49-F238E27FC236}">
                      <a16:creationId xmlns:a16="http://schemas.microsoft.com/office/drawing/2014/main" id="{DF87DC0C-B705-4BA2-A280-E5D5CCF6C163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6071442" y="4587522"/>
                  <a:ext cx="1483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76" name="Entrada de lápiz 375">
                  <a:extLst>
                    <a:ext uri="{FF2B5EF4-FFF2-40B4-BE49-F238E27FC236}">
                      <a16:creationId xmlns:a16="http://schemas.microsoft.com/office/drawing/2014/main" id="{E5B8C5DD-8406-47C3-9B22-F47BCDFD142C}"/>
                    </a:ext>
                  </a:extLst>
                </p14:cNvPr>
                <p14:cNvContentPartPr/>
                <p14:nvPr/>
              </p14:nvContentPartPr>
              <p14:xfrm>
                <a:off x="6237042" y="4572402"/>
                <a:ext cx="107280" cy="150840"/>
              </p14:xfrm>
            </p:contentPart>
          </mc:Choice>
          <mc:Fallback xmlns="">
            <p:pic>
              <p:nvPicPr>
                <p:cNvPr id="376" name="Entrada de lápiz 375">
                  <a:extLst>
                    <a:ext uri="{FF2B5EF4-FFF2-40B4-BE49-F238E27FC236}">
                      <a16:creationId xmlns:a16="http://schemas.microsoft.com/office/drawing/2014/main" id="{E5B8C5DD-8406-47C3-9B22-F47BCDFD142C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6228042" y="4563762"/>
                  <a:ext cx="124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78" name="Entrada de lápiz 377">
                  <a:extLst>
                    <a:ext uri="{FF2B5EF4-FFF2-40B4-BE49-F238E27FC236}">
                      <a16:creationId xmlns:a16="http://schemas.microsoft.com/office/drawing/2014/main" id="{38BFFDA5-9AF0-46E5-B533-5348AD8AE5D1}"/>
                    </a:ext>
                  </a:extLst>
                </p14:cNvPr>
                <p14:cNvContentPartPr/>
                <p14:nvPr/>
              </p14:nvContentPartPr>
              <p14:xfrm>
                <a:off x="6113922" y="4723962"/>
                <a:ext cx="351000" cy="40680"/>
              </p14:xfrm>
            </p:contentPart>
          </mc:Choice>
          <mc:Fallback xmlns="">
            <p:pic>
              <p:nvPicPr>
                <p:cNvPr id="378" name="Entrada de lápiz 377">
                  <a:extLst>
                    <a:ext uri="{FF2B5EF4-FFF2-40B4-BE49-F238E27FC236}">
                      <a16:creationId xmlns:a16="http://schemas.microsoft.com/office/drawing/2014/main" id="{38BFFDA5-9AF0-46E5-B533-5348AD8AE5D1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6104922" y="4715322"/>
                  <a:ext cx="368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79" name="Entrada de lápiz 378">
                  <a:extLst>
                    <a:ext uri="{FF2B5EF4-FFF2-40B4-BE49-F238E27FC236}">
                      <a16:creationId xmlns:a16="http://schemas.microsoft.com/office/drawing/2014/main" id="{764BF012-AD75-43ED-BF4B-BC78C1D03BCF}"/>
                    </a:ext>
                  </a:extLst>
                </p14:cNvPr>
                <p14:cNvContentPartPr/>
                <p14:nvPr/>
              </p14:nvContentPartPr>
              <p14:xfrm>
                <a:off x="6153882" y="4825842"/>
                <a:ext cx="73800" cy="136800"/>
              </p14:xfrm>
            </p:contentPart>
          </mc:Choice>
          <mc:Fallback xmlns="">
            <p:pic>
              <p:nvPicPr>
                <p:cNvPr id="379" name="Entrada de lápiz 378">
                  <a:extLst>
                    <a:ext uri="{FF2B5EF4-FFF2-40B4-BE49-F238E27FC236}">
                      <a16:creationId xmlns:a16="http://schemas.microsoft.com/office/drawing/2014/main" id="{764BF012-AD75-43ED-BF4B-BC78C1D03BCF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145242" y="4816842"/>
                  <a:ext cx="91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80" name="Entrada de lápiz 379">
                  <a:extLst>
                    <a:ext uri="{FF2B5EF4-FFF2-40B4-BE49-F238E27FC236}">
                      <a16:creationId xmlns:a16="http://schemas.microsoft.com/office/drawing/2014/main" id="{0DB692B5-FB63-4E47-A4C2-F4CA005466CB}"/>
                    </a:ext>
                  </a:extLst>
                </p14:cNvPr>
                <p14:cNvContentPartPr/>
                <p14:nvPr/>
              </p14:nvContentPartPr>
              <p14:xfrm>
                <a:off x="6297162" y="4837362"/>
                <a:ext cx="107640" cy="130320"/>
              </p14:xfrm>
            </p:contentPart>
          </mc:Choice>
          <mc:Fallback xmlns="">
            <p:pic>
              <p:nvPicPr>
                <p:cNvPr id="380" name="Entrada de lápiz 379">
                  <a:extLst>
                    <a:ext uri="{FF2B5EF4-FFF2-40B4-BE49-F238E27FC236}">
                      <a16:creationId xmlns:a16="http://schemas.microsoft.com/office/drawing/2014/main" id="{0DB692B5-FB63-4E47-A4C2-F4CA005466CB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288522" y="4828362"/>
                  <a:ext cx="1252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6" name="Grupo 405">
            <a:extLst>
              <a:ext uri="{FF2B5EF4-FFF2-40B4-BE49-F238E27FC236}">
                <a16:creationId xmlns:a16="http://schemas.microsoft.com/office/drawing/2014/main" id="{6012FB4E-F617-45EB-B55F-ECFD1BED1D40}"/>
              </a:ext>
            </a:extLst>
          </p:cNvPr>
          <p:cNvGrpSpPr/>
          <p:nvPr/>
        </p:nvGrpSpPr>
        <p:grpSpPr>
          <a:xfrm>
            <a:off x="6586602" y="4511562"/>
            <a:ext cx="1837440" cy="489600"/>
            <a:chOff x="6586602" y="4511562"/>
            <a:chExt cx="1837440" cy="48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82" name="Entrada de lápiz 381">
                  <a:extLst>
                    <a:ext uri="{FF2B5EF4-FFF2-40B4-BE49-F238E27FC236}">
                      <a16:creationId xmlns:a16="http://schemas.microsoft.com/office/drawing/2014/main" id="{E1A91644-C11A-49F7-BD0E-A06747711A60}"/>
                    </a:ext>
                  </a:extLst>
                </p14:cNvPr>
                <p14:cNvContentPartPr/>
                <p14:nvPr/>
              </p14:nvContentPartPr>
              <p14:xfrm>
                <a:off x="6633402" y="4581402"/>
                <a:ext cx="15120" cy="191160"/>
              </p14:xfrm>
            </p:contentPart>
          </mc:Choice>
          <mc:Fallback xmlns="">
            <p:pic>
              <p:nvPicPr>
                <p:cNvPr id="382" name="Entrada de lápiz 381">
                  <a:extLst>
                    <a:ext uri="{FF2B5EF4-FFF2-40B4-BE49-F238E27FC236}">
                      <a16:creationId xmlns:a16="http://schemas.microsoft.com/office/drawing/2014/main" id="{E1A91644-C11A-49F7-BD0E-A06747711A6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624402" y="4572402"/>
                  <a:ext cx="32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83" name="Entrada de lápiz 382">
                  <a:extLst>
                    <a:ext uri="{FF2B5EF4-FFF2-40B4-BE49-F238E27FC236}">
                      <a16:creationId xmlns:a16="http://schemas.microsoft.com/office/drawing/2014/main" id="{A46B0F58-A1D0-4F5B-A68D-FA307C696964}"/>
                    </a:ext>
                  </a:extLst>
                </p14:cNvPr>
                <p14:cNvContentPartPr/>
                <p14:nvPr/>
              </p14:nvContentPartPr>
              <p14:xfrm>
                <a:off x="6586602" y="4699842"/>
                <a:ext cx="121680" cy="9000"/>
              </p14:xfrm>
            </p:contentPart>
          </mc:Choice>
          <mc:Fallback xmlns="">
            <p:pic>
              <p:nvPicPr>
                <p:cNvPr id="383" name="Entrada de lápiz 382">
                  <a:extLst>
                    <a:ext uri="{FF2B5EF4-FFF2-40B4-BE49-F238E27FC236}">
                      <a16:creationId xmlns:a16="http://schemas.microsoft.com/office/drawing/2014/main" id="{A46B0F58-A1D0-4F5B-A68D-FA307C696964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577962" y="4691202"/>
                  <a:ext cx="139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85" name="Entrada de lápiz 384">
                  <a:extLst>
                    <a:ext uri="{FF2B5EF4-FFF2-40B4-BE49-F238E27FC236}">
                      <a16:creationId xmlns:a16="http://schemas.microsoft.com/office/drawing/2014/main" id="{0595B1CA-1D83-4ED8-9372-9887035B2AA4}"/>
                    </a:ext>
                  </a:extLst>
                </p14:cNvPr>
                <p14:cNvContentPartPr/>
                <p14:nvPr/>
              </p14:nvContentPartPr>
              <p14:xfrm>
                <a:off x="6866322" y="4550082"/>
                <a:ext cx="112320" cy="141480"/>
              </p14:xfrm>
            </p:contentPart>
          </mc:Choice>
          <mc:Fallback xmlns="">
            <p:pic>
              <p:nvPicPr>
                <p:cNvPr id="385" name="Entrada de lápiz 384">
                  <a:extLst>
                    <a:ext uri="{FF2B5EF4-FFF2-40B4-BE49-F238E27FC236}">
                      <a16:creationId xmlns:a16="http://schemas.microsoft.com/office/drawing/2014/main" id="{0595B1CA-1D83-4ED8-9372-9887035B2AA4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6857322" y="4541442"/>
                  <a:ext cx="129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86" name="Entrada de lápiz 385">
                  <a:extLst>
                    <a:ext uri="{FF2B5EF4-FFF2-40B4-BE49-F238E27FC236}">
                      <a16:creationId xmlns:a16="http://schemas.microsoft.com/office/drawing/2014/main" id="{B805452B-D31C-4853-8F8F-A778351E322E}"/>
                    </a:ext>
                  </a:extLst>
                </p14:cNvPr>
                <p14:cNvContentPartPr/>
                <p14:nvPr/>
              </p14:nvContentPartPr>
              <p14:xfrm>
                <a:off x="6832122" y="4741242"/>
                <a:ext cx="253800" cy="21960"/>
              </p14:xfrm>
            </p:contentPart>
          </mc:Choice>
          <mc:Fallback xmlns="">
            <p:pic>
              <p:nvPicPr>
                <p:cNvPr id="386" name="Entrada de lápiz 385">
                  <a:extLst>
                    <a:ext uri="{FF2B5EF4-FFF2-40B4-BE49-F238E27FC236}">
                      <a16:creationId xmlns:a16="http://schemas.microsoft.com/office/drawing/2014/main" id="{B805452B-D31C-4853-8F8F-A778351E322E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823482" y="4732242"/>
                  <a:ext cx="271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88" name="Entrada de lápiz 387">
                  <a:extLst>
                    <a:ext uri="{FF2B5EF4-FFF2-40B4-BE49-F238E27FC236}">
                      <a16:creationId xmlns:a16="http://schemas.microsoft.com/office/drawing/2014/main" id="{2A417E5B-C56A-4BAB-8853-BD10802E3F19}"/>
                    </a:ext>
                  </a:extLst>
                </p14:cNvPr>
                <p14:cNvContentPartPr/>
                <p14:nvPr/>
              </p14:nvContentPartPr>
              <p14:xfrm>
                <a:off x="6863802" y="4827282"/>
                <a:ext cx="44640" cy="121320"/>
              </p14:xfrm>
            </p:contentPart>
          </mc:Choice>
          <mc:Fallback xmlns="">
            <p:pic>
              <p:nvPicPr>
                <p:cNvPr id="388" name="Entrada de lápiz 387">
                  <a:extLst>
                    <a:ext uri="{FF2B5EF4-FFF2-40B4-BE49-F238E27FC236}">
                      <a16:creationId xmlns:a16="http://schemas.microsoft.com/office/drawing/2014/main" id="{2A417E5B-C56A-4BAB-8853-BD10802E3F19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855162" y="4818642"/>
                  <a:ext cx="62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89" name="Entrada de lápiz 388">
                  <a:extLst>
                    <a:ext uri="{FF2B5EF4-FFF2-40B4-BE49-F238E27FC236}">
                      <a16:creationId xmlns:a16="http://schemas.microsoft.com/office/drawing/2014/main" id="{74E3C584-F43E-4C21-B5A1-4A8B369CA455}"/>
                    </a:ext>
                  </a:extLst>
                </p14:cNvPr>
                <p14:cNvContentPartPr/>
                <p14:nvPr/>
              </p14:nvContentPartPr>
              <p14:xfrm>
                <a:off x="6978642" y="4816842"/>
                <a:ext cx="60480" cy="130320"/>
              </p14:xfrm>
            </p:contentPart>
          </mc:Choice>
          <mc:Fallback xmlns="">
            <p:pic>
              <p:nvPicPr>
                <p:cNvPr id="389" name="Entrada de lápiz 388">
                  <a:extLst>
                    <a:ext uri="{FF2B5EF4-FFF2-40B4-BE49-F238E27FC236}">
                      <a16:creationId xmlns:a16="http://schemas.microsoft.com/office/drawing/2014/main" id="{74E3C584-F43E-4C21-B5A1-4A8B369CA455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969642" y="4807842"/>
                  <a:ext cx="78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90" name="Entrada de lápiz 389">
                  <a:extLst>
                    <a:ext uri="{FF2B5EF4-FFF2-40B4-BE49-F238E27FC236}">
                      <a16:creationId xmlns:a16="http://schemas.microsoft.com/office/drawing/2014/main" id="{C73F810F-1680-49C2-9F96-A0F40AE390B2}"/>
                    </a:ext>
                  </a:extLst>
                </p14:cNvPr>
                <p14:cNvContentPartPr/>
                <p14:nvPr/>
              </p14:nvContentPartPr>
              <p14:xfrm>
                <a:off x="7049202" y="4511562"/>
                <a:ext cx="146880" cy="489600"/>
              </p14:xfrm>
            </p:contentPart>
          </mc:Choice>
          <mc:Fallback xmlns="">
            <p:pic>
              <p:nvPicPr>
                <p:cNvPr id="390" name="Entrada de lápiz 389">
                  <a:extLst>
                    <a:ext uri="{FF2B5EF4-FFF2-40B4-BE49-F238E27FC236}">
                      <a16:creationId xmlns:a16="http://schemas.microsoft.com/office/drawing/2014/main" id="{C73F810F-1680-49C2-9F96-A0F40AE390B2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040562" y="4502922"/>
                  <a:ext cx="16452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92" name="Entrada de lápiz 391">
                  <a:extLst>
                    <a:ext uri="{FF2B5EF4-FFF2-40B4-BE49-F238E27FC236}">
                      <a16:creationId xmlns:a16="http://schemas.microsoft.com/office/drawing/2014/main" id="{E78D9072-6439-466E-8F45-4A4095E27A43}"/>
                    </a:ext>
                  </a:extLst>
                </p14:cNvPr>
                <p14:cNvContentPartPr/>
                <p14:nvPr/>
              </p14:nvContentPartPr>
              <p14:xfrm>
                <a:off x="7354842" y="4749882"/>
                <a:ext cx="141120" cy="11520"/>
              </p14:xfrm>
            </p:contentPart>
          </mc:Choice>
          <mc:Fallback xmlns="">
            <p:pic>
              <p:nvPicPr>
                <p:cNvPr id="392" name="Entrada de lápiz 391">
                  <a:extLst>
                    <a:ext uri="{FF2B5EF4-FFF2-40B4-BE49-F238E27FC236}">
                      <a16:creationId xmlns:a16="http://schemas.microsoft.com/office/drawing/2014/main" id="{E78D9072-6439-466E-8F45-4A4095E27A43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346202" y="4740882"/>
                  <a:ext cx="158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93" name="Entrada de lápiz 392">
                  <a:extLst>
                    <a:ext uri="{FF2B5EF4-FFF2-40B4-BE49-F238E27FC236}">
                      <a16:creationId xmlns:a16="http://schemas.microsoft.com/office/drawing/2014/main" id="{8558ECAE-73D6-46F3-B17A-5B1B7772F7EB}"/>
                    </a:ext>
                  </a:extLst>
                </p14:cNvPr>
                <p14:cNvContentPartPr/>
                <p14:nvPr/>
              </p14:nvContentPartPr>
              <p14:xfrm>
                <a:off x="7332162" y="4814322"/>
                <a:ext cx="175320" cy="12240"/>
              </p14:xfrm>
            </p:contentPart>
          </mc:Choice>
          <mc:Fallback xmlns="">
            <p:pic>
              <p:nvPicPr>
                <p:cNvPr id="393" name="Entrada de lápiz 392">
                  <a:extLst>
                    <a:ext uri="{FF2B5EF4-FFF2-40B4-BE49-F238E27FC236}">
                      <a16:creationId xmlns:a16="http://schemas.microsoft.com/office/drawing/2014/main" id="{8558ECAE-73D6-46F3-B17A-5B1B7772F7EB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7323162" y="4805322"/>
                  <a:ext cx="192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94" name="Entrada de lápiz 393">
                  <a:extLst>
                    <a:ext uri="{FF2B5EF4-FFF2-40B4-BE49-F238E27FC236}">
                      <a16:creationId xmlns:a16="http://schemas.microsoft.com/office/drawing/2014/main" id="{82530AAF-1945-476E-93CF-CAD531BAB3E6}"/>
                    </a:ext>
                  </a:extLst>
                </p14:cNvPr>
                <p14:cNvContentPartPr/>
                <p14:nvPr/>
              </p14:nvContentPartPr>
              <p14:xfrm>
                <a:off x="7710522" y="4657002"/>
                <a:ext cx="3240" cy="157680"/>
              </p14:xfrm>
            </p:contentPart>
          </mc:Choice>
          <mc:Fallback xmlns="">
            <p:pic>
              <p:nvPicPr>
                <p:cNvPr id="394" name="Entrada de lápiz 393">
                  <a:extLst>
                    <a:ext uri="{FF2B5EF4-FFF2-40B4-BE49-F238E27FC236}">
                      <a16:creationId xmlns:a16="http://schemas.microsoft.com/office/drawing/2014/main" id="{82530AAF-1945-476E-93CF-CAD531BAB3E6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701522" y="4648002"/>
                  <a:ext cx="20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95" name="Entrada de lápiz 394">
                  <a:extLst>
                    <a:ext uri="{FF2B5EF4-FFF2-40B4-BE49-F238E27FC236}">
                      <a16:creationId xmlns:a16="http://schemas.microsoft.com/office/drawing/2014/main" id="{F2D90A51-F5B2-4A2A-A6FE-6BE0C7AA37C0}"/>
                    </a:ext>
                  </a:extLst>
                </p14:cNvPr>
                <p14:cNvContentPartPr/>
                <p14:nvPr/>
              </p14:nvContentPartPr>
              <p14:xfrm>
                <a:off x="7780002" y="4659522"/>
                <a:ext cx="5040" cy="155160"/>
              </p14:xfrm>
            </p:contentPart>
          </mc:Choice>
          <mc:Fallback xmlns="">
            <p:pic>
              <p:nvPicPr>
                <p:cNvPr id="395" name="Entrada de lápiz 394">
                  <a:extLst>
                    <a:ext uri="{FF2B5EF4-FFF2-40B4-BE49-F238E27FC236}">
                      <a16:creationId xmlns:a16="http://schemas.microsoft.com/office/drawing/2014/main" id="{F2D90A51-F5B2-4A2A-A6FE-6BE0C7AA37C0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771362" y="4650882"/>
                  <a:ext cx="22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96" name="Entrada de lápiz 395">
                  <a:extLst>
                    <a:ext uri="{FF2B5EF4-FFF2-40B4-BE49-F238E27FC236}">
                      <a16:creationId xmlns:a16="http://schemas.microsoft.com/office/drawing/2014/main" id="{8AF004A4-52A7-4E4F-9997-2FA02B8E7304}"/>
                    </a:ext>
                  </a:extLst>
                </p14:cNvPr>
                <p14:cNvContentPartPr/>
                <p14:nvPr/>
              </p14:nvContentPartPr>
              <p14:xfrm>
                <a:off x="7636002" y="4632882"/>
                <a:ext cx="273960" cy="38160"/>
              </p14:xfrm>
            </p:contentPart>
          </mc:Choice>
          <mc:Fallback xmlns="">
            <p:pic>
              <p:nvPicPr>
                <p:cNvPr id="396" name="Entrada de lápiz 395">
                  <a:extLst>
                    <a:ext uri="{FF2B5EF4-FFF2-40B4-BE49-F238E27FC236}">
                      <a16:creationId xmlns:a16="http://schemas.microsoft.com/office/drawing/2014/main" id="{8AF004A4-52A7-4E4F-9997-2FA02B8E7304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627002" y="4624242"/>
                  <a:ext cx="291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97" name="Entrada de lápiz 396">
                  <a:extLst>
                    <a:ext uri="{FF2B5EF4-FFF2-40B4-BE49-F238E27FC236}">
                      <a16:creationId xmlns:a16="http://schemas.microsoft.com/office/drawing/2014/main" id="{9DE64B14-CC95-4718-9E88-3F6AA556BF02}"/>
                    </a:ext>
                  </a:extLst>
                </p14:cNvPr>
                <p14:cNvContentPartPr/>
                <p14:nvPr/>
              </p14:nvContentPartPr>
              <p14:xfrm>
                <a:off x="7890162" y="4706322"/>
                <a:ext cx="102600" cy="59760"/>
              </p14:xfrm>
            </p:contentPart>
          </mc:Choice>
          <mc:Fallback xmlns="">
            <p:pic>
              <p:nvPicPr>
                <p:cNvPr id="397" name="Entrada de lápiz 396">
                  <a:extLst>
                    <a:ext uri="{FF2B5EF4-FFF2-40B4-BE49-F238E27FC236}">
                      <a16:creationId xmlns:a16="http://schemas.microsoft.com/office/drawing/2014/main" id="{9DE64B14-CC95-4718-9E88-3F6AA556BF02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7881162" y="4697682"/>
                  <a:ext cx="120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99" name="Entrada de lápiz 398">
                  <a:extLst>
                    <a:ext uri="{FF2B5EF4-FFF2-40B4-BE49-F238E27FC236}">
                      <a16:creationId xmlns:a16="http://schemas.microsoft.com/office/drawing/2014/main" id="{D04F62C2-FC9E-4FB6-97D6-E3178AD1DE70}"/>
                    </a:ext>
                  </a:extLst>
                </p14:cNvPr>
                <p14:cNvContentPartPr/>
                <p14:nvPr/>
              </p14:nvContentPartPr>
              <p14:xfrm>
                <a:off x="8101842" y="4608402"/>
                <a:ext cx="56880" cy="139320"/>
              </p14:xfrm>
            </p:contentPart>
          </mc:Choice>
          <mc:Fallback xmlns="">
            <p:pic>
              <p:nvPicPr>
                <p:cNvPr id="399" name="Entrada de lápiz 398">
                  <a:extLst>
                    <a:ext uri="{FF2B5EF4-FFF2-40B4-BE49-F238E27FC236}">
                      <a16:creationId xmlns:a16="http://schemas.microsoft.com/office/drawing/2014/main" id="{D04F62C2-FC9E-4FB6-97D6-E3178AD1DE70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092842" y="4599402"/>
                  <a:ext cx="74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00" name="Entrada de lápiz 399">
                  <a:extLst>
                    <a:ext uri="{FF2B5EF4-FFF2-40B4-BE49-F238E27FC236}">
                      <a16:creationId xmlns:a16="http://schemas.microsoft.com/office/drawing/2014/main" id="{7A7804AE-7B9A-477E-909C-615A0195970E}"/>
                    </a:ext>
                  </a:extLst>
                </p14:cNvPr>
                <p14:cNvContentPartPr/>
                <p14:nvPr/>
              </p14:nvContentPartPr>
              <p14:xfrm>
                <a:off x="8254482" y="4555482"/>
                <a:ext cx="94320" cy="157320"/>
              </p14:xfrm>
            </p:contentPart>
          </mc:Choice>
          <mc:Fallback xmlns="">
            <p:pic>
              <p:nvPicPr>
                <p:cNvPr id="400" name="Entrada de lápiz 399">
                  <a:extLst>
                    <a:ext uri="{FF2B5EF4-FFF2-40B4-BE49-F238E27FC236}">
                      <a16:creationId xmlns:a16="http://schemas.microsoft.com/office/drawing/2014/main" id="{7A7804AE-7B9A-477E-909C-615A0195970E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245842" y="4546842"/>
                  <a:ext cx="111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01" name="Entrada de lápiz 400">
                  <a:extLst>
                    <a:ext uri="{FF2B5EF4-FFF2-40B4-BE49-F238E27FC236}">
                      <a16:creationId xmlns:a16="http://schemas.microsoft.com/office/drawing/2014/main" id="{EEC98319-3F59-430B-BC62-65906D0FA612}"/>
                    </a:ext>
                  </a:extLst>
                </p14:cNvPr>
                <p14:cNvContentPartPr/>
                <p14:nvPr/>
              </p14:nvContentPartPr>
              <p14:xfrm>
                <a:off x="8134962" y="4764282"/>
                <a:ext cx="255960" cy="27360"/>
              </p14:xfrm>
            </p:contentPart>
          </mc:Choice>
          <mc:Fallback xmlns="">
            <p:pic>
              <p:nvPicPr>
                <p:cNvPr id="401" name="Entrada de lápiz 400">
                  <a:extLst>
                    <a:ext uri="{FF2B5EF4-FFF2-40B4-BE49-F238E27FC236}">
                      <a16:creationId xmlns:a16="http://schemas.microsoft.com/office/drawing/2014/main" id="{EEC98319-3F59-430B-BC62-65906D0FA612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8126322" y="4755642"/>
                  <a:ext cx="273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02" name="Entrada de lápiz 401">
                  <a:extLst>
                    <a:ext uri="{FF2B5EF4-FFF2-40B4-BE49-F238E27FC236}">
                      <a16:creationId xmlns:a16="http://schemas.microsoft.com/office/drawing/2014/main" id="{1F279658-15CB-4DFA-A69D-4B27CC4104E2}"/>
                    </a:ext>
                  </a:extLst>
                </p14:cNvPr>
                <p14:cNvContentPartPr/>
                <p14:nvPr/>
              </p14:nvContentPartPr>
              <p14:xfrm>
                <a:off x="8169162" y="4845282"/>
                <a:ext cx="67320" cy="95760"/>
              </p14:xfrm>
            </p:contentPart>
          </mc:Choice>
          <mc:Fallback xmlns="">
            <p:pic>
              <p:nvPicPr>
                <p:cNvPr id="402" name="Entrada de lápiz 401">
                  <a:extLst>
                    <a:ext uri="{FF2B5EF4-FFF2-40B4-BE49-F238E27FC236}">
                      <a16:creationId xmlns:a16="http://schemas.microsoft.com/office/drawing/2014/main" id="{1F279658-15CB-4DFA-A69D-4B27CC4104E2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8160162" y="4836282"/>
                  <a:ext cx="84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03" name="Entrada de lápiz 402">
                  <a:extLst>
                    <a:ext uri="{FF2B5EF4-FFF2-40B4-BE49-F238E27FC236}">
                      <a16:creationId xmlns:a16="http://schemas.microsoft.com/office/drawing/2014/main" id="{5D364EA3-8D8C-4DBF-B6BD-1C3F36963583}"/>
                    </a:ext>
                  </a:extLst>
                </p14:cNvPr>
                <p14:cNvContentPartPr/>
                <p14:nvPr/>
              </p14:nvContentPartPr>
              <p14:xfrm>
                <a:off x="8272122" y="4788042"/>
                <a:ext cx="151920" cy="167040"/>
              </p14:xfrm>
            </p:contentPart>
          </mc:Choice>
          <mc:Fallback xmlns="">
            <p:pic>
              <p:nvPicPr>
                <p:cNvPr id="403" name="Entrada de lápiz 402">
                  <a:extLst>
                    <a:ext uri="{FF2B5EF4-FFF2-40B4-BE49-F238E27FC236}">
                      <a16:creationId xmlns:a16="http://schemas.microsoft.com/office/drawing/2014/main" id="{5D364EA3-8D8C-4DBF-B6BD-1C3F36963583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8263482" y="4779042"/>
                  <a:ext cx="169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05" name="Entrada de lápiz 404">
                  <a:extLst>
                    <a:ext uri="{FF2B5EF4-FFF2-40B4-BE49-F238E27FC236}">
                      <a16:creationId xmlns:a16="http://schemas.microsoft.com/office/drawing/2014/main" id="{00D14F96-B4E2-446A-A64A-99CCA505255F}"/>
                    </a:ext>
                  </a:extLst>
                </p14:cNvPr>
                <p14:cNvContentPartPr/>
                <p14:nvPr/>
              </p14:nvContentPartPr>
              <p14:xfrm>
                <a:off x="7893402" y="4712802"/>
                <a:ext cx="109080" cy="78840"/>
              </p14:xfrm>
            </p:contentPart>
          </mc:Choice>
          <mc:Fallback xmlns="">
            <p:pic>
              <p:nvPicPr>
                <p:cNvPr id="405" name="Entrada de lápiz 404">
                  <a:extLst>
                    <a:ext uri="{FF2B5EF4-FFF2-40B4-BE49-F238E27FC236}">
                      <a16:creationId xmlns:a16="http://schemas.microsoft.com/office/drawing/2014/main" id="{00D14F96-B4E2-446A-A64A-99CCA505255F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7884762" y="4704162"/>
                  <a:ext cx="1267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upo 417">
            <a:extLst>
              <a:ext uri="{FF2B5EF4-FFF2-40B4-BE49-F238E27FC236}">
                <a16:creationId xmlns:a16="http://schemas.microsoft.com/office/drawing/2014/main" id="{4ECBB6B1-E4B7-43E3-9A95-C3FEBCC02711}"/>
              </a:ext>
            </a:extLst>
          </p:cNvPr>
          <p:cNvGrpSpPr/>
          <p:nvPr/>
        </p:nvGrpSpPr>
        <p:grpSpPr>
          <a:xfrm>
            <a:off x="8771082" y="4438842"/>
            <a:ext cx="1498680" cy="811080"/>
            <a:chOff x="8771082" y="4438842"/>
            <a:chExt cx="1498680" cy="81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07" name="Entrada de lápiz 406">
                  <a:extLst>
                    <a:ext uri="{FF2B5EF4-FFF2-40B4-BE49-F238E27FC236}">
                      <a16:creationId xmlns:a16="http://schemas.microsoft.com/office/drawing/2014/main" id="{1FFFEDA4-2030-4126-89BE-C1A14CE64F67}"/>
                    </a:ext>
                  </a:extLst>
                </p14:cNvPr>
                <p14:cNvContentPartPr/>
                <p14:nvPr/>
              </p14:nvContentPartPr>
              <p14:xfrm>
                <a:off x="8771082" y="4730082"/>
                <a:ext cx="183960" cy="15840"/>
              </p14:xfrm>
            </p:contentPart>
          </mc:Choice>
          <mc:Fallback xmlns="">
            <p:pic>
              <p:nvPicPr>
                <p:cNvPr id="407" name="Entrada de lápiz 406">
                  <a:extLst>
                    <a:ext uri="{FF2B5EF4-FFF2-40B4-BE49-F238E27FC236}">
                      <a16:creationId xmlns:a16="http://schemas.microsoft.com/office/drawing/2014/main" id="{1FFFEDA4-2030-4126-89BE-C1A14CE64F67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8762082" y="4721082"/>
                  <a:ext cx="201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08" name="Entrada de lápiz 407">
                  <a:extLst>
                    <a:ext uri="{FF2B5EF4-FFF2-40B4-BE49-F238E27FC236}">
                      <a16:creationId xmlns:a16="http://schemas.microsoft.com/office/drawing/2014/main" id="{E92C0CC7-C8DB-43FF-8193-118FF6E43298}"/>
                    </a:ext>
                  </a:extLst>
                </p14:cNvPr>
                <p14:cNvContentPartPr/>
                <p14:nvPr/>
              </p14:nvContentPartPr>
              <p14:xfrm>
                <a:off x="8793762" y="4831602"/>
                <a:ext cx="245880" cy="15840"/>
              </p14:xfrm>
            </p:contentPart>
          </mc:Choice>
          <mc:Fallback xmlns="">
            <p:pic>
              <p:nvPicPr>
                <p:cNvPr id="408" name="Entrada de lápiz 407">
                  <a:extLst>
                    <a:ext uri="{FF2B5EF4-FFF2-40B4-BE49-F238E27FC236}">
                      <a16:creationId xmlns:a16="http://schemas.microsoft.com/office/drawing/2014/main" id="{E92C0CC7-C8DB-43FF-8193-118FF6E43298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8785122" y="4822602"/>
                  <a:ext cx="263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09" name="Entrada de lápiz 408">
                  <a:extLst>
                    <a:ext uri="{FF2B5EF4-FFF2-40B4-BE49-F238E27FC236}">
                      <a16:creationId xmlns:a16="http://schemas.microsoft.com/office/drawing/2014/main" id="{A1A69227-8F1B-4990-BBE1-8B5B0A8D3DB3}"/>
                    </a:ext>
                  </a:extLst>
                </p14:cNvPr>
                <p14:cNvContentPartPr/>
                <p14:nvPr/>
              </p14:nvContentPartPr>
              <p14:xfrm>
                <a:off x="9306042" y="4627482"/>
                <a:ext cx="45000" cy="167040"/>
              </p14:xfrm>
            </p:contentPart>
          </mc:Choice>
          <mc:Fallback xmlns="">
            <p:pic>
              <p:nvPicPr>
                <p:cNvPr id="409" name="Entrada de lápiz 408">
                  <a:extLst>
                    <a:ext uri="{FF2B5EF4-FFF2-40B4-BE49-F238E27FC236}">
                      <a16:creationId xmlns:a16="http://schemas.microsoft.com/office/drawing/2014/main" id="{A1A69227-8F1B-4990-BBE1-8B5B0A8D3DB3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9297042" y="4618482"/>
                  <a:ext cx="62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10" name="Entrada de lápiz 409">
                  <a:extLst>
                    <a:ext uri="{FF2B5EF4-FFF2-40B4-BE49-F238E27FC236}">
                      <a16:creationId xmlns:a16="http://schemas.microsoft.com/office/drawing/2014/main" id="{0F29D10A-8DA1-47D1-B8AB-FCE477166DE2}"/>
                    </a:ext>
                  </a:extLst>
                </p14:cNvPr>
                <p14:cNvContentPartPr/>
                <p14:nvPr/>
              </p14:nvContentPartPr>
              <p14:xfrm>
                <a:off x="9433122" y="4590042"/>
                <a:ext cx="127080" cy="176040"/>
              </p14:xfrm>
            </p:contentPart>
          </mc:Choice>
          <mc:Fallback xmlns="">
            <p:pic>
              <p:nvPicPr>
                <p:cNvPr id="410" name="Entrada de lápiz 409">
                  <a:extLst>
                    <a:ext uri="{FF2B5EF4-FFF2-40B4-BE49-F238E27FC236}">
                      <a16:creationId xmlns:a16="http://schemas.microsoft.com/office/drawing/2014/main" id="{0F29D10A-8DA1-47D1-B8AB-FCE477166DE2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9424122" y="4581042"/>
                  <a:ext cx="144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11" name="Entrada de lápiz 410">
                  <a:extLst>
                    <a:ext uri="{FF2B5EF4-FFF2-40B4-BE49-F238E27FC236}">
                      <a16:creationId xmlns:a16="http://schemas.microsoft.com/office/drawing/2014/main" id="{2108F76C-156F-4D83-81C8-F094832446E0}"/>
                    </a:ext>
                  </a:extLst>
                </p14:cNvPr>
                <p14:cNvContentPartPr/>
                <p14:nvPr/>
              </p14:nvContentPartPr>
              <p14:xfrm>
                <a:off x="9304242" y="4807482"/>
                <a:ext cx="356760" cy="41760"/>
              </p14:xfrm>
            </p:contentPart>
          </mc:Choice>
          <mc:Fallback xmlns="">
            <p:pic>
              <p:nvPicPr>
                <p:cNvPr id="411" name="Entrada de lápiz 410">
                  <a:extLst>
                    <a:ext uri="{FF2B5EF4-FFF2-40B4-BE49-F238E27FC236}">
                      <a16:creationId xmlns:a16="http://schemas.microsoft.com/office/drawing/2014/main" id="{2108F76C-156F-4D83-81C8-F094832446E0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9295242" y="4798482"/>
                  <a:ext cx="374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12" name="Entrada de lápiz 411">
                  <a:extLst>
                    <a:ext uri="{FF2B5EF4-FFF2-40B4-BE49-F238E27FC236}">
                      <a16:creationId xmlns:a16="http://schemas.microsoft.com/office/drawing/2014/main" id="{43B5E141-1FF4-429B-BFAC-74C4F4FFF11C}"/>
                    </a:ext>
                  </a:extLst>
                </p14:cNvPr>
                <p14:cNvContentPartPr/>
                <p14:nvPr/>
              </p14:nvContentPartPr>
              <p14:xfrm>
                <a:off x="9351042" y="4941042"/>
                <a:ext cx="51840" cy="143640"/>
              </p14:xfrm>
            </p:contentPart>
          </mc:Choice>
          <mc:Fallback xmlns="">
            <p:pic>
              <p:nvPicPr>
                <p:cNvPr id="412" name="Entrada de lápiz 411">
                  <a:extLst>
                    <a:ext uri="{FF2B5EF4-FFF2-40B4-BE49-F238E27FC236}">
                      <a16:creationId xmlns:a16="http://schemas.microsoft.com/office/drawing/2014/main" id="{43B5E141-1FF4-429B-BFAC-74C4F4FFF11C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9342042" y="4932042"/>
                  <a:ext cx="69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13" name="Entrada de lápiz 412">
                  <a:extLst>
                    <a:ext uri="{FF2B5EF4-FFF2-40B4-BE49-F238E27FC236}">
                      <a16:creationId xmlns:a16="http://schemas.microsoft.com/office/drawing/2014/main" id="{C4B6EC8F-D1D9-41F3-B791-BF7EB4C5F520}"/>
                    </a:ext>
                  </a:extLst>
                </p14:cNvPr>
                <p14:cNvContentPartPr/>
                <p14:nvPr/>
              </p14:nvContentPartPr>
              <p14:xfrm>
                <a:off x="9419802" y="4945362"/>
                <a:ext cx="156240" cy="173520"/>
              </p14:xfrm>
            </p:contentPart>
          </mc:Choice>
          <mc:Fallback xmlns="">
            <p:pic>
              <p:nvPicPr>
                <p:cNvPr id="413" name="Entrada de lápiz 412">
                  <a:extLst>
                    <a:ext uri="{FF2B5EF4-FFF2-40B4-BE49-F238E27FC236}">
                      <a16:creationId xmlns:a16="http://schemas.microsoft.com/office/drawing/2014/main" id="{C4B6EC8F-D1D9-41F3-B791-BF7EB4C5F520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9410802" y="4936722"/>
                  <a:ext cx="173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14" name="Entrada de lápiz 413">
                  <a:extLst>
                    <a:ext uri="{FF2B5EF4-FFF2-40B4-BE49-F238E27FC236}">
                      <a16:creationId xmlns:a16="http://schemas.microsoft.com/office/drawing/2014/main" id="{A03B2DCF-1F2B-4C05-8C32-DA541C55947E}"/>
                    </a:ext>
                  </a:extLst>
                </p14:cNvPr>
                <p14:cNvContentPartPr/>
                <p14:nvPr/>
              </p14:nvContentPartPr>
              <p14:xfrm>
                <a:off x="9787362" y="4658802"/>
                <a:ext cx="19800" cy="238320"/>
              </p14:xfrm>
            </p:contentPart>
          </mc:Choice>
          <mc:Fallback xmlns="">
            <p:pic>
              <p:nvPicPr>
                <p:cNvPr id="414" name="Entrada de lápiz 413">
                  <a:extLst>
                    <a:ext uri="{FF2B5EF4-FFF2-40B4-BE49-F238E27FC236}">
                      <a16:creationId xmlns:a16="http://schemas.microsoft.com/office/drawing/2014/main" id="{A03B2DCF-1F2B-4C05-8C32-DA541C55947E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778722" y="4649802"/>
                  <a:ext cx="37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15" name="Entrada de lápiz 414">
                  <a:extLst>
                    <a:ext uri="{FF2B5EF4-FFF2-40B4-BE49-F238E27FC236}">
                      <a16:creationId xmlns:a16="http://schemas.microsoft.com/office/drawing/2014/main" id="{F113CA73-E0E4-45C6-A1E4-AA45F185B9D2}"/>
                    </a:ext>
                  </a:extLst>
                </p14:cNvPr>
                <p14:cNvContentPartPr/>
                <p14:nvPr/>
              </p14:nvContentPartPr>
              <p14:xfrm>
                <a:off x="9884922" y="4667442"/>
                <a:ext cx="6120" cy="199800"/>
              </p14:xfrm>
            </p:contentPart>
          </mc:Choice>
          <mc:Fallback xmlns="">
            <p:pic>
              <p:nvPicPr>
                <p:cNvPr id="415" name="Entrada de lápiz 414">
                  <a:extLst>
                    <a:ext uri="{FF2B5EF4-FFF2-40B4-BE49-F238E27FC236}">
                      <a16:creationId xmlns:a16="http://schemas.microsoft.com/office/drawing/2014/main" id="{F113CA73-E0E4-45C6-A1E4-AA45F185B9D2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9876282" y="4658442"/>
                  <a:ext cx="23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16" name="Entrada de lápiz 415">
                  <a:extLst>
                    <a:ext uri="{FF2B5EF4-FFF2-40B4-BE49-F238E27FC236}">
                      <a16:creationId xmlns:a16="http://schemas.microsoft.com/office/drawing/2014/main" id="{83F0396E-A5B3-4B61-B742-250F58094BAA}"/>
                    </a:ext>
                  </a:extLst>
                </p14:cNvPr>
                <p14:cNvContentPartPr/>
                <p14:nvPr/>
              </p14:nvContentPartPr>
              <p14:xfrm>
                <a:off x="9720762" y="4654482"/>
                <a:ext cx="252720" cy="41040"/>
              </p14:xfrm>
            </p:contentPart>
          </mc:Choice>
          <mc:Fallback xmlns="">
            <p:pic>
              <p:nvPicPr>
                <p:cNvPr id="416" name="Entrada de lápiz 415">
                  <a:extLst>
                    <a:ext uri="{FF2B5EF4-FFF2-40B4-BE49-F238E27FC236}">
                      <a16:creationId xmlns:a16="http://schemas.microsoft.com/office/drawing/2014/main" id="{83F0396E-A5B3-4B61-B742-250F58094BAA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711762" y="4645482"/>
                  <a:ext cx="270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17" name="Entrada de lápiz 416">
                  <a:extLst>
                    <a:ext uri="{FF2B5EF4-FFF2-40B4-BE49-F238E27FC236}">
                      <a16:creationId xmlns:a16="http://schemas.microsoft.com/office/drawing/2014/main" id="{DF61C66F-1464-4D42-8289-3A89CE016D5D}"/>
                    </a:ext>
                  </a:extLst>
                </p14:cNvPr>
                <p14:cNvContentPartPr/>
                <p14:nvPr/>
              </p14:nvContentPartPr>
              <p14:xfrm>
                <a:off x="9061962" y="4438842"/>
                <a:ext cx="1207800" cy="811080"/>
              </p14:xfrm>
            </p:contentPart>
          </mc:Choice>
          <mc:Fallback xmlns="">
            <p:pic>
              <p:nvPicPr>
                <p:cNvPr id="417" name="Entrada de lápiz 416">
                  <a:extLst>
                    <a:ext uri="{FF2B5EF4-FFF2-40B4-BE49-F238E27FC236}">
                      <a16:creationId xmlns:a16="http://schemas.microsoft.com/office/drawing/2014/main" id="{DF61C66F-1464-4D42-8289-3A89CE016D5D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9052962" y="4429842"/>
                  <a:ext cx="1225440" cy="82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upo 427">
            <a:extLst>
              <a:ext uri="{FF2B5EF4-FFF2-40B4-BE49-F238E27FC236}">
                <a16:creationId xmlns:a16="http://schemas.microsoft.com/office/drawing/2014/main" id="{1DA0F66D-8076-43B4-9B66-3C5A683D5467}"/>
              </a:ext>
            </a:extLst>
          </p:cNvPr>
          <p:cNvGrpSpPr/>
          <p:nvPr/>
        </p:nvGrpSpPr>
        <p:grpSpPr>
          <a:xfrm>
            <a:off x="10421322" y="4560045"/>
            <a:ext cx="1272600" cy="673200"/>
            <a:chOff x="10421322" y="4560045"/>
            <a:chExt cx="1272600" cy="6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19" name="Entrada de lápiz 418">
                  <a:extLst>
                    <a:ext uri="{FF2B5EF4-FFF2-40B4-BE49-F238E27FC236}">
                      <a16:creationId xmlns:a16="http://schemas.microsoft.com/office/drawing/2014/main" id="{636133C6-6C4A-419B-B5A6-92CCF9C1B1C7}"/>
                    </a:ext>
                  </a:extLst>
                </p14:cNvPr>
                <p14:cNvContentPartPr/>
                <p14:nvPr/>
              </p14:nvContentPartPr>
              <p14:xfrm>
                <a:off x="10421322" y="4762365"/>
                <a:ext cx="180360" cy="30600"/>
              </p14:xfrm>
            </p:contentPart>
          </mc:Choice>
          <mc:Fallback xmlns="">
            <p:pic>
              <p:nvPicPr>
                <p:cNvPr id="419" name="Entrada de lápiz 418">
                  <a:extLst>
                    <a:ext uri="{FF2B5EF4-FFF2-40B4-BE49-F238E27FC236}">
                      <a16:creationId xmlns:a16="http://schemas.microsoft.com/office/drawing/2014/main" id="{636133C6-6C4A-419B-B5A6-92CCF9C1B1C7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0412682" y="4753725"/>
                  <a:ext cx="198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20" name="Entrada de lápiz 419">
                  <a:extLst>
                    <a:ext uri="{FF2B5EF4-FFF2-40B4-BE49-F238E27FC236}">
                      <a16:creationId xmlns:a16="http://schemas.microsoft.com/office/drawing/2014/main" id="{958EBA5D-580D-4284-827B-C81EFEF2F223}"/>
                    </a:ext>
                  </a:extLst>
                </p14:cNvPr>
                <p14:cNvContentPartPr/>
                <p14:nvPr/>
              </p14:nvContentPartPr>
              <p14:xfrm>
                <a:off x="10462722" y="4814205"/>
                <a:ext cx="208080" cy="12240"/>
              </p14:xfrm>
            </p:contentPart>
          </mc:Choice>
          <mc:Fallback xmlns="">
            <p:pic>
              <p:nvPicPr>
                <p:cNvPr id="420" name="Entrada de lápiz 419">
                  <a:extLst>
                    <a:ext uri="{FF2B5EF4-FFF2-40B4-BE49-F238E27FC236}">
                      <a16:creationId xmlns:a16="http://schemas.microsoft.com/office/drawing/2014/main" id="{958EBA5D-580D-4284-827B-C81EFEF2F223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0453722" y="4805205"/>
                  <a:ext cx="225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21" name="Entrada de lápiz 420">
                  <a:extLst>
                    <a:ext uri="{FF2B5EF4-FFF2-40B4-BE49-F238E27FC236}">
                      <a16:creationId xmlns:a16="http://schemas.microsoft.com/office/drawing/2014/main" id="{8FC37184-F699-4376-9522-0D6BB4C3234A}"/>
                    </a:ext>
                  </a:extLst>
                </p14:cNvPr>
                <p14:cNvContentPartPr/>
                <p14:nvPr/>
              </p14:nvContentPartPr>
              <p14:xfrm>
                <a:off x="10796442" y="4709805"/>
                <a:ext cx="153360" cy="190800"/>
              </p14:xfrm>
            </p:contentPart>
          </mc:Choice>
          <mc:Fallback xmlns="">
            <p:pic>
              <p:nvPicPr>
                <p:cNvPr id="421" name="Entrada de lápiz 420">
                  <a:extLst>
                    <a:ext uri="{FF2B5EF4-FFF2-40B4-BE49-F238E27FC236}">
                      <a16:creationId xmlns:a16="http://schemas.microsoft.com/office/drawing/2014/main" id="{8FC37184-F699-4376-9522-0D6BB4C3234A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10787802" y="4701165"/>
                  <a:ext cx="171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22" name="Entrada de lápiz 421">
                  <a:extLst>
                    <a:ext uri="{FF2B5EF4-FFF2-40B4-BE49-F238E27FC236}">
                      <a16:creationId xmlns:a16="http://schemas.microsoft.com/office/drawing/2014/main" id="{06BBB5A5-97F0-49C6-B547-A11AE7E69DA2}"/>
                    </a:ext>
                  </a:extLst>
                </p14:cNvPr>
                <p14:cNvContentPartPr/>
                <p14:nvPr/>
              </p14:nvContentPartPr>
              <p14:xfrm>
                <a:off x="10970322" y="4902765"/>
                <a:ext cx="19440" cy="85320"/>
              </p14:xfrm>
            </p:contentPart>
          </mc:Choice>
          <mc:Fallback xmlns="">
            <p:pic>
              <p:nvPicPr>
                <p:cNvPr id="422" name="Entrada de lápiz 421">
                  <a:extLst>
                    <a:ext uri="{FF2B5EF4-FFF2-40B4-BE49-F238E27FC236}">
                      <a16:creationId xmlns:a16="http://schemas.microsoft.com/office/drawing/2014/main" id="{06BBB5A5-97F0-49C6-B547-A11AE7E69DA2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10961682" y="4893765"/>
                  <a:ext cx="37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24" name="Entrada de lápiz 423">
                  <a:extLst>
                    <a:ext uri="{FF2B5EF4-FFF2-40B4-BE49-F238E27FC236}">
                      <a16:creationId xmlns:a16="http://schemas.microsoft.com/office/drawing/2014/main" id="{6002737C-9BC8-471C-82E3-9C0DE6F279B1}"/>
                    </a:ext>
                  </a:extLst>
                </p14:cNvPr>
                <p14:cNvContentPartPr/>
                <p14:nvPr/>
              </p14:nvContentPartPr>
              <p14:xfrm>
                <a:off x="10724802" y="4704045"/>
                <a:ext cx="134280" cy="60480"/>
              </p14:xfrm>
            </p:contentPart>
          </mc:Choice>
          <mc:Fallback xmlns="">
            <p:pic>
              <p:nvPicPr>
                <p:cNvPr id="424" name="Entrada de lápiz 423">
                  <a:extLst>
                    <a:ext uri="{FF2B5EF4-FFF2-40B4-BE49-F238E27FC236}">
                      <a16:creationId xmlns:a16="http://schemas.microsoft.com/office/drawing/2014/main" id="{6002737C-9BC8-471C-82E3-9C0DE6F279B1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10715802" y="4695405"/>
                  <a:ext cx="151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25" name="Entrada de lápiz 424">
                  <a:extLst>
                    <a:ext uri="{FF2B5EF4-FFF2-40B4-BE49-F238E27FC236}">
                      <a16:creationId xmlns:a16="http://schemas.microsoft.com/office/drawing/2014/main" id="{34BBD6BB-8F91-4FED-B186-250A4E9BEE0E}"/>
                    </a:ext>
                  </a:extLst>
                </p14:cNvPr>
                <p14:cNvContentPartPr/>
                <p14:nvPr/>
              </p14:nvContentPartPr>
              <p14:xfrm>
                <a:off x="11006682" y="4728885"/>
                <a:ext cx="142920" cy="152640"/>
              </p14:xfrm>
            </p:contentPart>
          </mc:Choice>
          <mc:Fallback xmlns="">
            <p:pic>
              <p:nvPicPr>
                <p:cNvPr id="425" name="Entrada de lápiz 424">
                  <a:extLst>
                    <a:ext uri="{FF2B5EF4-FFF2-40B4-BE49-F238E27FC236}">
                      <a16:creationId xmlns:a16="http://schemas.microsoft.com/office/drawing/2014/main" id="{34BBD6BB-8F91-4FED-B186-250A4E9BEE0E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0998042" y="4720245"/>
                  <a:ext cx="160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26" name="Entrada de lápiz 425">
                  <a:extLst>
                    <a:ext uri="{FF2B5EF4-FFF2-40B4-BE49-F238E27FC236}">
                      <a16:creationId xmlns:a16="http://schemas.microsoft.com/office/drawing/2014/main" id="{161D468C-51C1-46F1-88CE-56B6C7966303}"/>
                    </a:ext>
                  </a:extLst>
                </p14:cNvPr>
                <p14:cNvContentPartPr/>
                <p14:nvPr/>
              </p14:nvContentPartPr>
              <p14:xfrm>
                <a:off x="11179842" y="4717005"/>
                <a:ext cx="182880" cy="206640"/>
              </p14:xfrm>
            </p:contentPart>
          </mc:Choice>
          <mc:Fallback xmlns="">
            <p:pic>
              <p:nvPicPr>
                <p:cNvPr id="426" name="Entrada de lápiz 425">
                  <a:extLst>
                    <a:ext uri="{FF2B5EF4-FFF2-40B4-BE49-F238E27FC236}">
                      <a16:creationId xmlns:a16="http://schemas.microsoft.com/office/drawing/2014/main" id="{161D468C-51C1-46F1-88CE-56B6C7966303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1170842" y="4708005"/>
                  <a:ext cx="200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27" name="Entrada de lápiz 426">
                  <a:extLst>
                    <a:ext uri="{FF2B5EF4-FFF2-40B4-BE49-F238E27FC236}">
                      <a16:creationId xmlns:a16="http://schemas.microsoft.com/office/drawing/2014/main" id="{4468069F-5AC5-45E8-B121-FEA1DB9F1050}"/>
                    </a:ext>
                  </a:extLst>
                </p14:cNvPr>
                <p14:cNvContentPartPr/>
                <p14:nvPr/>
              </p14:nvContentPartPr>
              <p14:xfrm>
                <a:off x="10645962" y="4560045"/>
                <a:ext cx="1047960" cy="673200"/>
              </p14:xfrm>
            </p:contentPart>
          </mc:Choice>
          <mc:Fallback xmlns="">
            <p:pic>
              <p:nvPicPr>
                <p:cNvPr id="427" name="Entrada de lápiz 426">
                  <a:extLst>
                    <a:ext uri="{FF2B5EF4-FFF2-40B4-BE49-F238E27FC236}">
                      <a16:creationId xmlns:a16="http://schemas.microsoft.com/office/drawing/2014/main" id="{4468069F-5AC5-45E8-B121-FEA1DB9F1050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0637322" y="4551045"/>
                  <a:ext cx="1065600" cy="69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4883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02D659-44BE-4D3E-B014-6D4D0F17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003" y="687682"/>
            <a:ext cx="9901016" cy="17049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98409E-984D-49A9-AE0C-42212A277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180" y="2132030"/>
            <a:ext cx="4739573" cy="37132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8A657A0-2DFD-4D9C-890F-4E0491D986A7}"/>
                  </a:ext>
                </a:extLst>
              </p14:cNvPr>
              <p14:cNvContentPartPr/>
              <p14:nvPr/>
            </p14:nvContentPartPr>
            <p14:xfrm>
              <a:off x="4689762" y="3902325"/>
              <a:ext cx="82800" cy="1098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8A657A0-2DFD-4D9C-890F-4E0491D986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81122" y="3893325"/>
                <a:ext cx="1004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59EDB6AA-4C9D-46E4-AB63-314570EA06EC}"/>
                  </a:ext>
                </a:extLst>
              </p14:cNvPr>
              <p14:cNvContentPartPr/>
              <p14:nvPr/>
            </p14:nvContentPartPr>
            <p14:xfrm>
              <a:off x="4675002" y="2334165"/>
              <a:ext cx="51120" cy="16041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59EDB6AA-4C9D-46E4-AB63-314570EA06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7002" y="2316525"/>
                <a:ext cx="86760" cy="16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FF470A5-D97D-419F-B64E-F6B472EFBC60}"/>
                  </a:ext>
                </a:extLst>
              </p14:cNvPr>
              <p14:cNvContentPartPr/>
              <p14:nvPr/>
            </p14:nvContentPartPr>
            <p14:xfrm>
              <a:off x="3039882" y="2306085"/>
              <a:ext cx="1721160" cy="16617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FF470A5-D97D-419F-B64E-F6B472EFBC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22242" y="2288445"/>
                <a:ext cx="1756800" cy="169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7D7E8185-6AEB-4602-8E59-679A1570DFCE}"/>
                  </a:ext>
                </a:extLst>
              </p14:cNvPr>
              <p14:cNvContentPartPr/>
              <p14:nvPr/>
            </p14:nvContentPartPr>
            <p14:xfrm>
              <a:off x="4326882" y="2308605"/>
              <a:ext cx="2034360" cy="329940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7D7E8185-6AEB-4602-8E59-679A1570DF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09242" y="2290965"/>
                <a:ext cx="2070000" cy="33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F1CD9506-36E1-4D46-827E-FEF53CDF4CAA}"/>
                  </a:ext>
                </a:extLst>
              </p14:cNvPr>
              <p14:cNvContentPartPr/>
              <p14:nvPr/>
            </p14:nvContentPartPr>
            <p14:xfrm>
              <a:off x="5992602" y="2877765"/>
              <a:ext cx="321480" cy="180180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F1CD9506-36E1-4D46-827E-FEF53CDF4C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74602" y="2859765"/>
                <a:ext cx="357120" cy="18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B2675AC8-2E10-4585-9C39-86BDBABB970D}"/>
              </a:ext>
            </a:extLst>
          </p:cNvPr>
          <p:cNvGrpSpPr/>
          <p:nvPr/>
        </p:nvGrpSpPr>
        <p:grpSpPr>
          <a:xfrm>
            <a:off x="3848802" y="3082965"/>
            <a:ext cx="1209600" cy="1443240"/>
            <a:chOff x="3848802" y="3082965"/>
            <a:chExt cx="1209600" cy="144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9FB12CBB-D279-49F3-B8A5-D4FA4666DC1F}"/>
                    </a:ext>
                  </a:extLst>
                </p14:cNvPr>
                <p14:cNvContentPartPr/>
                <p14:nvPr/>
              </p14:nvContentPartPr>
              <p14:xfrm>
                <a:off x="3848802" y="3082965"/>
                <a:ext cx="1209600" cy="144324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9FB12CBB-D279-49F3-B8A5-D4FA4666DC1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30802" y="3064965"/>
                  <a:ext cx="1245240" cy="14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FDC3067B-DAEE-483B-AA13-8774F5472C71}"/>
                    </a:ext>
                  </a:extLst>
                </p14:cNvPr>
                <p14:cNvContentPartPr/>
                <p14:nvPr/>
              </p14:nvContentPartPr>
              <p14:xfrm>
                <a:off x="4732962" y="3115725"/>
                <a:ext cx="39600" cy="80748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FDC3067B-DAEE-483B-AA13-8774F5472C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15322" y="3098085"/>
                  <a:ext cx="7524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2F3BC737-BB58-43F5-AF40-69017B8E6853}"/>
                    </a:ext>
                  </a:extLst>
                </p14:cNvPr>
                <p14:cNvContentPartPr/>
                <p14:nvPr/>
              </p14:nvContentPartPr>
              <p14:xfrm>
                <a:off x="4842402" y="3504165"/>
                <a:ext cx="128160" cy="19260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2F3BC737-BB58-43F5-AF40-69017B8E68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24402" y="3486525"/>
                  <a:ext cx="1638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10F5C873-C567-4F69-A0DB-B3E0B392F177}"/>
                    </a:ext>
                  </a:extLst>
                </p14:cNvPr>
                <p14:cNvContentPartPr/>
                <p14:nvPr/>
              </p14:nvContentPartPr>
              <p14:xfrm>
                <a:off x="4785522" y="3473205"/>
                <a:ext cx="97920" cy="16020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10F5C873-C567-4F69-A0DB-B3E0B392F1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67882" y="3455565"/>
                  <a:ext cx="13356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59D2672E-DEFB-49AD-A54D-1306D2D68B94}"/>
                  </a:ext>
                </a:extLst>
              </p14:cNvPr>
              <p14:cNvContentPartPr/>
              <p14:nvPr/>
            </p14:nvContentPartPr>
            <p14:xfrm>
              <a:off x="3820722" y="3069285"/>
              <a:ext cx="1809000" cy="178884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59D2672E-DEFB-49AD-A54D-1306D2D68B9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02722" y="3051285"/>
                <a:ext cx="1844640" cy="18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51CE6F69-51EA-4269-9155-48F742E2330B}"/>
                  </a:ext>
                </a:extLst>
              </p14:cNvPr>
              <p14:cNvContentPartPr/>
              <p14:nvPr/>
            </p14:nvContentPartPr>
            <p14:xfrm>
              <a:off x="4721802" y="2398245"/>
              <a:ext cx="161280" cy="578880"/>
            </p14:xfrm>
          </p:contentPart>
        </mc:Choice>
        <mc:Fallback xmlns=""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51CE6F69-51EA-4269-9155-48F742E233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12802" y="2389245"/>
                <a:ext cx="17892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80EEFD64-4A7C-44C2-8B91-6758AE66BC12}"/>
                  </a:ext>
                </a:extLst>
              </p14:cNvPr>
              <p14:cNvContentPartPr/>
              <p14:nvPr/>
            </p14:nvContentPartPr>
            <p14:xfrm>
              <a:off x="4942482" y="2544405"/>
              <a:ext cx="1398960" cy="29520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80EEFD64-4A7C-44C2-8B91-6758AE66BC1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33482" y="2535405"/>
                <a:ext cx="141660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13905025-98F7-4321-A553-2F0C5328BBFE}"/>
                  </a:ext>
                </a:extLst>
              </p14:cNvPr>
              <p14:cNvContentPartPr/>
              <p14:nvPr/>
            </p14:nvContentPartPr>
            <p14:xfrm>
              <a:off x="6483642" y="2710365"/>
              <a:ext cx="26280" cy="209880"/>
            </p14:xfrm>
          </p:contentPart>
        </mc:Choice>
        <mc:Fallback xmlns=""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13905025-98F7-4321-A553-2F0C5328BBF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74642" y="2701725"/>
                <a:ext cx="439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8DEDCEA6-2086-45E3-A9E6-E14D6BC41A38}"/>
                  </a:ext>
                </a:extLst>
              </p14:cNvPr>
              <p14:cNvContentPartPr/>
              <p14:nvPr/>
            </p14:nvContentPartPr>
            <p14:xfrm>
              <a:off x="6478602" y="2647365"/>
              <a:ext cx="272520" cy="251280"/>
            </p14:xfrm>
          </p:contentPart>
        </mc:Choice>
        <mc:Fallback xmlns=""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8DEDCEA6-2086-45E3-A9E6-E14D6BC41A3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69962" y="2638725"/>
                <a:ext cx="2901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DEF20D12-A4D2-416F-B4B2-CCB191EC2FA4}"/>
                  </a:ext>
                </a:extLst>
              </p14:cNvPr>
              <p14:cNvContentPartPr/>
              <p14:nvPr/>
            </p14:nvContentPartPr>
            <p14:xfrm>
              <a:off x="6744282" y="2727285"/>
              <a:ext cx="334800" cy="24624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DEF20D12-A4D2-416F-B4B2-CCB191EC2FA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35642" y="2718645"/>
                <a:ext cx="3524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7CCA1B09-4436-4623-88F1-85792FDB4371}"/>
                  </a:ext>
                </a:extLst>
              </p14:cNvPr>
              <p14:cNvContentPartPr/>
              <p14:nvPr/>
            </p14:nvContentPartPr>
            <p14:xfrm>
              <a:off x="6995562" y="2775525"/>
              <a:ext cx="17640" cy="1584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7CCA1B09-4436-4623-88F1-85792FDB437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86922" y="2766525"/>
                <a:ext cx="352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50405537-5772-4782-A632-E60BB2BD088F}"/>
                  </a:ext>
                </a:extLst>
              </p14:cNvPr>
              <p14:cNvContentPartPr/>
              <p14:nvPr/>
            </p14:nvContentPartPr>
            <p14:xfrm>
              <a:off x="7117962" y="2868405"/>
              <a:ext cx="117360" cy="94320"/>
            </p14:xfrm>
          </p:contentPart>
        </mc:Choice>
        <mc:Fallback xmlns=""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50405537-5772-4782-A632-E60BB2BD088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09322" y="2859405"/>
                <a:ext cx="1350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F8D89E67-5735-4B10-A660-137EB62E739D}"/>
                  </a:ext>
                </a:extLst>
              </p14:cNvPr>
              <p14:cNvContentPartPr/>
              <p14:nvPr/>
            </p14:nvContentPartPr>
            <p14:xfrm>
              <a:off x="7343322" y="2841765"/>
              <a:ext cx="125640" cy="9612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F8D89E67-5735-4B10-A660-137EB62E739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34682" y="2832765"/>
                <a:ext cx="1432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F877F235-A852-49A9-8B27-A00858DF47D9}"/>
                  </a:ext>
                </a:extLst>
              </p14:cNvPr>
              <p14:cNvContentPartPr/>
              <p14:nvPr/>
            </p14:nvContentPartPr>
            <p14:xfrm>
              <a:off x="7420362" y="2697045"/>
              <a:ext cx="231840" cy="25452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F877F235-A852-49A9-8B27-A00858DF47D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411722" y="2688045"/>
                <a:ext cx="2494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FE336D3D-84A8-47E2-AE69-1F185F78386F}"/>
                  </a:ext>
                </a:extLst>
              </p14:cNvPr>
              <p14:cNvContentPartPr/>
              <p14:nvPr/>
            </p14:nvContentPartPr>
            <p14:xfrm>
              <a:off x="7808802" y="2802165"/>
              <a:ext cx="183240" cy="161640"/>
            </p14:xfrm>
          </p:contentPart>
        </mc:Choice>
        <mc:Fallback xmlns=""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FE336D3D-84A8-47E2-AE69-1F185F78386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99802" y="2793165"/>
                <a:ext cx="2008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D10C5DE0-5BAA-46F7-B19D-21019941390D}"/>
                  </a:ext>
                </a:extLst>
              </p14:cNvPr>
              <p14:cNvContentPartPr/>
              <p14:nvPr/>
            </p14:nvContentPartPr>
            <p14:xfrm>
              <a:off x="7989522" y="2560965"/>
              <a:ext cx="247680" cy="40176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D10C5DE0-5BAA-46F7-B19D-21019941390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80522" y="2551965"/>
                <a:ext cx="26532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ED70582C-E6AD-44F5-B62A-65B073259D37}"/>
                  </a:ext>
                </a:extLst>
              </p14:cNvPr>
              <p14:cNvContentPartPr/>
              <p14:nvPr/>
            </p14:nvContentPartPr>
            <p14:xfrm>
              <a:off x="8181402" y="2835285"/>
              <a:ext cx="325080" cy="116280"/>
            </p14:xfrm>
          </p:contentPart>
        </mc:Choice>
        <mc:Fallback xmlns=""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ED70582C-E6AD-44F5-B62A-65B073259D3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172762" y="2826285"/>
                <a:ext cx="3427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AE81A0E1-4619-4182-AC45-C11EFF6B13E7}"/>
                  </a:ext>
                </a:extLst>
              </p14:cNvPr>
              <p14:cNvContentPartPr/>
              <p14:nvPr/>
            </p14:nvContentPartPr>
            <p14:xfrm>
              <a:off x="8413602" y="2735205"/>
              <a:ext cx="23400" cy="3204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AE81A0E1-4619-4182-AC45-C11EFF6B13E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04602" y="2726205"/>
                <a:ext cx="41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6D2B7D19-6A19-4C12-8568-E912FA4FE7B0}"/>
                  </a:ext>
                </a:extLst>
              </p14:cNvPr>
              <p14:cNvContentPartPr/>
              <p14:nvPr/>
            </p14:nvContentPartPr>
            <p14:xfrm>
              <a:off x="8539602" y="2836365"/>
              <a:ext cx="91800" cy="9432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6D2B7D19-6A19-4C12-8568-E912FA4FE7B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530962" y="2827365"/>
                <a:ext cx="1094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4B45360A-8B1A-4BD1-8436-E10F45B981D6}"/>
                  </a:ext>
                </a:extLst>
              </p14:cNvPr>
              <p14:cNvContentPartPr/>
              <p14:nvPr/>
            </p14:nvContentPartPr>
            <p14:xfrm>
              <a:off x="8642922" y="2827005"/>
              <a:ext cx="192240" cy="88560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4B45360A-8B1A-4BD1-8436-E10F45B981D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633922" y="2818365"/>
                <a:ext cx="2098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5009BC93-9AA5-4BA7-A81E-F81770A150BC}"/>
                  </a:ext>
                </a:extLst>
              </p14:cNvPr>
              <p14:cNvContentPartPr/>
              <p14:nvPr/>
            </p14:nvContentPartPr>
            <p14:xfrm>
              <a:off x="8633202" y="2640525"/>
              <a:ext cx="15480" cy="163800"/>
            </p14:xfrm>
          </p:contentPart>
        </mc:Choice>
        <mc:Fallback xmlns=""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5009BC93-9AA5-4BA7-A81E-F81770A150B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24562" y="2631525"/>
                <a:ext cx="331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94DEF42A-58F8-4D34-AC7E-DFFBD13E45AD}"/>
                  </a:ext>
                </a:extLst>
              </p14:cNvPr>
              <p14:cNvContentPartPr/>
              <p14:nvPr/>
            </p14:nvContentPartPr>
            <p14:xfrm>
              <a:off x="6499842" y="3201765"/>
              <a:ext cx="29880" cy="192960"/>
            </p14:xfrm>
          </p:contentPart>
        </mc:Choice>
        <mc:Fallback xmlns=""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94DEF42A-58F8-4D34-AC7E-DFFBD13E45A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490842" y="3192765"/>
                <a:ext cx="475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D29ABB47-AAAE-45C1-8F51-F31E4D033067}"/>
                  </a:ext>
                </a:extLst>
              </p14:cNvPr>
              <p14:cNvContentPartPr/>
              <p14:nvPr/>
            </p14:nvContentPartPr>
            <p14:xfrm>
              <a:off x="6489762" y="3115005"/>
              <a:ext cx="307440" cy="27000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D29ABB47-AAAE-45C1-8F51-F31E4D03306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81122" y="3106365"/>
                <a:ext cx="3250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14F829CE-0FCE-4362-A4BB-A942F2A10C45}"/>
                  </a:ext>
                </a:extLst>
              </p14:cNvPr>
              <p14:cNvContentPartPr/>
              <p14:nvPr/>
            </p14:nvContentPartPr>
            <p14:xfrm>
              <a:off x="6796842" y="3181965"/>
              <a:ext cx="322200" cy="245520"/>
            </p14:xfrm>
          </p:contentPart>
        </mc:Choice>
        <mc:Fallback xmlns=""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14F829CE-0FCE-4362-A4BB-A942F2A10C4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788202" y="3173325"/>
                <a:ext cx="3398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4993FB02-D500-4C49-A4BD-5E7D72B41526}"/>
                  </a:ext>
                </a:extLst>
              </p14:cNvPr>
              <p14:cNvContentPartPr/>
              <p14:nvPr/>
            </p14:nvContentPartPr>
            <p14:xfrm>
              <a:off x="7004202" y="3231645"/>
              <a:ext cx="27000" cy="15120"/>
            </p14:xfrm>
          </p:contentPart>
        </mc:Choice>
        <mc:Fallback xmlns=""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4993FB02-D500-4C49-A4BD-5E7D72B4152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995562" y="3223005"/>
                <a:ext cx="4464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1507BAB3-4D13-41FD-A892-9A47B519E25E}"/>
                  </a:ext>
                </a:extLst>
              </p14:cNvPr>
              <p14:cNvContentPartPr/>
              <p14:nvPr/>
            </p14:nvContentPartPr>
            <p14:xfrm>
              <a:off x="7114002" y="3309405"/>
              <a:ext cx="97200" cy="97200"/>
            </p14:xfrm>
          </p:contentPart>
        </mc:Choice>
        <mc:Fallback xmlns=""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1507BAB3-4D13-41FD-A892-9A47B519E25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105362" y="3300405"/>
                <a:ext cx="1148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53A8B271-33B9-40CD-9DB4-7AAA7C3A00DD}"/>
                  </a:ext>
                </a:extLst>
              </p14:cNvPr>
              <p14:cNvContentPartPr/>
              <p14:nvPr/>
            </p14:nvContentPartPr>
            <p14:xfrm>
              <a:off x="7397682" y="3296445"/>
              <a:ext cx="131760" cy="100800"/>
            </p14:xfrm>
          </p:contentPart>
        </mc:Choice>
        <mc:Fallback xmlns=""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53A8B271-33B9-40CD-9DB4-7AAA7C3A00D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89042" y="3287805"/>
                <a:ext cx="1494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F4CEE40E-44A5-40CA-A22C-5D81BAF3DE57}"/>
                  </a:ext>
                </a:extLst>
              </p14:cNvPr>
              <p14:cNvContentPartPr/>
              <p14:nvPr/>
            </p14:nvContentPartPr>
            <p14:xfrm>
              <a:off x="7452762" y="3116085"/>
              <a:ext cx="246600" cy="317520"/>
            </p14:xfrm>
          </p:contentPart>
        </mc:Choice>
        <mc:Fallback xmlns=""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F4CEE40E-44A5-40CA-A22C-5D81BAF3DE5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444122" y="3107085"/>
                <a:ext cx="2642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A02EEE09-FFB6-426F-9245-0AA2ED997F8D}"/>
                  </a:ext>
                </a:extLst>
              </p14:cNvPr>
              <p14:cNvContentPartPr/>
              <p14:nvPr/>
            </p14:nvContentPartPr>
            <p14:xfrm>
              <a:off x="7840122" y="3279885"/>
              <a:ext cx="286560" cy="124920"/>
            </p14:xfrm>
          </p:contentPart>
        </mc:Choice>
        <mc:Fallback xmlns=""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A02EEE09-FFB6-426F-9245-0AA2ED997F8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31482" y="3271245"/>
                <a:ext cx="3042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23DEA004-0B58-4FDF-A1F5-AAC25046FF7F}"/>
                  </a:ext>
                </a:extLst>
              </p14:cNvPr>
              <p14:cNvContentPartPr/>
              <p14:nvPr/>
            </p14:nvContentPartPr>
            <p14:xfrm>
              <a:off x="8045682" y="3108165"/>
              <a:ext cx="24120" cy="86400"/>
            </p14:xfrm>
          </p:contentPart>
        </mc:Choice>
        <mc:Fallback xmlns=""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23DEA004-0B58-4FDF-A1F5-AAC25046FF7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37042" y="3099165"/>
                <a:ext cx="417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56B1B894-F0F0-457B-9D18-20387B165D99}"/>
                  </a:ext>
                </a:extLst>
              </p14:cNvPr>
              <p14:cNvContentPartPr/>
              <p14:nvPr/>
            </p14:nvContentPartPr>
            <p14:xfrm>
              <a:off x="8176722" y="3083325"/>
              <a:ext cx="175320" cy="306360"/>
            </p14:xfrm>
          </p:contentPart>
        </mc:Choice>
        <mc:Fallback xmlns=""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56B1B894-F0F0-457B-9D18-20387B165D9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167722" y="3074685"/>
                <a:ext cx="1929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47C90A8F-FEEB-4DCE-8074-1D85E7FDFF6F}"/>
                  </a:ext>
                </a:extLst>
              </p14:cNvPr>
              <p14:cNvContentPartPr/>
              <p14:nvPr/>
            </p14:nvContentPartPr>
            <p14:xfrm>
              <a:off x="8257722" y="3159285"/>
              <a:ext cx="74160" cy="66240"/>
            </p14:xfrm>
          </p:contentPart>
        </mc:Choice>
        <mc:Fallback xmlns=""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47C90A8F-FEEB-4DCE-8074-1D85E7FDFF6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249082" y="3150285"/>
                <a:ext cx="918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F527389C-D509-471F-85F9-65851EE2B234}"/>
                  </a:ext>
                </a:extLst>
              </p14:cNvPr>
              <p14:cNvContentPartPr/>
              <p14:nvPr/>
            </p14:nvContentPartPr>
            <p14:xfrm>
              <a:off x="8404602" y="3130485"/>
              <a:ext cx="227520" cy="255960"/>
            </p14:xfrm>
          </p:contentPart>
        </mc:Choice>
        <mc:Fallback xmlns=""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F527389C-D509-471F-85F9-65851EE2B23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95602" y="3121485"/>
                <a:ext cx="2451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D8F909A7-9D96-4910-959E-6B730994ED9C}"/>
                  </a:ext>
                </a:extLst>
              </p14:cNvPr>
              <p14:cNvContentPartPr/>
              <p14:nvPr/>
            </p14:nvContentPartPr>
            <p14:xfrm>
              <a:off x="8774682" y="3263325"/>
              <a:ext cx="98640" cy="108000"/>
            </p14:xfrm>
          </p:contentPart>
        </mc:Choice>
        <mc:Fallback xmlns=""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D8F909A7-9D96-4910-959E-6B730994ED9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766042" y="3254685"/>
                <a:ext cx="1162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06F95EE3-1774-48A1-99B8-DB3F91F4368B}"/>
                  </a:ext>
                </a:extLst>
              </p14:cNvPr>
              <p14:cNvContentPartPr/>
              <p14:nvPr/>
            </p14:nvContentPartPr>
            <p14:xfrm>
              <a:off x="8828322" y="3117885"/>
              <a:ext cx="298440" cy="260640"/>
            </p14:xfrm>
          </p:contentPart>
        </mc:Choice>
        <mc:Fallback xmlns=""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06F95EE3-1774-48A1-99B8-DB3F91F4368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819682" y="3108885"/>
                <a:ext cx="3160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5BD3DFBD-22BD-4E37-81B8-6CCB69D9B100}"/>
                  </a:ext>
                </a:extLst>
              </p14:cNvPr>
              <p14:cNvContentPartPr/>
              <p14:nvPr/>
            </p14:nvContentPartPr>
            <p14:xfrm>
              <a:off x="6772002" y="3656445"/>
              <a:ext cx="106560" cy="199080"/>
            </p14:xfrm>
          </p:contentPart>
        </mc:Choice>
        <mc:Fallback xmlns=""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5BD3DFBD-22BD-4E37-81B8-6CCB69D9B10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763362" y="3647445"/>
                <a:ext cx="1242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0101AFA1-B6F5-46D4-B7E9-9BCE07BD8755}"/>
                  </a:ext>
                </a:extLst>
              </p14:cNvPr>
              <p14:cNvContentPartPr/>
              <p14:nvPr/>
            </p14:nvContentPartPr>
            <p14:xfrm>
              <a:off x="6979362" y="3707205"/>
              <a:ext cx="373320" cy="126000"/>
            </p14:xfrm>
          </p:contentPart>
        </mc:Choice>
        <mc:Fallback xmlns=""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0101AFA1-B6F5-46D4-B7E9-9BCE07BD875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970722" y="3698205"/>
                <a:ext cx="390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A8559EAB-BEAE-4DC1-8004-1AD3319E7256}"/>
                  </a:ext>
                </a:extLst>
              </p14:cNvPr>
              <p14:cNvContentPartPr/>
              <p14:nvPr/>
            </p14:nvContentPartPr>
            <p14:xfrm>
              <a:off x="7412802" y="3582645"/>
              <a:ext cx="489240" cy="250200"/>
            </p14:xfrm>
          </p:contentPart>
        </mc:Choice>
        <mc:Fallback xmlns=""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A8559EAB-BEAE-4DC1-8004-1AD3319E725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403802" y="3574005"/>
                <a:ext cx="5068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1641B87D-3E09-46F5-8A8C-DD8E641AEA54}"/>
                  </a:ext>
                </a:extLst>
              </p14:cNvPr>
              <p14:cNvContentPartPr/>
              <p14:nvPr/>
            </p14:nvContentPartPr>
            <p14:xfrm>
              <a:off x="7813482" y="3649605"/>
              <a:ext cx="18360" cy="7920"/>
            </p14:xfrm>
          </p:contentPart>
        </mc:Choice>
        <mc:Fallback xmlns=""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1641B87D-3E09-46F5-8A8C-DD8E641AEA5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804842" y="3640605"/>
                <a:ext cx="360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AFE0518D-C163-42E0-B497-058726CA85BC}"/>
                  </a:ext>
                </a:extLst>
              </p14:cNvPr>
              <p14:cNvContentPartPr/>
              <p14:nvPr/>
            </p14:nvContentPartPr>
            <p14:xfrm>
              <a:off x="7901322" y="3711525"/>
              <a:ext cx="86040" cy="108000"/>
            </p14:xfrm>
          </p:contentPart>
        </mc:Choice>
        <mc:Fallback xmlns=""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AFE0518D-C163-42E0-B497-058726CA85B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892682" y="3702525"/>
                <a:ext cx="1036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94CD3ADA-F891-47FE-94A4-15AA95CFCE2A}"/>
                  </a:ext>
                </a:extLst>
              </p14:cNvPr>
              <p14:cNvContentPartPr/>
              <p14:nvPr/>
            </p14:nvContentPartPr>
            <p14:xfrm>
              <a:off x="8021922" y="3682005"/>
              <a:ext cx="212400" cy="106200"/>
            </p14:xfrm>
          </p:contentPart>
        </mc:Choice>
        <mc:Fallback xmlns=""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94CD3ADA-F891-47FE-94A4-15AA95CFCE2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012922" y="3673365"/>
                <a:ext cx="2300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9C71936D-D770-4431-811B-50C86D2ABF34}"/>
                  </a:ext>
                </a:extLst>
              </p14:cNvPr>
              <p14:cNvContentPartPr/>
              <p14:nvPr/>
            </p14:nvContentPartPr>
            <p14:xfrm>
              <a:off x="8027682" y="3554205"/>
              <a:ext cx="10080" cy="16200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9C71936D-D770-4431-811B-50C86D2ABF3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018682" y="3545205"/>
                <a:ext cx="2772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upo 66">
            <a:extLst>
              <a:ext uri="{FF2B5EF4-FFF2-40B4-BE49-F238E27FC236}">
                <a16:creationId xmlns:a16="http://schemas.microsoft.com/office/drawing/2014/main" id="{F89FA720-7FF7-4225-A983-0E0FC3F272AA}"/>
              </a:ext>
            </a:extLst>
          </p:cNvPr>
          <p:cNvGrpSpPr/>
          <p:nvPr/>
        </p:nvGrpSpPr>
        <p:grpSpPr>
          <a:xfrm>
            <a:off x="3040242" y="2361885"/>
            <a:ext cx="1675080" cy="3267360"/>
            <a:chOff x="3040242" y="2361885"/>
            <a:chExt cx="1675080" cy="32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D699378-9E2D-4CE8-A611-F5ED247765DF}"/>
                    </a:ext>
                  </a:extLst>
                </p14:cNvPr>
                <p14:cNvContentPartPr/>
                <p14:nvPr/>
              </p14:nvContentPartPr>
              <p14:xfrm>
                <a:off x="3040242" y="3869565"/>
                <a:ext cx="1403640" cy="17596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D699378-9E2D-4CE8-A611-F5ED247765D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22602" y="3851565"/>
                  <a:ext cx="1439280" cy="17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1A0E18F0-B79A-4AAC-BAA5-B7C87219B5D9}"/>
                    </a:ext>
                  </a:extLst>
                </p14:cNvPr>
                <p14:cNvContentPartPr/>
                <p14:nvPr/>
              </p14:nvContentPartPr>
              <p14:xfrm>
                <a:off x="4414362" y="2751405"/>
                <a:ext cx="28800" cy="31320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1A0E18F0-B79A-4AAC-BAA5-B7C87219B5D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96362" y="2733405"/>
                  <a:ext cx="64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DE9960C8-E5F3-4011-959C-FF97D4D6E1D8}"/>
                    </a:ext>
                  </a:extLst>
                </p14:cNvPr>
                <p14:cNvContentPartPr/>
                <p14:nvPr/>
              </p14:nvContentPartPr>
              <p14:xfrm>
                <a:off x="4392402" y="2681205"/>
                <a:ext cx="212040" cy="36684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DE9960C8-E5F3-4011-959C-FF97D4D6E1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74762" y="2663565"/>
                  <a:ext cx="247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A117F158-7156-4683-8C84-D7B37BCB6C93}"/>
                    </a:ext>
                  </a:extLst>
                </p14:cNvPr>
                <p14:cNvContentPartPr/>
                <p14:nvPr/>
              </p14:nvContentPartPr>
              <p14:xfrm>
                <a:off x="4645122" y="2361885"/>
                <a:ext cx="70200" cy="141696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A117F158-7156-4683-8C84-D7B37BCB6C9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27482" y="2344245"/>
                  <a:ext cx="105840" cy="14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44A50B8F-5A10-4998-98B6-7733D9ABC273}"/>
                    </a:ext>
                  </a:extLst>
                </p14:cNvPr>
                <p14:cNvContentPartPr/>
                <p14:nvPr/>
              </p14:nvContentPartPr>
              <p14:xfrm>
                <a:off x="4651962" y="3392205"/>
                <a:ext cx="63000" cy="58608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44A50B8F-5A10-4998-98B6-7733D9ABC2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33962" y="3374205"/>
                  <a:ext cx="98640" cy="62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3ADACF72-1E8F-43CA-A8DA-9882EFB3270F}"/>
                  </a:ext>
                </a:extLst>
              </p14:cNvPr>
              <p14:cNvContentPartPr/>
              <p14:nvPr/>
            </p14:nvContentPartPr>
            <p14:xfrm>
              <a:off x="10055922" y="3515325"/>
              <a:ext cx="300240" cy="54000"/>
            </p14:xfrm>
          </p:contentPart>
        </mc:Choice>
        <mc:Fallback xmlns=""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3ADACF72-1E8F-43CA-A8DA-9882EFB327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047282" y="3506685"/>
                <a:ext cx="31788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upo 71">
            <a:extLst>
              <a:ext uri="{FF2B5EF4-FFF2-40B4-BE49-F238E27FC236}">
                <a16:creationId xmlns:a16="http://schemas.microsoft.com/office/drawing/2014/main" id="{63F6AF92-5283-4343-90B6-A3A41CA3D4A1}"/>
              </a:ext>
            </a:extLst>
          </p:cNvPr>
          <p:cNvGrpSpPr/>
          <p:nvPr/>
        </p:nvGrpSpPr>
        <p:grpSpPr>
          <a:xfrm>
            <a:off x="9583962" y="3235245"/>
            <a:ext cx="292680" cy="398160"/>
            <a:chOff x="9583962" y="3235245"/>
            <a:chExt cx="29268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890FF594-B675-479B-95E3-6A2A771F2DE4}"/>
                    </a:ext>
                  </a:extLst>
                </p14:cNvPr>
                <p14:cNvContentPartPr/>
                <p14:nvPr/>
              </p14:nvContentPartPr>
              <p14:xfrm>
                <a:off x="9616002" y="3329925"/>
                <a:ext cx="28440" cy="30348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890FF594-B675-479B-95E3-6A2A771F2DE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98362" y="3311925"/>
                  <a:ext cx="640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F2F6EF5F-AED5-493C-AB35-2498EE37B404}"/>
                    </a:ext>
                  </a:extLst>
                </p14:cNvPr>
                <p14:cNvContentPartPr/>
                <p14:nvPr/>
              </p14:nvContentPartPr>
              <p14:xfrm>
                <a:off x="9583962" y="3235245"/>
                <a:ext cx="292680" cy="37080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F2F6EF5F-AED5-493C-AB35-2498EE37B40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66322" y="3217605"/>
                  <a:ext cx="328320" cy="40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29C65C1C-AD9A-4875-B192-C6E1C0F04435}"/>
                  </a:ext>
                </a:extLst>
              </p14:cNvPr>
              <p14:cNvContentPartPr/>
              <p14:nvPr/>
            </p14:nvContentPartPr>
            <p14:xfrm>
              <a:off x="10473522" y="3375285"/>
              <a:ext cx="241920" cy="252720"/>
            </p14:xfrm>
          </p:contentPart>
        </mc:Choice>
        <mc:Fallback xmlns=""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29C65C1C-AD9A-4875-B192-C6E1C0F0443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455882" y="3357645"/>
                <a:ext cx="27756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upo 74">
            <a:extLst>
              <a:ext uri="{FF2B5EF4-FFF2-40B4-BE49-F238E27FC236}">
                <a16:creationId xmlns:a16="http://schemas.microsoft.com/office/drawing/2014/main" id="{76CE9DE0-B642-447E-AB2F-E09A99C389E6}"/>
              </a:ext>
            </a:extLst>
          </p:cNvPr>
          <p:cNvGrpSpPr/>
          <p:nvPr/>
        </p:nvGrpSpPr>
        <p:grpSpPr>
          <a:xfrm>
            <a:off x="9287682" y="3048045"/>
            <a:ext cx="1723320" cy="821160"/>
            <a:chOff x="9287682" y="3048045"/>
            <a:chExt cx="1723320" cy="82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D58CCF29-E8C2-4007-95E8-60D50BD48D96}"/>
                    </a:ext>
                  </a:extLst>
                </p14:cNvPr>
                <p14:cNvContentPartPr/>
                <p14:nvPr/>
              </p14:nvContentPartPr>
              <p14:xfrm>
                <a:off x="9287682" y="3499125"/>
                <a:ext cx="162000" cy="540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D58CCF29-E8C2-4007-95E8-60D50BD48D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79042" y="3490125"/>
                  <a:ext cx="179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57109AA1-0FD7-4FAA-87A1-CC3802E9134D}"/>
                    </a:ext>
                  </a:extLst>
                </p14:cNvPr>
                <p14:cNvContentPartPr/>
                <p14:nvPr/>
              </p14:nvContentPartPr>
              <p14:xfrm>
                <a:off x="9291642" y="3589485"/>
                <a:ext cx="189360" cy="972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57109AA1-0FD7-4FAA-87A1-CC3802E9134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83002" y="3580485"/>
                  <a:ext cx="207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49AC5360-3423-4F79-950F-6DF5A24AB358}"/>
                    </a:ext>
                  </a:extLst>
                </p14:cNvPr>
                <p14:cNvContentPartPr/>
                <p14:nvPr/>
              </p14:nvContentPartPr>
              <p14:xfrm>
                <a:off x="9416922" y="3048045"/>
                <a:ext cx="1594080" cy="82116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49AC5360-3423-4F79-950F-6DF5A24AB3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07922" y="3039405"/>
                  <a:ext cx="1611720" cy="838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7" name="Imagen 76">
            <a:extLst>
              <a:ext uri="{FF2B5EF4-FFF2-40B4-BE49-F238E27FC236}">
                <a16:creationId xmlns:a16="http://schemas.microsoft.com/office/drawing/2014/main" id="{E3908CE7-942D-4B67-93A8-7B060FE3A2E4}"/>
              </a:ext>
            </a:extLst>
          </p:cNvPr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6973743" y="4240717"/>
            <a:ext cx="4658276" cy="128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19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21F437-34C6-464D-BD1B-926CB4353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1128712"/>
            <a:ext cx="8601075" cy="4600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83A4C0A-026C-4CCA-B2B0-95D77E0942FC}"/>
                  </a:ext>
                </a:extLst>
              </p14:cNvPr>
              <p14:cNvContentPartPr/>
              <p14:nvPr/>
            </p14:nvContentPartPr>
            <p14:xfrm>
              <a:off x="5255682" y="4147066"/>
              <a:ext cx="118800" cy="225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83A4C0A-026C-4CCA-B2B0-95D77E0942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7042" y="4138426"/>
                <a:ext cx="1364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F369D79-C09C-4B58-A30D-A08E5BE17CBA}"/>
                  </a:ext>
                </a:extLst>
              </p14:cNvPr>
              <p14:cNvContentPartPr/>
              <p14:nvPr/>
            </p14:nvContentPartPr>
            <p14:xfrm>
              <a:off x="5266122" y="2808946"/>
              <a:ext cx="4760640" cy="15379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F369D79-C09C-4B58-A30D-A08E5BE17C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57482" y="2799946"/>
                <a:ext cx="4778280" cy="15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9FAB87A7-A482-46B7-9106-0F91648ECA1D}"/>
                  </a:ext>
                </a:extLst>
              </p14:cNvPr>
              <p14:cNvContentPartPr/>
              <p14:nvPr/>
            </p14:nvContentPartPr>
            <p14:xfrm>
              <a:off x="9415842" y="2807146"/>
              <a:ext cx="973080" cy="13788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9FAB87A7-A482-46B7-9106-0F91648ECA1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07202" y="2798506"/>
                <a:ext cx="9907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C5C85FC1-00E3-4406-A066-14258DEFDE7A}"/>
                  </a:ext>
                </a:extLst>
              </p14:cNvPr>
              <p14:cNvContentPartPr/>
              <p14:nvPr/>
            </p14:nvContentPartPr>
            <p14:xfrm>
              <a:off x="5282682" y="3385666"/>
              <a:ext cx="2107800" cy="9849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C5C85FC1-00E3-4406-A066-14258DEFDE7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73682" y="3377026"/>
                <a:ext cx="2125440" cy="10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03BEFE4F-8D35-41A7-9CA5-CB4CF537C935}"/>
                  </a:ext>
                </a:extLst>
              </p14:cNvPr>
              <p14:cNvContentPartPr/>
              <p14:nvPr/>
            </p14:nvContentPartPr>
            <p14:xfrm>
              <a:off x="5240562" y="2831266"/>
              <a:ext cx="4921200" cy="15105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03BEFE4F-8D35-41A7-9CA5-CB4CF537C93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31562" y="2822266"/>
                <a:ext cx="4938840" cy="152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upo 14">
            <a:extLst>
              <a:ext uri="{FF2B5EF4-FFF2-40B4-BE49-F238E27FC236}">
                <a16:creationId xmlns:a16="http://schemas.microsoft.com/office/drawing/2014/main" id="{64C5BFD8-61CB-4D1D-B0C3-23D1A844399E}"/>
              </a:ext>
            </a:extLst>
          </p:cNvPr>
          <p:cNvGrpSpPr/>
          <p:nvPr/>
        </p:nvGrpSpPr>
        <p:grpSpPr>
          <a:xfrm>
            <a:off x="10590162" y="2537146"/>
            <a:ext cx="1037880" cy="422640"/>
            <a:chOff x="10590162" y="2537146"/>
            <a:chExt cx="103788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28A6F61-9DAF-42D8-8137-48E17062BF9D}"/>
                    </a:ext>
                  </a:extLst>
                </p14:cNvPr>
                <p14:cNvContentPartPr/>
                <p14:nvPr/>
              </p14:nvContentPartPr>
              <p14:xfrm>
                <a:off x="10590162" y="2645506"/>
                <a:ext cx="187560" cy="3142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28A6F61-9DAF-42D8-8137-48E17062BF9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81522" y="2636866"/>
                  <a:ext cx="2052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6D05D4B-303C-4BC4-A769-3179C6B37A1E}"/>
                    </a:ext>
                  </a:extLst>
                </p14:cNvPr>
                <p14:cNvContentPartPr/>
                <p14:nvPr/>
              </p14:nvContentPartPr>
              <p14:xfrm>
                <a:off x="10892202" y="2759986"/>
                <a:ext cx="124560" cy="39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6D05D4B-303C-4BC4-A769-3179C6B37A1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883202" y="2750986"/>
                  <a:ext cx="142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A60BF1D5-9A18-47AE-9977-BC78BBCEA822}"/>
                    </a:ext>
                  </a:extLst>
                </p14:cNvPr>
                <p14:cNvContentPartPr/>
                <p14:nvPr/>
              </p14:nvContentPartPr>
              <p14:xfrm>
                <a:off x="10915962" y="2820826"/>
                <a:ext cx="119880" cy="396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A60BF1D5-9A18-47AE-9977-BC78BBCEA82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06962" y="2812186"/>
                  <a:ext cx="137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3D0AECC2-619B-4FE4-B804-0FC47EBA57A7}"/>
                    </a:ext>
                  </a:extLst>
                </p14:cNvPr>
                <p14:cNvContentPartPr/>
                <p14:nvPr/>
              </p14:nvContentPartPr>
              <p14:xfrm>
                <a:off x="11210082" y="2537146"/>
                <a:ext cx="417960" cy="2761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3D0AECC2-619B-4FE4-B804-0FC47EBA57A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01442" y="2528506"/>
                  <a:ext cx="4356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204F8DC6-2CCE-47B9-87E1-FEB11E7E31D0}"/>
                    </a:ext>
                  </a:extLst>
                </p14:cNvPr>
                <p14:cNvContentPartPr/>
                <p14:nvPr/>
              </p14:nvContentPartPr>
              <p14:xfrm>
                <a:off x="11397642" y="2676466"/>
                <a:ext cx="106560" cy="13320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204F8DC6-2CCE-47B9-87E1-FEB11E7E31D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388642" y="2667826"/>
                  <a:ext cx="124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773932B1-5A1D-455A-8EF3-4BC896344C31}"/>
                    </a:ext>
                  </a:extLst>
                </p14:cNvPr>
                <p14:cNvContentPartPr/>
                <p14:nvPr/>
              </p14:nvContentPartPr>
              <p14:xfrm>
                <a:off x="11432922" y="2673946"/>
                <a:ext cx="77760" cy="1454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773932B1-5A1D-455A-8EF3-4BC896344C3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423922" y="2665306"/>
                  <a:ext cx="9540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272478FF-4944-4182-A60A-027ED89C9841}"/>
                  </a:ext>
                </a:extLst>
              </p14:cNvPr>
              <p14:cNvContentPartPr/>
              <p14:nvPr/>
            </p14:nvContentPartPr>
            <p14:xfrm>
              <a:off x="5290962" y="4132666"/>
              <a:ext cx="825840" cy="245160"/>
            </p14:xfrm>
          </p:contentPart>
        </mc:Choice>
        <mc:Fallback xmlns=""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272478FF-4944-4182-A60A-027ED89C984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273322" y="4114666"/>
                <a:ext cx="8614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947205B0-44DD-47ED-BD37-FDE74C3A65FB}"/>
                  </a:ext>
                </a:extLst>
              </p14:cNvPr>
              <p14:cNvContentPartPr/>
              <p14:nvPr/>
            </p14:nvContentPartPr>
            <p14:xfrm>
              <a:off x="5817642" y="3472786"/>
              <a:ext cx="1253520" cy="79236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947205B0-44DD-47ED-BD37-FDE74C3A65F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00002" y="3454786"/>
                <a:ext cx="1289160" cy="8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1D5EF480-AA2D-47FF-B7FB-39474346C19A}"/>
                  </a:ext>
                </a:extLst>
              </p14:cNvPr>
              <p14:cNvContentPartPr/>
              <p14:nvPr/>
            </p14:nvContentPartPr>
            <p14:xfrm>
              <a:off x="7066482" y="1147546"/>
              <a:ext cx="1564560" cy="230220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1D5EF480-AA2D-47FF-B7FB-39474346C19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48482" y="1129546"/>
                <a:ext cx="1600200" cy="233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o 24">
            <a:extLst>
              <a:ext uri="{FF2B5EF4-FFF2-40B4-BE49-F238E27FC236}">
                <a16:creationId xmlns:a16="http://schemas.microsoft.com/office/drawing/2014/main" id="{02CD3945-51A0-4C7D-A10E-9FC660A13203}"/>
              </a:ext>
            </a:extLst>
          </p:cNvPr>
          <p:cNvGrpSpPr/>
          <p:nvPr/>
        </p:nvGrpSpPr>
        <p:grpSpPr>
          <a:xfrm>
            <a:off x="8916522" y="823546"/>
            <a:ext cx="923760" cy="369000"/>
            <a:chOff x="8916522" y="823546"/>
            <a:chExt cx="92376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E95EFC00-E525-4FAB-9B93-5830367B9B87}"/>
                    </a:ext>
                  </a:extLst>
                </p14:cNvPr>
                <p14:cNvContentPartPr/>
                <p14:nvPr/>
              </p14:nvContentPartPr>
              <p14:xfrm>
                <a:off x="8916522" y="906706"/>
                <a:ext cx="155520" cy="28584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E95EFC00-E525-4FAB-9B93-5830367B9B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98522" y="889066"/>
                  <a:ext cx="1911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D8A9C513-81A3-488C-A568-F3D0CE341D58}"/>
                    </a:ext>
                  </a:extLst>
                </p14:cNvPr>
                <p14:cNvContentPartPr/>
                <p14:nvPr/>
              </p14:nvContentPartPr>
              <p14:xfrm>
                <a:off x="9225762" y="1000666"/>
                <a:ext cx="115920" cy="1224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D8A9C513-81A3-488C-A568-F3D0CE341D5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207762" y="982666"/>
                  <a:ext cx="151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5587558-993E-42A7-8FA7-C708FB43B655}"/>
                    </a:ext>
                  </a:extLst>
                </p14:cNvPr>
                <p14:cNvContentPartPr/>
                <p14:nvPr/>
              </p14:nvContentPartPr>
              <p14:xfrm>
                <a:off x="9235122" y="1096066"/>
                <a:ext cx="103680" cy="255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5587558-993E-42A7-8FA7-C708FB43B65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17482" y="1078066"/>
                  <a:ext cx="139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E28BE92-91F7-4630-B5E5-74C0C6109D27}"/>
                    </a:ext>
                  </a:extLst>
                </p14:cNvPr>
                <p14:cNvContentPartPr/>
                <p14:nvPr/>
              </p14:nvContentPartPr>
              <p14:xfrm>
                <a:off x="9518082" y="969706"/>
                <a:ext cx="104400" cy="18756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E28BE92-91F7-4630-B5E5-74C0C6109D2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500442" y="951706"/>
                  <a:ext cx="140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5E84C434-8B9F-41B8-AF79-A4DDEC71BDEB}"/>
                    </a:ext>
                  </a:extLst>
                </p14:cNvPr>
                <p14:cNvContentPartPr/>
                <p14:nvPr/>
              </p14:nvContentPartPr>
              <p14:xfrm>
                <a:off x="9505842" y="1030186"/>
                <a:ext cx="174240" cy="1188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5E84C434-8B9F-41B8-AF79-A4DDEC71BDE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87842" y="1012546"/>
                  <a:ext cx="209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8F46083-2F6F-4717-B1E1-871B1877D939}"/>
                    </a:ext>
                  </a:extLst>
                </p14:cNvPr>
                <p14:cNvContentPartPr/>
                <p14:nvPr/>
              </p14:nvContentPartPr>
              <p14:xfrm>
                <a:off x="9730122" y="823546"/>
                <a:ext cx="110160" cy="12168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8F46083-2F6F-4717-B1E1-871B1877D93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12482" y="805546"/>
                  <a:ext cx="14580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5A3BB856-3F62-4280-A16E-F39B97B87B12}"/>
                  </a:ext>
                </a:extLst>
              </p14:cNvPr>
              <p14:cNvContentPartPr/>
              <p14:nvPr/>
            </p14:nvContentPartPr>
            <p14:xfrm>
              <a:off x="5505162" y="4026466"/>
              <a:ext cx="263520" cy="150840"/>
            </p14:xfrm>
          </p:contentPart>
        </mc:Choice>
        <mc:Fallback xmlns=""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5A3BB856-3F62-4280-A16E-F39B97B87B1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451162" y="3918466"/>
                <a:ext cx="37116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3E6984AB-2BFD-4C19-B7F7-E05B0889F63C}"/>
                  </a:ext>
                </a:extLst>
              </p14:cNvPr>
              <p14:cNvContentPartPr/>
              <p14:nvPr/>
            </p14:nvContentPartPr>
            <p14:xfrm>
              <a:off x="5338842" y="4126546"/>
              <a:ext cx="360720" cy="16452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3E6984AB-2BFD-4C19-B7F7-E05B0889F63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285202" y="4018546"/>
                <a:ext cx="46836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7D65D7B9-5AFA-4F00-93B8-D540F01FDAD1}"/>
                  </a:ext>
                </a:extLst>
              </p14:cNvPr>
              <p14:cNvContentPartPr/>
              <p14:nvPr/>
            </p14:nvContentPartPr>
            <p14:xfrm>
              <a:off x="5650242" y="3878506"/>
              <a:ext cx="456120" cy="25848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7D65D7B9-5AFA-4F00-93B8-D540F01FDAD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596602" y="3770866"/>
                <a:ext cx="56376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CE96F518-71EC-431F-B5CE-B15CE83F84EE}"/>
                  </a:ext>
                </a:extLst>
              </p14:cNvPr>
              <p14:cNvContentPartPr/>
              <p14:nvPr/>
            </p14:nvContentPartPr>
            <p14:xfrm>
              <a:off x="6089802" y="3632266"/>
              <a:ext cx="653760" cy="212760"/>
            </p14:xfrm>
          </p:contentPart>
        </mc:Choice>
        <mc:Fallback xmlns=""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CE96F518-71EC-431F-B5CE-B15CE83F84E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036162" y="3524266"/>
                <a:ext cx="76140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74224180-589F-4F2D-90C8-6B1C624179FF}"/>
                  </a:ext>
                </a:extLst>
              </p14:cNvPr>
              <p14:cNvContentPartPr/>
              <p14:nvPr/>
            </p14:nvContentPartPr>
            <p14:xfrm>
              <a:off x="6661122" y="3559186"/>
              <a:ext cx="248040" cy="13428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74224180-589F-4F2D-90C8-6B1C624179F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607482" y="3451546"/>
                <a:ext cx="3556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818BF05A-39A6-40D3-99FB-6DAF864DC23E}"/>
                  </a:ext>
                </a:extLst>
              </p14:cNvPr>
              <p14:cNvContentPartPr/>
              <p14:nvPr/>
            </p14:nvContentPartPr>
            <p14:xfrm>
              <a:off x="6926082" y="3501586"/>
              <a:ext cx="30960" cy="2340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818BF05A-39A6-40D3-99FB-6DAF864DC23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872082" y="3393946"/>
                <a:ext cx="1386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EF8BD470-C84E-4294-BE5E-71BA21C89E16}"/>
                  </a:ext>
                </a:extLst>
              </p14:cNvPr>
              <p14:cNvContentPartPr/>
              <p14:nvPr/>
            </p14:nvContentPartPr>
            <p14:xfrm>
              <a:off x="5454402" y="3717226"/>
              <a:ext cx="1141200" cy="563040"/>
            </p14:xfrm>
          </p:contentPart>
        </mc:Choice>
        <mc:Fallback xmlns=""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EF8BD470-C84E-4294-BE5E-71BA21C89E1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400762" y="3609586"/>
                <a:ext cx="1248840" cy="7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2B7EDAEC-C9E9-4176-9B25-6815AE04A068}"/>
                  </a:ext>
                </a:extLst>
              </p14:cNvPr>
              <p14:cNvContentPartPr/>
              <p14:nvPr/>
            </p14:nvContentPartPr>
            <p14:xfrm>
              <a:off x="5411562" y="3735226"/>
              <a:ext cx="1311120" cy="56520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2B7EDAEC-C9E9-4176-9B25-6815AE04A06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357562" y="3627586"/>
                <a:ext cx="1418760" cy="78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o 36">
            <a:extLst>
              <a:ext uri="{FF2B5EF4-FFF2-40B4-BE49-F238E27FC236}">
                <a16:creationId xmlns:a16="http://schemas.microsoft.com/office/drawing/2014/main" id="{06E010CF-683E-4954-AAF9-C4ED0E024D3C}"/>
              </a:ext>
            </a:extLst>
          </p:cNvPr>
          <p:cNvGrpSpPr/>
          <p:nvPr/>
        </p:nvGrpSpPr>
        <p:grpSpPr>
          <a:xfrm>
            <a:off x="5217522" y="4362706"/>
            <a:ext cx="2239200" cy="73080"/>
            <a:chOff x="5217522" y="4362706"/>
            <a:chExt cx="2239200" cy="7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4562DCB4-43E4-4673-9587-DF672132778F}"/>
                    </a:ext>
                  </a:extLst>
                </p14:cNvPr>
                <p14:cNvContentPartPr/>
                <p14:nvPr/>
              </p14:nvContentPartPr>
              <p14:xfrm>
                <a:off x="5217522" y="4365586"/>
                <a:ext cx="241560" cy="2592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4562DCB4-43E4-4673-9587-DF672132778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99882" y="4347586"/>
                  <a:ext cx="277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B7CBBB1-74CB-4467-8941-EFCD33776E2C}"/>
                    </a:ext>
                  </a:extLst>
                </p14:cNvPr>
                <p14:cNvContentPartPr/>
                <p14:nvPr/>
              </p14:nvContentPartPr>
              <p14:xfrm>
                <a:off x="5262522" y="4373146"/>
                <a:ext cx="309960" cy="1224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B7CBBB1-74CB-4467-8941-EFCD33776E2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244882" y="4355146"/>
                  <a:ext cx="345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675A673-B075-4450-87F9-ECC4AD172D80}"/>
                    </a:ext>
                  </a:extLst>
                </p14:cNvPr>
                <p14:cNvContentPartPr/>
                <p14:nvPr/>
              </p14:nvContentPartPr>
              <p14:xfrm>
                <a:off x="5346042" y="4362706"/>
                <a:ext cx="2110680" cy="7308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675A673-B075-4450-87F9-ECC4AD172D8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28042" y="4345066"/>
                  <a:ext cx="21463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E2A5EDDE-813A-4F05-93EE-CBAABAB4E16D}"/>
              </a:ext>
            </a:extLst>
          </p:cNvPr>
          <p:cNvGrpSpPr/>
          <p:nvPr/>
        </p:nvGrpSpPr>
        <p:grpSpPr>
          <a:xfrm>
            <a:off x="7189602" y="4064986"/>
            <a:ext cx="366840" cy="735120"/>
            <a:chOff x="7189602" y="4064986"/>
            <a:chExt cx="366840" cy="73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1500E620-40AC-45F0-A52E-608C9CD4AE47}"/>
                    </a:ext>
                  </a:extLst>
                </p14:cNvPr>
                <p14:cNvContentPartPr/>
                <p14:nvPr/>
              </p14:nvContentPartPr>
              <p14:xfrm>
                <a:off x="7189602" y="4064986"/>
                <a:ext cx="366840" cy="73512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1500E620-40AC-45F0-A52E-608C9CD4AE4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71602" y="4046986"/>
                  <a:ext cx="40248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43C1499E-3B50-4C1B-A512-9379A802844A}"/>
                    </a:ext>
                  </a:extLst>
                </p14:cNvPr>
                <p14:cNvContentPartPr/>
                <p14:nvPr/>
              </p14:nvContentPartPr>
              <p14:xfrm>
                <a:off x="7197162" y="4485826"/>
                <a:ext cx="107280" cy="11700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43C1499E-3B50-4C1B-A512-9379A802844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79522" y="4468186"/>
                  <a:ext cx="142920" cy="15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09340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FF8CF99-0F67-47A2-853C-D57280DE4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36" y="914400"/>
            <a:ext cx="2686050" cy="5029200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CED07662-EB90-4953-88E4-C5A144A5C6E8}"/>
              </a:ext>
            </a:extLst>
          </p:cNvPr>
          <p:cNvGrpSpPr/>
          <p:nvPr/>
        </p:nvGrpSpPr>
        <p:grpSpPr>
          <a:xfrm>
            <a:off x="2492202" y="1015403"/>
            <a:ext cx="1050840" cy="1477440"/>
            <a:chOff x="2492202" y="1015403"/>
            <a:chExt cx="1050840" cy="147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A32855FB-DFF6-42E0-BAFA-D5F2AAB9431F}"/>
                    </a:ext>
                  </a:extLst>
                </p14:cNvPr>
                <p14:cNvContentPartPr/>
                <p14:nvPr/>
              </p14:nvContentPartPr>
              <p14:xfrm>
                <a:off x="2492202" y="1458203"/>
                <a:ext cx="1050840" cy="103464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A32855FB-DFF6-42E0-BAFA-D5F2AAB9431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83202" y="1449203"/>
                  <a:ext cx="1068480" cy="10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D0DDFF01-7DEB-4BBC-9586-D329809CC1E8}"/>
                    </a:ext>
                  </a:extLst>
                </p14:cNvPr>
                <p14:cNvContentPartPr/>
                <p14:nvPr/>
              </p14:nvContentPartPr>
              <p14:xfrm>
                <a:off x="2932482" y="1015403"/>
                <a:ext cx="585360" cy="37044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D0DDFF01-7DEB-4BBC-9586-D329809CC1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23842" y="1006763"/>
                  <a:ext cx="603000" cy="38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C57347B-B529-4390-977E-B7FBC8B256B5}"/>
                  </a:ext>
                </a:extLst>
              </p14:cNvPr>
              <p14:cNvContentPartPr/>
              <p14:nvPr/>
            </p14:nvContentPartPr>
            <p14:xfrm>
              <a:off x="2505522" y="1467203"/>
              <a:ext cx="1019880" cy="104544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C57347B-B529-4390-977E-B7FBC8B256B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87882" y="1449203"/>
                <a:ext cx="105552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052423E-AE58-49A5-A35A-3A1553686292}"/>
                  </a:ext>
                </a:extLst>
              </p14:cNvPr>
              <p14:cNvContentPartPr/>
              <p14:nvPr/>
            </p14:nvContentPartPr>
            <p14:xfrm>
              <a:off x="3393282" y="1847363"/>
              <a:ext cx="461880" cy="25380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052423E-AE58-49A5-A35A-3A155368629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75282" y="1829723"/>
                <a:ext cx="4975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BCE61B44-321F-47E2-9D08-1A194CA15B11}"/>
                  </a:ext>
                </a:extLst>
              </p14:cNvPr>
              <p14:cNvContentPartPr/>
              <p14:nvPr/>
            </p14:nvContentPartPr>
            <p14:xfrm>
              <a:off x="2445762" y="1708043"/>
              <a:ext cx="10440" cy="1008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BCE61B44-321F-47E2-9D08-1A194CA15B1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36762" y="1699403"/>
                <a:ext cx="280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9EC27FB1-E0BA-4435-8720-090899D6342C}"/>
                  </a:ext>
                </a:extLst>
              </p14:cNvPr>
              <p14:cNvContentPartPr/>
              <p14:nvPr/>
            </p14:nvContentPartPr>
            <p14:xfrm>
              <a:off x="1814682" y="1914683"/>
              <a:ext cx="590760" cy="36144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9EC27FB1-E0BA-4435-8720-090899D6342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05682" y="1906043"/>
                <a:ext cx="60840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4276ABD4-CB08-4C55-962F-CBE663DB2402}"/>
                  </a:ext>
                </a:extLst>
              </p14:cNvPr>
              <p14:cNvContentPartPr/>
              <p14:nvPr/>
            </p14:nvContentPartPr>
            <p14:xfrm>
              <a:off x="3201402" y="2186483"/>
              <a:ext cx="384120" cy="23220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4276ABD4-CB08-4C55-962F-CBE663DB240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83402" y="2168483"/>
                <a:ext cx="419760" cy="2678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Imagen 11">
            <a:extLst>
              <a:ext uri="{FF2B5EF4-FFF2-40B4-BE49-F238E27FC236}">
                <a16:creationId xmlns:a16="http://schemas.microsoft.com/office/drawing/2014/main" id="{65A68219-18E3-4891-B53D-4B9AC365AAD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1242" y="168715"/>
            <a:ext cx="4658276" cy="1289488"/>
          </a:xfrm>
          <a:prstGeom prst="rect">
            <a:avLst/>
          </a:prstGeom>
        </p:spPr>
      </p:pic>
      <p:grpSp>
        <p:nvGrpSpPr>
          <p:cNvPr id="34" name="Grupo 33">
            <a:extLst>
              <a:ext uri="{FF2B5EF4-FFF2-40B4-BE49-F238E27FC236}">
                <a16:creationId xmlns:a16="http://schemas.microsoft.com/office/drawing/2014/main" id="{8B77AE24-C905-400B-927F-E3FAEFE3F1C6}"/>
              </a:ext>
            </a:extLst>
          </p:cNvPr>
          <p:cNvGrpSpPr/>
          <p:nvPr/>
        </p:nvGrpSpPr>
        <p:grpSpPr>
          <a:xfrm>
            <a:off x="9869503" y="275143"/>
            <a:ext cx="962640" cy="336240"/>
            <a:chOff x="9869503" y="275143"/>
            <a:chExt cx="96264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10C7F6B1-DDF7-4BF8-A132-EA0BD430F196}"/>
                    </a:ext>
                  </a:extLst>
                </p14:cNvPr>
                <p14:cNvContentPartPr/>
                <p14:nvPr/>
              </p14:nvContentPartPr>
              <p14:xfrm>
                <a:off x="9869503" y="368743"/>
                <a:ext cx="304920" cy="24264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10C7F6B1-DDF7-4BF8-A132-EA0BD430F1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60503" y="359743"/>
                  <a:ext cx="322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78A2C0A5-97D4-4714-A496-ECF420E21B3E}"/>
                    </a:ext>
                  </a:extLst>
                </p14:cNvPr>
                <p14:cNvContentPartPr/>
                <p14:nvPr/>
              </p14:nvContentPartPr>
              <p14:xfrm>
                <a:off x="10020703" y="473143"/>
                <a:ext cx="81720" cy="982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78A2C0A5-97D4-4714-A496-ECF420E21B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12063" y="464503"/>
                  <a:ext cx="99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29BDEB8F-8221-47A2-8F37-9BAB12FD96E6}"/>
                    </a:ext>
                  </a:extLst>
                </p14:cNvPr>
                <p14:cNvContentPartPr/>
                <p14:nvPr/>
              </p14:nvContentPartPr>
              <p14:xfrm>
                <a:off x="10019983" y="473143"/>
                <a:ext cx="83160" cy="11376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29BDEB8F-8221-47A2-8F37-9BAB12FD96E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11343" y="464503"/>
                  <a:ext cx="100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22C4A250-D6F0-43DE-89F1-17271FB81DF0}"/>
                    </a:ext>
                  </a:extLst>
                </p14:cNvPr>
                <p14:cNvContentPartPr/>
                <p14:nvPr/>
              </p14:nvContentPartPr>
              <p14:xfrm>
                <a:off x="10347223" y="454063"/>
                <a:ext cx="92880" cy="396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22C4A250-D6F0-43DE-89F1-17271FB81D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38223" y="445423"/>
                  <a:ext cx="110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2AE20D91-7A93-44C2-BD55-0958158FFE93}"/>
                    </a:ext>
                  </a:extLst>
                </p14:cNvPr>
                <p14:cNvContentPartPr/>
                <p14:nvPr/>
              </p14:nvContentPartPr>
              <p14:xfrm>
                <a:off x="10366663" y="495823"/>
                <a:ext cx="56880" cy="165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2AE20D91-7A93-44C2-BD55-0958158FFE9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58023" y="486823"/>
                  <a:ext cx="74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E78FC9F-3720-457E-9779-85D16D697BA5}"/>
                    </a:ext>
                  </a:extLst>
                </p14:cNvPr>
                <p14:cNvContentPartPr/>
                <p14:nvPr/>
              </p14:nvContentPartPr>
              <p14:xfrm>
                <a:off x="10574743" y="368383"/>
                <a:ext cx="132480" cy="20664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E78FC9F-3720-457E-9779-85D16D697B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66103" y="359383"/>
                  <a:ext cx="150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3F2304F5-CB66-4217-8C65-63D940BCFC98}"/>
                    </a:ext>
                  </a:extLst>
                </p14:cNvPr>
                <p14:cNvContentPartPr/>
                <p14:nvPr/>
              </p14:nvContentPartPr>
              <p14:xfrm>
                <a:off x="10592023" y="393583"/>
                <a:ext cx="100440" cy="16740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3F2304F5-CB66-4217-8C65-63D940BCFC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83383" y="384943"/>
                  <a:ext cx="118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B6CFDEBC-F6F5-4987-A232-041020DD2A7B}"/>
                    </a:ext>
                  </a:extLst>
                </p14:cNvPr>
                <p14:cNvContentPartPr/>
                <p14:nvPr/>
              </p14:nvContentPartPr>
              <p14:xfrm>
                <a:off x="10733863" y="275143"/>
                <a:ext cx="98280" cy="7632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B6CFDEBC-F6F5-4987-A232-041020DD2A7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24863" y="266503"/>
                  <a:ext cx="11592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D2825E6C-13B4-4383-9FB4-F7081B4231F8}"/>
                  </a:ext>
                </a:extLst>
              </p14:cNvPr>
              <p14:cNvContentPartPr/>
              <p14:nvPr/>
            </p14:nvContentPartPr>
            <p14:xfrm>
              <a:off x="5778463" y="1553143"/>
              <a:ext cx="66240" cy="25596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D2825E6C-13B4-4383-9FB4-F7081B4231F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69463" y="1544143"/>
                <a:ext cx="83880" cy="27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o 36">
            <a:extLst>
              <a:ext uri="{FF2B5EF4-FFF2-40B4-BE49-F238E27FC236}">
                <a16:creationId xmlns:a16="http://schemas.microsoft.com/office/drawing/2014/main" id="{785DA9CA-7974-4AD3-9BFB-64AB06A8B467}"/>
              </a:ext>
            </a:extLst>
          </p:cNvPr>
          <p:cNvGrpSpPr/>
          <p:nvPr/>
        </p:nvGrpSpPr>
        <p:grpSpPr>
          <a:xfrm>
            <a:off x="4824977" y="1327783"/>
            <a:ext cx="1217366" cy="716040"/>
            <a:chOff x="4824977" y="1327783"/>
            <a:chExt cx="1217366" cy="71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670E2BB9-0169-4FA2-8231-3248F26905E0}"/>
                    </a:ext>
                  </a:extLst>
                </p14:cNvPr>
                <p14:cNvContentPartPr/>
                <p14:nvPr/>
              </p14:nvContentPartPr>
              <p14:xfrm>
                <a:off x="4824977" y="1508554"/>
                <a:ext cx="88200" cy="25524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670E2BB9-0169-4FA2-8231-3248F26905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16337" y="1499554"/>
                  <a:ext cx="1058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FAABBACB-4090-4484-9071-96A24AB37C58}"/>
                    </a:ext>
                  </a:extLst>
                </p14:cNvPr>
                <p14:cNvContentPartPr/>
                <p14:nvPr/>
              </p14:nvContentPartPr>
              <p14:xfrm>
                <a:off x="5035577" y="1618354"/>
                <a:ext cx="108360" cy="72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FAABBACB-4090-4484-9071-96A24AB37C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26937" y="1609714"/>
                  <a:ext cx="126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96A35104-4925-4AE0-B2B6-9E669227416C}"/>
                    </a:ext>
                  </a:extLst>
                </p14:cNvPr>
                <p14:cNvContentPartPr/>
                <p14:nvPr/>
              </p14:nvContentPartPr>
              <p14:xfrm>
                <a:off x="5034857" y="1662634"/>
                <a:ext cx="115560" cy="115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96A35104-4925-4AE0-B2B6-9E669227416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26217" y="1653994"/>
                  <a:ext cx="133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8053143F-73F3-4C75-8BE1-738AF689BD71}"/>
                    </a:ext>
                  </a:extLst>
                </p14:cNvPr>
                <p14:cNvContentPartPr/>
                <p14:nvPr/>
              </p14:nvContentPartPr>
              <p14:xfrm>
                <a:off x="5296217" y="1545994"/>
                <a:ext cx="6480" cy="11808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8053143F-73F3-4C75-8BE1-738AF689BD7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87577" y="1536994"/>
                  <a:ext cx="24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7CF2BB9A-AAC3-467B-9E39-D8FE636A6FA3}"/>
                    </a:ext>
                  </a:extLst>
                </p14:cNvPr>
                <p14:cNvContentPartPr/>
                <p14:nvPr/>
              </p14:nvContentPartPr>
              <p14:xfrm>
                <a:off x="5361377" y="1539514"/>
                <a:ext cx="5040" cy="16920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7CF2BB9A-AAC3-467B-9E39-D8FE636A6FA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52377" y="1530514"/>
                  <a:ext cx="22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224F4BE-A8E6-4AF6-A8BA-456921892564}"/>
                    </a:ext>
                  </a:extLst>
                </p14:cNvPr>
                <p14:cNvContentPartPr/>
                <p14:nvPr/>
              </p14:nvContentPartPr>
              <p14:xfrm>
                <a:off x="5256257" y="1544554"/>
                <a:ext cx="177840" cy="57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224F4BE-A8E6-4AF6-A8BA-4569218925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7617" y="1535554"/>
                  <a:ext cx="195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EA76620E-6079-484A-9FD1-F156CEFB9BCB}"/>
                    </a:ext>
                  </a:extLst>
                </p14:cNvPr>
                <p14:cNvContentPartPr/>
                <p14:nvPr/>
              </p14:nvContentPartPr>
              <p14:xfrm>
                <a:off x="5451737" y="1383994"/>
                <a:ext cx="155520" cy="5652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EA76620E-6079-484A-9FD1-F156CEFB9BC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2737" y="1375354"/>
                  <a:ext cx="17316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887BA22-626A-4E56-AA35-7C0A3DFA3972}"/>
                    </a:ext>
                  </a:extLst>
                </p14:cNvPr>
                <p14:cNvContentPartPr/>
                <p14:nvPr/>
              </p14:nvContentPartPr>
              <p14:xfrm>
                <a:off x="5558503" y="1976863"/>
                <a:ext cx="91440" cy="669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887BA22-626A-4E56-AA35-7C0A3DFA397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49503" y="1967863"/>
                  <a:ext cx="109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A427BBBB-5B58-4810-99DA-360C958D32B3}"/>
                    </a:ext>
                  </a:extLst>
                </p14:cNvPr>
                <p14:cNvContentPartPr/>
                <p14:nvPr/>
              </p14:nvContentPartPr>
              <p14:xfrm>
                <a:off x="5642383" y="1327783"/>
                <a:ext cx="43560" cy="1069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A427BBBB-5B58-4810-99DA-360C958D32B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33383" y="1319143"/>
                  <a:ext cx="61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E8F3C03B-7F64-43DB-9130-E61F6AFDFC13}"/>
                    </a:ext>
                  </a:extLst>
                </p14:cNvPr>
                <p14:cNvContentPartPr/>
                <p14:nvPr/>
              </p14:nvContentPartPr>
              <p14:xfrm>
                <a:off x="5951623" y="1550983"/>
                <a:ext cx="90720" cy="26676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E8F3C03B-7F64-43DB-9130-E61F6AFDFC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42983" y="1541983"/>
                  <a:ext cx="10836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ACA065C-2C45-47D3-B1E7-866A9D6C4374}"/>
              </a:ext>
            </a:extLst>
          </p:cNvPr>
          <p:cNvGrpSpPr/>
          <p:nvPr/>
        </p:nvGrpSpPr>
        <p:grpSpPr>
          <a:xfrm>
            <a:off x="6078703" y="1563583"/>
            <a:ext cx="304920" cy="243000"/>
            <a:chOff x="6078703" y="1563583"/>
            <a:chExt cx="30492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01AA94F1-42B7-46BE-A9DE-2B3ECFECC90C}"/>
                    </a:ext>
                  </a:extLst>
                </p14:cNvPr>
                <p14:cNvContentPartPr/>
                <p14:nvPr/>
              </p14:nvContentPartPr>
              <p14:xfrm>
                <a:off x="6078703" y="1563583"/>
                <a:ext cx="304920" cy="2430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01AA94F1-42B7-46BE-A9DE-2B3ECFECC90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70063" y="1554583"/>
                  <a:ext cx="322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738B05B7-52D5-46ED-8873-B139A5476685}"/>
                    </a:ext>
                  </a:extLst>
                </p14:cNvPr>
                <p14:cNvContentPartPr/>
                <p14:nvPr/>
              </p14:nvContentPartPr>
              <p14:xfrm>
                <a:off x="6224503" y="1635943"/>
                <a:ext cx="77040" cy="12600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738B05B7-52D5-46ED-8873-B139A54766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15863" y="1627303"/>
                  <a:ext cx="94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355DC422-564C-4688-8C4D-2BCEEE530699}"/>
                    </a:ext>
                  </a:extLst>
                </p14:cNvPr>
                <p14:cNvContentPartPr/>
                <p14:nvPr/>
              </p14:nvContentPartPr>
              <p14:xfrm>
                <a:off x="6215863" y="1665463"/>
                <a:ext cx="104400" cy="1044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355DC422-564C-4688-8C4D-2BCEEE53069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07223" y="1656463"/>
                  <a:ext cx="122040" cy="12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824A7AE6-8F49-456D-871F-FEAB635B41A8}"/>
                  </a:ext>
                </a:extLst>
              </p14:cNvPr>
              <p14:cNvContentPartPr/>
              <p14:nvPr/>
            </p14:nvContentPartPr>
            <p14:xfrm>
              <a:off x="7157983" y="1571863"/>
              <a:ext cx="115560" cy="228600"/>
            </p14:xfrm>
          </p:contentPart>
        </mc:Choice>
        <mc:Fallback xmlns=""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824A7AE6-8F49-456D-871F-FEAB635B41A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49343" y="1563223"/>
                <a:ext cx="133200" cy="24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upo 50">
            <a:extLst>
              <a:ext uri="{FF2B5EF4-FFF2-40B4-BE49-F238E27FC236}">
                <a16:creationId xmlns:a16="http://schemas.microsoft.com/office/drawing/2014/main" id="{66797017-5055-4E5F-916B-51EF95630BE2}"/>
              </a:ext>
            </a:extLst>
          </p:cNvPr>
          <p:cNvGrpSpPr/>
          <p:nvPr/>
        </p:nvGrpSpPr>
        <p:grpSpPr>
          <a:xfrm>
            <a:off x="7283263" y="1507423"/>
            <a:ext cx="246240" cy="258480"/>
            <a:chOff x="7283263" y="1507423"/>
            <a:chExt cx="2462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A4E56F79-7A1D-422A-81FC-77D0437C8781}"/>
                    </a:ext>
                  </a:extLst>
                </p14:cNvPr>
                <p14:cNvContentPartPr/>
                <p14:nvPr/>
              </p14:nvContentPartPr>
              <p14:xfrm>
                <a:off x="7283263" y="1606423"/>
                <a:ext cx="95760" cy="15948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A4E56F79-7A1D-422A-81FC-77D0437C878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65623" y="1588423"/>
                  <a:ext cx="131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CE283710-B502-4FDE-9E69-D8E0C5937BF6}"/>
                    </a:ext>
                  </a:extLst>
                </p14:cNvPr>
                <p14:cNvContentPartPr/>
                <p14:nvPr/>
              </p14:nvContentPartPr>
              <p14:xfrm>
                <a:off x="7291903" y="1585903"/>
                <a:ext cx="114480" cy="15264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CE283710-B502-4FDE-9E69-D8E0C5937B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74263" y="1568263"/>
                  <a:ext cx="150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3FCE1C61-D5B2-4420-8464-E457305E0151}"/>
                    </a:ext>
                  </a:extLst>
                </p14:cNvPr>
                <p14:cNvContentPartPr/>
                <p14:nvPr/>
              </p14:nvContentPartPr>
              <p14:xfrm>
                <a:off x="7452463" y="1507423"/>
                <a:ext cx="77040" cy="8676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3FCE1C61-D5B2-4420-8464-E457305E01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34463" y="1489423"/>
                  <a:ext cx="1126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A4C96E2D-ED64-4F12-ACE9-C811334CBABB}"/>
              </a:ext>
            </a:extLst>
          </p:cNvPr>
          <p:cNvGrpSpPr/>
          <p:nvPr/>
        </p:nvGrpSpPr>
        <p:grpSpPr>
          <a:xfrm>
            <a:off x="7557223" y="1118263"/>
            <a:ext cx="2003040" cy="918720"/>
            <a:chOff x="7557223" y="1118263"/>
            <a:chExt cx="2003040" cy="91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BDB06149-BCE4-47A7-89CA-1375B4EA2290}"/>
                    </a:ext>
                  </a:extLst>
                </p14:cNvPr>
                <p14:cNvContentPartPr/>
                <p14:nvPr/>
              </p14:nvContentPartPr>
              <p14:xfrm>
                <a:off x="7557223" y="1499503"/>
                <a:ext cx="114120" cy="31644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BDB06149-BCE4-47A7-89CA-1375B4EA229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48583" y="1490863"/>
                  <a:ext cx="131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B9EBF3DD-63EE-4C5A-AD32-54202FA8705A}"/>
                    </a:ext>
                  </a:extLst>
                </p14:cNvPr>
                <p14:cNvContentPartPr/>
                <p14:nvPr/>
              </p14:nvContentPartPr>
              <p14:xfrm>
                <a:off x="7718863" y="1486903"/>
                <a:ext cx="151920" cy="1087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B9EBF3DD-63EE-4C5A-AD32-54202FA870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10223" y="1478263"/>
                  <a:ext cx="169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6F864AAD-DA3F-4BB1-B550-40EF1AAD5FE6}"/>
                    </a:ext>
                  </a:extLst>
                </p14:cNvPr>
                <p14:cNvContentPartPr/>
                <p14:nvPr/>
              </p14:nvContentPartPr>
              <p14:xfrm>
                <a:off x="7973023" y="1455223"/>
                <a:ext cx="150480" cy="38736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6F864AAD-DA3F-4BB1-B550-40EF1AAD5F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64023" y="1446223"/>
                  <a:ext cx="16812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10DB96D0-989B-4E6E-A41F-6923E81D0065}"/>
                    </a:ext>
                  </a:extLst>
                </p14:cNvPr>
                <p14:cNvContentPartPr/>
                <p14:nvPr/>
              </p14:nvContentPartPr>
              <p14:xfrm>
                <a:off x="8252023" y="1600303"/>
                <a:ext cx="126360" cy="1004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10DB96D0-989B-4E6E-A41F-6923E81D00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43023" y="1591303"/>
                  <a:ext cx="144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2FBDB89-4C27-49A7-895E-043133CEE17F}"/>
                    </a:ext>
                  </a:extLst>
                </p14:cNvPr>
                <p14:cNvContentPartPr/>
                <p14:nvPr/>
              </p14:nvContentPartPr>
              <p14:xfrm>
                <a:off x="8304223" y="1412743"/>
                <a:ext cx="98640" cy="27144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2FBDB89-4C27-49A7-895E-043133CEE17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95583" y="1404103"/>
                  <a:ext cx="1162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161627D5-E607-44E8-A9C4-76343CAC9B21}"/>
                    </a:ext>
                  </a:extLst>
                </p14:cNvPr>
                <p14:cNvContentPartPr/>
                <p14:nvPr/>
              </p14:nvContentPartPr>
              <p14:xfrm>
                <a:off x="8453263" y="1529743"/>
                <a:ext cx="89640" cy="17424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161627D5-E607-44E8-A9C4-76343CAC9B2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44623" y="1521103"/>
                  <a:ext cx="107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149AF64-F845-487B-BC77-6B210C5BFF50}"/>
                    </a:ext>
                  </a:extLst>
                </p14:cNvPr>
                <p14:cNvContentPartPr/>
                <p14:nvPr/>
              </p14:nvContentPartPr>
              <p14:xfrm>
                <a:off x="8440663" y="1577623"/>
                <a:ext cx="127080" cy="13932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149AF64-F845-487B-BC77-6B210C5BFF5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32023" y="1568983"/>
                  <a:ext cx="144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4FA0AB09-A1C1-4CC9-8A2F-6D69ED6CCFCC}"/>
                    </a:ext>
                  </a:extLst>
                </p14:cNvPr>
                <p14:cNvContentPartPr/>
                <p14:nvPr/>
              </p14:nvContentPartPr>
              <p14:xfrm>
                <a:off x="8663143" y="1563583"/>
                <a:ext cx="182520" cy="396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4FA0AB09-A1C1-4CC9-8A2F-6D69ED6CCFC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54143" y="1554583"/>
                  <a:ext cx="2001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8B7153CF-719F-4A71-8BE8-4753946F0B4E}"/>
                    </a:ext>
                  </a:extLst>
                </p14:cNvPr>
                <p14:cNvContentPartPr/>
                <p14:nvPr/>
              </p14:nvContentPartPr>
              <p14:xfrm>
                <a:off x="8740543" y="1632703"/>
                <a:ext cx="126360" cy="468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8B7153CF-719F-4A71-8BE8-4753946F0B4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31903" y="1623703"/>
                  <a:ext cx="144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9ED2FD0D-D2FD-429E-A9CB-B001385346C9}"/>
                    </a:ext>
                  </a:extLst>
                </p14:cNvPr>
                <p14:cNvContentPartPr/>
                <p14:nvPr/>
              </p14:nvContentPartPr>
              <p14:xfrm>
                <a:off x="9061663" y="1503823"/>
                <a:ext cx="18000" cy="16524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9ED2FD0D-D2FD-429E-A9CB-B001385346C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53023" y="1494823"/>
                  <a:ext cx="35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03DAC266-329C-4032-8015-D961688F47E4}"/>
                    </a:ext>
                  </a:extLst>
                </p14:cNvPr>
                <p14:cNvContentPartPr/>
                <p14:nvPr/>
              </p14:nvContentPartPr>
              <p14:xfrm>
                <a:off x="9107383" y="1474303"/>
                <a:ext cx="14040" cy="16020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03DAC266-329C-4032-8015-D961688F47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98383" y="1465303"/>
                  <a:ext cx="31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BD7B2A50-31F2-43C2-86ED-FD07DEA8D6C5}"/>
                    </a:ext>
                  </a:extLst>
                </p14:cNvPr>
                <p14:cNvContentPartPr/>
                <p14:nvPr/>
              </p14:nvContentPartPr>
              <p14:xfrm>
                <a:off x="8999743" y="1463503"/>
                <a:ext cx="202320" cy="5040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BD7B2A50-31F2-43C2-86ED-FD07DEA8D6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90743" y="1454863"/>
                  <a:ext cx="219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A86C0CD4-2A47-4BD1-89DB-66951B5DA213}"/>
                    </a:ext>
                  </a:extLst>
                </p14:cNvPr>
                <p14:cNvContentPartPr/>
                <p14:nvPr/>
              </p14:nvContentPartPr>
              <p14:xfrm>
                <a:off x="9300343" y="1261183"/>
                <a:ext cx="204480" cy="66204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A86C0CD4-2A47-4BD1-89DB-66951B5DA21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91343" y="1252543"/>
                  <a:ext cx="22212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864F3DBE-A488-453C-B69C-38BDE129E91F}"/>
                    </a:ext>
                  </a:extLst>
                </p14:cNvPr>
                <p14:cNvContentPartPr/>
                <p14:nvPr/>
              </p14:nvContentPartPr>
              <p14:xfrm>
                <a:off x="9436423" y="1937983"/>
                <a:ext cx="120240" cy="9900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864F3DBE-A488-453C-B69C-38BDE129E91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27423" y="1929343"/>
                  <a:ext cx="137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69F79782-3B59-4AAB-A641-A76594C6A918}"/>
                    </a:ext>
                  </a:extLst>
                </p14:cNvPr>
                <p14:cNvContentPartPr/>
                <p14:nvPr/>
              </p14:nvContentPartPr>
              <p14:xfrm>
                <a:off x="9513103" y="1118263"/>
                <a:ext cx="47160" cy="14328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69F79782-3B59-4AAB-A641-A76594C6A91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04103" y="1109623"/>
                  <a:ext cx="6480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041171ED-6917-422B-85F7-4890CB86C571}"/>
                  </a:ext>
                </a:extLst>
              </p14:cNvPr>
              <p14:cNvContentPartPr/>
              <p14:nvPr/>
            </p14:nvContentPartPr>
            <p14:xfrm>
              <a:off x="9626863" y="1374223"/>
              <a:ext cx="138600" cy="412560"/>
            </p14:xfrm>
          </p:contentPart>
        </mc:Choice>
        <mc:Fallback xmlns=""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041171ED-6917-422B-85F7-4890CB86C57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18223" y="1365223"/>
                <a:ext cx="156240" cy="43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upo 71">
            <a:extLst>
              <a:ext uri="{FF2B5EF4-FFF2-40B4-BE49-F238E27FC236}">
                <a16:creationId xmlns:a16="http://schemas.microsoft.com/office/drawing/2014/main" id="{25C6B2A3-5EDD-4F7B-A8F0-C2A7FE22556B}"/>
              </a:ext>
            </a:extLst>
          </p:cNvPr>
          <p:cNvGrpSpPr/>
          <p:nvPr/>
        </p:nvGrpSpPr>
        <p:grpSpPr>
          <a:xfrm>
            <a:off x="6399103" y="1410943"/>
            <a:ext cx="577800" cy="451440"/>
            <a:chOff x="6399103" y="1410943"/>
            <a:chExt cx="57780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F76D6F03-0465-441E-A7D0-D1391FF8F3F4}"/>
                    </a:ext>
                  </a:extLst>
                </p14:cNvPr>
                <p14:cNvContentPartPr/>
                <p14:nvPr/>
              </p14:nvContentPartPr>
              <p14:xfrm>
                <a:off x="6399103" y="1502383"/>
                <a:ext cx="140040" cy="36000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F76D6F03-0465-441E-A7D0-D1391FF8F3F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0103" y="1493383"/>
                  <a:ext cx="1576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BD3D6F39-27A7-41D6-87DD-B286C916FCFC}"/>
                    </a:ext>
                  </a:extLst>
                </p14:cNvPr>
                <p14:cNvContentPartPr/>
                <p14:nvPr/>
              </p14:nvContentPartPr>
              <p14:xfrm>
                <a:off x="6569383" y="1446583"/>
                <a:ext cx="154440" cy="12312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BD3D6F39-27A7-41D6-87DD-B286C916FCF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60743" y="1437943"/>
                  <a:ext cx="172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7CD76B95-24A8-45C3-8F50-28690F701D63}"/>
                    </a:ext>
                  </a:extLst>
                </p14:cNvPr>
                <p14:cNvContentPartPr/>
                <p14:nvPr/>
              </p14:nvContentPartPr>
              <p14:xfrm>
                <a:off x="6827143" y="1728463"/>
                <a:ext cx="149760" cy="252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7CD76B95-24A8-45C3-8F50-28690F701D6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18503" y="1719463"/>
                  <a:ext cx="167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BA1EAE1D-5BC7-4193-AF0A-FAF1F63E5C08}"/>
                    </a:ext>
                  </a:extLst>
                </p14:cNvPr>
                <p14:cNvContentPartPr/>
                <p14:nvPr/>
              </p14:nvContentPartPr>
              <p14:xfrm>
                <a:off x="6558583" y="1410943"/>
                <a:ext cx="117000" cy="18972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BA1EAE1D-5BC7-4193-AF0A-FAF1F63E5C0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49943" y="1401943"/>
                  <a:ext cx="134640" cy="20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7FEC520C-C5FB-4B88-BA8D-FBF7FB834D35}"/>
                  </a:ext>
                </a:extLst>
              </p14:cNvPr>
              <p14:cNvContentPartPr/>
              <p14:nvPr/>
            </p14:nvContentPartPr>
            <p14:xfrm>
              <a:off x="6112543" y="1516423"/>
              <a:ext cx="100440" cy="227160"/>
            </p14:xfrm>
          </p:contentPart>
        </mc:Choice>
        <mc:Fallback xmlns=""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7FEC520C-C5FB-4B88-BA8D-FBF7FB834D3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103903" y="1507423"/>
                <a:ext cx="11808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upo 75">
            <a:extLst>
              <a:ext uri="{FF2B5EF4-FFF2-40B4-BE49-F238E27FC236}">
                <a16:creationId xmlns:a16="http://schemas.microsoft.com/office/drawing/2014/main" id="{AACA27E7-D1CB-4DEA-AC8B-AC108C5BAA32}"/>
              </a:ext>
            </a:extLst>
          </p:cNvPr>
          <p:cNvGrpSpPr/>
          <p:nvPr/>
        </p:nvGrpSpPr>
        <p:grpSpPr>
          <a:xfrm>
            <a:off x="9808663" y="1461343"/>
            <a:ext cx="169560" cy="203400"/>
            <a:chOff x="9808663" y="1461343"/>
            <a:chExt cx="16956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21D09946-2FCB-4842-8CB5-60A21817DEA2}"/>
                    </a:ext>
                  </a:extLst>
                </p14:cNvPr>
                <p14:cNvContentPartPr/>
                <p14:nvPr/>
              </p14:nvContentPartPr>
              <p14:xfrm>
                <a:off x="9808663" y="1489783"/>
                <a:ext cx="169560" cy="17496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21D09946-2FCB-4842-8CB5-60A21817DEA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00023" y="1480783"/>
                  <a:ext cx="187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0BD085B8-0F3C-4305-BB99-AFFC8FCFA61B}"/>
                    </a:ext>
                  </a:extLst>
                </p14:cNvPr>
                <p14:cNvContentPartPr/>
                <p14:nvPr/>
              </p14:nvContentPartPr>
              <p14:xfrm>
                <a:off x="9836383" y="1461343"/>
                <a:ext cx="126720" cy="1839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0BD085B8-0F3C-4305-BB99-AFFC8FCFA6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27743" y="1452703"/>
                  <a:ext cx="14436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D1B8B438-F208-4FA8-940B-30D45B51A9F7}"/>
                  </a:ext>
                </a:extLst>
              </p14:cNvPr>
              <p14:cNvContentPartPr/>
              <p14:nvPr/>
            </p14:nvContentPartPr>
            <p14:xfrm>
              <a:off x="10147783" y="1585543"/>
              <a:ext cx="200520" cy="13680"/>
            </p14:xfrm>
          </p:contentPart>
        </mc:Choice>
        <mc:Fallback xmlns=""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D1B8B438-F208-4FA8-940B-30D45B51A9F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38783" y="1576543"/>
                <a:ext cx="21816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upo 87">
            <a:extLst>
              <a:ext uri="{FF2B5EF4-FFF2-40B4-BE49-F238E27FC236}">
                <a16:creationId xmlns:a16="http://schemas.microsoft.com/office/drawing/2014/main" id="{F9E55F1D-FE5C-443A-9359-0EFB79464D39}"/>
              </a:ext>
            </a:extLst>
          </p:cNvPr>
          <p:cNvGrpSpPr/>
          <p:nvPr/>
        </p:nvGrpSpPr>
        <p:grpSpPr>
          <a:xfrm>
            <a:off x="10433263" y="1344703"/>
            <a:ext cx="395640" cy="402840"/>
            <a:chOff x="10433263" y="1344703"/>
            <a:chExt cx="39564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19AA618C-0FCB-42D1-9A7F-FB59346E8D17}"/>
                    </a:ext>
                  </a:extLst>
                </p14:cNvPr>
                <p14:cNvContentPartPr/>
                <p14:nvPr/>
              </p14:nvContentPartPr>
              <p14:xfrm>
                <a:off x="10451983" y="1469983"/>
                <a:ext cx="104400" cy="19692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19AA618C-0FCB-42D1-9A7F-FB59346E8D1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43343" y="1460983"/>
                  <a:ext cx="122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C006152F-A6B2-408D-A4DC-6DA30BCA651D}"/>
                    </a:ext>
                  </a:extLst>
                </p14:cNvPr>
                <p14:cNvContentPartPr/>
                <p14:nvPr/>
              </p14:nvContentPartPr>
              <p14:xfrm>
                <a:off x="10433263" y="1466023"/>
                <a:ext cx="141840" cy="19980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C006152F-A6B2-408D-A4DC-6DA30BCA651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24263" y="1457383"/>
                  <a:ext cx="159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C11F4156-E31C-454D-B8B1-8965FA39F4AF}"/>
                    </a:ext>
                  </a:extLst>
                </p14:cNvPr>
                <p14:cNvContentPartPr/>
                <p14:nvPr/>
              </p14:nvContentPartPr>
              <p14:xfrm>
                <a:off x="10630903" y="1367023"/>
                <a:ext cx="101520" cy="7848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C11F4156-E31C-454D-B8B1-8965FA39F4A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622263" y="1358383"/>
                  <a:ext cx="119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7C79A102-93FB-490D-B7DE-CE49E0411E40}"/>
                    </a:ext>
                  </a:extLst>
                </p14:cNvPr>
                <p14:cNvContentPartPr/>
                <p14:nvPr/>
              </p14:nvContentPartPr>
              <p14:xfrm>
                <a:off x="10675903" y="1361623"/>
                <a:ext cx="11160" cy="14976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7C79A102-93FB-490D-B7DE-CE49E0411E4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66903" y="1352623"/>
                  <a:ext cx="28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BF6590BB-FB84-4322-A72D-0A369CD68ACD}"/>
                    </a:ext>
                  </a:extLst>
                </p14:cNvPr>
                <p14:cNvContentPartPr/>
                <p14:nvPr/>
              </p14:nvContentPartPr>
              <p14:xfrm>
                <a:off x="10753303" y="1344703"/>
                <a:ext cx="75600" cy="40284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BF6590BB-FB84-4322-A72D-0A369CD68AC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44663" y="1335703"/>
                  <a:ext cx="9324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0024D0D7-19F2-43F2-8C83-260824804C8A}"/>
              </a:ext>
            </a:extLst>
          </p:cNvPr>
          <p:cNvGrpSpPr/>
          <p:nvPr/>
        </p:nvGrpSpPr>
        <p:grpSpPr>
          <a:xfrm>
            <a:off x="10984423" y="1360183"/>
            <a:ext cx="354600" cy="292320"/>
            <a:chOff x="10984423" y="1360183"/>
            <a:chExt cx="35460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641ABCE1-BB61-4326-B7FD-329FF1C43B30}"/>
                    </a:ext>
                  </a:extLst>
                </p14:cNvPr>
                <p14:cNvContentPartPr/>
                <p14:nvPr/>
              </p14:nvContentPartPr>
              <p14:xfrm>
                <a:off x="10984423" y="1495543"/>
                <a:ext cx="101160" cy="11628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641ABCE1-BB61-4326-B7FD-329FF1C43B3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75783" y="1486543"/>
                  <a:ext cx="118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505A70B5-6D6C-42FA-BF8B-C5CA909278BE}"/>
                    </a:ext>
                  </a:extLst>
                </p14:cNvPr>
                <p14:cNvContentPartPr/>
                <p14:nvPr/>
              </p14:nvContentPartPr>
              <p14:xfrm>
                <a:off x="11030503" y="1360183"/>
                <a:ext cx="67320" cy="25524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505A70B5-6D6C-42FA-BF8B-C5CA909278B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021503" y="1351183"/>
                  <a:ext cx="849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DD0A6145-8F7D-4DFD-A643-90CF8004A6DF}"/>
                    </a:ext>
                  </a:extLst>
                </p14:cNvPr>
                <p14:cNvContentPartPr/>
                <p14:nvPr/>
              </p14:nvContentPartPr>
              <p14:xfrm>
                <a:off x="11173423" y="1453783"/>
                <a:ext cx="165600" cy="18000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DD0A6145-8F7D-4DFD-A643-90CF8004A6D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164783" y="1444783"/>
                  <a:ext cx="183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EBD596F3-B3F3-4B83-8A00-39D8EAB325DD}"/>
                    </a:ext>
                  </a:extLst>
                </p14:cNvPr>
                <p14:cNvContentPartPr/>
                <p14:nvPr/>
              </p14:nvContentPartPr>
              <p14:xfrm>
                <a:off x="11201863" y="1466383"/>
                <a:ext cx="91080" cy="18612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EBD596F3-B3F3-4B83-8A00-39D8EAB325D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92863" y="1457743"/>
                  <a:ext cx="10872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0F16E305-90F3-4F74-AA5B-06B8F8E7CF48}"/>
                  </a:ext>
                </a:extLst>
              </p14:cNvPr>
              <p14:cNvContentPartPr/>
              <p14:nvPr/>
            </p14:nvContentPartPr>
            <p14:xfrm>
              <a:off x="4764343" y="2351983"/>
              <a:ext cx="100440" cy="261720"/>
            </p14:xfrm>
          </p:contentPart>
        </mc:Choice>
        <mc:Fallback xmlns=""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0F16E305-90F3-4F74-AA5B-06B8F8E7CF4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755703" y="2342983"/>
                <a:ext cx="1180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266C4D7E-7A27-492D-A045-F18AA3870142}"/>
                  </a:ext>
                </a:extLst>
              </p14:cNvPr>
              <p14:cNvContentPartPr/>
              <p14:nvPr/>
            </p14:nvContentPartPr>
            <p14:xfrm>
              <a:off x="4961623" y="2485183"/>
              <a:ext cx="128880" cy="10800"/>
            </p14:xfrm>
          </p:contentPart>
        </mc:Choice>
        <mc:Fallback xmlns=""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266C4D7E-7A27-492D-A045-F18AA387014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952623" y="2476183"/>
                <a:ext cx="146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0F5B38B9-3D13-41F6-98BB-045596050B0C}"/>
                  </a:ext>
                </a:extLst>
              </p14:cNvPr>
              <p14:cNvContentPartPr/>
              <p14:nvPr/>
            </p14:nvContentPartPr>
            <p14:xfrm>
              <a:off x="4949743" y="2536303"/>
              <a:ext cx="135000" cy="2520"/>
            </p14:xfrm>
          </p:contentPart>
        </mc:Choice>
        <mc:Fallback xmlns=""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0F5B38B9-3D13-41F6-98BB-045596050B0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941103" y="2527663"/>
                <a:ext cx="1526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9CEC4E30-7197-47D6-8F78-9037355A20A7}"/>
                  </a:ext>
                </a:extLst>
              </p14:cNvPr>
              <p14:cNvContentPartPr/>
              <p14:nvPr/>
            </p14:nvContentPartPr>
            <p14:xfrm>
              <a:off x="5244943" y="2432983"/>
              <a:ext cx="9720" cy="132840"/>
            </p14:xfrm>
          </p:contentPart>
        </mc:Choice>
        <mc:Fallback xmlns=""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9CEC4E30-7197-47D6-8F78-9037355A20A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235943" y="2423983"/>
                <a:ext cx="273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40C64F34-607F-4440-B4E5-10032757EBB4}"/>
                  </a:ext>
                </a:extLst>
              </p14:cNvPr>
              <p14:cNvContentPartPr/>
              <p14:nvPr/>
            </p14:nvContentPartPr>
            <p14:xfrm>
              <a:off x="5299663" y="2408143"/>
              <a:ext cx="18360" cy="122760"/>
            </p14:xfrm>
          </p:contentPart>
        </mc:Choice>
        <mc:Fallback xmlns=""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40C64F34-607F-4440-B4E5-10032757EBB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290663" y="2399503"/>
                <a:ext cx="3600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33DABE1E-8694-42F5-8649-C4E6AFE9A9FB}"/>
                  </a:ext>
                </a:extLst>
              </p14:cNvPr>
              <p14:cNvContentPartPr/>
              <p14:nvPr/>
            </p14:nvContentPartPr>
            <p14:xfrm>
              <a:off x="5153143" y="2414623"/>
              <a:ext cx="182880" cy="27000"/>
            </p14:xfrm>
          </p:contentPart>
        </mc:Choice>
        <mc:Fallback xmlns=""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33DABE1E-8694-42F5-8649-C4E6AFE9A9F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144503" y="2405983"/>
                <a:ext cx="20052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upo 107">
            <a:extLst>
              <a:ext uri="{FF2B5EF4-FFF2-40B4-BE49-F238E27FC236}">
                <a16:creationId xmlns:a16="http://schemas.microsoft.com/office/drawing/2014/main" id="{5F447FD6-32EF-4C26-A7F7-6E1943C648F7}"/>
              </a:ext>
            </a:extLst>
          </p:cNvPr>
          <p:cNvGrpSpPr/>
          <p:nvPr/>
        </p:nvGrpSpPr>
        <p:grpSpPr>
          <a:xfrm>
            <a:off x="5519623" y="2252623"/>
            <a:ext cx="527040" cy="461880"/>
            <a:chOff x="5519623" y="2252623"/>
            <a:chExt cx="52704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406F85A4-F4E1-4534-853E-66D9BFB5CB1C}"/>
                    </a:ext>
                  </a:extLst>
                </p14:cNvPr>
                <p14:cNvContentPartPr/>
                <p14:nvPr/>
              </p14:nvContentPartPr>
              <p14:xfrm>
                <a:off x="5519623" y="2299783"/>
                <a:ext cx="146520" cy="37044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406F85A4-F4E1-4534-853E-66D9BFB5CB1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10623" y="2291143"/>
                  <a:ext cx="1641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36934A07-1C55-4E30-B905-B98BD09F96BB}"/>
                    </a:ext>
                  </a:extLst>
                </p14:cNvPr>
                <p14:cNvContentPartPr/>
                <p14:nvPr/>
              </p14:nvContentPartPr>
              <p14:xfrm>
                <a:off x="5836423" y="2326063"/>
                <a:ext cx="69120" cy="12060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36934A07-1C55-4E30-B905-B98BD09F96B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827423" y="2317063"/>
                  <a:ext cx="86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EB5355F6-C4DD-498B-AA28-4D7B9F1E810C}"/>
                    </a:ext>
                  </a:extLst>
                </p14:cNvPr>
                <p14:cNvContentPartPr/>
                <p14:nvPr/>
              </p14:nvContentPartPr>
              <p14:xfrm>
                <a:off x="5826343" y="2323903"/>
                <a:ext cx="104400" cy="12312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EB5355F6-C4DD-498B-AA28-4D7B9F1E810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17343" y="2314903"/>
                  <a:ext cx="122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5C44EB9A-5EE4-460A-BE37-5AA7DDE0DE2A}"/>
                    </a:ext>
                  </a:extLst>
                </p14:cNvPr>
                <p14:cNvContentPartPr/>
                <p14:nvPr/>
              </p14:nvContentPartPr>
              <p14:xfrm>
                <a:off x="5949103" y="2252623"/>
                <a:ext cx="97560" cy="9036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5C44EB9A-5EE4-460A-BE37-5AA7DDE0DE2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40463" y="2243983"/>
                  <a:ext cx="115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0CC287B2-61CF-4816-A443-FB577988CDC9}"/>
                    </a:ext>
                  </a:extLst>
                </p14:cNvPr>
                <p14:cNvContentPartPr/>
                <p14:nvPr/>
              </p14:nvContentPartPr>
              <p14:xfrm>
                <a:off x="5787823" y="2486263"/>
                <a:ext cx="229680" cy="2124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0CC287B2-61CF-4816-A443-FB577988CDC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79183" y="2477623"/>
                  <a:ext cx="247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244DC790-518A-4F41-B994-465642E1BCE9}"/>
                    </a:ext>
                  </a:extLst>
                </p14:cNvPr>
                <p14:cNvContentPartPr/>
                <p14:nvPr/>
              </p14:nvContentPartPr>
              <p14:xfrm>
                <a:off x="5877463" y="2563303"/>
                <a:ext cx="150120" cy="15120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244DC790-518A-4F41-B994-465642E1BCE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68823" y="2554303"/>
                  <a:ext cx="16776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C07F3433-7A15-4BCA-9580-F8EB89FD591B}"/>
              </a:ext>
            </a:extLst>
          </p:cNvPr>
          <p:cNvGrpSpPr/>
          <p:nvPr/>
        </p:nvGrpSpPr>
        <p:grpSpPr>
          <a:xfrm>
            <a:off x="6269863" y="2187103"/>
            <a:ext cx="835560" cy="532440"/>
            <a:chOff x="6269863" y="2187103"/>
            <a:chExt cx="835560" cy="53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1B194193-90BD-4902-959F-F8AC2749F249}"/>
                    </a:ext>
                  </a:extLst>
                </p14:cNvPr>
                <p14:cNvContentPartPr/>
                <p14:nvPr/>
              </p14:nvContentPartPr>
              <p14:xfrm>
                <a:off x="6269863" y="2466103"/>
                <a:ext cx="148320" cy="792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1B194193-90BD-4902-959F-F8AC2749F24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61223" y="2457103"/>
                  <a:ext cx="165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8F180B83-D432-420A-9FBA-326A414889C6}"/>
                    </a:ext>
                  </a:extLst>
                </p14:cNvPr>
                <p14:cNvContentPartPr/>
                <p14:nvPr/>
              </p14:nvContentPartPr>
              <p14:xfrm>
                <a:off x="6595303" y="2275663"/>
                <a:ext cx="91800" cy="15732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8F180B83-D432-420A-9FBA-326A414889C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86663" y="2267023"/>
                  <a:ext cx="109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FEDF8258-A513-4853-873D-19B140DB4A05}"/>
                    </a:ext>
                  </a:extLst>
                </p14:cNvPr>
                <p14:cNvContentPartPr/>
                <p14:nvPr/>
              </p14:nvContentPartPr>
              <p14:xfrm>
                <a:off x="6583783" y="2290063"/>
                <a:ext cx="97560" cy="14256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FEDF8258-A513-4853-873D-19B140DB4A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74783" y="2281063"/>
                  <a:ext cx="115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927A91DD-39EC-4150-A9BE-0ED9A0D01EC3}"/>
                    </a:ext>
                  </a:extLst>
                </p14:cNvPr>
                <p14:cNvContentPartPr/>
                <p14:nvPr/>
              </p14:nvContentPartPr>
              <p14:xfrm>
                <a:off x="6754423" y="2187103"/>
                <a:ext cx="81720" cy="14112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927A91DD-39EC-4150-A9BE-0ED9A0D01EC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45423" y="2178463"/>
                  <a:ext cx="99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13B27D1E-D75B-48B5-BE80-78B869F96173}"/>
                    </a:ext>
                  </a:extLst>
                </p14:cNvPr>
                <p14:cNvContentPartPr/>
                <p14:nvPr/>
              </p14:nvContentPartPr>
              <p14:xfrm>
                <a:off x="6527263" y="2478703"/>
                <a:ext cx="267840" cy="1800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13B27D1E-D75B-48B5-BE80-78B869F961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518623" y="2469703"/>
                  <a:ext cx="285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6BD68573-538F-455F-9A49-9F55921EA5CF}"/>
                    </a:ext>
                  </a:extLst>
                </p14:cNvPr>
                <p14:cNvContentPartPr/>
                <p14:nvPr/>
              </p14:nvContentPartPr>
              <p14:xfrm>
                <a:off x="6628423" y="2576623"/>
                <a:ext cx="155160" cy="1429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6BD68573-538F-455F-9A49-9F55921EA5C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19423" y="2567983"/>
                  <a:ext cx="172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69956BB7-937F-4442-9A8B-3CF910B4DAA0}"/>
                    </a:ext>
                  </a:extLst>
                </p14:cNvPr>
                <p14:cNvContentPartPr/>
                <p14:nvPr/>
              </p14:nvContentPartPr>
              <p14:xfrm>
                <a:off x="6911023" y="2276023"/>
                <a:ext cx="194400" cy="43740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69956BB7-937F-4442-9A8B-3CF910B4DAA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902023" y="2267023"/>
                  <a:ext cx="212040" cy="45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upo 120">
            <a:extLst>
              <a:ext uri="{FF2B5EF4-FFF2-40B4-BE49-F238E27FC236}">
                <a16:creationId xmlns:a16="http://schemas.microsoft.com/office/drawing/2014/main" id="{C4308A05-E2FD-4B28-8E1B-C02F35D06FF5}"/>
              </a:ext>
            </a:extLst>
          </p:cNvPr>
          <p:cNvGrpSpPr/>
          <p:nvPr/>
        </p:nvGrpSpPr>
        <p:grpSpPr>
          <a:xfrm>
            <a:off x="7206583" y="1983343"/>
            <a:ext cx="226800" cy="905040"/>
            <a:chOff x="7206583" y="1983343"/>
            <a:chExt cx="226800" cy="9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5622FF72-C305-4A1B-B1A6-34DECFCBD1EA}"/>
                    </a:ext>
                  </a:extLst>
                </p14:cNvPr>
                <p14:cNvContentPartPr/>
                <p14:nvPr/>
              </p14:nvContentPartPr>
              <p14:xfrm>
                <a:off x="7206583" y="2150743"/>
                <a:ext cx="19800" cy="63324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5622FF72-C305-4A1B-B1A6-34DECFCBD1E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97943" y="2141743"/>
                  <a:ext cx="3744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83B8252B-F07D-41AE-972F-CBFAA5C7E33F}"/>
                    </a:ext>
                  </a:extLst>
                </p14:cNvPr>
                <p14:cNvContentPartPr/>
                <p14:nvPr/>
              </p14:nvContentPartPr>
              <p14:xfrm>
                <a:off x="7316743" y="2808823"/>
                <a:ext cx="116640" cy="7956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83B8252B-F07D-41AE-972F-CBFAA5C7E33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07743" y="2800183"/>
                  <a:ext cx="134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2153F7D9-AB78-40ED-8288-BCA9D516692E}"/>
                    </a:ext>
                  </a:extLst>
                </p14:cNvPr>
                <p14:cNvContentPartPr/>
                <p14:nvPr/>
              </p14:nvContentPartPr>
              <p14:xfrm>
                <a:off x="7291903" y="1983343"/>
                <a:ext cx="51120" cy="14472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2153F7D9-AB78-40ED-8288-BCA9D516692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83263" y="1974343"/>
                  <a:ext cx="687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F7AD8E25-6FE3-4DDA-B73A-AD289A4B2B1A}"/>
              </a:ext>
            </a:extLst>
          </p:cNvPr>
          <p:cNvGrpSpPr/>
          <p:nvPr/>
        </p:nvGrpSpPr>
        <p:grpSpPr>
          <a:xfrm>
            <a:off x="7521943" y="2192503"/>
            <a:ext cx="694080" cy="731160"/>
            <a:chOff x="7521943" y="2192503"/>
            <a:chExt cx="694080" cy="73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C0260474-90AA-449B-8426-2917F54AB7FF}"/>
                    </a:ext>
                  </a:extLst>
                </p14:cNvPr>
                <p14:cNvContentPartPr/>
                <p14:nvPr/>
              </p14:nvContentPartPr>
              <p14:xfrm>
                <a:off x="7521943" y="2503903"/>
                <a:ext cx="109800" cy="1080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C0260474-90AA-449B-8426-2917F54AB7F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13303" y="2495263"/>
                  <a:ext cx="127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FC5A18B8-BBFA-41DF-8F3C-4C60B58611E7}"/>
                    </a:ext>
                  </a:extLst>
                </p14:cNvPr>
                <p14:cNvContentPartPr/>
                <p14:nvPr/>
              </p14:nvContentPartPr>
              <p14:xfrm>
                <a:off x="7525183" y="2564743"/>
                <a:ext cx="126720" cy="180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FC5A18B8-BBFA-41DF-8F3C-4C60B58611E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16543" y="2555743"/>
                  <a:ext cx="144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A932B1CF-3BE7-46A3-A059-2FF87F62F25F}"/>
                    </a:ext>
                  </a:extLst>
                </p14:cNvPr>
                <p14:cNvContentPartPr/>
                <p14:nvPr/>
              </p14:nvContentPartPr>
              <p14:xfrm>
                <a:off x="7727863" y="2439823"/>
                <a:ext cx="6480" cy="14400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A932B1CF-3BE7-46A3-A059-2FF87F62F25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19223" y="2431183"/>
                  <a:ext cx="24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A4CEED3B-EA85-453F-B8AB-8856B9E6F8E1}"/>
                    </a:ext>
                  </a:extLst>
                </p14:cNvPr>
                <p14:cNvContentPartPr/>
                <p14:nvPr/>
              </p14:nvContentPartPr>
              <p14:xfrm>
                <a:off x="7811743" y="2432983"/>
                <a:ext cx="7560" cy="13176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A4CEED3B-EA85-453F-B8AB-8856B9E6F8E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02743" y="2423983"/>
                  <a:ext cx="252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DF357E73-1716-47BA-A28C-D375929BF126}"/>
                    </a:ext>
                  </a:extLst>
                </p14:cNvPr>
                <p14:cNvContentPartPr/>
                <p14:nvPr/>
              </p14:nvContentPartPr>
              <p14:xfrm>
                <a:off x="7697263" y="2430823"/>
                <a:ext cx="174960" cy="3276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DF357E73-1716-47BA-A28C-D375929BF12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88623" y="2422183"/>
                  <a:ext cx="192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6F8242AA-9C8C-458F-B2B1-10F817523B09}"/>
                    </a:ext>
                  </a:extLst>
                </p14:cNvPr>
                <p14:cNvContentPartPr/>
                <p14:nvPr/>
              </p14:nvContentPartPr>
              <p14:xfrm>
                <a:off x="7973743" y="2192503"/>
                <a:ext cx="242280" cy="73116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6F8242AA-9C8C-458F-B2B1-10F817523B0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964743" y="2183863"/>
                  <a:ext cx="259920" cy="74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122F51FD-78A9-45B0-99DC-579D8E2E461F}"/>
              </a:ext>
            </a:extLst>
          </p:cNvPr>
          <p:cNvGrpSpPr/>
          <p:nvPr/>
        </p:nvGrpSpPr>
        <p:grpSpPr>
          <a:xfrm>
            <a:off x="8160943" y="2272783"/>
            <a:ext cx="480960" cy="535680"/>
            <a:chOff x="8160943" y="2272783"/>
            <a:chExt cx="480960" cy="53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62178B7B-B17D-4846-9408-7513D912E212}"/>
                    </a:ext>
                  </a:extLst>
                </p14:cNvPr>
                <p14:cNvContentPartPr/>
                <p14:nvPr/>
              </p14:nvContentPartPr>
              <p14:xfrm>
                <a:off x="8160943" y="2357023"/>
                <a:ext cx="140040" cy="43092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62178B7B-B17D-4846-9408-7513D912E21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151943" y="2348023"/>
                  <a:ext cx="1576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E2ACADEF-2051-49FD-B0AD-D1703D2955CC}"/>
                    </a:ext>
                  </a:extLst>
                </p14:cNvPr>
                <p14:cNvContentPartPr/>
                <p14:nvPr/>
              </p14:nvContentPartPr>
              <p14:xfrm>
                <a:off x="8420503" y="2368903"/>
                <a:ext cx="35640" cy="11772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E2ACADEF-2051-49FD-B0AD-D1703D2955C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11503" y="2359903"/>
                  <a:ext cx="53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21BA069D-FC5C-4347-94E9-DA5D6A3422BF}"/>
                    </a:ext>
                  </a:extLst>
                </p14:cNvPr>
                <p14:cNvContentPartPr/>
                <p14:nvPr/>
              </p14:nvContentPartPr>
              <p14:xfrm>
                <a:off x="8515903" y="2272783"/>
                <a:ext cx="126000" cy="7956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21BA069D-FC5C-4347-94E9-DA5D6A3422B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07263" y="2264143"/>
                  <a:ext cx="143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9924FA2E-EB76-4926-8408-4E4F2D2EFB61}"/>
                    </a:ext>
                  </a:extLst>
                </p14:cNvPr>
                <p14:cNvContentPartPr/>
                <p14:nvPr/>
              </p14:nvContentPartPr>
              <p14:xfrm>
                <a:off x="8396383" y="2546383"/>
                <a:ext cx="236520" cy="1836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9924FA2E-EB76-4926-8408-4E4F2D2EFB6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87383" y="2537383"/>
                  <a:ext cx="254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DB9BAA35-F556-4DED-A86B-7CC06DBD8E30}"/>
                    </a:ext>
                  </a:extLst>
                </p14:cNvPr>
                <p14:cNvContentPartPr/>
                <p14:nvPr/>
              </p14:nvContentPartPr>
              <p14:xfrm>
                <a:off x="8470183" y="2652583"/>
                <a:ext cx="144000" cy="15588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DB9BAA35-F556-4DED-A86B-7CC06DBD8E3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61183" y="2643943"/>
                  <a:ext cx="1616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27E2BB95-923D-487E-9052-49B98D678642}"/>
              </a:ext>
            </a:extLst>
          </p:cNvPr>
          <p:cNvGrpSpPr/>
          <p:nvPr/>
        </p:nvGrpSpPr>
        <p:grpSpPr>
          <a:xfrm>
            <a:off x="8817583" y="2259823"/>
            <a:ext cx="707760" cy="576000"/>
            <a:chOff x="8817583" y="2259823"/>
            <a:chExt cx="707760" cy="57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3287E5C8-A967-4292-B6C4-C4F0398D3248}"/>
                    </a:ext>
                  </a:extLst>
                </p14:cNvPr>
                <p14:cNvContentPartPr/>
                <p14:nvPr/>
              </p14:nvContentPartPr>
              <p14:xfrm>
                <a:off x="8817583" y="2519383"/>
                <a:ext cx="117000" cy="1728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3287E5C8-A967-4292-B6C4-C4F0398D324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808943" y="2510743"/>
                  <a:ext cx="134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35FC85A9-4D58-444A-8911-A9437BFA161A}"/>
                    </a:ext>
                  </a:extLst>
                </p14:cNvPr>
                <p14:cNvContentPartPr/>
                <p14:nvPr/>
              </p14:nvContentPartPr>
              <p14:xfrm>
                <a:off x="9119983" y="2335063"/>
                <a:ext cx="64440" cy="15444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35FC85A9-4D58-444A-8911-A9437BFA161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11343" y="2326423"/>
                  <a:ext cx="82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CF9BC0A6-D779-4FFA-BBCC-34B71C2DA1AC}"/>
                    </a:ext>
                  </a:extLst>
                </p14:cNvPr>
                <p14:cNvContentPartPr/>
                <p14:nvPr/>
              </p14:nvContentPartPr>
              <p14:xfrm>
                <a:off x="9225823" y="2259823"/>
                <a:ext cx="92160" cy="15300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CF9BC0A6-D779-4FFA-BBCC-34B71C2DA1A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216823" y="2250823"/>
                  <a:ext cx="109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FC5D5FF1-C300-4C81-BF8D-58D82ED0C488}"/>
                    </a:ext>
                  </a:extLst>
                </p14:cNvPr>
                <p14:cNvContentPartPr/>
                <p14:nvPr/>
              </p14:nvContentPartPr>
              <p14:xfrm>
                <a:off x="9089743" y="2537023"/>
                <a:ext cx="270360" cy="1008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FC5D5FF1-C300-4C81-BF8D-58D82ED0C48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080743" y="2528383"/>
                  <a:ext cx="288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0BC4CE53-BCE9-4563-B2E9-096A8EAAE65E}"/>
                    </a:ext>
                  </a:extLst>
                </p14:cNvPr>
                <p14:cNvContentPartPr/>
                <p14:nvPr/>
              </p14:nvContentPartPr>
              <p14:xfrm>
                <a:off x="9396463" y="2266663"/>
                <a:ext cx="128880" cy="56916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0BC4CE53-BCE9-4563-B2E9-096A8EAAE65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387463" y="2258023"/>
                  <a:ext cx="146520" cy="58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15A7C07C-B863-489C-887A-056CD39D3A09}"/>
                  </a:ext>
                </a:extLst>
              </p14:cNvPr>
              <p14:cNvContentPartPr/>
              <p14:nvPr/>
            </p14:nvContentPartPr>
            <p14:xfrm>
              <a:off x="9675103" y="2539903"/>
              <a:ext cx="277200" cy="39960"/>
            </p14:xfrm>
          </p:contentPart>
        </mc:Choice>
        <mc:Fallback xmlns=""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15A7C07C-B863-489C-887A-056CD39D3A0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9657103" y="2521903"/>
                <a:ext cx="31284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8F90F154-C977-4B92-B207-3D3A125DB78E}"/>
                  </a:ext>
                </a:extLst>
              </p14:cNvPr>
              <p14:cNvContentPartPr/>
              <p14:nvPr/>
            </p14:nvContentPartPr>
            <p14:xfrm>
              <a:off x="9135103" y="2662663"/>
              <a:ext cx="123120" cy="133560"/>
            </p14:xfrm>
          </p:contentPart>
        </mc:Choice>
        <mc:Fallback xmlns=""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8F90F154-C977-4B92-B207-3D3A125DB78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126103" y="2653663"/>
                <a:ext cx="14076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0EE2799B-AF75-44B9-BD8E-9BC6739EB818}"/>
                  </a:ext>
                </a:extLst>
              </p14:cNvPr>
              <p14:cNvContentPartPr/>
              <p14:nvPr/>
            </p14:nvContentPartPr>
            <p14:xfrm>
              <a:off x="7268503" y="2016103"/>
              <a:ext cx="176040" cy="149040"/>
            </p14:xfrm>
          </p:contentPart>
        </mc:Choice>
        <mc:Fallback xmlns=""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0EE2799B-AF75-44B9-BD8E-9BC6739EB81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214863" y="1908463"/>
                <a:ext cx="2836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63A38B20-E0AA-4802-AF04-A104581C8AE0}"/>
                  </a:ext>
                </a:extLst>
              </p14:cNvPr>
              <p14:cNvContentPartPr/>
              <p14:nvPr/>
            </p14:nvContentPartPr>
            <p14:xfrm>
              <a:off x="8372623" y="2402383"/>
              <a:ext cx="80640" cy="82440"/>
            </p14:xfrm>
          </p:contentPart>
        </mc:Choice>
        <mc:Fallback xmlns=""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63A38B20-E0AA-4802-AF04-A104581C8AE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318983" y="2294383"/>
                <a:ext cx="18828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95F5A864-33D9-41FA-9DB9-4E345FB3669D}"/>
                  </a:ext>
                </a:extLst>
              </p14:cNvPr>
              <p14:cNvContentPartPr/>
              <p14:nvPr/>
            </p14:nvContentPartPr>
            <p14:xfrm>
              <a:off x="9123583" y="2386543"/>
              <a:ext cx="93600" cy="87840"/>
            </p14:xfrm>
          </p:contentPart>
        </mc:Choice>
        <mc:Fallback xmlns=""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95F5A864-33D9-41FA-9DB9-4E345FB3669D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069583" y="2278543"/>
                <a:ext cx="2012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2DF0899E-639B-445E-994E-474874FCD761}"/>
                  </a:ext>
                </a:extLst>
              </p14:cNvPr>
              <p14:cNvContentPartPr/>
              <p14:nvPr/>
            </p14:nvContentPartPr>
            <p14:xfrm>
              <a:off x="10308703" y="2371783"/>
              <a:ext cx="138960" cy="93240"/>
            </p14:xfrm>
          </p:contentPart>
        </mc:Choice>
        <mc:Fallback xmlns=""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2DF0899E-639B-445E-994E-474874FCD761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254703" y="2264143"/>
                <a:ext cx="24660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3B6B5C8B-BF96-40B9-8E6C-AB01536932DF}"/>
                  </a:ext>
                </a:extLst>
              </p14:cNvPr>
              <p14:cNvContentPartPr/>
              <p14:nvPr/>
            </p14:nvContentPartPr>
            <p14:xfrm>
              <a:off x="11148583" y="2338303"/>
              <a:ext cx="132480" cy="122760"/>
            </p14:xfrm>
          </p:contentPart>
        </mc:Choice>
        <mc:Fallback xmlns=""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3B6B5C8B-BF96-40B9-8E6C-AB01536932DF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094583" y="2230303"/>
                <a:ext cx="240120" cy="33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upo 176">
            <a:extLst>
              <a:ext uri="{FF2B5EF4-FFF2-40B4-BE49-F238E27FC236}">
                <a16:creationId xmlns:a16="http://schemas.microsoft.com/office/drawing/2014/main" id="{2437BE2D-C5DA-4414-B306-38F2E6250FF7}"/>
              </a:ext>
            </a:extLst>
          </p:cNvPr>
          <p:cNvGrpSpPr/>
          <p:nvPr/>
        </p:nvGrpSpPr>
        <p:grpSpPr>
          <a:xfrm>
            <a:off x="10082623" y="2069023"/>
            <a:ext cx="1750680" cy="766440"/>
            <a:chOff x="10082623" y="2069023"/>
            <a:chExt cx="1750680" cy="7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E1735D01-C25F-420E-AFE1-D79F9124BADB}"/>
                    </a:ext>
                  </a:extLst>
                </p14:cNvPr>
                <p14:cNvContentPartPr/>
                <p14:nvPr/>
              </p14:nvContentPartPr>
              <p14:xfrm>
                <a:off x="10082623" y="2301223"/>
                <a:ext cx="109440" cy="47916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E1735D01-C25F-420E-AFE1-D79F9124BAD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73983" y="2292583"/>
                  <a:ext cx="1270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0326CA8D-27D3-463C-BF78-3692A89CD251}"/>
                    </a:ext>
                  </a:extLst>
                </p14:cNvPr>
                <p14:cNvContentPartPr/>
                <p14:nvPr/>
              </p14:nvContentPartPr>
              <p14:xfrm>
                <a:off x="10148503" y="2281423"/>
                <a:ext cx="66960" cy="11592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0326CA8D-27D3-463C-BF78-3692A89CD25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139503" y="2272423"/>
                  <a:ext cx="84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6B78CC3F-A41E-48E4-896A-EB3113F0AE55}"/>
                    </a:ext>
                  </a:extLst>
                </p14:cNvPr>
                <p14:cNvContentPartPr/>
                <p14:nvPr/>
              </p14:nvContentPartPr>
              <p14:xfrm>
                <a:off x="10330663" y="2359183"/>
                <a:ext cx="121320" cy="13032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6B78CC3F-A41E-48E4-896A-EB3113F0AE5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22023" y="2350543"/>
                  <a:ext cx="138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CD545D7D-63A2-44F9-95A5-90D90DCD4643}"/>
                    </a:ext>
                  </a:extLst>
                </p14:cNvPr>
                <p14:cNvContentPartPr/>
                <p14:nvPr/>
              </p14:nvContentPartPr>
              <p14:xfrm>
                <a:off x="10484383" y="2259103"/>
                <a:ext cx="111960" cy="8856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CD545D7D-63A2-44F9-95A5-90D90DCD464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75383" y="2250103"/>
                  <a:ext cx="129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216DCB3A-1DCF-43BA-96A7-368F521E3796}"/>
                    </a:ext>
                  </a:extLst>
                </p14:cNvPr>
                <p14:cNvContentPartPr/>
                <p14:nvPr/>
              </p14:nvContentPartPr>
              <p14:xfrm>
                <a:off x="10337863" y="2527663"/>
                <a:ext cx="264960" cy="1044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216DCB3A-1DCF-43BA-96A7-368F521E379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28863" y="2518663"/>
                  <a:ext cx="282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63033FE9-51F2-4E26-ADFB-9CCFAD0EBE7D}"/>
                    </a:ext>
                  </a:extLst>
                </p14:cNvPr>
                <p14:cNvContentPartPr/>
                <p14:nvPr/>
              </p14:nvContentPartPr>
              <p14:xfrm>
                <a:off x="10393663" y="2639263"/>
                <a:ext cx="183240" cy="13896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63033FE9-51F2-4E26-ADFB-9CCFAD0EBE7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384663" y="2630623"/>
                  <a:ext cx="200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31BA8A1C-8D07-410B-9CCD-44D8F64E0694}"/>
                    </a:ext>
                  </a:extLst>
                </p14:cNvPr>
                <p14:cNvContentPartPr/>
                <p14:nvPr/>
              </p14:nvContentPartPr>
              <p14:xfrm>
                <a:off x="10823863" y="2498503"/>
                <a:ext cx="141840" cy="900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31BA8A1C-8D07-410B-9CCD-44D8F64E069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814863" y="2489503"/>
                  <a:ext cx="159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E2451564-4AFD-47FE-B9ED-66435D1C8FA7}"/>
                    </a:ext>
                  </a:extLst>
                </p14:cNvPr>
                <p14:cNvContentPartPr/>
                <p14:nvPr/>
              </p14:nvContentPartPr>
              <p14:xfrm>
                <a:off x="11131303" y="2320663"/>
                <a:ext cx="139680" cy="14868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E2451564-4AFD-47FE-B9ED-66435D1C8FA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22303" y="2312023"/>
                  <a:ext cx="157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AC5EFCDC-F086-4D39-9F07-B23FAEC37404}"/>
                    </a:ext>
                  </a:extLst>
                </p14:cNvPr>
                <p14:cNvContentPartPr/>
                <p14:nvPr/>
              </p14:nvContentPartPr>
              <p14:xfrm>
                <a:off x="11353423" y="2197183"/>
                <a:ext cx="86760" cy="16164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AC5EFCDC-F086-4D39-9F07-B23FAEC3740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344783" y="2188183"/>
                  <a:ext cx="104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40D9DE96-ACF9-4F0A-8575-FE36D84B76BD}"/>
                    </a:ext>
                  </a:extLst>
                </p14:cNvPr>
                <p14:cNvContentPartPr/>
                <p14:nvPr/>
              </p14:nvContentPartPr>
              <p14:xfrm>
                <a:off x="11069383" y="2504623"/>
                <a:ext cx="392400" cy="23040"/>
              </p14:xfrm>
            </p:contentPart>
          </mc:Choice>
          <mc:Fallback xmlns=""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40D9DE96-ACF9-4F0A-8575-FE36D84B76B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60743" y="2495623"/>
                  <a:ext cx="410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C68BFB36-9E42-48D0-90C1-C21A436CD911}"/>
                    </a:ext>
                  </a:extLst>
                </p14:cNvPr>
                <p14:cNvContentPartPr/>
                <p14:nvPr/>
              </p14:nvContentPartPr>
              <p14:xfrm>
                <a:off x="11161903" y="2625223"/>
                <a:ext cx="167040" cy="14220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C68BFB36-9E42-48D0-90C1-C21A436CD91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152903" y="2616223"/>
                  <a:ext cx="184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2B921D35-1AB3-48C8-B182-E69FE3441820}"/>
                    </a:ext>
                  </a:extLst>
                </p14:cNvPr>
                <p14:cNvContentPartPr/>
                <p14:nvPr/>
              </p14:nvContentPartPr>
              <p14:xfrm>
                <a:off x="11511463" y="2231743"/>
                <a:ext cx="108360" cy="57168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2B921D35-1AB3-48C8-B182-E69FE344182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02823" y="2222743"/>
                  <a:ext cx="12600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FAD6EDAC-B32D-45D5-A5B5-D74D4FA83520}"/>
                    </a:ext>
                  </a:extLst>
                </p14:cNvPr>
                <p14:cNvContentPartPr/>
                <p14:nvPr/>
              </p14:nvContentPartPr>
              <p14:xfrm>
                <a:off x="11555383" y="2069023"/>
                <a:ext cx="277920" cy="76644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FAD6EDAC-B32D-45D5-A5B5-D74D4FA8352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546743" y="2060023"/>
                  <a:ext cx="29556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4032FE18-C507-450A-8D38-2EDD879EEDDE}"/>
                    </a:ext>
                  </a:extLst>
                </p14:cNvPr>
                <p14:cNvContentPartPr/>
                <p14:nvPr/>
              </p14:nvContentPartPr>
              <p14:xfrm>
                <a:off x="10137343" y="2214103"/>
                <a:ext cx="533880" cy="54000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4032FE18-C507-450A-8D38-2EDD879EEDD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128703" y="2205463"/>
                  <a:ext cx="55152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95DA4738-FABE-4CC4-A473-02B90F520A2D}"/>
                    </a:ext>
                  </a:extLst>
                </p14:cNvPr>
                <p14:cNvContentPartPr/>
                <p14:nvPr/>
              </p14:nvContentPartPr>
              <p14:xfrm>
                <a:off x="10871023" y="2189263"/>
                <a:ext cx="756360" cy="53820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95DA4738-FABE-4CC4-A473-02B90F520A2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862023" y="2180263"/>
                  <a:ext cx="774000" cy="55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upo 178">
            <a:extLst>
              <a:ext uri="{FF2B5EF4-FFF2-40B4-BE49-F238E27FC236}">
                <a16:creationId xmlns:a16="http://schemas.microsoft.com/office/drawing/2014/main" id="{0D871D48-7893-4650-A417-63F9CB6F2CD4}"/>
              </a:ext>
            </a:extLst>
          </p:cNvPr>
          <p:cNvGrpSpPr/>
          <p:nvPr/>
        </p:nvGrpSpPr>
        <p:grpSpPr>
          <a:xfrm>
            <a:off x="4754263" y="3191143"/>
            <a:ext cx="860400" cy="469440"/>
            <a:chOff x="4754263" y="3191143"/>
            <a:chExt cx="860400" cy="4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86AE22CD-B1A7-4EBF-9216-9F817061D771}"/>
                    </a:ext>
                  </a:extLst>
                </p14:cNvPr>
                <p14:cNvContentPartPr/>
                <p14:nvPr/>
              </p14:nvContentPartPr>
              <p14:xfrm>
                <a:off x="4754263" y="3302023"/>
                <a:ext cx="87120" cy="29232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86AE22CD-B1A7-4EBF-9216-9F817061D77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45263" y="3293383"/>
                  <a:ext cx="1047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0D8F1B5D-6F50-4C28-AB2A-DAC489D93CE4}"/>
                    </a:ext>
                  </a:extLst>
                </p14:cNvPr>
                <p14:cNvContentPartPr/>
                <p14:nvPr/>
              </p14:nvContentPartPr>
              <p14:xfrm>
                <a:off x="4961623" y="3456463"/>
                <a:ext cx="156240" cy="1872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0D8F1B5D-6F50-4C28-AB2A-DAC489D93CE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52623" y="3447823"/>
                  <a:ext cx="173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1F051C13-8504-4C0B-B5CB-66523807C157}"/>
                    </a:ext>
                  </a:extLst>
                </p14:cNvPr>
                <p14:cNvContentPartPr/>
                <p14:nvPr/>
              </p14:nvContentPartPr>
              <p14:xfrm>
                <a:off x="4977823" y="3538903"/>
                <a:ext cx="142920" cy="216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1F051C13-8504-4C0B-B5CB-66523807C15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969183" y="3529903"/>
                  <a:ext cx="160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3FCE19CD-75F8-414C-B8CB-0868A26D599C}"/>
                    </a:ext>
                  </a:extLst>
                </p14:cNvPr>
                <p14:cNvContentPartPr/>
                <p14:nvPr/>
              </p14:nvContentPartPr>
              <p14:xfrm>
                <a:off x="5268703" y="3395983"/>
                <a:ext cx="14040" cy="13824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3FCE19CD-75F8-414C-B8CB-0868A26D599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59703" y="3387343"/>
                  <a:ext cx="31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75BD9F6A-40A1-486D-AFB4-2BF03C19C1F7}"/>
                    </a:ext>
                  </a:extLst>
                </p14:cNvPr>
                <p14:cNvContentPartPr/>
                <p14:nvPr/>
              </p14:nvContentPartPr>
              <p14:xfrm>
                <a:off x="5350423" y="3362143"/>
                <a:ext cx="20880" cy="14688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75BD9F6A-40A1-486D-AFB4-2BF03C19C1F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41783" y="3353143"/>
                  <a:ext cx="38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2BC6DC43-9868-4CC3-98E5-2AFEBF081E16}"/>
                    </a:ext>
                  </a:extLst>
                </p14:cNvPr>
                <p14:cNvContentPartPr/>
                <p14:nvPr/>
              </p14:nvContentPartPr>
              <p14:xfrm>
                <a:off x="5186263" y="3382663"/>
                <a:ext cx="227520" cy="2232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2BC6DC43-9868-4CC3-98E5-2AFEBF081E1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77263" y="3373663"/>
                  <a:ext cx="245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19D3DDE8-5315-4A92-AF3D-7C888A4A857A}"/>
                    </a:ext>
                  </a:extLst>
                </p14:cNvPr>
                <p14:cNvContentPartPr/>
                <p14:nvPr/>
              </p14:nvContentPartPr>
              <p14:xfrm>
                <a:off x="5511343" y="3191143"/>
                <a:ext cx="103320" cy="46944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19D3DDE8-5315-4A92-AF3D-7C888A4A857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02703" y="3182503"/>
                  <a:ext cx="120960" cy="48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upo 183">
            <a:extLst>
              <a:ext uri="{FF2B5EF4-FFF2-40B4-BE49-F238E27FC236}">
                <a16:creationId xmlns:a16="http://schemas.microsoft.com/office/drawing/2014/main" id="{D30EED99-D699-4AD2-AE84-883D03B7FA69}"/>
              </a:ext>
            </a:extLst>
          </p:cNvPr>
          <p:cNvGrpSpPr/>
          <p:nvPr/>
        </p:nvGrpSpPr>
        <p:grpSpPr>
          <a:xfrm>
            <a:off x="5663623" y="3275023"/>
            <a:ext cx="168480" cy="328680"/>
            <a:chOff x="5663623" y="3275023"/>
            <a:chExt cx="16848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1A8D6F87-CACA-4718-82C6-2A7A9F705906}"/>
                    </a:ext>
                  </a:extLst>
                </p14:cNvPr>
                <p14:cNvContentPartPr/>
                <p14:nvPr/>
              </p14:nvContentPartPr>
              <p14:xfrm>
                <a:off x="5700343" y="3275023"/>
                <a:ext cx="39600" cy="12636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1A8D6F87-CACA-4718-82C6-2A7A9F70590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91343" y="3266023"/>
                  <a:ext cx="57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F31B792C-09FC-47D5-A958-6017B20889DC}"/>
                    </a:ext>
                  </a:extLst>
                </p14:cNvPr>
                <p14:cNvContentPartPr/>
                <p14:nvPr/>
              </p14:nvContentPartPr>
              <p14:xfrm>
                <a:off x="5663623" y="3385543"/>
                <a:ext cx="168480" cy="2268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F31B792C-09FC-47D5-A958-6017B20889D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654623" y="3376543"/>
                  <a:ext cx="186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12D7EF2F-B575-484A-969D-A9E75EF2A9B2}"/>
                    </a:ext>
                  </a:extLst>
                </p14:cNvPr>
                <p14:cNvContentPartPr/>
                <p14:nvPr/>
              </p14:nvContentPartPr>
              <p14:xfrm>
                <a:off x="5675863" y="3455023"/>
                <a:ext cx="140400" cy="148680"/>
              </p14:xfrm>
            </p:contentPart>
          </mc:Choice>
          <mc:Fallback xmlns=""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12D7EF2F-B575-484A-969D-A9E75EF2A9B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67223" y="3446023"/>
                  <a:ext cx="15804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83" name="Entrada de lápiz 182">
                <a:extLst>
                  <a:ext uri="{FF2B5EF4-FFF2-40B4-BE49-F238E27FC236}">
                    <a16:creationId xmlns:a16="http://schemas.microsoft.com/office/drawing/2014/main" id="{40400581-3EF5-455E-8153-F2D89331FDAE}"/>
                  </a:ext>
                </a:extLst>
              </p14:cNvPr>
              <p14:cNvContentPartPr/>
              <p14:nvPr/>
            </p14:nvContentPartPr>
            <p14:xfrm>
              <a:off x="6018583" y="3388063"/>
              <a:ext cx="108000" cy="8640"/>
            </p14:xfrm>
          </p:contentPart>
        </mc:Choice>
        <mc:Fallback xmlns="">
          <p:pic>
            <p:nvPicPr>
              <p:cNvPr id="183" name="Entrada de lápiz 182">
                <a:extLst>
                  <a:ext uri="{FF2B5EF4-FFF2-40B4-BE49-F238E27FC236}">
                    <a16:creationId xmlns:a16="http://schemas.microsoft.com/office/drawing/2014/main" id="{40400581-3EF5-455E-8153-F2D89331FDAE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009583" y="3379423"/>
                <a:ext cx="12564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upo 188">
            <a:extLst>
              <a:ext uri="{FF2B5EF4-FFF2-40B4-BE49-F238E27FC236}">
                <a16:creationId xmlns:a16="http://schemas.microsoft.com/office/drawing/2014/main" id="{C436344F-D21A-4DB4-ADAC-43526FE0E6F9}"/>
              </a:ext>
            </a:extLst>
          </p:cNvPr>
          <p:cNvGrpSpPr/>
          <p:nvPr/>
        </p:nvGrpSpPr>
        <p:grpSpPr>
          <a:xfrm>
            <a:off x="6184543" y="3185383"/>
            <a:ext cx="327240" cy="460080"/>
            <a:chOff x="6184543" y="3185383"/>
            <a:chExt cx="32724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DC7A123C-1637-4380-AF56-01E241C1C291}"/>
                    </a:ext>
                  </a:extLst>
                </p14:cNvPr>
                <p14:cNvContentPartPr/>
                <p14:nvPr/>
              </p14:nvContentPartPr>
              <p14:xfrm>
                <a:off x="6252583" y="3249823"/>
                <a:ext cx="18360" cy="13788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DC7A123C-1637-4380-AF56-01E241C1C29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243943" y="3241183"/>
                  <a:ext cx="36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0E7BD0E8-380F-4E2B-84CA-198D2A1F078D}"/>
                    </a:ext>
                  </a:extLst>
                </p14:cNvPr>
                <p14:cNvContentPartPr/>
                <p14:nvPr/>
              </p14:nvContentPartPr>
              <p14:xfrm>
                <a:off x="6214423" y="3414343"/>
                <a:ext cx="155160" cy="1224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0E7BD0E8-380F-4E2B-84CA-198D2A1F078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205423" y="3405343"/>
                  <a:ext cx="172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9BFE1698-E130-41C8-B035-5B526E6C0D44}"/>
                    </a:ext>
                  </a:extLst>
                </p14:cNvPr>
                <p14:cNvContentPartPr/>
                <p14:nvPr/>
              </p14:nvContentPartPr>
              <p14:xfrm>
                <a:off x="6184543" y="3467623"/>
                <a:ext cx="124920" cy="15264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9BFE1698-E130-41C8-B035-5B526E6C0D4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75903" y="3458983"/>
                  <a:ext cx="142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A15C3804-B78E-4A48-8685-CFD036B7D8C1}"/>
                    </a:ext>
                  </a:extLst>
                </p14:cNvPr>
                <p14:cNvContentPartPr/>
                <p14:nvPr/>
              </p14:nvContentPartPr>
              <p14:xfrm>
                <a:off x="6387223" y="3185383"/>
                <a:ext cx="124560" cy="46008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A15C3804-B78E-4A48-8685-CFD036B7D8C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378583" y="3176743"/>
                  <a:ext cx="142200" cy="47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upo 194">
            <a:extLst>
              <a:ext uri="{FF2B5EF4-FFF2-40B4-BE49-F238E27FC236}">
                <a16:creationId xmlns:a16="http://schemas.microsoft.com/office/drawing/2014/main" id="{7426D312-122C-43AA-972A-75E1E28A3F4E}"/>
              </a:ext>
            </a:extLst>
          </p:cNvPr>
          <p:cNvGrpSpPr/>
          <p:nvPr/>
        </p:nvGrpSpPr>
        <p:grpSpPr>
          <a:xfrm>
            <a:off x="6722383" y="3348823"/>
            <a:ext cx="536400" cy="178200"/>
            <a:chOff x="6722383" y="3348823"/>
            <a:chExt cx="53640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21FDCCF3-0B6B-4A28-8A8C-0DA822F570A7}"/>
                    </a:ext>
                  </a:extLst>
                </p14:cNvPr>
                <p14:cNvContentPartPr/>
                <p14:nvPr/>
              </p14:nvContentPartPr>
              <p14:xfrm>
                <a:off x="6722383" y="3464383"/>
                <a:ext cx="125640" cy="1368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21FDCCF3-0B6B-4A28-8A8C-0DA822F570A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713383" y="3455383"/>
                  <a:ext cx="1432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F375ADC1-064A-4CB3-98AD-21FC76544CD9}"/>
                    </a:ext>
                  </a:extLst>
                </p14:cNvPr>
                <p14:cNvContentPartPr/>
                <p14:nvPr/>
              </p14:nvContentPartPr>
              <p14:xfrm>
                <a:off x="6737863" y="3518383"/>
                <a:ext cx="176400" cy="864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F375ADC1-064A-4CB3-98AD-21FC76544CD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29223" y="3509743"/>
                  <a:ext cx="194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48DEAA89-4989-42A2-ABF7-62264493E6E9}"/>
                    </a:ext>
                  </a:extLst>
                </p14:cNvPr>
                <p14:cNvContentPartPr/>
                <p14:nvPr/>
              </p14:nvContentPartPr>
              <p14:xfrm>
                <a:off x="7091743" y="3358543"/>
                <a:ext cx="11160" cy="13428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48DEAA89-4989-42A2-ABF7-62264493E6E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82743" y="3349903"/>
                  <a:ext cx="28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DC199FF9-6F25-4B9A-89C9-F3EA097EAAD9}"/>
                    </a:ext>
                  </a:extLst>
                </p14:cNvPr>
                <p14:cNvContentPartPr/>
                <p14:nvPr/>
              </p14:nvContentPartPr>
              <p14:xfrm>
                <a:off x="7156543" y="3356383"/>
                <a:ext cx="19800" cy="15300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DC199FF9-6F25-4B9A-89C9-F3EA097EAAD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147903" y="3347743"/>
                  <a:ext cx="374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F6E27B02-5127-42CE-AA1F-95B14A84C228}"/>
                    </a:ext>
                  </a:extLst>
                </p14:cNvPr>
                <p14:cNvContentPartPr/>
                <p14:nvPr/>
              </p14:nvContentPartPr>
              <p14:xfrm>
                <a:off x="7015783" y="3348823"/>
                <a:ext cx="243000" cy="3852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F6E27B02-5127-42CE-AA1F-95B14A84C22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006783" y="3339823"/>
                  <a:ext cx="26064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upo 207">
            <a:extLst>
              <a:ext uri="{FF2B5EF4-FFF2-40B4-BE49-F238E27FC236}">
                <a16:creationId xmlns:a16="http://schemas.microsoft.com/office/drawing/2014/main" id="{CAD7605C-7486-4EA8-A859-D8AFD32B75BA}"/>
              </a:ext>
            </a:extLst>
          </p:cNvPr>
          <p:cNvGrpSpPr/>
          <p:nvPr/>
        </p:nvGrpSpPr>
        <p:grpSpPr>
          <a:xfrm>
            <a:off x="5815183" y="3506143"/>
            <a:ext cx="117720" cy="124200"/>
            <a:chOff x="5815183" y="3506143"/>
            <a:chExt cx="11772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2D70158E-F4E5-44B2-8320-E68EFA5CD8E7}"/>
                    </a:ext>
                  </a:extLst>
                </p14:cNvPr>
                <p14:cNvContentPartPr/>
                <p14:nvPr/>
              </p14:nvContentPartPr>
              <p14:xfrm>
                <a:off x="5815183" y="3548623"/>
                <a:ext cx="18000" cy="1260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2D70158E-F4E5-44B2-8320-E68EFA5CD8E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806543" y="3539983"/>
                  <a:ext cx="356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6F1ED14F-E6DF-4C7E-8EF8-CA1D84165505}"/>
                    </a:ext>
                  </a:extLst>
                </p14:cNvPr>
                <p14:cNvContentPartPr/>
                <p14:nvPr/>
              </p14:nvContentPartPr>
              <p14:xfrm>
                <a:off x="5845063" y="3506143"/>
                <a:ext cx="87840" cy="12420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6F1ED14F-E6DF-4C7E-8EF8-CA1D8416550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836063" y="3497503"/>
                  <a:ext cx="1054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A04262E5-9B29-4D73-B9C7-A63865EB21E3}"/>
              </a:ext>
            </a:extLst>
          </p:cNvPr>
          <p:cNvGrpSpPr/>
          <p:nvPr/>
        </p:nvGrpSpPr>
        <p:grpSpPr>
          <a:xfrm>
            <a:off x="5815183" y="3186103"/>
            <a:ext cx="155520" cy="183960"/>
            <a:chOff x="5815183" y="3186103"/>
            <a:chExt cx="15552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21C90257-5FCF-4CBC-8C5F-A388E8848F52}"/>
                    </a:ext>
                  </a:extLst>
                </p14:cNvPr>
                <p14:cNvContentPartPr/>
                <p14:nvPr/>
              </p14:nvContentPartPr>
              <p14:xfrm>
                <a:off x="5815183" y="3293743"/>
                <a:ext cx="27000" cy="18720"/>
              </p14:xfrm>
            </p:contentPart>
          </mc:Choice>
          <mc:Fallback xmlns=""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21C90257-5FCF-4CBC-8C5F-A388E8848F5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806543" y="3285103"/>
                  <a:ext cx="44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E2CB1053-31DC-470F-B54C-BACDAE3686B8}"/>
                    </a:ext>
                  </a:extLst>
                </p14:cNvPr>
                <p14:cNvContentPartPr/>
                <p14:nvPr/>
              </p14:nvContentPartPr>
              <p14:xfrm>
                <a:off x="5893663" y="3186103"/>
                <a:ext cx="77040" cy="18396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E2CB1053-31DC-470F-B54C-BACDAE3686B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884663" y="3177463"/>
                  <a:ext cx="9468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upo 205">
            <a:extLst>
              <a:ext uri="{FF2B5EF4-FFF2-40B4-BE49-F238E27FC236}">
                <a16:creationId xmlns:a16="http://schemas.microsoft.com/office/drawing/2014/main" id="{B167583F-DDD6-4FB8-A0AA-25E3CE3E33D0}"/>
              </a:ext>
            </a:extLst>
          </p:cNvPr>
          <p:cNvGrpSpPr/>
          <p:nvPr/>
        </p:nvGrpSpPr>
        <p:grpSpPr>
          <a:xfrm>
            <a:off x="6323863" y="3491743"/>
            <a:ext cx="160920" cy="82800"/>
            <a:chOff x="6323863" y="3491743"/>
            <a:chExt cx="160920" cy="8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9EB4D7CF-1868-4238-8513-373AE58333EC}"/>
                    </a:ext>
                  </a:extLst>
                </p14:cNvPr>
                <p14:cNvContentPartPr/>
                <p14:nvPr/>
              </p14:nvContentPartPr>
              <p14:xfrm>
                <a:off x="6323863" y="3532423"/>
                <a:ext cx="31680" cy="2376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9EB4D7CF-1868-4238-8513-373AE58333E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15223" y="3523783"/>
                  <a:ext cx="49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3C038FAA-87A3-4010-AA1B-0FB1EF12EA01}"/>
                    </a:ext>
                  </a:extLst>
                </p14:cNvPr>
                <p14:cNvContentPartPr/>
                <p14:nvPr/>
              </p14:nvContentPartPr>
              <p14:xfrm>
                <a:off x="6344383" y="3532423"/>
                <a:ext cx="360" cy="36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3C038FAA-87A3-4010-AA1B-0FB1EF12EA0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335383" y="35237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BB44A012-BD6C-4183-B6EF-6829D32699E6}"/>
                    </a:ext>
                  </a:extLst>
                </p14:cNvPr>
                <p14:cNvContentPartPr/>
                <p14:nvPr/>
              </p14:nvContentPartPr>
              <p14:xfrm>
                <a:off x="6344383" y="3491743"/>
                <a:ext cx="140400" cy="8280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BB44A012-BD6C-4183-B6EF-6829D32699E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335383" y="3482743"/>
                  <a:ext cx="15804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upo 204">
            <a:extLst>
              <a:ext uri="{FF2B5EF4-FFF2-40B4-BE49-F238E27FC236}">
                <a16:creationId xmlns:a16="http://schemas.microsoft.com/office/drawing/2014/main" id="{861CA87A-10C9-42DD-A51B-B9C0E12DB3C8}"/>
              </a:ext>
            </a:extLst>
          </p:cNvPr>
          <p:cNvGrpSpPr/>
          <p:nvPr/>
        </p:nvGrpSpPr>
        <p:grpSpPr>
          <a:xfrm>
            <a:off x="6309823" y="3230383"/>
            <a:ext cx="106560" cy="90000"/>
            <a:chOff x="6309823" y="3230383"/>
            <a:chExt cx="106560" cy="9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E1C5AE2C-71B0-41B5-AE07-B20F38FB5D97}"/>
                    </a:ext>
                  </a:extLst>
                </p14:cNvPr>
                <p14:cNvContentPartPr/>
                <p14:nvPr/>
              </p14:nvContentPartPr>
              <p14:xfrm>
                <a:off x="6309823" y="3311743"/>
                <a:ext cx="15840" cy="864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E1C5AE2C-71B0-41B5-AE07-B20F38FB5D9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301183" y="3302743"/>
                  <a:ext cx="33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1181C1E2-0842-49AF-A731-DE34AF698F71}"/>
                    </a:ext>
                  </a:extLst>
                </p14:cNvPr>
                <p14:cNvContentPartPr/>
                <p14:nvPr/>
              </p14:nvContentPartPr>
              <p14:xfrm>
                <a:off x="6346543" y="3230383"/>
                <a:ext cx="69840" cy="88920"/>
              </p14:xfrm>
            </p:contentPart>
          </mc:Choice>
          <mc:Fallback xmlns=""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1181C1E2-0842-49AF-A731-DE34AF698F7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337903" y="3221743"/>
                  <a:ext cx="8748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upo 228">
            <a:extLst>
              <a:ext uri="{FF2B5EF4-FFF2-40B4-BE49-F238E27FC236}">
                <a16:creationId xmlns:a16="http://schemas.microsoft.com/office/drawing/2014/main" id="{393A415F-C039-4A5A-8BC7-9430BA92AD16}"/>
              </a:ext>
            </a:extLst>
          </p:cNvPr>
          <p:cNvGrpSpPr/>
          <p:nvPr/>
        </p:nvGrpSpPr>
        <p:grpSpPr>
          <a:xfrm>
            <a:off x="7436983" y="3169903"/>
            <a:ext cx="397800" cy="478800"/>
            <a:chOff x="7436983" y="3169903"/>
            <a:chExt cx="397800" cy="4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7EB46190-2981-4871-907A-82124EE2C110}"/>
                    </a:ext>
                  </a:extLst>
                </p14:cNvPr>
                <p14:cNvContentPartPr/>
                <p14:nvPr/>
              </p14:nvContentPartPr>
              <p14:xfrm>
                <a:off x="7436983" y="3169903"/>
                <a:ext cx="118800" cy="47880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7EB46190-2981-4871-907A-82124EE2C11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427983" y="3161263"/>
                  <a:ext cx="1364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FD0F9B95-0A2E-437A-905C-0645C987BAB1}"/>
                    </a:ext>
                  </a:extLst>
                </p14:cNvPr>
                <p14:cNvContentPartPr/>
                <p14:nvPr/>
              </p14:nvContentPartPr>
              <p14:xfrm>
                <a:off x="7624183" y="3246943"/>
                <a:ext cx="101160" cy="14364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FD0F9B95-0A2E-437A-905C-0645C987BAB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615183" y="3238303"/>
                  <a:ext cx="118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1C1C7C3B-4F60-4EC3-A0A1-E93D1EEDD8B5}"/>
                    </a:ext>
                  </a:extLst>
                </p14:cNvPr>
                <p14:cNvContentPartPr/>
                <p14:nvPr/>
              </p14:nvContentPartPr>
              <p14:xfrm>
                <a:off x="7613023" y="3417223"/>
                <a:ext cx="187560" cy="1872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1C1C7C3B-4F60-4EC3-A0A1-E93D1EEDD8B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04023" y="3408223"/>
                  <a:ext cx="205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7E6F0C10-0859-4B60-B576-A42357C197B9}"/>
                    </a:ext>
                  </a:extLst>
                </p14:cNvPr>
                <p14:cNvContentPartPr/>
                <p14:nvPr/>
              </p14:nvContentPartPr>
              <p14:xfrm>
                <a:off x="7661263" y="3490303"/>
                <a:ext cx="63720" cy="9612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7E6F0C10-0859-4B60-B576-A42357C197B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652623" y="3481663"/>
                  <a:ext cx="81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2ED74145-2A57-4B2A-88C9-17797500D45C}"/>
                    </a:ext>
                  </a:extLst>
                </p14:cNvPr>
                <p14:cNvContentPartPr/>
                <p14:nvPr/>
              </p14:nvContentPartPr>
              <p14:xfrm>
                <a:off x="7761703" y="3501463"/>
                <a:ext cx="73080" cy="9684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2ED74145-2A57-4B2A-88C9-17797500D45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52703" y="3492823"/>
                  <a:ext cx="9072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5523EE9E-D701-4C5F-B3EF-34266BEF2D7B}"/>
              </a:ext>
            </a:extLst>
          </p:cNvPr>
          <p:cNvGrpSpPr/>
          <p:nvPr/>
        </p:nvGrpSpPr>
        <p:grpSpPr>
          <a:xfrm>
            <a:off x="8021263" y="3158743"/>
            <a:ext cx="486000" cy="481680"/>
            <a:chOff x="8021263" y="3158743"/>
            <a:chExt cx="48600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69C57F64-0EA6-47CF-84B8-C5B131BC60A8}"/>
                    </a:ext>
                  </a:extLst>
                </p14:cNvPr>
                <p14:cNvContentPartPr/>
                <p14:nvPr/>
              </p14:nvContentPartPr>
              <p14:xfrm>
                <a:off x="8021263" y="3411463"/>
                <a:ext cx="96480" cy="8640"/>
              </p14:xfrm>
            </p:contentPart>
          </mc:Choice>
          <mc:Fallback xmlns=""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69C57F64-0EA6-47CF-84B8-C5B131BC60A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012623" y="3402463"/>
                  <a:ext cx="114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55B189C2-D5B8-4F6D-8278-031570CEFE16}"/>
                    </a:ext>
                  </a:extLst>
                </p14:cNvPr>
                <p14:cNvContentPartPr/>
                <p14:nvPr/>
              </p14:nvContentPartPr>
              <p14:xfrm>
                <a:off x="8246263" y="3267103"/>
                <a:ext cx="81360" cy="13176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55B189C2-D5B8-4F6D-8278-031570CEFE1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237623" y="3258463"/>
                  <a:ext cx="99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9B106F7F-3CFE-43EB-8728-4BF9A07538BF}"/>
                    </a:ext>
                  </a:extLst>
                </p14:cNvPr>
                <p14:cNvContentPartPr/>
                <p14:nvPr/>
              </p14:nvContentPartPr>
              <p14:xfrm>
                <a:off x="8169943" y="3463663"/>
                <a:ext cx="180360" cy="11160"/>
              </p14:xfrm>
            </p:contentPart>
          </mc:Choice>
          <mc:Fallback xmlns=""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9B106F7F-3CFE-43EB-8728-4BF9A07538B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161303" y="3454663"/>
                  <a:ext cx="198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223C266D-DA48-4124-B56C-0BFF6BA62ED3}"/>
                    </a:ext>
                  </a:extLst>
                </p14:cNvPr>
                <p14:cNvContentPartPr/>
                <p14:nvPr/>
              </p14:nvContentPartPr>
              <p14:xfrm>
                <a:off x="8188663" y="3504343"/>
                <a:ext cx="54360" cy="11844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223C266D-DA48-4124-B56C-0BFF6BA62ED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180023" y="3495343"/>
                  <a:ext cx="720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AA613813-8DD8-43B7-9A28-1F22B9C0154F}"/>
                    </a:ext>
                  </a:extLst>
                </p14:cNvPr>
                <p14:cNvContentPartPr/>
                <p14:nvPr/>
              </p14:nvContentPartPr>
              <p14:xfrm>
                <a:off x="8267863" y="3541783"/>
                <a:ext cx="88200" cy="6120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AA613813-8DD8-43B7-9A28-1F22B9C0154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259223" y="3533143"/>
                  <a:ext cx="105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63A0473F-69E5-4B71-8712-1D4288DE89C1}"/>
                    </a:ext>
                  </a:extLst>
                </p14:cNvPr>
                <p14:cNvContentPartPr/>
                <p14:nvPr/>
              </p14:nvContentPartPr>
              <p14:xfrm>
                <a:off x="8374423" y="3158743"/>
                <a:ext cx="132840" cy="48168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63A0473F-69E5-4B71-8712-1D4288DE89C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365423" y="3149743"/>
                  <a:ext cx="150480" cy="49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upo 226">
            <a:extLst>
              <a:ext uri="{FF2B5EF4-FFF2-40B4-BE49-F238E27FC236}">
                <a16:creationId xmlns:a16="http://schemas.microsoft.com/office/drawing/2014/main" id="{21CE7FA3-1F68-4D84-A353-B0DE8886B3D6}"/>
              </a:ext>
            </a:extLst>
          </p:cNvPr>
          <p:cNvGrpSpPr/>
          <p:nvPr/>
        </p:nvGrpSpPr>
        <p:grpSpPr>
          <a:xfrm>
            <a:off x="8681143" y="3386623"/>
            <a:ext cx="157680" cy="65880"/>
            <a:chOff x="8681143" y="3386623"/>
            <a:chExt cx="157680" cy="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5EBB3003-3A9A-4926-AB8C-A7E53DF27AD1}"/>
                    </a:ext>
                  </a:extLst>
                </p14:cNvPr>
                <p14:cNvContentPartPr/>
                <p14:nvPr/>
              </p14:nvContentPartPr>
              <p14:xfrm>
                <a:off x="8681143" y="3386623"/>
                <a:ext cx="137880" cy="756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5EBB3003-3A9A-4926-AB8C-A7E53DF27AD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72503" y="3377983"/>
                  <a:ext cx="155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CD1E90A0-9E77-44C2-BECB-3A4B1CCA4BCF}"/>
                    </a:ext>
                  </a:extLst>
                </p14:cNvPr>
                <p14:cNvContentPartPr/>
                <p14:nvPr/>
              </p14:nvContentPartPr>
              <p14:xfrm>
                <a:off x="8698423" y="3449983"/>
                <a:ext cx="140400" cy="252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CD1E90A0-9E77-44C2-BECB-3A4B1CCA4BC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89423" y="3441343"/>
                  <a:ext cx="1580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upo 225">
            <a:extLst>
              <a:ext uri="{FF2B5EF4-FFF2-40B4-BE49-F238E27FC236}">
                <a16:creationId xmlns:a16="http://schemas.microsoft.com/office/drawing/2014/main" id="{1FC782DF-6279-4486-9D80-8963C4EA3B27}"/>
              </a:ext>
            </a:extLst>
          </p:cNvPr>
          <p:cNvGrpSpPr/>
          <p:nvPr/>
        </p:nvGrpSpPr>
        <p:grpSpPr>
          <a:xfrm>
            <a:off x="9015943" y="3254503"/>
            <a:ext cx="369720" cy="244080"/>
            <a:chOff x="9015943" y="3254503"/>
            <a:chExt cx="3697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EE2541FF-9554-4882-BF54-088F01C4FCDD}"/>
                    </a:ext>
                  </a:extLst>
                </p14:cNvPr>
                <p14:cNvContentPartPr/>
                <p14:nvPr/>
              </p14:nvContentPartPr>
              <p14:xfrm>
                <a:off x="9075703" y="3304543"/>
                <a:ext cx="8640" cy="19404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EE2541FF-9554-4882-BF54-088F01C4FCD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067063" y="3295543"/>
                  <a:ext cx="262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037FFF4E-3413-4EFC-896F-7DDC0E421C10}"/>
                    </a:ext>
                  </a:extLst>
                </p14:cNvPr>
                <p14:cNvContentPartPr/>
                <p14:nvPr/>
              </p14:nvContentPartPr>
              <p14:xfrm>
                <a:off x="9144463" y="3275383"/>
                <a:ext cx="22320" cy="17856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037FFF4E-3413-4EFC-896F-7DDC0E421C1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135463" y="3266743"/>
                  <a:ext cx="39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FFB138B5-91FE-4F96-BA7C-9407E5D79896}"/>
                    </a:ext>
                  </a:extLst>
                </p14:cNvPr>
                <p14:cNvContentPartPr/>
                <p14:nvPr/>
              </p14:nvContentPartPr>
              <p14:xfrm>
                <a:off x="9015943" y="3254503"/>
                <a:ext cx="246960" cy="4536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FFB138B5-91FE-4F96-BA7C-9407E5D7989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007303" y="3245503"/>
                  <a:ext cx="264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2D75976B-D6B5-4E2C-ADFB-34B558D6C74D}"/>
                    </a:ext>
                  </a:extLst>
                </p14:cNvPr>
                <p14:cNvContentPartPr/>
                <p14:nvPr/>
              </p14:nvContentPartPr>
              <p14:xfrm>
                <a:off x="9342103" y="3382663"/>
                <a:ext cx="43560" cy="4428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2D75976B-D6B5-4E2C-ADFB-34B558D6C74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333463" y="3373663"/>
                  <a:ext cx="6120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B8F0F01C-77F6-4CFE-A08E-11B9BB4733A3}"/>
                  </a:ext>
                </a:extLst>
              </p14:cNvPr>
              <p14:cNvContentPartPr/>
              <p14:nvPr/>
            </p14:nvContentPartPr>
            <p14:xfrm>
              <a:off x="9622543" y="3205543"/>
              <a:ext cx="88560" cy="150840"/>
            </p14:xfrm>
          </p:contentPart>
        </mc:Choice>
        <mc:Fallback xmlns=""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B8F0F01C-77F6-4CFE-A08E-11B9BB4733A3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9613543" y="3196543"/>
                <a:ext cx="106200" cy="16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upo 233">
            <a:extLst>
              <a:ext uri="{FF2B5EF4-FFF2-40B4-BE49-F238E27FC236}">
                <a16:creationId xmlns:a16="http://schemas.microsoft.com/office/drawing/2014/main" id="{09E0E347-F3FA-402F-83E8-F51EB2D8E503}"/>
              </a:ext>
            </a:extLst>
          </p:cNvPr>
          <p:cNvGrpSpPr/>
          <p:nvPr/>
        </p:nvGrpSpPr>
        <p:grpSpPr>
          <a:xfrm>
            <a:off x="9570343" y="3462223"/>
            <a:ext cx="315360" cy="220320"/>
            <a:chOff x="9570343" y="3462223"/>
            <a:chExt cx="31536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FB2B3F67-92D5-4B48-858E-94A280D6E61D}"/>
                    </a:ext>
                  </a:extLst>
                </p14:cNvPr>
                <p14:cNvContentPartPr/>
                <p14:nvPr/>
              </p14:nvContentPartPr>
              <p14:xfrm>
                <a:off x="9570343" y="3462223"/>
                <a:ext cx="315360" cy="6120"/>
              </p14:xfrm>
            </p:contentPart>
          </mc:Choice>
          <mc:Fallback xmlns=""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FB2B3F67-92D5-4B48-858E-94A280D6E61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561343" y="3453223"/>
                  <a:ext cx="333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864C0F37-CC1F-46AA-8FDF-915E69F45DD8}"/>
                    </a:ext>
                  </a:extLst>
                </p14:cNvPr>
                <p14:cNvContentPartPr/>
                <p14:nvPr/>
              </p14:nvContentPartPr>
              <p14:xfrm>
                <a:off x="9655303" y="3556183"/>
                <a:ext cx="62280" cy="12636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864C0F37-CC1F-46AA-8FDF-915E69F45DD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646663" y="3547183"/>
                  <a:ext cx="799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04B7DE85-4C55-4258-9A8C-B2583505C5FF}"/>
                    </a:ext>
                  </a:extLst>
                </p14:cNvPr>
                <p14:cNvContentPartPr/>
                <p14:nvPr/>
              </p14:nvContentPartPr>
              <p14:xfrm>
                <a:off x="9750343" y="3568063"/>
                <a:ext cx="131760" cy="10980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04B7DE85-4C55-4258-9A8C-B2583505C5F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741703" y="3559063"/>
                  <a:ext cx="149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8D7E569A-7A37-4530-ABA8-830E52EA23AA}"/>
              </a:ext>
            </a:extLst>
          </p:cNvPr>
          <p:cNvGrpSpPr/>
          <p:nvPr/>
        </p:nvGrpSpPr>
        <p:grpSpPr>
          <a:xfrm>
            <a:off x="10144543" y="3105103"/>
            <a:ext cx="1288440" cy="794520"/>
            <a:chOff x="10144543" y="3105103"/>
            <a:chExt cx="1288440" cy="79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20940892-30C2-4761-A7B8-B0BBFD1B20C8}"/>
                    </a:ext>
                  </a:extLst>
                </p14:cNvPr>
                <p14:cNvContentPartPr/>
                <p14:nvPr/>
              </p14:nvContentPartPr>
              <p14:xfrm>
                <a:off x="10150663" y="3425503"/>
                <a:ext cx="116640" cy="21600"/>
              </p14:xfrm>
            </p:contentPart>
          </mc:Choice>
          <mc:Fallback xmlns=""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20940892-30C2-4761-A7B8-B0BBFD1B20C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142023" y="3416503"/>
                  <a:ext cx="134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9F40C585-AA95-48DD-AA37-FD3688DE1434}"/>
                    </a:ext>
                  </a:extLst>
                </p14:cNvPr>
                <p14:cNvContentPartPr/>
                <p14:nvPr/>
              </p14:nvContentPartPr>
              <p14:xfrm>
                <a:off x="10144543" y="3516223"/>
                <a:ext cx="131760" cy="288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9F40C585-AA95-48DD-AA37-FD3688DE1434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135543" y="3507583"/>
                  <a:ext cx="149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6489E63D-ECB7-4972-AE3F-BB3A9045F089}"/>
                    </a:ext>
                  </a:extLst>
                </p14:cNvPr>
                <p14:cNvContentPartPr/>
                <p14:nvPr/>
              </p14:nvContentPartPr>
              <p14:xfrm>
                <a:off x="10494463" y="3264223"/>
                <a:ext cx="144720" cy="154440"/>
              </p14:xfrm>
            </p:contentPart>
          </mc:Choice>
          <mc:Fallback xmlns=""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6489E63D-ECB7-4972-AE3F-BB3A9045F08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485463" y="3255583"/>
                  <a:ext cx="162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E4AA0CC8-36EC-4137-A2ED-42409B34ED63}"/>
                    </a:ext>
                  </a:extLst>
                </p14:cNvPr>
                <p14:cNvContentPartPr/>
                <p14:nvPr/>
              </p14:nvContentPartPr>
              <p14:xfrm>
                <a:off x="10465303" y="3496423"/>
                <a:ext cx="298440" cy="1188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E4AA0CC8-36EC-4137-A2ED-42409B34ED6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456663" y="3487783"/>
                  <a:ext cx="316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B2815882-5157-4657-898B-6EF520176E16}"/>
                    </a:ext>
                  </a:extLst>
                </p14:cNvPr>
                <p14:cNvContentPartPr/>
                <p14:nvPr/>
              </p14:nvContentPartPr>
              <p14:xfrm>
                <a:off x="10491223" y="3615583"/>
                <a:ext cx="83160" cy="152280"/>
              </p14:xfrm>
            </p:contentPart>
          </mc:Choice>
          <mc:Fallback xmlns=""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B2815882-5157-4657-898B-6EF520176E1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482223" y="3606583"/>
                  <a:ext cx="1008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B830C046-D529-4FF6-9866-AA9B4CA521C5}"/>
                    </a:ext>
                  </a:extLst>
                </p14:cNvPr>
                <p14:cNvContentPartPr/>
                <p14:nvPr/>
              </p14:nvContentPartPr>
              <p14:xfrm>
                <a:off x="10629823" y="3628183"/>
                <a:ext cx="102600" cy="112680"/>
              </p14:xfrm>
            </p:contentPart>
          </mc:Choice>
          <mc:Fallback xmlns=""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B830C046-D529-4FF6-9866-AA9B4CA521C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621183" y="3619183"/>
                  <a:ext cx="120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B9CFCD97-93A7-4A07-9042-01BD95DAFF5E}"/>
                    </a:ext>
                  </a:extLst>
                </p14:cNvPr>
                <p14:cNvContentPartPr/>
                <p14:nvPr/>
              </p14:nvContentPartPr>
              <p14:xfrm>
                <a:off x="10818823" y="3363583"/>
                <a:ext cx="29520" cy="149760"/>
              </p14:xfrm>
            </p:contentPart>
          </mc:Choice>
          <mc:Fallback xmlns=""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B9CFCD97-93A7-4A07-9042-01BD95DAFF5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809823" y="3354583"/>
                  <a:ext cx="47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EED31807-3F09-4E35-A5BF-ECB917290D23}"/>
                    </a:ext>
                  </a:extLst>
                </p14:cNvPr>
                <p14:cNvContentPartPr/>
                <p14:nvPr/>
              </p14:nvContentPartPr>
              <p14:xfrm>
                <a:off x="10887223" y="3367183"/>
                <a:ext cx="38520" cy="15732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EED31807-3F09-4E35-A5BF-ECB917290D2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878223" y="3358183"/>
                  <a:ext cx="56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4962B05D-BDE4-42EB-9EAC-1631E15C5A7C}"/>
                    </a:ext>
                  </a:extLst>
                </p14:cNvPr>
                <p14:cNvContentPartPr/>
                <p14:nvPr/>
              </p14:nvContentPartPr>
              <p14:xfrm>
                <a:off x="10772743" y="3357823"/>
                <a:ext cx="203040" cy="13680"/>
              </p14:xfrm>
            </p:contentPart>
          </mc:Choice>
          <mc:Fallback xmlns=""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4962B05D-BDE4-42EB-9EAC-1631E15C5A7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764103" y="3349183"/>
                  <a:ext cx="220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438728CB-B044-4040-BA33-729B98C33B03}"/>
                    </a:ext>
                  </a:extLst>
                </p14:cNvPr>
                <p14:cNvContentPartPr/>
                <p14:nvPr/>
              </p14:nvContentPartPr>
              <p14:xfrm>
                <a:off x="10297183" y="3105103"/>
                <a:ext cx="877320" cy="794520"/>
              </p14:xfrm>
            </p:contentPart>
          </mc:Choice>
          <mc:Fallback xmlns=""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438728CB-B044-4040-BA33-729B98C33B0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288543" y="3096463"/>
                  <a:ext cx="89496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F0CAF4F1-A1BD-4A71-BEDB-2C04530A7C2F}"/>
                    </a:ext>
                  </a:extLst>
                </p14:cNvPr>
                <p14:cNvContentPartPr/>
                <p14:nvPr/>
              </p14:nvContentPartPr>
              <p14:xfrm>
                <a:off x="11279263" y="3499663"/>
                <a:ext cx="137160" cy="5040"/>
              </p14:xfrm>
            </p:contentPart>
          </mc:Choice>
          <mc:Fallback xmlns=""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F0CAF4F1-A1BD-4A71-BEDB-2C04530A7C2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70263" y="3491023"/>
                  <a:ext cx="154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CD88292E-44BB-4B85-A710-06D867193998}"/>
                    </a:ext>
                  </a:extLst>
                </p14:cNvPr>
                <p14:cNvContentPartPr/>
                <p14:nvPr/>
              </p14:nvContentPartPr>
              <p14:xfrm>
                <a:off x="11275303" y="3593623"/>
                <a:ext cx="157680" cy="6480"/>
              </p14:xfrm>
            </p:contentPart>
          </mc:Choice>
          <mc:Fallback xmlns=""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CD88292E-44BB-4B85-A710-06D86719399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266663" y="3584983"/>
                  <a:ext cx="175320" cy="2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12358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630B4F-1440-40BF-B933-A8038D7E1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155" y="394285"/>
            <a:ext cx="9441781" cy="135535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CD46AF6-09E7-4569-9370-1289A42A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5" y="2027823"/>
            <a:ext cx="5380622" cy="4168189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EA01E251-56E0-494C-AC00-EB1C47D149B8}"/>
              </a:ext>
            </a:extLst>
          </p:cNvPr>
          <p:cNvGrpSpPr/>
          <p:nvPr/>
        </p:nvGrpSpPr>
        <p:grpSpPr>
          <a:xfrm>
            <a:off x="5173618" y="3731354"/>
            <a:ext cx="1372680" cy="726840"/>
            <a:chOff x="5173618" y="3731354"/>
            <a:chExt cx="1372680" cy="72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1DCF7CE5-CFBC-47EE-97F1-CD5E3CB036C2}"/>
                    </a:ext>
                  </a:extLst>
                </p14:cNvPr>
                <p14:cNvContentPartPr/>
                <p14:nvPr/>
              </p14:nvContentPartPr>
              <p14:xfrm>
                <a:off x="5173618" y="4412474"/>
                <a:ext cx="169560" cy="4572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1DCF7CE5-CFBC-47EE-97F1-CD5E3CB036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55978" y="4394834"/>
                  <a:ext cx="205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B52791CD-90C6-4278-A3C2-544EE501F963}"/>
                    </a:ext>
                  </a:extLst>
                </p14:cNvPr>
                <p14:cNvContentPartPr/>
                <p14:nvPr/>
              </p14:nvContentPartPr>
              <p14:xfrm>
                <a:off x="5193778" y="4423634"/>
                <a:ext cx="119880" cy="1872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B52791CD-90C6-4278-A3C2-544EE501F9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76138" y="4405994"/>
                  <a:ext cx="1555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86776CB8-C2CE-4946-848B-792E582DE7AE}"/>
                    </a:ext>
                  </a:extLst>
                </p14:cNvPr>
                <p14:cNvContentPartPr/>
                <p14:nvPr/>
              </p14:nvContentPartPr>
              <p14:xfrm>
                <a:off x="5213938" y="4380794"/>
                <a:ext cx="324360" cy="6480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86776CB8-C2CE-4946-848B-792E582DE7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96298" y="4363154"/>
                  <a:ext cx="360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D138C9C-5F60-4030-BF5C-64048C834437}"/>
                    </a:ext>
                  </a:extLst>
                </p14:cNvPr>
                <p14:cNvContentPartPr/>
                <p14:nvPr/>
              </p14:nvContentPartPr>
              <p14:xfrm>
                <a:off x="5271538" y="3731354"/>
                <a:ext cx="1274760" cy="71316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D138C9C-5F60-4030-BF5C-64048C8344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53898" y="3713714"/>
                  <a:ext cx="1310400" cy="74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2AE7577-B283-4D6B-BA56-0EB7AC8AE2CE}"/>
              </a:ext>
            </a:extLst>
          </p:cNvPr>
          <p:cNvGrpSpPr/>
          <p:nvPr/>
        </p:nvGrpSpPr>
        <p:grpSpPr>
          <a:xfrm>
            <a:off x="7967218" y="1943954"/>
            <a:ext cx="789840" cy="271800"/>
            <a:chOff x="7967218" y="1943954"/>
            <a:chExt cx="78984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800D5E52-4844-4DC4-BA4E-86BF3016DB6C}"/>
                    </a:ext>
                  </a:extLst>
                </p14:cNvPr>
                <p14:cNvContentPartPr/>
                <p14:nvPr/>
              </p14:nvContentPartPr>
              <p14:xfrm>
                <a:off x="7967218" y="2024234"/>
                <a:ext cx="117000" cy="1915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800D5E52-4844-4DC4-BA4E-86BF3016DB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49578" y="2006594"/>
                  <a:ext cx="152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FD250334-67B9-4812-A121-C8A6792A39D6}"/>
                    </a:ext>
                  </a:extLst>
                </p14:cNvPr>
                <p14:cNvContentPartPr/>
                <p14:nvPr/>
              </p14:nvContentPartPr>
              <p14:xfrm>
                <a:off x="8160898" y="2065274"/>
                <a:ext cx="70560" cy="97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FD250334-67B9-4812-A121-C8A6792A39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42898" y="2047634"/>
                  <a:ext cx="106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CED6280-0377-4450-9FE8-037622FA1352}"/>
                    </a:ext>
                  </a:extLst>
                </p14:cNvPr>
                <p14:cNvContentPartPr/>
                <p14:nvPr/>
              </p14:nvContentPartPr>
              <p14:xfrm>
                <a:off x="8146858" y="2128274"/>
                <a:ext cx="86400" cy="576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CED6280-0377-4450-9FE8-037622FA13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28858" y="2110634"/>
                  <a:ext cx="122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FFAE8249-7100-48C5-90F3-1C6E8E616B8F}"/>
                    </a:ext>
                  </a:extLst>
                </p14:cNvPr>
                <p14:cNvContentPartPr/>
                <p14:nvPr/>
              </p14:nvContentPartPr>
              <p14:xfrm>
                <a:off x="8327578" y="2030354"/>
                <a:ext cx="72720" cy="1584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FFAE8249-7100-48C5-90F3-1C6E8E616B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09938" y="2012714"/>
                  <a:ext cx="108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FDF02C3D-215B-41CA-828E-ED66A3F45DB4}"/>
                    </a:ext>
                  </a:extLst>
                </p14:cNvPr>
                <p14:cNvContentPartPr/>
                <p14:nvPr/>
              </p14:nvContentPartPr>
              <p14:xfrm>
                <a:off x="8325778" y="2046194"/>
                <a:ext cx="77760" cy="12636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FDF02C3D-215B-41CA-828E-ED66A3F45DB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07778" y="2028194"/>
                  <a:ext cx="113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698E3719-9619-4146-BC18-4F0AB5409E6F}"/>
                    </a:ext>
                  </a:extLst>
                </p14:cNvPr>
                <p14:cNvContentPartPr/>
                <p14:nvPr/>
              </p14:nvContentPartPr>
              <p14:xfrm>
                <a:off x="8434498" y="1943954"/>
                <a:ext cx="71280" cy="7452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698E3719-9619-4146-BC18-4F0AB5409E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16498" y="1925954"/>
                  <a:ext cx="1069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93AB5E38-AA0D-476C-A2F7-699185D94A69}"/>
                    </a:ext>
                  </a:extLst>
                </p14:cNvPr>
                <p14:cNvContentPartPr/>
                <p14:nvPr/>
              </p14:nvContentPartPr>
              <p14:xfrm>
                <a:off x="8584258" y="2035394"/>
                <a:ext cx="10440" cy="9828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93AB5E38-AA0D-476C-A2F7-699185D94A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66258" y="2017394"/>
                  <a:ext cx="46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77CB2F5E-A94C-4F81-922B-DB5CCE76978C}"/>
                    </a:ext>
                  </a:extLst>
                </p14:cNvPr>
                <p14:cNvContentPartPr/>
                <p14:nvPr/>
              </p14:nvContentPartPr>
              <p14:xfrm>
                <a:off x="8545738" y="2080034"/>
                <a:ext cx="95760" cy="2052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77CB2F5E-A94C-4F81-922B-DB5CCE7697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28098" y="2062034"/>
                  <a:ext cx="131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02C48732-96ED-4107-8661-22C75BEAA74A}"/>
                    </a:ext>
                  </a:extLst>
                </p14:cNvPr>
                <p14:cNvContentPartPr/>
                <p14:nvPr/>
              </p14:nvContentPartPr>
              <p14:xfrm>
                <a:off x="8713498" y="2006954"/>
                <a:ext cx="43560" cy="12528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02C48732-96ED-4107-8661-22C75BEAA7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95498" y="1988954"/>
                  <a:ext cx="7920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C8266460-08C2-47EB-8C86-FB26FEB9C421}"/>
                  </a:ext>
                </a:extLst>
              </p14:cNvPr>
              <p14:cNvContentPartPr/>
              <p14:nvPr/>
            </p14:nvContentPartPr>
            <p14:xfrm>
              <a:off x="5177578" y="5117435"/>
              <a:ext cx="571320" cy="20880"/>
            </p14:xfrm>
          </p:contentPart>
        </mc:Choice>
        <mc:Fallback xmlns=""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C8266460-08C2-47EB-8C86-FB26FEB9C42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68578" y="5108435"/>
                <a:ext cx="5889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upo 27">
            <a:extLst>
              <a:ext uri="{FF2B5EF4-FFF2-40B4-BE49-F238E27FC236}">
                <a16:creationId xmlns:a16="http://schemas.microsoft.com/office/drawing/2014/main" id="{84ADA30D-4F53-40C3-8E96-6BA29308F3CB}"/>
              </a:ext>
            </a:extLst>
          </p:cNvPr>
          <p:cNvGrpSpPr/>
          <p:nvPr/>
        </p:nvGrpSpPr>
        <p:grpSpPr>
          <a:xfrm>
            <a:off x="5201338" y="4796675"/>
            <a:ext cx="2671920" cy="356400"/>
            <a:chOff x="5201338" y="4796675"/>
            <a:chExt cx="267192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51210C9C-7AD9-4DF9-AF42-3D889B2BC6CF}"/>
                    </a:ext>
                  </a:extLst>
                </p14:cNvPr>
                <p14:cNvContentPartPr/>
                <p14:nvPr/>
              </p14:nvContentPartPr>
              <p14:xfrm>
                <a:off x="5201338" y="5090075"/>
                <a:ext cx="1328760" cy="6300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51210C9C-7AD9-4DF9-AF42-3D889B2BC6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92338" y="5081435"/>
                  <a:ext cx="13464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B4FB736D-B788-4265-B011-780F118FB773}"/>
                    </a:ext>
                  </a:extLst>
                </p14:cNvPr>
                <p14:cNvContentPartPr/>
                <p14:nvPr/>
              </p14:nvContentPartPr>
              <p14:xfrm>
                <a:off x="6552418" y="4889915"/>
                <a:ext cx="746640" cy="20952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B4FB736D-B788-4265-B011-780F118FB7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43778" y="4880915"/>
                  <a:ext cx="7642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793A36B2-0306-4E47-B16A-DA55DB2EC467}"/>
                    </a:ext>
                  </a:extLst>
                </p14:cNvPr>
                <p14:cNvContentPartPr/>
                <p14:nvPr/>
              </p14:nvContentPartPr>
              <p14:xfrm>
                <a:off x="7412458" y="4811795"/>
                <a:ext cx="95400" cy="1242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793A36B2-0306-4E47-B16A-DA55DB2EC4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03458" y="4802795"/>
                  <a:ext cx="1130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ACE62CF-7A08-4510-9296-7B6B17F9F8FA}"/>
                    </a:ext>
                  </a:extLst>
                </p14:cNvPr>
                <p14:cNvContentPartPr/>
                <p14:nvPr/>
              </p14:nvContentPartPr>
              <p14:xfrm>
                <a:off x="7581658" y="4833035"/>
                <a:ext cx="96480" cy="1692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ACE62CF-7A08-4510-9296-7B6B17F9F8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72658" y="4824395"/>
                  <a:ext cx="114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2C3E61B4-2684-424C-BDC3-23083F0649A4}"/>
                    </a:ext>
                  </a:extLst>
                </p14:cNvPr>
                <p14:cNvContentPartPr/>
                <p14:nvPr/>
              </p14:nvContentPartPr>
              <p14:xfrm>
                <a:off x="7573018" y="4874435"/>
                <a:ext cx="114480" cy="864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2C3E61B4-2684-424C-BDC3-23083F0649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64018" y="4865435"/>
                  <a:ext cx="132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4872164-77B8-4E07-A09D-1125CF01F0B7}"/>
                    </a:ext>
                  </a:extLst>
                </p14:cNvPr>
                <p14:cNvContentPartPr/>
                <p14:nvPr/>
              </p14:nvContentPartPr>
              <p14:xfrm>
                <a:off x="7727458" y="4796675"/>
                <a:ext cx="145800" cy="10548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4872164-77B8-4E07-A09D-1125CF01F0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18458" y="4788035"/>
                  <a:ext cx="16344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FD1B6AE5-E1BD-42B1-87DE-411BF5851AAB}"/>
              </a:ext>
            </a:extLst>
          </p:cNvPr>
          <p:cNvGrpSpPr/>
          <p:nvPr/>
        </p:nvGrpSpPr>
        <p:grpSpPr>
          <a:xfrm>
            <a:off x="5179018" y="4460075"/>
            <a:ext cx="430200" cy="665280"/>
            <a:chOff x="5179018" y="4460075"/>
            <a:chExt cx="430200" cy="6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96B7C6B8-B72E-4BE5-98AA-6891D260718E}"/>
                    </a:ext>
                  </a:extLst>
                </p14:cNvPr>
                <p14:cNvContentPartPr/>
                <p14:nvPr/>
              </p14:nvContentPartPr>
              <p14:xfrm>
                <a:off x="5179018" y="4460075"/>
                <a:ext cx="44640" cy="66528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96B7C6B8-B72E-4BE5-98AA-6891D26071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61018" y="4442075"/>
                  <a:ext cx="80280" cy="70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5761A3C-A764-4E83-94B2-6810F8E12B90}"/>
                    </a:ext>
                  </a:extLst>
                </p14:cNvPr>
                <p14:cNvContentPartPr/>
                <p14:nvPr/>
              </p14:nvContentPartPr>
              <p14:xfrm>
                <a:off x="5325898" y="4647275"/>
                <a:ext cx="29520" cy="1522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5761A3C-A764-4E83-94B2-6810F8E12B9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07898" y="4629635"/>
                  <a:ext cx="65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5BB4C6E5-CBA9-48B4-916C-46ECD0EC6DAA}"/>
                    </a:ext>
                  </a:extLst>
                </p14:cNvPr>
                <p14:cNvContentPartPr/>
                <p14:nvPr/>
              </p14:nvContentPartPr>
              <p14:xfrm>
                <a:off x="5294218" y="4691555"/>
                <a:ext cx="95400" cy="8748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5BB4C6E5-CBA9-48B4-916C-46ECD0EC6DA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76578" y="4673915"/>
                  <a:ext cx="1310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1D7AC47-0108-4D45-A8E0-5FDEABD86669}"/>
                    </a:ext>
                  </a:extLst>
                </p14:cNvPr>
                <p14:cNvContentPartPr/>
                <p14:nvPr/>
              </p14:nvContentPartPr>
              <p14:xfrm>
                <a:off x="5422018" y="4690475"/>
                <a:ext cx="61920" cy="201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1D7AC47-0108-4D45-A8E0-5FDEABD8666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4018" y="4672475"/>
                  <a:ext cx="97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D032AAD8-4AA0-4E39-9EC0-717FF0D959C6}"/>
                    </a:ext>
                  </a:extLst>
                </p14:cNvPr>
                <p14:cNvContentPartPr/>
                <p14:nvPr/>
              </p14:nvContentPartPr>
              <p14:xfrm>
                <a:off x="5454418" y="4737635"/>
                <a:ext cx="43560" cy="1224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D032AAD8-4AA0-4E39-9EC0-717FF0D959C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36778" y="4719995"/>
                  <a:ext cx="79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C7F0296A-9AF8-4A4B-A287-90611663576F}"/>
                    </a:ext>
                  </a:extLst>
                </p14:cNvPr>
                <p14:cNvContentPartPr/>
                <p14:nvPr/>
              </p14:nvContentPartPr>
              <p14:xfrm>
                <a:off x="5530018" y="4660595"/>
                <a:ext cx="79200" cy="6660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C7F0296A-9AF8-4A4B-A287-90611663576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12018" y="4642595"/>
                  <a:ext cx="11484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2360A0B3-C57E-4063-BF7A-E406B84B02ED}"/>
                  </a:ext>
                </a:extLst>
              </p14:cNvPr>
              <p14:cNvContentPartPr/>
              <p14:nvPr/>
            </p14:nvContentPartPr>
            <p14:xfrm>
              <a:off x="5200618" y="2262275"/>
              <a:ext cx="16200" cy="12960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2360A0B3-C57E-4063-BF7A-E406B84B02E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182978" y="2244635"/>
                <a:ext cx="518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ED5B33E3-99F3-48D3-A4C1-6EB7528E66FF}"/>
                  </a:ext>
                </a:extLst>
              </p14:cNvPr>
              <p14:cNvContentPartPr/>
              <p14:nvPr/>
            </p14:nvContentPartPr>
            <p14:xfrm>
              <a:off x="5182618" y="2596715"/>
              <a:ext cx="16920" cy="168480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ED5B33E3-99F3-48D3-A4C1-6EB7528E66F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64978" y="2578715"/>
                <a:ext cx="525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010FC8B8-0F02-4FA3-AD60-46043C1A3B10}"/>
                  </a:ext>
                </a:extLst>
              </p14:cNvPr>
              <p14:cNvContentPartPr/>
              <p14:nvPr/>
            </p14:nvContentPartPr>
            <p14:xfrm>
              <a:off x="5185498" y="3069395"/>
              <a:ext cx="2520" cy="169200"/>
            </p14:xfrm>
          </p:contentPart>
        </mc:Choice>
        <mc:Fallback xmlns=""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010FC8B8-0F02-4FA3-AD60-46043C1A3B1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67498" y="3051395"/>
                <a:ext cx="381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5BCFE521-29FE-4D50-A190-7D0CBFE0B8B5}"/>
                  </a:ext>
                </a:extLst>
              </p14:cNvPr>
              <p14:cNvContentPartPr/>
              <p14:nvPr/>
            </p14:nvContentPartPr>
            <p14:xfrm>
              <a:off x="5195218" y="3426875"/>
              <a:ext cx="9360" cy="159480"/>
            </p14:xfrm>
          </p:contentPart>
        </mc:Choice>
        <mc:Fallback xmlns=""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5BCFE521-29FE-4D50-A190-7D0CBFE0B8B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177218" y="3409235"/>
                <a:ext cx="450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AEE46F3D-1306-4F41-9E9E-C8594BA44AD3}"/>
                  </a:ext>
                </a:extLst>
              </p14:cNvPr>
              <p14:cNvContentPartPr/>
              <p14:nvPr/>
            </p14:nvContentPartPr>
            <p14:xfrm>
              <a:off x="5185498" y="3817475"/>
              <a:ext cx="6840" cy="128160"/>
            </p14:xfrm>
          </p:contentPart>
        </mc:Choice>
        <mc:Fallback xmlns=""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AEE46F3D-1306-4F41-9E9E-C8594BA44AD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67858" y="3799475"/>
                <a:ext cx="424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BF3EDB60-349A-4692-8746-861C68ADB7EE}"/>
                  </a:ext>
                </a:extLst>
              </p14:cNvPr>
              <p14:cNvContentPartPr/>
              <p14:nvPr/>
            </p14:nvContentPartPr>
            <p14:xfrm>
              <a:off x="5195218" y="4091795"/>
              <a:ext cx="10080" cy="16236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BF3EDB60-349A-4692-8746-861C68ADB7E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77578" y="4073795"/>
                <a:ext cx="457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EB31CE56-5C39-4C63-AB2B-0C758933FC77}"/>
                  </a:ext>
                </a:extLst>
              </p14:cNvPr>
              <p14:cNvContentPartPr/>
              <p14:nvPr/>
            </p14:nvContentPartPr>
            <p14:xfrm>
              <a:off x="5188018" y="5327315"/>
              <a:ext cx="3600" cy="145080"/>
            </p14:xfrm>
          </p:contentPart>
        </mc:Choice>
        <mc:Fallback xmlns=""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EB31CE56-5C39-4C63-AB2B-0C758933FC7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70378" y="5309675"/>
                <a:ext cx="392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A4C48F53-2AEA-4573-A5EF-01EA151328A3}"/>
                  </a:ext>
                </a:extLst>
              </p14:cNvPr>
              <p14:cNvContentPartPr/>
              <p14:nvPr/>
            </p14:nvContentPartPr>
            <p14:xfrm>
              <a:off x="5195218" y="5652035"/>
              <a:ext cx="360" cy="92160"/>
            </p14:xfrm>
          </p:contentPart>
        </mc:Choice>
        <mc:Fallback xmlns=""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A4C48F53-2AEA-4573-A5EF-01EA151328A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177578" y="5634395"/>
                <a:ext cx="360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D6F73098-AA53-42DC-9794-7A87902D1126}"/>
                  </a:ext>
                </a:extLst>
              </p14:cNvPr>
              <p14:cNvContentPartPr/>
              <p14:nvPr/>
            </p14:nvContentPartPr>
            <p14:xfrm>
              <a:off x="2549218" y="5130755"/>
              <a:ext cx="213120" cy="27720"/>
            </p14:xfrm>
          </p:contentPart>
        </mc:Choice>
        <mc:Fallback xmlns=""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D6F73098-AA53-42DC-9794-7A87902D112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531578" y="5112755"/>
                <a:ext cx="2487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A4BD1770-CFF2-4E9E-9388-608565C0186F}"/>
                  </a:ext>
                </a:extLst>
              </p14:cNvPr>
              <p14:cNvContentPartPr/>
              <p14:nvPr/>
            </p14:nvContentPartPr>
            <p14:xfrm>
              <a:off x="3209818" y="5160995"/>
              <a:ext cx="175320" cy="9360"/>
            </p14:xfrm>
          </p:contentPart>
        </mc:Choice>
        <mc:Fallback xmlns=""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A4BD1770-CFF2-4E9E-9388-608565C0186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92178" y="5143355"/>
                <a:ext cx="2109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FFBF0C1E-6634-4AD9-A6C9-1A0709EC91BF}"/>
                  </a:ext>
                </a:extLst>
              </p14:cNvPr>
              <p14:cNvContentPartPr/>
              <p14:nvPr/>
            </p14:nvContentPartPr>
            <p14:xfrm>
              <a:off x="3867898" y="5151995"/>
              <a:ext cx="180720" cy="2880"/>
            </p14:xfrm>
          </p:contentPart>
        </mc:Choice>
        <mc:Fallback xmlns=""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FFBF0C1E-6634-4AD9-A6C9-1A0709EC91B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50258" y="5134355"/>
                <a:ext cx="2163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upo 52">
            <a:extLst>
              <a:ext uri="{FF2B5EF4-FFF2-40B4-BE49-F238E27FC236}">
                <a16:creationId xmlns:a16="http://schemas.microsoft.com/office/drawing/2014/main" id="{DFD3BA3C-C236-49E9-8B87-0CF6D748B12A}"/>
              </a:ext>
            </a:extLst>
          </p:cNvPr>
          <p:cNvGrpSpPr/>
          <p:nvPr/>
        </p:nvGrpSpPr>
        <p:grpSpPr>
          <a:xfrm>
            <a:off x="4408258" y="5141195"/>
            <a:ext cx="575640" cy="30960"/>
            <a:chOff x="4408258" y="5141195"/>
            <a:chExt cx="575640" cy="3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F316BBD7-2F6C-4201-9E47-6048B11B767C}"/>
                    </a:ext>
                  </a:extLst>
                </p14:cNvPr>
                <p14:cNvContentPartPr/>
                <p14:nvPr/>
              </p14:nvContentPartPr>
              <p14:xfrm>
                <a:off x="4408258" y="5141195"/>
                <a:ext cx="197280" cy="1332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F316BBD7-2F6C-4201-9E47-6048B11B767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90258" y="5123555"/>
                  <a:ext cx="232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1C15C0BB-D995-4A54-8D24-43C9E85268F2}"/>
                    </a:ext>
                  </a:extLst>
                </p14:cNvPr>
                <p14:cNvContentPartPr/>
                <p14:nvPr/>
              </p14:nvContentPartPr>
              <p14:xfrm>
                <a:off x="4824418" y="5167115"/>
                <a:ext cx="159480" cy="504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1C15C0BB-D995-4A54-8D24-43C9E85268F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06418" y="5149115"/>
                  <a:ext cx="1951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C7CE89E2-76A9-4CDD-9B8A-DB8C8166E375}"/>
              </a:ext>
            </a:extLst>
          </p:cNvPr>
          <p:cNvGrpSpPr/>
          <p:nvPr/>
        </p:nvGrpSpPr>
        <p:grpSpPr>
          <a:xfrm>
            <a:off x="6775258" y="5122835"/>
            <a:ext cx="1125000" cy="32400"/>
            <a:chOff x="6775258" y="5122835"/>
            <a:chExt cx="1125000" cy="3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EC3F5310-E36B-4E04-BAA0-DC4A4547BCA4}"/>
                    </a:ext>
                  </a:extLst>
                </p14:cNvPr>
                <p14:cNvContentPartPr/>
                <p14:nvPr/>
              </p14:nvContentPartPr>
              <p14:xfrm>
                <a:off x="6775258" y="5143715"/>
                <a:ext cx="249480" cy="1152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EC3F5310-E36B-4E04-BAA0-DC4A4547BCA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57258" y="5126075"/>
                  <a:ext cx="285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F49260C7-AC24-4C56-8172-96E9E229B5C0}"/>
                    </a:ext>
                  </a:extLst>
                </p14:cNvPr>
                <p14:cNvContentPartPr/>
                <p14:nvPr/>
              </p14:nvContentPartPr>
              <p14:xfrm>
                <a:off x="7241098" y="5122835"/>
                <a:ext cx="222840" cy="2124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F49260C7-AC24-4C56-8172-96E9E229B5C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23098" y="5105195"/>
                  <a:ext cx="258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D3393781-3974-48AE-BBFD-975402D1E908}"/>
                    </a:ext>
                  </a:extLst>
                </p14:cNvPr>
                <p14:cNvContentPartPr/>
                <p14:nvPr/>
              </p14:nvContentPartPr>
              <p14:xfrm>
                <a:off x="7614778" y="5125355"/>
                <a:ext cx="285480" cy="684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D3393781-3974-48AE-BBFD-975402D1E9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96778" y="5107355"/>
                  <a:ext cx="32112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CD748D53-8003-4ABF-AACB-F918ECF91E3E}"/>
                  </a:ext>
                </a:extLst>
              </p14:cNvPr>
              <p14:cNvContentPartPr/>
              <p14:nvPr/>
            </p14:nvContentPartPr>
            <p14:xfrm>
              <a:off x="6521098" y="3791915"/>
              <a:ext cx="55440" cy="1314720"/>
            </p14:xfrm>
          </p:contentPart>
        </mc:Choice>
        <mc:Fallback xmlns=""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CD748D53-8003-4ABF-AACB-F918ECF91E3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12098" y="3782915"/>
                <a:ext cx="73080" cy="13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2A39E4D2-9566-43D6-B960-0BA7C1116889}"/>
                  </a:ext>
                </a:extLst>
              </p14:cNvPr>
              <p14:cNvContentPartPr/>
              <p14:nvPr/>
            </p14:nvContentPartPr>
            <p14:xfrm>
              <a:off x="6544858" y="2306915"/>
              <a:ext cx="18360" cy="186120"/>
            </p14:xfrm>
          </p:contentPart>
        </mc:Choice>
        <mc:Fallback xmlns=""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2A39E4D2-9566-43D6-B960-0BA7C111688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536218" y="2298275"/>
                <a:ext cx="360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67DAB5A3-AD1E-4FF9-B5F9-303E48ED9593}"/>
                  </a:ext>
                </a:extLst>
              </p14:cNvPr>
              <p14:cNvContentPartPr/>
              <p14:nvPr/>
            </p14:nvContentPartPr>
            <p14:xfrm>
              <a:off x="6559618" y="2657915"/>
              <a:ext cx="14760" cy="179280"/>
            </p14:xfrm>
          </p:contentPart>
        </mc:Choice>
        <mc:Fallback xmlns=""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67DAB5A3-AD1E-4FF9-B5F9-303E48ED959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550978" y="2649275"/>
                <a:ext cx="324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D2BC728B-29A8-4CD5-A16F-1A30E3A8757B}"/>
                  </a:ext>
                </a:extLst>
              </p14:cNvPr>
              <p14:cNvContentPartPr/>
              <p14:nvPr/>
            </p14:nvContentPartPr>
            <p14:xfrm>
              <a:off x="6563578" y="3045635"/>
              <a:ext cx="2520" cy="157680"/>
            </p14:xfrm>
          </p:contentPart>
        </mc:Choice>
        <mc:Fallback xmlns=""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D2BC728B-29A8-4CD5-A16F-1A30E3A8757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554938" y="3036635"/>
                <a:ext cx="201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64DE5F7F-74CB-4D79-9D00-5DFA154BDE1B}"/>
                  </a:ext>
                </a:extLst>
              </p14:cNvPr>
              <p14:cNvContentPartPr/>
              <p14:nvPr/>
            </p14:nvContentPartPr>
            <p14:xfrm>
              <a:off x="6557818" y="3344795"/>
              <a:ext cx="7560" cy="156960"/>
            </p14:xfrm>
          </p:contentPart>
        </mc:Choice>
        <mc:Fallback xmlns=""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64DE5F7F-74CB-4D79-9D00-5DFA154BDE1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548818" y="3335795"/>
                <a:ext cx="252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64E56E2A-FBE5-41DB-A196-B7AFDECA7488}"/>
                  </a:ext>
                </a:extLst>
              </p14:cNvPr>
              <p14:cNvContentPartPr/>
              <p14:nvPr/>
            </p14:nvContentPartPr>
            <p14:xfrm>
              <a:off x="6554578" y="5381675"/>
              <a:ext cx="12240" cy="185040"/>
            </p14:xfrm>
          </p:contentPart>
        </mc:Choice>
        <mc:Fallback xmlns=""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64E56E2A-FBE5-41DB-A196-B7AFDECA748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545938" y="5372675"/>
                <a:ext cx="298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9120D679-C018-4324-97E8-73974ECE2C7F}"/>
                  </a:ext>
                </a:extLst>
              </p14:cNvPr>
              <p14:cNvContentPartPr/>
              <p14:nvPr/>
            </p14:nvContentPartPr>
            <p14:xfrm>
              <a:off x="6549178" y="5705675"/>
              <a:ext cx="12960" cy="10944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9120D679-C018-4324-97E8-73974ECE2C7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540178" y="5697035"/>
                <a:ext cx="30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5B06A285-FD4B-42DD-9BFF-E9810F799587}"/>
                  </a:ext>
                </a:extLst>
              </p14:cNvPr>
              <p14:cNvContentPartPr/>
              <p14:nvPr/>
            </p14:nvContentPartPr>
            <p14:xfrm>
              <a:off x="6525778" y="3771035"/>
              <a:ext cx="40320" cy="134424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5B06A285-FD4B-42DD-9BFF-E9810F79958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517138" y="3762035"/>
                <a:ext cx="57960" cy="13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99CBA224-8602-4FE3-8F19-4CEB250D6559}"/>
                  </a:ext>
                </a:extLst>
              </p14:cNvPr>
              <p14:cNvContentPartPr/>
              <p14:nvPr/>
            </p14:nvContentPartPr>
            <p14:xfrm>
              <a:off x="6501658" y="3783995"/>
              <a:ext cx="59400" cy="1369080"/>
            </p14:xfrm>
          </p:contentPart>
        </mc:Choice>
        <mc:Fallback xmlns=""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99CBA224-8602-4FE3-8F19-4CEB250D655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92658" y="3775355"/>
                <a:ext cx="77040" cy="13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B3D168C9-856F-41DE-B22F-8F03272588ED}"/>
                  </a:ext>
                </a:extLst>
              </p14:cNvPr>
              <p14:cNvContentPartPr/>
              <p14:nvPr/>
            </p14:nvContentPartPr>
            <p14:xfrm>
              <a:off x="5263978" y="3902795"/>
              <a:ext cx="1242000" cy="675360"/>
            </p14:xfrm>
          </p:contentPart>
        </mc:Choice>
        <mc:Fallback xmlns=""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B3D168C9-856F-41DE-B22F-8F03272588E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209978" y="3794795"/>
                <a:ext cx="1349640" cy="89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1AB9A4CE-ECC3-49F9-9D95-6333D2C886A5}"/>
                  </a:ext>
                </a:extLst>
              </p14:cNvPr>
              <p14:cNvContentPartPr/>
              <p14:nvPr/>
            </p14:nvContentPartPr>
            <p14:xfrm>
              <a:off x="6400858" y="3951755"/>
              <a:ext cx="114840" cy="1041120"/>
            </p14:xfrm>
          </p:contentPart>
        </mc:Choice>
        <mc:Fallback xmlns=""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1AB9A4CE-ECC3-49F9-9D95-6333D2C886A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347218" y="3843755"/>
                <a:ext cx="222480" cy="12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C2B39AF6-6141-4AD7-8E6B-1604D026ED78}"/>
                  </a:ext>
                </a:extLst>
              </p14:cNvPr>
              <p14:cNvContentPartPr/>
              <p14:nvPr/>
            </p14:nvContentPartPr>
            <p14:xfrm>
              <a:off x="6427858" y="4449995"/>
              <a:ext cx="52200" cy="450000"/>
            </p14:xfrm>
          </p:contentPart>
        </mc:Choice>
        <mc:Fallback xmlns=""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C2B39AF6-6141-4AD7-8E6B-1604D026ED7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373858" y="4341995"/>
                <a:ext cx="159840" cy="66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511E9AAD-BFE8-412F-8C78-A5FD219F484F}"/>
                  </a:ext>
                </a:extLst>
              </p14:cNvPr>
              <p14:cNvContentPartPr/>
              <p14:nvPr/>
            </p14:nvContentPartPr>
            <p14:xfrm>
              <a:off x="5266498" y="4092155"/>
              <a:ext cx="1157040" cy="960120"/>
            </p14:xfrm>
          </p:contentPart>
        </mc:Choice>
        <mc:Fallback xmlns=""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511E9AAD-BFE8-412F-8C78-A5FD219F484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12498" y="3984155"/>
                <a:ext cx="1264680" cy="11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9FD60D58-F386-48D9-9414-CCABC309A33E}"/>
                  </a:ext>
                </a:extLst>
              </p14:cNvPr>
              <p14:cNvContentPartPr/>
              <p14:nvPr/>
            </p14:nvContentPartPr>
            <p14:xfrm>
              <a:off x="4922698" y="3887675"/>
              <a:ext cx="763200" cy="407520"/>
            </p14:xfrm>
          </p:contentPart>
        </mc:Choice>
        <mc:Fallback xmlns=""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9FD60D58-F386-48D9-9414-CCABC309A33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14058" y="3878675"/>
                <a:ext cx="78084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EC6F608D-9653-4DE4-A256-FE3A25245F5D}"/>
                  </a:ext>
                </a:extLst>
              </p14:cNvPr>
              <p14:cNvContentPartPr/>
              <p14:nvPr/>
            </p14:nvContentPartPr>
            <p14:xfrm>
              <a:off x="5265418" y="3847715"/>
              <a:ext cx="126360" cy="141480"/>
            </p14:xfrm>
          </p:contentPart>
        </mc:Choice>
        <mc:Fallback xmlns=""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EC6F608D-9653-4DE4-A256-FE3A25245F5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256778" y="3839075"/>
                <a:ext cx="144000" cy="1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232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501CCF-A644-40DB-8DA2-1353076F7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652" y="-472112"/>
            <a:ext cx="9683245" cy="41137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678D59B-6EB1-411D-AB67-55F7F0AAC92F}"/>
                  </a:ext>
                </a:extLst>
              </p14:cNvPr>
              <p14:cNvContentPartPr/>
              <p14:nvPr/>
            </p14:nvContentPartPr>
            <p14:xfrm>
              <a:off x="4426804" y="1364714"/>
              <a:ext cx="385560" cy="432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678D59B-6EB1-411D-AB67-55F7F0AAC9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7804" y="1355714"/>
                <a:ext cx="4032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C7B7DAE-0D78-4486-9D89-E0A1F82E1A17}"/>
                  </a:ext>
                </a:extLst>
              </p14:cNvPr>
              <p14:cNvContentPartPr/>
              <p14:nvPr/>
            </p14:nvContentPartPr>
            <p14:xfrm>
              <a:off x="3746044" y="395954"/>
              <a:ext cx="1047240" cy="15228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C7B7DAE-0D78-4486-9D89-E0A1F82E1A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37044" y="386954"/>
                <a:ext cx="106488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26709E8E-D6B6-4787-B2EC-43D978A11395}"/>
              </a:ext>
            </a:extLst>
          </p:cNvPr>
          <p:cNvGrpSpPr/>
          <p:nvPr/>
        </p:nvGrpSpPr>
        <p:grpSpPr>
          <a:xfrm>
            <a:off x="3755404" y="1199114"/>
            <a:ext cx="985680" cy="204120"/>
            <a:chOff x="3755404" y="1199114"/>
            <a:chExt cx="98568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7826F86A-92FA-4DF8-B6EA-27A753225A80}"/>
                    </a:ext>
                  </a:extLst>
                </p14:cNvPr>
                <p14:cNvContentPartPr/>
                <p14:nvPr/>
              </p14:nvContentPartPr>
              <p14:xfrm>
                <a:off x="4442644" y="1396754"/>
                <a:ext cx="70560" cy="648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7826F86A-92FA-4DF8-B6EA-27A753225A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33644" y="1388114"/>
                  <a:ext cx="88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853383E-D17E-44E7-9A8F-C03B6823865E}"/>
                    </a:ext>
                  </a:extLst>
                </p14:cNvPr>
                <p14:cNvContentPartPr/>
                <p14:nvPr/>
              </p14:nvContentPartPr>
              <p14:xfrm>
                <a:off x="4426084" y="1351394"/>
                <a:ext cx="315000" cy="4932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853383E-D17E-44E7-9A8F-C03B68238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17084" y="1342754"/>
                  <a:ext cx="332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CB97470F-3E89-4617-A671-468E48D2A1BF}"/>
                    </a:ext>
                  </a:extLst>
                </p14:cNvPr>
                <p14:cNvContentPartPr/>
                <p14:nvPr/>
              </p14:nvContentPartPr>
              <p14:xfrm>
                <a:off x="3755404" y="1199114"/>
                <a:ext cx="680400" cy="11952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CB97470F-3E89-4617-A671-468E48D2A1B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46404" y="1190114"/>
                  <a:ext cx="69804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C20873A8-C91E-4521-B42F-C8FA89544E29}"/>
              </a:ext>
            </a:extLst>
          </p:cNvPr>
          <p:cNvGrpSpPr/>
          <p:nvPr/>
        </p:nvGrpSpPr>
        <p:grpSpPr>
          <a:xfrm>
            <a:off x="4798684" y="281474"/>
            <a:ext cx="1500480" cy="552960"/>
            <a:chOff x="4798684" y="281474"/>
            <a:chExt cx="150048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F64AE1DC-E417-4F94-9781-5F9CF74CAC60}"/>
                    </a:ext>
                  </a:extLst>
                </p14:cNvPr>
                <p14:cNvContentPartPr/>
                <p14:nvPr/>
              </p14:nvContentPartPr>
              <p14:xfrm>
                <a:off x="4798684" y="455714"/>
                <a:ext cx="568080" cy="3787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F64AE1DC-E417-4F94-9781-5F9CF74CAC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9684" y="446714"/>
                  <a:ext cx="5857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BDAF52CA-9D7A-4070-9F98-35F3C895E091}"/>
                    </a:ext>
                  </a:extLst>
                </p14:cNvPr>
                <p14:cNvContentPartPr/>
                <p14:nvPr/>
              </p14:nvContentPartPr>
              <p14:xfrm>
                <a:off x="5476204" y="388034"/>
                <a:ext cx="136800" cy="16560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BDAF52CA-9D7A-4070-9F98-35F3C895E09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67564" y="379394"/>
                  <a:ext cx="154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BB16593-C7C4-40FC-81CA-A01C3F0CC83A}"/>
                    </a:ext>
                  </a:extLst>
                </p14:cNvPr>
                <p14:cNvContentPartPr/>
                <p14:nvPr/>
              </p14:nvContentPartPr>
              <p14:xfrm>
                <a:off x="5671324" y="415754"/>
                <a:ext cx="75960" cy="684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BB16593-C7C4-40FC-81CA-A01C3F0CC83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62324" y="406754"/>
                  <a:ext cx="93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CE022C75-C405-4918-B6C2-7A8AA8B2332B}"/>
                    </a:ext>
                  </a:extLst>
                </p14:cNvPr>
                <p14:cNvContentPartPr/>
                <p14:nvPr/>
              </p14:nvContentPartPr>
              <p14:xfrm>
                <a:off x="5679964" y="457514"/>
                <a:ext cx="79200" cy="50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CE022C75-C405-4918-B6C2-7A8AA8B233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70964" y="448514"/>
                  <a:ext cx="96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CF880D3-C704-4764-A574-5321DB5D5DA6}"/>
                    </a:ext>
                  </a:extLst>
                </p14:cNvPr>
                <p14:cNvContentPartPr/>
                <p14:nvPr/>
              </p14:nvContentPartPr>
              <p14:xfrm>
                <a:off x="5870764" y="360314"/>
                <a:ext cx="70560" cy="13320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CF880D3-C704-4764-A574-5321DB5D5D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61764" y="351314"/>
                  <a:ext cx="88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436421F2-5C37-4A64-B5F8-D14B3CEED459}"/>
                    </a:ext>
                  </a:extLst>
                </p14:cNvPr>
                <p14:cNvContentPartPr/>
                <p14:nvPr/>
              </p14:nvContentPartPr>
              <p14:xfrm>
                <a:off x="5875444" y="379394"/>
                <a:ext cx="98280" cy="11124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436421F2-5C37-4A64-B5F8-D14B3CEED4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66444" y="370394"/>
                  <a:ext cx="115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1812BF92-930C-4D37-8F12-C1EBB341A0BA}"/>
                    </a:ext>
                  </a:extLst>
                </p14:cNvPr>
                <p14:cNvContentPartPr/>
                <p14:nvPr/>
              </p14:nvContentPartPr>
              <p14:xfrm>
                <a:off x="5978044" y="281474"/>
                <a:ext cx="72000" cy="7560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1812BF92-930C-4D37-8F12-C1EBB341A0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69044" y="272474"/>
                  <a:ext cx="89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B598C3DE-6C77-442F-BF00-30D724FEB259}"/>
                    </a:ext>
                  </a:extLst>
                </p14:cNvPr>
                <p14:cNvContentPartPr/>
                <p14:nvPr/>
              </p14:nvContentPartPr>
              <p14:xfrm>
                <a:off x="6137884" y="348074"/>
                <a:ext cx="9360" cy="13464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B598C3DE-6C77-442F-BF00-30D724FEB25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29244" y="339074"/>
                  <a:ext cx="270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563A112D-CA89-411B-BD0C-E393203DB550}"/>
                    </a:ext>
                  </a:extLst>
                </p14:cNvPr>
                <p14:cNvContentPartPr/>
                <p14:nvPr/>
              </p14:nvContentPartPr>
              <p14:xfrm>
                <a:off x="6082444" y="413954"/>
                <a:ext cx="113400" cy="1656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563A112D-CA89-411B-BD0C-E393203DB5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73444" y="404954"/>
                  <a:ext cx="131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AA440D31-FC0B-4347-B4BA-607E61DBB5D8}"/>
                    </a:ext>
                  </a:extLst>
                </p14:cNvPr>
                <p14:cNvContentPartPr/>
                <p14:nvPr/>
              </p14:nvContentPartPr>
              <p14:xfrm>
                <a:off x="6266404" y="333674"/>
                <a:ext cx="32760" cy="12456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AA440D31-FC0B-4347-B4BA-607E61DBB5D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57404" y="324674"/>
                  <a:ext cx="50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E52DAD5-DEA0-4F6C-BD02-79BBA849EE69}"/>
                    </a:ext>
                  </a:extLst>
                </p14:cNvPr>
                <p14:cNvContentPartPr/>
                <p14:nvPr/>
              </p14:nvContentPartPr>
              <p14:xfrm>
                <a:off x="5466124" y="373274"/>
                <a:ext cx="150480" cy="2041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E52DAD5-DEA0-4F6C-BD02-79BBA849EE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57484" y="364634"/>
                  <a:ext cx="16812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6E3EE36-CEAC-4A1F-BD9C-F185B9005154}"/>
              </a:ext>
            </a:extLst>
          </p:cNvPr>
          <p:cNvGrpSpPr/>
          <p:nvPr/>
        </p:nvGrpSpPr>
        <p:grpSpPr>
          <a:xfrm>
            <a:off x="5900284" y="577394"/>
            <a:ext cx="102960" cy="178920"/>
            <a:chOff x="5900284" y="577394"/>
            <a:chExt cx="10296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F0921D7-FC2E-4EE3-A991-887DE8496AE8}"/>
                    </a:ext>
                  </a:extLst>
                </p14:cNvPr>
                <p14:cNvContentPartPr/>
                <p14:nvPr/>
              </p14:nvContentPartPr>
              <p14:xfrm>
                <a:off x="5928004" y="577394"/>
                <a:ext cx="12600" cy="13536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F0921D7-FC2E-4EE3-A991-887DE8496AE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19004" y="568754"/>
                  <a:ext cx="302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71AF76C-9823-4A16-841F-FD184E1BECB7}"/>
                    </a:ext>
                  </a:extLst>
                </p14:cNvPr>
                <p14:cNvContentPartPr/>
                <p14:nvPr/>
              </p14:nvContentPartPr>
              <p14:xfrm>
                <a:off x="5900284" y="669194"/>
                <a:ext cx="102960" cy="8712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71AF76C-9823-4A16-841F-FD184E1BEC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91644" y="660554"/>
                  <a:ext cx="120600" cy="10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B93F2022-5E7D-4ED3-B4F2-A5031E5012A3}"/>
                  </a:ext>
                </a:extLst>
              </p14:cNvPr>
              <p14:cNvContentPartPr/>
              <p14:nvPr/>
            </p14:nvContentPartPr>
            <p14:xfrm>
              <a:off x="5532364" y="918674"/>
              <a:ext cx="60840" cy="22716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B93F2022-5E7D-4ED3-B4F2-A5031E5012A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523364" y="910034"/>
                <a:ext cx="784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FDC3DED8-4064-42C2-9C94-E3206F8F6EE3}"/>
                  </a:ext>
                </a:extLst>
              </p14:cNvPr>
              <p14:cNvContentPartPr/>
              <p14:nvPr/>
            </p14:nvContentPartPr>
            <p14:xfrm>
              <a:off x="5650084" y="1046834"/>
              <a:ext cx="71280" cy="648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FDC3DED8-4064-42C2-9C94-E3206F8F6EE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641084" y="1038194"/>
                <a:ext cx="889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AD9927E5-5590-4418-B2AA-BE048C3987CC}"/>
                  </a:ext>
                </a:extLst>
              </p14:cNvPr>
              <p14:cNvContentPartPr/>
              <p14:nvPr/>
            </p14:nvContentPartPr>
            <p14:xfrm>
              <a:off x="5791924" y="957194"/>
              <a:ext cx="52560" cy="16092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AD9927E5-5590-4418-B2AA-BE048C3987C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82924" y="948554"/>
                <a:ext cx="702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A6CAA904-9AC9-41AC-AA55-163F91A78C6A}"/>
                  </a:ext>
                </a:extLst>
              </p14:cNvPr>
              <p14:cNvContentPartPr/>
              <p14:nvPr/>
            </p14:nvContentPartPr>
            <p14:xfrm>
              <a:off x="5987404" y="976634"/>
              <a:ext cx="101880" cy="2484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A6CAA904-9AC9-41AC-AA55-163F91A78C6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78404" y="967634"/>
                <a:ext cx="1195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85057E62-59C8-4FD2-811A-E4E325492E27}"/>
                  </a:ext>
                </a:extLst>
              </p14:cNvPr>
              <p14:cNvContentPartPr/>
              <p14:nvPr/>
            </p14:nvContentPartPr>
            <p14:xfrm>
              <a:off x="6009004" y="1035674"/>
              <a:ext cx="109080" cy="1440"/>
            </p14:xfrm>
          </p:contentPart>
        </mc:Choice>
        <mc:Fallback xmlns=""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85057E62-59C8-4FD2-811A-E4E325492E2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00364" y="1026674"/>
                <a:ext cx="1267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1BF5E8C3-C526-4ADA-9BF2-425D689425DB}"/>
                  </a:ext>
                </a:extLst>
              </p14:cNvPr>
              <p14:cNvContentPartPr/>
              <p14:nvPr/>
            </p14:nvContentPartPr>
            <p14:xfrm>
              <a:off x="6171364" y="927674"/>
              <a:ext cx="87840" cy="16200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1BF5E8C3-C526-4ADA-9BF2-425D689425D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162724" y="919034"/>
                <a:ext cx="1054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952088D5-B2F1-4AA3-9AD0-B920BED19FE4}"/>
                  </a:ext>
                </a:extLst>
              </p14:cNvPr>
              <p14:cNvContentPartPr/>
              <p14:nvPr/>
            </p14:nvContentPartPr>
            <p14:xfrm>
              <a:off x="6183964" y="943514"/>
              <a:ext cx="69840" cy="110880"/>
            </p14:xfrm>
          </p:contentPart>
        </mc:Choice>
        <mc:Fallback xmlns=""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952088D5-B2F1-4AA3-9AD0-B920BED19FE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175324" y="934874"/>
                <a:ext cx="874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A8B6A650-9487-4FC3-BAAD-A44B0172F0C7}"/>
                  </a:ext>
                </a:extLst>
              </p14:cNvPr>
              <p14:cNvContentPartPr/>
              <p14:nvPr/>
            </p14:nvContentPartPr>
            <p14:xfrm>
              <a:off x="6277564" y="848474"/>
              <a:ext cx="103680" cy="9036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A8B6A650-9487-4FC3-BAAD-A44B0172F0C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68564" y="839474"/>
                <a:ext cx="1213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18560AE9-520E-4404-971D-7B62C9AB4CA6}"/>
                  </a:ext>
                </a:extLst>
              </p14:cNvPr>
              <p14:cNvContentPartPr/>
              <p14:nvPr/>
            </p14:nvContentPartPr>
            <p14:xfrm>
              <a:off x="6244084" y="1027754"/>
              <a:ext cx="40680" cy="79560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18560AE9-520E-4404-971D-7B62C9AB4CA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35084" y="1019114"/>
                <a:ext cx="583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30C8A5A1-B6BF-4C35-AFF3-C0D6F792172A}"/>
                  </a:ext>
                </a:extLst>
              </p14:cNvPr>
              <p14:cNvContentPartPr/>
              <p14:nvPr/>
            </p14:nvContentPartPr>
            <p14:xfrm>
              <a:off x="5509324" y="1295234"/>
              <a:ext cx="507960" cy="240480"/>
            </p14:xfrm>
          </p:contentPart>
        </mc:Choice>
        <mc:Fallback xmlns=""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30C8A5A1-B6BF-4C35-AFF3-C0D6F792172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500684" y="1286234"/>
                <a:ext cx="5256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5E1A0BAD-EFEB-40B8-861F-6D8860E97562}"/>
                  </a:ext>
                </a:extLst>
              </p14:cNvPr>
              <p14:cNvContentPartPr/>
              <p14:nvPr/>
            </p14:nvContentPartPr>
            <p14:xfrm>
              <a:off x="5380804" y="1196594"/>
              <a:ext cx="1169640" cy="514440"/>
            </p14:xfrm>
          </p:contentPart>
        </mc:Choice>
        <mc:Fallback xmlns=""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5E1A0BAD-EFEB-40B8-861F-6D8860E9756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372164" y="1187594"/>
                <a:ext cx="118728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C588939F-A11D-420F-ADC3-E61B7BA23D78}"/>
                  </a:ext>
                </a:extLst>
              </p14:cNvPr>
              <p14:cNvContentPartPr/>
              <p14:nvPr/>
            </p14:nvContentPartPr>
            <p14:xfrm>
              <a:off x="2480644" y="1415834"/>
              <a:ext cx="515520" cy="8640"/>
            </p14:xfrm>
          </p:contentPart>
        </mc:Choice>
        <mc:Fallback xmlns=""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C588939F-A11D-420F-ADC3-E61B7BA23D7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472004" y="1407194"/>
                <a:ext cx="53316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upo 56">
            <a:extLst>
              <a:ext uri="{FF2B5EF4-FFF2-40B4-BE49-F238E27FC236}">
                <a16:creationId xmlns:a16="http://schemas.microsoft.com/office/drawing/2014/main" id="{369DA49D-5298-492F-955D-73BF249F49BD}"/>
              </a:ext>
            </a:extLst>
          </p:cNvPr>
          <p:cNvGrpSpPr/>
          <p:nvPr/>
        </p:nvGrpSpPr>
        <p:grpSpPr>
          <a:xfrm>
            <a:off x="5525524" y="1285514"/>
            <a:ext cx="918720" cy="340560"/>
            <a:chOff x="5525524" y="1285514"/>
            <a:chExt cx="91872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DB505BA-F61E-4FE7-8B90-EE1092E98629}"/>
                    </a:ext>
                  </a:extLst>
                </p14:cNvPr>
                <p14:cNvContentPartPr/>
                <p14:nvPr/>
              </p14:nvContentPartPr>
              <p14:xfrm>
                <a:off x="5525524" y="1285514"/>
                <a:ext cx="466560" cy="26784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DB505BA-F61E-4FE7-8B90-EE1092E986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16884" y="1276514"/>
                  <a:ext cx="484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B523FE70-33C4-4916-92D8-D17C4662A041}"/>
                    </a:ext>
                  </a:extLst>
                </p14:cNvPr>
                <p14:cNvContentPartPr/>
                <p14:nvPr/>
              </p14:nvContentPartPr>
              <p14:xfrm>
                <a:off x="5668444" y="1431314"/>
                <a:ext cx="66960" cy="19476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B523FE70-33C4-4916-92D8-D17C4662A04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59444" y="1422674"/>
                  <a:ext cx="84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258BF121-8482-4B1A-957E-8EF2BC77460B}"/>
                    </a:ext>
                  </a:extLst>
                </p14:cNvPr>
                <p14:cNvContentPartPr/>
                <p14:nvPr/>
              </p14:nvContentPartPr>
              <p14:xfrm>
                <a:off x="5800924" y="1498274"/>
                <a:ext cx="54000" cy="396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258BF121-8482-4B1A-957E-8EF2BC77460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92284" y="1489274"/>
                  <a:ext cx="71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1A593FB8-92B0-41E0-A30C-8FA1F43EC639}"/>
                    </a:ext>
                  </a:extLst>
                </p14:cNvPr>
                <p14:cNvContentPartPr/>
                <p14:nvPr/>
              </p14:nvContentPartPr>
              <p14:xfrm>
                <a:off x="5897044" y="1440314"/>
                <a:ext cx="42120" cy="11196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1A593FB8-92B0-41E0-A30C-8FA1F43EC6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88404" y="1431314"/>
                  <a:ext cx="59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A1CD92C4-ED1D-4CE2-9958-84935844219C}"/>
                    </a:ext>
                  </a:extLst>
                </p14:cNvPr>
                <p14:cNvContentPartPr/>
                <p14:nvPr/>
              </p14:nvContentPartPr>
              <p14:xfrm>
                <a:off x="6186124" y="1421954"/>
                <a:ext cx="84600" cy="1152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A1CD92C4-ED1D-4CE2-9958-84935844219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77124" y="1412954"/>
                  <a:ext cx="102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1B54AA45-897D-4779-8D0F-F9E1F1B9D20D}"/>
                    </a:ext>
                  </a:extLst>
                </p14:cNvPr>
                <p14:cNvContentPartPr/>
                <p14:nvPr/>
              </p14:nvContentPartPr>
              <p14:xfrm>
                <a:off x="6191524" y="1469114"/>
                <a:ext cx="87840" cy="576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1B54AA45-897D-4779-8D0F-F9E1F1B9D20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82524" y="1460114"/>
                  <a:ext cx="105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920BB990-282F-43DC-975C-489C7D3884C2}"/>
                    </a:ext>
                  </a:extLst>
                </p14:cNvPr>
                <p14:cNvContentPartPr/>
                <p14:nvPr/>
              </p14:nvContentPartPr>
              <p14:xfrm>
                <a:off x="6349564" y="1349234"/>
                <a:ext cx="75240" cy="15048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920BB990-282F-43DC-975C-489C7D3884C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40924" y="1340234"/>
                  <a:ext cx="92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E09B084-5A98-427F-BB6E-EEF6C7665550}"/>
                    </a:ext>
                  </a:extLst>
                </p14:cNvPr>
                <p14:cNvContentPartPr/>
                <p14:nvPr/>
              </p14:nvContentPartPr>
              <p14:xfrm>
                <a:off x="6364324" y="1356794"/>
                <a:ext cx="77400" cy="15408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E09B084-5A98-427F-BB6E-EEF6C766555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55324" y="1348154"/>
                  <a:ext cx="95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571FAA58-5006-4ED3-A2A3-7F5054B65406}"/>
                    </a:ext>
                  </a:extLst>
                </p14:cNvPr>
                <p14:cNvContentPartPr/>
                <p14:nvPr/>
              </p14:nvContentPartPr>
              <p14:xfrm>
                <a:off x="6317884" y="1340234"/>
                <a:ext cx="107640" cy="18612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571FAA58-5006-4ED3-A2A3-7F5054B6540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09244" y="1331594"/>
                  <a:ext cx="125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CD9A8AFA-FA0E-4908-8FF5-655B1B1D0F3A}"/>
                    </a:ext>
                  </a:extLst>
                </p14:cNvPr>
                <p14:cNvContentPartPr/>
                <p14:nvPr/>
              </p14:nvContentPartPr>
              <p14:xfrm>
                <a:off x="6354244" y="1357514"/>
                <a:ext cx="74880" cy="16668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CD9A8AFA-FA0E-4908-8FF5-655B1B1D0F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45604" y="1348874"/>
                  <a:ext cx="92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4842D7C7-CF8A-4D7B-9011-C49C46F36A88}"/>
                    </a:ext>
                  </a:extLst>
                </p14:cNvPr>
                <p14:cNvContentPartPr/>
                <p14:nvPr/>
              </p14:nvContentPartPr>
              <p14:xfrm>
                <a:off x="6325804" y="1344914"/>
                <a:ext cx="118440" cy="17964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4842D7C7-CF8A-4D7B-9011-C49C46F36A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16804" y="1336274"/>
                  <a:ext cx="13608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61320580-3B6F-41B0-BFA7-86CD04952B7E}"/>
                  </a:ext>
                </a:extLst>
              </p14:cNvPr>
              <p14:cNvContentPartPr/>
              <p14:nvPr/>
            </p14:nvContentPartPr>
            <p14:xfrm>
              <a:off x="3669364" y="1889234"/>
              <a:ext cx="92880" cy="1007640"/>
            </p14:xfrm>
          </p:contentPart>
        </mc:Choice>
        <mc:Fallback xmlns=""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61320580-3B6F-41B0-BFA7-86CD04952B7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660724" y="1880234"/>
                <a:ext cx="110520" cy="10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2D4AB6D8-2AFB-403D-8D51-1A5C4642ACD8}"/>
                  </a:ext>
                </a:extLst>
              </p14:cNvPr>
              <p14:cNvContentPartPr/>
              <p14:nvPr/>
            </p14:nvContentPartPr>
            <p14:xfrm>
              <a:off x="3750004" y="1869434"/>
              <a:ext cx="1049400" cy="41760"/>
            </p14:xfrm>
          </p:contentPart>
        </mc:Choice>
        <mc:Fallback xmlns=""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2D4AB6D8-2AFB-403D-8D51-1A5C4642ACD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741364" y="1860794"/>
                <a:ext cx="106704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3747DEB2-51D7-4839-9380-D3A81E8209C4}"/>
                  </a:ext>
                </a:extLst>
              </p14:cNvPr>
              <p14:cNvContentPartPr/>
              <p14:nvPr/>
            </p14:nvContentPartPr>
            <p14:xfrm>
              <a:off x="2616364" y="2093714"/>
              <a:ext cx="195840" cy="142200"/>
            </p14:xfrm>
          </p:contentPart>
        </mc:Choice>
        <mc:Fallback xmlns=""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3747DEB2-51D7-4839-9380-D3A81E8209C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607364" y="2084714"/>
                <a:ext cx="2134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69344E8B-353C-4583-A3EB-9EE0F241E7C5}"/>
                  </a:ext>
                </a:extLst>
              </p14:cNvPr>
              <p14:cNvContentPartPr/>
              <p14:nvPr/>
            </p14:nvContentPartPr>
            <p14:xfrm>
              <a:off x="2621044" y="2386394"/>
              <a:ext cx="174600" cy="79200"/>
            </p14:xfrm>
          </p:contentPart>
        </mc:Choice>
        <mc:Fallback xmlns=""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69344E8B-353C-4583-A3EB-9EE0F241E7C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612044" y="2377394"/>
                <a:ext cx="192240" cy="96840"/>
              </a:xfrm>
              <a:prstGeom prst="rect">
                <a:avLst/>
              </a:prstGeom>
            </p:spPr>
          </p:pic>
        </mc:Fallback>
      </mc:AlternateContent>
      <p:pic>
        <p:nvPicPr>
          <p:cNvPr id="73" name="Imagen 72">
            <a:extLst>
              <a:ext uri="{FF2B5EF4-FFF2-40B4-BE49-F238E27FC236}">
                <a16:creationId xmlns:a16="http://schemas.microsoft.com/office/drawing/2014/main" id="{FABB8D65-B95C-4D3E-A10F-F46C5421D831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1821459" y="4063964"/>
            <a:ext cx="4896410" cy="15949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22D2B9F6-DBB4-4E99-B9C0-2740DCA05DFA}"/>
                  </a:ext>
                </a:extLst>
              </p14:cNvPr>
              <p14:cNvContentPartPr/>
              <p14:nvPr/>
            </p14:nvContentPartPr>
            <p14:xfrm>
              <a:off x="7626979" y="4882112"/>
              <a:ext cx="12240" cy="6120"/>
            </p14:xfrm>
          </p:contentPart>
        </mc:Choice>
        <mc:Fallback xmlns=""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22D2B9F6-DBB4-4E99-B9C0-2740DCA05DF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617979" y="4873472"/>
                <a:ext cx="2988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upo 134">
            <a:extLst>
              <a:ext uri="{FF2B5EF4-FFF2-40B4-BE49-F238E27FC236}">
                <a16:creationId xmlns:a16="http://schemas.microsoft.com/office/drawing/2014/main" id="{C88284F8-5533-4E20-ADB6-0D215FEC1A92}"/>
              </a:ext>
            </a:extLst>
          </p:cNvPr>
          <p:cNvGrpSpPr/>
          <p:nvPr/>
        </p:nvGrpSpPr>
        <p:grpSpPr>
          <a:xfrm>
            <a:off x="6750019" y="3606272"/>
            <a:ext cx="5369400" cy="2672280"/>
            <a:chOff x="6750019" y="3606272"/>
            <a:chExt cx="5369400" cy="267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956130DB-F376-4B11-A849-A73159B3744B}"/>
                    </a:ext>
                  </a:extLst>
                </p14:cNvPr>
                <p14:cNvContentPartPr/>
                <p14:nvPr/>
              </p14:nvContentPartPr>
              <p14:xfrm>
                <a:off x="6750019" y="4186232"/>
                <a:ext cx="279720" cy="209232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956130DB-F376-4B11-A849-A73159B3744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741379" y="4177232"/>
                  <a:ext cx="297360" cy="21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31A62BEC-E977-4727-BDDF-C1914C5551AE}"/>
                    </a:ext>
                  </a:extLst>
                </p14:cNvPr>
                <p14:cNvContentPartPr/>
                <p14:nvPr/>
              </p14:nvContentPartPr>
              <p14:xfrm>
                <a:off x="7182739" y="4769072"/>
                <a:ext cx="165240" cy="40248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31A62BEC-E977-4727-BDDF-C1914C5551A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173739" y="4760072"/>
                  <a:ext cx="1828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FC8A48D-95F5-4E68-8ADF-D0EF2F62B170}"/>
                    </a:ext>
                  </a:extLst>
                </p14:cNvPr>
                <p14:cNvContentPartPr/>
                <p14:nvPr/>
              </p14:nvContentPartPr>
              <p14:xfrm>
                <a:off x="7482979" y="4952312"/>
                <a:ext cx="167040" cy="1656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FC8A48D-95F5-4E68-8ADF-D0EF2F62B17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474339" y="4943312"/>
                  <a:ext cx="184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AE4A005D-DC0E-4FFF-A8FA-062B4A537DC5}"/>
                    </a:ext>
                  </a:extLst>
                </p14:cNvPr>
                <p14:cNvContentPartPr/>
                <p14:nvPr/>
              </p14:nvContentPartPr>
              <p14:xfrm>
                <a:off x="7530499" y="5016392"/>
                <a:ext cx="167040" cy="21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AE4A005D-DC0E-4FFF-A8FA-062B4A537DC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21859" y="5007752"/>
                  <a:ext cx="184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029D29E-93C3-4455-ABD5-FBC5EE550752}"/>
                    </a:ext>
                  </a:extLst>
                </p14:cNvPr>
                <p14:cNvContentPartPr/>
                <p14:nvPr/>
              </p14:nvContentPartPr>
              <p14:xfrm>
                <a:off x="7845139" y="4891832"/>
                <a:ext cx="28440" cy="18432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029D29E-93C3-4455-ABD5-FBC5EE55075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36499" y="4883192"/>
                  <a:ext cx="46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17AB1D26-8D24-4013-95E9-AB62A6B16CBF}"/>
                    </a:ext>
                  </a:extLst>
                </p14:cNvPr>
                <p14:cNvContentPartPr/>
                <p14:nvPr/>
              </p14:nvContentPartPr>
              <p14:xfrm>
                <a:off x="7976179" y="4851152"/>
                <a:ext cx="36000" cy="19692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17AB1D26-8D24-4013-95E9-AB62A6B16CB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67179" y="4842152"/>
                  <a:ext cx="53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6A4A5163-D929-4855-AA28-F4911CDDA05F}"/>
                    </a:ext>
                  </a:extLst>
                </p14:cNvPr>
                <p14:cNvContentPartPr/>
                <p14:nvPr/>
              </p14:nvContentPartPr>
              <p14:xfrm>
                <a:off x="7785739" y="4863752"/>
                <a:ext cx="290160" cy="8100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6A4A5163-D929-4855-AA28-F4911CDDA05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777099" y="4854752"/>
                  <a:ext cx="307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5415787-1129-4FB9-8635-6602F862BE90}"/>
                    </a:ext>
                  </a:extLst>
                </p14:cNvPr>
                <p14:cNvContentPartPr/>
                <p14:nvPr/>
              </p14:nvContentPartPr>
              <p14:xfrm>
                <a:off x="8260579" y="4432112"/>
                <a:ext cx="318600" cy="100116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5415787-1129-4FB9-8635-6602F862BE9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251579" y="4423112"/>
                  <a:ext cx="336240" cy="10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1A2E9B71-959E-44BA-9EDC-EDE4E352302A}"/>
                    </a:ext>
                  </a:extLst>
                </p14:cNvPr>
                <p14:cNvContentPartPr/>
                <p14:nvPr/>
              </p14:nvContentPartPr>
              <p14:xfrm>
                <a:off x="8531659" y="5495552"/>
                <a:ext cx="194040" cy="15840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1A2E9B71-959E-44BA-9EDC-EDE4E352302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523019" y="5486912"/>
                  <a:ext cx="211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628E9B24-D2A3-4BE2-A119-AFD26573BF5A}"/>
                    </a:ext>
                  </a:extLst>
                </p14:cNvPr>
                <p14:cNvContentPartPr/>
                <p14:nvPr/>
              </p14:nvContentPartPr>
              <p14:xfrm>
                <a:off x="8564419" y="4267952"/>
                <a:ext cx="144000" cy="12636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628E9B24-D2A3-4BE2-A119-AFD26573BF5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555419" y="4259312"/>
                  <a:ext cx="161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E60417E6-2F07-41B3-BBE3-8DAA2ACCD398}"/>
                    </a:ext>
                  </a:extLst>
                </p14:cNvPr>
                <p14:cNvContentPartPr/>
                <p14:nvPr/>
              </p14:nvContentPartPr>
              <p14:xfrm>
                <a:off x="8603659" y="3970952"/>
                <a:ext cx="86400" cy="38844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E60417E6-2F07-41B3-BBE3-8DAA2ACCD39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94659" y="3961952"/>
                  <a:ext cx="1040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76F6E869-2821-4F6A-A983-1F3860D0951E}"/>
                    </a:ext>
                  </a:extLst>
                </p14:cNvPr>
                <p14:cNvContentPartPr/>
                <p14:nvPr/>
              </p14:nvContentPartPr>
              <p14:xfrm>
                <a:off x="9236179" y="3617792"/>
                <a:ext cx="17280" cy="28044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76F6E869-2821-4F6A-A983-1F3860D0951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227179" y="3609152"/>
                  <a:ext cx="349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3E59344B-71CD-41BC-94F6-CB61E59A0A7D}"/>
                    </a:ext>
                  </a:extLst>
                </p14:cNvPr>
                <p14:cNvContentPartPr/>
                <p14:nvPr/>
              </p14:nvContentPartPr>
              <p14:xfrm>
                <a:off x="9361099" y="3606272"/>
                <a:ext cx="60840" cy="28620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3E59344B-71CD-41BC-94F6-CB61E59A0A7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52459" y="3597272"/>
                  <a:ext cx="784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B6A81C0-3AD6-4FFD-BA1C-375C5FEF02A2}"/>
                    </a:ext>
                  </a:extLst>
                </p14:cNvPr>
                <p14:cNvContentPartPr/>
                <p14:nvPr/>
              </p14:nvContentPartPr>
              <p14:xfrm>
                <a:off x="9216379" y="3737672"/>
                <a:ext cx="264240" cy="7704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B6A81C0-3AD6-4FFD-BA1C-375C5FEF02A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07379" y="3728672"/>
                  <a:ext cx="281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825AA3CB-17B8-4D07-828C-04C76B99384D}"/>
                    </a:ext>
                  </a:extLst>
                </p14:cNvPr>
                <p14:cNvContentPartPr/>
                <p14:nvPr/>
              </p14:nvContentPartPr>
              <p14:xfrm>
                <a:off x="9507979" y="3742352"/>
                <a:ext cx="118440" cy="11916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825AA3CB-17B8-4D07-828C-04C76B99384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99339" y="3733712"/>
                  <a:ext cx="136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80B2F707-BED7-4408-A45C-70C764985D1E}"/>
                    </a:ext>
                  </a:extLst>
                </p14:cNvPr>
                <p14:cNvContentPartPr/>
                <p14:nvPr/>
              </p14:nvContentPartPr>
              <p14:xfrm>
                <a:off x="9658459" y="3707432"/>
                <a:ext cx="439920" cy="13716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80B2F707-BED7-4408-A45C-70C764985D1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49459" y="3698432"/>
                  <a:ext cx="457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721E84A5-0BCB-48E3-81EE-146EAECC4F7F}"/>
                    </a:ext>
                  </a:extLst>
                </p14:cNvPr>
                <p14:cNvContentPartPr/>
                <p14:nvPr/>
              </p14:nvContentPartPr>
              <p14:xfrm>
                <a:off x="10090819" y="3728672"/>
                <a:ext cx="168120" cy="3960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721E84A5-0BCB-48E3-81EE-146EAECC4F7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082179" y="3720032"/>
                  <a:ext cx="185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1F2A30BE-B497-4272-A66B-AB156F872F62}"/>
                    </a:ext>
                  </a:extLst>
                </p14:cNvPr>
                <p14:cNvContentPartPr/>
                <p14:nvPr/>
              </p14:nvContentPartPr>
              <p14:xfrm>
                <a:off x="8902819" y="4760792"/>
                <a:ext cx="5760" cy="144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1F2A30BE-B497-4272-A66B-AB156F872F6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893819" y="4751792"/>
                  <a:ext cx="23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647F2B3D-13D8-402F-8D26-DFBB21FF7193}"/>
                    </a:ext>
                  </a:extLst>
                </p14:cNvPr>
                <p14:cNvContentPartPr/>
                <p14:nvPr/>
              </p14:nvContentPartPr>
              <p14:xfrm>
                <a:off x="8750179" y="4761512"/>
                <a:ext cx="217800" cy="52632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647F2B3D-13D8-402F-8D26-DFBB21FF719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741539" y="4752872"/>
                  <a:ext cx="23544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2857A312-EBE9-4CD5-B210-835DA68F3026}"/>
                    </a:ext>
                  </a:extLst>
                </p14:cNvPr>
                <p14:cNvContentPartPr/>
                <p14:nvPr/>
              </p14:nvContentPartPr>
              <p14:xfrm>
                <a:off x="9034579" y="4815152"/>
                <a:ext cx="142920" cy="36612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2857A312-EBE9-4CD5-B210-835DA68F302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025939" y="4806152"/>
                  <a:ext cx="1605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9D706B16-CEF9-4724-A03B-886896C5D171}"/>
                    </a:ext>
                  </a:extLst>
                </p14:cNvPr>
                <p14:cNvContentPartPr/>
                <p14:nvPr/>
              </p14:nvContentPartPr>
              <p14:xfrm>
                <a:off x="9168499" y="4883552"/>
                <a:ext cx="211320" cy="24840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9D706B16-CEF9-4724-A03B-886896C5D1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59859" y="4874912"/>
                  <a:ext cx="2289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8AA4AE64-0BC3-4F79-A80F-5AF58B4931A3}"/>
                    </a:ext>
                  </a:extLst>
                </p14:cNvPr>
                <p14:cNvContentPartPr/>
                <p14:nvPr/>
              </p14:nvContentPartPr>
              <p14:xfrm>
                <a:off x="9444259" y="4884272"/>
                <a:ext cx="73080" cy="26028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8AA4AE64-0BC3-4F79-A80F-5AF58B4931A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435259" y="4875272"/>
                  <a:ext cx="907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64FC1DCA-4EB1-4013-B3AB-597F25367AD7}"/>
                    </a:ext>
                  </a:extLst>
                </p14:cNvPr>
                <p14:cNvContentPartPr/>
                <p14:nvPr/>
              </p14:nvContentPartPr>
              <p14:xfrm>
                <a:off x="9541459" y="4973552"/>
                <a:ext cx="111240" cy="30888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64FC1DCA-4EB1-4013-B3AB-597F25367AD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532459" y="4964912"/>
                  <a:ext cx="1288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19AE0732-A6D5-460B-9231-17E62C24862E}"/>
                    </a:ext>
                  </a:extLst>
                </p14:cNvPr>
                <p14:cNvContentPartPr/>
                <p14:nvPr/>
              </p14:nvContentPartPr>
              <p14:xfrm>
                <a:off x="9606259" y="4846832"/>
                <a:ext cx="154440" cy="38412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19AE0732-A6D5-460B-9231-17E62C24862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97259" y="4837832"/>
                  <a:ext cx="1720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3478EA83-ED6C-4991-AD0E-40A0EFB8BB08}"/>
                    </a:ext>
                  </a:extLst>
                </p14:cNvPr>
                <p14:cNvContentPartPr/>
                <p14:nvPr/>
              </p14:nvContentPartPr>
              <p14:xfrm>
                <a:off x="9713899" y="4718672"/>
                <a:ext cx="203400" cy="55944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3478EA83-ED6C-4991-AD0E-40A0EFB8BB0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705259" y="4710032"/>
                  <a:ext cx="2210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EF9E2533-40E6-4E2D-BAEB-6D2330DDEDE7}"/>
                    </a:ext>
                  </a:extLst>
                </p14:cNvPr>
                <p14:cNvContentPartPr/>
                <p14:nvPr/>
              </p14:nvContentPartPr>
              <p14:xfrm>
                <a:off x="9782659" y="4503752"/>
                <a:ext cx="159120" cy="10728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EF9E2533-40E6-4E2D-BAEB-6D2330DDEDE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74019" y="4495112"/>
                  <a:ext cx="176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9B3448B1-FBB7-40F4-BE81-DD68574FF78F}"/>
                    </a:ext>
                  </a:extLst>
                </p14:cNvPr>
                <p14:cNvContentPartPr/>
                <p14:nvPr/>
              </p14:nvContentPartPr>
              <p14:xfrm>
                <a:off x="10102699" y="4956632"/>
                <a:ext cx="147960" cy="2412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9B3448B1-FBB7-40F4-BE81-DD68574FF78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094059" y="4947632"/>
                  <a:ext cx="165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EA4B5B90-410E-453D-A562-1A9BDAF0647B}"/>
                    </a:ext>
                  </a:extLst>
                </p14:cNvPr>
                <p14:cNvContentPartPr/>
                <p14:nvPr/>
              </p14:nvContentPartPr>
              <p14:xfrm>
                <a:off x="10433539" y="4704272"/>
                <a:ext cx="151560" cy="45828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EA4B5B90-410E-453D-A562-1A9BDAF0647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424899" y="4695272"/>
                  <a:ext cx="16920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64438231-3663-40DD-B20B-F9A5C104C1B7}"/>
                    </a:ext>
                  </a:extLst>
                </p14:cNvPr>
                <p14:cNvContentPartPr/>
                <p14:nvPr/>
              </p14:nvContentPartPr>
              <p14:xfrm>
                <a:off x="10645579" y="4856192"/>
                <a:ext cx="168840" cy="21312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64438231-3663-40DD-B20B-F9A5C104C1B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636579" y="4847192"/>
                  <a:ext cx="1864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6D4F9542-BCE1-4E74-AB04-83B454F7E7AA}"/>
                    </a:ext>
                  </a:extLst>
                </p14:cNvPr>
                <p14:cNvContentPartPr/>
                <p14:nvPr/>
              </p14:nvContentPartPr>
              <p14:xfrm>
                <a:off x="10881379" y="4773392"/>
                <a:ext cx="180720" cy="26496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6D4F9542-BCE1-4E74-AB04-83B454F7E7A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872739" y="4764392"/>
                  <a:ext cx="1983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692E0745-7E8E-4A13-8752-EB94460FDDD0}"/>
                    </a:ext>
                  </a:extLst>
                </p14:cNvPr>
                <p14:cNvContentPartPr/>
                <p14:nvPr/>
              </p14:nvContentPartPr>
              <p14:xfrm>
                <a:off x="11069299" y="4810112"/>
                <a:ext cx="107280" cy="19404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692E0745-7E8E-4A13-8752-EB94460FDDD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060659" y="4801472"/>
                  <a:ext cx="12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5F63A3FB-DD80-4B8C-8C2A-C7789CEE43A6}"/>
                    </a:ext>
                  </a:extLst>
                </p14:cNvPr>
                <p14:cNvContentPartPr/>
                <p14:nvPr/>
              </p14:nvContentPartPr>
              <p14:xfrm>
                <a:off x="11048779" y="4876352"/>
                <a:ext cx="139680" cy="12384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5F63A3FB-DD80-4B8C-8C2A-C7789CEE43A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040139" y="4867712"/>
                  <a:ext cx="157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63F08230-6051-48F0-A5A4-A76ADAC270E0}"/>
                    </a:ext>
                  </a:extLst>
                </p14:cNvPr>
                <p14:cNvContentPartPr/>
                <p14:nvPr/>
              </p14:nvContentPartPr>
              <p14:xfrm>
                <a:off x="11177659" y="4720832"/>
                <a:ext cx="149760" cy="35712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63F08230-6051-48F0-A5A4-A76ADAC270E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168659" y="4711832"/>
                  <a:ext cx="1674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964F00B3-9652-4548-9AFF-938E4B2C9E98}"/>
                    </a:ext>
                  </a:extLst>
                </p14:cNvPr>
                <p14:cNvContentPartPr/>
                <p14:nvPr/>
              </p14:nvContentPartPr>
              <p14:xfrm>
                <a:off x="11333179" y="4660352"/>
                <a:ext cx="187560" cy="4831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964F00B3-9652-4548-9AFF-938E4B2C9E9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324179" y="4651712"/>
                  <a:ext cx="2052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10D0BEDA-F2BB-40B6-894C-2E3FB40008A6}"/>
                    </a:ext>
                  </a:extLst>
                </p14:cNvPr>
                <p14:cNvContentPartPr/>
                <p14:nvPr/>
              </p14:nvContentPartPr>
              <p14:xfrm>
                <a:off x="11397979" y="4431032"/>
                <a:ext cx="167040" cy="17712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10D0BEDA-F2BB-40B6-894C-2E3FB40008A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388979" y="4422032"/>
                  <a:ext cx="1846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021650DC-CA2B-4007-A0B4-ADBB3E6BE42E}"/>
                    </a:ext>
                  </a:extLst>
                </p14:cNvPr>
                <p14:cNvContentPartPr/>
                <p14:nvPr/>
              </p14:nvContentPartPr>
              <p14:xfrm>
                <a:off x="11757619" y="4905512"/>
                <a:ext cx="139680" cy="11232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021650DC-CA2B-4007-A0B4-ADBB3E6BE42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748619" y="4896872"/>
                  <a:ext cx="157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29B9BC9A-BF42-4BDB-B3E6-7DC7602DF72E}"/>
                    </a:ext>
                  </a:extLst>
                </p14:cNvPr>
                <p14:cNvContentPartPr/>
                <p14:nvPr/>
              </p14:nvContentPartPr>
              <p14:xfrm>
                <a:off x="11808379" y="4682672"/>
                <a:ext cx="90720" cy="33408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29B9BC9A-BF42-4BDB-B3E6-7DC7602DF72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799739" y="4674032"/>
                  <a:ext cx="1083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3559397F-FDAF-49B7-ABE4-16967CF63165}"/>
                    </a:ext>
                  </a:extLst>
                </p14:cNvPr>
                <p14:cNvContentPartPr/>
                <p14:nvPr/>
              </p14:nvContentPartPr>
              <p14:xfrm>
                <a:off x="11965339" y="4870592"/>
                <a:ext cx="154080" cy="33804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3559397F-FDAF-49B7-ABE4-16967CF6316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956699" y="4861952"/>
                  <a:ext cx="1717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7619A784-0BBD-4B6D-A0D2-EEC4946CAEBB}"/>
                    </a:ext>
                  </a:extLst>
                </p14:cNvPr>
                <p14:cNvContentPartPr/>
                <p14:nvPr/>
              </p14:nvContentPartPr>
              <p14:xfrm>
                <a:off x="8556859" y="4552352"/>
                <a:ext cx="390600" cy="86364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7619A784-0BBD-4B6D-A0D2-EEC4946CAEB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547859" y="4543712"/>
                  <a:ext cx="40824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B98A1E10-9CCF-4F09-8407-C870B271327A}"/>
                    </a:ext>
                  </a:extLst>
                </p14:cNvPr>
                <p14:cNvContentPartPr/>
                <p14:nvPr/>
              </p14:nvContentPartPr>
              <p14:xfrm>
                <a:off x="11403379" y="4271552"/>
                <a:ext cx="275040" cy="104868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B98A1E10-9CCF-4F09-8407-C870B271327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394739" y="4262552"/>
                  <a:ext cx="292680" cy="10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2773D915-19B8-41E1-852D-F7026FC374ED}"/>
              </a:ext>
            </a:extLst>
          </p:cNvPr>
          <p:cNvGrpSpPr/>
          <p:nvPr/>
        </p:nvGrpSpPr>
        <p:grpSpPr>
          <a:xfrm>
            <a:off x="7560244" y="820952"/>
            <a:ext cx="2129895" cy="1081800"/>
            <a:chOff x="7560244" y="820952"/>
            <a:chExt cx="2129895" cy="10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C9E7EBDE-54A9-43C6-95F9-55392050D680}"/>
                    </a:ext>
                  </a:extLst>
                </p14:cNvPr>
                <p14:cNvContentPartPr/>
                <p14:nvPr/>
              </p14:nvContentPartPr>
              <p14:xfrm>
                <a:off x="7616404" y="1839914"/>
                <a:ext cx="1031760" cy="5832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C9E7EBDE-54A9-43C6-95F9-55392050D68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07404" y="1830914"/>
                  <a:ext cx="1049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9C15229C-087B-4BCD-AED3-0BABB3D40D8D}"/>
                    </a:ext>
                  </a:extLst>
                </p14:cNvPr>
                <p14:cNvContentPartPr/>
                <p14:nvPr/>
              </p14:nvContentPartPr>
              <p14:xfrm>
                <a:off x="8596324" y="1871954"/>
                <a:ext cx="563760" cy="1764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9C15229C-087B-4BCD-AED3-0BABB3D40D8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587324" y="1862954"/>
                  <a:ext cx="581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F3BCD0CF-D792-4749-8BA9-721D8BDA8CEF}"/>
                    </a:ext>
                  </a:extLst>
                </p14:cNvPr>
                <p14:cNvContentPartPr/>
                <p14:nvPr/>
              </p14:nvContentPartPr>
              <p14:xfrm>
                <a:off x="8662924" y="1605554"/>
                <a:ext cx="530280" cy="26604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F3BCD0CF-D792-4749-8BA9-721D8BDA8CE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653924" y="1596914"/>
                  <a:ext cx="5479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58E0707E-F9B6-4F15-9C65-BD32B9B0D7A4}"/>
                    </a:ext>
                  </a:extLst>
                </p14:cNvPr>
                <p14:cNvContentPartPr/>
                <p14:nvPr/>
              </p14:nvContentPartPr>
              <p14:xfrm>
                <a:off x="7560244" y="925514"/>
                <a:ext cx="1061280" cy="92088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58E0707E-F9B6-4F15-9C65-BD32B9B0D7A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551604" y="916514"/>
                  <a:ext cx="1078920" cy="9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BF688A62-2DB0-4EE3-9992-261EB5D04942}"/>
                    </a:ext>
                  </a:extLst>
                </p14:cNvPr>
                <p14:cNvContentPartPr/>
                <p14:nvPr/>
              </p14:nvContentPartPr>
              <p14:xfrm>
                <a:off x="8113924" y="981674"/>
                <a:ext cx="147960" cy="27252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BF688A62-2DB0-4EE3-9992-261EB5D0494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05284" y="972674"/>
                  <a:ext cx="165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2BCFF38B-D5C6-432B-B2DA-E300CB6BA3A3}"/>
                    </a:ext>
                  </a:extLst>
                </p14:cNvPr>
                <p14:cNvContentPartPr/>
                <p14:nvPr/>
              </p14:nvContentPartPr>
              <p14:xfrm>
                <a:off x="8261524" y="1155914"/>
                <a:ext cx="90720" cy="9180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2BCFF38B-D5C6-432B-B2DA-E300CB6BA3A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252884" y="1147274"/>
                  <a:ext cx="108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BFD413F7-FEFE-4284-8D92-B1075D1F9E34}"/>
                    </a:ext>
                  </a:extLst>
                </p14:cNvPr>
                <p14:cNvContentPartPr/>
                <p14:nvPr/>
              </p14:nvContentPartPr>
              <p14:xfrm>
                <a:off x="8388244" y="1137914"/>
                <a:ext cx="388800" cy="11232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BFD413F7-FEFE-4284-8D92-B1075D1F9E3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379244" y="1129274"/>
                  <a:ext cx="406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59F66559-6899-49E5-B614-8FCF0253121F}"/>
                    </a:ext>
                  </a:extLst>
                </p14:cNvPr>
                <p14:cNvContentPartPr/>
                <p14:nvPr/>
              </p14:nvContentPartPr>
              <p14:xfrm>
                <a:off x="9084259" y="1809512"/>
                <a:ext cx="605880" cy="9324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59F66559-6899-49E5-B614-8FCF0253121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75619" y="1800512"/>
                  <a:ext cx="623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68891604-A669-43C4-9906-D8D324CC7A5E}"/>
                    </a:ext>
                  </a:extLst>
                </p14:cNvPr>
                <p14:cNvContentPartPr/>
                <p14:nvPr/>
              </p14:nvContentPartPr>
              <p14:xfrm>
                <a:off x="9141499" y="852992"/>
                <a:ext cx="508680" cy="75312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68891604-A669-43C4-9906-D8D324CC7A5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32859" y="843992"/>
                  <a:ext cx="52632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07E896AE-D3AD-4BCD-A2E2-E1AC4CECB691}"/>
                    </a:ext>
                  </a:extLst>
                </p14:cNvPr>
                <p14:cNvContentPartPr/>
                <p14:nvPr/>
              </p14:nvContentPartPr>
              <p14:xfrm>
                <a:off x="8667019" y="820952"/>
                <a:ext cx="1004760" cy="105660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07E896AE-D3AD-4BCD-A2E2-E1AC4CECB69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658019" y="811952"/>
                  <a:ext cx="1022400" cy="1074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801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03BE9FC-E1A8-4C87-AEEC-C7D3E0ACB7A5}"/>
              </a:ext>
            </a:extLst>
          </p:cNvPr>
          <p:cNvGrpSpPr/>
          <p:nvPr/>
        </p:nvGrpSpPr>
        <p:grpSpPr>
          <a:xfrm>
            <a:off x="1904059" y="594152"/>
            <a:ext cx="542160" cy="269640"/>
            <a:chOff x="1904059" y="594152"/>
            <a:chExt cx="54216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591BCCB-C851-46A2-BBEF-C563F363D828}"/>
                    </a:ext>
                  </a:extLst>
                </p14:cNvPr>
                <p14:cNvContentPartPr/>
                <p14:nvPr/>
              </p14:nvContentPartPr>
              <p14:xfrm>
                <a:off x="1904059" y="594152"/>
                <a:ext cx="178920" cy="26964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591BCCB-C851-46A2-BBEF-C563F363D8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95419" y="585512"/>
                  <a:ext cx="1965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A0A041DC-0EA0-4A9A-874E-62B98E613DBA}"/>
                    </a:ext>
                  </a:extLst>
                </p14:cNvPr>
                <p14:cNvContentPartPr/>
                <p14:nvPr/>
              </p14:nvContentPartPr>
              <p14:xfrm>
                <a:off x="2256499" y="676592"/>
                <a:ext cx="181080" cy="2376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A0A041DC-0EA0-4A9A-874E-62B98E613D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47859" y="667952"/>
                  <a:ext cx="198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C4F53A4B-1DC5-4A8A-A743-AB61A2F817D7}"/>
                    </a:ext>
                  </a:extLst>
                </p14:cNvPr>
                <p14:cNvContentPartPr/>
                <p14:nvPr/>
              </p14:nvContentPartPr>
              <p14:xfrm>
                <a:off x="2256499" y="774152"/>
                <a:ext cx="189720" cy="1404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C4F53A4B-1DC5-4A8A-A743-AB61A2F817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7859" y="765152"/>
                  <a:ext cx="2073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20FCD9A-4963-4CAC-8E3D-821FACA32B41}"/>
              </a:ext>
            </a:extLst>
          </p:cNvPr>
          <p:cNvGrpSpPr/>
          <p:nvPr/>
        </p:nvGrpSpPr>
        <p:grpSpPr>
          <a:xfrm>
            <a:off x="2660779" y="506312"/>
            <a:ext cx="495000" cy="400680"/>
            <a:chOff x="2660779" y="506312"/>
            <a:chExt cx="49500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0E14FF0E-2591-4155-91C6-0A522C303E88}"/>
                    </a:ext>
                  </a:extLst>
                </p14:cNvPr>
                <p14:cNvContentPartPr/>
                <p14:nvPr/>
              </p14:nvContentPartPr>
              <p14:xfrm>
                <a:off x="2660779" y="506312"/>
                <a:ext cx="176040" cy="31752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0E14FF0E-2591-4155-91C6-0A522C303E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51779" y="497672"/>
                  <a:ext cx="1936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8E3ABA1-9559-4849-BBAE-6C140448F67B}"/>
                    </a:ext>
                  </a:extLst>
                </p14:cNvPr>
                <p14:cNvContentPartPr/>
                <p14:nvPr/>
              </p14:nvContentPartPr>
              <p14:xfrm>
                <a:off x="2944099" y="736352"/>
                <a:ext cx="1440" cy="14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8E3ABA1-9559-4849-BBAE-6C140448F6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35459" y="727352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624DD4C-7C21-43BF-A900-DF85382FB83D}"/>
                    </a:ext>
                  </a:extLst>
                </p14:cNvPr>
                <p14:cNvContentPartPr/>
                <p14:nvPr/>
              </p14:nvContentPartPr>
              <p14:xfrm>
                <a:off x="2941939" y="729152"/>
                <a:ext cx="54360" cy="7200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624DD4C-7C21-43BF-A900-DF85382FB8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33299" y="720152"/>
                  <a:ext cx="72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7F82A6D6-25D3-46EB-969C-6F1E8ABA7729}"/>
                    </a:ext>
                  </a:extLst>
                </p14:cNvPr>
                <p14:cNvContentPartPr/>
                <p14:nvPr/>
              </p14:nvContentPartPr>
              <p14:xfrm>
                <a:off x="3042739" y="690992"/>
                <a:ext cx="63000" cy="12816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7F82A6D6-25D3-46EB-969C-6F1E8ABA77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33739" y="681992"/>
                  <a:ext cx="80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6E65149A-DA2E-425A-8AB2-ABD77C05FDE5}"/>
                    </a:ext>
                  </a:extLst>
                </p14:cNvPr>
                <p14:cNvContentPartPr/>
                <p14:nvPr/>
              </p14:nvContentPartPr>
              <p14:xfrm>
                <a:off x="2947339" y="720512"/>
                <a:ext cx="45720" cy="1656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6E65149A-DA2E-425A-8AB2-ABD77C05FDE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8699" y="711872"/>
                  <a:ext cx="633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0D2956B-1874-42BC-AA3B-D39CF8098C3C}"/>
                    </a:ext>
                  </a:extLst>
                </p14:cNvPr>
                <p14:cNvContentPartPr/>
                <p14:nvPr/>
              </p14:nvContentPartPr>
              <p14:xfrm>
                <a:off x="3062539" y="707912"/>
                <a:ext cx="56160" cy="19908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0D2956B-1874-42BC-AA3B-D39CF8098C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53539" y="699272"/>
                  <a:ext cx="73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B3DF508E-A6E1-4D3E-A43E-CA1B22D25355}"/>
                    </a:ext>
                  </a:extLst>
                </p14:cNvPr>
                <p14:cNvContentPartPr/>
                <p14:nvPr/>
              </p14:nvContentPartPr>
              <p14:xfrm>
                <a:off x="2979019" y="789632"/>
                <a:ext cx="176760" cy="277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B3DF508E-A6E1-4D3E-A43E-CA1B22D253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0019" y="780992"/>
                  <a:ext cx="1944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EB63EFD-B832-4481-90BD-C96ADD656627}"/>
              </a:ext>
            </a:extLst>
          </p:cNvPr>
          <p:cNvGrpSpPr/>
          <p:nvPr/>
        </p:nvGrpSpPr>
        <p:grpSpPr>
          <a:xfrm>
            <a:off x="3492379" y="584432"/>
            <a:ext cx="239400" cy="202680"/>
            <a:chOff x="3492379" y="584432"/>
            <a:chExt cx="2394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5584261E-9E64-41A9-A578-7C0A0FE5A250}"/>
                    </a:ext>
                  </a:extLst>
                </p14:cNvPr>
                <p14:cNvContentPartPr/>
                <p14:nvPr/>
              </p14:nvContentPartPr>
              <p14:xfrm>
                <a:off x="3574459" y="584432"/>
                <a:ext cx="55440" cy="20268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5584261E-9E64-41A9-A578-7C0A0FE5A25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65819" y="575792"/>
                  <a:ext cx="73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33F3C4B9-F2C9-4C70-B749-8D4C3AF96315}"/>
                    </a:ext>
                  </a:extLst>
                </p14:cNvPr>
                <p14:cNvContentPartPr/>
                <p14:nvPr/>
              </p14:nvContentPartPr>
              <p14:xfrm>
                <a:off x="3492379" y="667592"/>
                <a:ext cx="239400" cy="378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33F3C4B9-F2C9-4C70-B749-8D4C3AF963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83739" y="658592"/>
                  <a:ext cx="25704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DA90E62-00FE-40D0-B640-49920A08B06C}"/>
              </a:ext>
            </a:extLst>
          </p:cNvPr>
          <p:cNvGrpSpPr/>
          <p:nvPr/>
        </p:nvGrpSpPr>
        <p:grpSpPr>
          <a:xfrm>
            <a:off x="3908539" y="426392"/>
            <a:ext cx="510840" cy="403560"/>
            <a:chOff x="3908539" y="426392"/>
            <a:chExt cx="51084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CA99E37C-6C7F-428D-8FE7-1234592883FE}"/>
                    </a:ext>
                  </a:extLst>
                </p14:cNvPr>
                <p14:cNvContentPartPr/>
                <p14:nvPr/>
              </p14:nvContentPartPr>
              <p14:xfrm>
                <a:off x="3908539" y="426392"/>
                <a:ext cx="233640" cy="35424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CA99E37C-6C7F-428D-8FE7-1234592883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99899" y="417752"/>
                  <a:ext cx="2512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0391389-6F76-46D8-9956-90CBCEB0B845}"/>
                    </a:ext>
                  </a:extLst>
                </p14:cNvPr>
                <p14:cNvContentPartPr/>
                <p14:nvPr/>
              </p14:nvContentPartPr>
              <p14:xfrm>
                <a:off x="4199419" y="651032"/>
                <a:ext cx="219960" cy="17892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0391389-6F76-46D8-9956-90CBCEB0B84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90779" y="642392"/>
                  <a:ext cx="2376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51D4AC0-FE52-4396-8A13-2D4CD44286EF}"/>
              </a:ext>
            </a:extLst>
          </p:cNvPr>
          <p:cNvGrpSpPr/>
          <p:nvPr/>
        </p:nvGrpSpPr>
        <p:grpSpPr>
          <a:xfrm>
            <a:off x="1949419" y="1255832"/>
            <a:ext cx="1090440" cy="961200"/>
            <a:chOff x="1949419" y="1255832"/>
            <a:chExt cx="1090440" cy="9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DFDA877D-C329-4BB8-82E0-5BAA2405F582}"/>
                    </a:ext>
                  </a:extLst>
                </p14:cNvPr>
                <p14:cNvContentPartPr/>
                <p14:nvPr/>
              </p14:nvContentPartPr>
              <p14:xfrm>
                <a:off x="1949419" y="1314512"/>
                <a:ext cx="182160" cy="47808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DFDA877D-C329-4BB8-82E0-5BAA2405F58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40419" y="1305872"/>
                  <a:ext cx="1998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6DB48B68-5DBA-4C88-B0BB-AC3B5BCD841C}"/>
                    </a:ext>
                  </a:extLst>
                </p14:cNvPr>
                <p14:cNvContentPartPr/>
                <p14:nvPr/>
              </p14:nvContentPartPr>
              <p14:xfrm>
                <a:off x="2260459" y="1583432"/>
                <a:ext cx="150120" cy="1584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6DB48B68-5DBA-4C88-B0BB-AC3B5BCD84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51459" y="1574432"/>
                  <a:ext cx="167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61D93E12-70DD-4F48-8650-7362DD3D4564}"/>
                    </a:ext>
                  </a:extLst>
                </p14:cNvPr>
                <p14:cNvContentPartPr/>
                <p14:nvPr/>
              </p14:nvContentPartPr>
              <p14:xfrm>
                <a:off x="2262979" y="1687472"/>
                <a:ext cx="180720" cy="61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61D93E12-70DD-4F48-8650-7362DD3D45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54339" y="1678472"/>
                  <a:ext cx="198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2239D1C-68BE-4E83-8B65-0C204AFEBF84}"/>
                    </a:ext>
                  </a:extLst>
                </p14:cNvPr>
                <p14:cNvContentPartPr/>
                <p14:nvPr/>
              </p14:nvContentPartPr>
              <p14:xfrm>
                <a:off x="2621899" y="1532672"/>
                <a:ext cx="43560" cy="18504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2239D1C-68BE-4E83-8B65-0C204AFEBF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13259" y="1524032"/>
                  <a:ext cx="61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8F091B36-CFDF-4B6E-AD3C-75FC14C99051}"/>
                    </a:ext>
                  </a:extLst>
                </p14:cNvPr>
                <p14:cNvContentPartPr/>
                <p14:nvPr/>
              </p14:nvContentPartPr>
              <p14:xfrm>
                <a:off x="2697859" y="1504592"/>
                <a:ext cx="45720" cy="21816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8F091B36-CFDF-4B6E-AD3C-75FC14C9905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88859" y="1495592"/>
                  <a:ext cx="63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CD3B546-1E61-4892-897E-CAB961A5604F}"/>
                    </a:ext>
                  </a:extLst>
                </p14:cNvPr>
                <p14:cNvContentPartPr/>
                <p14:nvPr/>
              </p14:nvContentPartPr>
              <p14:xfrm>
                <a:off x="2534419" y="1498112"/>
                <a:ext cx="265680" cy="4104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CD3B546-1E61-4892-897E-CAB961A560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25779" y="1489112"/>
                  <a:ext cx="283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42B304C-91C9-4C36-A002-9DBCF6EBD655}"/>
                    </a:ext>
                  </a:extLst>
                </p14:cNvPr>
                <p14:cNvContentPartPr/>
                <p14:nvPr/>
              </p14:nvContentPartPr>
              <p14:xfrm>
                <a:off x="2833219" y="1255832"/>
                <a:ext cx="206640" cy="96120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42B304C-91C9-4C36-A002-9DBCF6EBD6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24579" y="1247192"/>
                  <a:ext cx="224280" cy="9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708BCF1E-C25C-44AE-BCF1-288BBD36C023}"/>
              </a:ext>
            </a:extLst>
          </p:cNvPr>
          <p:cNvGrpSpPr/>
          <p:nvPr/>
        </p:nvGrpSpPr>
        <p:grpSpPr>
          <a:xfrm>
            <a:off x="3118339" y="1353392"/>
            <a:ext cx="880200" cy="713880"/>
            <a:chOff x="3118339" y="1353392"/>
            <a:chExt cx="880200" cy="71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460EC775-0529-49CD-9B13-C7DF728AE26F}"/>
                    </a:ext>
                  </a:extLst>
                </p14:cNvPr>
                <p14:cNvContentPartPr/>
                <p14:nvPr/>
              </p14:nvContentPartPr>
              <p14:xfrm>
                <a:off x="3332539" y="1547432"/>
                <a:ext cx="82440" cy="2685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460EC775-0529-49CD-9B13-C7DF728AE26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23539" y="1538432"/>
                  <a:ext cx="1000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2C7D481D-3D86-4178-B009-5A9DAD92F6CE}"/>
                    </a:ext>
                  </a:extLst>
                </p14:cNvPr>
                <p14:cNvContentPartPr/>
                <p14:nvPr/>
              </p14:nvContentPartPr>
              <p14:xfrm>
                <a:off x="3438379" y="1404152"/>
                <a:ext cx="183600" cy="15336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2C7D481D-3D86-4178-B009-5A9DAD92F6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29379" y="1395512"/>
                  <a:ext cx="201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C47975E8-A92E-4005-AE84-42873C1D1D55}"/>
                    </a:ext>
                  </a:extLst>
                </p14:cNvPr>
                <p14:cNvContentPartPr/>
                <p14:nvPr/>
              </p14:nvContentPartPr>
              <p14:xfrm>
                <a:off x="3786499" y="1725272"/>
                <a:ext cx="212040" cy="1800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C47975E8-A92E-4005-AE84-42873C1D1D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77499" y="1716632"/>
                  <a:ext cx="229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D7BBB154-8124-4FBB-BC28-DD7BA0095071}"/>
                    </a:ext>
                  </a:extLst>
                </p14:cNvPr>
                <p14:cNvContentPartPr/>
                <p14:nvPr/>
              </p14:nvContentPartPr>
              <p14:xfrm>
                <a:off x="3118339" y="1353392"/>
                <a:ext cx="231840" cy="71388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D7BBB154-8124-4FBB-BC28-DD7BA009507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09699" y="1344392"/>
                  <a:ext cx="249480" cy="73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4C77BB9E-0C08-4C22-9AF3-8A5544799188}"/>
              </a:ext>
            </a:extLst>
          </p:cNvPr>
          <p:cNvGrpSpPr/>
          <p:nvPr/>
        </p:nvGrpSpPr>
        <p:grpSpPr>
          <a:xfrm>
            <a:off x="5636899" y="1194272"/>
            <a:ext cx="677160" cy="718560"/>
            <a:chOff x="5636899" y="1194272"/>
            <a:chExt cx="677160" cy="7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C51EEE88-37B0-4D1F-B0FC-8A799F68DDB8}"/>
                    </a:ext>
                  </a:extLst>
                </p14:cNvPr>
                <p14:cNvContentPartPr/>
                <p14:nvPr/>
              </p14:nvContentPartPr>
              <p14:xfrm>
                <a:off x="5636899" y="1194272"/>
                <a:ext cx="232920" cy="71856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C51EEE88-37B0-4D1F-B0FC-8A799F68DDB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27899" y="1185632"/>
                  <a:ext cx="25056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382B4860-067C-4AF0-B7B6-A347A3405A85}"/>
                    </a:ext>
                  </a:extLst>
                </p14:cNvPr>
                <p14:cNvContentPartPr/>
                <p14:nvPr/>
              </p14:nvContentPartPr>
              <p14:xfrm>
                <a:off x="5967379" y="1504952"/>
                <a:ext cx="151920" cy="12204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382B4860-067C-4AF0-B7B6-A347A3405A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58379" y="1495952"/>
                  <a:ext cx="169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8D779C15-22BF-48B7-8F3C-E27A8F59EFD7}"/>
                    </a:ext>
                  </a:extLst>
                </p14:cNvPr>
                <p14:cNvContentPartPr/>
                <p14:nvPr/>
              </p14:nvContentPartPr>
              <p14:xfrm>
                <a:off x="6024979" y="1259432"/>
                <a:ext cx="89640" cy="36612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8D779C15-22BF-48B7-8F3C-E27A8F59EFD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15979" y="1250792"/>
                  <a:ext cx="1072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4015CE7-B40D-4E2C-8FAB-D5DCFFEBDE03}"/>
                    </a:ext>
                  </a:extLst>
                </p14:cNvPr>
                <p14:cNvContentPartPr/>
                <p14:nvPr/>
              </p14:nvContentPartPr>
              <p14:xfrm>
                <a:off x="6188779" y="1480112"/>
                <a:ext cx="125280" cy="35064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4015CE7-B40D-4E2C-8FAB-D5DCFFEBDE0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9779" y="1471472"/>
                  <a:ext cx="142920" cy="36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65FB0C85-551E-477A-A57D-0FE9091AB12A}"/>
                  </a:ext>
                </a:extLst>
              </p14:cNvPr>
              <p14:cNvContentPartPr/>
              <p14:nvPr/>
            </p14:nvContentPartPr>
            <p14:xfrm>
              <a:off x="2949139" y="2276602"/>
              <a:ext cx="91800" cy="129240"/>
            </p14:xfrm>
          </p:contentPart>
        </mc:Choice>
        <mc:Fallback xmlns=""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65FB0C85-551E-477A-A57D-0FE9091AB12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940499" y="2267602"/>
                <a:ext cx="1094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D4E1AE53-0DA5-4183-BD85-065C89DECB4E}"/>
                  </a:ext>
                </a:extLst>
              </p14:cNvPr>
              <p14:cNvContentPartPr/>
              <p14:nvPr/>
            </p14:nvContentPartPr>
            <p14:xfrm>
              <a:off x="3007099" y="1140082"/>
              <a:ext cx="210240" cy="155520"/>
            </p14:xfrm>
          </p:contentPart>
        </mc:Choice>
        <mc:Fallback xmlns=""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D4E1AE53-0DA5-4183-BD85-065C89DECB4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998099" y="1131082"/>
                <a:ext cx="2278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13922026-FD68-4653-B624-193CC6F19F5B}"/>
                  </a:ext>
                </a:extLst>
              </p14:cNvPr>
              <p14:cNvContentPartPr/>
              <p14:nvPr/>
            </p14:nvContentPartPr>
            <p14:xfrm>
              <a:off x="7702219" y="1054762"/>
              <a:ext cx="186840" cy="1148400"/>
            </p14:xfrm>
          </p:contentPart>
        </mc:Choice>
        <mc:Fallback xmlns=""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13922026-FD68-4653-B624-193CC6F19F5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693219" y="1046122"/>
                <a:ext cx="204480" cy="11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upo 58">
            <a:extLst>
              <a:ext uri="{FF2B5EF4-FFF2-40B4-BE49-F238E27FC236}">
                <a16:creationId xmlns:a16="http://schemas.microsoft.com/office/drawing/2014/main" id="{5C019ACE-5DBD-4964-B082-AA4799B99726}"/>
              </a:ext>
            </a:extLst>
          </p:cNvPr>
          <p:cNvGrpSpPr/>
          <p:nvPr/>
        </p:nvGrpSpPr>
        <p:grpSpPr>
          <a:xfrm>
            <a:off x="6875299" y="1349962"/>
            <a:ext cx="565200" cy="446400"/>
            <a:chOff x="6875299" y="1349962"/>
            <a:chExt cx="56520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D79E1B73-16DE-4388-9F47-A0E1F0DBA025}"/>
                    </a:ext>
                  </a:extLst>
                </p14:cNvPr>
                <p14:cNvContentPartPr/>
                <p14:nvPr/>
              </p14:nvContentPartPr>
              <p14:xfrm>
                <a:off x="6948019" y="1436722"/>
                <a:ext cx="20880" cy="35964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D79E1B73-16DE-4388-9F47-A0E1F0DBA02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39019" y="1427722"/>
                  <a:ext cx="385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7B013E46-A1F6-4543-865B-13375F3546A0}"/>
                    </a:ext>
                  </a:extLst>
                </p14:cNvPr>
                <p14:cNvContentPartPr/>
                <p14:nvPr/>
              </p14:nvContentPartPr>
              <p14:xfrm>
                <a:off x="6875299" y="1603402"/>
                <a:ext cx="245880" cy="277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7B013E46-A1F6-4543-865B-13375F3546A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66659" y="1594762"/>
                  <a:ext cx="263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E62C91FB-6B14-4328-85C8-7E9159DE2F22}"/>
                    </a:ext>
                  </a:extLst>
                </p14:cNvPr>
                <p14:cNvContentPartPr/>
                <p14:nvPr/>
              </p14:nvContentPartPr>
              <p14:xfrm>
                <a:off x="7256899" y="1418722"/>
                <a:ext cx="41760" cy="26784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E62C91FB-6B14-4328-85C8-7E9159DE2F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47899" y="1409722"/>
                  <a:ext cx="59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5C8A29AA-F320-4665-AE19-67411DC6BCE4}"/>
                    </a:ext>
                  </a:extLst>
                </p14:cNvPr>
                <p14:cNvContentPartPr/>
                <p14:nvPr/>
              </p14:nvContentPartPr>
              <p14:xfrm>
                <a:off x="7348339" y="1366162"/>
                <a:ext cx="14040" cy="28404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5C8A29AA-F320-4665-AE19-67411DC6BC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39699" y="1357522"/>
                  <a:ext cx="31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99382C3B-E27B-44A0-8689-3A9086420412}"/>
                    </a:ext>
                  </a:extLst>
                </p14:cNvPr>
                <p14:cNvContentPartPr/>
                <p14:nvPr/>
              </p14:nvContentPartPr>
              <p14:xfrm>
                <a:off x="7171579" y="1349962"/>
                <a:ext cx="268920" cy="374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99382C3B-E27B-44A0-8689-3A908642041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62939" y="1340962"/>
                  <a:ext cx="28656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8D68FD79-6EFC-4348-9828-EF2D5E2023F3}"/>
                  </a:ext>
                </a:extLst>
              </p14:cNvPr>
              <p14:cNvContentPartPr/>
              <p14:nvPr/>
            </p14:nvContentPartPr>
            <p14:xfrm>
              <a:off x="7889059" y="2264722"/>
              <a:ext cx="187920" cy="16236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8D68FD79-6EFC-4348-9828-EF2D5E2023F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880419" y="2256082"/>
                <a:ext cx="2055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D21AAA2E-5806-4C05-BA9D-0B5090089F41}"/>
                  </a:ext>
                </a:extLst>
              </p14:cNvPr>
              <p14:cNvContentPartPr/>
              <p14:nvPr/>
            </p14:nvContentPartPr>
            <p14:xfrm>
              <a:off x="7838659" y="734722"/>
              <a:ext cx="52200" cy="23976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D21AAA2E-5806-4C05-BA9D-0B5090089F4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830019" y="726082"/>
                <a:ext cx="6984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upo 67">
            <a:extLst>
              <a:ext uri="{FF2B5EF4-FFF2-40B4-BE49-F238E27FC236}">
                <a16:creationId xmlns:a16="http://schemas.microsoft.com/office/drawing/2014/main" id="{1537FA7F-6A26-4556-981A-DA1102A115F9}"/>
              </a:ext>
            </a:extLst>
          </p:cNvPr>
          <p:cNvGrpSpPr/>
          <p:nvPr/>
        </p:nvGrpSpPr>
        <p:grpSpPr>
          <a:xfrm>
            <a:off x="8159779" y="1306762"/>
            <a:ext cx="859320" cy="712440"/>
            <a:chOff x="8159779" y="1306762"/>
            <a:chExt cx="859320" cy="71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D48A3F43-9B66-4B9A-8DDA-FE4BADCB2A73}"/>
                    </a:ext>
                  </a:extLst>
                </p14:cNvPr>
                <p14:cNvContentPartPr/>
                <p14:nvPr/>
              </p14:nvContentPartPr>
              <p14:xfrm>
                <a:off x="8159779" y="1505122"/>
                <a:ext cx="67320" cy="23220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D48A3F43-9B66-4B9A-8DDA-FE4BADCB2A7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51139" y="1496482"/>
                  <a:ext cx="849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77CAFC93-5259-4706-9273-24C3C8B71479}"/>
                    </a:ext>
                  </a:extLst>
                </p14:cNvPr>
                <p14:cNvContentPartPr/>
                <p14:nvPr/>
              </p14:nvContentPartPr>
              <p14:xfrm>
                <a:off x="8229979" y="1335922"/>
                <a:ext cx="215640" cy="13860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77CAFC93-5259-4706-9273-24C3C8B714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21339" y="1327282"/>
                  <a:ext cx="233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34CDD9D5-5480-44B6-A7EC-1496A3DAC753}"/>
                    </a:ext>
                  </a:extLst>
                </p14:cNvPr>
                <p14:cNvContentPartPr/>
                <p14:nvPr/>
              </p14:nvContentPartPr>
              <p14:xfrm>
                <a:off x="8616979" y="1549042"/>
                <a:ext cx="156960" cy="11988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34CDD9D5-5480-44B6-A7EC-1496A3DAC75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08339" y="1540402"/>
                  <a:ext cx="174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ED13D1D1-2B18-4482-951B-F832EB66BAF8}"/>
                    </a:ext>
                  </a:extLst>
                </p14:cNvPr>
                <p14:cNvContentPartPr/>
                <p14:nvPr/>
              </p14:nvContentPartPr>
              <p14:xfrm>
                <a:off x="8691499" y="1306762"/>
                <a:ext cx="115200" cy="3970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ED13D1D1-2B18-4482-951B-F832EB66BAF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82859" y="1298122"/>
                  <a:ext cx="1328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1AFFD168-465B-4363-B48F-8D79E7E80F08}"/>
                    </a:ext>
                  </a:extLst>
                </p14:cNvPr>
                <p14:cNvContentPartPr/>
                <p14:nvPr/>
              </p14:nvContentPartPr>
              <p14:xfrm>
                <a:off x="8876899" y="1547962"/>
                <a:ext cx="142200" cy="47124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1AFFD168-465B-4363-B48F-8D79E7E80F0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67899" y="1539322"/>
                  <a:ext cx="159840" cy="48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F042643C-DC1E-42BD-8B3F-70402B7EF65E}"/>
                  </a:ext>
                </a:extLst>
              </p14:cNvPr>
              <p14:cNvContentPartPr/>
              <p14:nvPr/>
            </p14:nvContentPartPr>
            <p14:xfrm>
              <a:off x="3794059" y="2926042"/>
              <a:ext cx="178920" cy="3240"/>
            </p14:xfrm>
          </p:contentPart>
        </mc:Choice>
        <mc:Fallback xmlns=""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F042643C-DC1E-42BD-8B3F-70402B7EF65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85419" y="2917402"/>
                <a:ext cx="19656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upo 86">
            <a:extLst>
              <a:ext uri="{FF2B5EF4-FFF2-40B4-BE49-F238E27FC236}">
                <a16:creationId xmlns:a16="http://schemas.microsoft.com/office/drawing/2014/main" id="{819B6612-0B85-4680-A709-4523900DD6AC}"/>
              </a:ext>
            </a:extLst>
          </p:cNvPr>
          <p:cNvGrpSpPr/>
          <p:nvPr/>
        </p:nvGrpSpPr>
        <p:grpSpPr>
          <a:xfrm>
            <a:off x="1977499" y="2502322"/>
            <a:ext cx="1627560" cy="834480"/>
            <a:chOff x="1977499" y="2502322"/>
            <a:chExt cx="1627560" cy="83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73E8018B-C468-4B80-98E7-422A05D7055E}"/>
                    </a:ext>
                  </a:extLst>
                </p14:cNvPr>
                <p14:cNvContentPartPr/>
                <p14:nvPr/>
              </p14:nvContentPartPr>
              <p14:xfrm>
                <a:off x="1977499" y="2697802"/>
                <a:ext cx="172440" cy="44028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73E8018B-C468-4B80-98E7-422A05D705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68859" y="2689162"/>
                  <a:ext cx="1900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2E0FD5F7-58F9-4151-977A-962FA2A12083}"/>
                    </a:ext>
                  </a:extLst>
                </p14:cNvPr>
                <p14:cNvContentPartPr/>
                <p14:nvPr/>
              </p14:nvContentPartPr>
              <p14:xfrm>
                <a:off x="2316619" y="2893282"/>
                <a:ext cx="179640" cy="1512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2E0FD5F7-58F9-4151-977A-962FA2A1208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07619" y="2884282"/>
                  <a:ext cx="197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03578DD2-8A00-42A7-817D-7FE215E64283}"/>
                    </a:ext>
                  </a:extLst>
                </p14:cNvPr>
                <p14:cNvContentPartPr/>
                <p14:nvPr/>
              </p14:nvContentPartPr>
              <p14:xfrm>
                <a:off x="2341099" y="2955202"/>
                <a:ext cx="123480" cy="2268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03578DD2-8A00-42A7-817D-7FE215E642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32099" y="2946562"/>
                  <a:ext cx="141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1335FF27-F497-4CE9-8590-E6F5A68D3F8F}"/>
                    </a:ext>
                  </a:extLst>
                </p14:cNvPr>
                <p14:cNvContentPartPr/>
                <p14:nvPr/>
              </p14:nvContentPartPr>
              <p14:xfrm>
                <a:off x="2647459" y="2824882"/>
                <a:ext cx="27720" cy="17460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1335FF27-F497-4CE9-8590-E6F5A68D3F8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38819" y="2816242"/>
                  <a:ext cx="45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2F0CB5E5-709C-45DE-982B-62409892BB1B}"/>
                    </a:ext>
                  </a:extLst>
                </p14:cNvPr>
                <p14:cNvContentPartPr/>
                <p14:nvPr/>
              </p14:nvContentPartPr>
              <p14:xfrm>
                <a:off x="2740699" y="2810482"/>
                <a:ext cx="32040" cy="20160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2F0CB5E5-709C-45DE-982B-62409892BB1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32059" y="2801482"/>
                  <a:ext cx="496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27A1B6A6-B19D-480F-964B-0C327A65B40B}"/>
                    </a:ext>
                  </a:extLst>
                </p14:cNvPr>
                <p14:cNvContentPartPr/>
                <p14:nvPr/>
              </p14:nvContentPartPr>
              <p14:xfrm>
                <a:off x="2558179" y="2810482"/>
                <a:ext cx="270720" cy="3852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27A1B6A6-B19D-480F-964B-0C327A65B40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49539" y="2801482"/>
                  <a:ext cx="288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347BFD3-9A83-4DA1-BBE4-1A472090E52F}"/>
                    </a:ext>
                  </a:extLst>
                </p14:cNvPr>
                <p14:cNvContentPartPr/>
                <p14:nvPr/>
              </p14:nvContentPartPr>
              <p14:xfrm>
                <a:off x="3001339" y="2635522"/>
                <a:ext cx="172080" cy="54072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347BFD3-9A83-4DA1-BBE4-1A472090E52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92339" y="2626882"/>
                  <a:ext cx="18972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DA1B10FD-C899-40BB-9269-355E074438B8}"/>
                    </a:ext>
                  </a:extLst>
                </p14:cNvPr>
                <p14:cNvContentPartPr/>
                <p14:nvPr/>
              </p14:nvContentPartPr>
              <p14:xfrm>
                <a:off x="3186379" y="3209002"/>
                <a:ext cx="81360" cy="12780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DA1B10FD-C899-40BB-9269-355E074438B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77739" y="3200362"/>
                  <a:ext cx="99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D434983A-EE46-476B-A4D7-629E461939E0}"/>
                    </a:ext>
                  </a:extLst>
                </p14:cNvPr>
                <p14:cNvContentPartPr/>
                <p14:nvPr/>
              </p14:nvContentPartPr>
              <p14:xfrm>
                <a:off x="3240379" y="2502322"/>
                <a:ext cx="188640" cy="18972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D434983A-EE46-476B-A4D7-629E461939E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31739" y="2493322"/>
                  <a:ext cx="206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068F2B0D-A653-450B-89E8-964F8C26B810}"/>
                    </a:ext>
                  </a:extLst>
                </p14:cNvPr>
                <p14:cNvContentPartPr/>
                <p14:nvPr/>
              </p14:nvContentPartPr>
              <p14:xfrm>
                <a:off x="3490219" y="2798602"/>
                <a:ext cx="114840" cy="23364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068F2B0D-A653-450B-89E8-964F8C26B81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81579" y="2789602"/>
                  <a:ext cx="132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B4B75B11-AF73-4290-9D5D-8082CEDA987B}"/>
                    </a:ext>
                  </a:extLst>
                </p14:cNvPr>
                <p14:cNvContentPartPr/>
                <p14:nvPr/>
              </p14:nvContentPartPr>
              <p14:xfrm>
                <a:off x="3288979" y="2750002"/>
                <a:ext cx="245160" cy="36036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B4B75B11-AF73-4290-9D5D-8082CEDA987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80339" y="2741362"/>
                  <a:ext cx="262800" cy="37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6863824A-8A78-479C-B356-1A860DA1D924}"/>
              </a:ext>
            </a:extLst>
          </p:cNvPr>
          <p:cNvGrpSpPr/>
          <p:nvPr/>
        </p:nvGrpSpPr>
        <p:grpSpPr>
          <a:xfrm>
            <a:off x="4217419" y="1260322"/>
            <a:ext cx="1405440" cy="667990"/>
            <a:chOff x="4217419" y="1260322"/>
            <a:chExt cx="1405440" cy="66799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AEAD396D-36C2-4126-8D47-CB11B3A56661}"/>
                    </a:ext>
                  </a:extLst>
                </p14:cNvPr>
                <p14:cNvContentPartPr/>
                <p14:nvPr/>
              </p14:nvContentPartPr>
              <p14:xfrm>
                <a:off x="4217419" y="1488032"/>
                <a:ext cx="116640" cy="33768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AEAD396D-36C2-4126-8D47-CB11B3A5666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08419" y="1479032"/>
                  <a:ext cx="1342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A34FAC47-5C6A-455D-BC47-06D0A0F1DBAB}"/>
                    </a:ext>
                  </a:extLst>
                </p14:cNvPr>
                <p14:cNvContentPartPr/>
                <p14:nvPr/>
              </p14:nvContentPartPr>
              <p14:xfrm>
                <a:off x="4399579" y="1430432"/>
                <a:ext cx="703440" cy="36000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A34FAC47-5C6A-455D-BC47-06D0A0F1DB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90579" y="1421792"/>
                  <a:ext cx="7210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FE13034B-4F61-4836-9BC1-ED9E3AC9BB4F}"/>
                    </a:ext>
                  </a:extLst>
                </p14:cNvPr>
                <p14:cNvContentPartPr/>
                <p14:nvPr/>
              </p14:nvContentPartPr>
              <p14:xfrm>
                <a:off x="4556179" y="1629152"/>
                <a:ext cx="119520" cy="29916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FE13034B-4F61-4836-9BC1-ED9E3AC9BB4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47539" y="1620152"/>
                  <a:ext cx="1371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998556C6-BD47-4694-97D4-59734B44E3A8}"/>
                    </a:ext>
                  </a:extLst>
                </p14:cNvPr>
                <p14:cNvContentPartPr/>
                <p14:nvPr/>
              </p14:nvContentPartPr>
              <p14:xfrm>
                <a:off x="4739059" y="1714472"/>
                <a:ext cx="91080" cy="324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998556C6-BD47-4694-97D4-59734B44E3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30059" y="1705832"/>
                  <a:ext cx="108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6AB889D5-E7D5-4549-86DF-AABBF1C4423E}"/>
                    </a:ext>
                  </a:extLst>
                </p14:cNvPr>
                <p14:cNvContentPartPr/>
                <p14:nvPr/>
              </p14:nvContentPartPr>
              <p14:xfrm>
                <a:off x="4931299" y="1604672"/>
                <a:ext cx="54360" cy="18432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6AB889D5-E7D5-4549-86DF-AABBF1C4423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22659" y="1596032"/>
                  <a:ext cx="72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EE14F98B-15A7-4F31-82CE-8DE5B9F4EB3B}"/>
                    </a:ext>
                  </a:extLst>
                </p14:cNvPr>
                <p14:cNvContentPartPr/>
                <p14:nvPr/>
              </p14:nvContentPartPr>
              <p14:xfrm>
                <a:off x="5210659" y="1386872"/>
                <a:ext cx="125640" cy="42660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EE14F98B-15A7-4F31-82CE-8DE5B9F4EB3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01659" y="1377872"/>
                  <a:ext cx="14328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CF7E0886-C5DE-451E-A106-B0EB726D8190}"/>
                    </a:ext>
                  </a:extLst>
                </p14:cNvPr>
                <p14:cNvContentPartPr/>
                <p14:nvPr/>
              </p14:nvContentPartPr>
              <p14:xfrm>
                <a:off x="5343499" y="1313432"/>
                <a:ext cx="279360" cy="18108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CF7E0886-C5DE-451E-A106-B0EB726D81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34499" y="1304792"/>
                  <a:ext cx="297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038E0585-86C4-483A-8795-2CBFD316D977}"/>
                    </a:ext>
                  </a:extLst>
                </p14:cNvPr>
                <p14:cNvContentPartPr/>
                <p14:nvPr/>
              </p14:nvContentPartPr>
              <p14:xfrm>
                <a:off x="5416939" y="1260322"/>
                <a:ext cx="105120" cy="21924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038E0585-86C4-483A-8795-2CBFD316D97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407939" y="1251322"/>
                  <a:ext cx="122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455882AA-9891-461E-8F15-54D755A97A98}"/>
                    </a:ext>
                  </a:extLst>
                </p14:cNvPr>
                <p14:cNvContentPartPr/>
                <p14:nvPr/>
              </p14:nvContentPartPr>
              <p14:xfrm>
                <a:off x="4397059" y="1432042"/>
                <a:ext cx="217800" cy="40608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455882AA-9891-461E-8F15-54D755A97A9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88419" y="1423402"/>
                  <a:ext cx="235440" cy="42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DAA156BA-B500-470E-AC7F-22F5F6CE2E0F}"/>
                  </a:ext>
                </a:extLst>
              </p14:cNvPr>
              <p14:cNvContentPartPr/>
              <p14:nvPr/>
            </p14:nvContentPartPr>
            <p14:xfrm>
              <a:off x="5961979" y="2823082"/>
              <a:ext cx="183960" cy="8280"/>
            </p14:xfrm>
          </p:contentPart>
        </mc:Choice>
        <mc:Fallback xmlns=""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DAA156BA-B500-470E-AC7F-22F5F6CE2E0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952979" y="2814442"/>
                <a:ext cx="20160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D7FDAE74-D926-4F4F-A3BF-9B6FB1CCCD31}"/>
                  </a:ext>
                </a:extLst>
              </p14:cNvPr>
              <p14:cNvContentPartPr/>
              <p14:nvPr/>
            </p14:nvContentPartPr>
            <p14:xfrm>
              <a:off x="6036139" y="2728762"/>
              <a:ext cx="30600" cy="205560"/>
            </p14:xfrm>
          </p:contentPart>
        </mc:Choice>
        <mc:Fallback xmlns=""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D7FDAE74-D926-4F4F-A3BF-9B6FB1CCCD3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027499" y="2719762"/>
                <a:ext cx="48240" cy="2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upo 105">
            <a:extLst>
              <a:ext uri="{FF2B5EF4-FFF2-40B4-BE49-F238E27FC236}">
                <a16:creationId xmlns:a16="http://schemas.microsoft.com/office/drawing/2014/main" id="{48292202-3803-42A2-AD41-485418F55EBB}"/>
              </a:ext>
            </a:extLst>
          </p:cNvPr>
          <p:cNvGrpSpPr/>
          <p:nvPr/>
        </p:nvGrpSpPr>
        <p:grpSpPr>
          <a:xfrm>
            <a:off x="6321979" y="2739562"/>
            <a:ext cx="292320" cy="249120"/>
            <a:chOff x="6321979" y="2739562"/>
            <a:chExt cx="29232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50D69E97-E8AA-4709-AD8B-2E83B53671D9}"/>
                    </a:ext>
                  </a:extLst>
                </p14:cNvPr>
                <p14:cNvContentPartPr/>
                <p14:nvPr/>
              </p14:nvContentPartPr>
              <p14:xfrm>
                <a:off x="6389299" y="2739562"/>
                <a:ext cx="17280" cy="22788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50D69E97-E8AA-4709-AD8B-2E83B53671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80299" y="2730562"/>
                  <a:ext cx="34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1EA3BCE9-08CF-4DBC-A9DC-E5A28EC10F56}"/>
                    </a:ext>
                  </a:extLst>
                </p14:cNvPr>
                <p14:cNvContentPartPr/>
                <p14:nvPr/>
              </p14:nvContentPartPr>
              <p14:xfrm>
                <a:off x="6522859" y="2770522"/>
                <a:ext cx="10080" cy="2181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1EA3BCE9-08CF-4DBC-A9DC-E5A28EC10F5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14219" y="2761882"/>
                  <a:ext cx="27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14F30D90-BD29-451B-8B6B-567C1FA4B469}"/>
                    </a:ext>
                  </a:extLst>
                </p14:cNvPr>
                <p14:cNvContentPartPr/>
                <p14:nvPr/>
              </p14:nvContentPartPr>
              <p14:xfrm>
                <a:off x="6321979" y="2756482"/>
                <a:ext cx="292320" cy="2412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14F30D90-BD29-451B-8B6B-567C1FA4B46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312979" y="2747842"/>
                  <a:ext cx="3099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1EAA8F64-8A8A-45E7-A546-BCB5F6B66557}"/>
              </a:ext>
            </a:extLst>
          </p:cNvPr>
          <p:cNvGrpSpPr/>
          <p:nvPr/>
        </p:nvGrpSpPr>
        <p:grpSpPr>
          <a:xfrm>
            <a:off x="6937219" y="2346802"/>
            <a:ext cx="386280" cy="1023480"/>
            <a:chOff x="6937219" y="2346802"/>
            <a:chExt cx="386280" cy="102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D75B6B0D-A88A-408F-8860-0D28B3DC8DB8}"/>
                    </a:ext>
                  </a:extLst>
                </p14:cNvPr>
                <p14:cNvContentPartPr/>
                <p14:nvPr/>
              </p14:nvContentPartPr>
              <p14:xfrm>
                <a:off x="6937219" y="2575402"/>
                <a:ext cx="189360" cy="61956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D75B6B0D-A88A-408F-8860-0D28B3DC8DB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928219" y="2566762"/>
                  <a:ext cx="20700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826026CC-8EC5-4289-A4C3-096C31B8AFE9}"/>
                    </a:ext>
                  </a:extLst>
                </p14:cNvPr>
                <p14:cNvContentPartPr/>
                <p14:nvPr/>
              </p14:nvContentPartPr>
              <p14:xfrm>
                <a:off x="7164379" y="3224482"/>
                <a:ext cx="159120" cy="14580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826026CC-8EC5-4289-A4C3-096C31B8AFE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55739" y="3215482"/>
                  <a:ext cx="176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41552FF7-2368-449C-B9BE-2324B6567B69}"/>
                    </a:ext>
                  </a:extLst>
                </p14:cNvPr>
                <p14:cNvContentPartPr/>
                <p14:nvPr/>
              </p14:nvContentPartPr>
              <p14:xfrm>
                <a:off x="7183459" y="2346802"/>
                <a:ext cx="33120" cy="26928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41552FF7-2368-449C-B9BE-2324B6567B6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74459" y="2338162"/>
                  <a:ext cx="5076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5E3C771A-7A42-41AD-8941-7215FA46CBF8}"/>
              </a:ext>
            </a:extLst>
          </p:cNvPr>
          <p:cNvGrpSpPr/>
          <p:nvPr/>
        </p:nvGrpSpPr>
        <p:grpSpPr>
          <a:xfrm>
            <a:off x="7416019" y="2584762"/>
            <a:ext cx="672840" cy="511920"/>
            <a:chOff x="7416019" y="2584762"/>
            <a:chExt cx="67284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9FAB7928-A9FE-4C38-B893-CAAA7252B09F}"/>
                    </a:ext>
                  </a:extLst>
                </p14:cNvPr>
                <p14:cNvContentPartPr/>
                <p14:nvPr/>
              </p14:nvContentPartPr>
              <p14:xfrm>
                <a:off x="7416019" y="2730202"/>
                <a:ext cx="79200" cy="25164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9FAB7928-A9FE-4C38-B893-CAAA7252B0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407379" y="2721562"/>
                  <a:ext cx="968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E9C3B0E2-CFEC-4BA7-A94C-13B4737A7054}"/>
                    </a:ext>
                  </a:extLst>
                </p14:cNvPr>
                <p14:cNvContentPartPr/>
                <p14:nvPr/>
              </p14:nvContentPartPr>
              <p14:xfrm>
                <a:off x="7643179" y="2814082"/>
                <a:ext cx="176400" cy="10656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E9C3B0E2-CFEC-4BA7-A94C-13B4737A705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34539" y="2805442"/>
                  <a:ext cx="1940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C0300AA4-442D-45C4-A9DE-F884ABB29195}"/>
                    </a:ext>
                  </a:extLst>
                </p14:cNvPr>
                <p14:cNvContentPartPr/>
                <p14:nvPr/>
              </p14:nvContentPartPr>
              <p14:xfrm>
                <a:off x="7749739" y="2584762"/>
                <a:ext cx="76320" cy="33300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C0300AA4-442D-45C4-A9DE-F884ABB2919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40739" y="2576122"/>
                  <a:ext cx="93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F445E196-0802-45A3-A46A-8F280C6ABFAF}"/>
                    </a:ext>
                  </a:extLst>
                </p14:cNvPr>
                <p14:cNvContentPartPr/>
                <p14:nvPr/>
              </p14:nvContentPartPr>
              <p14:xfrm>
                <a:off x="7929379" y="2780602"/>
                <a:ext cx="159480" cy="31608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F445E196-0802-45A3-A46A-8F280C6ABFA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20379" y="2771962"/>
                  <a:ext cx="17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11BA03F8-5389-41F7-BD3D-BFAB49FF0292}"/>
              </a:ext>
            </a:extLst>
          </p:cNvPr>
          <p:cNvGrpSpPr/>
          <p:nvPr/>
        </p:nvGrpSpPr>
        <p:grpSpPr>
          <a:xfrm>
            <a:off x="8422579" y="2827042"/>
            <a:ext cx="271800" cy="113040"/>
            <a:chOff x="8422579" y="2827042"/>
            <a:chExt cx="27180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B95B6B74-5257-477F-82C9-CDAB90F755D0}"/>
                    </a:ext>
                  </a:extLst>
                </p14:cNvPr>
                <p14:cNvContentPartPr/>
                <p14:nvPr/>
              </p14:nvContentPartPr>
              <p14:xfrm>
                <a:off x="8422579" y="2827042"/>
                <a:ext cx="239400" cy="144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B95B6B74-5257-477F-82C9-CDAB90F755D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13939" y="2818042"/>
                  <a:ext cx="2570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712E14C1-61F8-43E3-BD97-EF3E1123A476}"/>
                    </a:ext>
                  </a:extLst>
                </p14:cNvPr>
                <p14:cNvContentPartPr/>
                <p14:nvPr/>
              </p14:nvContentPartPr>
              <p14:xfrm>
                <a:off x="8449579" y="2910562"/>
                <a:ext cx="244800" cy="2952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712E14C1-61F8-43E3-BD97-EF3E1123A4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40939" y="2901922"/>
                  <a:ext cx="26244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C4ECC8AB-CC48-4255-87B2-77B8E211C692}"/>
                  </a:ext>
                </a:extLst>
              </p14:cNvPr>
              <p14:cNvContentPartPr/>
              <p14:nvPr/>
            </p14:nvContentPartPr>
            <p14:xfrm>
              <a:off x="11191699" y="2697802"/>
              <a:ext cx="172440" cy="6120"/>
            </p14:xfrm>
          </p:contentPart>
        </mc:Choice>
        <mc:Fallback xmlns=""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C4ECC8AB-CC48-4255-87B2-77B8E211C69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182699" y="2688802"/>
                <a:ext cx="19008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upo 156">
            <a:extLst>
              <a:ext uri="{FF2B5EF4-FFF2-40B4-BE49-F238E27FC236}">
                <a16:creationId xmlns:a16="http://schemas.microsoft.com/office/drawing/2014/main" id="{0162FDB1-4BC3-4EE0-B084-1247BBE54F4C}"/>
              </a:ext>
            </a:extLst>
          </p:cNvPr>
          <p:cNvGrpSpPr/>
          <p:nvPr/>
        </p:nvGrpSpPr>
        <p:grpSpPr>
          <a:xfrm>
            <a:off x="4128139" y="2568202"/>
            <a:ext cx="1533960" cy="554760"/>
            <a:chOff x="4128139" y="2568202"/>
            <a:chExt cx="153396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4340174F-A207-40B4-BF0B-2D6CDA52068E}"/>
                    </a:ext>
                  </a:extLst>
                </p14:cNvPr>
                <p14:cNvContentPartPr/>
                <p14:nvPr/>
              </p14:nvContentPartPr>
              <p14:xfrm>
                <a:off x="4128139" y="2748202"/>
                <a:ext cx="185040" cy="32760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4340174F-A207-40B4-BF0B-2D6CDA52068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19499" y="2739562"/>
                  <a:ext cx="2026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04B2D718-F200-4EB2-94F5-528295653D2D}"/>
                    </a:ext>
                  </a:extLst>
                </p14:cNvPr>
                <p14:cNvContentPartPr/>
                <p14:nvPr/>
              </p14:nvContentPartPr>
              <p14:xfrm>
                <a:off x="4465459" y="2863042"/>
                <a:ext cx="200520" cy="684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04B2D718-F200-4EB2-94F5-528295653D2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456819" y="2854042"/>
                  <a:ext cx="218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20002051-D95D-4F6C-9857-8B3A663488D0}"/>
                    </a:ext>
                  </a:extLst>
                </p14:cNvPr>
                <p14:cNvContentPartPr/>
                <p14:nvPr/>
              </p14:nvContentPartPr>
              <p14:xfrm>
                <a:off x="4539259" y="2769442"/>
                <a:ext cx="28440" cy="20628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20002051-D95D-4F6C-9857-8B3A663488D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30259" y="2760802"/>
                  <a:ext cx="46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3C8AB36C-BA7D-4EA9-BA14-8F622DB879AF}"/>
                    </a:ext>
                  </a:extLst>
                </p14:cNvPr>
                <p14:cNvContentPartPr/>
                <p14:nvPr/>
              </p14:nvContentPartPr>
              <p14:xfrm>
                <a:off x="4991779" y="2681242"/>
                <a:ext cx="192960" cy="39312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3C8AB36C-BA7D-4EA9-BA14-8F622DB879A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83139" y="2672242"/>
                  <a:ext cx="2106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2C738D46-7C97-466B-9281-2518BA177785}"/>
                    </a:ext>
                  </a:extLst>
                </p14:cNvPr>
                <p14:cNvContentPartPr/>
                <p14:nvPr/>
              </p14:nvContentPartPr>
              <p14:xfrm>
                <a:off x="5305699" y="2834242"/>
                <a:ext cx="132120" cy="8784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2C738D46-7C97-466B-9281-2518BA17778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96699" y="2825602"/>
                  <a:ext cx="149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6B64EBCF-17AB-48A5-A1C7-EC0076191764}"/>
                    </a:ext>
                  </a:extLst>
                </p14:cNvPr>
                <p14:cNvContentPartPr/>
                <p14:nvPr/>
              </p14:nvContentPartPr>
              <p14:xfrm>
                <a:off x="5323339" y="2568202"/>
                <a:ext cx="91800" cy="37296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6B64EBCF-17AB-48A5-A1C7-EC007619176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14339" y="2559562"/>
                  <a:ext cx="1094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D83C37ED-AB0D-4398-BBAB-D5696BFF1263}"/>
                    </a:ext>
                  </a:extLst>
                </p14:cNvPr>
                <p14:cNvContentPartPr/>
                <p14:nvPr/>
              </p14:nvContentPartPr>
              <p14:xfrm>
                <a:off x="5491099" y="2816242"/>
                <a:ext cx="171000" cy="30672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D83C37ED-AB0D-4398-BBAB-D5696BFF126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82459" y="2807602"/>
                  <a:ext cx="188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F79049E8-8AB0-4C01-9CFB-7899EE893E28}"/>
                    </a:ext>
                  </a:extLst>
                </p14:cNvPr>
                <p14:cNvContentPartPr/>
                <p14:nvPr/>
              </p14:nvContentPartPr>
              <p14:xfrm>
                <a:off x="4732579" y="2715442"/>
                <a:ext cx="114840" cy="25848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F79049E8-8AB0-4C01-9CFB-7899EE893E2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23579" y="2706802"/>
                  <a:ext cx="13248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upo 158">
            <a:extLst>
              <a:ext uri="{FF2B5EF4-FFF2-40B4-BE49-F238E27FC236}">
                <a16:creationId xmlns:a16="http://schemas.microsoft.com/office/drawing/2014/main" id="{D301A163-AC72-4EAE-AEBA-59DD49ACB819}"/>
              </a:ext>
            </a:extLst>
          </p:cNvPr>
          <p:cNvGrpSpPr/>
          <p:nvPr/>
        </p:nvGrpSpPr>
        <p:grpSpPr>
          <a:xfrm>
            <a:off x="8910379" y="2049802"/>
            <a:ext cx="3102480" cy="1489680"/>
            <a:chOff x="8910379" y="2049802"/>
            <a:chExt cx="3102480" cy="14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2AFF9DFC-0A10-4A5E-8333-FEC0B3C6DF09}"/>
                    </a:ext>
                  </a:extLst>
                </p14:cNvPr>
                <p14:cNvContentPartPr/>
                <p14:nvPr/>
              </p14:nvContentPartPr>
              <p14:xfrm>
                <a:off x="8969779" y="2704282"/>
                <a:ext cx="25200" cy="21132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2AFF9DFC-0A10-4A5E-8333-FEC0B3C6DF0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960779" y="2695642"/>
                  <a:ext cx="428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84D90A32-F3BC-4E79-9CE9-C33C6FBEA0A0}"/>
                    </a:ext>
                  </a:extLst>
                </p14:cNvPr>
                <p14:cNvContentPartPr/>
                <p14:nvPr/>
              </p14:nvContentPartPr>
              <p14:xfrm>
                <a:off x="9050059" y="2688802"/>
                <a:ext cx="14400" cy="21528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84D90A32-F3BC-4E79-9CE9-C33C6FBEA0A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041059" y="2680162"/>
                  <a:ext cx="32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53C8CB5B-5D6E-49F7-A7E9-CB95942CA93B}"/>
                    </a:ext>
                  </a:extLst>
                </p14:cNvPr>
                <p14:cNvContentPartPr/>
                <p14:nvPr/>
              </p14:nvContentPartPr>
              <p14:xfrm>
                <a:off x="8910379" y="2694562"/>
                <a:ext cx="235080" cy="4032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53C8CB5B-5D6E-49F7-A7E9-CB95942CA93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01379" y="2685922"/>
                  <a:ext cx="252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F515CC3F-A7C0-4190-8484-A7451E563BE0}"/>
                    </a:ext>
                  </a:extLst>
                </p14:cNvPr>
                <p14:cNvContentPartPr/>
                <p14:nvPr/>
              </p14:nvContentPartPr>
              <p14:xfrm>
                <a:off x="9231859" y="2309002"/>
                <a:ext cx="253800" cy="92016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F515CC3F-A7C0-4190-8484-A7451E563BE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23219" y="2300362"/>
                  <a:ext cx="271440" cy="9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EB890CEB-6784-4186-BBF8-10181EE7BB4C}"/>
                    </a:ext>
                  </a:extLst>
                </p14:cNvPr>
                <p14:cNvContentPartPr/>
                <p14:nvPr/>
              </p14:nvContentPartPr>
              <p14:xfrm>
                <a:off x="9503659" y="3385042"/>
                <a:ext cx="140040" cy="15444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EB890CEB-6784-4186-BBF8-10181EE7BB4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494659" y="3376402"/>
                  <a:ext cx="157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C2DD7F3D-6834-4E65-B99A-D78FE981DC7E}"/>
                    </a:ext>
                  </a:extLst>
                </p14:cNvPr>
                <p14:cNvContentPartPr/>
                <p14:nvPr/>
              </p14:nvContentPartPr>
              <p14:xfrm>
                <a:off x="9488539" y="2149882"/>
                <a:ext cx="121320" cy="10872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C2DD7F3D-6834-4E65-B99A-D78FE981DC7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479899" y="2141242"/>
                  <a:ext cx="138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C84C4B72-52FB-489A-A50E-58A3E8D81F52}"/>
                    </a:ext>
                  </a:extLst>
                </p14:cNvPr>
                <p14:cNvContentPartPr/>
                <p14:nvPr/>
              </p14:nvContentPartPr>
              <p14:xfrm>
                <a:off x="9911539" y="2823082"/>
                <a:ext cx="155880" cy="1116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C84C4B72-52FB-489A-A50E-58A3E8D81F5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902539" y="2814442"/>
                  <a:ext cx="173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CEB6A602-F7AD-4763-B275-7E18017D7489}"/>
                    </a:ext>
                  </a:extLst>
                </p14:cNvPr>
                <p14:cNvContentPartPr/>
                <p14:nvPr/>
              </p14:nvContentPartPr>
              <p14:xfrm>
                <a:off x="10176499" y="2688802"/>
                <a:ext cx="127800" cy="30852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CEB6A602-F7AD-4763-B275-7E18017D748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67859" y="2680162"/>
                  <a:ext cx="1454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3378558D-5A19-4A6B-BA1C-F8736813DC33}"/>
                    </a:ext>
                  </a:extLst>
                </p14:cNvPr>
                <p14:cNvContentPartPr/>
                <p14:nvPr/>
              </p14:nvContentPartPr>
              <p14:xfrm>
                <a:off x="10340659" y="2557402"/>
                <a:ext cx="147600" cy="44964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3378558D-5A19-4A6B-BA1C-F8736813DC3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331659" y="2548762"/>
                  <a:ext cx="1652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0DF4CCCC-3382-4767-9BC4-184BED4787E2}"/>
                    </a:ext>
                  </a:extLst>
                </p14:cNvPr>
                <p14:cNvContentPartPr/>
                <p14:nvPr/>
              </p14:nvContentPartPr>
              <p14:xfrm>
                <a:off x="9514459" y="2591602"/>
                <a:ext cx="146520" cy="43308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0DF4CCCC-3382-4767-9BC4-184BED4787E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05819" y="2582962"/>
                  <a:ext cx="1641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1E11CF01-383C-4F71-AF3E-22D06776BBE8}"/>
                    </a:ext>
                  </a:extLst>
                </p14:cNvPr>
                <p14:cNvContentPartPr/>
                <p14:nvPr/>
              </p14:nvContentPartPr>
              <p14:xfrm>
                <a:off x="10551259" y="2776282"/>
                <a:ext cx="92160" cy="13680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1E11CF01-383C-4F71-AF3E-22D06776BBE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542259" y="2767642"/>
                  <a:ext cx="109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47E2EF77-95DF-4504-B243-86C752C3B141}"/>
                    </a:ext>
                  </a:extLst>
                </p14:cNvPr>
                <p14:cNvContentPartPr/>
                <p14:nvPr/>
              </p14:nvContentPartPr>
              <p14:xfrm>
                <a:off x="10560259" y="2569282"/>
                <a:ext cx="91080" cy="30492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47E2EF77-95DF-4504-B243-86C752C3B14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551259" y="2560282"/>
                  <a:ext cx="1087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0EE3A95D-9B98-4F5B-B8B5-844C874484CA}"/>
                    </a:ext>
                  </a:extLst>
                </p14:cNvPr>
                <p14:cNvContentPartPr/>
                <p14:nvPr/>
              </p14:nvContentPartPr>
              <p14:xfrm>
                <a:off x="10688779" y="2751082"/>
                <a:ext cx="139680" cy="26892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0EE3A95D-9B98-4F5B-B8B5-844C874484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80139" y="2742442"/>
                  <a:ext cx="1573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7BEBDA49-AA51-45E0-A1E0-3570BF1FFFEF}"/>
                    </a:ext>
                  </a:extLst>
                </p14:cNvPr>
                <p14:cNvContentPartPr/>
                <p14:nvPr/>
              </p14:nvContentPartPr>
              <p14:xfrm>
                <a:off x="11016019" y="2668282"/>
                <a:ext cx="15840" cy="21060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7BEBDA49-AA51-45E0-A1E0-3570BF1FFFE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007379" y="2659642"/>
                  <a:ext cx="33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825F9AE2-9719-4449-BFC8-09996FA3CAFE}"/>
                    </a:ext>
                  </a:extLst>
                </p14:cNvPr>
                <p14:cNvContentPartPr/>
                <p14:nvPr/>
              </p14:nvContentPartPr>
              <p14:xfrm>
                <a:off x="10949419" y="2784202"/>
                <a:ext cx="207000" cy="540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825F9AE2-9719-4449-BFC8-09996FA3CAF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940419" y="2775202"/>
                  <a:ext cx="224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A9544594-4879-4DCE-9100-9AA0FB872C13}"/>
                    </a:ext>
                  </a:extLst>
                </p14:cNvPr>
                <p14:cNvContentPartPr/>
                <p14:nvPr/>
              </p14:nvContentPartPr>
              <p14:xfrm>
                <a:off x="11253259" y="2698522"/>
                <a:ext cx="17640" cy="14616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A9544594-4879-4DCE-9100-9AA0FB872C1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44259" y="2689882"/>
                  <a:ext cx="352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76191DAE-99B2-4D5A-9FD3-2E914DD790D8}"/>
                    </a:ext>
                  </a:extLst>
                </p14:cNvPr>
                <p14:cNvContentPartPr/>
                <p14:nvPr/>
              </p14:nvContentPartPr>
              <p14:xfrm>
                <a:off x="11298619" y="2706442"/>
                <a:ext cx="7920" cy="16488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76191DAE-99B2-4D5A-9FD3-2E914DD790D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289619" y="2697442"/>
                  <a:ext cx="25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2EE46030-EA7E-4852-A75E-BA7D2626E24B}"/>
                    </a:ext>
                  </a:extLst>
                </p14:cNvPr>
                <p14:cNvContentPartPr/>
                <p14:nvPr/>
              </p14:nvContentPartPr>
              <p14:xfrm>
                <a:off x="11141659" y="2684122"/>
                <a:ext cx="162360" cy="612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2EE46030-EA7E-4852-A75E-BA7D2626E24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133019" y="2675122"/>
                  <a:ext cx="180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D2DC6393-7AF3-4852-97FB-174741ADAF87}"/>
                    </a:ext>
                  </a:extLst>
                </p14:cNvPr>
                <p14:cNvContentPartPr/>
                <p14:nvPr/>
              </p14:nvContentPartPr>
              <p14:xfrm>
                <a:off x="11282419" y="2329882"/>
                <a:ext cx="224280" cy="95256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D2DC6393-7AF3-4852-97FB-174741ADAF8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273419" y="2321242"/>
                  <a:ext cx="241920" cy="9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2608EEE7-9ECD-4D01-953E-1412B8D2DC6B}"/>
                    </a:ext>
                  </a:extLst>
                </p14:cNvPr>
                <p14:cNvContentPartPr/>
                <p14:nvPr/>
              </p14:nvContentPartPr>
              <p14:xfrm>
                <a:off x="11370979" y="3386122"/>
                <a:ext cx="170280" cy="10836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2608EEE7-9ECD-4D01-953E-1412B8D2DC6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361979" y="3377482"/>
                  <a:ext cx="187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141467CB-C726-4CF3-B350-074F890F8C92}"/>
                    </a:ext>
                  </a:extLst>
                </p14:cNvPr>
                <p14:cNvContentPartPr/>
                <p14:nvPr/>
              </p14:nvContentPartPr>
              <p14:xfrm>
                <a:off x="11434699" y="2049802"/>
                <a:ext cx="94680" cy="15516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141467CB-C726-4CF3-B350-074F890F8C9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25699" y="2041162"/>
                  <a:ext cx="112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D15AAED3-73A0-4F5C-B5AC-154FB48FD64F}"/>
                    </a:ext>
                  </a:extLst>
                </p14:cNvPr>
                <p14:cNvContentPartPr/>
                <p14:nvPr/>
              </p14:nvContentPartPr>
              <p14:xfrm>
                <a:off x="11571139" y="2669362"/>
                <a:ext cx="69480" cy="19908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D15AAED3-73A0-4F5C-B5AC-154FB48FD64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562139" y="2660722"/>
                  <a:ext cx="87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3005BD7F-18C0-4A0D-9DA1-DF200149E237}"/>
                    </a:ext>
                  </a:extLst>
                </p14:cNvPr>
                <p14:cNvContentPartPr/>
                <p14:nvPr/>
              </p14:nvContentPartPr>
              <p14:xfrm>
                <a:off x="11751139" y="2730562"/>
                <a:ext cx="107280" cy="10656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3005BD7F-18C0-4A0D-9DA1-DF200149E23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742139" y="2721922"/>
                  <a:ext cx="124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CC9BEE61-4753-4272-AB92-8AA5732BF066}"/>
                    </a:ext>
                  </a:extLst>
                </p14:cNvPr>
                <p14:cNvContentPartPr/>
                <p14:nvPr/>
              </p14:nvContentPartPr>
              <p14:xfrm>
                <a:off x="11733499" y="2527522"/>
                <a:ext cx="102240" cy="31536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CC9BEE61-4753-4272-AB92-8AA5732BF06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724859" y="2518522"/>
                  <a:ext cx="1198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CCF92473-28A8-49FE-AA87-881DC620582A}"/>
                    </a:ext>
                  </a:extLst>
                </p14:cNvPr>
                <p14:cNvContentPartPr/>
                <p14:nvPr/>
              </p14:nvContentPartPr>
              <p14:xfrm>
                <a:off x="11909539" y="2704642"/>
                <a:ext cx="103320" cy="32328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CCF92473-28A8-49FE-AA87-881DC620582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900539" y="2695642"/>
                  <a:ext cx="120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6074D4CA-ADA5-4509-B421-49394E2F3309}"/>
                    </a:ext>
                  </a:extLst>
                </p14:cNvPr>
                <p14:cNvContentPartPr/>
                <p14:nvPr/>
              </p14:nvContentPartPr>
              <p14:xfrm>
                <a:off x="9641179" y="2691682"/>
                <a:ext cx="177840" cy="26712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6074D4CA-ADA5-4509-B421-49394E2F330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632179" y="2683042"/>
                  <a:ext cx="19548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upo 167">
            <a:extLst>
              <a:ext uri="{FF2B5EF4-FFF2-40B4-BE49-F238E27FC236}">
                <a16:creationId xmlns:a16="http://schemas.microsoft.com/office/drawing/2014/main" id="{7E0EFC7F-186D-42B1-A693-A5A216D38575}"/>
              </a:ext>
            </a:extLst>
          </p:cNvPr>
          <p:cNvGrpSpPr/>
          <p:nvPr/>
        </p:nvGrpSpPr>
        <p:grpSpPr>
          <a:xfrm>
            <a:off x="1706419" y="3670882"/>
            <a:ext cx="1268280" cy="515520"/>
            <a:chOff x="1706419" y="3670882"/>
            <a:chExt cx="126828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FEEEE998-FFC3-4ECC-8C17-21B66AE00B19}"/>
                    </a:ext>
                  </a:extLst>
                </p14:cNvPr>
                <p14:cNvContentPartPr/>
                <p14:nvPr/>
              </p14:nvContentPartPr>
              <p14:xfrm>
                <a:off x="1706419" y="3751882"/>
                <a:ext cx="164880" cy="36720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FEEEE998-FFC3-4ECC-8C17-21B66AE00B1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97419" y="3742882"/>
                  <a:ext cx="1825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086D462C-A0D3-4B59-9BC8-9FD0DAF2AD54}"/>
                    </a:ext>
                  </a:extLst>
                </p14:cNvPr>
                <p14:cNvContentPartPr/>
                <p14:nvPr/>
              </p14:nvContentPartPr>
              <p14:xfrm>
                <a:off x="1976419" y="3962122"/>
                <a:ext cx="219960" cy="1692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086D462C-A0D3-4B59-9BC8-9FD0DAF2AD5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67779" y="3953122"/>
                  <a:ext cx="237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5E287DF8-77D4-4AAE-938E-9141D37F791F}"/>
                    </a:ext>
                  </a:extLst>
                </p14:cNvPr>
                <p14:cNvContentPartPr/>
                <p14:nvPr/>
              </p14:nvContentPartPr>
              <p14:xfrm>
                <a:off x="2003779" y="4071922"/>
                <a:ext cx="215640" cy="864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5E287DF8-77D4-4AAE-938E-9141D37F791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94779" y="4062922"/>
                  <a:ext cx="233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B2D2A8AA-BD4A-4887-9B6D-07C0269CEE34}"/>
                    </a:ext>
                  </a:extLst>
                </p14:cNvPr>
                <p14:cNvContentPartPr/>
                <p14:nvPr/>
              </p14:nvContentPartPr>
              <p14:xfrm>
                <a:off x="2288539" y="3851962"/>
                <a:ext cx="19080" cy="21636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B2D2A8AA-BD4A-4887-9B6D-07C0269CEE3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279899" y="3843322"/>
                  <a:ext cx="36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6D93CAFE-6B30-499A-9CF8-21DA74A53A73}"/>
                    </a:ext>
                  </a:extLst>
                </p14:cNvPr>
                <p14:cNvContentPartPr/>
                <p14:nvPr/>
              </p14:nvContentPartPr>
              <p14:xfrm>
                <a:off x="2385379" y="3837562"/>
                <a:ext cx="34920" cy="19116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6D93CAFE-6B30-499A-9CF8-21DA74A53A7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376379" y="3828562"/>
                  <a:ext cx="52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A60FEF7F-4E0A-4F6A-AF02-7CD5AEEC5A6A}"/>
                    </a:ext>
                  </a:extLst>
                </p14:cNvPr>
                <p14:cNvContentPartPr/>
                <p14:nvPr/>
              </p14:nvContentPartPr>
              <p14:xfrm>
                <a:off x="2152819" y="3811282"/>
                <a:ext cx="275040" cy="3924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A60FEF7F-4E0A-4F6A-AF02-7CD5AEEC5A6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144179" y="3802282"/>
                  <a:ext cx="2926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0D8334C6-E2F2-4C92-B1B2-39C13722ED75}"/>
                    </a:ext>
                  </a:extLst>
                </p14:cNvPr>
                <p14:cNvContentPartPr/>
                <p14:nvPr/>
              </p14:nvContentPartPr>
              <p14:xfrm>
                <a:off x="2563579" y="3670882"/>
                <a:ext cx="136800" cy="42084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0D8334C6-E2F2-4C92-B1B2-39C13722ED7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54579" y="3661882"/>
                  <a:ext cx="1544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0E8CA2EC-5588-4634-B88B-1D25527FF368}"/>
                    </a:ext>
                  </a:extLst>
                </p14:cNvPr>
                <p14:cNvContentPartPr/>
                <p14:nvPr/>
              </p14:nvContentPartPr>
              <p14:xfrm>
                <a:off x="2719099" y="3819562"/>
                <a:ext cx="138960" cy="18756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0E8CA2EC-5588-4634-B88B-1D25527FF36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10459" y="3810562"/>
                  <a:ext cx="156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306E3789-5EEF-4352-AFFB-F006C6C641EB}"/>
                    </a:ext>
                  </a:extLst>
                </p14:cNvPr>
                <p14:cNvContentPartPr/>
                <p14:nvPr/>
              </p14:nvContentPartPr>
              <p14:xfrm>
                <a:off x="2874979" y="3846202"/>
                <a:ext cx="99720" cy="34020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306E3789-5EEF-4352-AFFB-F006C6C641E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866339" y="3837562"/>
                  <a:ext cx="117360" cy="35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01D37071-DCE9-412C-8389-E4650836051F}"/>
                  </a:ext>
                </a:extLst>
              </p14:cNvPr>
              <p14:cNvContentPartPr/>
              <p14:nvPr/>
            </p14:nvContentPartPr>
            <p14:xfrm>
              <a:off x="3152899" y="3911362"/>
              <a:ext cx="216720" cy="50040"/>
            </p14:xfrm>
          </p:contentPart>
        </mc:Choice>
        <mc:Fallback xmlns=""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01D37071-DCE9-412C-8389-E4650836051F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144259" y="3902362"/>
                <a:ext cx="23436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upo 174">
            <a:extLst>
              <a:ext uri="{FF2B5EF4-FFF2-40B4-BE49-F238E27FC236}">
                <a16:creationId xmlns:a16="http://schemas.microsoft.com/office/drawing/2014/main" id="{F9F3006C-FD2C-4B38-B834-19F136D0F124}"/>
              </a:ext>
            </a:extLst>
          </p:cNvPr>
          <p:cNvGrpSpPr/>
          <p:nvPr/>
        </p:nvGrpSpPr>
        <p:grpSpPr>
          <a:xfrm>
            <a:off x="3467539" y="3623362"/>
            <a:ext cx="486000" cy="740880"/>
            <a:chOff x="3467539" y="3623362"/>
            <a:chExt cx="486000" cy="74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6D548C8E-3FA0-4476-9C1D-1E2B9FDA34D8}"/>
                    </a:ext>
                  </a:extLst>
                </p14:cNvPr>
                <p14:cNvContentPartPr/>
                <p14:nvPr/>
              </p14:nvContentPartPr>
              <p14:xfrm>
                <a:off x="3493099" y="3736042"/>
                <a:ext cx="128160" cy="22824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6D548C8E-3FA0-4476-9C1D-1E2B9FDA34D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484459" y="3727042"/>
                  <a:ext cx="145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813E597A-EA14-4283-A673-3E2D0F442FA5}"/>
                    </a:ext>
                  </a:extLst>
                </p14:cNvPr>
                <p14:cNvContentPartPr/>
                <p14:nvPr/>
              </p14:nvContentPartPr>
              <p14:xfrm>
                <a:off x="3630979" y="3647482"/>
                <a:ext cx="113760" cy="11088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813E597A-EA14-4283-A673-3E2D0F442FA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621979" y="3638482"/>
                  <a:ext cx="1314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BE2EB86D-1F09-4E83-8028-05D80BFE834B}"/>
                    </a:ext>
                  </a:extLst>
                </p14:cNvPr>
                <p14:cNvContentPartPr/>
                <p14:nvPr/>
              </p14:nvContentPartPr>
              <p14:xfrm>
                <a:off x="3467539" y="4058962"/>
                <a:ext cx="257760" cy="2664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BE2EB86D-1F09-4E83-8028-05D80BFE834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458899" y="4050322"/>
                  <a:ext cx="275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018D8581-CE59-4550-AD49-CFE36959293E}"/>
                    </a:ext>
                  </a:extLst>
                </p14:cNvPr>
                <p14:cNvContentPartPr/>
                <p14:nvPr/>
              </p14:nvContentPartPr>
              <p14:xfrm>
                <a:off x="3535219" y="4183522"/>
                <a:ext cx="210600" cy="18072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018D8581-CE59-4550-AD49-CFE36959293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526579" y="4174882"/>
                  <a:ext cx="228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9046B208-7783-4F58-B425-4235D298AD12}"/>
                    </a:ext>
                  </a:extLst>
                </p14:cNvPr>
                <p14:cNvContentPartPr/>
                <p14:nvPr/>
              </p14:nvContentPartPr>
              <p14:xfrm>
                <a:off x="3755179" y="3623362"/>
                <a:ext cx="198360" cy="46656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9046B208-7783-4F58-B425-4235D298AD1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746179" y="3614722"/>
                  <a:ext cx="216000" cy="48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upo 178">
            <a:extLst>
              <a:ext uri="{FF2B5EF4-FFF2-40B4-BE49-F238E27FC236}">
                <a16:creationId xmlns:a16="http://schemas.microsoft.com/office/drawing/2014/main" id="{C4AA8025-401C-4E41-8D3F-39B4DC3C44C0}"/>
              </a:ext>
            </a:extLst>
          </p:cNvPr>
          <p:cNvGrpSpPr/>
          <p:nvPr/>
        </p:nvGrpSpPr>
        <p:grpSpPr>
          <a:xfrm>
            <a:off x="4135339" y="3343282"/>
            <a:ext cx="349920" cy="854640"/>
            <a:chOff x="4135339" y="3343282"/>
            <a:chExt cx="349920" cy="85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8E82E4EF-C9EA-48D9-AE71-1921F529C819}"/>
                    </a:ext>
                  </a:extLst>
                </p14:cNvPr>
                <p14:cNvContentPartPr/>
                <p14:nvPr/>
              </p14:nvContentPartPr>
              <p14:xfrm>
                <a:off x="4135339" y="3504922"/>
                <a:ext cx="59400" cy="69300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8E82E4EF-C9EA-48D9-AE71-1921F529C81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126339" y="3495922"/>
                  <a:ext cx="7704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85BD1613-5641-4B65-9D97-932A946650A7}"/>
                    </a:ext>
                  </a:extLst>
                </p14:cNvPr>
                <p14:cNvContentPartPr/>
                <p14:nvPr/>
              </p14:nvContentPartPr>
              <p14:xfrm>
                <a:off x="4245139" y="3343282"/>
                <a:ext cx="240120" cy="20880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85BD1613-5641-4B65-9D97-932A946650A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36139" y="3334282"/>
                  <a:ext cx="25776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1D92250E-3645-4C2A-A191-7DFDA186EAB3}"/>
              </a:ext>
            </a:extLst>
          </p:cNvPr>
          <p:cNvGrpSpPr/>
          <p:nvPr/>
        </p:nvGrpSpPr>
        <p:grpSpPr>
          <a:xfrm>
            <a:off x="4929139" y="3714082"/>
            <a:ext cx="708840" cy="284760"/>
            <a:chOff x="4929139" y="3714082"/>
            <a:chExt cx="70884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2297F8F7-97BD-4B23-A802-D7528ECFB317}"/>
                    </a:ext>
                  </a:extLst>
                </p14:cNvPr>
                <p14:cNvContentPartPr/>
                <p14:nvPr/>
              </p14:nvContentPartPr>
              <p14:xfrm>
                <a:off x="5007259" y="3714082"/>
                <a:ext cx="26280" cy="25596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2297F8F7-97BD-4B23-A802-D7528ECFB31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98619" y="3705082"/>
                  <a:ext cx="439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053426BC-5862-49E3-B0F9-46739B634A7D}"/>
                    </a:ext>
                  </a:extLst>
                </p14:cNvPr>
                <p14:cNvContentPartPr/>
                <p14:nvPr/>
              </p14:nvContentPartPr>
              <p14:xfrm>
                <a:off x="4929139" y="3848002"/>
                <a:ext cx="271800" cy="1692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053426BC-5862-49E3-B0F9-46739B634A7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920499" y="3839362"/>
                  <a:ext cx="289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79A62A22-8B0F-47A9-BDE3-62BDDB56A8A5}"/>
                    </a:ext>
                  </a:extLst>
                </p14:cNvPr>
                <p14:cNvContentPartPr/>
                <p14:nvPr/>
              </p14:nvContentPartPr>
              <p14:xfrm>
                <a:off x="5437099" y="3794722"/>
                <a:ext cx="10440" cy="158760"/>
              </p14:xfrm>
            </p:contentPart>
          </mc:Choice>
          <mc:Fallback xmlns=""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79A62A22-8B0F-47A9-BDE3-62BDDB56A8A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428099" y="3785722"/>
                  <a:ext cx="28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9675CFEC-2BAF-4DA4-A58B-0EC05E170A1A}"/>
                    </a:ext>
                  </a:extLst>
                </p14:cNvPr>
                <p14:cNvContentPartPr/>
                <p14:nvPr/>
              </p14:nvContentPartPr>
              <p14:xfrm>
                <a:off x="5538619" y="3762682"/>
                <a:ext cx="5760" cy="23616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9675CFEC-2BAF-4DA4-A58B-0EC05E170A1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29979" y="3753682"/>
                  <a:ext cx="23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1ED6FFA6-F0E2-4F4D-8606-EF0D5C18EE14}"/>
                    </a:ext>
                  </a:extLst>
                </p14:cNvPr>
                <p14:cNvContentPartPr/>
                <p14:nvPr/>
              </p14:nvContentPartPr>
              <p14:xfrm>
                <a:off x="5370499" y="3790762"/>
                <a:ext cx="267480" cy="1980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1ED6FFA6-F0E2-4F4D-8606-EF0D5C18EE1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61499" y="3781762"/>
                  <a:ext cx="28512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7EE2012A-8184-49E6-AF47-234B83CA9CBC}"/>
              </a:ext>
            </a:extLst>
          </p:cNvPr>
          <p:cNvGrpSpPr/>
          <p:nvPr/>
        </p:nvGrpSpPr>
        <p:grpSpPr>
          <a:xfrm>
            <a:off x="5807899" y="3532642"/>
            <a:ext cx="532080" cy="822600"/>
            <a:chOff x="5807899" y="3532642"/>
            <a:chExt cx="532080" cy="82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4C344B71-8C54-4D21-AB9F-B0224AAFC9D5}"/>
                    </a:ext>
                  </a:extLst>
                </p14:cNvPr>
                <p14:cNvContentPartPr/>
                <p14:nvPr/>
              </p14:nvContentPartPr>
              <p14:xfrm>
                <a:off x="5807899" y="3760522"/>
                <a:ext cx="133560" cy="36648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4C344B71-8C54-4D21-AB9F-B0224AAFC9D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799259" y="3751882"/>
                  <a:ext cx="1512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8D3E5B98-9291-4FC2-81BE-0B9B50FAB6BB}"/>
                    </a:ext>
                  </a:extLst>
                </p14:cNvPr>
                <p14:cNvContentPartPr/>
                <p14:nvPr/>
              </p14:nvContentPartPr>
              <p14:xfrm>
                <a:off x="6115339" y="3532642"/>
                <a:ext cx="13320" cy="67104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8D3E5B98-9291-4FC2-81BE-0B9B50FAB6B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06699" y="3523642"/>
                  <a:ext cx="3096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B521D64C-7A0A-4753-AE66-3E9E916DB259}"/>
                    </a:ext>
                  </a:extLst>
                </p14:cNvPr>
                <p14:cNvContentPartPr/>
                <p14:nvPr/>
              </p14:nvContentPartPr>
              <p14:xfrm>
                <a:off x="6214699" y="4227802"/>
                <a:ext cx="125280" cy="12744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B521D64C-7A0A-4753-AE66-3E9E916DB25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206059" y="4219162"/>
                  <a:ext cx="14292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90" name="Entrada de lápiz 189">
                <a:extLst>
                  <a:ext uri="{FF2B5EF4-FFF2-40B4-BE49-F238E27FC236}">
                    <a16:creationId xmlns:a16="http://schemas.microsoft.com/office/drawing/2014/main" id="{C1A358C6-1D38-4748-82F0-8677183BA3DA}"/>
                  </a:ext>
                </a:extLst>
              </p14:cNvPr>
              <p14:cNvContentPartPr/>
              <p14:nvPr/>
            </p14:nvContentPartPr>
            <p14:xfrm>
              <a:off x="6249619" y="3368122"/>
              <a:ext cx="91080" cy="172080"/>
            </p14:xfrm>
          </p:contentPart>
        </mc:Choice>
        <mc:Fallback xmlns="">
          <p:pic>
            <p:nvPicPr>
              <p:cNvPr id="190" name="Entrada de lápiz 189">
                <a:extLst>
                  <a:ext uri="{FF2B5EF4-FFF2-40B4-BE49-F238E27FC236}">
                    <a16:creationId xmlns:a16="http://schemas.microsoft.com/office/drawing/2014/main" id="{C1A358C6-1D38-4748-82F0-8677183BA3D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240619" y="3359482"/>
                <a:ext cx="1087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1B68438D-138B-4C9F-B1DB-E943EB8B211C}"/>
                  </a:ext>
                </a:extLst>
              </p14:cNvPr>
              <p14:cNvContentPartPr/>
              <p14:nvPr/>
            </p14:nvContentPartPr>
            <p14:xfrm>
              <a:off x="4285099" y="4217722"/>
              <a:ext cx="82800" cy="256320"/>
            </p14:xfrm>
          </p:contentPart>
        </mc:Choice>
        <mc:Fallback xmlns=""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1B68438D-138B-4C9F-B1DB-E943EB8B211C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276099" y="4209082"/>
                <a:ext cx="100440" cy="27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upo 201">
            <a:extLst>
              <a:ext uri="{FF2B5EF4-FFF2-40B4-BE49-F238E27FC236}">
                <a16:creationId xmlns:a16="http://schemas.microsoft.com/office/drawing/2014/main" id="{51C28D87-0ECB-4BA8-A90D-77C6B8AF9AB2}"/>
              </a:ext>
            </a:extLst>
          </p:cNvPr>
          <p:cNvGrpSpPr/>
          <p:nvPr/>
        </p:nvGrpSpPr>
        <p:grpSpPr>
          <a:xfrm>
            <a:off x="1632619" y="4664842"/>
            <a:ext cx="1298880" cy="833400"/>
            <a:chOff x="1632619" y="4664842"/>
            <a:chExt cx="1298880" cy="83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E50971D6-077E-4E98-85E5-79A58F00CA74}"/>
                    </a:ext>
                  </a:extLst>
                </p14:cNvPr>
                <p14:cNvContentPartPr/>
                <p14:nvPr/>
              </p14:nvContentPartPr>
              <p14:xfrm>
                <a:off x="1632619" y="4664842"/>
                <a:ext cx="181800" cy="48132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E50971D6-077E-4E98-85E5-79A58F00CA7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623619" y="4656202"/>
                  <a:ext cx="19944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0412E3BC-9023-43FE-A843-35C165B49AFD}"/>
                    </a:ext>
                  </a:extLst>
                </p14:cNvPr>
                <p14:cNvContentPartPr/>
                <p14:nvPr/>
              </p14:nvContentPartPr>
              <p14:xfrm>
                <a:off x="1954099" y="4963282"/>
                <a:ext cx="199080" cy="3276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0412E3BC-9023-43FE-A843-35C165B49AF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945459" y="4954642"/>
                  <a:ext cx="216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36537EC5-4851-40EF-9FC4-A442EFC24626}"/>
                    </a:ext>
                  </a:extLst>
                </p14:cNvPr>
                <p14:cNvContentPartPr/>
                <p14:nvPr/>
              </p14:nvContentPartPr>
              <p14:xfrm>
                <a:off x="1974259" y="5074522"/>
                <a:ext cx="161280" cy="1800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36537EC5-4851-40EF-9FC4-A442EFC2462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965619" y="5065882"/>
                  <a:ext cx="178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2C6938D8-4FF5-4AD3-B721-787B207C4B97}"/>
                    </a:ext>
                  </a:extLst>
                </p14:cNvPr>
                <p14:cNvContentPartPr/>
                <p14:nvPr/>
              </p14:nvContentPartPr>
              <p14:xfrm>
                <a:off x="2320219" y="4895602"/>
                <a:ext cx="41760" cy="21348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2C6938D8-4FF5-4AD3-B721-787B207C4B9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311219" y="4886602"/>
                  <a:ext cx="59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26A9DA2C-068D-4D6A-A0B7-6DD8F1CC26B0}"/>
                    </a:ext>
                  </a:extLst>
                </p14:cNvPr>
                <p14:cNvContentPartPr/>
                <p14:nvPr/>
              </p14:nvContentPartPr>
              <p14:xfrm>
                <a:off x="2481139" y="4855642"/>
                <a:ext cx="26640" cy="20628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26A9DA2C-068D-4D6A-A0B7-6DD8F1CC26B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472139" y="4847002"/>
                  <a:ext cx="44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AAE86B4D-A46D-4A81-BD84-B2C7C10F5C1B}"/>
                    </a:ext>
                  </a:extLst>
                </p14:cNvPr>
                <p14:cNvContentPartPr/>
                <p14:nvPr/>
              </p14:nvContentPartPr>
              <p14:xfrm>
                <a:off x="2215459" y="4853842"/>
                <a:ext cx="322560" cy="56880"/>
              </p14:xfrm>
            </p:contentPart>
          </mc:Choice>
          <mc:Fallback xmlns=""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AAE86B4D-A46D-4A81-BD84-B2C7C10F5C1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206819" y="4844842"/>
                  <a:ext cx="340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D8AC2262-0B11-4C88-84BC-6C149FBF7140}"/>
                    </a:ext>
                  </a:extLst>
                </p14:cNvPr>
                <p14:cNvContentPartPr/>
                <p14:nvPr/>
              </p14:nvContentPartPr>
              <p14:xfrm>
                <a:off x="2484739" y="4899922"/>
                <a:ext cx="16560" cy="21600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D8AC2262-0B11-4C88-84BC-6C149FBF714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476099" y="4890922"/>
                  <a:ext cx="342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D50D9557-3D9B-406E-9AE8-9D93CAF2D713}"/>
                    </a:ext>
                  </a:extLst>
                </p14:cNvPr>
                <p14:cNvContentPartPr/>
                <p14:nvPr/>
              </p14:nvContentPartPr>
              <p14:xfrm>
                <a:off x="2628379" y="4783282"/>
                <a:ext cx="303120" cy="71496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D50D9557-3D9B-406E-9AE8-9D93CAF2D71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619739" y="4774282"/>
                  <a:ext cx="320760" cy="73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6F067054-60C7-400D-B346-C5C6F08A0E5C}"/>
              </a:ext>
            </a:extLst>
          </p:cNvPr>
          <p:cNvGrpSpPr/>
          <p:nvPr/>
        </p:nvGrpSpPr>
        <p:grpSpPr>
          <a:xfrm>
            <a:off x="3009979" y="5016202"/>
            <a:ext cx="786600" cy="217080"/>
            <a:chOff x="3009979" y="5016202"/>
            <a:chExt cx="78660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D9D0E500-CE7F-40E8-AE04-B2600386EA14}"/>
                    </a:ext>
                  </a:extLst>
                </p14:cNvPr>
                <p14:cNvContentPartPr/>
                <p14:nvPr/>
              </p14:nvContentPartPr>
              <p14:xfrm>
                <a:off x="3009979" y="5045362"/>
                <a:ext cx="124920" cy="18252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D9D0E500-CE7F-40E8-AE04-B2600386EA1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000979" y="5036362"/>
                  <a:ext cx="142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2D64283B-C050-4081-8793-8FEB0D097066}"/>
                    </a:ext>
                  </a:extLst>
                </p14:cNvPr>
                <p14:cNvContentPartPr/>
                <p14:nvPr/>
              </p14:nvContentPartPr>
              <p14:xfrm>
                <a:off x="3255499" y="5128882"/>
                <a:ext cx="61560" cy="56880"/>
              </p14:xfrm>
            </p:contentPart>
          </mc:Choice>
          <mc:Fallback xmlns=""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2D64283B-C050-4081-8793-8FEB0D09706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246499" y="5120242"/>
                  <a:ext cx="79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A7596422-0B68-4D47-AD6B-2868AABFF99F}"/>
                    </a:ext>
                  </a:extLst>
                </p14:cNvPr>
                <p14:cNvContentPartPr/>
                <p14:nvPr/>
              </p14:nvContentPartPr>
              <p14:xfrm>
                <a:off x="3393019" y="5016202"/>
                <a:ext cx="150840" cy="21708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A7596422-0B68-4D47-AD6B-2868AABFF99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384019" y="5007562"/>
                  <a:ext cx="168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9B7127DB-E258-435D-BFB6-5224800CF8EE}"/>
                    </a:ext>
                  </a:extLst>
                </p14:cNvPr>
                <p14:cNvContentPartPr/>
                <p14:nvPr/>
              </p14:nvContentPartPr>
              <p14:xfrm>
                <a:off x="3669859" y="5150482"/>
                <a:ext cx="126720" cy="1800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9B7127DB-E258-435D-BFB6-5224800CF8E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660859" y="5141482"/>
                  <a:ext cx="14436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DB9318C4-F648-432E-924F-0E106DE542D8}"/>
              </a:ext>
            </a:extLst>
          </p:cNvPr>
          <p:cNvGrpSpPr/>
          <p:nvPr/>
        </p:nvGrpSpPr>
        <p:grpSpPr>
          <a:xfrm>
            <a:off x="4060099" y="4831522"/>
            <a:ext cx="347400" cy="700560"/>
            <a:chOff x="4060099" y="4831522"/>
            <a:chExt cx="347400" cy="70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A9DCC5A6-6CE8-4CFF-8C17-EE7C07F5A1E4}"/>
                    </a:ext>
                  </a:extLst>
                </p14:cNvPr>
                <p14:cNvContentPartPr/>
                <p14:nvPr/>
              </p14:nvContentPartPr>
              <p14:xfrm>
                <a:off x="4076299" y="4969042"/>
                <a:ext cx="188640" cy="19836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A9DCC5A6-6CE8-4CFF-8C17-EE7C07F5A1E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67299" y="4960042"/>
                  <a:ext cx="206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DD1176D2-5A6B-4E52-9DED-49784846589D}"/>
                    </a:ext>
                  </a:extLst>
                </p14:cNvPr>
                <p14:cNvContentPartPr/>
                <p14:nvPr/>
              </p14:nvContentPartPr>
              <p14:xfrm>
                <a:off x="4243699" y="4831522"/>
                <a:ext cx="148680" cy="8604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DD1176D2-5A6B-4E52-9DED-49784846589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235059" y="4822522"/>
                  <a:ext cx="166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3F37E936-AD9A-404C-873C-A00BB7B2722D}"/>
                    </a:ext>
                  </a:extLst>
                </p14:cNvPr>
                <p14:cNvContentPartPr/>
                <p14:nvPr/>
              </p14:nvContentPartPr>
              <p14:xfrm>
                <a:off x="4060099" y="5214562"/>
                <a:ext cx="326880" cy="2772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3F37E936-AD9A-404C-873C-A00BB7B2722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51099" y="5205922"/>
                  <a:ext cx="344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6565047B-1429-45A1-BA3E-6D1EC21E82EA}"/>
                    </a:ext>
                  </a:extLst>
                </p14:cNvPr>
                <p14:cNvContentPartPr/>
                <p14:nvPr/>
              </p14:nvContentPartPr>
              <p14:xfrm>
                <a:off x="4211659" y="5359642"/>
                <a:ext cx="195840" cy="17244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6565047B-1429-45A1-BA3E-6D1EC21E82E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203019" y="5350642"/>
                  <a:ext cx="213480" cy="19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48E5A941-5A32-41C2-AAD0-544F4F42C799}"/>
                  </a:ext>
                </a:extLst>
              </p14:cNvPr>
              <p14:cNvContentPartPr/>
              <p14:nvPr/>
            </p14:nvContentPartPr>
            <p14:xfrm>
              <a:off x="3373579" y="5022682"/>
              <a:ext cx="168120" cy="255960"/>
            </p14:xfrm>
          </p:contentPart>
        </mc:Choice>
        <mc:Fallback xmlns=""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48E5A941-5A32-41C2-AAD0-544F4F42C799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3319579" y="4915042"/>
                <a:ext cx="27576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14" name="Entrada de lápiz 213">
                <a:extLst>
                  <a:ext uri="{FF2B5EF4-FFF2-40B4-BE49-F238E27FC236}">
                    <a16:creationId xmlns:a16="http://schemas.microsoft.com/office/drawing/2014/main" id="{9EF25487-1811-415D-8531-E0BA531AB922}"/>
                  </a:ext>
                </a:extLst>
              </p14:cNvPr>
              <p14:cNvContentPartPr/>
              <p14:nvPr/>
            </p14:nvContentPartPr>
            <p14:xfrm>
              <a:off x="4252699" y="3354082"/>
              <a:ext cx="217440" cy="195840"/>
            </p14:xfrm>
          </p:contentPart>
        </mc:Choice>
        <mc:Fallback xmlns="">
          <p:pic>
            <p:nvPicPr>
              <p:cNvPr id="214" name="Entrada de lápiz 213">
                <a:extLst>
                  <a:ext uri="{FF2B5EF4-FFF2-40B4-BE49-F238E27FC236}">
                    <a16:creationId xmlns:a16="http://schemas.microsoft.com/office/drawing/2014/main" id="{9EF25487-1811-415D-8531-E0BA531AB922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198699" y="3246442"/>
                <a:ext cx="32508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15" name="Entrada de lápiz 214">
                <a:extLst>
                  <a:ext uri="{FF2B5EF4-FFF2-40B4-BE49-F238E27FC236}">
                    <a16:creationId xmlns:a16="http://schemas.microsoft.com/office/drawing/2014/main" id="{E0BBB4DF-C9F1-46F8-AD4C-852A46414E3D}"/>
                  </a:ext>
                </a:extLst>
              </p14:cNvPr>
              <p14:cNvContentPartPr/>
              <p14:nvPr/>
            </p14:nvContentPartPr>
            <p14:xfrm>
              <a:off x="4079539" y="4988482"/>
              <a:ext cx="184320" cy="158400"/>
            </p14:xfrm>
          </p:contentPart>
        </mc:Choice>
        <mc:Fallback xmlns="">
          <p:pic>
            <p:nvPicPr>
              <p:cNvPr id="215" name="Entrada de lápiz 214">
                <a:extLst>
                  <a:ext uri="{FF2B5EF4-FFF2-40B4-BE49-F238E27FC236}">
                    <a16:creationId xmlns:a16="http://schemas.microsoft.com/office/drawing/2014/main" id="{E0BBB4DF-C9F1-46F8-AD4C-852A46414E3D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4025539" y="4880842"/>
                <a:ext cx="2919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16" name="Entrada de lápiz 215">
                <a:extLst>
                  <a:ext uri="{FF2B5EF4-FFF2-40B4-BE49-F238E27FC236}">
                    <a16:creationId xmlns:a16="http://schemas.microsoft.com/office/drawing/2014/main" id="{847D0D4D-7C79-4F20-8FAB-74A00FE5805E}"/>
                  </a:ext>
                </a:extLst>
              </p14:cNvPr>
              <p14:cNvContentPartPr/>
              <p14:nvPr/>
            </p14:nvContentPartPr>
            <p14:xfrm>
              <a:off x="4623499" y="5180722"/>
              <a:ext cx="232920" cy="24480"/>
            </p14:xfrm>
          </p:contentPart>
        </mc:Choice>
        <mc:Fallback xmlns="">
          <p:pic>
            <p:nvPicPr>
              <p:cNvPr id="216" name="Entrada de lápiz 215">
                <a:extLst>
                  <a:ext uri="{FF2B5EF4-FFF2-40B4-BE49-F238E27FC236}">
                    <a16:creationId xmlns:a16="http://schemas.microsoft.com/office/drawing/2014/main" id="{847D0D4D-7C79-4F20-8FAB-74A00FE5805E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605499" y="5162722"/>
                <a:ext cx="26856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upo 228">
            <a:extLst>
              <a:ext uri="{FF2B5EF4-FFF2-40B4-BE49-F238E27FC236}">
                <a16:creationId xmlns:a16="http://schemas.microsoft.com/office/drawing/2014/main" id="{283E770F-7D98-4B06-A16D-2F3B5661F92B}"/>
              </a:ext>
            </a:extLst>
          </p:cNvPr>
          <p:cNvGrpSpPr/>
          <p:nvPr/>
        </p:nvGrpSpPr>
        <p:grpSpPr>
          <a:xfrm>
            <a:off x="4995379" y="4859242"/>
            <a:ext cx="957960" cy="543600"/>
            <a:chOff x="4995379" y="4859242"/>
            <a:chExt cx="957960" cy="54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F9BDDE5A-7204-4571-83F1-AC9A7C9455EC}"/>
                    </a:ext>
                  </a:extLst>
                </p14:cNvPr>
                <p14:cNvContentPartPr/>
                <p14:nvPr/>
              </p14:nvContentPartPr>
              <p14:xfrm>
                <a:off x="4995379" y="4859242"/>
                <a:ext cx="142920" cy="54360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F9BDDE5A-7204-4571-83F1-AC9A7C9455E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986379" y="4850242"/>
                  <a:ext cx="16056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87A312C8-066D-4E83-ACA6-6906A91EC9B5}"/>
                    </a:ext>
                  </a:extLst>
                </p14:cNvPr>
                <p14:cNvContentPartPr/>
                <p14:nvPr/>
              </p14:nvContentPartPr>
              <p14:xfrm>
                <a:off x="5180059" y="4976602"/>
                <a:ext cx="167040" cy="21960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87A312C8-066D-4E83-ACA6-6906A91EC9B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171419" y="4967962"/>
                  <a:ext cx="184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66B95408-BF2F-4E7B-85BF-0804B9A140CD}"/>
                    </a:ext>
                  </a:extLst>
                </p14:cNvPr>
                <p14:cNvContentPartPr/>
                <p14:nvPr/>
              </p14:nvContentPartPr>
              <p14:xfrm>
                <a:off x="5420179" y="5081362"/>
                <a:ext cx="43920" cy="4248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66B95408-BF2F-4E7B-85BF-0804B9A140C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11179" y="5072362"/>
                  <a:ext cx="61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317176EA-FDBB-4FD4-9EC1-0E2B709AE533}"/>
                    </a:ext>
                  </a:extLst>
                </p14:cNvPr>
                <p14:cNvContentPartPr/>
                <p14:nvPr/>
              </p14:nvContentPartPr>
              <p14:xfrm>
                <a:off x="5593339" y="4982002"/>
                <a:ext cx="82440" cy="24624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317176EA-FDBB-4FD4-9EC1-0E2B709AE53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584339" y="4973362"/>
                  <a:ext cx="100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A9DCB70E-3D62-4419-802F-9D99FA1521B5}"/>
                    </a:ext>
                  </a:extLst>
                </p14:cNvPr>
                <p14:cNvContentPartPr/>
                <p14:nvPr/>
              </p14:nvContentPartPr>
              <p14:xfrm>
                <a:off x="5790979" y="5124202"/>
                <a:ext cx="162360" cy="828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A9DCB70E-3D62-4419-802F-9D99FA1521B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782339" y="5115202"/>
                  <a:ext cx="18000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2C822433-EF91-4EBA-A8E8-DA76E6084C1C}"/>
              </a:ext>
            </a:extLst>
          </p:cNvPr>
          <p:cNvGrpSpPr/>
          <p:nvPr/>
        </p:nvGrpSpPr>
        <p:grpSpPr>
          <a:xfrm>
            <a:off x="6174739" y="4556122"/>
            <a:ext cx="978840" cy="1063800"/>
            <a:chOff x="6174739" y="4556122"/>
            <a:chExt cx="978840" cy="10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02DA5740-E195-4775-ADD3-71B0DE88EE9D}"/>
                    </a:ext>
                  </a:extLst>
                </p14:cNvPr>
                <p14:cNvContentPartPr/>
                <p14:nvPr/>
              </p14:nvContentPartPr>
              <p14:xfrm>
                <a:off x="6174739" y="4922962"/>
                <a:ext cx="85680" cy="22104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02DA5740-E195-4775-ADD3-71B0DE88EE9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166099" y="4913962"/>
                  <a:ext cx="103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5B7BE96A-5B32-43FA-B89F-2CCC943F10DB}"/>
                    </a:ext>
                  </a:extLst>
                </p14:cNvPr>
                <p14:cNvContentPartPr/>
                <p14:nvPr/>
              </p14:nvContentPartPr>
              <p14:xfrm>
                <a:off x="6341419" y="4754842"/>
                <a:ext cx="184320" cy="17496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5B7BE96A-5B32-43FA-B89F-2CCC943F10D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332419" y="4745842"/>
                  <a:ext cx="2019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CEE6B95A-B03F-49F9-BE7A-7331EE808A84}"/>
                    </a:ext>
                  </a:extLst>
                </p14:cNvPr>
                <p14:cNvContentPartPr/>
                <p14:nvPr/>
              </p14:nvContentPartPr>
              <p14:xfrm>
                <a:off x="6174739" y="5200882"/>
                <a:ext cx="329040" cy="3240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CEE6B95A-B03F-49F9-BE7A-7331EE808A8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166099" y="5192242"/>
                  <a:ext cx="346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3ED6861C-570B-42A1-BEC7-8E9916BB652E}"/>
                    </a:ext>
                  </a:extLst>
                </p14:cNvPr>
                <p14:cNvContentPartPr/>
                <p14:nvPr/>
              </p14:nvContentPartPr>
              <p14:xfrm>
                <a:off x="6291739" y="5311042"/>
                <a:ext cx="231840" cy="18972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3ED6861C-570B-42A1-BEC7-8E9916BB652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282739" y="5302402"/>
                  <a:ext cx="249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E0C75F35-81C3-4DB1-BAA8-9A7867CFB77E}"/>
                    </a:ext>
                  </a:extLst>
                </p14:cNvPr>
                <p14:cNvContentPartPr/>
                <p14:nvPr/>
              </p14:nvContentPartPr>
              <p14:xfrm>
                <a:off x="6617539" y="4648282"/>
                <a:ext cx="302040" cy="82332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E0C75F35-81C3-4DB1-BAA8-9A7867CFB77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608899" y="4639282"/>
                  <a:ext cx="319680" cy="8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7EC7C41F-2E50-432D-939F-404C2DA6996E}"/>
                    </a:ext>
                  </a:extLst>
                </p14:cNvPr>
                <p14:cNvContentPartPr/>
                <p14:nvPr/>
              </p14:nvContentPartPr>
              <p14:xfrm>
                <a:off x="6850459" y="4556122"/>
                <a:ext cx="303120" cy="106380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7EC7C41F-2E50-432D-939F-404C2DA6996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841819" y="4547482"/>
                  <a:ext cx="320760" cy="10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B5BC049A-AD6A-4097-81C2-6FAD824DBE51}"/>
                  </a:ext>
                </a:extLst>
              </p14:cNvPr>
              <p14:cNvContentPartPr/>
              <p14:nvPr/>
            </p14:nvContentPartPr>
            <p14:xfrm>
              <a:off x="5569219" y="5060122"/>
              <a:ext cx="230040" cy="278280"/>
            </p14:xfrm>
          </p:contentPart>
        </mc:Choice>
        <mc:Fallback xmlns=""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B5BC049A-AD6A-4097-81C2-6FAD824DBE51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5515219" y="4952122"/>
                <a:ext cx="33768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31" name="Entrada de lápiz 230">
                <a:extLst>
                  <a:ext uri="{FF2B5EF4-FFF2-40B4-BE49-F238E27FC236}">
                    <a16:creationId xmlns:a16="http://schemas.microsoft.com/office/drawing/2014/main" id="{269616C6-4BDB-4CA5-AEA3-7476CBA1C650}"/>
                  </a:ext>
                </a:extLst>
              </p14:cNvPr>
              <p14:cNvContentPartPr/>
              <p14:nvPr/>
            </p14:nvContentPartPr>
            <p14:xfrm>
              <a:off x="6201019" y="4975522"/>
              <a:ext cx="138600" cy="208800"/>
            </p14:xfrm>
          </p:contentPart>
        </mc:Choice>
        <mc:Fallback xmlns="">
          <p:pic>
            <p:nvPicPr>
              <p:cNvPr id="231" name="Entrada de lápiz 230">
                <a:extLst>
                  <a:ext uri="{FF2B5EF4-FFF2-40B4-BE49-F238E27FC236}">
                    <a16:creationId xmlns:a16="http://schemas.microsoft.com/office/drawing/2014/main" id="{269616C6-4BDB-4CA5-AEA3-7476CBA1C650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6147019" y="4867522"/>
                <a:ext cx="246240" cy="42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upo 238">
            <a:extLst>
              <a:ext uri="{FF2B5EF4-FFF2-40B4-BE49-F238E27FC236}">
                <a16:creationId xmlns:a16="http://schemas.microsoft.com/office/drawing/2014/main" id="{0DF7A612-F9E5-47E6-B403-FD79F3A9302D}"/>
              </a:ext>
            </a:extLst>
          </p:cNvPr>
          <p:cNvGrpSpPr/>
          <p:nvPr/>
        </p:nvGrpSpPr>
        <p:grpSpPr>
          <a:xfrm>
            <a:off x="7508899" y="4826482"/>
            <a:ext cx="810360" cy="412560"/>
            <a:chOff x="7508899" y="4826482"/>
            <a:chExt cx="81036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F20B955D-37C3-42D4-8765-D98FC154B0F9}"/>
                    </a:ext>
                  </a:extLst>
                </p14:cNvPr>
                <p14:cNvContentPartPr/>
                <p14:nvPr/>
              </p14:nvContentPartPr>
              <p14:xfrm>
                <a:off x="7639219" y="4878682"/>
                <a:ext cx="22680" cy="36036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F20B955D-37C3-42D4-8765-D98FC154B0F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630579" y="4870042"/>
                  <a:ext cx="403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C97AF6AF-B292-4CF5-AEFF-D208D00453D9}"/>
                    </a:ext>
                  </a:extLst>
                </p14:cNvPr>
                <p14:cNvContentPartPr/>
                <p14:nvPr/>
              </p14:nvContentPartPr>
              <p14:xfrm>
                <a:off x="7508899" y="5018002"/>
                <a:ext cx="323640" cy="5688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C97AF6AF-B292-4CF5-AEFF-D208D00453D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500259" y="5009362"/>
                  <a:ext cx="341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FB04C542-9A08-4DA7-90C8-B35B9E60DD1B}"/>
                    </a:ext>
                  </a:extLst>
                </p14:cNvPr>
                <p14:cNvContentPartPr/>
                <p14:nvPr/>
              </p14:nvContentPartPr>
              <p14:xfrm>
                <a:off x="8078779" y="4848082"/>
                <a:ext cx="31680" cy="271800"/>
              </p14:xfrm>
            </p:contentPart>
          </mc:Choice>
          <mc:Fallback xmlns=""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FB04C542-9A08-4DA7-90C8-B35B9E60DD1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070139" y="4839082"/>
                  <a:ext cx="493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4AE72E81-76DF-4987-8528-8C371D02FA6D}"/>
                    </a:ext>
                  </a:extLst>
                </p14:cNvPr>
                <p14:cNvContentPartPr/>
                <p14:nvPr/>
              </p14:nvContentPartPr>
              <p14:xfrm>
                <a:off x="8207299" y="4826482"/>
                <a:ext cx="43920" cy="26964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4AE72E81-76DF-4987-8528-8C371D02FA6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198299" y="4817842"/>
                  <a:ext cx="615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82353CF2-4B0C-4680-8D95-3613459E2746}"/>
                    </a:ext>
                  </a:extLst>
                </p14:cNvPr>
                <p14:cNvContentPartPr/>
                <p14:nvPr/>
              </p14:nvContentPartPr>
              <p14:xfrm>
                <a:off x="7942699" y="4845922"/>
                <a:ext cx="376560" cy="36360"/>
              </p14:xfrm>
            </p:contentPart>
          </mc:Choice>
          <mc:Fallback xmlns=""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82353CF2-4B0C-4680-8D95-3613459E274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933699" y="4837282"/>
                  <a:ext cx="39420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F4C9A24D-BCA9-4876-8A17-BAD565143CB5}"/>
                  </a:ext>
                </a:extLst>
              </p14:cNvPr>
              <p14:cNvContentPartPr/>
              <p14:nvPr/>
            </p14:nvContentPartPr>
            <p14:xfrm>
              <a:off x="8507899" y="4559002"/>
              <a:ext cx="346320" cy="806760"/>
            </p14:xfrm>
          </p:contentPart>
        </mc:Choice>
        <mc:Fallback xmlns=""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F4C9A24D-BCA9-4876-8A17-BAD565143CB5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8499259" y="4550362"/>
                <a:ext cx="363960" cy="82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44DF277F-0BEC-412E-8B7B-ADDCA664AE01}"/>
                  </a:ext>
                </a:extLst>
              </p14:cNvPr>
              <p14:cNvContentPartPr/>
              <p14:nvPr/>
            </p14:nvContentPartPr>
            <p14:xfrm>
              <a:off x="8873659" y="4806322"/>
              <a:ext cx="129960" cy="370080"/>
            </p14:xfrm>
          </p:contentPart>
        </mc:Choice>
        <mc:Fallback xmlns=""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44DF277F-0BEC-412E-8B7B-ADDCA664AE01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8864659" y="4797322"/>
                <a:ext cx="1476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242" name="Entrada de lápiz 241">
                <a:extLst>
                  <a:ext uri="{FF2B5EF4-FFF2-40B4-BE49-F238E27FC236}">
                    <a16:creationId xmlns:a16="http://schemas.microsoft.com/office/drawing/2014/main" id="{CA557C1D-3389-44E9-9145-1C8AEB3E325F}"/>
                  </a:ext>
                </a:extLst>
              </p14:cNvPr>
              <p14:cNvContentPartPr/>
              <p14:nvPr/>
            </p14:nvContentPartPr>
            <p14:xfrm>
              <a:off x="9353539" y="5032762"/>
              <a:ext cx="234000" cy="2160"/>
            </p14:xfrm>
          </p:contentPart>
        </mc:Choice>
        <mc:Fallback xmlns="">
          <p:pic>
            <p:nvPicPr>
              <p:cNvPr id="242" name="Entrada de lápiz 241">
                <a:extLst>
                  <a:ext uri="{FF2B5EF4-FFF2-40B4-BE49-F238E27FC236}">
                    <a16:creationId xmlns:a16="http://schemas.microsoft.com/office/drawing/2014/main" id="{CA557C1D-3389-44E9-9145-1C8AEB3E325F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9335539" y="5014762"/>
                <a:ext cx="2696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upo 244">
            <a:extLst>
              <a:ext uri="{FF2B5EF4-FFF2-40B4-BE49-F238E27FC236}">
                <a16:creationId xmlns:a16="http://schemas.microsoft.com/office/drawing/2014/main" id="{424B430D-1DD7-40DC-9E9E-A263F4219CD0}"/>
              </a:ext>
            </a:extLst>
          </p:cNvPr>
          <p:cNvGrpSpPr/>
          <p:nvPr/>
        </p:nvGrpSpPr>
        <p:grpSpPr>
          <a:xfrm>
            <a:off x="9840619" y="4559002"/>
            <a:ext cx="481680" cy="752760"/>
            <a:chOff x="9840619" y="4559002"/>
            <a:chExt cx="481680" cy="75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081588D8-206A-49F1-AFE6-19410BD17FE0}"/>
                    </a:ext>
                  </a:extLst>
                </p14:cNvPr>
                <p14:cNvContentPartPr/>
                <p14:nvPr/>
              </p14:nvContentPartPr>
              <p14:xfrm>
                <a:off x="9840619" y="4848802"/>
                <a:ext cx="229320" cy="30672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081588D8-206A-49F1-AFE6-19410BD17FE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831619" y="4840162"/>
                  <a:ext cx="2469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5379FC19-5899-4930-B627-849782CA2152}"/>
                    </a:ext>
                  </a:extLst>
                </p14:cNvPr>
                <p14:cNvContentPartPr/>
                <p14:nvPr/>
              </p14:nvContentPartPr>
              <p14:xfrm>
                <a:off x="10084339" y="4559002"/>
                <a:ext cx="237960" cy="752760"/>
              </p14:xfrm>
            </p:contentPart>
          </mc:Choice>
          <mc:Fallback xmlns=""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5379FC19-5899-4930-B627-849782CA215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075699" y="4550362"/>
                  <a:ext cx="255600" cy="77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46" name="Entrada de lápiz 245">
                <a:extLst>
                  <a:ext uri="{FF2B5EF4-FFF2-40B4-BE49-F238E27FC236}">
                    <a16:creationId xmlns:a16="http://schemas.microsoft.com/office/drawing/2014/main" id="{4BCFA1DE-661E-489F-B289-69314EF5C6C3}"/>
                  </a:ext>
                </a:extLst>
              </p14:cNvPr>
              <p14:cNvContentPartPr/>
              <p14:nvPr/>
            </p14:nvContentPartPr>
            <p14:xfrm>
              <a:off x="6193099" y="3337882"/>
              <a:ext cx="245520" cy="264600"/>
            </p14:xfrm>
          </p:contentPart>
        </mc:Choice>
        <mc:Fallback xmlns="">
          <p:pic>
            <p:nvPicPr>
              <p:cNvPr id="246" name="Entrada de lápiz 245">
                <a:extLst>
                  <a:ext uri="{FF2B5EF4-FFF2-40B4-BE49-F238E27FC236}">
                    <a16:creationId xmlns:a16="http://schemas.microsoft.com/office/drawing/2014/main" id="{4BCFA1DE-661E-489F-B289-69314EF5C6C3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6139099" y="3229882"/>
                <a:ext cx="35316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47" name="Entrada de lápiz 246">
                <a:extLst>
                  <a:ext uri="{FF2B5EF4-FFF2-40B4-BE49-F238E27FC236}">
                    <a16:creationId xmlns:a16="http://schemas.microsoft.com/office/drawing/2014/main" id="{2E686338-7641-4222-9349-CAF9763386AA}"/>
                  </a:ext>
                </a:extLst>
              </p14:cNvPr>
              <p14:cNvContentPartPr/>
              <p14:nvPr/>
            </p14:nvContentPartPr>
            <p14:xfrm>
              <a:off x="8879779" y="4901722"/>
              <a:ext cx="210600" cy="278640"/>
            </p14:xfrm>
          </p:contentPart>
        </mc:Choice>
        <mc:Fallback xmlns="">
          <p:pic>
            <p:nvPicPr>
              <p:cNvPr id="247" name="Entrada de lápiz 246">
                <a:extLst>
                  <a:ext uri="{FF2B5EF4-FFF2-40B4-BE49-F238E27FC236}">
                    <a16:creationId xmlns:a16="http://schemas.microsoft.com/office/drawing/2014/main" id="{2E686338-7641-4222-9349-CAF9763386AA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8826139" y="4793722"/>
                <a:ext cx="31824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B4D65694-09B5-48A1-9DD3-9F319BE6E387}"/>
                  </a:ext>
                </a:extLst>
              </p14:cNvPr>
              <p14:cNvContentPartPr/>
              <p14:nvPr/>
            </p14:nvContentPartPr>
            <p14:xfrm>
              <a:off x="6204979" y="4105762"/>
              <a:ext cx="177480" cy="174240"/>
            </p14:xfrm>
          </p:contentPart>
        </mc:Choice>
        <mc:Fallback xmlns=""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B4D65694-09B5-48A1-9DD3-9F319BE6E387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151339" y="3997762"/>
                <a:ext cx="2851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58B364A4-840B-498A-A9D0-5BFF72D28727}"/>
                  </a:ext>
                </a:extLst>
              </p14:cNvPr>
              <p14:cNvContentPartPr/>
              <p14:nvPr/>
            </p14:nvContentPartPr>
            <p14:xfrm>
              <a:off x="9812539" y="4894522"/>
              <a:ext cx="234360" cy="256320"/>
            </p14:xfrm>
          </p:contentPart>
        </mc:Choice>
        <mc:Fallback xmlns=""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58B364A4-840B-498A-A9D0-5BFF72D28727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9758899" y="4786882"/>
                <a:ext cx="34200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D13B8DB6-3778-45BE-BA25-7114A8F034AF}"/>
                  </a:ext>
                </a:extLst>
              </p14:cNvPr>
              <p14:cNvContentPartPr/>
              <p14:nvPr/>
            </p14:nvContentPartPr>
            <p14:xfrm>
              <a:off x="4307419" y="4274962"/>
              <a:ext cx="136080" cy="226080"/>
            </p14:xfrm>
          </p:contentPart>
        </mc:Choice>
        <mc:Fallback xmlns=""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D13B8DB6-3778-45BE-BA25-7114A8F034AF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4253779" y="4167322"/>
                <a:ext cx="243720" cy="44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upo 276">
            <a:extLst>
              <a:ext uri="{FF2B5EF4-FFF2-40B4-BE49-F238E27FC236}">
                <a16:creationId xmlns:a16="http://schemas.microsoft.com/office/drawing/2014/main" id="{BDAF7BB3-2D7A-4E2F-BCDD-CA19091D0E32}"/>
              </a:ext>
            </a:extLst>
          </p:cNvPr>
          <p:cNvGrpSpPr/>
          <p:nvPr/>
        </p:nvGrpSpPr>
        <p:grpSpPr>
          <a:xfrm>
            <a:off x="5357539" y="5642602"/>
            <a:ext cx="542160" cy="520560"/>
            <a:chOff x="5357539" y="5642602"/>
            <a:chExt cx="54216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A13C9277-B78B-4E48-A7BC-7E7213E6DD25}"/>
                    </a:ext>
                  </a:extLst>
                </p14:cNvPr>
                <p14:cNvContentPartPr/>
                <p14:nvPr/>
              </p14:nvContentPartPr>
              <p14:xfrm>
                <a:off x="5387779" y="5642602"/>
                <a:ext cx="36360" cy="204480"/>
              </p14:xfrm>
            </p:contentPart>
          </mc:Choice>
          <mc:Fallback xmlns=""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A13C9277-B78B-4E48-A7BC-7E7213E6DD2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378779" y="5633602"/>
                  <a:ext cx="54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7AD6CB72-DF13-4898-B1E9-C1E6CB08B04F}"/>
                    </a:ext>
                  </a:extLst>
                </p14:cNvPr>
                <p14:cNvContentPartPr/>
                <p14:nvPr/>
              </p14:nvContentPartPr>
              <p14:xfrm>
                <a:off x="5357539" y="5902162"/>
                <a:ext cx="181080" cy="11520"/>
              </p14:xfrm>
            </p:contentPart>
          </mc:Choice>
          <mc:Fallback xmlns=""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7AD6CB72-DF13-4898-B1E9-C1E6CB08B04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348539" y="5893522"/>
                  <a:ext cx="198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E525031B-158D-4747-939C-8B2C3FE75AA4}"/>
                    </a:ext>
                  </a:extLst>
                </p14:cNvPr>
                <p14:cNvContentPartPr/>
                <p14:nvPr/>
              </p14:nvContentPartPr>
              <p14:xfrm>
                <a:off x="5427739" y="5975602"/>
                <a:ext cx="217080" cy="174600"/>
              </p14:xfrm>
            </p:contentPart>
          </mc:Choice>
          <mc:Fallback xmlns=""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E525031B-158D-4747-939C-8B2C3FE75AA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418739" y="5966602"/>
                  <a:ext cx="234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FF6254F4-6278-4E0F-991D-B80786622D75}"/>
                    </a:ext>
                  </a:extLst>
                </p14:cNvPr>
                <p14:cNvContentPartPr/>
                <p14:nvPr/>
              </p14:nvContentPartPr>
              <p14:xfrm>
                <a:off x="5712139" y="5700922"/>
                <a:ext cx="187560" cy="462240"/>
              </p14:xfrm>
            </p:contentPart>
          </mc:Choice>
          <mc:Fallback xmlns=""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FF6254F4-6278-4E0F-991D-B80786622D7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703139" y="5691922"/>
                  <a:ext cx="205200" cy="47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upo 287">
            <a:extLst>
              <a:ext uri="{FF2B5EF4-FFF2-40B4-BE49-F238E27FC236}">
                <a16:creationId xmlns:a16="http://schemas.microsoft.com/office/drawing/2014/main" id="{DC815A74-ED8A-4623-938E-0EE0904FB41D}"/>
              </a:ext>
            </a:extLst>
          </p:cNvPr>
          <p:cNvGrpSpPr/>
          <p:nvPr/>
        </p:nvGrpSpPr>
        <p:grpSpPr>
          <a:xfrm>
            <a:off x="6282019" y="5828362"/>
            <a:ext cx="1078200" cy="273960"/>
            <a:chOff x="6282019" y="5828362"/>
            <a:chExt cx="107820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A555290D-473F-469A-A09E-FC566C53B3DB}"/>
                    </a:ext>
                  </a:extLst>
                </p14:cNvPr>
                <p14:cNvContentPartPr/>
                <p14:nvPr/>
              </p14:nvContentPartPr>
              <p14:xfrm>
                <a:off x="6388939" y="5844922"/>
                <a:ext cx="38520" cy="257400"/>
              </p14:xfrm>
            </p:contentPart>
          </mc:Choice>
          <mc:Fallback xmlns=""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A555290D-473F-469A-A09E-FC566C53B3D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379939" y="5835922"/>
                  <a:ext cx="561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4CB1953D-7A11-43DD-ACCB-5D4F73556A28}"/>
                    </a:ext>
                  </a:extLst>
                </p14:cNvPr>
                <p14:cNvContentPartPr/>
                <p14:nvPr/>
              </p14:nvContentPartPr>
              <p14:xfrm>
                <a:off x="6282019" y="5974162"/>
                <a:ext cx="264240" cy="59760"/>
              </p14:xfrm>
            </p:contentPart>
          </mc:Choice>
          <mc:Fallback xmlns=""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4CB1953D-7A11-43DD-ACCB-5D4F73556A2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273019" y="5965522"/>
                  <a:ext cx="281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F27D66F6-899E-4B5B-833A-D22C5ABAD3BE}"/>
                    </a:ext>
                  </a:extLst>
                </p14:cNvPr>
                <p14:cNvContentPartPr/>
                <p14:nvPr/>
              </p14:nvContentPartPr>
              <p14:xfrm>
                <a:off x="6811219" y="5850682"/>
                <a:ext cx="14760" cy="242640"/>
              </p14:xfrm>
            </p:contentPart>
          </mc:Choice>
          <mc:Fallback xmlns=""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F27D66F6-899E-4B5B-833A-D22C5ABAD3B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802219" y="5841682"/>
                  <a:ext cx="324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DFBAD2DC-B4F4-4FC7-BE89-299ECA3264B3}"/>
                    </a:ext>
                  </a:extLst>
                </p14:cNvPr>
                <p14:cNvContentPartPr/>
                <p14:nvPr/>
              </p14:nvContentPartPr>
              <p14:xfrm>
                <a:off x="6906979" y="5863282"/>
                <a:ext cx="14400" cy="206640"/>
              </p14:xfrm>
            </p:contentPart>
          </mc:Choice>
          <mc:Fallback xmlns=""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DFBAD2DC-B4F4-4FC7-BE89-299ECA3264B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97979" y="5854642"/>
                  <a:ext cx="32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8C0BEA94-3A40-4FCB-B834-1D3B91DC8BB6}"/>
                    </a:ext>
                  </a:extLst>
                </p14:cNvPr>
                <p14:cNvContentPartPr/>
                <p14:nvPr/>
              </p14:nvContentPartPr>
              <p14:xfrm>
                <a:off x="6788899" y="5828362"/>
                <a:ext cx="261000" cy="56880"/>
              </p14:xfrm>
            </p:contentPart>
          </mc:Choice>
          <mc:Fallback xmlns=""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8C0BEA94-3A40-4FCB-B834-1D3B91DC8BB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780259" y="5819362"/>
                  <a:ext cx="278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5ED225D3-97EF-4ADF-ABBE-C3650EB5C7E4}"/>
                    </a:ext>
                  </a:extLst>
                </p14:cNvPr>
                <p14:cNvContentPartPr/>
                <p14:nvPr/>
              </p14:nvContentPartPr>
              <p14:xfrm>
                <a:off x="6632299" y="5828722"/>
                <a:ext cx="366120" cy="44640"/>
              </p14:xfrm>
            </p:contentPart>
          </mc:Choice>
          <mc:Fallback xmlns=""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5ED225D3-97EF-4ADF-ABBE-C3650EB5C7E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623299" y="5820082"/>
                  <a:ext cx="383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D23BC7B3-2226-4370-B9A4-55728D2B2C76}"/>
                    </a:ext>
                  </a:extLst>
                </p14:cNvPr>
                <p14:cNvContentPartPr/>
                <p14:nvPr/>
              </p14:nvContentPartPr>
              <p14:xfrm>
                <a:off x="7062499" y="5951842"/>
                <a:ext cx="72720" cy="54720"/>
              </p14:xfrm>
            </p:contentPart>
          </mc:Choice>
          <mc:Fallback xmlns=""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D23BC7B3-2226-4370-B9A4-55728D2B2C7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053499" y="5942842"/>
                  <a:ext cx="90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4E46FF12-B61F-4158-9BF5-C4C79DD5948D}"/>
                    </a:ext>
                  </a:extLst>
                </p14:cNvPr>
                <p14:cNvContentPartPr/>
                <p14:nvPr/>
              </p14:nvContentPartPr>
              <p14:xfrm>
                <a:off x="7300459" y="5837002"/>
                <a:ext cx="59760" cy="257760"/>
              </p14:xfrm>
            </p:contentPart>
          </mc:Choice>
          <mc:Fallback xmlns=""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4E46FF12-B61F-4158-9BF5-C4C79DD5948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291459" y="5828362"/>
                  <a:ext cx="7740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upo 292">
            <a:extLst>
              <a:ext uri="{FF2B5EF4-FFF2-40B4-BE49-F238E27FC236}">
                <a16:creationId xmlns:a16="http://schemas.microsoft.com/office/drawing/2014/main" id="{4E1F5F26-AC85-42B3-8E98-74E7D7DCDBF8}"/>
              </a:ext>
            </a:extLst>
          </p:cNvPr>
          <p:cNvGrpSpPr/>
          <p:nvPr/>
        </p:nvGrpSpPr>
        <p:grpSpPr>
          <a:xfrm>
            <a:off x="7667355" y="5945040"/>
            <a:ext cx="346680" cy="152280"/>
            <a:chOff x="7667355" y="5945040"/>
            <a:chExt cx="34668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6EBA69CA-C0D2-404D-8E67-03AA390E9EA2}"/>
                    </a:ext>
                  </a:extLst>
                </p14:cNvPr>
                <p14:cNvContentPartPr/>
                <p14:nvPr/>
              </p14:nvContentPartPr>
              <p14:xfrm>
                <a:off x="7732875" y="5952240"/>
                <a:ext cx="209160" cy="23400"/>
              </p14:xfrm>
            </p:contentPart>
          </mc:Choice>
          <mc:Fallback xmlns=""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6EBA69CA-C0D2-404D-8E67-03AA390E9EA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723875" y="5943600"/>
                  <a:ext cx="226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F01A21E5-EC25-4987-A39D-8FD67F00F91A}"/>
                    </a:ext>
                  </a:extLst>
                </p14:cNvPr>
                <p14:cNvContentPartPr/>
                <p14:nvPr/>
              </p14:nvContentPartPr>
              <p14:xfrm>
                <a:off x="7708755" y="6028560"/>
                <a:ext cx="293400" cy="38880"/>
              </p14:xfrm>
            </p:contentPart>
          </mc:Choice>
          <mc:Fallback xmlns=""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F01A21E5-EC25-4987-A39D-8FD67F00F91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699755" y="6019560"/>
                  <a:ext cx="311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CD80B08B-E330-462B-B652-EEF91BD49D63}"/>
                    </a:ext>
                  </a:extLst>
                </p14:cNvPr>
                <p14:cNvContentPartPr/>
                <p14:nvPr/>
              </p14:nvContentPartPr>
              <p14:xfrm>
                <a:off x="7667355" y="5945040"/>
                <a:ext cx="333360" cy="52920"/>
              </p14:xfrm>
            </p:contentPart>
          </mc:Choice>
          <mc:Fallback xmlns=""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CD80B08B-E330-462B-B652-EEF91BD49D6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658715" y="5936400"/>
                  <a:ext cx="351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9EB47F54-ACBA-437B-AD16-F0709934EB92}"/>
                    </a:ext>
                  </a:extLst>
                </p14:cNvPr>
                <p14:cNvContentPartPr/>
                <p14:nvPr/>
              </p14:nvContentPartPr>
              <p14:xfrm>
                <a:off x="7670595" y="6059160"/>
                <a:ext cx="343440" cy="38160"/>
              </p14:xfrm>
            </p:contentPart>
          </mc:Choice>
          <mc:Fallback xmlns=""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9EB47F54-ACBA-437B-AD16-F0709934EB9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61955" y="6050520"/>
                  <a:ext cx="36108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upo 316">
            <a:extLst>
              <a:ext uri="{FF2B5EF4-FFF2-40B4-BE49-F238E27FC236}">
                <a16:creationId xmlns:a16="http://schemas.microsoft.com/office/drawing/2014/main" id="{5414DFA4-2A6F-45B8-9200-B8BFA55F46DC}"/>
              </a:ext>
            </a:extLst>
          </p:cNvPr>
          <p:cNvGrpSpPr/>
          <p:nvPr/>
        </p:nvGrpSpPr>
        <p:grpSpPr>
          <a:xfrm>
            <a:off x="8219955" y="5749920"/>
            <a:ext cx="920520" cy="585720"/>
            <a:chOff x="8219955" y="5749920"/>
            <a:chExt cx="920520" cy="58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245758AC-7190-4302-A3ED-CB5638C81FFC}"/>
                    </a:ext>
                  </a:extLst>
                </p14:cNvPr>
                <p14:cNvContentPartPr/>
                <p14:nvPr/>
              </p14:nvContentPartPr>
              <p14:xfrm>
                <a:off x="8296635" y="5875200"/>
                <a:ext cx="28080" cy="212040"/>
              </p14:xfrm>
            </p:contentPart>
          </mc:Choice>
          <mc:Fallback xmlns=""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245758AC-7190-4302-A3ED-CB5638C81FF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287635" y="5866200"/>
                  <a:ext cx="45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3DEC33AA-BE4B-40E5-AE47-1939AE2BE371}"/>
                    </a:ext>
                  </a:extLst>
                </p14:cNvPr>
                <p14:cNvContentPartPr/>
                <p14:nvPr/>
              </p14:nvContentPartPr>
              <p14:xfrm>
                <a:off x="8393115" y="5857560"/>
                <a:ext cx="45720" cy="250920"/>
              </p14:xfrm>
            </p:contentPart>
          </mc:Choice>
          <mc:Fallback xmlns=""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3DEC33AA-BE4B-40E5-AE47-1939AE2BE37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384115" y="5848560"/>
                  <a:ext cx="633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EC0A3BCD-4B83-44B2-A1E8-8989DDE4B76C}"/>
                    </a:ext>
                  </a:extLst>
                </p14:cNvPr>
                <p14:cNvContentPartPr/>
                <p14:nvPr/>
              </p14:nvContentPartPr>
              <p14:xfrm>
                <a:off x="8219955" y="5858640"/>
                <a:ext cx="316440" cy="60120"/>
              </p14:xfrm>
            </p:contentPart>
          </mc:Choice>
          <mc:Fallback xmlns=""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EC0A3BCD-4B83-44B2-A1E8-8989DDE4B76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211315" y="5849640"/>
                  <a:ext cx="334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D3FDD436-EE14-4AAF-9B75-54D86572231B}"/>
                    </a:ext>
                  </a:extLst>
                </p14:cNvPr>
                <p14:cNvContentPartPr/>
                <p14:nvPr/>
              </p14:nvContentPartPr>
              <p14:xfrm>
                <a:off x="8297355" y="5918040"/>
                <a:ext cx="7560" cy="195120"/>
              </p14:xfrm>
            </p:contentPart>
          </mc:Choice>
          <mc:Fallback xmlns=""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D3FDD436-EE14-4AAF-9B75-54D86572231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288355" y="5909400"/>
                  <a:ext cx="25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673CD153-A857-49CC-8585-952959A2FBE6}"/>
                    </a:ext>
                  </a:extLst>
                </p14:cNvPr>
                <p14:cNvContentPartPr/>
                <p14:nvPr/>
              </p14:nvContentPartPr>
              <p14:xfrm>
                <a:off x="8402835" y="5875920"/>
                <a:ext cx="68760" cy="197640"/>
              </p14:xfrm>
            </p:contentPart>
          </mc:Choice>
          <mc:Fallback xmlns=""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673CD153-A857-49CC-8585-952959A2FBE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393835" y="5866920"/>
                  <a:ext cx="864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6C83DFFA-DECA-41F2-B96F-373AB817669C}"/>
                    </a:ext>
                  </a:extLst>
                </p14:cNvPr>
                <p14:cNvContentPartPr/>
                <p14:nvPr/>
              </p14:nvContentPartPr>
              <p14:xfrm>
                <a:off x="8639355" y="5970960"/>
                <a:ext cx="82080" cy="54720"/>
              </p14:xfrm>
            </p:contentPart>
          </mc:Choice>
          <mc:Fallback xmlns=""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6C83DFFA-DECA-41F2-B96F-373AB817669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630355" y="5961960"/>
                  <a:ext cx="99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04BFBACB-3F10-4810-B6DC-BB5929A59F40}"/>
                    </a:ext>
                  </a:extLst>
                </p14:cNvPr>
                <p14:cNvContentPartPr/>
                <p14:nvPr/>
              </p14:nvContentPartPr>
              <p14:xfrm>
                <a:off x="8924115" y="5749920"/>
                <a:ext cx="70560" cy="241560"/>
              </p14:xfrm>
            </p:contentPart>
          </mc:Choice>
          <mc:Fallback xmlns=""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04BFBACB-3F10-4810-B6DC-BB5929A59F4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915115" y="5741280"/>
                  <a:ext cx="882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EA8D5C98-3383-43D2-9EDD-DFA6E541C518}"/>
                    </a:ext>
                  </a:extLst>
                </p14:cNvPr>
                <p14:cNvContentPartPr/>
                <p14:nvPr/>
              </p14:nvContentPartPr>
              <p14:xfrm>
                <a:off x="8890995" y="6018480"/>
                <a:ext cx="191520" cy="27360"/>
              </p14:xfrm>
            </p:contentPart>
          </mc:Choice>
          <mc:Fallback xmlns=""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EA8D5C98-3383-43D2-9EDD-DFA6E541C51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881995" y="6009840"/>
                  <a:ext cx="209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B281797F-75C7-4B84-8168-1648BCF5FC1D}"/>
                    </a:ext>
                  </a:extLst>
                </p14:cNvPr>
                <p14:cNvContentPartPr/>
                <p14:nvPr/>
              </p14:nvContentPartPr>
              <p14:xfrm>
                <a:off x="8948595" y="6137280"/>
                <a:ext cx="191880" cy="198360"/>
              </p14:xfrm>
            </p:contentPart>
          </mc:Choice>
          <mc:Fallback xmlns=""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B281797F-75C7-4B84-8168-1648BCF5FC1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939595" y="6128280"/>
                  <a:ext cx="20952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upo 315">
            <a:extLst>
              <a:ext uri="{FF2B5EF4-FFF2-40B4-BE49-F238E27FC236}">
                <a16:creationId xmlns:a16="http://schemas.microsoft.com/office/drawing/2014/main" id="{273A0874-0E32-4F41-8547-6196C1F56679}"/>
              </a:ext>
            </a:extLst>
          </p:cNvPr>
          <p:cNvGrpSpPr/>
          <p:nvPr/>
        </p:nvGrpSpPr>
        <p:grpSpPr>
          <a:xfrm>
            <a:off x="9502995" y="5780160"/>
            <a:ext cx="958320" cy="275400"/>
            <a:chOff x="9502995" y="5780160"/>
            <a:chExt cx="95832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4A81F786-4616-4911-ABBF-09697CDCFE6B}"/>
                    </a:ext>
                  </a:extLst>
                </p14:cNvPr>
                <p14:cNvContentPartPr/>
                <p14:nvPr/>
              </p14:nvContentPartPr>
              <p14:xfrm>
                <a:off x="9636555" y="5787000"/>
                <a:ext cx="44640" cy="268560"/>
              </p14:xfrm>
            </p:contentPart>
          </mc:Choice>
          <mc:Fallback xmlns=""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4A81F786-4616-4911-ABBF-09697CDCFE6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627915" y="5778000"/>
                  <a:ext cx="62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7E3B7922-7879-427D-9CB7-FED41243BBA3}"/>
                    </a:ext>
                  </a:extLst>
                </p14:cNvPr>
                <p14:cNvContentPartPr/>
                <p14:nvPr/>
              </p14:nvContentPartPr>
              <p14:xfrm>
                <a:off x="9502995" y="5951160"/>
                <a:ext cx="300960" cy="25560"/>
              </p14:xfrm>
            </p:contentPart>
          </mc:Choice>
          <mc:Fallback xmlns=""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7E3B7922-7879-427D-9CB7-FED41243BBA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493995" y="5942520"/>
                  <a:ext cx="318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044B00CF-0A51-403F-AD1E-7BF3CC838F9E}"/>
                    </a:ext>
                  </a:extLst>
                </p14:cNvPr>
                <p14:cNvContentPartPr/>
                <p14:nvPr/>
              </p14:nvContentPartPr>
              <p14:xfrm>
                <a:off x="10060995" y="5781240"/>
                <a:ext cx="32400" cy="192240"/>
              </p14:xfrm>
            </p:contentPart>
          </mc:Choice>
          <mc:Fallback xmlns=""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044B00CF-0A51-403F-AD1E-7BF3CC838F9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051995" y="5772600"/>
                  <a:ext cx="50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0DAF3793-E96E-4757-A96E-74214927BB8C}"/>
                    </a:ext>
                  </a:extLst>
                </p14:cNvPr>
                <p14:cNvContentPartPr/>
                <p14:nvPr/>
              </p14:nvContentPartPr>
              <p14:xfrm>
                <a:off x="10170075" y="5780160"/>
                <a:ext cx="20160" cy="184680"/>
              </p14:xfrm>
            </p:contentPart>
          </mc:Choice>
          <mc:Fallback xmlns=""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0DAF3793-E96E-4757-A96E-74214927BB8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161435" y="5771520"/>
                  <a:ext cx="37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0EE3FC41-CC9D-4019-99A3-7D51B4CD0C34}"/>
                    </a:ext>
                  </a:extLst>
                </p14:cNvPr>
                <p14:cNvContentPartPr/>
                <p14:nvPr/>
              </p14:nvContentPartPr>
              <p14:xfrm>
                <a:off x="9950475" y="5794560"/>
                <a:ext cx="358560" cy="21240"/>
              </p14:xfrm>
            </p:contentPart>
          </mc:Choice>
          <mc:Fallback xmlns=""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0EE3FC41-CC9D-4019-99A3-7D51B4CD0C3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941835" y="5785920"/>
                  <a:ext cx="376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FBE329E5-4A7C-4D5C-BF7E-6723C84E9940}"/>
                    </a:ext>
                  </a:extLst>
                </p14:cNvPr>
                <p14:cNvContentPartPr/>
                <p14:nvPr/>
              </p14:nvContentPartPr>
              <p14:xfrm>
                <a:off x="10394355" y="5881320"/>
                <a:ext cx="66960" cy="75240"/>
              </p14:xfrm>
            </p:contentPart>
          </mc:Choice>
          <mc:Fallback xmlns=""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FBE329E5-4A7C-4D5C-BF7E-6723C84E994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385715" y="5872320"/>
                  <a:ext cx="8460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315" name="Entrada de lápiz 314">
                <a:extLst>
                  <a:ext uri="{FF2B5EF4-FFF2-40B4-BE49-F238E27FC236}">
                    <a16:creationId xmlns:a16="http://schemas.microsoft.com/office/drawing/2014/main" id="{B7EAC003-059C-47C9-97BB-54DE5FCF003F}"/>
                  </a:ext>
                </a:extLst>
              </p14:cNvPr>
              <p14:cNvContentPartPr/>
              <p14:nvPr/>
            </p14:nvContentPartPr>
            <p14:xfrm>
              <a:off x="10654635" y="5738040"/>
              <a:ext cx="119160" cy="226800"/>
            </p14:xfrm>
          </p:contentPart>
        </mc:Choice>
        <mc:Fallback xmlns="">
          <p:pic>
            <p:nvPicPr>
              <p:cNvPr id="315" name="Entrada de lápiz 314">
                <a:extLst>
                  <a:ext uri="{FF2B5EF4-FFF2-40B4-BE49-F238E27FC236}">
                    <a16:creationId xmlns:a16="http://schemas.microsoft.com/office/drawing/2014/main" id="{B7EAC003-059C-47C9-97BB-54DE5FCF003F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10645635" y="5729400"/>
                <a:ext cx="136800" cy="24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" name="Grupo 328">
            <a:extLst>
              <a:ext uri="{FF2B5EF4-FFF2-40B4-BE49-F238E27FC236}">
                <a16:creationId xmlns:a16="http://schemas.microsoft.com/office/drawing/2014/main" id="{7C1E9835-595C-4DEF-9A83-3CD848D4E69A}"/>
              </a:ext>
            </a:extLst>
          </p:cNvPr>
          <p:cNvGrpSpPr/>
          <p:nvPr/>
        </p:nvGrpSpPr>
        <p:grpSpPr>
          <a:xfrm>
            <a:off x="10654995" y="6019560"/>
            <a:ext cx="590400" cy="307080"/>
            <a:chOff x="10654995" y="6019560"/>
            <a:chExt cx="59040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EAD0C97E-DA2B-41FB-8A69-181C81F7FE2B}"/>
                    </a:ext>
                  </a:extLst>
                </p14:cNvPr>
                <p14:cNvContentPartPr/>
                <p14:nvPr/>
              </p14:nvContentPartPr>
              <p14:xfrm>
                <a:off x="10654995" y="6019560"/>
                <a:ext cx="309960" cy="10440"/>
              </p14:xfrm>
            </p:contentPart>
          </mc:Choice>
          <mc:Fallback xmlns=""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EAD0C97E-DA2B-41FB-8A69-181C81F7FE2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637355" y="6001920"/>
                  <a:ext cx="345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CB0942A7-2EDF-4B42-B3F0-7D9BD51A1B91}"/>
                    </a:ext>
                  </a:extLst>
                </p14:cNvPr>
                <p14:cNvContentPartPr/>
                <p14:nvPr/>
              </p14:nvContentPartPr>
              <p14:xfrm>
                <a:off x="10724475" y="6107400"/>
                <a:ext cx="79920" cy="219240"/>
              </p14:xfrm>
            </p:contentPart>
          </mc:Choice>
          <mc:Fallback xmlns=""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CB0942A7-2EDF-4B42-B3F0-7D9BD51A1B9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706475" y="6089760"/>
                  <a:ext cx="115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3E14515C-CD7C-4B0D-BDC9-4468B88F2B91}"/>
                    </a:ext>
                  </a:extLst>
                </p14:cNvPr>
                <p14:cNvContentPartPr/>
                <p14:nvPr/>
              </p14:nvContentPartPr>
              <p14:xfrm>
                <a:off x="10912035" y="6220800"/>
                <a:ext cx="69120" cy="46440"/>
              </p14:xfrm>
            </p:contentPart>
          </mc:Choice>
          <mc:Fallback xmlns=""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3E14515C-CD7C-4B0D-BDC9-4468B88F2B9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894395" y="6202800"/>
                  <a:ext cx="104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934B853F-D051-4463-B0B9-9415BFB74071}"/>
                    </a:ext>
                  </a:extLst>
                </p14:cNvPr>
                <p14:cNvContentPartPr/>
                <p14:nvPr/>
              </p14:nvContentPartPr>
              <p14:xfrm>
                <a:off x="11089875" y="6147720"/>
                <a:ext cx="155520" cy="119160"/>
              </p14:xfrm>
            </p:contentPart>
          </mc:Choice>
          <mc:Fallback xmlns=""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934B853F-D051-4463-B0B9-9415BFB7407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072235" y="6129720"/>
                  <a:ext cx="19116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upo 327">
            <a:extLst>
              <a:ext uri="{FF2B5EF4-FFF2-40B4-BE49-F238E27FC236}">
                <a16:creationId xmlns:a16="http://schemas.microsoft.com/office/drawing/2014/main" id="{8A15AE2A-6AD6-4D52-9A1D-FBB583228FC5}"/>
              </a:ext>
            </a:extLst>
          </p:cNvPr>
          <p:cNvGrpSpPr/>
          <p:nvPr/>
        </p:nvGrpSpPr>
        <p:grpSpPr>
          <a:xfrm>
            <a:off x="10927875" y="5663520"/>
            <a:ext cx="348120" cy="165960"/>
            <a:chOff x="10927875" y="5663520"/>
            <a:chExt cx="34812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A88FE708-4926-415F-807F-1B163169C4B4}"/>
                    </a:ext>
                  </a:extLst>
                </p14:cNvPr>
                <p14:cNvContentPartPr/>
                <p14:nvPr/>
              </p14:nvContentPartPr>
              <p14:xfrm>
                <a:off x="10927875" y="5754240"/>
                <a:ext cx="42480" cy="61200"/>
              </p14:xfrm>
            </p:contentPart>
          </mc:Choice>
          <mc:Fallback xmlns=""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A88FE708-4926-415F-807F-1B163169C4B4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910235" y="5736240"/>
                  <a:ext cx="78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CAEA71B6-39F9-433B-A3A5-1ED080EFC59C}"/>
                    </a:ext>
                  </a:extLst>
                </p14:cNvPr>
                <p14:cNvContentPartPr/>
                <p14:nvPr/>
              </p14:nvContentPartPr>
              <p14:xfrm>
                <a:off x="11125155" y="5663520"/>
                <a:ext cx="150840" cy="165960"/>
              </p14:xfrm>
            </p:contentPart>
          </mc:Choice>
          <mc:Fallback xmlns=""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CAEA71B6-39F9-433B-A3A5-1ED080EFC59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107515" y="5645520"/>
                  <a:ext cx="18648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upo 338">
            <a:extLst>
              <a:ext uri="{FF2B5EF4-FFF2-40B4-BE49-F238E27FC236}">
                <a16:creationId xmlns:a16="http://schemas.microsoft.com/office/drawing/2014/main" id="{481DA94C-1DCC-42F2-9D75-2D3B1EF31B54}"/>
              </a:ext>
            </a:extLst>
          </p:cNvPr>
          <p:cNvGrpSpPr/>
          <p:nvPr/>
        </p:nvGrpSpPr>
        <p:grpSpPr>
          <a:xfrm>
            <a:off x="1477875" y="5720362"/>
            <a:ext cx="3651784" cy="1197758"/>
            <a:chOff x="1477875" y="5720362"/>
            <a:chExt cx="3651784" cy="119775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C309B49C-5C52-438B-ACF5-21624DF5AEF8}"/>
                    </a:ext>
                  </a:extLst>
                </p14:cNvPr>
                <p14:cNvContentPartPr/>
                <p14:nvPr/>
              </p14:nvContentPartPr>
              <p14:xfrm>
                <a:off x="1652059" y="5732962"/>
                <a:ext cx="202680" cy="423000"/>
              </p14:xfrm>
            </p:contentPart>
          </mc:Choice>
          <mc:Fallback xmlns=""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C309B49C-5C52-438B-ACF5-21624DF5AEF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643419" y="5724322"/>
                  <a:ext cx="2203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42DD14A5-A585-4F1E-8842-EF7CB69BF237}"/>
                    </a:ext>
                  </a:extLst>
                </p14:cNvPr>
                <p14:cNvContentPartPr/>
                <p14:nvPr/>
              </p14:nvContentPartPr>
              <p14:xfrm>
                <a:off x="2119339" y="5949682"/>
                <a:ext cx="164880" cy="5400"/>
              </p14:xfrm>
            </p:contentPart>
          </mc:Choice>
          <mc:Fallback xmlns=""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42DD14A5-A585-4F1E-8842-EF7CB69BF23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110339" y="5941042"/>
                  <a:ext cx="182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438E481F-BFBA-490A-BD92-AB5F2D183056}"/>
                    </a:ext>
                  </a:extLst>
                </p14:cNvPr>
                <p14:cNvContentPartPr/>
                <p14:nvPr/>
              </p14:nvContentPartPr>
              <p14:xfrm>
                <a:off x="2144179" y="6050122"/>
                <a:ext cx="236160" cy="2520"/>
              </p14:xfrm>
            </p:contentPart>
          </mc:Choice>
          <mc:Fallback xmlns=""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438E481F-BFBA-490A-BD92-AB5F2D18305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135179" y="6041122"/>
                  <a:ext cx="253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F83CD52F-0FA2-4303-86B2-D2CC42233EB7}"/>
                    </a:ext>
                  </a:extLst>
                </p14:cNvPr>
                <p14:cNvContentPartPr/>
                <p14:nvPr/>
              </p14:nvContentPartPr>
              <p14:xfrm>
                <a:off x="2476099" y="5921602"/>
                <a:ext cx="11160" cy="167760"/>
              </p14:xfrm>
            </p:contentPart>
          </mc:Choice>
          <mc:Fallback xmlns=""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F83CD52F-0FA2-4303-86B2-D2CC42233EB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467099" y="5912962"/>
                  <a:ext cx="28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DFACBA07-330D-4D1C-ADEB-722D7168A990}"/>
                    </a:ext>
                  </a:extLst>
                </p14:cNvPr>
                <p14:cNvContentPartPr/>
                <p14:nvPr/>
              </p14:nvContentPartPr>
              <p14:xfrm>
                <a:off x="2541979" y="5912962"/>
                <a:ext cx="23040" cy="180360"/>
              </p14:xfrm>
            </p:contentPart>
          </mc:Choice>
          <mc:Fallback xmlns=""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DFACBA07-330D-4D1C-ADEB-722D7168A99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533339" y="5903962"/>
                  <a:ext cx="40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B9A5E368-D50A-4423-9902-776F6552C753}"/>
                    </a:ext>
                  </a:extLst>
                </p14:cNvPr>
                <p14:cNvContentPartPr/>
                <p14:nvPr/>
              </p14:nvContentPartPr>
              <p14:xfrm>
                <a:off x="2376739" y="5896402"/>
                <a:ext cx="194040" cy="45000"/>
              </p14:xfrm>
            </p:contentPart>
          </mc:Choice>
          <mc:Fallback xmlns=""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B9A5E368-D50A-4423-9902-776F6552C75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367739" y="5887402"/>
                  <a:ext cx="211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510E05C8-C944-4210-AFC5-0E9984FFBC55}"/>
                    </a:ext>
                  </a:extLst>
                </p14:cNvPr>
                <p14:cNvContentPartPr/>
                <p14:nvPr/>
              </p14:nvContentPartPr>
              <p14:xfrm>
                <a:off x="2775979" y="5720362"/>
                <a:ext cx="135000" cy="412920"/>
              </p14:xfrm>
            </p:contentPart>
          </mc:Choice>
          <mc:Fallback xmlns=""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510E05C8-C944-4210-AFC5-0E9984FFBC5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767339" y="5711362"/>
                  <a:ext cx="152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882680F7-799F-4A41-80AC-B27620D555E4}"/>
                    </a:ext>
                  </a:extLst>
                </p14:cNvPr>
                <p14:cNvContentPartPr/>
                <p14:nvPr/>
              </p14:nvContentPartPr>
              <p14:xfrm>
                <a:off x="3055699" y="5860402"/>
                <a:ext cx="165960" cy="138600"/>
              </p14:xfrm>
            </p:contentPart>
          </mc:Choice>
          <mc:Fallback xmlns=""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882680F7-799F-4A41-80AC-B27620D555E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046699" y="5851402"/>
                  <a:ext cx="183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0F2120F5-D3D7-4537-848D-A0416D464688}"/>
                    </a:ext>
                  </a:extLst>
                </p14:cNvPr>
                <p14:cNvContentPartPr/>
                <p14:nvPr/>
              </p14:nvContentPartPr>
              <p14:xfrm>
                <a:off x="3190339" y="5865082"/>
                <a:ext cx="9360" cy="257760"/>
              </p14:xfrm>
            </p:contentPart>
          </mc:Choice>
          <mc:Fallback xmlns=""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0F2120F5-D3D7-4537-848D-A0416D46468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181699" y="5856442"/>
                  <a:ext cx="27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383B45A8-B421-4D0C-82AD-DE7C94EF8DB5}"/>
                    </a:ext>
                  </a:extLst>
                </p14:cNvPr>
                <p14:cNvContentPartPr/>
                <p14:nvPr/>
              </p14:nvContentPartPr>
              <p14:xfrm>
                <a:off x="3453499" y="6014842"/>
                <a:ext cx="185400" cy="23760"/>
              </p14:xfrm>
            </p:contentPart>
          </mc:Choice>
          <mc:Fallback xmlns=""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383B45A8-B421-4D0C-82AD-DE7C94EF8DB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444499" y="6006202"/>
                  <a:ext cx="20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336A0B0E-3482-4EF5-BD25-2C97710BAF57}"/>
                    </a:ext>
                  </a:extLst>
                </p14:cNvPr>
                <p14:cNvContentPartPr/>
                <p14:nvPr/>
              </p14:nvContentPartPr>
              <p14:xfrm>
                <a:off x="3817099" y="5842042"/>
                <a:ext cx="203400" cy="248400"/>
              </p14:xfrm>
            </p:contentPart>
          </mc:Choice>
          <mc:Fallback xmlns=""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336A0B0E-3482-4EF5-BD25-2C97710BAF5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808099" y="5833042"/>
                  <a:ext cx="221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7B310BB8-D3EE-4544-A1BB-FDE126B855F5}"/>
                    </a:ext>
                  </a:extLst>
                </p14:cNvPr>
                <p14:cNvContentPartPr/>
                <p14:nvPr/>
              </p14:nvContentPartPr>
              <p14:xfrm>
                <a:off x="4188619" y="5946082"/>
                <a:ext cx="193320" cy="24840"/>
              </p14:xfrm>
            </p:contentPart>
          </mc:Choice>
          <mc:Fallback xmlns=""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7B310BB8-D3EE-4544-A1BB-FDE126B855F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179979" y="5937082"/>
                  <a:ext cx="210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7E5A6680-94F3-44A2-99F9-33B911825CE6}"/>
                    </a:ext>
                  </a:extLst>
                </p14:cNvPr>
                <p14:cNvContentPartPr/>
                <p14:nvPr/>
              </p14:nvContentPartPr>
              <p14:xfrm>
                <a:off x="4516579" y="5813602"/>
                <a:ext cx="269280" cy="234360"/>
              </p14:xfrm>
            </p:contentPart>
          </mc:Choice>
          <mc:Fallback xmlns=""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7E5A6680-94F3-44A2-99F9-33B911825CE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507939" y="5804962"/>
                  <a:ext cx="286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D6C89779-A33F-4185-849D-F1897360AE94}"/>
                    </a:ext>
                  </a:extLst>
                </p14:cNvPr>
                <p14:cNvContentPartPr/>
                <p14:nvPr/>
              </p14:nvContentPartPr>
              <p14:xfrm>
                <a:off x="5041819" y="5791282"/>
                <a:ext cx="28440" cy="250200"/>
              </p14:xfrm>
            </p:contentPart>
          </mc:Choice>
          <mc:Fallback xmlns=""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D6C89779-A33F-4185-849D-F1897360AE94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5032819" y="5782642"/>
                  <a:ext cx="46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1B338848-FE89-420B-BBC0-6B52EC4DBD5C}"/>
                    </a:ext>
                  </a:extLst>
                </p14:cNvPr>
                <p14:cNvContentPartPr/>
                <p14:nvPr/>
              </p14:nvContentPartPr>
              <p14:xfrm>
                <a:off x="4931299" y="5913682"/>
                <a:ext cx="198360" cy="25560"/>
              </p14:xfrm>
            </p:contentPart>
          </mc:Choice>
          <mc:Fallback xmlns=""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1B338848-FE89-420B-BBC0-6B52EC4DBD5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922659" y="5905042"/>
                  <a:ext cx="216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58A5EC11-A6C2-4B83-AA4D-6EB7BC3770AF}"/>
                    </a:ext>
                  </a:extLst>
                </p14:cNvPr>
                <p14:cNvContentPartPr/>
                <p14:nvPr/>
              </p14:nvContentPartPr>
              <p14:xfrm>
                <a:off x="2980875" y="5787000"/>
                <a:ext cx="591480" cy="332280"/>
              </p14:xfrm>
            </p:contentPart>
          </mc:Choice>
          <mc:Fallback xmlns=""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58A5EC11-A6C2-4B83-AA4D-6EB7BC3770A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971875" y="5778000"/>
                  <a:ext cx="6091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259DB8BC-0A4C-4088-B86A-25D35CAC0CD0}"/>
                    </a:ext>
                  </a:extLst>
                </p14:cNvPr>
                <p14:cNvContentPartPr/>
                <p14:nvPr/>
              </p14:nvContentPartPr>
              <p14:xfrm>
                <a:off x="3716715" y="5810400"/>
                <a:ext cx="528840" cy="339840"/>
              </p14:xfrm>
            </p:contentPart>
          </mc:Choice>
          <mc:Fallback xmlns=""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259DB8BC-0A4C-4088-B86A-25D35CAC0CD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708075" y="5801760"/>
                  <a:ext cx="5464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874D416E-500C-48C3-8750-5D78F2238527}"/>
                    </a:ext>
                  </a:extLst>
                </p14:cNvPr>
                <p14:cNvContentPartPr/>
                <p14:nvPr/>
              </p14:nvContentPartPr>
              <p14:xfrm>
                <a:off x="4380195" y="5756400"/>
                <a:ext cx="485640" cy="287640"/>
              </p14:xfrm>
            </p:contentPart>
          </mc:Choice>
          <mc:Fallback xmlns=""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874D416E-500C-48C3-8750-5D78F2238527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371195" y="5747760"/>
                  <a:ext cx="5032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7D7AE278-100E-4C40-92E6-5AC6D8273DEF}"/>
                    </a:ext>
                  </a:extLst>
                </p14:cNvPr>
                <p14:cNvContentPartPr/>
                <p14:nvPr/>
              </p14:nvContentPartPr>
              <p14:xfrm>
                <a:off x="1747515" y="6385680"/>
                <a:ext cx="185040" cy="390600"/>
              </p14:xfrm>
            </p:contentPart>
          </mc:Choice>
          <mc:Fallback xmlns=""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7D7AE278-100E-4C40-92E6-5AC6D8273D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738515" y="6377040"/>
                  <a:ext cx="2026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02A138F4-578D-47AD-AA56-E242DC9B2D64}"/>
                    </a:ext>
                  </a:extLst>
                </p14:cNvPr>
                <p14:cNvContentPartPr/>
                <p14:nvPr/>
              </p14:nvContentPartPr>
              <p14:xfrm>
                <a:off x="2161515" y="6595560"/>
                <a:ext cx="222480" cy="32400"/>
              </p14:xfrm>
            </p:contentPart>
          </mc:Choice>
          <mc:Fallback xmlns=""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02A138F4-578D-47AD-AA56-E242DC9B2D6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2152875" y="6586560"/>
                  <a:ext cx="240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2E794120-FCF9-4B43-A8DA-FBF5E2450F5F}"/>
                    </a:ext>
                  </a:extLst>
                </p14:cNvPr>
                <p14:cNvContentPartPr/>
                <p14:nvPr/>
              </p14:nvContentPartPr>
              <p14:xfrm>
                <a:off x="2237475" y="6705720"/>
                <a:ext cx="167040" cy="25200"/>
              </p14:xfrm>
            </p:contentPart>
          </mc:Choice>
          <mc:Fallback xmlns=""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2E794120-FCF9-4B43-A8DA-FBF5E2450F5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228835" y="6697080"/>
                  <a:ext cx="184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EFBF7357-3308-437E-8F3B-213953BF2CBC}"/>
                    </a:ext>
                  </a:extLst>
                </p14:cNvPr>
                <p14:cNvContentPartPr/>
                <p14:nvPr/>
              </p14:nvContentPartPr>
              <p14:xfrm>
                <a:off x="2702235" y="6393600"/>
                <a:ext cx="214560" cy="150480"/>
              </p14:xfrm>
            </p:contentPart>
          </mc:Choice>
          <mc:Fallback xmlns=""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EFBF7357-3308-437E-8F3B-213953BF2CBC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693235" y="6384960"/>
                  <a:ext cx="232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B2C45BB7-70A1-4090-B5CE-F121816C4B1C}"/>
                    </a:ext>
                  </a:extLst>
                </p14:cNvPr>
                <p14:cNvContentPartPr/>
                <p14:nvPr/>
              </p14:nvContentPartPr>
              <p14:xfrm>
                <a:off x="2719515" y="6613200"/>
                <a:ext cx="240840" cy="7200"/>
              </p14:xfrm>
            </p:contentPart>
          </mc:Choice>
          <mc:Fallback xmlns=""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B2C45BB7-70A1-4090-B5CE-F121816C4B1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710875" y="6604560"/>
                  <a:ext cx="258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13C89515-4BA5-4FC4-A877-3CE9CE1A30EE}"/>
                    </a:ext>
                  </a:extLst>
                </p14:cNvPr>
                <p14:cNvContentPartPr/>
                <p14:nvPr/>
              </p14:nvContentPartPr>
              <p14:xfrm>
                <a:off x="2795475" y="6690240"/>
                <a:ext cx="223560" cy="162360"/>
              </p14:xfrm>
            </p:contentPart>
          </mc:Choice>
          <mc:Fallback xmlns=""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13C89515-4BA5-4FC4-A877-3CE9CE1A30E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786835" y="6681240"/>
                  <a:ext cx="241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C4C3E455-CEDC-4F7F-AA41-4B2B364A6750}"/>
                    </a:ext>
                  </a:extLst>
                </p14:cNvPr>
                <p14:cNvContentPartPr/>
                <p14:nvPr/>
              </p14:nvContentPartPr>
              <p14:xfrm>
                <a:off x="3142155" y="6497280"/>
                <a:ext cx="14400" cy="210240"/>
              </p14:xfrm>
            </p:contentPart>
          </mc:Choice>
          <mc:Fallback xmlns=""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C4C3E455-CEDC-4F7F-AA41-4B2B364A6750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133155" y="6488640"/>
                  <a:ext cx="32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0C80498F-0C8F-4CAB-98A1-8F56161B4FFB}"/>
                    </a:ext>
                  </a:extLst>
                </p14:cNvPr>
                <p14:cNvContentPartPr/>
                <p14:nvPr/>
              </p14:nvContentPartPr>
              <p14:xfrm>
                <a:off x="3259155" y="6481800"/>
                <a:ext cx="13680" cy="221040"/>
              </p14:xfrm>
            </p:contentPart>
          </mc:Choice>
          <mc:Fallback xmlns=""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0C80498F-0C8F-4CAB-98A1-8F56161B4FF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250515" y="6473160"/>
                  <a:ext cx="31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5D5EEDB7-D14A-44E4-8BCA-0DAD14F1DD97}"/>
                    </a:ext>
                  </a:extLst>
                </p14:cNvPr>
                <p14:cNvContentPartPr/>
                <p14:nvPr/>
              </p14:nvContentPartPr>
              <p14:xfrm>
                <a:off x="3075195" y="6543360"/>
                <a:ext cx="277560" cy="10800"/>
              </p14:xfrm>
            </p:contentPart>
          </mc:Choice>
          <mc:Fallback xmlns=""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5D5EEDB7-D14A-44E4-8BCA-0DAD14F1DD9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066555" y="6534360"/>
                  <a:ext cx="295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528F627E-0FAD-4ACC-BD9D-F5E4FA3CAB22}"/>
                    </a:ext>
                  </a:extLst>
                </p14:cNvPr>
                <p14:cNvContentPartPr/>
                <p14:nvPr/>
              </p14:nvContentPartPr>
              <p14:xfrm>
                <a:off x="1477875" y="6240600"/>
                <a:ext cx="2090880" cy="677520"/>
              </p14:xfrm>
            </p:contentPart>
          </mc:Choice>
          <mc:Fallback xmlns=""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528F627E-0FAD-4ACC-BD9D-F5E4FA3CAB22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469235" y="6231600"/>
                  <a:ext cx="210852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4D193D8E-456F-47CC-8BE7-B46AAE27CAAD}"/>
                    </a:ext>
                  </a:extLst>
                </p14:cNvPr>
                <p14:cNvContentPartPr/>
                <p14:nvPr/>
              </p14:nvContentPartPr>
              <p14:xfrm>
                <a:off x="3546435" y="6252840"/>
                <a:ext cx="40680" cy="553680"/>
              </p14:xfrm>
            </p:contentPart>
          </mc:Choice>
          <mc:Fallback xmlns=""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4D193D8E-456F-47CC-8BE7-B46AAE27CAAD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3537795" y="6244200"/>
                  <a:ext cx="58320" cy="57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44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8FDC3B-1441-4003-8718-508B60ABB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08" y="197751"/>
            <a:ext cx="9562815" cy="20668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8A811E-E560-4ADF-A86A-2ACFE00B4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046" y="1966343"/>
            <a:ext cx="2985305" cy="48590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D9909AD-D23A-447D-AAAB-0369CCE8A0EF}"/>
                  </a:ext>
                </a:extLst>
              </p14:cNvPr>
              <p14:cNvContentPartPr/>
              <p14:nvPr/>
            </p14:nvContentPartPr>
            <p14:xfrm>
              <a:off x="2905990" y="3264538"/>
              <a:ext cx="43200" cy="4644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D9909AD-D23A-447D-AAAB-0369CCE8A0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7990" y="3246538"/>
                <a:ext cx="788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2784BB6-C583-4FB1-9DD1-AC8FA94650AF}"/>
                  </a:ext>
                </a:extLst>
              </p14:cNvPr>
              <p14:cNvContentPartPr/>
              <p14:nvPr/>
            </p14:nvContentPartPr>
            <p14:xfrm>
              <a:off x="2759830" y="2765938"/>
              <a:ext cx="83160" cy="12960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2784BB6-C583-4FB1-9DD1-AC8FA94650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2190" y="2747938"/>
                <a:ext cx="1188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841B1E81-0CFA-458D-A7DD-4B6C5FB568B4}"/>
                  </a:ext>
                </a:extLst>
              </p14:cNvPr>
              <p14:cNvContentPartPr/>
              <p14:nvPr/>
            </p14:nvContentPartPr>
            <p14:xfrm>
              <a:off x="3949270" y="2414218"/>
              <a:ext cx="91080" cy="82440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841B1E81-0CFA-458D-A7DD-4B6C5FB568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1270" y="2396218"/>
                <a:ext cx="126720" cy="86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67ABBE4F-F8D3-4318-B5D7-2F64CB7B55AD}"/>
                  </a:ext>
                </a:extLst>
              </p14:cNvPr>
              <p14:cNvContentPartPr/>
              <p14:nvPr/>
            </p14:nvContentPartPr>
            <p14:xfrm>
              <a:off x="2921110" y="2439778"/>
              <a:ext cx="38880" cy="82440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67ABBE4F-F8D3-4318-B5D7-2F64CB7B55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03110" y="2422138"/>
                <a:ext cx="74520" cy="86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upo 13">
            <a:extLst>
              <a:ext uri="{FF2B5EF4-FFF2-40B4-BE49-F238E27FC236}">
                <a16:creationId xmlns:a16="http://schemas.microsoft.com/office/drawing/2014/main" id="{F17B4584-D77F-4D97-AAA9-C81E965A586D}"/>
              </a:ext>
            </a:extLst>
          </p:cNvPr>
          <p:cNvGrpSpPr/>
          <p:nvPr/>
        </p:nvGrpSpPr>
        <p:grpSpPr>
          <a:xfrm>
            <a:off x="2934070" y="2779757"/>
            <a:ext cx="171360" cy="456840"/>
            <a:chOff x="2934070" y="2779757"/>
            <a:chExt cx="17136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99B73B4-6ED2-44BE-A2C0-FEEC72F8AFEF}"/>
                    </a:ext>
                  </a:extLst>
                </p14:cNvPr>
                <p14:cNvContentPartPr/>
                <p14:nvPr/>
              </p14:nvContentPartPr>
              <p14:xfrm>
                <a:off x="2934070" y="2779757"/>
                <a:ext cx="95400" cy="45684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99B73B4-6ED2-44BE-A2C0-FEEC72F8AF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25070" y="2770757"/>
                  <a:ext cx="11304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6DAAFC3-C404-4005-A758-C96B4688CBBB}"/>
                    </a:ext>
                  </a:extLst>
                </p14:cNvPr>
                <p14:cNvContentPartPr/>
                <p14:nvPr/>
              </p14:nvContentPartPr>
              <p14:xfrm>
                <a:off x="3025510" y="2976677"/>
                <a:ext cx="79920" cy="12600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6DAAFC3-C404-4005-A758-C96B4688CBB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870" y="2967677"/>
                  <a:ext cx="9756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0830B27D-7EC5-479C-AE0E-B1AE4A33D3F8}"/>
                  </a:ext>
                </a:extLst>
              </p14:cNvPr>
              <p14:cNvContentPartPr/>
              <p14:nvPr/>
            </p14:nvContentPartPr>
            <p14:xfrm>
              <a:off x="2969350" y="2437757"/>
              <a:ext cx="62640" cy="299520"/>
            </p14:xfrm>
          </p:contentPart>
        </mc:Choice>
        <mc:Fallback xmlns=""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0830B27D-7EC5-479C-AE0E-B1AE4A33D3F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60350" y="2429117"/>
                <a:ext cx="802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002850D8-4EA0-4BF7-8A23-BF60614342A1}"/>
                  </a:ext>
                </a:extLst>
              </p14:cNvPr>
              <p14:cNvContentPartPr/>
              <p14:nvPr/>
            </p14:nvContentPartPr>
            <p14:xfrm>
              <a:off x="3094630" y="2558717"/>
              <a:ext cx="99000" cy="96840"/>
            </p14:xfrm>
          </p:contentPart>
        </mc:Choice>
        <mc:Fallback xmlns=""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002850D8-4EA0-4BF7-8A23-BF60614342A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85630" y="2549717"/>
                <a:ext cx="1166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3C6167C0-B9A9-41D3-8B90-407A2F976EE8}"/>
                  </a:ext>
                </a:extLst>
              </p14:cNvPr>
              <p14:cNvContentPartPr/>
              <p14:nvPr/>
            </p14:nvContentPartPr>
            <p14:xfrm>
              <a:off x="2252950" y="5423214"/>
              <a:ext cx="214560" cy="12456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3C6167C0-B9A9-41D3-8B90-407A2F976EE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34950" y="5405214"/>
                <a:ext cx="2502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D49BB56A-57E0-447C-B05A-D63BD38FCB39}"/>
                  </a:ext>
                </a:extLst>
              </p14:cNvPr>
              <p14:cNvContentPartPr/>
              <p14:nvPr/>
            </p14:nvContentPartPr>
            <p14:xfrm>
              <a:off x="2273470" y="5265534"/>
              <a:ext cx="1375920" cy="30960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D49BB56A-57E0-447C-B05A-D63BD38FCB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55830" y="5247534"/>
                <a:ext cx="141156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D9113504-04DE-4684-8FC7-0DFE84E4D52A}"/>
                  </a:ext>
                </a:extLst>
              </p14:cNvPr>
              <p14:cNvContentPartPr/>
              <p14:nvPr/>
            </p14:nvContentPartPr>
            <p14:xfrm>
              <a:off x="3104710" y="4797534"/>
              <a:ext cx="1019880" cy="41580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D9113504-04DE-4684-8FC7-0DFE84E4D52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086710" y="4779894"/>
                <a:ext cx="105552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EE701429-7062-4050-8C24-A257A6CD1A02}"/>
                  </a:ext>
                </a:extLst>
              </p14:cNvPr>
              <p14:cNvContentPartPr/>
              <p14:nvPr/>
            </p14:nvContentPartPr>
            <p14:xfrm>
              <a:off x="4181110" y="4531494"/>
              <a:ext cx="550440" cy="41400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EE701429-7062-4050-8C24-A257A6CD1A0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72470" y="4522854"/>
                <a:ext cx="568080" cy="43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upo 32">
            <a:extLst>
              <a:ext uri="{FF2B5EF4-FFF2-40B4-BE49-F238E27FC236}">
                <a16:creationId xmlns:a16="http://schemas.microsoft.com/office/drawing/2014/main" id="{9E60CF16-F680-47D8-A310-E5E3AB880320}"/>
              </a:ext>
            </a:extLst>
          </p:cNvPr>
          <p:cNvGrpSpPr/>
          <p:nvPr/>
        </p:nvGrpSpPr>
        <p:grpSpPr>
          <a:xfrm>
            <a:off x="5017030" y="4211454"/>
            <a:ext cx="1275120" cy="433080"/>
            <a:chOff x="5017030" y="4211454"/>
            <a:chExt cx="127512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9A604EA3-EDB5-4794-AF17-C8C50BA2C81B}"/>
                    </a:ext>
                  </a:extLst>
                </p14:cNvPr>
                <p14:cNvContentPartPr/>
                <p14:nvPr/>
              </p14:nvContentPartPr>
              <p14:xfrm>
                <a:off x="5019550" y="4302174"/>
                <a:ext cx="92880" cy="1713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9A604EA3-EDB5-4794-AF17-C8C50BA2C81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10910" y="4293534"/>
                  <a:ext cx="110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D7279784-F780-4ECE-B77F-038879F00D54}"/>
                    </a:ext>
                  </a:extLst>
                </p14:cNvPr>
                <p14:cNvContentPartPr/>
                <p14:nvPr/>
              </p14:nvContentPartPr>
              <p14:xfrm>
                <a:off x="5017030" y="4287414"/>
                <a:ext cx="80640" cy="21384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D7279784-F780-4ECE-B77F-038879F00D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08030" y="4278414"/>
                  <a:ext cx="98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5E538FE-BE79-4142-893E-9E0B48A4F7B2}"/>
                    </a:ext>
                  </a:extLst>
                </p14:cNvPr>
                <p14:cNvContentPartPr/>
                <p14:nvPr/>
              </p14:nvContentPartPr>
              <p14:xfrm>
                <a:off x="5157430" y="4211454"/>
                <a:ext cx="95760" cy="8892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5E538FE-BE79-4142-893E-9E0B48A4F7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8430" y="4202454"/>
                  <a:ext cx="113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8B3EE9B-307A-48B8-8F29-A82B7E707EB0}"/>
                    </a:ext>
                  </a:extLst>
                </p14:cNvPr>
                <p14:cNvContentPartPr/>
                <p14:nvPr/>
              </p14:nvContentPartPr>
              <p14:xfrm>
                <a:off x="5346790" y="4342134"/>
                <a:ext cx="9000" cy="16272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8B3EE9B-307A-48B8-8F29-A82B7E707E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8150" y="4333134"/>
                  <a:ext cx="26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962E85A5-A0C3-4609-A1C7-AADE3CD20F0C}"/>
                    </a:ext>
                  </a:extLst>
                </p14:cNvPr>
                <p14:cNvContentPartPr/>
                <p14:nvPr/>
              </p14:nvContentPartPr>
              <p14:xfrm>
                <a:off x="5297110" y="4426734"/>
                <a:ext cx="120240" cy="28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962E85A5-A0C3-4609-A1C7-AADE3CD20F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88470" y="4417734"/>
                  <a:ext cx="137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9145F036-9D00-4A2B-8807-D6223870829B}"/>
                    </a:ext>
                  </a:extLst>
                </p14:cNvPr>
                <p14:cNvContentPartPr/>
                <p14:nvPr/>
              </p14:nvContentPartPr>
              <p14:xfrm>
                <a:off x="5501590" y="4337454"/>
                <a:ext cx="90360" cy="30708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9145F036-9D00-4A2B-8807-D6223870829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92590" y="4328454"/>
                  <a:ext cx="1080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097942A2-230E-4227-9A13-F1CF57404BAA}"/>
                    </a:ext>
                  </a:extLst>
                </p14:cNvPr>
                <p14:cNvContentPartPr/>
                <p14:nvPr/>
              </p14:nvContentPartPr>
              <p14:xfrm>
                <a:off x="5635150" y="4211454"/>
                <a:ext cx="126360" cy="1015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097942A2-230E-4227-9A13-F1CF57404B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26510" y="4202814"/>
                  <a:ext cx="144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2DF70780-B065-479D-9493-AE943B501C06}"/>
                    </a:ext>
                  </a:extLst>
                </p14:cNvPr>
                <p14:cNvContentPartPr/>
                <p14:nvPr/>
              </p14:nvContentPartPr>
              <p14:xfrm>
                <a:off x="5772310" y="4400454"/>
                <a:ext cx="127440" cy="1944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2DF70780-B065-479D-9493-AE943B501C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63670" y="4391814"/>
                  <a:ext cx="145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A2899FFA-958A-4CF4-8666-4CCF98ADF06C}"/>
                    </a:ext>
                  </a:extLst>
                </p14:cNvPr>
                <p14:cNvContentPartPr/>
                <p14:nvPr/>
              </p14:nvContentPartPr>
              <p14:xfrm>
                <a:off x="5765830" y="4488294"/>
                <a:ext cx="128880" cy="684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A2899FFA-958A-4CF4-8666-4CCF98ADF0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56830" y="4479294"/>
                  <a:ext cx="146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5A957B94-E1D1-4A61-A7BA-39FD74B99152}"/>
                    </a:ext>
                  </a:extLst>
                </p14:cNvPr>
                <p14:cNvContentPartPr/>
                <p14:nvPr/>
              </p14:nvContentPartPr>
              <p14:xfrm>
                <a:off x="6017470" y="4320174"/>
                <a:ext cx="132840" cy="15480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5A957B94-E1D1-4A61-A7BA-39FD74B991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08830" y="4311174"/>
                  <a:ext cx="150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6728A564-1598-4F28-8713-90F5A6165697}"/>
                    </a:ext>
                  </a:extLst>
                </p14:cNvPr>
                <p14:cNvContentPartPr/>
                <p14:nvPr/>
              </p14:nvContentPartPr>
              <p14:xfrm>
                <a:off x="6159310" y="4213974"/>
                <a:ext cx="132840" cy="10044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6728A564-1598-4F28-8713-90F5A61656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50670" y="4204974"/>
                  <a:ext cx="15048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4B5DD86E-4BC5-4400-8E03-7629A60FC92B}"/>
              </a:ext>
            </a:extLst>
          </p:cNvPr>
          <p:cNvGrpSpPr/>
          <p:nvPr/>
        </p:nvGrpSpPr>
        <p:grpSpPr>
          <a:xfrm>
            <a:off x="5101630" y="4672254"/>
            <a:ext cx="1341720" cy="815040"/>
            <a:chOff x="5101630" y="4672254"/>
            <a:chExt cx="1341720" cy="81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A7C0E1B0-919E-4EEF-8500-13FA648D8818}"/>
                    </a:ext>
                  </a:extLst>
                </p14:cNvPr>
                <p14:cNvContentPartPr/>
                <p14:nvPr/>
              </p14:nvContentPartPr>
              <p14:xfrm>
                <a:off x="5110990" y="4749294"/>
                <a:ext cx="85320" cy="15300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A7C0E1B0-919E-4EEF-8500-13FA648D88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02350" y="4740294"/>
                  <a:ext cx="102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EA63293B-5210-40D3-B880-F87B2051710A}"/>
                    </a:ext>
                  </a:extLst>
                </p14:cNvPr>
                <p14:cNvContentPartPr/>
                <p14:nvPr/>
              </p14:nvContentPartPr>
              <p14:xfrm>
                <a:off x="5101630" y="4730574"/>
                <a:ext cx="89280" cy="13572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EA63293B-5210-40D3-B880-F87B2051710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92990" y="4721934"/>
                  <a:ext cx="1069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5E3C9E0D-01A2-47BD-8657-E01AB5AE69D6}"/>
                    </a:ext>
                  </a:extLst>
                </p14:cNvPr>
                <p14:cNvContentPartPr/>
                <p14:nvPr/>
              </p14:nvContentPartPr>
              <p14:xfrm>
                <a:off x="5238070" y="4672254"/>
                <a:ext cx="47520" cy="8856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5E3C9E0D-01A2-47BD-8657-E01AB5AE69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29430" y="4663614"/>
                  <a:ext cx="65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893657F-4038-4C9D-906E-6E407D58E942}"/>
                    </a:ext>
                  </a:extLst>
                </p14:cNvPr>
                <p14:cNvContentPartPr/>
                <p14:nvPr/>
              </p14:nvContentPartPr>
              <p14:xfrm>
                <a:off x="5408710" y="4764054"/>
                <a:ext cx="13680" cy="16416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893657F-4038-4C9D-906E-6E407D58E9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99710" y="4755414"/>
                  <a:ext cx="31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139D49B8-F275-4BEC-A2A4-D02FFB61CC51}"/>
                    </a:ext>
                  </a:extLst>
                </p14:cNvPr>
                <p14:cNvContentPartPr/>
                <p14:nvPr/>
              </p14:nvContentPartPr>
              <p14:xfrm>
                <a:off x="5364790" y="4865574"/>
                <a:ext cx="128880" cy="36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139D49B8-F275-4BEC-A2A4-D02FFB61CC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56150" y="4856574"/>
                  <a:ext cx="146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73A75783-A188-46CD-9C0D-64E123CABEB2}"/>
                    </a:ext>
                  </a:extLst>
                </p14:cNvPr>
                <p14:cNvContentPartPr/>
                <p14:nvPr/>
              </p14:nvContentPartPr>
              <p14:xfrm>
                <a:off x="5571430" y="4814094"/>
                <a:ext cx="63000" cy="22932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73A75783-A188-46CD-9C0D-64E123CABEB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62430" y="4805454"/>
                  <a:ext cx="80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5CEF381A-F308-4621-92DB-F11DD358D628}"/>
                    </a:ext>
                  </a:extLst>
                </p14:cNvPr>
                <p14:cNvContentPartPr/>
                <p14:nvPr/>
              </p14:nvContentPartPr>
              <p14:xfrm>
                <a:off x="5684830" y="4734894"/>
                <a:ext cx="68760" cy="10008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5CEF381A-F308-4621-92DB-F11DD358D6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76190" y="4726254"/>
                  <a:ext cx="86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3DC3FFAD-A8E0-4090-BF54-F7B7D2F864EB}"/>
                    </a:ext>
                  </a:extLst>
                </p14:cNvPr>
                <p14:cNvContentPartPr/>
                <p14:nvPr/>
              </p14:nvContentPartPr>
              <p14:xfrm>
                <a:off x="5830630" y="4855134"/>
                <a:ext cx="90000" cy="1224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3DC3FFAD-A8E0-4090-BF54-F7B7D2F864E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21990" y="4846494"/>
                  <a:ext cx="107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8FD5C51D-A4C0-41EE-9833-1CA919136E3D}"/>
                    </a:ext>
                  </a:extLst>
                </p14:cNvPr>
                <p14:cNvContentPartPr/>
                <p14:nvPr/>
              </p14:nvContentPartPr>
              <p14:xfrm>
                <a:off x="5822710" y="4910574"/>
                <a:ext cx="82440" cy="1296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8FD5C51D-A4C0-41EE-9833-1CA919136E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13710" y="4901934"/>
                  <a:ext cx="1000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BC7F06BD-F7BF-4789-97C7-6D517C2C7ADC}"/>
                    </a:ext>
                  </a:extLst>
                </p14:cNvPr>
                <p14:cNvContentPartPr/>
                <p14:nvPr/>
              </p14:nvContentPartPr>
              <p14:xfrm>
                <a:off x="6048070" y="4781334"/>
                <a:ext cx="111600" cy="14256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BC7F06BD-F7BF-4789-97C7-6D517C2C7AD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39070" y="4772334"/>
                  <a:ext cx="129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8E89E68B-8BBB-43AB-BB35-55B2EED67765}"/>
                    </a:ext>
                  </a:extLst>
                </p14:cNvPr>
                <p14:cNvContentPartPr/>
                <p14:nvPr/>
              </p14:nvContentPartPr>
              <p14:xfrm>
                <a:off x="6225550" y="4693854"/>
                <a:ext cx="114840" cy="10944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8E89E68B-8BBB-43AB-BB35-55B2EED6776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6910" y="4684854"/>
                  <a:ext cx="132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85D32D36-35E8-4F64-9897-F918C6F8A0DF}"/>
                    </a:ext>
                  </a:extLst>
                </p14:cNvPr>
                <p14:cNvContentPartPr/>
                <p14:nvPr/>
              </p14:nvContentPartPr>
              <p14:xfrm>
                <a:off x="5140150" y="5203254"/>
                <a:ext cx="85680" cy="15120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85D32D36-35E8-4F64-9897-F918C6F8A0D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31510" y="5194614"/>
                  <a:ext cx="103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3C59744-0A43-44E7-AA02-9B4D8821DE6E}"/>
                    </a:ext>
                  </a:extLst>
                </p14:cNvPr>
                <p14:cNvContentPartPr/>
                <p14:nvPr/>
              </p14:nvContentPartPr>
              <p14:xfrm>
                <a:off x="5156710" y="5202894"/>
                <a:ext cx="70560" cy="12672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3C59744-0A43-44E7-AA02-9B4D8821DE6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48070" y="5193894"/>
                  <a:ext cx="88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670EC026-5258-4DF1-9C93-7704584404CF}"/>
                    </a:ext>
                  </a:extLst>
                </p14:cNvPr>
                <p14:cNvContentPartPr/>
                <p14:nvPr/>
              </p14:nvContentPartPr>
              <p14:xfrm>
                <a:off x="5254270" y="5127654"/>
                <a:ext cx="108360" cy="7596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670EC026-5258-4DF1-9C93-7704584404C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45270" y="5119014"/>
                  <a:ext cx="126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AED850F9-85B6-4FB3-AD1B-6A292D041DAC}"/>
                    </a:ext>
                  </a:extLst>
                </p14:cNvPr>
                <p14:cNvContentPartPr/>
                <p14:nvPr/>
              </p14:nvContentPartPr>
              <p14:xfrm>
                <a:off x="5487550" y="5182734"/>
                <a:ext cx="9720" cy="1378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AED850F9-85B6-4FB3-AD1B-6A292D041D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78550" y="5173734"/>
                  <a:ext cx="27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48F7AE11-FCB1-4007-BCEE-1224E0C7D884}"/>
                    </a:ext>
                  </a:extLst>
                </p14:cNvPr>
                <p14:cNvContentPartPr/>
                <p14:nvPr/>
              </p14:nvContentPartPr>
              <p14:xfrm>
                <a:off x="5435710" y="5245734"/>
                <a:ext cx="86400" cy="216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48F7AE11-FCB1-4007-BCEE-1224E0C7D88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27070" y="5237094"/>
                  <a:ext cx="104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2E13EB67-8C1B-43EC-82B9-D120954A0438}"/>
                    </a:ext>
                  </a:extLst>
                </p14:cNvPr>
                <p14:cNvContentPartPr/>
                <p14:nvPr/>
              </p14:nvContentPartPr>
              <p14:xfrm>
                <a:off x="5622550" y="5227374"/>
                <a:ext cx="86760" cy="25992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2E13EB67-8C1B-43EC-82B9-D120954A04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13910" y="5218374"/>
                  <a:ext cx="1044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BFA32B3D-D753-4ED8-9912-E13AFA218EA1}"/>
                    </a:ext>
                  </a:extLst>
                </p14:cNvPr>
                <p14:cNvContentPartPr/>
                <p14:nvPr/>
              </p14:nvContentPartPr>
              <p14:xfrm>
                <a:off x="5730190" y="5147454"/>
                <a:ext cx="71640" cy="943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BFA32B3D-D753-4ED8-9912-E13AFA218E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21190" y="5138814"/>
                  <a:ext cx="89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340B6C6-7B13-4D13-9D70-AEB761F68231}"/>
                    </a:ext>
                  </a:extLst>
                </p14:cNvPr>
                <p14:cNvContentPartPr/>
                <p14:nvPr/>
              </p14:nvContentPartPr>
              <p14:xfrm>
                <a:off x="5933950" y="5256894"/>
                <a:ext cx="109800" cy="36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340B6C6-7B13-4D13-9D70-AEB761F682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25310" y="5248254"/>
                  <a:ext cx="127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D7214AE6-43EA-4317-B1A5-A41FFF91BDC5}"/>
                    </a:ext>
                  </a:extLst>
                </p14:cNvPr>
                <p14:cNvContentPartPr/>
                <p14:nvPr/>
              </p14:nvContentPartPr>
              <p14:xfrm>
                <a:off x="5946550" y="5303694"/>
                <a:ext cx="112320" cy="104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D7214AE6-43EA-4317-B1A5-A41FFF91BDC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37910" y="5294694"/>
                  <a:ext cx="129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D6C80244-19E6-48CF-9CF2-15B49060F1A3}"/>
                    </a:ext>
                  </a:extLst>
                </p14:cNvPr>
                <p14:cNvContentPartPr/>
                <p14:nvPr/>
              </p14:nvContentPartPr>
              <p14:xfrm>
                <a:off x="6134110" y="5210814"/>
                <a:ext cx="160560" cy="17028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D6C80244-19E6-48CF-9CF2-15B49060F1A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25470" y="5202174"/>
                  <a:ext cx="1782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88C78A94-9397-430C-AB6E-85C12A5158FD}"/>
                    </a:ext>
                  </a:extLst>
                </p14:cNvPr>
                <p14:cNvContentPartPr/>
                <p14:nvPr/>
              </p14:nvContentPartPr>
              <p14:xfrm>
                <a:off x="6329590" y="5172294"/>
                <a:ext cx="113760" cy="16416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88C78A94-9397-430C-AB6E-85C12A5158F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20950" y="5163294"/>
                  <a:ext cx="13140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5AF1C7E1-75B1-431E-B46F-2B813E0AD174}"/>
              </a:ext>
            </a:extLst>
          </p:cNvPr>
          <p:cNvGrpSpPr/>
          <p:nvPr/>
        </p:nvGrpSpPr>
        <p:grpSpPr>
          <a:xfrm>
            <a:off x="5635150" y="5569014"/>
            <a:ext cx="1254600" cy="374760"/>
            <a:chOff x="5635150" y="5569014"/>
            <a:chExt cx="125460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3314C282-C40B-4F5A-BAD4-1E4031B0CF57}"/>
                    </a:ext>
                  </a:extLst>
                </p14:cNvPr>
                <p14:cNvContentPartPr/>
                <p14:nvPr/>
              </p14:nvContentPartPr>
              <p14:xfrm>
                <a:off x="5635150" y="5658654"/>
                <a:ext cx="73080" cy="28512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3314C282-C40B-4F5A-BAD4-1E4031B0CF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26150" y="5650014"/>
                  <a:ext cx="907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C9212903-5325-44C2-8EE7-1C40FDA42E10}"/>
                    </a:ext>
                  </a:extLst>
                </p14:cNvPr>
                <p14:cNvContentPartPr/>
                <p14:nvPr/>
              </p14:nvContentPartPr>
              <p14:xfrm>
                <a:off x="5743870" y="5606454"/>
                <a:ext cx="99720" cy="6192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C9212903-5325-44C2-8EE7-1C40FDA42E1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34870" y="5597454"/>
                  <a:ext cx="117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476132C1-CD5F-4464-AC8B-F6EB55B6D94F}"/>
                    </a:ext>
                  </a:extLst>
                </p14:cNvPr>
                <p14:cNvContentPartPr/>
                <p14:nvPr/>
              </p14:nvContentPartPr>
              <p14:xfrm>
                <a:off x="5848630" y="5748654"/>
                <a:ext cx="83160" cy="1404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476132C1-CD5F-4464-AC8B-F6EB55B6D94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39630" y="5740014"/>
                  <a:ext cx="100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B8DD140-87C5-4269-A02E-EE2B1592FD22}"/>
                    </a:ext>
                  </a:extLst>
                </p14:cNvPr>
                <p14:cNvContentPartPr/>
                <p14:nvPr/>
              </p14:nvContentPartPr>
              <p14:xfrm>
                <a:off x="5866270" y="5821734"/>
                <a:ext cx="83880" cy="864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B8DD140-87C5-4269-A02E-EE2B1592FD2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57630" y="5812734"/>
                  <a:ext cx="101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4D5F749C-177D-4726-AFDF-2E5208408735}"/>
                    </a:ext>
                  </a:extLst>
                </p14:cNvPr>
                <p14:cNvContentPartPr/>
                <p14:nvPr/>
              </p14:nvContentPartPr>
              <p14:xfrm>
                <a:off x="6072550" y="5687454"/>
                <a:ext cx="124920" cy="14940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4D5F749C-177D-4726-AFDF-2E520840873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63550" y="5678454"/>
                  <a:ext cx="142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79F0E14-BACE-44A6-8705-9BF804D222FF}"/>
                    </a:ext>
                  </a:extLst>
                </p14:cNvPr>
                <p14:cNvContentPartPr/>
                <p14:nvPr/>
              </p14:nvContentPartPr>
              <p14:xfrm>
                <a:off x="6228070" y="5680974"/>
                <a:ext cx="102600" cy="14760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79F0E14-BACE-44A6-8705-9BF804D222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19070" y="5671974"/>
                  <a:ext cx="120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36769FD7-78A0-41D1-A1D1-0C705B746E38}"/>
                    </a:ext>
                  </a:extLst>
                </p14:cNvPr>
                <p14:cNvContentPartPr/>
                <p14:nvPr/>
              </p14:nvContentPartPr>
              <p14:xfrm>
                <a:off x="6421750" y="5752974"/>
                <a:ext cx="137520" cy="576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36769FD7-78A0-41D1-A1D1-0C705B746E3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413110" y="5744334"/>
                  <a:ext cx="155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F56CAEE8-E3D7-4B50-A568-3DA9AACAA5BC}"/>
                    </a:ext>
                  </a:extLst>
                </p14:cNvPr>
                <p14:cNvContentPartPr/>
                <p14:nvPr/>
              </p14:nvContentPartPr>
              <p14:xfrm>
                <a:off x="6607150" y="5643894"/>
                <a:ext cx="113040" cy="1623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F56CAEE8-E3D7-4B50-A568-3DA9AACAA5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98510" y="5635254"/>
                  <a:ext cx="130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8F6D1278-11E4-4724-90B1-16AFF6896DA7}"/>
                    </a:ext>
                  </a:extLst>
                </p14:cNvPr>
                <p14:cNvContentPartPr/>
                <p14:nvPr/>
              </p14:nvContentPartPr>
              <p14:xfrm>
                <a:off x="6622630" y="5664774"/>
                <a:ext cx="85680" cy="13788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8F6D1278-11E4-4724-90B1-16AFF6896D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13630" y="5656134"/>
                  <a:ext cx="103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44E6D9D2-E460-4693-A5A4-2DEAAAA1E49C}"/>
                    </a:ext>
                  </a:extLst>
                </p14:cNvPr>
                <p14:cNvContentPartPr/>
                <p14:nvPr/>
              </p14:nvContentPartPr>
              <p14:xfrm>
                <a:off x="6786070" y="5569014"/>
                <a:ext cx="103680" cy="7848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44E6D9D2-E460-4693-A5A4-2DEAAAA1E49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77430" y="5560374"/>
                  <a:ext cx="121320" cy="9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5F3D5533-DC97-4042-B5AB-16D3E5C87943}"/>
                  </a:ext>
                </a:extLst>
              </p14:cNvPr>
              <p14:cNvContentPartPr/>
              <p14:nvPr/>
            </p14:nvContentPartPr>
            <p14:xfrm>
              <a:off x="6043390" y="6077694"/>
              <a:ext cx="791640" cy="267480"/>
            </p14:xfrm>
          </p:contentPart>
        </mc:Choice>
        <mc:Fallback xmlns=""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5F3D5533-DC97-4042-B5AB-16D3E5C8794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34390" y="6068694"/>
                <a:ext cx="80928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upo 85">
            <a:extLst>
              <a:ext uri="{FF2B5EF4-FFF2-40B4-BE49-F238E27FC236}">
                <a16:creationId xmlns:a16="http://schemas.microsoft.com/office/drawing/2014/main" id="{1810FBC2-199B-4715-9DA8-BC43DF67F6C9}"/>
              </a:ext>
            </a:extLst>
          </p:cNvPr>
          <p:cNvGrpSpPr/>
          <p:nvPr/>
        </p:nvGrpSpPr>
        <p:grpSpPr>
          <a:xfrm>
            <a:off x="5518150" y="6017214"/>
            <a:ext cx="1473840" cy="487440"/>
            <a:chOff x="5518150" y="6017214"/>
            <a:chExt cx="1473840" cy="48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37283721-5926-46C6-984B-8A95BC72BB8B}"/>
                    </a:ext>
                  </a:extLst>
                </p14:cNvPr>
                <p14:cNvContentPartPr/>
                <p14:nvPr/>
              </p14:nvContentPartPr>
              <p14:xfrm>
                <a:off x="5672230" y="6156534"/>
                <a:ext cx="72360" cy="29088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37283721-5926-46C6-984B-8A95BC72BB8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3590" y="6147894"/>
                  <a:ext cx="90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31B3E2DF-057B-4AA6-8F9E-3E97157D4FA6}"/>
                    </a:ext>
                  </a:extLst>
                </p14:cNvPr>
                <p14:cNvContentPartPr/>
                <p14:nvPr/>
              </p14:nvContentPartPr>
              <p14:xfrm>
                <a:off x="5844670" y="6220254"/>
                <a:ext cx="115920" cy="1116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31B3E2DF-057B-4AA6-8F9E-3E97157D4FA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35670" y="6211614"/>
                  <a:ext cx="133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6CAA7E09-1CCF-44A6-AD74-78929B6D2C77}"/>
                    </a:ext>
                  </a:extLst>
                </p14:cNvPr>
                <p14:cNvContentPartPr/>
                <p14:nvPr/>
              </p14:nvContentPartPr>
              <p14:xfrm>
                <a:off x="5840710" y="6291174"/>
                <a:ext cx="143640" cy="1404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6CAA7E09-1CCF-44A6-AD74-78929B6D2C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31710" y="6282534"/>
                  <a:ext cx="161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EAE82256-D43F-41CD-B00F-18B5460C5187}"/>
                    </a:ext>
                  </a:extLst>
                </p14:cNvPr>
                <p14:cNvContentPartPr/>
                <p14:nvPr/>
              </p14:nvContentPartPr>
              <p14:xfrm>
                <a:off x="6142750" y="6193974"/>
                <a:ext cx="79920" cy="12348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EAE82256-D43F-41CD-B00F-18B5460C51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34110" y="6185334"/>
                  <a:ext cx="975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CB92BA96-09B9-4616-9D56-B8D1A3635E59}"/>
                    </a:ext>
                  </a:extLst>
                </p14:cNvPr>
                <p14:cNvContentPartPr/>
                <p14:nvPr/>
              </p14:nvContentPartPr>
              <p14:xfrm>
                <a:off x="6253270" y="6217734"/>
                <a:ext cx="75960" cy="1155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CB92BA96-09B9-4616-9D56-B8D1A3635E5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44630" y="6209094"/>
                  <a:ext cx="93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EFE1DCC-824C-468A-96B6-60F60625D12C}"/>
                    </a:ext>
                  </a:extLst>
                </p14:cNvPr>
                <p14:cNvContentPartPr/>
                <p14:nvPr/>
              </p14:nvContentPartPr>
              <p14:xfrm>
                <a:off x="6410590" y="6299454"/>
                <a:ext cx="88560" cy="36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EFE1DCC-824C-468A-96B6-60F60625D1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01590" y="6290814"/>
                  <a:ext cx="106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902BE17C-9D19-4A9A-B13F-4763B42E72F3}"/>
                    </a:ext>
                  </a:extLst>
                </p14:cNvPr>
                <p14:cNvContentPartPr/>
                <p14:nvPr/>
              </p14:nvContentPartPr>
              <p14:xfrm>
                <a:off x="6598150" y="6205494"/>
                <a:ext cx="120960" cy="14112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902BE17C-9D19-4A9A-B13F-4763B42E72F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89150" y="6196494"/>
                  <a:ext cx="138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9204C346-B7CB-471B-BA55-BC226C78CD84}"/>
                    </a:ext>
                  </a:extLst>
                </p14:cNvPr>
                <p14:cNvContentPartPr/>
                <p14:nvPr/>
              </p14:nvContentPartPr>
              <p14:xfrm>
                <a:off x="6623350" y="6205494"/>
                <a:ext cx="106920" cy="13248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9204C346-B7CB-471B-BA55-BC226C78CD8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614350" y="6196494"/>
                  <a:ext cx="124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C6497870-6C0F-4012-897A-FCD45C2B410E}"/>
                    </a:ext>
                  </a:extLst>
                </p14:cNvPr>
                <p14:cNvContentPartPr/>
                <p14:nvPr/>
              </p14:nvContentPartPr>
              <p14:xfrm>
                <a:off x="6755110" y="6185694"/>
                <a:ext cx="49320" cy="7488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C6497870-6C0F-4012-897A-FCD45C2B410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746110" y="6177054"/>
                  <a:ext cx="66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17533F40-3EA9-455C-AD3D-F733407CCB39}"/>
                    </a:ext>
                  </a:extLst>
                </p14:cNvPr>
                <p14:cNvContentPartPr/>
                <p14:nvPr/>
              </p14:nvContentPartPr>
              <p14:xfrm>
                <a:off x="6745030" y="6175614"/>
                <a:ext cx="59400" cy="7236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17533F40-3EA9-455C-AD3D-F733407CCB3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736390" y="6166974"/>
                  <a:ext cx="77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C893B97F-0D6D-4773-A245-408642C977AF}"/>
                    </a:ext>
                  </a:extLst>
                </p14:cNvPr>
                <p14:cNvContentPartPr/>
                <p14:nvPr/>
              </p14:nvContentPartPr>
              <p14:xfrm>
                <a:off x="5518150" y="6017214"/>
                <a:ext cx="1473840" cy="48744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C893B97F-0D6D-4773-A245-408642C977A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509510" y="6008214"/>
                  <a:ext cx="1491480" cy="505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8" name="Imagen 87">
            <a:extLst>
              <a:ext uri="{FF2B5EF4-FFF2-40B4-BE49-F238E27FC236}">
                <a16:creationId xmlns:a16="http://schemas.microsoft.com/office/drawing/2014/main" id="{B04CD07F-C74C-4166-93DD-05C1DCCC4744}"/>
              </a:ext>
            </a:extLst>
          </p:cNvPr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5221384" y="1908774"/>
            <a:ext cx="1929553" cy="2027252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082B2475-A19A-4008-97B8-15F4CE6CD872}"/>
              </a:ext>
            </a:extLst>
          </p:cNvPr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7150937" y="1803069"/>
            <a:ext cx="1933575" cy="1704975"/>
          </a:xfrm>
          <a:prstGeom prst="rect">
            <a:avLst/>
          </a:prstGeom>
        </p:spPr>
      </p:pic>
      <p:grpSp>
        <p:nvGrpSpPr>
          <p:cNvPr id="99" name="Grupo 98">
            <a:extLst>
              <a:ext uri="{FF2B5EF4-FFF2-40B4-BE49-F238E27FC236}">
                <a16:creationId xmlns:a16="http://schemas.microsoft.com/office/drawing/2014/main" id="{16A26A7A-7B42-493D-B2B7-E10D574E8C3F}"/>
              </a:ext>
            </a:extLst>
          </p:cNvPr>
          <p:cNvGrpSpPr/>
          <p:nvPr/>
        </p:nvGrpSpPr>
        <p:grpSpPr>
          <a:xfrm>
            <a:off x="2253159" y="5591415"/>
            <a:ext cx="1433880" cy="480600"/>
            <a:chOff x="2253159" y="5591415"/>
            <a:chExt cx="1433880" cy="48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46EBA173-5421-4716-819D-5BDA3A5147FE}"/>
                    </a:ext>
                  </a:extLst>
                </p14:cNvPr>
                <p14:cNvContentPartPr/>
                <p14:nvPr/>
              </p14:nvContentPartPr>
              <p14:xfrm>
                <a:off x="3653559" y="5605095"/>
                <a:ext cx="33480" cy="41040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46EBA173-5421-4716-819D-5BDA3A5147F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44559" y="5596095"/>
                  <a:ext cx="511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74D1B4D6-2999-4A8B-92D0-3F8C890474C1}"/>
                    </a:ext>
                  </a:extLst>
                </p14:cNvPr>
                <p14:cNvContentPartPr/>
                <p14:nvPr/>
              </p14:nvContentPartPr>
              <p14:xfrm>
                <a:off x="2253159" y="5606175"/>
                <a:ext cx="53280" cy="44064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74D1B4D6-2999-4A8B-92D0-3F8C890474C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244519" y="5597535"/>
                  <a:ext cx="7092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7C0A833-284F-43A5-AD89-34850A395BD6}"/>
                    </a:ext>
                  </a:extLst>
                </p14:cNvPr>
                <p14:cNvContentPartPr/>
                <p14:nvPr/>
              </p14:nvContentPartPr>
              <p14:xfrm>
                <a:off x="2306439" y="5627055"/>
                <a:ext cx="234360" cy="24480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7C0A833-284F-43A5-AD89-34850A395BD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297439" y="5618415"/>
                  <a:ext cx="252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14240C96-A366-4CB1-BC79-14B3A2E8FE96}"/>
                    </a:ext>
                  </a:extLst>
                </p14:cNvPr>
                <p14:cNvContentPartPr/>
                <p14:nvPr/>
              </p14:nvContentPartPr>
              <p14:xfrm>
                <a:off x="2417319" y="5612295"/>
                <a:ext cx="497520" cy="45972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14240C96-A366-4CB1-BC79-14B3A2E8FE9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408679" y="5603295"/>
                  <a:ext cx="51516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A27CF1F4-CD55-44E2-8AB2-1AED8341B78A}"/>
                    </a:ext>
                  </a:extLst>
                </p14:cNvPr>
                <p14:cNvContentPartPr/>
                <p14:nvPr/>
              </p14:nvContentPartPr>
              <p14:xfrm>
                <a:off x="2893599" y="5591415"/>
                <a:ext cx="346320" cy="43776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A27CF1F4-CD55-44E2-8AB2-1AED8341B78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884599" y="5582415"/>
                  <a:ext cx="36396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18C3DE47-204B-469B-A369-EF11BBB85D03}"/>
                    </a:ext>
                  </a:extLst>
                </p14:cNvPr>
                <p14:cNvContentPartPr/>
                <p14:nvPr/>
              </p14:nvContentPartPr>
              <p14:xfrm>
                <a:off x="3216159" y="5597895"/>
                <a:ext cx="347040" cy="42084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18C3DE47-204B-469B-A369-EF11BBB85D0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207159" y="5589255"/>
                  <a:ext cx="3646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35A5D1F1-AC27-4BB2-B4E9-29CC4428E4BA}"/>
                    </a:ext>
                  </a:extLst>
                </p14:cNvPr>
                <p14:cNvContentPartPr/>
                <p14:nvPr/>
              </p14:nvContentPartPr>
              <p14:xfrm>
                <a:off x="3484359" y="5647215"/>
                <a:ext cx="195120" cy="36576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35A5D1F1-AC27-4BB2-B4E9-29CC4428E4B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475719" y="5638575"/>
                  <a:ext cx="212760" cy="38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37412228-6187-4D98-94EB-957E6200D075}"/>
                  </a:ext>
                </a:extLst>
              </p14:cNvPr>
              <p14:cNvContentPartPr/>
              <p14:nvPr/>
            </p14:nvContentPartPr>
            <p14:xfrm>
              <a:off x="4880799" y="4005255"/>
              <a:ext cx="2375640" cy="2706840"/>
            </p14:xfrm>
          </p:contentPart>
        </mc:Choice>
        <mc:Fallback xmlns=""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37412228-6187-4D98-94EB-957E6200D075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4863159" y="3987615"/>
                <a:ext cx="2411280" cy="27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8AAADC4A-0D85-431A-AA46-22FE152AF6B8}"/>
                  </a:ext>
                </a:extLst>
              </p14:cNvPr>
              <p14:cNvContentPartPr/>
              <p14:nvPr/>
            </p14:nvContentPartPr>
            <p14:xfrm>
              <a:off x="2257839" y="5564055"/>
              <a:ext cx="1411920" cy="75600"/>
            </p14:xfrm>
          </p:contentPart>
        </mc:Choice>
        <mc:Fallback xmlns=""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8AAADC4A-0D85-431A-AA46-22FE152AF6B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240199" y="5546055"/>
                <a:ext cx="14475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1AF8B434-9501-45F2-97F0-AEAE4F5920E5}"/>
                  </a:ext>
                </a:extLst>
              </p14:cNvPr>
              <p14:cNvContentPartPr/>
              <p14:nvPr/>
            </p14:nvContentPartPr>
            <p14:xfrm>
              <a:off x="2029599" y="5666295"/>
              <a:ext cx="685080" cy="351000"/>
            </p14:xfrm>
          </p:contentPart>
        </mc:Choice>
        <mc:Fallback xmlns=""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1AF8B434-9501-45F2-97F0-AEAE4F5920E5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011599" y="5648655"/>
                <a:ext cx="720720" cy="38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upo 104">
            <a:extLst>
              <a:ext uri="{FF2B5EF4-FFF2-40B4-BE49-F238E27FC236}">
                <a16:creationId xmlns:a16="http://schemas.microsoft.com/office/drawing/2014/main" id="{6259D82B-6841-42F6-8B52-2AD0DB57F77F}"/>
              </a:ext>
            </a:extLst>
          </p:cNvPr>
          <p:cNvGrpSpPr/>
          <p:nvPr/>
        </p:nvGrpSpPr>
        <p:grpSpPr>
          <a:xfrm>
            <a:off x="2192059" y="3234429"/>
            <a:ext cx="1498680" cy="67680"/>
            <a:chOff x="2192059" y="3234429"/>
            <a:chExt cx="1498680" cy="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808238F0-9AF0-426A-B0FB-AE8CEE3F0137}"/>
                    </a:ext>
                  </a:extLst>
                </p14:cNvPr>
                <p14:cNvContentPartPr/>
                <p14:nvPr/>
              </p14:nvContentPartPr>
              <p14:xfrm>
                <a:off x="2943019" y="3234429"/>
                <a:ext cx="747720" cy="6768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808238F0-9AF0-426A-B0FB-AE8CEE3F013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934379" y="3225789"/>
                  <a:ext cx="765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3B276245-5AB5-4E81-8343-4938A0F5305A}"/>
                    </a:ext>
                  </a:extLst>
                </p14:cNvPr>
                <p14:cNvContentPartPr/>
                <p14:nvPr/>
              </p14:nvContentPartPr>
              <p14:xfrm>
                <a:off x="2192059" y="3234429"/>
                <a:ext cx="704880" cy="4212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3B276245-5AB5-4E81-8343-4938A0F5305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183419" y="3225789"/>
                  <a:ext cx="72252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A6556223-D0CD-45DF-AA95-A744E7551186}"/>
              </a:ext>
            </a:extLst>
          </p:cNvPr>
          <p:cNvGrpSpPr/>
          <p:nvPr/>
        </p:nvGrpSpPr>
        <p:grpSpPr>
          <a:xfrm>
            <a:off x="2469259" y="3301749"/>
            <a:ext cx="70920" cy="119880"/>
            <a:chOff x="2469259" y="3301749"/>
            <a:chExt cx="7092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0D1096BB-9DD5-4DC7-84ED-BDDF740F7E52}"/>
                    </a:ext>
                  </a:extLst>
                </p14:cNvPr>
                <p14:cNvContentPartPr/>
                <p14:nvPr/>
              </p14:nvContentPartPr>
              <p14:xfrm>
                <a:off x="2469259" y="3315789"/>
                <a:ext cx="56880" cy="5364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0D1096BB-9DD5-4DC7-84ED-BDDF740F7E5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460619" y="3307149"/>
                  <a:ext cx="74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AD4DC8F0-0A8B-432E-BE18-72EF234E21C1}"/>
                    </a:ext>
                  </a:extLst>
                </p14:cNvPr>
                <p14:cNvContentPartPr/>
                <p14:nvPr/>
              </p14:nvContentPartPr>
              <p14:xfrm>
                <a:off x="2522899" y="3301749"/>
                <a:ext cx="17280" cy="11988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AD4DC8F0-0A8B-432E-BE18-72EF234E21C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513899" y="3292749"/>
                  <a:ext cx="3492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850398EF-3F17-42F1-8C5F-51E15142B1B9}"/>
              </a:ext>
            </a:extLst>
          </p:cNvPr>
          <p:cNvGrpSpPr/>
          <p:nvPr/>
        </p:nvGrpSpPr>
        <p:grpSpPr>
          <a:xfrm>
            <a:off x="3219499" y="3330909"/>
            <a:ext cx="143280" cy="147240"/>
            <a:chOff x="3219499" y="3330909"/>
            <a:chExt cx="14328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0ED4D269-5E51-4D78-98D5-D6C9C274D07A}"/>
                    </a:ext>
                  </a:extLst>
                </p14:cNvPr>
                <p14:cNvContentPartPr/>
                <p14:nvPr/>
              </p14:nvContentPartPr>
              <p14:xfrm>
                <a:off x="3219499" y="3348549"/>
                <a:ext cx="143280" cy="6048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0ED4D269-5E51-4D78-98D5-D6C9C274D07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210859" y="3339549"/>
                  <a:ext cx="160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E1ACDEF1-0BA2-49DC-9CCA-2F52DB93523B}"/>
                    </a:ext>
                  </a:extLst>
                </p14:cNvPr>
                <p14:cNvContentPartPr/>
                <p14:nvPr/>
              </p14:nvContentPartPr>
              <p14:xfrm>
                <a:off x="3271339" y="3330909"/>
                <a:ext cx="20160" cy="14724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E1ACDEF1-0BA2-49DC-9CCA-2F52DB9352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262699" y="3321909"/>
                  <a:ext cx="37800" cy="16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76FE6E93-8D95-4CBB-B0A0-F91DA3053DF3}"/>
                  </a:ext>
                </a:extLst>
              </p14:cNvPr>
              <p14:cNvContentPartPr/>
              <p14:nvPr/>
            </p14:nvContentPartPr>
            <p14:xfrm>
              <a:off x="2065339" y="3218229"/>
              <a:ext cx="159840" cy="129600"/>
            </p14:xfrm>
          </p:contentPart>
        </mc:Choice>
        <mc:Fallback xmlns=""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76FE6E93-8D95-4CBB-B0A0-F91DA3053DF3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2056339" y="3209589"/>
                <a:ext cx="17748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upo 115">
            <a:extLst>
              <a:ext uri="{FF2B5EF4-FFF2-40B4-BE49-F238E27FC236}">
                <a16:creationId xmlns:a16="http://schemas.microsoft.com/office/drawing/2014/main" id="{53F92C3E-092C-49D2-BA0D-247672B19323}"/>
              </a:ext>
            </a:extLst>
          </p:cNvPr>
          <p:cNvGrpSpPr/>
          <p:nvPr/>
        </p:nvGrpSpPr>
        <p:grpSpPr>
          <a:xfrm>
            <a:off x="1758259" y="3546909"/>
            <a:ext cx="415440" cy="195480"/>
            <a:chOff x="1758259" y="3546909"/>
            <a:chExt cx="41544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FA2E3317-0B00-47C5-8DB8-ECB9D6E92627}"/>
                    </a:ext>
                  </a:extLst>
                </p14:cNvPr>
                <p14:cNvContentPartPr/>
                <p14:nvPr/>
              </p14:nvContentPartPr>
              <p14:xfrm>
                <a:off x="1758259" y="3546909"/>
                <a:ext cx="164880" cy="2664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FA2E3317-0B00-47C5-8DB8-ECB9D6E9262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749259" y="3537909"/>
                  <a:ext cx="182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C23C533F-2422-44CC-8721-BC2BE60697C1}"/>
                    </a:ext>
                  </a:extLst>
                </p14:cNvPr>
                <p14:cNvContentPartPr/>
                <p14:nvPr/>
              </p14:nvContentPartPr>
              <p14:xfrm>
                <a:off x="2024299" y="3554469"/>
                <a:ext cx="149400" cy="9360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C23C533F-2422-44CC-8721-BC2BE60697C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015299" y="3545829"/>
                  <a:ext cx="167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B6BE4074-EF93-4CEE-A006-6A2C489855BE}"/>
                    </a:ext>
                  </a:extLst>
                </p14:cNvPr>
                <p14:cNvContentPartPr/>
                <p14:nvPr/>
              </p14:nvContentPartPr>
              <p14:xfrm>
                <a:off x="2107459" y="3550509"/>
                <a:ext cx="16560" cy="19188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B6BE4074-EF93-4CEE-A006-6A2C489855B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098459" y="3541869"/>
                  <a:ext cx="3420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E4619F34-EEE8-40A9-8B0A-E4443ADFEDEC}"/>
              </a:ext>
            </a:extLst>
          </p:cNvPr>
          <p:cNvGrpSpPr/>
          <p:nvPr/>
        </p:nvGrpSpPr>
        <p:grpSpPr>
          <a:xfrm>
            <a:off x="3614419" y="3297789"/>
            <a:ext cx="167040" cy="293400"/>
            <a:chOff x="3614419" y="3297789"/>
            <a:chExt cx="16704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F27F5074-1B04-43FE-8F21-5E5EF576B579}"/>
                    </a:ext>
                  </a:extLst>
                </p14:cNvPr>
                <p14:cNvContentPartPr/>
                <p14:nvPr/>
              </p14:nvContentPartPr>
              <p14:xfrm>
                <a:off x="3697219" y="3297789"/>
                <a:ext cx="7920" cy="6732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F27F5074-1B04-43FE-8F21-5E5EF576B57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688219" y="3289149"/>
                  <a:ext cx="25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37FE184A-7194-4CAA-A788-38CF764BB54A}"/>
                    </a:ext>
                  </a:extLst>
                </p14:cNvPr>
                <p14:cNvContentPartPr/>
                <p14:nvPr/>
              </p14:nvContentPartPr>
              <p14:xfrm>
                <a:off x="3614419" y="3358989"/>
                <a:ext cx="167040" cy="12420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37FE184A-7194-4CAA-A788-38CF764BB54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605779" y="3350349"/>
                  <a:ext cx="184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820092B4-DAFB-41DE-89FE-A1CF4C1CAD74}"/>
                    </a:ext>
                  </a:extLst>
                </p14:cNvPr>
                <p14:cNvContentPartPr/>
                <p14:nvPr/>
              </p14:nvContentPartPr>
              <p14:xfrm>
                <a:off x="3732499" y="3390309"/>
                <a:ext cx="6840" cy="20088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820092B4-DAFB-41DE-89FE-A1CF4C1CAD7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723499" y="3381309"/>
                  <a:ext cx="24480" cy="21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7790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CD751F9F-ACE3-468E-8E54-76A907576053}"/>
              </a:ext>
            </a:extLst>
          </p:cNvPr>
          <p:cNvGrpSpPr/>
          <p:nvPr/>
        </p:nvGrpSpPr>
        <p:grpSpPr>
          <a:xfrm>
            <a:off x="1922779" y="354202"/>
            <a:ext cx="3764160" cy="1597680"/>
            <a:chOff x="1922779" y="354202"/>
            <a:chExt cx="3764160" cy="159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A16124B-3ADE-472F-A469-CF0DBA249358}"/>
                    </a:ext>
                  </a:extLst>
                </p14:cNvPr>
                <p14:cNvContentPartPr/>
                <p14:nvPr/>
              </p14:nvContentPartPr>
              <p14:xfrm>
                <a:off x="1922779" y="597562"/>
                <a:ext cx="190080" cy="47484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A16124B-3ADE-472F-A469-CF0DBA24935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13779" y="588562"/>
                  <a:ext cx="20772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1518F2F1-5D34-4ACF-A1F2-2476CD2E1FE9}"/>
                    </a:ext>
                  </a:extLst>
                </p14:cNvPr>
                <p14:cNvContentPartPr/>
                <p14:nvPr/>
              </p14:nvContentPartPr>
              <p14:xfrm>
                <a:off x="2280259" y="880882"/>
                <a:ext cx="208440" cy="1980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1518F2F1-5D34-4ACF-A1F2-2476CD2E1F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71619" y="872242"/>
                  <a:ext cx="226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7E10E980-8B5E-425E-BD5C-D6C5115DB9CB}"/>
                    </a:ext>
                  </a:extLst>
                </p14:cNvPr>
                <p14:cNvContentPartPr/>
                <p14:nvPr/>
              </p14:nvContentPartPr>
              <p14:xfrm>
                <a:off x="2305099" y="957562"/>
                <a:ext cx="169200" cy="3132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7E10E980-8B5E-425E-BD5C-D6C5115DB9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96459" y="948922"/>
                  <a:ext cx="186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E19D200-D585-42A8-B0EC-F212CF5D441B}"/>
                    </a:ext>
                  </a:extLst>
                </p14:cNvPr>
                <p14:cNvContentPartPr/>
                <p14:nvPr/>
              </p14:nvContentPartPr>
              <p14:xfrm>
                <a:off x="2642419" y="753442"/>
                <a:ext cx="11160" cy="26892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E19D200-D585-42A8-B0EC-F212CF5D44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33779" y="744802"/>
                  <a:ext cx="288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579D3AD-AB01-4473-9591-EE3D79336F47}"/>
                    </a:ext>
                  </a:extLst>
                </p14:cNvPr>
                <p14:cNvContentPartPr/>
                <p14:nvPr/>
              </p14:nvContentPartPr>
              <p14:xfrm>
                <a:off x="2744299" y="768922"/>
                <a:ext cx="26280" cy="23580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579D3AD-AB01-4473-9591-EE3D79336F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5299" y="760282"/>
                  <a:ext cx="439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B58CD62-1DCB-40FB-B650-ED8BDCF2FADB}"/>
                    </a:ext>
                  </a:extLst>
                </p14:cNvPr>
                <p14:cNvContentPartPr/>
                <p14:nvPr/>
              </p14:nvContentPartPr>
              <p14:xfrm>
                <a:off x="2584099" y="728242"/>
                <a:ext cx="228600" cy="3240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B58CD62-1DCB-40FB-B650-ED8BDCF2FA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75459" y="719242"/>
                  <a:ext cx="246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4929FC0-F6B6-4960-AFF7-209AB56F241B}"/>
                    </a:ext>
                  </a:extLst>
                </p14:cNvPr>
                <p14:cNvContentPartPr/>
                <p14:nvPr/>
              </p14:nvContentPartPr>
              <p14:xfrm>
                <a:off x="2955619" y="438442"/>
                <a:ext cx="367200" cy="109296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4929FC0-F6B6-4960-AFF7-209AB56F24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46979" y="429442"/>
                  <a:ext cx="384840" cy="11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05EF2BA5-8E3B-474C-8979-72C10A25F3B5}"/>
                    </a:ext>
                  </a:extLst>
                </p14:cNvPr>
                <p14:cNvContentPartPr/>
                <p14:nvPr/>
              </p14:nvContentPartPr>
              <p14:xfrm>
                <a:off x="3120499" y="1762882"/>
                <a:ext cx="195120" cy="21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05EF2BA5-8E3B-474C-8979-72C10A25F3B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11499" y="1754242"/>
                  <a:ext cx="2127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D9D49A9-9AA8-4919-A6F7-EAF72BB4319E}"/>
                    </a:ext>
                  </a:extLst>
                </p14:cNvPr>
                <p14:cNvContentPartPr/>
                <p14:nvPr/>
              </p14:nvContentPartPr>
              <p14:xfrm>
                <a:off x="3450259" y="1664242"/>
                <a:ext cx="129960" cy="10404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D9D49A9-9AA8-4919-A6F7-EAF72BB431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41259" y="1655602"/>
                  <a:ext cx="1476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F83A1815-66AF-4A94-A8D9-6BBD26C35961}"/>
                    </a:ext>
                  </a:extLst>
                </p14:cNvPr>
                <p14:cNvContentPartPr/>
                <p14:nvPr/>
              </p14:nvContentPartPr>
              <p14:xfrm>
                <a:off x="3530179" y="1643362"/>
                <a:ext cx="17640" cy="3085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F83A1815-66AF-4A94-A8D9-6BBD26C359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21539" y="1634722"/>
                  <a:ext cx="352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E7D8E93-5170-45BE-BF14-76A8DF938359}"/>
                    </a:ext>
                  </a:extLst>
                </p14:cNvPr>
                <p14:cNvContentPartPr/>
                <p14:nvPr/>
              </p14:nvContentPartPr>
              <p14:xfrm>
                <a:off x="3449179" y="354202"/>
                <a:ext cx="143280" cy="13212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E7D8E93-5170-45BE-BF14-76A8DF93835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40179" y="345562"/>
                  <a:ext cx="160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6D103EBE-5AB8-4991-B249-6B76DCD390E8}"/>
                    </a:ext>
                  </a:extLst>
                </p14:cNvPr>
                <p14:cNvContentPartPr/>
                <p14:nvPr/>
              </p14:nvContentPartPr>
              <p14:xfrm>
                <a:off x="3565819" y="355642"/>
                <a:ext cx="5760" cy="26388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6D103EBE-5AB8-4991-B249-6B76DCD390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57179" y="346642"/>
                  <a:ext cx="234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9011D918-78CB-4D8B-8D79-351B10B798E5}"/>
                    </a:ext>
                  </a:extLst>
                </p14:cNvPr>
                <p14:cNvContentPartPr/>
                <p14:nvPr/>
              </p14:nvContentPartPr>
              <p14:xfrm>
                <a:off x="3606499" y="818962"/>
                <a:ext cx="137160" cy="47160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9011D918-78CB-4D8B-8D79-351B10B798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97499" y="810322"/>
                  <a:ext cx="15480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538A374-B2A6-4000-B487-7776C1091C60}"/>
                    </a:ext>
                  </a:extLst>
                </p14:cNvPr>
                <p14:cNvContentPartPr/>
                <p14:nvPr/>
              </p14:nvContentPartPr>
              <p14:xfrm>
                <a:off x="3778939" y="771442"/>
                <a:ext cx="1127160" cy="4989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538A374-B2A6-4000-B487-7776C1091C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69939" y="762442"/>
                  <a:ext cx="11448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3F695EC9-F353-4E50-9C17-D8A172299988}"/>
                    </a:ext>
                  </a:extLst>
                </p14:cNvPr>
                <p14:cNvContentPartPr/>
                <p14:nvPr/>
              </p14:nvContentPartPr>
              <p14:xfrm>
                <a:off x="3995299" y="1086442"/>
                <a:ext cx="120240" cy="14832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3F695EC9-F353-4E50-9C17-D8A1722999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86299" y="1077442"/>
                  <a:ext cx="137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6FE08D6A-2EDB-4DE9-BCC2-B7824EAAA8FB}"/>
                    </a:ext>
                  </a:extLst>
                </p14:cNvPr>
                <p14:cNvContentPartPr/>
                <p14:nvPr/>
              </p14:nvContentPartPr>
              <p14:xfrm>
                <a:off x="4163779" y="1097602"/>
                <a:ext cx="102960" cy="1267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6FE08D6A-2EDB-4DE9-BCC2-B7824EAAA8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55139" y="1088962"/>
                  <a:ext cx="1206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662FC33-4B59-42F7-9A19-EDC353F1D139}"/>
                    </a:ext>
                  </a:extLst>
                </p14:cNvPr>
                <p14:cNvContentPartPr/>
                <p14:nvPr/>
              </p14:nvContentPartPr>
              <p14:xfrm>
                <a:off x="4319659" y="1183282"/>
                <a:ext cx="113760" cy="1800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662FC33-4B59-42F7-9A19-EDC353F1D1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10659" y="1174642"/>
                  <a:ext cx="131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888433B0-54FC-4068-B8F8-0B0B74AB08F5}"/>
                    </a:ext>
                  </a:extLst>
                </p14:cNvPr>
                <p14:cNvContentPartPr/>
                <p14:nvPr/>
              </p14:nvContentPartPr>
              <p14:xfrm>
                <a:off x="4550779" y="1081762"/>
                <a:ext cx="109440" cy="14256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888433B0-54FC-4068-B8F8-0B0B74AB08F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42139" y="1073122"/>
                  <a:ext cx="127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59D77B54-0700-4319-8942-992990DC03DF}"/>
                    </a:ext>
                  </a:extLst>
                </p14:cNvPr>
                <p14:cNvContentPartPr/>
                <p14:nvPr/>
              </p14:nvContentPartPr>
              <p14:xfrm>
                <a:off x="4565899" y="1090042"/>
                <a:ext cx="141840" cy="13644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59D77B54-0700-4319-8942-992990DC03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57259" y="1081042"/>
                  <a:ext cx="159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2E94C404-8B4F-40D3-B959-5B03A2CDBA28}"/>
                    </a:ext>
                  </a:extLst>
                </p14:cNvPr>
                <p14:cNvContentPartPr/>
                <p14:nvPr/>
              </p14:nvContentPartPr>
              <p14:xfrm>
                <a:off x="4717099" y="975562"/>
                <a:ext cx="143280" cy="1224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2E94C404-8B4F-40D3-B959-5B03A2CDBA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08459" y="966922"/>
                  <a:ext cx="160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890B6E9-47DC-4D54-BD84-77281DFDB5EF}"/>
                    </a:ext>
                  </a:extLst>
                </p14:cNvPr>
                <p14:cNvContentPartPr/>
                <p14:nvPr/>
              </p14:nvContentPartPr>
              <p14:xfrm>
                <a:off x="4951099" y="706642"/>
                <a:ext cx="128880" cy="58536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890B6E9-47DC-4D54-BD84-77281DFDB5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42099" y="698002"/>
                  <a:ext cx="14652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5E39B336-6B99-4F0E-ACA1-42B81F2214A8}"/>
                    </a:ext>
                  </a:extLst>
                </p14:cNvPr>
                <p14:cNvContentPartPr/>
                <p14:nvPr/>
              </p14:nvContentPartPr>
              <p14:xfrm>
                <a:off x="5060179" y="598642"/>
                <a:ext cx="231840" cy="13608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5E39B336-6B99-4F0E-ACA1-42B81F2214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51179" y="590002"/>
                  <a:ext cx="2494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79F236AF-664E-4E8E-8ED0-118D9C7174BD}"/>
                    </a:ext>
                  </a:extLst>
                </p14:cNvPr>
                <p14:cNvContentPartPr/>
                <p14:nvPr/>
              </p14:nvContentPartPr>
              <p14:xfrm>
                <a:off x="5403979" y="1060882"/>
                <a:ext cx="235080" cy="3744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79F236AF-664E-4E8E-8ED0-118D9C7174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94979" y="1051882"/>
                  <a:ext cx="252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E70C9CF8-6524-4A36-81F0-57865F2AD0E6}"/>
                    </a:ext>
                  </a:extLst>
                </p14:cNvPr>
                <p14:cNvContentPartPr/>
                <p14:nvPr/>
              </p14:nvContentPartPr>
              <p14:xfrm>
                <a:off x="5453299" y="1065562"/>
                <a:ext cx="233640" cy="3060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E70C9CF8-6524-4A36-81F0-57865F2AD0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4299" y="1056562"/>
                  <a:ext cx="251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939ED7D2-4696-49DB-BD1A-392D4EA3BBDD}"/>
                    </a:ext>
                  </a:extLst>
                </p14:cNvPr>
                <p14:cNvContentPartPr/>
                <p14:nvPr/>
              </p14:nvContentPartPr>
              <p14:xfrm>
                <a:off x="3412459" y="700162"/>
                <a:ext cx="236160" cy="6706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939ED7D2-4696-49DB-BD1A-392D4EA3BB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03459" y="691162"/>
                  <a:ext cx="253800" cy="68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BD6B54CE-1C06-499D-93DF-E6274483F650}"/>
              </a:ext>
            </a:extLst>
          </p:cNvPr>
          <p:cNvGrpSpPr/>
          <p:nvPr/>
        </p:nvGrpSpPr>
        <p:grpSpPr>
          <a:xfrm>
            <a:off x="5965579" y="587842"/>
            <a:ext cx="723240" cy="803520"/>
            <a:chOff x="5965579" y="587842"/>
            <a:chExt cx="723240" cy="80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8404FD83-634D-4560-B4F1-663E6B6EE970}"/>
                    </a:ext>
                  </a:extLst>
                </p14:cNvPr>
                <p14:cNvContentPartPr/>
                <p14:nvPr/>
              </p14:nvContentPartPr>
              <p14:xfrm>
                <a:off x="5965579" y="846682"/>
                <a:ext cx="217800" cy="26604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8404FD83-634D-4560-B4F1-663E6B6EE9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56939" y="838042"/>
                  <a:ext cx="2354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7F316BF6-B0C6-4A35-BDB2-2C69B9EAFB60}"/>
                    </a:ext>
                  </a:extLst>
                </p14:cNvPr>
                <p14:cNvContentPartPr/>
                <p14:nvPr/>
              </p14:nvContentPartPr>
              <p14:xfrm>
                <a:off x="6220099" y="700882"/>
                <a:ext cx="135360" cy="17568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7F316BF6-B0C6-4A35-BDB2-2C69B9EAFB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11459" y="691882"/>
                  <a:ext cx="153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76F80C7D-778D-4E33-AF1F-B70D4A9E8E66}"/>
                    </a:ext>
                  </a:extLst>
                </p14:cNvPr>
                <p14:cNvContentPartPr/>
                <p14:nvPr/>
              </p14:nvContentPartPr>
              <p14:xfrm>
                <a:off x="6418099" y="587842"/>
                <a:ext cx="270720" cy="80352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76F80C7D-778D-4E33-AF1F-B70D4A9E8E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09099" y="578842"/>
                  <a:ext cx="288360" cy="82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7964347B-4836-4E9F-A5E3-8E4B771B7B88}"/>
              </a:ext>
            </a:extLst>
          </p:cNvPr>
          <p:cNvGrpSpPr/>
          <p:nvPr/>
        </p:nvGrpSpPr>
        <p:grpSpPr>
          <a:xfrm>
            <a:off x="7032619" y="611602"/>
            <a:ext cx="500760" cy="420480"/>
            <a:chOff x="7032619" y="611602"/>
            <a:chExt cx="50076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F6224BE5-1F7D-44AA-8D55-ED375C7F3AFB}"/>
                    </a:ext>
                  </a:extLst>
                </p14:cNvPr>
                <p14:cNvContentPartPr/>
                <p14:nvPr/>
              </p14:nvContentPartPr>
              <p14:xfrm>
                <a:off x="7032619" y="905362"/>
                <a:ext cx="144720" cy="12672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F6224BE5-1F7D-44AA-8D55-ED375C7F3AF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23979" y="896362"/>
                  <a:ext cx="162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304B26AF-2537-4740-8A99-B010FD9B0A22}"/>
                    </a:ext>
                  </a:extLst>
                </p14:cNvPr>
                <p14:cNvContentPartPr/>
                <p14:nvPr/>
              </p14:nvContentPartPr>
              <p14:xfrm>
                <a:off x="7151059" y="611602"/>
                <a:ext cx="54720" cy="38160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304B26AF-2537-4740-8A99-B010FD9B0A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42059" y="602962"/>
                  <a:ext cx="723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C404F5EE-0C80-4FAD-8D6D-26DADFEA9072}"/>
                    </a:ext>
                  </a:extLst>
                </p14:cNvPr>
                <p14:cNvContentPartPr/>
                <p14:nvPr/>
              </p14:nvContentPartPr>
              <p14:xfrm>
                <a:off x="7378219" y="785482"/>
                <a:ext cx="111600" cy="18864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C404F5EE-0C80-4FAD-8D6D-26DADFEA90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69219" y="776842"/>
                  <a:ext cx="129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36EB5C2B-A439-4ADA-AC0F-E9BCF330FA89}"/>
                    </a:ext>
                  </a:extLst>
                </p14:cNvPr>
                <p14:cNvContentPartPr/>
                <p14:nvPr/>
              </p14:nvContentPartPr>
              <p14:xfrm>
                <a:off x="7352299" y="786562"/>
                <a:ext cx="181080" cy="20880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36EB5C2B-A439-4ADA-AC0F-E9BCF330FA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43299" y="777922"/>
                  <a:ext cx="19872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E01F0AA0-6C8B-47D9-A1AD-3AFF3DFD5B0F}"/>
                  </a:ext>
                </a:extLst>
              </p14:cNvPr>
              <p14:cNvContentPartPr/>
              <p14:nvPr/>
            </p14:nvContentPartPr>
            <p14:xfrm>
              <a:off x="2075059" y="2173282"/>
              <a:ext cx="190800" cy="50904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E01F0AA0-6C8B-47D9-A1AD-3AFF3DFD5B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66059" y="2164282"/>
                <a:ext cx="20844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FF2374DF-D333-4CA7-B1BE-B6A0F028D3C4}"/>
                  </a:ext>
                </a:extLst>
              </p14:cNvPr>
              <p14:cNvContentPartPr/>
              <p14:nvPr/>
            </p14:nvContentPartPr>
            <p14:xfrm>
              <a:off x="5021299" y="464722"/>
              <a:ext cx="289080" cy="418680"/>
            </p14:xfrm>
          </p:contentPart>
        </mc:Choice>
        <mc:Fallback xmlns=""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FF2374DF-D333-4CA7-B1BE-B6A0F028D3C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03299" y="447082"/>
                <a:ext cx="32472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F0982014-DA97-4B60-AFB7-C1B0C7B81730}"/>
                  </a:ext>
                </a:extLst>
              </p14:cNvPr>
              <p14:cNvContentPartPr/>
              <p14:nvPr/>
            </p14:nvContentPartPr>
            <p14:xfrm>
              <a:off x="3816019" y="708802"/>
              <a:ext cx="321120" cy="554400"/>
            </p14:xfrm>
          </p:contentPart>
        </mc:Choice>
        <mc:Fallback xmlns=""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F0982014-DA97-4B60-AFB7-C1B0C7B8173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798379" y="690802"/>
                <a:ext cx="356760" cy="59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upo 71">
            <a:extLst>
              <a:ext uri="{FF2B5EF4-FFF2-40B4-BE49-F238E27FC236}">
                <a16:creationId xmlns:a16="http://schemas.microsoft.com/office/drawing/2014/main" id="{7769179D-9D03-416D-ACD9-BA5939072341}"/>
              </a:ext>
            </a:extLst>
          </p:cNvPr>
          <p:cNvGrpSpPr/>
          <p:nvPr/>
        </p:nvGrpSpPr>
        <p:grpSpPr>
          <a:xfrm>
            <a:off x="2492299" y="2114242"/>
            <a:ext cx="3639960" cy="1387080"/>
            <a:chOff x="2492299" y="2114242"/>
            <a:chExt cx="3639960" cy="13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3D123C4E-6FD3-4797-B413-210873D6C627}"/>
                    </a:ext>
                  </a:extLst>
                </p14:cNvPr>
                <p14:cNvContentPartPr/>
                <p14:nvPr/>
              </p14:nvContentPartPr>
              <p14:xfrm>
                <a:off x="2492299" y="2417362"/>
                <a:ext cx="186480" cy="1188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3D123C4E-6FD3-4797-B413-210873D6C62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83659" y="2408722"/>
                  <a:ext cx="204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5795F794-A9EC-41E6-8DF8-C576F7D7BB43}"/>
                    </a:ext>
                  </a:extLst>
                </p14:cNvPr>
                <p14:cNvContentPartPr/>
                <p14:nvPr/>
              </p14:nvContentPartPr>
              <p14:xfrm>
                <a:off x="2495539" y="2508802"/>
                <a:ext cx="165960" cy="180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5795F794-A9EC-41E6-8DF8-C576F7D7BB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86899" y="2500162"/>
                  <a:ext cx="1836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169C1CB-2E2E-4E30-B183-1C5605C9F193}"/>
                    </a:ext>
                  </a:extLst>
                </p14:cNvPr>
                <p14:cNvContentPartPr/>
                <p14:nvPr/>
              </p14:nvContentPartPr>
              <p14:xfrm>
                <a:off x="2870659" y="2366962"/>
                <a:ext cx="23040" cy="22500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169C1CB-2E2E-4E30-B183-1C5605C9F19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62019" y="2357962"/>
                  <a:ext cx="40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804D1216-CEBF-4874-BD19-4F8EE5AC00FF}"/>
                    </a:ext>
                  </a:extLst>
                </p14:cNvPr>
                <p14:cNvContentPartPr/>
                <p14:nvPr/>
              </p14:nvContentPartPr>
              <p14:xfrm>
                <a:off x="2993059" y="2379202"/>
                <a:ext cx="5400" cy="21492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804D1216-CEBF-4874-BD19-4F8EE5AC00F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84059" y="2370202"/>
                  <a:ext cx="23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E8638EA9-4935-437F-8682-D8A9D2AA5693}"/>
                    </a:ext>
                  </a:extLst>
                </p14:cNvPr>
                <p14:cNvContentPartPr/>
                <p14:nvPr/>
              </p14:nvContentPartPr>
              <p14:xfrm>
                <a:off x="2829619" y="2377762"/>
                <a:ext cx="215640" cy="1188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E8638EA9-4935-437F-8682-D8A9D2AA569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20979" y="2368762"/>
                  <a:ext cx="233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B5A05B70-B986-416B-A405-6E1E42FD4DC9}"/>
                    </a:ext>
                  </a:extLst>
                </p14:cNvPr>
                <p14:cNvContentPartPr/>
                <p14:nvPr/>
              </p14:nvContentPartPr>
              <p14:xfrm>
                <a:off x="3160459" y="2157802"/>
                <a:ext cx="234000" cy="10108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B5A05B70-B986-416B-A405-6E1E42FD4D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51459" y="2148802"/>
                  <a:ext cx="251640" cy="10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4B410561-22B2-4BDF-91E1-587A2F133176}"/>
                    </a:ext>
                  </a:extLst>
                </p14:cNvPr>
                <p14:cNvContentPartPr/>
                <p14:nvPr/>
              </p14:nvContentPartPr>
              <p14:xfrm>
                <a:off x="3264499" y="3388282"/>
                <a:ext cx="167760" cy="504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4B410561-22B2-4BDF-91E1-587A2F1331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55499" y="3379642"/>
                  <a:ext cx="185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9348618-2D1C-436E-B9AE-91548E685A19}"/>
                    </a:ext>
                  </a:extLst>
                </p14:cNvPr>
                <p14:cNvContentPartPr/>
                <p14:nvPr/>
              </p14:nvContentPartPr>
              <p14:xfrm>
                <a:off x="3517219" y="3302602"/>
                <a:ext cx="125640" cy="13392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9348618-2D1C-436E-B9AE-91548E685A1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08579" y="3293602"/>
                  <a:ext cx="143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45B30778-671F-485C-9CCE-44E897937645}"/>
                    </a:ext>
                  </a:extLst>
                </p14:cNvPr>
                <p14:cNvContentPartPr/>
                <p14:nvPr/>
              </p14:nvContentPartPr>
              <p14:xfrm>
                <a:off x="3579859" y="3288922"/>
                <a:ext cx="14400" cy="21240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45B30778-671F-485C-9CCE-44E8979376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71219" y="3280282"/>
                  <a:ext cx="320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D286A414-DB60-4B0D-A922-90F083BF7E1D}"/>
                    </a:ext>
                  </a:extLst>
                </p14:cNvPr>
                <p14:cNvContentPartPr/>
                <p14:nvPr/>
              </p14:nvContentPartPr>
              <p14:xfrm>
                <a:off x="3519379" y="2114242"/>
                <a:ext cx="133200" cy="10728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D286A414-DB60-4B0D-A922-90F083BF7E1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10739" y="2105242"/>
                  <a:ext cx="150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EF1242A9-C204-490D-960B-0E3B8E1A2720}"/>
                    </a:ext>
                  </a:extLst>
                </p14:cNvPr>
                <p14:cNvContentPartPr/>
                <p14:nvPr/>
              </p14:nvContentPartPr>
              <p14:xfrm>
                <a:off x="3613339" y="2117482"/>
                <a:ext cx="24120" cy="17676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EF1242A9-C204-490D-960B-0E3B8E1A27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04699" y="2108482"/>
                  <a:ext cx="41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3F83A792-CCF9-413E-9CB1-9987584F90B6}"/>
                    </a:ext>
                  </a:extLst>
                </p14:cNvPr>
                <p14:cNvContentPartPr/>
                <p14:nvPr/>
              </p14:nvContentPartPr>
              <p14:xfrm>
                <a:off x="3758059" y="2539402"/>
                <a:ext cx="175680" cy="43884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3F83A792-CCF9-413E-9CB1-9987584F90B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49419" y="2530762"/>
                  <a:ext cx="19332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5812AF56-8B9E-47DC-B8CE-62225682F75F}"/>
                    </a:ext>
                  </a:extLst>
                </p14:cNvPr>
                <p14:cNvContentPartPr/>
                <p14:nvPr/>
              </p14:nvContentPartPr>
              <p14:xfrm>
                <a:off x="4035259" y="2683042"/>
                <a:ext cx="136440" cy="1976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5812AF56-8B9E-47DC-B8CE-62225682F75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26259" y="2674402"/>
                  <a:ext cx="154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85AF9D5E-DD71-4846-A511-40DB7060F969}"/>
                    </a:ext>
                  </a:extLst>
                </p14:cNvPr>
                <p14:cNvContentPartPr/>
                <p14:nvPr/>
              </p14:nvContentPartPr>
              <p14:xfrm>
                <a:off x="4215619" y="2669002"/>
                <a:ext cx="169920" cy="19800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85AF9D5E-DD71-4846-A511-40DB7060F96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06619" y="2660002"/>
                  <a:ext cx="18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518D3B60-64A9-438C-9ACD-E41CC78B9055}"/>
                    </a:ext>
                  </a:extLst>
                </p14:cNvPr>
                <p14:cNvContentPartPr/>
                <p14:nvPr/>
              </p14:nvContentPartPr>
              <p14:xfrm>
                <a:off x="4524859" y="2804722"/>
                <a:ext cx="151560" cy="2268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518D3B60-64A9-438C-9ACD-E41CC78B905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16219" y="2795722"/>
                  <a:ext cx="169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774563E3-08E0-4CE9-B166-53FE121E1877}"/>
                    </a:ext>
                  </a:extLst>
                </p14:cNvPr>
                <p14:cNvContentPartPr/>
                <p14:nvPr/>
              </p14:nvContentPartPr>
              <p14:xfrm>
                <a:off x="4806019" y="2680162"/>
                <a:ext cx="165960" cy="20124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774563E3-08E0-4CE9-B166-53FE121E187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97379" y="2671162"/>
                  <a:ext cx="183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D09C7613-A4BD-45BC-8653-69C644ED6B44}"/>
                    </a:ext>
                  </a:extLst>
                </p14:cNvPr>
                <p14:cNvContentPartPr/>
                <p14:nvPr/>
              </p14:nvContentPartPr>
              <p14:xfrm>
                <a:off x="4827619" y="2716162"/>
                <a:ext cx="156960" cy="16344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D09C7613-A4BD-45BC-8653-69C644ED6B4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18979" y="2707162"/>
                  <a:ext cx="174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9DA61699-067D-4336-B50B-D0C57EEDFBE8}"/>
                    </a:ext>
                  </a:extLst>
                </p14:cNvPr>
                <p14:cNvContentPartPr/>
                <p14:nvPr/>
              </p14:nvContentPartPr>
              <p14:xfrm>
                <a:off x="5068819" y="2550922"/>
                <a:ext cx="192960" cy="19404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9DA61699-067D-4336-B50B-D0C57EEDFBE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59819" y="2541922"/>
                  <a:ext cx="210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EA2C501A-C327-4A84-82C7-0D33DDC3D740}"/>
                    </a:ext>
                  </a:extLst>
                </p14:cNvPr>
                <p14:cNvContentPartPr/>
                <p14:nvPr/>
              </p14:nvContentPartPr>
              <p14:xfrm>
                <a:off x="5362939" y="2800762"/>
                <a:ext cx="190800" cy="1188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EA2C501A-C327-4A84-82C7-0D33DDC3D7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53939" y="2791762"/>
                  <a:ext cx="208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4A3FE205-A016-45A7-9CF8-32862502C7E2}"/>
                    </a:ext>
                  </a:extLst>
                </p14:cNvPr>
                <p14:cNvContentPartPr/>
                <p14:nvPr/>
              </p14:nvContentPartPr>
              <p14:xfrm>
                <a:off x="5654899" y="2609962"/>
                <a:ext cx="220680" cy="2998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4A3FE205-A016-45A7-9CF8-32862502C7E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46259" y="2601322"/>
                  <a:ext cx="2383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846DC74D-9BD2-4110-99EA-493937233AA9}"/>
                    </a:ext>
                  </a:extLst>
                </p14:cNvPr>
                <p14:cNvContentPartPr/>
                <p14:nvPr/>
              </p14:nvContentPartPr>
              <p14:xfrm>
                <a:off x="5972779" y="2358322"/>
                <a:ext cx="159480" cy="59184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846DC74D-9BD2-4110-99EA-493937233AA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63779" y="2349322"/>
                  <a:ext cx="177120" cy="60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874DF5A0-25A7-43C0-B8E5-4D7EDE188B3E}"/>
              </a:ext>
            </a:extLst>
          </p:cNvPr>
          <p:cNvGrpSpPr/>
          <p:nvPr/>
        </p:nvGrpSpPr>
        <p:grpSpPr>
          <a:xfrm>
            <a:off x="6510259" y="2384242"/>
            <a:ext cx="475920" cy="385920"/>
            <a:chOff x="6510259" y="2384242"/>
            <a:chExt cx="47592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BF920130-D210-457C-90CD-B4BCDA77D1DE}"/>
                    </a:ext>
                  </a:extLst>
                </p14:cNvPr>
                <p14:cNvContentPartPr/>
                <p14:nvPr/>
              </p14:nvContentPartPr>
              <p14:xfrm>
                <a:off x="6510259" y="2625802"/>
                <a:ext cx="154440" cy="14292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BF920130-D210-457C-90CD-B4BCDA77D1D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01619" y="2616802"/>
                  <a:ext cx="172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F4A03F3A-2BC2-4620-AB0D-89C85DE11DA4}"/>
                    </a:ext>
                  </a:extLst>
                </p14:cNvPr>
                <p14:cNvContentPartPr/>
                <p14:nvPr/>
              </p14:nvContentPartPr>
              <p14:xfrm>
                <a:off x="6606379" y="2384242"/>
                <a:ext cx="121320" cy="3841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F4A03F3A-2BC2-4620-AB0D-89C85DE11DA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97379" y="2375602"/>
                  <a:ext cx="1389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88C683A0-4940-4814-BC01-E4C6D2593D94}"/>
                    </a:ext>
                  </a:extLst>
                </p14:cNvPr>
                <p14:cNvContentPartPr/>
                <p14:nvPr/>
              </p14:nvContentPartPr>
              <p14:xfrm>
                <a:off x="6813739" y="2512042"/>
                <a:ext cx="144000" cy="24948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88C683A0-4940-4814-BC01-E4C6D2593D9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05099" y="2503042"/>
                  <a:ext cx="161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21152395-6D15-4A20-B1BB-CE9C5DB5F664}"/>
                    </a:ext>
                  </a:extLst>
                </p14:cNvPr>
                <p14:cNvContentPartPr/>
                <p14:nvPr/>
              </p14:nvContentPartPr>
              <p14:xfrm>
                <a:off x="6813739" y="2569282"/>
                <a:ext cx="172440" cy="20088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21152395-6D15-4A20-B1BB-CE9C5DB5F66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05099" y="2560282"/>
                  <a:ext cx="19008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071C6A30-F05D-47CF-BFCE-D0B1E9EED029}"/>
              </a:ext>
            </a:extLst>
          </p:cNvPr>
          <p:cNvGrpSpPr/>
          <p:nvPr/>
        </p:nvGrpSpPr>
        <p:grpSpPr>
          <a:xfrm>
            <a:off x="7427899" y="1794202"/>
            <a:ext cx="1477080" cy="1300680"/>
            <a:chOff x="7427899" y="1794202"/>
            <a:chExt cx="1477080" cy="13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07036D95-0CEE-40C9-BA46-BB7D81F4F57A}"/>
                    </a:ext>
                  </a:extLst>
                </p14:cNvPr>
                <p14:cNvContentPartPr/>
                <p14:nvPr/>
              </p14:nvContentPartPr>
              <p14:xfrm>
                <a:off x="7427899" y="2462362"/>
                <a:ext cx="258480" cy="2268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07036D95-0CEE-40C9-BA46-BB7D81F4F5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419259" y="2453722"/>
                  <a:ext cx="276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5EF919D2-6946-4043-B94E-B38B0CE65185}"/>
                    </a:ext>
                  </a:extLst>
                </p14:cNvPr>
                <p14:cNvContentPartPr/>
                <p14:nvPr/>
              </p14:nvContentPartPr>
              <p14:xfrm>
                <a:off x="7484059" y="2582962"/>
                <a:ext cx="278280" cy="3528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5EF919D2-6946-4043-B94E-B38B0CE6518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75419" y="2573962"/>
                  <a:ext cx="2959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E46BE33E-99A2-42F6-BBF2-456878D7E82F}"/>
                    </a:ext>
                  </a:extLst>
                </p14:cNvPr>
                <p14:cNvContentPartPr/>
                <p14:nvPr/>
              </p14:nvContentPartPr>
              <p14:xfrm>
                <a:off x="7914619" y="2395402"/>
                <a:ext cx="34920" cy="25884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E46BE33E-99A2-42F6-BBF2-456878D7E82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05619" y="2386402"/>
                  <a:ext cx="52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4058F2C8-D43C-4D24-A1D8-F66A2929523F}"/>
                    </a:ext>
                  </a:extLst>
                </p14:cNvPr>
                <p14:cNvContentPartPr/>
                <p14:nvPr/>
              </p14:nvContentPartPr>
              <p14:xfrm>
                <a:off x="8075539" y="2344642"/>
                <a:ext cx="360" cy="24552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4058F2C8-D43C-4D24-A1D8-F66A2929523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66899" y="2335642"/>
                  <a:ext cx="18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387361B4-DE79-4DF4-B06B-1905823B01E4}"/>
                    </a:ext>
                  </a:extLst>
                </p14:cNvPr>
                <p14:cNvContentPartPr/>
                <p14:nvPr/>
              </p14:nvContentPartPr>
              <p14:xfrm>
                <a:off x="7838659" y="2338882"/>
                <a:ext cx="291240" cy="1404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387361B4-DE79-4DF4-B06B-1905823B01E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30019" y="2329882"/>
                  <a:ext cx="308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492D13C6-C205-416A-81D6-D06950B8B8ED}"/>
                    </a:ext>
                  </a:extLst>
                </p14:cNvPr>
                <p14:cNvContentPartPr/>
                <p14:nvPr/>
              </p14:nvContentPartPr>
              <p14:xfrm>
                <a:off x="8204779" y="2003722"/>
                <a:ext cx="310320" cy="94932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492D13C6-C205-416A-81D6-D06950B8B8E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95779" y="1995082"/>
                  <a:ext cx="32796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21678BB4-EA07-42CC-A11C-9DB718FC32C6}"/>
                    </a:ext>
                  </a:extLst>
                </p14:cNvPr>
                <p14:cNvContentPartPr/>
                <p14:nvPr/>
              </p14:nvContentPartPr>
              <p14:xfrm>
                <a:off x="8562979" y="2975002"/>
                <a:ext cx="132480" cy="900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21678BB4-EA07-42CC-A11C-9DB718FC32C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54339" y="2966002"/>
                  <a:ext cx="150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9E1EE546-DDFF-4D71-8A30-20B9D79F2F65}"/>
                    </a:ext>
                  </a:extLst>
                </p14:cNvPr>
                <p14:cNvContentPartPr/>
                <p14:nvPr/>
              </p14:nvContentPartPr>
              <p14:xfrm>
                <a:off x="8780419" y="2913442"/>
                <a:ext cx="124560" cy="11664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9E1EE546-DDFF-4D71-8A30-20B9D79F2F6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71779" y="2904802"/>
                  <a:ext cx="142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B97B1B68-7004-41EE-B20E-C6A57059262E}"/>
                    </a:ext>
                  </a:extLst>
                </p14:cNvPr>
                <p14:cNvContentPartPr/>
                <p14:nvPr/>
              </p14:nvContentPartPr>
              <p14:xfrm>
                <a:off x="8839819" y="2931082"/>
                <a:ext cx="14400" cy="16380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B97B1B68-7004-41EE-B20E-C6A5705926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31179" y="2922082"/>
                  <a:ext cx="32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5C627289-946B-43E5-8781-F21817C21455}"/>
                    </a:ext>
                  </a:extLst>
                </p14:cNvPr>
                <p14:cNvContentPartPr/>
                <p14:nvPr/>
              </p14:nvContentPartPr>
              <p14:xfrm>
                <a:off x="8625979" y="1821562"/>
                <a:ext cx="172080" cy="12240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5C627289-946B-43E5-8781-F21817C2145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16979" y="1812922"/>
                  <a:ext cx="189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529E904A-44F2-48C9-956E-C8C8940D4C1E}"/>
                    </a:ext>
                  </a:extLst>
                </p14:cNvPr>
                <p14:cNvContentPartPr/>
                <p14:nvPr/>
              </p14:nvContentPartPr>
              <p14:xfrm>
                <a:off x="8685019" y="1794202"/>
                <a:ext cx="47160" cy="19116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529E904A-44F2-48C9-956E-C8C8940D4C1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76019" y="1785202"/>
                  <a:ext cx="6480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1445C5F7-797E-4964-BDD6-AC9BD4EA7DD1}"/>
              </a:ext>
            </a:extLst>
          </p:cNvPr>
          <p:cNvGrpSpPr/>
          <p:nvPr/>
        </p:nvGrpSpPr>
        <p:grpSpPr>
          <a:xfrm>
            <a:off x="8713099" y="2186962"/>
            <a:ext cx="518040" cy="493560"/>
            <a:chOff x="8713099" y="2186962"/>
            <a:chExt cx="51804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06619CB9-0BB5-4DBC-A46F-1685A8CAF8A5}"/>
                    </a:ext>
                  </a:extLst>
                </p14:cNvPr>
                <p14:cNvContentPartPr/>
                <p14:nvPr/>
              </p14:nvContentPartPr>
              <p14:xfrm>
                <a:off x="8713099" y="2186962"/>
                <a:ext cx="164880" cy="49356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06619CB9-0BB5-4DBC-A46F-1685A8CAF8A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704459" y="2178322"/>
                  <a:ext cx="18252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FAF7DADA-692B-4596-8A2D-4363B69F5362}"/>
                    </a:ext>
                  </a:extLst>
                </p14:cNvPr>
                <p14:cNvContentPartPr/>
                <p14:nvPr/>
              </p14:nvContentPartPr>
              <p14:xfrm>
                <a:off x="8884459" y="2326642"/>
                <a:ext cx="96480" cy="26532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FAF7DADA-692B-4596-8A2D-4363B69F536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875459" y="2318002"/>
                  <a:ext cx="1141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E0BCB70B-694A-4489-8CAF-75270FC28220}"/>
                    </a:ext>
                  </a:extLst>
                </p14:cNvPr>
                <p14:cNvContentPartPr/>
                <p14:nvPr/>
              </p14:nvContentPartPr>
              <p14:xfrm>
                <a:off x="9074179" y="2312962"/>
                <a:ext cx="156960" cy="31680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E0BCB70B-694A-4489-8CAF-75270FC2822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65539" y="2304322"/>
                  <a:ext cx="174600" cy="33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85CA4F47-B024-4A18-8642-16ABA518B88C}"/>
              </a:ext>
            </a:extLst>
          </p:cNvPr>
          <p:cNvGrpSpPr/>
          <p:nvPr/>
        </p:nvGrpSpPr>
        <p:grpSpPr>
          <a:xfrm>
            <a:off x="9415099" y="2121802"/>
            <a:ext cx="1247040" cy="577080"/>
            <a:chOff x="9415099" y="2121802"/>
            <a:chExt cx="1247040" cy="57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2AA20C7D-5640-4D2E-B1E6-E8AB9232FF11}"/>
                    </a:ext>
                  </a:extLst>
                </p14:cNvPr>
                <p14:cNvContentPartPr/>
                <p14:nvPr/>
              </p14:nvContentPartPr>
              <p14:xfrm>
                <a:off x="9415099" y="2466322"/>
                <a:ext cx="140760" cy="1800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2AA20C7D-5640-4D2E-B1E6-E8AB9232FF1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06459" y="2457322"/>
                  <a:ext cx="158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207BFAB3-0EBB-49CA-B375-3ABBCF58D561}"/>
                    </a:ext>
                  </a:extLst>
                </p14:cNvPr>
                <p14:cNvContentPartPr/>
                <p14:nvPr/>
              </p14:nvContentPartPr>
              <p14:xfrm>
                <a:off x="9650899" y="2361202"/>
                <a:ext cx="178920" cy="21600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207BFAB3-0EBB-49CA-B375-3ABBCF58D56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41899" y="2352562"/>
                  <a:ext cx="196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6D8063FE-8B8F-4D83-B9B9-7849EA0ABDFF}"/>
                    </a:ext>
                  </a:extLst>
                </p14:cNvPr>
                <p14:cNvContentPartPr/>
                <p14:nvPr/>
              </p14:nvContentPartPr>
              <p14:xfrm>
                <a:off x="9677899" y="2368042"/>
                <a:ext cx="169200" cy="20448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6D8063FE-8B8F-4D83-B9B9-7849EA0ABDF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668899" y="2359042"/>
                  <a:ext cx="186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1B987611-09AE-4D1D-B66B-D0A8B79DD9A1}"/>
                    </a:ext>
                  </a:extLst>
                </p14:cNvPr>
                <p14:cNvContentPartPr/>
                <p14:nvPr/>
              </p14:nvContentPartPr>
              <p14:xfrm>
                <a:off x="9895339" y="2228722"/>
                <a:ext cx="131040" cy="15984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1B987611-09AE-4D1D-B66B-D0A8B79DD9A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886339" y="2220082"/>
                  <a:ext cx="148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6FCACBC8-7963-4AE9-B209-BAE2FCBBCD98}"/>
                    </a:ext>
                  </a:extLst>
                </p14:cNvPr>
                <p14:cNvContentPartPr/>
                <p14:nvPr/>
              </p14:nvContentPartPr>
              <p14:xfrm>
                <a:off x="10021699" y="2137282"/>
                <a:ext cx="142920" cy="56160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6FCACBC8-7963-4AE9-B209-BAE2FCBBCD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012699" y="2128642"/>
                  <a:ext cx="16056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22F6D730-EA1E-402E-B8D6-B527C433AD45}"/>
                    </a:ext>
                  </a:extLst>
                </p14:cNvPr>
                <p14:cNvContentPartPr/>
                <p14:nvPr/>
              </p14:nvContentPartPr>
              <p14:xfrm>
                <a:off x="10294579" y="2365162"/>
                <a:ext cx="172800" cy="16200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22F6D730-EA1E-402E-B8D6-B527C433AD4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285939" y="2356162"/>
                  <a:ext cx="190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95A78EB8-54F1-4A54-909E-0508846048BA}"/>
                    </a:ext>
                  </a:extLst>
                </p14:cNvPr>
                <p14:cNvContentPartPr/>
                <p14:nvPr/>
              </p14:nvContentPartPr>
              <p14:xfrm>
                <a:off x="10366579" y="2121802"/>
                <a:ext cx="86760" cy="38844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95A78EB8-54F1-4A54-909E-0508846048B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357939" y="2113162"/>
                  <a:ext cx="104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BF62B00A-DBD1-4B15-8CF1-53B2CDB8BFC7}"/>
                    </a:ext>
                  </a:extLst>
                </p14:cNvPr>
                <p14:cNvContentPartPr/>
                <p14:nvPr/>
              </p14:nvContentPartPr>
              <p14:xfrm>
                <a:off x="10555939" y="2284162"/>
                <a:ext cx="100800" cy="27612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BF62B00A-DBD1-4B15-8CF1-53B2CDB8BF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546939" y="2275522"/>
                  <a:ext cx="1184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F09BB670-ED2B-4321-8796-FB8E1CF1D853}"/>
                    </a:ext>
                  </a:extLst>
                </p14:cNvPr>
                <p14:cNvContentPartPr/>
                <p14:nvPr/>
              </p14:nvContentPartPr>
              <p14:xfrm>
                <a:off x="10525699" y="2343562"/>
                <a:ext cx="136440" cy="25812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F09BB670-ED2B-4321-8796-FB8E1CF1D85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516699" y="2334922"/>
                  <a:ext cx="15408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6CCE056F-57C5-42AA-9479-EFD93B3DF897}"/>
                  </a:ext>
                </a:extLst>
              </p14:cNvPr>
              <p14:cNvContentPartPr/>
              <p14:nvPr/>
            </p14:nvContentPartPr>
            <p14:xfrm>
              <a:off x="1941139" y="3896602"/>
              <a:ext cx="144000" cy="393840"/>
            </p14:xfrm>
          </p:contentPart>
        </mc:Choice>
        <mc:Fallback xmlns=""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6CCE056F-57C5-42AA-9479-EFD93B3DF89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932139" y="3887962"/>
                <a:ext cx="16164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CA91D6F7-70DD-4401-9A71-4B77CCD67625}"/>
                  </a:ext>
                </a:extLst>
              </p14:cNvPr>
              <p14:cNvContentPartPr/>
              <p14:nvPr/>
            </p14:nvContentPartPr>
            <p14:xfrm>
              <a:off x="2191699" y="4110802"/>
              <a:ext cx="139680" cy="11160"/>
            </p14:xfrm>
          </p:contentPart>
        </mc:Choice>
        <mc:Fallback xmlns=""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CA91D6F7-70DD-4401-9A71-4B77CCD6762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183059" y="4101802"/>
                <a:ext cx="1573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C5216984-0564-4B41-B3B0-0FEFEA87430E}"/>
                  </a:ext>
                </a:extLst>
              </p14:cNvPr>
              <p14:cNvContentPartPr/>
              <p14:nvPr/>
            </p14:nvContentPartPr>
            <p14:xfrm>
              <a:off x="2184139" y="4206922"/>
              <a:ext cx="129960" cy="19800"/>
            </p14:xfrm>
          </p:contentPart>
        </mc:Choice>
        <mc:Fallback xmlns=""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C5216984-0564-4B41-B3B0-0FEFEA87430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175499" y="4198282"/>
                <a:ext cx="14760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upo 133">
            <a:extLst>
              <a:ext uri="{FF2B5EF4-FFF2-40B4-BE49-F238E27FC236}">
                <a16:creationId xmlns:a16="http://schemas.microsoft.com/office/drawing/2014/main" id="{B333571A-C84D-4B15-8DB3-366211128F7A}"/>
              </a:ext>
            </a:extLst>
          </p:cNvPr>
          <p:cNvGrpSpPr/>
          <p:nvPr/>
        </p:nvGrpSpPr>
        <p:grpSpPr>
          <a:xfrm>
            <a:off x="2526859" y="3843322"/>
            <a:ext cx="2244240" cy="713880"/>
            <a:chOff x="2526859" y="3843322"/>
            <a:chExt cx="2244240" cy="71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569A26DF-9784-41DC-ABFA-97539B7145AA}"/>
                    </a:ext>
                  </a:extLst>
                </p14:cNvPr>
                <p14:cNvContentPartPr/>
                <p14:nvPr/>
              </p14:nvContentPartPr>
              <p14:xfrm>
                <a:off x="2589499" y="4004602"/>
                <a:ext cx="16560" cy="19548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569A26DF-9784-41DC-ABFA-97539B7145A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80859" y="3995962"/>
                  <a:ext cx="34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582DB735-2C39-46CD-837F-A77368F1036E}"/>
                    </a:ext>
                  </a:extLst>
                </p14:cNvPr>
                <p14:cNvContentPartPr/>
                <p14:nvPr/>
              </p14:nvContentPartPr>
              <p14:xfrm>
                <a:off x="2677339" y="4022242"/>
                <a:ext cx="25200" cy="17136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582DB735-2C39-46CD-837F-A77368F1036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68339" y="4013602"/>
                  <a:ext cx="42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A1095018-9D2D-43E4-B5B4-B23D91B8A6B5}"/>
                    </a:ext>
                  </a:extLst>
                </p14:cNvPr>
                <p14:cNvContentPartPr/>
                <p14:nvPr/>
              </p14:nvContentPartPr>
              <p14:xfrm>
                <a:off x="2526859" y="3976522"/>
                <a:ext cx="307440" cy="3456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A1095018-9D2D-43E4-B5B4-B23D91B8A6B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18219" y="3967882"/>
                  <a:ext cx="325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D6DB249B-6E9F-43F4-8264-5206C706E89F}"/>
                    </a:ext>
                  </a:extLst>
                </p14:cNvPr>
                <p14:cNvContentPartPr/>
                <p14:nvPr/>
              </p14:nvContentPartPr>
              <p14:xfrm>
                <a:off x="2932219" y="3848002"/>
                <a:ext cx="192960" cy="62820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D6DB249B-6E9F-43F4-8264-5206C706E89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23579" y="3839362"/>
                  <a:ext cx="21060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5D021A6B-497B-4871-8710-D4FB028256B7}"/>
                    </a:ext>
                  </a:extLst>
                </p14:cNvPr>
                <p14:cNvContentPartPr/>
                <p14:nvPr/>
              </p14:nvContentPartPr>
              <p14:xfrm>
                <a:off x="3062179" y="4037002"/>
                <a:ext cx="120240" cy="22608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5D021A6B-497B-4871-8710-D4FB028256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53179" y="4028002"/>
                  <a:ext cx="137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F9207EA5-2EEB-4BC9-A0C3-E1255DAF1987}"/>
                    </a:ext>
                  </a:extLst>
                </p14:cNvPr>
                <p14:cNvContentPartPr/>
                <p14:nvPr/>
              </p14:nvContentPartPr>
              <p14:xfrm>
                <a:off x="3212299" y="4031602"/>
                <a:ext cx="122760" cy="25056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F9207EA5-2EEB-4BC9-A0C3-E1255DAF198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03299" y="4022602"/>
                  <a:ext cx="140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96527FAF-2B7B-429C-BD7D-F297F3D90362}"/>
                    </a:ext>
                  </a:extLst>
                </p14:cNvPr>
                <p14:cNvContentPartPr/>
                <p14:nvPr/>
              </p14:nvContentPartPr>
              <p14:xfrm>
                <a:off x="3426499" y="4064002"/>
                <a:ext cx="162360" cy="21708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96527FAF-2B7B-429C-BD7D-F297F3D9036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17499" y="4055362"/>
                  <a:ext cx="180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60C2BA99-3A6F-4571-920F-B89B5D181D3E}"/>
                    </a:ext>
                  </a:extLst>
                </p14:cNvPr>
                <p14:cNvContentPartPr/>
                <p14:nvPr/>
              </p14:nvContentPartPr>
              <p14:xfrm>
                <a:off x="3415699" y="4079482"/>
                <a:ext cx="173520" cy="21132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60C2BA99-3A6F-4571-920F-B89B5D181D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06699" y="4070842"/>
                  <a:ext cx="191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5A2D6435-90B4-4095-B825-78820994489A}"/>
                    </a:ext>
                  </a:extLst>
                </p14:cNvPr>
                <p14:cNvContentPartPr/>
                <p14:nvPr/>
              </p14:nvContentPartPr>
              <p14:xfrm>
                <a:off x="3763099" y="4178842"/>
                <a:ext cx="194400" cy="4104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5A2D6435-90B4-4095-B825-78820994489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54459" y="4169842"/>
                  <a:ext cx="212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2F11D219-AF93-47B2-88A9-55360BB2037A}"/>
                    </a:ext>
                  </a:extLst>
                </p14:cNvPr>
                <p14:cNvContentPartPr/>
                <p14:nvPr/>
              </p14:nvContentPartPr>
              <p14:xfrm>
                <a:off x="4146499" y="3976522"/>
                <a:ext cx="113760" cy="26208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2F11D219-AF93-47B2-88A9-55360BB2037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37859" y="3967882"/>
                  <a:ext cx="1314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D867557B-98DA-4F99-A33B-517045B34A02}"/>
                    </a:ext>
                  </a:extLst>
                </p14:cNvPr>
                <p14:cNvContentPartPr/>
                <p14:nvPr/>
              </p14:nvContentPartPr>
              <p14:xfrm>
                <a:off x="4138939" y="3969682"/>
                <a:ext cx="135360" cy="24156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D867557B-98DA-4F99-A33B-517045B34A0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30299" y="3961042"/>
                  <a:ext cx="153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620CD79E-D48C-41A4-8BAF-CF8634B3B4C9}"/>
                    </a:ext>
                  </a:extLst>
                </p14:cNvPr>
                <p14:cNvContentPartPr/>
                <p14:nvPr/>
              </p14:nvContentPartPr>
              <p14:xfrm>
                <a:off x="4363939" y="3843322"/>
                <a:ext cx="121680" cy="21744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620CD79E-D48C-41A4-8BAF-CF8634B3B4C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54939" y="3834322"/>
                  <a:ext cx="139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59698481-1C00-4C4D-BE35-E879C1B724E5}"/>
                    </a:ext>
                  </a:extLst>
                </p14:cNvPr>
                <p14:cNvContentPartPr/>
                <p14:nvPr/>
              </p14:nvContentPartPr>
              <p14:xfrm>
                <a:off x="4086019" y="4310242"/>
                <a:ext cx="350640" cy="5004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59698481-1C00-4C4D-BE35-E879C1B724E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77019" y="4301242"/>
                  <a:ext cx="368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4D8BEB42-6351-4378-AF25-0CB5C6D7B7C5}"/>
                    </a:ext>
                  </a:extLst>
                </p14:cNvPr>
                <p14:cNvContentPartPr/>
                <p14:nvPr/>
              </p14:nvContentPartPr>
              <p14:xfrm>
                <a:off x="4175659" y="4403482"/>
                <a:ext cx="186840" cy="15372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4D8BEB42-6351-4378-AF25-0CB5C6D7B7C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67019" y="4394842"/>
                  <a:ext cx="204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D948A149-6227-4B97-B31D-F5486A1A018E}"/>
                    </a:ext>
                  </a:extLst>
                </p14:cNvPr>
                <p14:cNvContentPartPr/>
                <p14:nvPr/>
              </p14:nvContentPartPr>
              <p14:xfrm>
                <a:off x="4640779" y="3896962"/>
                <a:ext cx="130320" cy="60516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D948A149-6227-4B97-B31D-F5486A1A018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631779" y="3887962"/>
                  <a:ext cx="147960" cy="62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DEC67102-F0A9-44BB-834D-1C5EE9081BA3}"/>
              </a:ext>
            </a:extLst>
          </p:cNvPr>
          <p:cNvGrpSpPr/>
          <p:nvPr/>
        </p:nvGrpSpPr>
        <p:grpSpPr>
          <a:xfrm>
            <a:off x="5013019" y="3485482"/>
            <a:ext cx="447480" cy="1384920"/>
            <a:chOff x="5013019" y="3485482"/>
            <a:chExt cx="447480" cy="138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32CFA157-6612-4E8A-ADE9-40905EFE72BB}"/>
                    </a:ext>
                  </a:extLst>
                </p14:cNvPr>
                <p14:cNvContentPartPr/>
                <p14:nvPr/>
              </p14:nvContentPartPr>
              <p14:xfrm>
                <a:off x="5013019" y="3664402"/>
                <a:ext cx="55080" cy="92232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32CFA157-6612-4E8A-ADE9-40905EFE72B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4019" y="3655402"/>
                  <a:ext cx="72720" cy="9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6D6AC419-8A72-4695-9F5C-B1ED89A94901}"/>
                    </a:ext>
                  </a:extLst>
                </p14:cNvPr>
                <p14:cNvContentPartPr/>
                <p14:nvPr/>
              </p14:nvContentPartPr>
              <p14:xfrm>
                <a:off x="5046139" y="4792282"/>
                <a:ext cx="153720" cy="3960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6D6AC419-8A72-4695-9F5C-B1ED89A9490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037139" y="4783282"/>
                  <a:ext cx="171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B7B303AD-C7A8-4E13-B96D-F18F2A18765D}"/>
                    </a:ext>
                  </a:extLst>
                </p14:cNvPr>
                <p14:cNvContentPartPr/>
                <p14:nvPr/>
              </p14:nvContentPartPr>
              <p14:xfrm>
                <a:off x="5266819" y="4692202"/>
                <a:ext cx="134280" cy="11124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B7B303AD-C7A8-4E13-B96D-F18F2A18765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257819" y="4683562"/>
                  <a:ext cx="151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B416B678-7E7C-482A-B22D-BEE8E01203B5}"/>
                    </a:ext>
                  </a:extLst>
                </p14:cNvPr>
                <p14:cNvContentPartPr/>
                <p14:nvPr/>
              </p14:nvContentPartPr>
              <p14:xfrm>
                <a:off x="5391019" y="4653322"/>
                <a:ext cx="10080" cy="21708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B416B678-7E7C-482A-B22D-BEE8E01203B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382019" y="4644682"/>
                  <a:ext cx="27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395E9068-AA78-4135-B6FD-12EB041393AC}"/>
                    </a:ext>
                  </a:extLst>
                </p14:cNvPr>
                <p14:cNvContentPartPr/>
                <p14:nvPr/>
              </p14:nvContentPartPr>
              <p14:xfrm>
                <a:off x="5282659" y="3497002"/>
                <a:ext cx="177840" cy="16020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395E9068-AA78-4135-B6FD-12EB041393A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273659" y="3488362"/>
                  <a:ext cx="195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DFE3AD2E-D620-4F0F-A301-4A27103A1CCD}"/>
                    </a:ext>
                  </a:extLst>
                </p14:cNvPr>
                <p14:cNvContentPartPr/>
                <p14:nvPr/>
              </p14:nvContentPartPr>
              <p14:xfrm>
                <a:off x="5362939" y="3485482"/>
                <a:ext cx="27360" cy="24048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DFE3AD2E-D620-4F0F-A301-4A27103A1CC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53939" y="3476482"/>
                  <a:ext cx="4500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71EF397C-4F0B-43DF-A7F3-0BA818677132}"/>
              </a:ext>
            </a:extLst>
          </p:cNvPr>
          <p:cNvGrpSpPr/>
          <p:nvPr/>
        </p:nvGrpSpPr>
        <p:grpSpPr>
          <a:xfrm>
            <a:off x="5749579" y="4173082"/>
            <a:ext cx="267840" cy="123840"/>
            <a:chOff x="5749579" y="4173082"/>
            <a:chExt cx="267840" cy="1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CF431892-37D8-4942-B050-6BCE29DAFD3F}"/>
                    </a:ext>
                  </a:extLst>
                </p14:cNvPr>
                <p14:cNvContentPartPr/>
                <p14:nvPr/>
              </p14:nvContentPartPr>
              <p14:xfrm>
                <a:off x="5749579" y="4173082"/>
                <a:ext cx="211320" cy="540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CF431892-37D8-4942-B050-6BCE29DAFD3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40939" y="4164082"/>
                  <a:ext cx="228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660B31F2-3C07-4E51-8A37-DE955C056D48}"/>
                    </a:ext>
                  </a:extLst>
                </p14:cNvPr>
                <p14:cNvContentPartPr/>
                <p14:nvPr/>
              </p14:nvContentPartPr>
              <p14:xfrm>
                <a:off x="5756419" y="4264522"/>
                <a:ext cx="261000" cy="3240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660B31F2-3C07-4E51-8A37-DE955C056D4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747419" y="4255522"/>
                  <a:ext cx="2786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93013E65-D619-4699-B299-71264F376286}"/>
              </a:ext>
            </a:extLst>
          </p:cNvPr>
          <p:cNvGrpSpPr/>
          <p:nvPr/>
        </p:nvGrpSpPr>
        <p:grpSpPr>
          <a:xfrm>
            <a:off x="6246019" y="3652522"/>
            <a:ext cx="1549800" cy="889200"/>
            <a:chOff x="6246019" y="3652522"/>
            <a:chExt cx="1549800" cy="88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3EFB8CD2-AA75-4AF7-9E88-14F7241E9D3F}"/>
                    </a:ext>
                  </a:extLst>
                </p14:cNvPr>
                <p14:cNvContentPartPr/>
                <p14:nvPr/>
              </p14:nvContentPartPr>
              <p14:xfrm>
                <a:off x="6296059" y="3968242"/>
                <a:ext cx="13320" cy="30024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3EFB8CD2-AA75-4AF7-9E88-14F7241E9D3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287059" y="3959602"/>
                  <a:ext cx="309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01BC2940-D58A-4E8C-9781-B97189927475}"/>
                    </a:ext>
                  </a:extLst>
                </p14:cNvPr>
                <p14:cNvContentPartPr/>
                <p14:nvPr/>
              </p14:nvContentPartPr>
              <p14:xfrm>
                <a:off x="6399739" y="4024042"/>
                <a:ext cx="6840" cy="19188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01BC2940-D58A-4E8C-9781-B9718992747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90739" y="4015402"/>
                  <a:ext cx="24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222447F7-E659-4FE2-B4F0-D374E28E391E}"/>
                    </a:ext>
                  </a:extLst>
                </p14:cNvPr>
                <p14:cNvContentPartPr/>
                <p14:nvPr/>
              </p14:nvContentPartPr>
              <p14:xfrm>
                <a:off x="6246019" y="3931882"/>
                <a:ext cx="273960" cy="2268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222447F7-E659-4FE2-B4F0-D374E28E391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237379" y="3922882"/>
                  <a:ext cx="291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87A50162-1742-40F1-9C1B-31AFF25CFF0A}"/>
                    </a:ext>
                  </a:extLst>
                </p14:cNvPr>
                <p14:cNvContentPartPr/>
                <p14:nvPr/>
              </p14:nvContentPartPr>
              <p14:xfrm>
                <a:off x="6396499" y="3978682"/>
                <a:ext cx="4680" cy="27036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87A50162-1742-40F1-9C1B-31AFF25CFF0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387499" y="3970042"/>
                  <a:ext cx="223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1CF50DA6-3DA6-4A5A-BCED-E58A2FFB0572}"/>
                    </a:ext>
                  </a:extLst>
                </p14:cNvPr>
                <p14:cNvContentPartPr/>
                <p14:nvPr/>
              </p14:nvContentPartPr>
              <p14:xfrm>
                <a:off x="6595579" y="3652522"/>
                <a:ext cx="252360" cy="88920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1CF50DA6-3DA6-4A5A-BCED-E58A2FFB057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86579" y="3643882"/>
                  <a:ext cx="27000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D2081F04-FD37-4819-8DF0-ED25BD12107B}"/>
                    </a:ext>
                  </a:extLst>
                </p14:cNvPr>
                <p14:cNvContentPartPr/>
                <p14:nvPr/>
              </p14:nvContentPartPr>
              <p14:xfrm>
                <a:off x="6804019" y="3952762"/>
                <a:ext cx="96120" cy="23400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D2081F04-FD37-4819-8DF0-ED25BD12107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95379" y="3944122"/>
                  <a:ext cx="1137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CDF2AE1-6233-48D1-BDDB-DDD357F9D309}"/>
                    </a:ext>
                  </a:extLst>
                </p14:cNvPr>
                <p14:cNvContentPartPr/>
                <p14:nvPr/>
              </p14:nvContentPartPr>
              <p14:xfrm>
                <a:off x="6987979" y="3954202"/>
                <a:ext cx="101880" cy="22464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CDF2AE1-6233-48D1-BDDB-DDD357F9D30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978979" y="3945202"/>
                  <a:ext cx="119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F167AFAA-C8F1-4998-8DDC-32749EE531B2}"/>
                    </a:ext>
                  </a:extLst>
                </p14:cNvPr>
                <p14:cNvContentPartPr/>
                <p14:nvPr/>
              </p14:nvContentPartPr>
              <p14:xfrm>
                <a:off x="7174459" y="4060762"/>
                <a:ext cx="37080" cy="4752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F167AFAA-C8F1-4998-8DDC-32749EE531B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165819" y="4052122"/>
                  <a:ext cx="54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8BBEE1B8-B8F0-4503-9EB4-CCA176E6BD40}"/>
                    </a:ext>
                  </a:extLst>
                </p14:cNvPr>
                <p14:cNvContentPartPr/>
                <p14:nvPr/>
              </p14:nvContentPartPr>
              <p14:xfrm>
                <a:off x="7331779" y="3890842"/>
                <a:ext cx="158040" cy="15912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8BBEE1B8-B8F0-4503-9EB4-CCA176E6BD4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322779" y="3882202"/>
                  <a:ext cx="1756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209950A6-5850-425F-A320-7B250B7AE19F}"/>
                    </a:ext>
                  </a:extLst>
                </p14:cNvPr>
                <p14:cNvContentPartPr/>
                <p14:nvPr/>
              </p14:nvContentPartPr>
              <p14:xfrm>
                <a:off x="7453819" y="3880402"/>
                <a:ext cx="19080" cy="28980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209950A6-5850-425F-A320-7B250B7AE19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444819" y="3871402"/>
                  <a:ext cx="367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3F907A16-F484-484F-AFA5-D1B2265698C7}"/>
                    </a:ext>
                  </a:extLst>
                </p14:cNvPr>
                <p14:cNvContentPartPr/>
                <p14:nvPr/>
              </p14:nvContentPartPr>
              <p14:xfrm>
                <a:off x="7633459" y="4083442"/>
                <a:ext cx="162360" cy="2124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3F907A16-F484-484F-AFA5-D1B2265698C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24459" y="4074802"/>
                  <a:ext cx="1800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EAC1C461-48E2-445A-919B-5DBC90923E9C}"/>
              </a:ext>
            </a:extLst>
          </p:cNvPr>
          <p:cNvGrpSpPr/>
          <p:nvPr/>
        </p:nvGrpSpPr>
        <p:grpSpPr>
          <a:xfrm>
            <a:off x="8080939" y="3692122"/>
            <a:ext cx="305640" cy="794520"/>
            <a:chOff x="8080939" y="3692122"/>
            <a:chExt cx="305640" cy="79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3A90C783-A360-499D-A7EA-6581AD89E77C}"/>
                    </a:ext>
                  </a:extLst>
                </p14:cNvPr>
                <p14:cNvContentPartPr/>
                <p14:nvPr/>
              </p14:nvContentPartPr>
              <p14:xfrm>
                <a:off x="8088859" y="3853042"/>
                <a:ext cx="151560" cy="13572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3A90C783-A360-499D-A7EA-6581AD89E77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79859" y="3844042"/>
                  <a:ext cx="169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6DBC577D-97DE-479F-8999-C837CA29FA81}"/>
                    </a:ext>
                  </a:extLst>
                </p14:cNvPr>
                <p14:cNvContentPartPr/>
                <p14:nvPr/>
              </p14:nvContentPartPr>
              <p14:xfrm>
                <a:off x="8177059" y="3860962"/>
                <a:ext cx="19800" cy="24624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6DBC577D-97DE-479F-8999-C837CA29FA8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168419" y="3851962"/>
                  <a:ext cx="37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7CFBD2E5-5E15-4C37-B827-48BFC1A406D9}"/>
                    </a:ext>
                  </a:extLst>
                </p14:cNvPr>
                <p14:cNvContentPartPr/>
                <p14:nvPr/>
              </p14:nvContentPartPr>
              <p14:xfrm>
                <a:off x="8295139" y="3692122"/>
                <a:ext cx="82440" cy="19332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7CFBD2E5-5E15-4C37-B827-48BFC1A406D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86139" y="3683122"/>
                  <a:ext cx="100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F4DE7A62-7A10-4F38-9F3E-67822FB843C5}"/>
                    </a:ext>
                  </a:extLst>
                </p14:cNvPr>
                <p14:cNvContentPartPr/>
                <p14:nvPr/>
              </p14:nvContentPartPr>
              <p14:xfrm>
                <a:off x="8080939" y="4160482"/>
                <a:ext cx="305640" cy="5292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F4DE7A62-7A10-4F38-9F3E-67822FB843C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72299" y="4151482"/>
                  <a:ext cx="323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BF8B8186-A349-4B0E-A848-55BC2B6F8C06}"/>
                    </a:ext>
                  </a:extLst>
                </p14:cNvPr>
                <p14:cNvContentPartPr/>
                <p14:nvPr/>
              </p14:nvContentPartPr>
              <p14:xfrm>
                <a:off x="8089939" y="4283602"/>
                <a:ext cx="165240" cy="20304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BF8B8186-A349-4B0E-A848-55BC2B6F8C0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081299" y="4274962"/>
                  <a:ext cx="18288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58" name="Entrada de lápiz 157">
                <a:extLst>
                  <a:ext uri="{FF2B5EF4-FFF2-40B4-BE49-F238E27FC236}">
                    <a16:creationId xmlns:a16="http://schemas.microsoft.com/office/drawing/2014/main" id="{C2587A04-BC3F-43D1-BCAA-9B62C89A9F3D}"/>
                  </a:ext>
                </a:extLst>
              </p14:cNvPr>
              <p14:cNvContentPartPr/>
              <p14:nvPr/>
            </p14:nvContentPartPr>
            <p14:xfrm>
              <a:off x="8723539" y="4141762"/>
              <a:ext cx="341640" cy="41400"/>
            </p14:xfrm>
          </p:contentPart>
        </mc:Choice>
        <mc:Fallback xmlns="">
          <p:pic>
            <p:nvPicPr>
              <p:cNvPr id="158" name="Entrada de lápiz 157">
                <a:extLst>
                  <a:ext uri="{FF2B5EF4-FFF2-40B4-BE49-F238E27FC236}">
                    <a16:creationId xmlns:a16="http://schemas.microsoft.com/office/drawing/2014/main" id="{C2587A04-BC3F-43D1-BCAA-9B62C89A9F3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705539" y="4123762"/>
                <a:ext cx="3772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0C73D008-55A0-4733-9C20-BEE7D6DA204C}"/>
                  </a:ext>
                </a:extLst>
              </p14:cNvPr>
              <p14:cNvContentPartPr/>
              <p14:nvPr/>
            </p14:nvContentPartPr>
            <p14:xfrm>
              <a:off x="9198379" y="3786082"/>
              <a:ext cx="223560" cy="674280"/>
            </p14:xfrm>
          </p:contentPart>
        </mc:Choice>
        <mc:Fallback xmlns=""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0C73D008-55A0-4733-9C20-BEE7D6DA204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180739" y="3768442"/>
                <a:ext cx="259200" cy="70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upo 168">
            <a:extLst>
              <a:ext uri="{FF2B5EF4-FFF2-40B4-BE49-F238E27FC236}">
                <a16:creationId xmlns:a16="http://schemas.microsoft.com/office/drawing/2014/main" id="{554A0933-DFCD-4286-9919-B7A711374D15}"/>
              </a:ext>
            </a:extLst>
          </p:cNvPr>
          <p:cNvGrpSpPr/>
          <p:nvPr/>
        </p:nvGrpSpPr>
        <p:grpSpPr>
          <a:xfrm>
            <a:off x="9352459" y="3889042"/>
            <a:ext cx="726840" cy="388440"/>
            <a:chOff x="9352459" y="3889042"/>
            <a:chExt cx="72684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4BCC14DB-A32C-4635-8181-95738FD0CA2E}"/>
                    </a:ext>
                  </a:extLst>
                </p14:cNvPr>
                <p14:cNvContentPartPr/>
                <p14:nvPr/>
              </p14:nvContentPartPr>
              <p14:xfrm>
                <a:off x="9352459" y="3962122"/>
                <a:ext cx="101880" cy="25632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4BCC14DB-A32C-4635-8181-95738FD0CA2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343459" y="3953122"/>
                  <a:ext cx="119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72F309AA-D5AE-460C-B3C3-85FA01F813E7}"/>
                    </a:ext>
                  </a:extLst>
                </p14:cNvPr>
                <p14:cNvContentPartPr/>
                <p14:nvPr/>
              </p14:nvContentPartPr>
              <p14:xfrm>
                <a:off x="9465859" y="3979402"/>
                <a:ext cx="87840" cy="27756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72F309AA-D5AE-460C-B3C3-85FA01F813E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457219" y="3970762"/>
                  <a:ext cx="1054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7B891E12-0CD8-4634-BE8D-E67CC0681509}"/>
                    </a:ext>
                  </a:extLst>
                </p14:cNvPr>
                <p14:cNvContentPartPr/>
                <p14:nvPr/>
              </p14:nvContentPartPr>
              <p14:xfrm>
                <a:off x="9629299" y="4112962"/>
                <a:ext cx="37440" cy="3384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7B891E12-0CD8-4634-BE8D-E67CC068150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620299" y="4103962"/>
                  <a:ext cx="55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9924C98A-EE53-481D-92F3-B72E70B76D8F}"/>
                    </a:ext>
                  </a:extLst>
                </p14:cNvPr>
                <p14:cNvContentPartPr/>
                <p14:nvPr/>
              </p14:nvContentPartPr>
              <p14:xfrm>
                <a:off x="9696619" y="3971842"/>
                <a:ext cx="100440" cy="28836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9924C98A-EE53-481D-92F3-B72E70B76D8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687979" y="3962842"/>
                  <a:ext cx="1180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EB5FCD59-A6B1-4194-9347-639C3CB85C0E}"/>
                    </a:ext>
                  </a:extLst>
                </p14:cNvPr>
                <p14:cNvContentPartPr/>
                <p14:nvPr/>
              </p14:nvContentPartPr>
              <p14:xfrm>
                <a:off x="9802099" y="4117642"/>
                <a:ext cx="77040" cy="900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EB5FCD59-A6B1-4194-9347-639C3CB85C0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793459" y="4108642"/>
                  <a:ext cx="94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84554841-8F6E-4B81-91AE-84855BF49EE3}"/>
                    </a:ext>
                  </a:extLst>
                </p14:cNvPr>
                <p14:cNvContentPartPr/>
                <p14:nvPr/>
              </p14:nvContentPartPr>
              <p14:xfrm>
                <a:off x="9916939" y="4020442"/>
                <a:ext cx="94320" cy="12096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84554841-8F6E-4B81-91AE-84855BF49EE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907939" y="4011442"/>
                  <a:ext cx="1119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CEC629F2-155B-4E4D-8174-41A9D80EB64C}"/>
                    </a:ext>
                  </a:extLst>
                </p14:cNvPr>
                <p14:cNvContentPartPr/>
                <p14:nvPr/>
              </p14:nvContentPartPr>
              <p14:xfrm>
                <a:off x="9973459" y="4045642"/>
                <a:ext cx="7560" cy="16560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CEC629F2-155B-4E4D-8174-41A9D80EB64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964819" y="4036642"/>
                  <a:ext cx="25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C1C2EE79-4AAF-409D-A11F-300D001560BD}"/>
                    </a:ext>
                  </a:extLst>
                </p14:cNvPr>
                <p14:cNvContentPartPr/>
                <p14:nvPr/>
              </p14:nvContentPartPr>
              <p14:xfrm>
                <a:off x="9996859" y="3889042"/>
                <a:ext cx="82440" cy="38844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C1C2EE79-4AAF-409D-A11F-300D001560B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987859" y="3880042"/>
                  <a:ext cx="100080" cy="40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DF8F2E08-70BD-4F43-8444-A2FD3CE1CC43}"/>
                  </a:ext>
                </a:extLst>
              </p14:cNvPr>
              <p14:cNvContentPartPr/>
              <p14:nvPr/>
            </p14:nvContentPartPr>
            <p14:xfrm>
              <a:off x="11453059" y="3875362"/>
              <a:ext cx="119520" cy="582840"/>
            </p14:xfrm>
          </p:contentPart>
        </mc:Choice>
        <mc:Fallback xmlns=""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DF8F2E08-70BD-4F43-8444-A2FD3CE1CC43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435419" y="3857722"/>
                <a:ext cx="1551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40967D6A-44F2-4CCE-86BE-9EE35380FA3F}"/>
                  </a:ext>
                </a:extLst>
              </p14:cNvPr>
              <p14:cNvContentPartPr/>
              <p14:nvPr/>
            </p14:nvContentPartPr>
            <p14:xfrm>
              <a:off x="11441179" y="3579802"/>
              <a:ext cx="335880" cy="1225080"/>
            </p14:xfrm>
          </p:contentPart>
        </mc:Choice>
        <mc:Fallback xmlns=""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40967D6A-44F2-4CCE-86BE-9EE35380FA3F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1432539" y="3570802"/>
                <a:ext cx="353520" cy="12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upo 206">
            <a:extLst>
              <a:ext uri="{FF2B5EF4-FFF2-40B4-BE49-F238E27FC236}">
                <a16:creationId xmlns:a16="http://schemas.microsoft.com/office/drawing/2014/main" id="{AFCDA7F6-A371-496A-A5B3-62AE80258D70}"/>
              </a:ext>
            </a:extLst>
          </p:cNvPr>
          <p:cNvGrpSpPr/>
          <p:nvPr/>
        </p:nvGrpSpPr>
        <p:grpSpPr>
          <a:xfrm>
            <a:off x="1148419" y="5155162"/>
            <a:ext cx="2850120" cy="628920"/>
            <a:chOff x="1148419" y="5155162"/>
            <a:chExt cx="285012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A137ABB3-E55C-4A91-A008-A9B04F811E33}"/>
                    </a:ext>
                  </a:extLst>
                </p14:cNvPr>
                <p14:cNvContentPartPr/>
                <p14:nvPr/>
              </p14:nvContentPartPr>
              <p14:xfrm>
                <a:off x="1148419" y="5261362"/>
                <a:ext cx="195120" cy="39240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A137ABB3-E55C-4A91-A008-A9B04F811E3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9419" y="5252362"/>
                  <a:ext cx="21276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A33EF9B9-102D-4CEB-80F0-45FC0D3057E9}"/>
                    </a:ext>
                  </a:extLst>
                </p14:cNvPr>
                <p14:cNvContentPartPr/>
                <p14:nvPr/>
              </p14:nvContentPartPr>
              <p14:xfrm>
                <a:off x="1470259" y="5416882"/>
                <a:ext cx="136440" cy="1296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A33EF9B9-102D-4CEB-80F0-45FC0D3057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61619" y="5408242"/>
                  <a:ext cx="1540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7087CCE3-9B33-4903-94CC-485F229760F7}"/>
                    </a:ext>
                  </a:extLst>
                </p14:cNvPr>
                <p14:cNvContentPartPr/>
                <p14:nvPr/>
              </p14:nvContentPartPr>
              <p14:xfrm>
                <a:off x="1478179" y="5491762"/>
                <a:ext cx="142920" cy="540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7087CCE3-9B33-4903-94CC-485F229760F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469179" y="5483122"/>
                  <a:ext cx="160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D71B73CC-3209-42B2-8968-4190ECE3AA8E}"/>
                    </a:ext>
                  </a:extLst>
                </p14:cNvPr>
                <p14:cNvContentPartPr/>
                <p14:nvPr/>
              </p14:nvContentPartPr>
              <p14:xfrm>
                <a:off x="1776619" y="5328322"/>
                <a:ext cx="19800" cy="21420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D71B73CC-3209-42B2-8968-4190ECE3AA8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767619" y="5319682"/>
                  <a:ext cx="37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20E99345-F597-44E3-9182-4E75A0E5FAA2}"/>
                    </a:ext>
                  </a:extLst>
                </p14:cNvPr>
                <p14:cNvContentPartPr/>
                <p14:nvPr/>
              </p14:nvContentPartPr>
              <p14:xfrm>
                <a:off x="1865179" y="5330482"/>
                <a:ext cx="1440" cy="20052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20E99345-F597-44E3-9182-4E75A0E5FAA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856539" y="5321482"/>
                  <a:ext cx="19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E2134401-C19C-4A22-878B-C5E9EC5BAA47}"/>
                    </a:ext>
                  </a:extLst>
                </p14:cNvPr>
                <p14:cNvContentPartPr/>
                <p14:nvPr/>
              </p14:nvContentPartPr>
              <p14:xfrm>
                <a:off x="1704979" y="5319682"/>
                <a:ext cx="270000" cy="1224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E2134401-C19C-4A22-878B-C5E9EC5BAA4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695979" y="5310682"/>
                  <a:ext cx="287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16B0445F-DF82-4D97-A6CD-D988FE4BCB45}"/>
                    </a:ext>
                  </a:extLst>
                </p14:cNvPr>
                <p14:cNvContentPartPr/>
                <p14:nvPr/>
              </p14:nvContentPartPr>
              <p14:xfrm>
                <a:off x="2085139" y="5155162"/>
                <a:ext cx="171720" cy="54108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16B0445F-DF82-4D97-A6CD-D988FE4BCB4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076499" y="5146522"/>
                  <a:ext cx="1893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170D320B-3920-4378-90DF-65622DD59C2F}"/>
                    </a:ext>
                  </a:extLst>
                </p14:cNvPr>
                <p14:cNvContentPartPr/>
                <p14:nvPr/>
              </p14:nvContentPartPr>
              <p14:xfrm>
                <a:off x="2239579" y="5320762"/>
                <a:ext cx="119160" cy="21204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170D320B-3920-4378-90DF-65622DD59C2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230939" y="5312122"/>
                  <a:ext cx="136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A0FBE15C-3853-4DF7-B36D-1A9D2F0B00CC}"/>
                    </a:ext>
                  </a:extLst>
                </p14:cNvPr>
                <p14:cNvContentPartPr/>
                <p14:nvPr/>
              </p14:nvContentPartPr>
              <p14:xfrm>
                <a:off x="2438299" y="5353522"/>
                <a:ext cx="132120" cy="10044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A0FBE15C-3853-4DF7-B36D-1A9D2F0B00C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429299" y="5344882"/>
                  <a:ext cx="149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132E3974-0549-4B17-A44C-1A09881212B2}"/>
                    </a:ext>
                  </a:extLst>
                </p14:cNvPr>
                <p14:cNvContentPartPr/>
                <p14:nvPr/>
              </p14:nvContentPartPr>
              <p14:xfrm>
                <a:off x="2521459" y="5330482"/>
                <a:ext cx="21960" cy="20952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132E3974-0549-4B17-A44C-1A09881212B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512819" y="5321482"/>
                  <a:ext cx="39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D1FBC049-C119-44A8-9B42-6D4E0E0095A3}"/>
                    </a:ext>
                  </a:extLst>
                </p14:cNvPr>
                <p14:cNvContentPartPr/>
                <p14:nvPr/>
              </p14:nvContentPartPr>
              <p14:xfrm>
                <a:off x="2695699" y="5408962"/>
                <a:ext cx="151200" cy="23760"/>
              </p14:xfrm>
            </p:contentPart>
          </mc:Choice>
          <mc:Fallback xmlns=""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D1FBC049-C119-44A8-9B42-6D4E0E0095A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686699" y="5400322"/>
                  <a:ext cx="168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78754190-06FD-4E1C-B2A6-04444FA5C343}"/>
                    </a:ext>
                  </a:extLst>
                </p14:cNvPr>
                <p14:cNvContentPartPr/>
                <p14:nvPr/>
              </p14:nvContentPartPr>
              <p14:xfrm>
                <a:off x="2917819" y="5258122"/>
                <a:ext cx="136080" cy="17676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78754190-06FD-4E1C-B2A6-04444FA5C34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908819" y="5249482"/>
                  <a:ext cx="153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BCC595EE-FF5F-4471-811A-BF8F9E529A01}"/>
                    </a:ext>
                  </a:extLst>
                </p14:cNvPr>
                <p14:cNvContentPartPr/>
                <p14:nvPr/>
              </p14:nvContentPartPr>
              <p14:xfrm>
                <a:off x="3124459" y="5262082"/>
                <a:ext cx="90720" cy="11484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BCC595EE-FF5F-4471-811A-BF8F9E529A0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115459" y="5253442"/>
                  <a:ext cx="108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3BA40009-3353-46BD-A928-DC3645D5D271}"/>
                    </a:ext>
                  </a:extLst>
                </p14:cNvPr>
                <p14:cNvContentPartPr/>
                <p14:nvPr/>
              </p14:nvContentPartPr>
              <p14:xfrm>
                <a:off x="3160459" y="5252362"/>
                <a:ext cx="28440" cy="206640"/>
              </p14:xfrm>
            </p:contentPart>
          </mc:Choice>
          <mc:Fallback xmlns=""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3BA40009-3353-46BD-A928-DC3645D5D27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151819" y="5243722"/>
                  <a:ext cx="46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E326819D-E059-408C-A95D-8100AEA69DF0}"/>
                    </a:ext>
                  </a:extLst>
                </p14:cNvPr>
                <p14:cNvContentPartPr/>
                <p14:nvPr/>
              </p14:nvContentPartPr>
              <p14:xfrm>
                <a:off x="2917099" y="5519122"/>
                <a:ext cx="270720" cy="1584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E326819D-E059-408C-A95D-8100AEA69DF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08459" y="5510122"/>
                  <a:ext cx="288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0E418BF9-FA4C-42F5-8DD0-84514CE0EC07}"/>
                    </a:ext>
                  </a:extLst>
                </p14:cNvPr>
                <p14:cNvContentPartPr/>
                <p14:nvPr/>
              </p14:nvContentPartPr>
              <p14:xfrm>
                <a:off x="2962459" y="5596882"/>
                <a:ext cx="155520" cy="18720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0E418BF9-FA4C-42F5-8DD0-84514CE0EC0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53819" y="5587882"/>
                  <a:ext cx="173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F08EA34D-0A7C-490B-AE87-895704070E3C}"/>
                    </a:ext>
                  </a:extLst>
                </p14:cNvPr>
                <p14:cNvContentPartPr/>
                <p14:nvPr/>
              </p14:nvContentPartPr>
              <p14:xfrm>
                <a:off x="3421099" y="5308882"/>
                <a:ext cx="53280" cy="19800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F08EA34D-0A7C-490B-AE87-895704070E3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412099" y="5300242"/>
                  <a:ext cx="70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CC887934-5976-4813-858A-847D1AF3E7F1}"/>
                    </a:ext>
                  </a:extLst>
                </p14:cNvPr>
                <p14:cNvContentPartPr/>
                <p14:nvPr/>
              </p14:nvContentPartPr>
              <p14:xfrm>
                <a:off x="3348739" y="5410402"/>
                <a:ext cx="202680" cy="1332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CC887934-5976-4813-858A-847D1AF3E7F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39739" y="5401762"/>
                  <a:ext cx="220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EED330D4-EC7B-4C0A-B821-F49A00FEBA35}"/>
                    </a:ext>
                  </a:extLst>
                </p14:cNvPr>
                <p14:cNvContentPartPr/>
                <p14:nvPr/>
              </p14:nvContentPartPr>
              <p14:xfrm>
                <a:off x="3653659" y="5295202"/>
                <a:ext cx="131400" cy="226080"/>
              </p14:xfrm>
            </p:contentPart>
          </mc:Choice>
          <mc:Fallback xmlns=""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EED330D4-EC7B-4C0A-B821-F49A00FEBA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644659" y="5286562"/>
                  <a:ext cx="149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CDBF6D11-9DA7-4828-A0A3-DD934C3816F5}"/>
                    </a:ext>
                  </a:extLst>
                </p14:cNvPr>
                <p14:cNvContentPartPr/>
                <p14:nvPr/>
              </p14:nvContentPartPr>
              <p14:xfrm>
                <a:off x="3835099" y="5275042"/>
                <a:ext cx="163440" cy="14148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CDBF6D11-9DA7-4828-A0A3-DD934C3816F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826459" y="5266042"/>
                  <a:ext cx="1810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FDCE473E-92F5-4040-BF3E-0207787B0DB0}"/>
                    </a:ext>
                  </a:extLst>
                </p14:cNvPr>
                <p14:cNvContentPartPr/>
                <p14:nvPr/>
              </p14:nvContentPartPr>
              <p14:xfrm>
                <a:off x="3918259" y="5283682"/>
                <a:ext cx="42480" cy="20376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FDCE473E-92F5-4040-BF3E-0207787B0DB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09619" y="5274682"/>
                  <a:ext cx="6012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upo 208">
            <a:extLst>
              <a:ext uri="{FF2B5EF4-FFF2-40B4-BE49-F238E27FC236}">
                <a16:creationId xmlns:a16="http://schemas.microsoft.com/office/drawing/2014/main" id="{0A8ED0B3-6A3F-4AAA-B471-A5994D30248E}"/>
              </a:ext>
            </a:extLst>
          </p:cNvPr>
          <p:cNvGrpSpPr/>
          <p:nvPr/>
        </p:nvGrpSpPr>
        <p:grpSpPr>
          <a:xfrm>
            <a:off x="10337779" y="3579442"/>
            <a:ext cx="1071720" cy="1007640"/>
            <a:chOff x="10337779" y="3579442"/>
            <a:chExt cx="1071720" cy="10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14186189-E552-47BA-8074-94DCFD34E3E2}"/>
                    </a:ext>
                  </a:extLst>
                </p14:cNvPr>
                <p14:cNvContentPartPr/>
                <p14:nvPr/>
              </p14:nvContentPartPr>
              <p14:xfrm>
                <a:off x="10416979" y="4093162"/>
                <a:ext cx="172440" cy="4032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14186189-E552-47BA-8074-94DCFD34E3E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408339" y="4084522"/>
                  <a:ext cx="1900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D2C58E09-AC45-4301-BCEA-3ABAF650AFD5}"/>
                    </a:ext>
                  </a:extLst>
                </p14:cNvPr>
                <p14:cNvContentPartPr/>
                <p14:nvPr/>
              </p14:nvContentPartPr>
              <p14:xfrm>
                <a:off x="10737379" y="3778162"/>
                <a:ext cx="103320" cy="32328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D2C58E09-AC45-4301-BCEA-3ABAF650AFD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28739" y="3769162"/>
                  <a:ext cx="120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44FEEE52-095C-4B83-92D4-55CCA85FCD7E}"/>
                    </a:ext>
                  </a:extLst>
                </p14:cNvPr>
                <p14:cNvContentPartPr/>
                <p14:nvPr/>
              </p14:nvContentPartPr>
              <p14:xfrm>
                <a:off x="10811899" y="3927922"/>
                <a:ext cx="128880" cy="1296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44FEEE52-095C-4B83-92D4-55CCA85FCD7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03259" y="3918922"/>
                  <a:ext cx="146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606E2489-0B6D-425E-A431-FBD22B2770B5}"/>
                    </a:ext>
                  </a:extLst>
                </p14:cNvPr>
                <p14:cNvContentPartPr/>
                <p14:nvPr/>
              </p14:nvContentPartPr>
              <p14:xfrm>
                <a:off x="10973179" y="3836482"/>
                <a:ext cx="129960" cy="12204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606E2489-0B6D-425E-A431-FBD22B2770B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964179" y="3827842"/>
                  <a:ext cx="147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B1E73A89-051B-4D92-A6A2-8214CA58FA71}"/>
                    </a:ext>
                  </a:extLst>
                </p14:cNvPr>
                <p14:cNvContentPartPr/>
                <p14:nvPr/>
              </p14:nvContentPartPr>
              <p14:xfrm>
                <a:off x="11039059" y="3853042"/>
                <a:ext cx="29520" cy="18324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B1E73A89-051B-4D92-A6A2-8214CA58FA7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30419" y="3844042"/>
                  <a:ext cx="471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5DE98EC2-A1AF-49CE-BD1B-FCC9323D573A}"/>
                    </a:ext>
                  </a:extLst>
                </p14:cNvPr>
                <p14:cNvContentPartPr/>
                <p14:nvPr/>
              </p14:nvContentPartPr>
              <p14:xfrm>
                <a:off x="11094139" y="3711922"/>
                <a:ext cx="95040" cy="38952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5DE98EC2-A1AF-49CE-BD1B-FCC9323D573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085499" y="3703282"/>
                  <a:ext cx="11268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F23D6247-402A-467E-8EB3-19CE00A565CA}"/>
                    </a:ext>
                  </a:extLst>
                </p14:cNvPr>
                <p14:cNvContentPartPr/>
                <p14:nvPr/>
              </p14:nvContentPartPr>
              <p14:xfrm>
                <a:off x="11320219" y="3579442"/>
                <a:ext cx="89280" cy="21636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F23D6247-402A-467E-8EB3-19CE00A565C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311219" y="3570802"/>
                  <a:ext cx="1069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E68AA195-6088-410E-B96F-6DC1D9517646}"/>
                    </a:ext>
                  </a:extLst>
                </p14:cNvPr>
                <p14:cNvContentPartPr/>
                <p14:nvPr/>
              </p14:nvContentPartPr>
              <p14:xfrm>
                <a:off x="10831339" y="4256602"/>
                <a:ext cx="474120" cy="4716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E68AA195-6088-410E-B96F-6DC1D951764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822699" y="4247962"/>
                  <a:ext cx="4917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5926CC10-33B0-45A4-88CF-D54B566DE707}"/>
                    </a:ext>
                  </a:extLst>
                </p14:cNvPr>
                <p14:cNvContentPartPr/>
                <p14:nvPr/>
              </p14:nvContentPartPr>
              <p14:xfrm>
                <a:off x="10963459" y="4391602"/>
                <a:ext cx="259920" cy="19548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5926CC10-33B0-45A4-88CF-D54B566DE70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954459" y="4382602"/>
                  <a:ext cx="277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27AE71BD-F196-4DD2-9E43-0677C809BB08}"/>
                    </a:ext>
                  </a:extLst>
                </p14:cNvPr>
                <p14:cNvContentPartPr/>
                <p14:nvPr/>
              </p14:nvContentPartPr>
              <p14:xfrm>
                <a:off x="10337779" y="4091362"/>
                <a:ext cx="257040" cy="8064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27AE71BD-F196-4DD2-9E43-0677C809BB0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328779" y="4082362"/>
                  <a:ext cx="27468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42ABD751-046D-4301-9783-D448A86B3363}"/>
                  </a:ext>
                </a:extLst>
              </p14:cNvPr>
              <p14:cNvContentPartPr/>
              <p14:nvPr/>
            </p14:nvContentPartPr>
            <p14:xfrm>
              <a:off x="7814899" y="5415082"/>
              <a:ext cx="50040" cy="59040"/>
            </p14:xfrm>
          </p:contentPart>
        </mc:Choice>
        <mc:Fallback xmlns=""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42ABD751-046D-4301-9783-D448A86B3363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7797259" y="5397082"/>
                <a:ext cx="85680" cy="9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upo 245">
            <a:extLst>
              <a:ext uri="{FF2B5EF4-FFF2-40B4-BE49-F238E27FC236}">
                <a16:creationId xmlns:a16="http://schemas.microsoft.com/office/drawing/2014/main" id="{725AD548-F2D5-4E70-8229-B26F24494487}"/>
              </a:ext>
            </a:extLst>
          </p:cNvPr>
          <p:cNvGrpSpPr/>
          <p:nvPr/>
        </p:nvGrpSpPr>
        <p:grpSpPr>
          <a:xfrm>
            <a:off x="6514219" y="5372242"/>
            <a:ext cx="433440" cy="272880"/>
            <a:chOff x="6514219" y="5372242"/>
            <a:chExt cx="43344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79C4C348-BB73-4E54-9EFC-31CF0D920B16}"/>
                    </a:ext>
                  </a:extLst>
                </p14:cNvPr>
                <p14:cNvContentPartPr/>
                <p14:nvPr/>
              </p14:nvContentPartPr>
              <p14:xfrm>
                <a:off x="6559579" y="5372242"/>
                <a:ext cx="388080" cy="21600"/>
              </p14:xfrm>
            </p:contentPart>
          </mc:Choice>
          <mc:Fallback xmlns=""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79C4C348-BB73-4E54-9EFC-31CF0D920B1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541939" y="5354242"/>
                  <a:ext cx="423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ACC17FD1-EC6C-4116-A396-03B9A34F2CC5}"/>
                    </a:ext>
                  </a:extLst>
                </p14:cNvPr>
                <p14:cNvContentPartPr/>
                <p14:nvPr/>
              </p14:nvContentPartPr>
              <p14:xfrm>
                <a:off x="6514219" y="5457202"/>
                <a:ext cx="56520" cy="15732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ACC17FD1-EC6C-4116-A396-03B9A34F2CC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496579" y="5439562"/>
                  <a:ext cx="921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EE0AF75C-F2FC-42B8-AF68-BCA0562941A6}"/>
                    </a:ext>
                  </a:extLst>
                </p14:cNvPr>
                <p14:cNvContentPartPr/>
                <p14:nvPr/>
              </p14:nvContentPartPr>
              <p14:xfrm>
                <a:off x="6649219" y="5538202"/>
                <a:ext cx="31680" cy="38160"/>
              </p14:xfrm>
            </p:contentPart>
          </mc:Choice>
          <mc:Fallback xmlns=""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EE0AF75C-F2FC-42B8-AF68-BCA0562941A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631219" y="5520202"/>
                  <a:ext cx="67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4E7E3C96-4DC1-4393-8E85-9FB0D01EABFD}"/>
                    </a:ext>
                  </a:extLst>
                </p14:cNvPr>
                <p14:cNvContentPartPr/>
                <p14:nvPr/>
              </p14:nvContentPartPr>
              <p14:xfrm>
                <a:off x="6760819" y="5482762"/>
                <a:ext cx="112680" cy="162360"/>
              </p14:xfrm>
            </p:contentPart>
          </mc:Choice>
          <mc:Fallback xmlns=""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4E7E3C96-4DC1-4393-8E85-9FB0D01EABF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743179" y="5464762"/>
                  <a:ext cx="14832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upo 249">
            <a:extLst>
              <a:ext uri="{FF2B5EF4-FFF2-40B4-BE49-F238E27FC236}">
                <a16:creationId xmlns:a16="http://schemas.microsoft.com/office/drawing/2014/main" id="{DACB4728-4D72-41B2-B980-A5E7D118E865}"/>
              </a:ext>
            </a:extLst>
          </p:cNvPr>
          <p:cNvGrpSpPr/>
          <p:nvPr/>
        </p:nvGrpSpPr>
        <p:grpSpPr>
          <a:xfrm>
            <a:off x="6980419" y="4756642"/>
            <a:ext cx="217080" cy="168480"/>
            <a:chOff x="6980419" y="4756642"/>
            <a:chExt cx="217080" cy="1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FB8B6D14-6E53-496F-BDDF-676B88B3E305}"/>
                    </a:ext>
                  </a:extLst>
                </p14:cNvPr>
                <p14:cNvContentPartPr/>
                <p14:nvPr/>
              </p14:nvContentPartPr>
              <p14:xfrm>
                <a:off x="6980419" y="4872202"/>
                <a:ext cx="39600" cy="31320"/>
              </p14:xfrm>
            </p:contentPart>
          </mc:Choice>
          <mc:Fallback xmlns=""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FB8B6D14-6E53-496F-BDDF-676B88B3E30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962419" y="4854202"/>
                  <a:ext cx="75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A034890D-A19A-47B1-9FE9-F6A63AAD1FAD}"/>
                    </a:ext>
                  </a:extLst>
                </p14:cNvPr>
                <p14:cNvContentPartPr/>
                <p14:nvPr/>
              </p14:nvContentPartPr>
              <p14:xfrm>
                <a:off x="7083019" y="4756642"/>
                <a:ext cx="114480" cy="168480"/>
              </p14:xfrm>
            </p:contentPart>
          </mc:Choice>
          <mc:Fallback xmlns=""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A034890D-A19A-47B1-9FE9-F6A63AAD1FA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065379" y="4739002"/>
                  <a:ext cx="15012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C194A9EA-DF27-490B-BE5F-B8D191A6C6CB}"/>
                  </a:ext>
                </a:extLst>
              </p14:cNvPr>
              <p14:cNvContentPartPr/>
              <p14:nvPr/>
            </p14:nvContentPartPr>
            <p14:xfrm>
              <a:off x="7995619" y="5399602"/>
              <a:ext cx="50040" cy="181080"/>
            </p14:xfrm>
          </p:contentPart>
        </mc:Choice>
        <mc:Fallback xmlns=""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C194A9EA-DF27-490B-BE5F-B8D191A6C6CB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7977979" y="5381962"/>
                <a:ext cx="8568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upo 253">
            <a:extLst>
              <a:ext uri="{FF2B5EF4-FFF2-40B4-BE49-F238E27FC236}">
                <a16:creationId xmlns:a16="http://schemas.microsoft.com/office/drawing/2014/main" id="{1D1BC6F8-28AC-4230-A67F-74FEDE74C2D7}"/>
              </a:ext>
            </a:extLst>
          </p:cNvPr>
          <p:cNvGrpSpPr/>
          <p:nvPr/>
        </p:nvGrpSpPr>
        <p:grpSpPr>
          <a:xfrm>
            <a:off x="7941259" y="5083522"/>
            <a:ext cx="134640" cy="174960"/>
            <a:chOff x="7941259" y="5083522"/>
            <a:chExt cx="134640" cy="1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95AE4B5B-B0F0-466A-8832-CBE2710C01D8}"/>
                    </a:ext>
                  </a:extLst>
                </p14:cNvPr>
                <p14:cNvContentPartPr/>
                <p14:nvPr/>
              </p14:nvContentPartPr>
              <p14:xfrm>
                <a:off x="7941259" y="5180722"/>
                <a:ext cx="41040" cy="36000"/>
              </p14:xfrm>
            </p:contentPart>
          </mc:Choice>
          <mc:Fallback xmlns=""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95AE4B5B-B0F0-466A-8832-CBE2710C01D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923259" y="5162722"/>
                  <a:ext cx="76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2D4DBEF7-73AE-401E-B514-5A763143A4B4}"/>
                    </a:ext>
                  </a:extLst>
                </p14:cNvPr>
                <p14:cNvContentPartPr/>
                <p14:nvPr/>
              </p14:nvContentPartPr>
              <p14:xfrm>
                <a:off x="7950259" y="5180722"/>
                <a:ext cx="360" cy="360"/>
              </p14:xfrm>
            </p:contentPart>
          </mc:Choice>
          <mc:Fallback xmlns=""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2D4DBEF7-73AE-401E-B514-5A763143A4B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932259" y="516272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455A0987-4D0B-40B8-AB0B-A05642D10A4E}"/>
                    </a:ext>
                  </a:extLst>
                </p14:cNvPr>
                <p14:cNvContentPartPr/>
                <p14:nvPr/>
              </p14:nvContentPartPr>
              <p14:xfrm>
                <a:off x="7950259" y="5083522"/>
                <a:ext cx="125640" cy="174960"/>
              </p14:xfrm>
            </p:contentPart>
          </mc:Choice>
          <mc:Fallback xmlns=""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455A0987-4D0B-40B8-AB0B-A05642D10A4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932259" y="5065882"/>
                  <a:ext cx="1612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upo 262">
            <a:extLst>
              <a:ext uri="{FF2B5EF4-FFF2-40B4-BE49-F238E27FC236}">
                <a16:creationId xmlns:a16="http://schemas.microsoft.com/office/drawing/2014/main" id="{27B240D8-26DC-483E-9218-6994B0843F92}"/>
              </a:ext>
            </a:extLst>
          </p:cNvPr>
          <p:cNvGrpSpPr/>
          <p:nvPr/>
        </p:nvGrpSpPr>
        <p:grpSpPr>
          <a:xfrm>
            <a:off x="8393419" y="5125642"/>
            <a:ext cx="918360" cy="682560"/>
            <a:chOff x="8393419" y="5125642"/>
            <a:chExt cx="918360" cy="68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EA3D6B5F-B72F-4C2C-87E0-143E8A340913}"/>
                    </a:ext>
                  </a:extLst>
                </p14:cNvPr>
                <p14:cNvContentPartPr/>
                <p14:nvPr/>
              </p14:nvContentPartPr>
              <p14:xfrm>
                <a:off x="8411779" y="5339122"/>
                <a:ext cx="161280" cy="34560"/>
              </p14:xfrm>
            </p:contentPart>
          </mc:Choice>
          <mc:Fallback xmlns=""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EA3D6B5F-B72F-4C2C-87E0-143E8A34091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403139" y="5330122"/>
                  <a:ext cx="178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1E32E078-F711-4A51-9B5B-F97AF391F185}"/>
                    </a:ext>
                  </a:extLst>
                </p14:cNvPr>
                <p14:cNvContentPartPr/>
                <p14:nvPr/>
              </p14:nvContentPartPr>
              <p14:xfrm>
                <a:off x="8393419" y="5416882"/>
                <a:ext cx="198360" cy="20880"/>
              </p14:xfrm>
            </p:contentPart>
          </mc:Choice>
          <mc:Fallback xmlns=""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1E32E078-F711-4A51-9B5B-F97AF391F18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384779" y="5408242"/>
                  <a:ext cx="216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BF6BF07B-24FE-4F97-97E1-C2F374EB9FC3}"/>
                    </a:ext>
                  </a:extLst>
                </p14:cNvPr>
                <p14:cNvContentPartPr/>
                <p14:nvPr/>
              </p14:nvContentPartPr>
              <p14:xfrm>
                <a:off x="8767099" y="5262082"/>
                <a:ext cx="15840" cy="234720"/>
              </p14:xfrm>
            </p:contentPart>
          </mc:Choice>
          <mc:Fallback xmlns=""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BF6BF07B-24FE-4F97-97E1-C2F374EB9FC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758099" y="5253442"/>
                  <a:ext cx="33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2AFE626E-FE3D-41E5-9CD4-B6640E61F40D}"/>
                    </a:ext>
                  </a:extLst>
                </p14:cNvPr>
                <p14:cNvContentPartPr/>
                <p14:nvPr/>
              </p14:nvContentPartPr>
              <p14:xfrm>
                <a:off x="8853859" y="5294482"/>
                <a:ext cx="12240" cy="205560"/>
              </p14:xfrm>
            </p:contentPart>
          </mc:Choice>
          <mc:Fallback xmlns=""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2AFE626E-FE3D-41E5-9CD4-B6640E61F40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845219" y="5285482"/>
                  <a:ext cx="29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26F91092-DB87-485B-AF84-2279A55FE055}"/>
                    </a:ext>
                  </a:extLst>
                </p14:cNvPr>
                <p14:cNvContentPartPr/>
                <p14:nvPr/>
              </p14:nvContentPartPr>
              <p14:xfrm>
                <a:off x="8665939" y="5269642"/>
                <a:ext cx="333720" cy="20520"/>
              </p14:xfrm>
            </p:contentPart>
          </mc:Choice>
          <mc:Fallback xmlns=""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26F91092-DB87-485B-AF84-2279A55FE05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656939" y="5260642"/>
                  <a:ext cx="351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E17AC15B-A630-4215-8EEB-3C4EECBC0EDC}"/>
                    </a:ext>
                  </a:extLst>
                </p14:cNvPr>
                <p14:cNvContentPartPr/>
                <p14:nvPr/>
              </p14:nvContentPartPr>
              <p14:xfrm>
                <a:off x="9110179" y="5125642"/>
                <a:ext cx="201600" cy="682560"/>
              </p14:xfrm>
            </p:contentPart>
          </mc:Choice>
          <mc:Fallback xmlns=""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E17AC15B-A630-4215-8EEB-3C4EECBC0ED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101179" y="5116642"/>
                  <a:ext cx="219240" cy="70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upo 283">
            <a:extLst>
              <a:ext uri="{FF2B5EF4-FFF2-40B4-BE49-F238E27FC236}">
                <a16:creationId xmlns:a16="http://schemas.microsoft.com/office/drawing/2014/main" id="{A540C0E8-20B4-418C-AF76-81515B1A408B}"/>
              </a:ext>
            </a:extLst>
          </p:cNvPr>
          <p:cNvGrpSpPr/>
          <p:nvPr/>
        </p:nvGrpSpPr>
        <p:grpSpPr>
          <a:xfrm>
            <a:off x="9264979" y="5122042"/>
            <a:ext cx="2159640" cy="627120"/>
            <a:chOff x="9264979" y="5122042"/>
            <a:chExt cx="2159640" cy="62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F2FBD0DE-FB0A-43A6-A0B5-D863D2F5C18E}"/>
                    </a:ext>
                  </a:extLst>
                </p14:cNvPr>
                <p14:cNvContentPartPr/>
                <p14:nvPr/>
              </p14:nvContentPartPr>
              <p14:xfrm>
                <a:off x="9264979" y="5296282"/>
                <a:ext cx="114120" cy="138600"/>
              </p14:xfrm>
            </p:contentPart>
          </mc:Choice>
          <mc:Fallback xmlns=""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F2FBD0DE-FB0A-43A6-A0B5-D863D2F5C18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255979" y="5287642"/>
                  <a:ext cx="131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9F58B2A6-F650-49D6-A5A5-53F672947806}"/>
                    </a:ext>
                  </a:extLst>
                </p14:cNvPr>
                <p14:cNvContentPartPr/>
                <p14:nvPr/>
              </p14:nvContentPartPr>
              <p14:xfrm>
                <a:off x="9398539" y="5241922"/>
                <a:ext cx="153360" cy="174960"/>
              </p14:xfrm>
            </p:contentPart>
          </mc:Choice>
          <mc:Fallback xmlns=""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9F58B2A6-F650-49D6-A5A5-53F67294780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389899" y="5232922"/>
                  <a:ext cx="171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13182A39-437E-4B73-AA81-1EE0B6353215}"/>
                    </a:ext>
                  </a:extLst>
                </p14:cNvPr>
                <p14:cNvContentPartPr/>
                <p14:nvPr/>
              </p14:nvContentPartPr>
              <p14:xfrm>
                <a:off x="9603379" y="5267122"/>
                <a:ext cx="107280" cy="87120"/>
              </p14:xfrm>
            </p:contentPart>
          </mc:Choice>
          <mc:Fallback xmlns=""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13182A39-437E-4B73-AA81-1EE0B635321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594379" y="5258122"/>
                  <a:ext cx="124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F3C0FA22-A179-4331-A381-AB4182170A26}"/>
                    </a:ext>
                  </a:extLst>
                </p14:cNvPr>
                <p14:cNvContentPartPr/>
                <p14:nvPr/>
              </p14:nvContentPartPr>
              <p14:xfrm>
                <a:off x="9637939" y="5239762"/>
                <a:ext cx="69120" cy="179640"/>
              </p14:xfrm>
            </p:contentPart>
          </mc:Choice>
          <mc:Fallback xmlns=""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F3C0FA22-A179-4331-A381-AB4182170A2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628939" y="5231122"/>
                  <a:ext cx="867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B1461879-27AE-4441-ADBB-CD6C9CE4ED1A}"/>
                    </a:ext>
                  </a:extLst>
                </p14:cNvPr>
                <p14:cNvContentPartPr/>
                <p14:nvPr/>
              </p14:nvContentPartPr>
              <p14:xfrm>
                <a:off x="9343819" y="5480242"/>
                <a:ext cx="434880" cy="21600"/>
              </p14:xfrm>
            </p:contentPart>
          </mc:Choice>
          <mc:Fallback xmlns=""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B1461879-27AE-4441-ADBB-CD6C9CE4ED1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334819" y="5471242"/>
                  <a:ext cx="452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C2662AB4-0817-4803-AD45-C0698EC040DF}"/>
                    </a:ext>
                  </a:extLst>
                </p14:cNvPr>
                <p14:cNvContentPartPr/>
                <p14:nvPr/>
              </p14:nvContentPartPr>
              <p14:xfrm>
                <a:off x="9443899" y="5566642"/>
                <a:ext cx="167760" cy="124200"/>
              </p14:xfrm>
            </p:contentPart>
          </mc:Choice>
          <mc:Fallback xmlns=""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C2662AB4-0817-4803-AD45-C0698EC040D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434899" y="5558002"/>
                  <a:ext cx="185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1E8A9E88-39F3-4335-865D-C812921EB947}"/>
                    </a:ext>
                  </a:extLst>
                </p14:cNvPr>
                <p14:cNvContentPartPr/>
                <p14:nvPr/>
              </p14:nvContentPartPr>
              <p14:xfrm>
                <a:off x="9925579" y="5446042"/>
                <a:ext cx="127800" cy="8280"/>
              </p14:xfrm>
            </p:contentPart>
          </mc:Choice>
          <mc:Fallback xmlns=""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1E8A9E88-39F3-4335-865D-C812921EB94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916579" y="5437402"/>
                  <a:ext cx="145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0F498EF8-B964-44B0-A484-F21E4228804C}"/>
                    </a:ext>
                  </a:extLst>
                </p14:cNvPr>
                <p14:cNvContentPartPr/>
                <p14:nvPr/>
              </p14:nvContentPartPr>
              <p14:xfrm>
                <a:off x="10177219" y="5250562"/>
                <a:ext cx="50040" cy="181800"/>
              </p14:xfrm>
            </p:contentPart>
          </mc:Choice>
          <mc:Fallback xmlns=""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0F498EF8-B964-44B0-A484-F21E4228804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168579" y="5241922"/>
                  <a:ext cx="67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9F13A059-C51E-424E-A196-4A8FCDDA0459}"/>
                    </a:ext>
                  </a:extLst>
                </p14:cNvPr>
                <p14:cNvContentPartPr/>
                <p14:nvPr/>
              </p14:nvContentPartPr>
              <p14:xfrm>
                <a:off x="10330939" y="5264602"/>
                <a:ext cx="141840" cy="153360"/>
              </p14:xfrm>
            </p:contentPart>
          </mc:Choice>
          <mc:Fallback xmlns=""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9F13A059-C51E-424E-A196-4A8FCDDA045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321939" y="5255962"/>
                  <a:ext cx="159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2BC06A36-DFFD-4E9C-B05B-8F431F292C10}"/>
                    </a:ext>
                  </a:extLst>
                </p14:cNvPr>
                <p14:cNvContentPartPr/>
                <p14:nvPr/>
              </p14:nvContentPartPr>
              <p14:xfrm>
                <a:off x="10499419" y="5199082"/>
                <a:ext cx="132480" cy="186120"/>
              </p14:xfrm>
            </p:contentPart>
          </mc:Choice>
          <mc:Fallback xmlns=""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2BC06A36-DFFD-4E9C-B05B-8F431F292C1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490779" y="5190442"/>
                  <a:ext cx="150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0ED22CAE-90D9-4487-8B5C-A9C038C7FA32}"/>
                    </a:ext>
                  </a:extLst>
                </p14:cNvPr>
                <p14:cNvContentPartPr/>
                <p14:nvPr/>
              </p14:nvContentPartPr>
              <p14:xfrm>
                <a:off x="10252099" y="5466562"/>
                <a:ext cx="340920" cy="33480"/>
              </p14:xfrm>
            </p:contentPart>
          </mc:Choice>
          <mc:Fallback xmlns=""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0ED22CAE-90D9-4487-8B5C-A9C038C7FA32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243099" y="5457562"/>
                  <a:ext cx="358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4FB0EF5A-02D8-401F-A314-EC550E89CEB7}"/>
                    </a:ext>
                  </a:extLst>
                </p14:cNvPr>
                <p14:cNvContentPartPr/>
                <p14:nvPr/>
              </p14:nvContentPartPr>
              <p14:xfrm>
                <a:off x="10336699" y="5584282"/>
                <a:ext cx="183960" cy="164880"/>
              </p14:xfrm>
            </p:contentPart>
          </mc:Choice>
          <mc:Fallback xmlns=""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4FB0EF5A-02D8-401F-A314-EC550E89CEB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327699" y="5575282"/>
                  <a:ext cx="201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C0E8A596-06D3-4942-8407-DD722858A3DE}"/>
                    </a:ext>
                  </a:extLst>
                </p14:cNvPr>
                <p14:cNvContentPartPr/>
                <p14:nvPr/>
              </p14:nvContentPartPr>
              <p14:xfrm>
                <a:off x="10670419" y="5122042"/>
                <a:ext cx="224280" cy="624960"/>
              </p14:xfrm>
            </p:contentPart>
          </mc:Choice>
          <mc:Fallback xmlns=""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C0E8A596-06D3-4942-8407-DD722858A3D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661419" y="5113402"/>
                  <a:ext cx="24192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2A5B5D6F-FCC7-4001-A7D2-5FACDDAC0CC3}"/>
                    </a:ext>
                  </a:extLst>
                </p14:cNvPr>
                <p14:cNvContentPartPr/>
                <p14:nvPr/>
              </p14:nvContentPartPr>
              <p14:xfrm>
                <a:off x="10975339" y="5393482"/>
                <a:ext cx="98640" cy="21600"/>
              </p14:xfrm>
            </p:contentPart>
          </mc:Choice>
          <mc:Fallback xmlns=""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2A5B5D6F-FCC7-4001-A7D2-5FACDDAC0CC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966339" y="5384842"/>
                  <a:ext cx="116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977835CF-54EF-4B6C-B608-AD65D23CD8B2}"/>
                    </a:ext>
                  </a:extLst>
                </p14:cNvPr>
                <p14:cNvContentPartPr/>
                <p14:nvPr/>
              </p14:nvContentPartPr>
              <p14:xfrm>
                <a:off x="10977499" y="5486002"/>
                <a:ext cx="125640" cy="6840"/>
              </p14:xfrm>
            </p:contentPart>
          </mc:Choice>
          <mc:Fallback xmlns=""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977835CF-54EF-4B6C-B608-AD65D23CD8B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968499" y="5477002"/>
                  <a:ext cx="143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DC16C316-EF38-4714-9ECF-EE48FD790B58}"/>
                    </a:ext>
                  </a:extLst>
                </p14:cNvPr>
                <p14:cNvContentPartPr/>
                <p14:nvPr/>
              </p14:nvContentPartPr>
              <p14:xfrm>
                <a:off x="11194579" y="5366122"/>
                <a:ext cx="20880" cy="157320"/>
              </p14:xfrm>
            </p:contentPart>
          </mc:Choice>
          <mc:Fallback xmlns=""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DC16C316-EF38-4714-9ECF-EE48FD790B5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185939" y="5357122"/>
                  <a:ext cx="38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CC3B2D3D-6A76-402B-9976-41BA1F3E47B1}"/>
                    </a:ext>
                  </a:extLst>
                </p14:cNvPr>
                <p14:cNvContentPartPr/>
                <p14:nvPr/>
              </p14:nvContentPartPr>
              <p14:xfrm>
                <a:off x="11257579" y="5343082"/>
                <a:ext cx="15480" cy="189000"/>
              </p14:xfrm>
            </p:contentPart>
          </mc:Choice>
          <mc:Fallback xmlns=""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CC3B2D3D-6A76-402B-9976-41BA1F3E47B1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248579" y="5334082"/>
                  <a:ext cx="33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93D71E97-BDAB-422A-B254-9C3EA6AF2093}"/>
                    </a:ext>
                  </a:extLst>
                </p14:cNvPr>
                <p14:cNvContentPartPr/>
                <p14:nvPr/>
              </p14:nvContentPartPr>
              <p14:xfrm>
                <a:off x="11097379" y="5303122"/>
                <a:ext cx="207000" cy="18000"/>
              </p14:xfrm>
            </p:contentPart>
          </mc:Choice>
          <mc:Fallback xmlns=""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93D71E97-BDAB-422A-B254-9C3EA6AF209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088739" y="5294122"/>
                  <a:ext cx="224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27A5CF00-4160-4928-9BA5-B5AB29B15DB2}"/>
                    </a:ext>
                  </a:extLst>
                </p14:cNvPr>
                <p14:cNvContentPartPr/>
                <p14:nvPr/>
              </p14:nvContentPartPr>
              <p14:xfrm>
                <a:off x="11403739" y="5439202"/>
                <a:ext cx="20880" cy="43920"/>
              </p14:xfrm>
            </p:contentPart>
          </mc:Choice>
          <mc:Fallback xmlns=""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27A5CF00-4160-4928-9BA5-B5AB29B15DB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395099" y="5430202"/>
                  <a:ext cx="3852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upo 291">
            <a:extLst>
              <a:ext uri="{FF2B5EF4-FFF2-40B4-BE49-F238E27FC236}">
                <a16:creationId xmlns:a16="http://schemas.microsoft.com/office/drawing/2014/main" id="{2BA03F4E-8C0E-4D75-B2A1-CC8A7699FD8B}"/>
              </a:ext>
            </a:extLst>
          </p:cNvPr>
          <p:cNvGrpSpPr/>
          <p:nvPr/>
        </p:nvGrpSpPr>
        <p:grpSpPr>
          <a:xfrm>
            <a:off x="11583019" y="5199082"/>
            <a:ext cx="450000" cy="542520"/>
            <a:chOff x="11583019" y="5199082"/>
            <a:chExt cx="450000" cy="54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66720C49-2C41-4281-8AD3-62647F9E0526}"/>
                    </a:ext>
                  </a:extLst>
                </p14:cNvPr>
                <p14:cNvContentPartPr/>
                <p14:nvPr/>
              </p14:nvContentPartPr>
              <p14:xfrm>
                <a:off x="11597779" y="5259562"/>
                <a:ext cx="127080" cy="160920"/>
              </p14:xfrm>
            </p:contentPart>
          </mc:Choice>
          <mc:Fallback xmlns=""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66720C49-2C41-4281-8AD3-62647F9E052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589139" y="5250562"/>
                  <a:ext cx="144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7B05914D-9290-48AB-82F1-60214D52C258}"/>
                    </a:ext>
                  </a:extLst>
                </p14:cNvPr>
                <p14:cNvContentPartPr/>
                <p14:nvPr/>
              </p14:nvContentPartPr>
              <p14:xfrm>
                <a:off x="11759059" y="5241922"/>
                <a:ext cx="107280" cy="164880"/>
              </p14:xfrm>
            </p:contentPart>
          </mc:Choice>
          <mc:Fallback xmlns=""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7B05914D-9290-48AB-82F1-60214D52C25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750419" y="5232922"/>
                  <a:ext cx="124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78933119-496E-4F11-B092-C0E4451AAD89}"/>
                    </a:ext>
                  </a:extLst>
                </p14:cNvPr>
                <p14:cNvContentPartPr/>
                <p14:nvPr/>
              </p14:nvContentPartPr>
              <p14:xfrm>
                <a:off x="11856619" y="5235082"/>
                <a:ext cx="118440" cy="151200"/>
              </p14:xfrm>
            </p:contentPart>
          </mc:Choice>
          <mc:Fallback xmlns=""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78933119-496E-4F11-B092-C0E4451AAD8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1847619" y="5226082"/>
                  <a:ext cx="136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AE66EC43-89CD-4B9F-BFE9-52B03B5A9BA7}"/>
                    </a:ext>
                  </a:extLst>
                </p14:cNvPr>
                <p14:cNvContentPartPr/>
                <p14:nvPr/>
              </p14:nvContentPartPr>
              <p14:xfrm>
                <a:off x="11864899" y="5199082"/>
                <a:ext cx="168120" cy="198000"/>
              </p14:xfrm>
            </p:contentPart>
          </mc:Choice>
          <mc:Fallback xmlns=""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AE66EC43-89CD-4B9F-BFE9-52B03B5A9BA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856259" y="5190082"/>
                  <a:ext cx="185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2675A9CD-AEC5-488A-817B-7A136AA5A58F}"/>
                    </a:ext>
                  </a:extLst>
                </p14:cNvPr>
                <p14:cNvContentPartPr/>
                <p14:nvPr/>
              </p14:nvContentPartPr>
              <p14:xfrm>
                <a:off x="11583019" y="5436322"/>
                <a:ext cx="386280" cy="25920"/>
              </p14:xfrm>
            </p:contentPart>
          </mc:Choice>
          <mc:Fallback xmlns=""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2675A9CD-AEC5-488A-817B-7A136AA5A58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574019" y="5427682"/>
                  <a:ext cx="403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F2494B1D-9AFE-4035-912F-25A381EFCF1B}"/>
                    </a:ext>
                  </a:extLst>
                </p14:cNvPr>
                <p14:cNvContentPartPr/>
                <p14:nvPr/>
              </p14:nvContentPartPr>
              <p14:xfrm>
                <a:off x="11606779" y="5558002"/>
                <a:ext cx="217440" cy="183600"/>
              </p14:xfrm>
            </p:contentPart>
          </mc:Choice>
          <mc:Fallback xmlns=""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F2494B1D-9AFE-4035-912F-25A381EFCF1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597779" y="5549002"/>
                  <a:ext cx="23508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upo 310">
            <a:extLst>
              <a:ext uri="{FF2B5EF4-FFF2-40B4-BE49-F238E27FC236}">
                <a16:creationId xmlns:a16="http://schemas.microsoft.com/office/drawing/2014/main" id="{A0198F8E-C4B6-48CC-B1BD-98D41E4E2324}"/>
              </a:ext>
            </a:extLst>
          </p:cNvPr>
          <p:cNvGrpSpPr/>
          <p:nvPr/>
        </p:nvGrpSpPr>
        <p:grpSpPr>
          <a:xfrm>
            <a:off x="4165939" y="4962562"/>
            <a:ext cx="3990960" cy="1366920"/>
            <a:chOff x="4165939" y="4962562"/>
            <a:chExt cx="3990960" cy="13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0E2CB336-2EA2-41EF-9C9B-CBA96C012B75}"/>
                    </a:ext>
                  </a:extLst>
                </p14:cNvPr>
                <p14:cNvContentPartPr/>
                <p14:nvPr/>
              </p14:nvContentPartPr>
              <p14:xfrm>
                <a:off x="6226579" y="5081362"/>
                <a:ext cx="196200" cy="57888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0E2CB336-2EA2-41EF-9C9B-CBA96C012B7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217939" y="5072362"/>
                  <a:ext cx="21384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D703C52D-E0CD-405E-A135-BAC75A4447DF}"/>
                    </a:ext>
                  </a:extLst>
                </p14:cNvPr>
                <p14:cNvContentPartPr/>
                <p14:nvPr/>
              </p14:nvContentPartPr>
              <p14:xfrm>
                <a:off x="6505579" y="5125282"/>
                <a:ext cx="100800" cy="19584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D703C52D-E0CD-405E-A135-BAC75A4447D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496939" y="5116642"/>
                  <a:ext cx="118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7136A77F-B4F9-40AA-9E64-7E2C5E72CFA9}"/>
                    </a:ext>
                  </a:extLst>
                </p14:cNvPr>
                <p14:cNvContentPartPr/>
                <p14:nvPr/>
              </p14:nvContentPartPr>
              <p14:xfrm>
                <a:off x="6652819" y="5149402"/>
                <a:ext cx="169200" cy="18144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7136A77F-B4F9-40AA-9E64-7E2C5E72CFA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643819" y="5140762"/>
                  <a:ext cx="186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CFEE292B-496E-4428-9288-59769900061F}"/>
                    </a:ext>
                  </a:extLst>
                </p14:cNvPr>
                <p14:cNvContentPartPr/>
                <p14:nvPr/>
              </p14:nvContentPartPr>
              <p14:xfrm>
                <a:off x="6840739" y="5112682"/>
                <a:ext cx="143280" cy="23400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CFEE292B-496E-4428-9288-59769900061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32099" y="5103682"/>
                  <a:ext cx="1609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810A508C-E7AA-4E86-88EC-EFB385243561}"/>
                    </a:ext>
                  </a:extLst>
                </p14:cNvPr>
                <p14:cNvContentPartPr/>
                <p14:nvPr/>
              </p14:nvContentPartPr>
              <p14:xfrm>
                <a:off x="7050619" y="5256322"/>
                <a:ext cx="183960" cy="360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810A508C-E7AA-4E86-88EC-EFB38524356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041619" y="5247322"/>
                  <a:ext cx="201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67CA510B-F3F2-4672-ABA9-D27F42FC4EBA}"/>
                    </a:ext>
                  </a:extLst>
                </p14:cNvPr>
                <p14:cNvContentPartPr/>
                <p14:nvPr/>
              </p14:nvContentPartPr>
              <p14:xfrm>
                <a:off x="7373899" y="5082082"/>
                <a:ext cx="60840" cy="16524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67CA510B-F3F2-4672-ABA9-D27F42FC4EB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364899" y="5073082"/>
                  <a:ext cx="78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EAFC9540-F5A2-4503-8C5F-303816737BCB}"/>
                    </a:ext>
                  </a:extLst>
                </p14:cNvPr>
                <p14:cNvContentPartPr/>
                <p14:nvPr/>
              </p14:nvContentPartPr>
              <p14:xfrm>
                <a:off x="7532659" y="5060122"/>
                <a:ext cx="169200" cy="17100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EAFC9540-F5A2-4503-8C5F-303816737BC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524019" y="5051122"/>
                  <a:ext cx="1868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7E54C5A0-5BCC-470E-A348-5D3ED8CC7153}"/>
                    </a:ext>
                  </a:extLst>
                </p14:cNvPr>
                <p14:cNvContentPartPr/>
                <p14:nvPr/>
              </p14:nvContentPartPr>
              <p14:xfrm>
                <a:off x="7735699" y="5013322"/>
                <a:ext cx="157680" cy="204480"/>
              </p14:xfrm>
            </p:contentPart>
          </mc:Choice>
          <mc:Fallback xmlns=""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7E54C5A0-5BCC-470E-A348-5D3ED8CC715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727059" y="5004322"/>
                  <a:ext cx="175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EEB0648D-A98B-482C-A09E-0E3F006F0AB9}"/>
                    </a:ext>
                  </a:extLst>
                </p14:cNvPr>
                <p14:cNvContentPartPr/>
                <p14:nvPr/>
              </p14:nvContentPartPr>
              <p14:xfrm>
                <a:off x="7369579" y="5293042"/>
                <a:ext cx="487800" cy="35640"/>
              </p14:xfrm>
            </p:contentPart>
          </mc:Choice>
          <mc:Fallback xmlns=""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EEB0648D-A98B-482C-A09E-0E3F006F0AB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360579" y="5284402"/>
                  <a:ext cx="505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615CEBE4-3360-404E-8CD3-B541C02C575D}"/>
                    </a:ext>
                  </a:extLst>
                </p14:cNvPr>
                <p14:cNvContentPartPr/>
                <p14:nvPr/>
              </p14:nvContentPartPr>
              <p14:xfrm>
                <a:off x="7513219" y="5422642"/>
                <a:ext cx="199440" cy="195480"/>
              </p14:xfrm>
            </p:contentPart>
          </mc:Choice>
          <mc:Fallback xmlns=""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615CEBE4-3360-404E-8CD3-B541C02C575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504579" y="5414002"/>
                  <a:ext cx="217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F3B9E052-E07F-46AF-B6F3-C7D70141E0E4}"/>
                    </a:ext>
                  </a:extLst>
                </p14:cNvPr>
                <p14:cNvContentPartPr/>
                <p14:nvPr/>
              </p14:nvContentPartPr>
              <p14:xfrm>
                <a:off x="8018299" y="4962562"/>
                <a:ext cx="138600" cy="68904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F3B9E052-E07F-46AF-B6F3-C7D70141E0E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009299" y="4953922"/>
                  <a:ext cx="15624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670CBA6D-5EC7-4456-81DB-6A5DE56A36B7}"/>
                    </a:ext>
                  </a:extLst>
                </p14:cNvPr>
                <p14:cNvContentPartPr/>
                <p14:nvPr/>
              </p14:nvContentPartPr>
              <p14:xfrm>
                <a:off x="4165939" y="5376922"/>
                <a:ext cx="174600" cy="1656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670CBA6D-5EC7-4456-81DB-6A5DE56A36B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157299" y="5368282"/>
                  <a:ext cx="19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6234F864-EAF4-4997-A463-7244D3432C48}"/>
                    </a:ext>
                  </a:extLst>
                </p14:cNvPr>
                <p14:cNvContentPartPr/>
                <p14:nvPr/>
              </p14:nvContentPartPr>
              <p14:xfrm>
                <a:off x="4422259" y="5230042"/>
                <a:ext cx="144360" cy="18324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6234F864-EAF4-4997-A463-7244D3432C4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413259" y="5221402"/>
                  <a:ext cx="162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3E075D41-F4A3-4741-A3EF-E0F5F64BFE08}"/>
                    </a:ext>
                  </a:extLst>
                </p14:cNvPr>
                <p14:cNvContentPartPr/>
                <p14:nvPr/>
              </p14:nvContentPartPr>
              <p14:xfrm>
                <a:off x="4627819" y="5241922"/>
                <a:ext cx="90000" cy="11304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3E075D41-F4A3-4741-A3EF-E0F5F64BFE0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618819" y="5232922"/>
                  <a:ext cx="107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C6F816BF-28BD-42C6-AB3D-F28A6C79A8E0}"/>
                    </a:ext>
                  </a:extLst>
                </p14:cNvPr>
                <p14:cNvContentPartPr/>
                <p14:nvPr/>
              </p14:nvContentPartPr>
              <p14:xfrm>
                <a:off x="4676419" y="5237962"/>
                <a:ext cx="23040" cy="18036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C6F816BF-28BD-42C6-AB3D-F28A6C79A8E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667419" y="5228962"/>
                  <a:ext cx="40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7ADC9D5C-F0AC-4F6D-A01B-1EBDF6ABA28E}"/>
                    </a:ext>
                  </a:extLst>
                </p14:cNvPr>
                <p14:cNvContentPartPr/>
                <p14:nvPr/>
              </p14:nvContentPartPr>
              <p14:xfrm>
                <a:off x="4425499" y="5441002"/>
                <a:ext cx="300960" cy="12960"/>
              </p14:xfrm>
            </p:contentPart>
          </mc:Choice>
          <mc:Fallback xmlns=""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7ADC9D5C-F0AC-4F6D-A01B-1EBDF6ABA28E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416499" y="5432362"/>
                  <a:ext cx="318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6A94B445-700D-4686-8C6F-7CDF32A91878}"/>
                    </a:ext>
                  </a:extLst>
                </p14:cNvPr>
                <p14:cNvContentPartPr/>
                <p14:nvPr/>
              </p14:nvContentPartPr>
              <p14:xfrm>
                <a:off x="4509739" y="5532802"/>
                <a:ext cx="148320" cy="17532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6A94B445-700D-4686-8C6F-7CDF32A9187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501099" y="5524162"/>
                  <a:ext cx="165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EB4E1E6E-05FC-42BB-8F36-142A04412143}"/>
                    </a:ext>
                  </a:extLst>
                </p14:cNvPr>
                <p14:cNvContentPartPr/>
                <p14:nvPr/>
              </p14:nvContentPartPr>
              <p14:xfrm>
                <a:off x="4856059" y="5121322"/>
                <a:ext cx="160200" cy="55728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EB4E1E6E-05FC-42BB-8F36-142A0441214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847419" y="5112322"/>
                  <a:ext cx="17784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8B5FDD3E-48B0-4E68-B736-F30AC550CEF0}"/>
                    </a:ext>
                  </a:extLst>
                </p14:cNvPr>
                <p14:cNvContentPartPr/>
                <p14:nvPr/>
              </p14:nvContentPartPr>
              <p14:xfrm>
                <a:off x="5397499" y="5343082"/>
                <a:ext cx="226440" cy="3348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8B5FDD3E-48B0-4E68-B736-F30AC550CEF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388499" y="5334082"/>
                  <a:ext cx="244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BCCFD3A5-4446-40A8-AB7F-7C0AF5B7A8F2}"/>
                    </a:ext>
                  </a:extLst>
                </p14:cNvPr>
                <p14:cNvContentPartPr/>
                <p14:nvPr/>
              </p14:nvContentPartPr>
              <p14:xfrm>
                <a:off x="5425579" y="5441362"/>
                <a:ext cx="228600" cy="324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BCCFD3A5-4446-40A8-AB7F-7C0AF5B7A8F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416579" y="5432362"/>
                  <a:ext cx="246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BFA28693-ECC7-4789-9F43-D2232D1B353E}"/>
                    </a:ext>
                  </a:extLst>
                </p14:cNvPr>
                <p14:cNvContentPartPr/>
                <p14:nvPr/>
              </p14:nvContentPartPr>
              <p14:xfrm>
                <a:off x="5805379" y="5235082"/>
                <a:ext cx="19800" cy="21816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BFA28693-ECC7-4789-9F43-D2232D1B353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796379" y="5226082"/>
                  <a:ext cx="37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4992A8FC-2D0E-441B-8211-ADB297EAFF2D}"/>
                    </a:ext>
                  </a:extLst>
                </p14:cNvPr>
                <p14:cNvContentPartPr/>
                <p14:nvPr/>
              </p14:nvContentPartPr>
              <p14:xfrm>
                <a:off x="5918419" y="5214562"/>
                <a:ext cx="2520" cy="17928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4992A8FC-2D0E-441B-8211-ADB297EAFF2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909779" y="5205922"/>
                  <a:ext cx="20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98039B11-2E85-4964-981C-FC977D14CF3A}"/>
                    </a:ext>
                  </a:extLst>
                </p14:cNvPr>
                <p14:cNvContentPartPr/>
                <p14:nvPr/>
              </p14:nvContentPartPr>
              <p14:xfrm>
                <a:off x="5780179" y="5216722"/>
                <a:ext cx="311760" cy="3456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98039B11-2E85-4964-981C-FC977D14CF3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771539" y="5207722"/>
                  <a:ext cx="329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5B20DA29-D1B4-4DE5-A6E9-D72A01794DE7}"/>
                    </a:ext>
                  </a:extLst>
                </p14:cNvPr>
                <p14:cNvContentPartPr/>
                <p14:nvPr/>
              </p14:nvContentPartPr>
              <p14:xfrm>
                <a:off x="4462219" y="5907202"/>
                <a:ext cx="203760" cy="341640"/>
              </p14:xfrm>
            </p:contentPart>
          </mc:Choice>
          <mc:Fallback xmlns=""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5B20DA29-D1B4-4DE5-A6E9-D72A01794DE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453579" y="5898562"/>
                  <a:ext cx="2214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2D319665-2983-4885-91EB-56C432DDCC86}"/>
                    </a:ext>
                  </a:extLst>
                </p14:cNvPr>
                <p14:cNvContentPartPr/>
                <p14:nvPr/>
              </p14:nvContentPartPr>
              <p14:xfrm>
                <a:off x="4843819" y="6057682"/>
                <a:ext cx="192960" cy="23040"/>
              </p14:xfrm>
            </p:contentPart>
          </mc:Choice>
          <mc:Fallback xmlns=""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2D319665-2983-4885-91EB-56C432DDCC8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835179" y="6049042"/>
                  <a:ext cx="210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FA108B42-65EF-4B9E-B923-FEFC5C41AA27}"/>
                    </a:ext>
                  </a:extLst>
                </p14:cNvPr>
                <p14:cNvContentPartPr/>
                <p14:nvPr/>
              </p14:nvContentPartPr>
              <p14:xfrm>
                <a:off x="4895659" y="6133642"/>
                <a:ext cx="223200" cy="7920"/>
              </p14:xfrm>
            </p:contentPart>
          </mc:Choice>
          <mc:Fallback xmlns=""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FA108B42-65EF-4B9E-B923-FEFC5C41AA2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887019" y="6125002"/>
                  <a:ext cx="240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A28BAABE-8707-4FD5-B533-CC070D2B7C00}"/>
                    </a:ext>
                  </a:extLst>
                </p14:cNvPr>
                <p14:cNvContentPartPr/>
                <p14:nvPr/>
              </p14:nvContentPartPr>
              <p14:xfrm>
                <a:off x="5328379" y="5917642"/>
                <a:ext cx="162360" cy="132480"/>
              </p14:xfrm>
            </p:contentPart>
          </mc:Choice>
          <mc:Fallback xmlns=""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A28BAABE-8707-4FD5-B533-CC070D2B7C0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319379" y="5909002"/>
                  <a:ext cx="180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94C91838-512D-4ECE-A4F2-4ABA54FBB7A3}"/>
                    </a:ext>
                  </a:extLst>
                </p14:cNvPr>
                <p14:cNvContentPartPr/>
                <p14:nvPr/>
              </p14:nvContentPartPr>
              <p14:xfrm>
                <a:off x="5548699" y="5866882"/>
                <a:ext cx="112320" cy="142920"/>
              </p14:xfrm>
            </p:contentPart>
          </mc:Choice>
          <mc:Fallback xmlns=""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94C91838-512D-4ECE-A4F2-4ABA54FBB7A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539699" y="5858242"/>
                  <a:ext cx="129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210E48E1-4153-409F-B952-D38BC8A61897}"/>
                    </a:ext>
                  </a:extLst>
                </p14:cNvPr>
                <p14:cNvContentPartPr/>
                <p14:nvPr/>
              </p14:nvContentPartPr>
              <p14:xfrm>
                <a:off x="5717179" y="5840242"/>
                <a:ext cx="120600" cy="187920"/>
              </p14:xfrm>
            </p:contentPart>
          </mc:Choice>
          <mc:Fallback xmlns=""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210E48E1-4153-409F-B952-D38BC8A6189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708539" y="5831242"/>
                  <a:ext cx="138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FE0DDF94-C1EF-4C8F-9731-1B09B7210042}"/>
                    </a:ext>
                  </a:extLst>
                </p14:cNvPr>
                <p14:cNvContentPartPr/>
                <p14:nvPr/>
              </p14:nvContentPartPr>
              <p14:xfrm>
                <a:off x="5373739" y="6083962"/>
                <a:ext cx="447120" cy="18000"/>
              </p14:xfrm>
            </p:contentPart>
          </mc:Choice>
          <mc:Fallback xmlns=""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FE0DDF94-C1EF-4C8F-9731-1B09B721004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5364739" y="6075322"/>
                  <a:ext cx="464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3327B8C1-D8C8-494D-9B83-91080273F326}"/>
                    </a:ext>
                  </a:extLst>
                </p14:cNvPr>
                <p14:cNvContentPartPr/>
                <p14:nvPr/>
              </p14:nvContentPartPr>
              <p14:xfrm>
                <a:off x="5469859" y="6141562"/>
                <a:ext cx="203760" cy="130320"/>
              </p14:xfrm>
            </p:contentPart>
          </mc:Choice>
          <mc:Fallback xmlns=""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3327B8C1-D8C8-494D-9B83-91080273F32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5461219" y="6132562"/>
                  <a:ext cx="221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DBEED54A-517B-4F2F-B0B0-9B9D53597040}"/>
                    </a:ext>
                  </a:extLst>
                </p14:cNvPr>
                <p14:cNvContentPartPr/>
                <p14:nvPr/>
              </p14:nvContentPartPr>
              <p14:xfrm>
                <a:off x="5987899" y="5971282"/>
                <a:ext cx="20880" cy="161280"/>
              </p14:xfrm>
            </p:contentPart>
          </mc:Choice>
          <mc:Fallback xmlns=""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DBEED54A-517B-4F2F-B0B0-9B9D5359704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5978899" y="5962282"/>
                  <a:ext cx="38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5C31999D-ED7F-4F06-855C-6EECE0646656}"/>
                    </a:ext>
                  </a:extLst>
                </p14:cNvPr>
                <p14:cNvContentPartPr/>
                <p14:nvPr/>
              </p14:nvContentPartPr>
              <p14:xfrm>
                <a:off x="6100219" y="5932402"/>
                <a:ext cx="34920" cy="206640"/>
              </p14:xfrm>
            </p:contentPart>
          </mc:Choice>
          <mc:Fallback xmlns=""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5C31999D-ED7F-4F06-855C-6EECE0646656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091579" y="5923402"/>
                  <a:ext cx="52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CD3C5A80-96FD-453F-99B2-1B8F01362502}"/>
                    </a:ext>
                  </a:extLst>
                </p14:cNvPr>
                <p14:cNvContentPartPr/>
                <p14:nvPr/>
              </p14:nvContentPartPr>
              <p14:xfrm>
                <a:off x="6009499" y="5962642"/>
                <a:ext cx="259920" cy="26640"/>
              </p14:xfrm>
            </p:contentPart>
          </mc:Choice>
          <mc:Fallback xmlns=""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CD3C5A80-96FD-453F-99B2-1B8F0136250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000499" y="5953642"/>
                  <a:ext cx="277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1A6E3850-04A4-41B1-9FA8-C3A9BC2E1233}"/>
                    </a:ext>
                  </a:extLst>
                </p14:cNvPr>
                <p14:cNvContentPartPr/>
                <p14:nvPr/>
              </p14:nvContentPartPr>
              <p14:xfrm>
                <a:off x="5963419" y="5966962"/>
                <a:ext cx="52920" cy="225720"/>
              </p14:xfrm>
            </p:contentPart>
          </mc:Choice>
          <mc:Fallback xmlns=""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1A6E3850-04A4-41B1-9FA8-C3A9BC2E123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954419" y="5957962"/>
                  <a:ext cx="70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DD429732-26FF-40BE-A3C9-023A8F7B825F}"/>
                    </a:ext>
                  </a:extLst>
                </p14:cNvPr>
                <p14:cNvContentPartPr/>
                <p14:nvPr/>
              </p14:nvContentPartPr>
              <p14:xfrm>
                <a:off x="6118579" y="5951842"/>
                <a:ext cx="12240" cy="160920"/>
              </p14:xfrm>
            </p:contentPart>
          </mc:Choice>
          <mc:Fallback xmlns=""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DD429732-26FF-40BE-A3C9-023A8F7B825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109939" y="5942842"/>
                  <a:ext cx="298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20516D59-059E-4E36-920B-41CA750EFE87}"/>
                    </a:ext>
                  </a:extLst>
                </p14:cNvPr>
                <p14:cNvContentPartPr/>
                <p14:nvPr/>
              </p14:nvContentPartPr>
              <p14:xfrm>
                <a:off x="5939299" y="5979202"/>
                <a:ext cx="199440" cy="8280"/>
              </p14:xfrm>
            </p:contentPart>
          </mc:Choice>
          <mc:Fallback xmlns=""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20516D59-059E-4E36-920B-41CA750EFE8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930299" y="5970202"/>
                  <a:ext cx="217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1D1CAED7-0A67-4681-B93D-435DA5577EDA}"/>
                    </a:ext>
                  </a:extLst>
                </p14:cNvPr>
                <p14:cNvContentPartPr/>
                <p14:nvPr/>
              </p14:nvContentPartPr>
              <p14:xfrm>
                <a:off x="4232179" y="5656282"/>
                <a:ext cx="1886760" cy="629640"/>
              </p14:xfrm>
            </p:contentPart>
          </mc:Choice>
          <mc:Fallback xmlns=""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1D1CAED7-0A67-4681-B93D-435DA5577EDA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223539" y="5647642"/>
                  <a:ext cx="190440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46D54FEF-2E84-4727-9A30-88E3C7DB0741}"/>
                    </a:ext>
                  </a:extLst>
                </p14:cNvPr>
                <p14:cNvContentPartPr/>
                <p14:nvPr/>
              </p14:nvContentPartPr>
              <p14:xfrm>
                <a:off x="6079699" y="5707402"/>
                <a:ext cx="442440" cy="622080"/>
              </p14:xfrm>
            </p:contentPart>
          </mc:Choice>
          <mc:Fallback xmlns=""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46D54FEF-2E84-4727-9A30-88E3C7DB074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070699" y="5698402"/>
                  <a:ext cx="460080" cy="63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upo 326">
            <a:extLst>
              <a:ext uri="{FF2B5EF4-FFF2-40B4-BE49-F238E27FC236}">
                <a16:creationId xmlns:a16="http://schemas.microsoft.com/office/drawing/2014/main" id="{8F3D2C24-7663-4A25-BDF9-0A78596AB889}"/>
              </a:ext>
            </a:extLst>
          </p:cNvPr>
          <p:cNvGrpSpPr/>
          <p:nvPr/>
        </p:nvGrpSpPr>
        <p:grpSpPr>
          <a:xfrm>
            <a:off x="6598819" y="5865082"/>
            <a:ext cx="1534320" cy="381960"/>
            <a:chOff x="6598819" y="5865082"/>
            <a:chExt cx="153432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51DE877A-1D3F-421F-942E-46F5808D21FC}"/>
                    </a:ext>
                  </a:extLst>
                </p14:cNvPr>
                <p14:cNvContentPartPr/>
                <p14:nvPr/>
              </p14:nvContentPartPr>
              <p14:xfrm>
                <a:off x="6674419" y="5926642"/>
                <a:ext cx="80280" cy="215280"/>
              </p14:xfrm>
            </p:contentPart>
          </mc:Choice>
          <mc:Fallback xmlns=""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51DE877A-1D3F-421F-942E-46F5808D21F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665779" y="5917642"/>
                  <a:ext cx="979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ABE1344C-EB90-42B0-BBD1-95873E1280A4}"/>
                    </a:ext>
                  </a:extLst>
                </p14:cNvPr>
                <p14:cNvContentPartPr/>
                <p14:nvPr/>
              </p14:nvContentPartPr>
              <p14:xfrm>
                <a:off x="6598819" y="5880922"/>
                <a:ext cx="210600" cy="145080"/>
              </p14:xfrm>
            </p:contentPart>
          </mc:Choice>
          <mc:Fallback xmlns=""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ABE1344C-EB90-42B0-BBD1-95873E1280A4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589819" y="5872282"/>
                  <a:ext cx="228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2FFEFAA2-6DA3-4745-8619-D67F14A3419C}"/>
                    </a:ext>
                  </a:extLst>
                </p14:cNvPr>
                <p14:cNvContentPartPr/>
                <p14:nvPr/>
              </p14:nvContentPartPr>
              <p14:xfrm>
                <a:off x="6838579" y="6015922"/>
                <a:ext cx="106200" cy="96840"/>
              </p14:xfrm>
            </p:contentPart>
          </mc:Choice>
          <mc:Fallback xmlns=""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2FFEFAA2-6DA3-4745-8619-D67F14A3419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829939" y="6007282"/>
                  <a:ext cx="123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03834909-5CA4-47A9-90E5-7F50D78C964A}"/>
                    </a:ext>
                  </a:extLst>
                </p14:cNvPr>
                <p14:cNvContentPartPr/>
                <p14:nvPr/>
              </p14:nvContentPartPr>
              <p14:xfrm>
                <a:off x="6963859" y="5902162"/>
                <a:ext cx="75240" cy="212760"/>
              </p14:xfrm>
            </p:contentPart>
          </mc:Choice>
          <mc:Fallback xmlns=""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03834909-5CA4-47A9-90E5-7F50D78C964A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954859" y="5893522"/>
                  <a:ext cx="92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7C3FC0E5-DC95-4AEB-A377-2C86BC8D50FA}"/>
                    </a:ext>
                  </a:extLst>
                </p14:cNvPr>
                <p14:cNvContentPartPr/>
                <p14:nvPr/>
              </p14:nvContentPartPr>
              <p14:xfrm>
                <a:off x="7111459" y="5989282"/>
                <a:ext cx="84600" cy="88560"/>
              </p14:xfrm>
            </p:contentPart>
          </mc:Choice>
          <mc:Fallback xmlns=""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7C3FC0E5-DC95-4AEB-A377-2C86BC8D50FA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02819" y="5980282"/>
                  <a:ext cx="102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A8F3650D-0F7C-4E04-A019-942CFD035389}"/>
                    </a:ext>
                  </a:extLst>
                </p14:cNvPr>
                <p14:cNvContentPartPr/>
                <p14:nvPr/>
              </p14:nvContentPartPr>
              <p14:xfrm>
                <a:off x="7214419" y="5988922"/>
                <a:ext cx="218880" cy="258120"/>
              </p14:xfrm>
            </p:contentPart>
          </mc:Choice>
          <mc:Fallback xmlns=""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A8F3650D-0F7C-4E04-A019-942CFD035389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205419" y="5979922"/>
                  <a:ext cx="236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86FCB6DD-AE65-4073-8B70-909DA3E1E513}"/>
                    </a:ext>
                  </a:extLst>
                </p14:cNvPr>
                <p14:cNvContentPartPr/>
                <p14:nvPr/>
              </p14:nvContentPartPr>
              <p14:xfrm>
                <a:off x="7440859" y="5865082"/>
                <a:ext cx="442800" cy="257040"/>
              </p14:xfrm>
            </p:contentPart>
          </mc:Choice>
          <mc:Fallback xmlns=""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86FCB6DD-AE65-4073-8B70-909DA3E1E51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432219" y="5856082"/>
                  <a:ext cx="4604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985A564F-6B1E-4B91-908F-D158DAF983C2}"/>
                    </a:ext>
                  </a:extLst>
                </p14:cNvPr>
                <p14:cNvContentPartPr/>
                <p14:nvPr/>
              </p14:nvContentPartPr>
              <p14:xfrm>
                <a:off x="7876459" y="5966962"/>
                <a:ext cx="256680" cy="104760"/>
              </p14:xfrm>
            </p:contentPart>
          </mc:Choice>
          <mc:Fallback xmlns=""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985A564F-6B1E-4B91-908F-D158DAF983C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867819" y="5958322"/>
                  <a:ext cx="27432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upo 325">
            <a:extLst>
              <a:ext uri="{FF2B5EF4-FFF2-40B4-BE49-F238E27FC236}">
                <a16:creationId xmlns:a16="http://schemas.microsoft.com/office/drawing/2014/main" id="{70DFA53A-C280-441B-86F2-790919817878}"/>
              </a:ext>
            </a:extLst>
          </p:cNvPr>
          <p:cNvGrpSpPr/>
          <p:nvPr/>
        </p:nvGrpSpPr>
        <p:grpSpPr>
          <a:xfrm>
            <a:off x="8480179" y="5811802"/>
            <a:ext cx="1541880" cy="309600"/>
            <a:chOff x="8480179" y="5811802"/>
            <a:chExt cx="154188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48BD0CEB-20E9-4BB6-A395-2B03A57E3944}"/>
                    </a:ext>
                  </a:extLst>
                </p14:cNvPr>
                <p14:cNvContentPartPr/>
                <p14:nvPr/>
              </p14:nvContentPartPr>
              <p14:xfrm>
                <a:off x="8480179" y="5942122"/>
                <a:ext cx="443520" cy="179280"/>
              </p14:xfrm>
            </p:contentPart>
          </mc:Choice>
          <mc:Fallback xmlns=""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48BD0CEB-20E9-4BB6-A395-2B03A57E394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471179" y="5933122"/>
                  <a:ext cx="461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4FC61398-62F7-465E-97A9-4C0BBFD24DF6}"/>
                    </a:ext>
                  </a:extLst>
                </p14:cNvPr>
                <p14:cNvContentPartPr/>
                <p14:nvPr/>
              </p14:nvContentPartPr>
              <p14:xfrm>
                <a:off x="8741539" y="5854642"/>
                <a:ext cx="46800" cy="67320"/>
              </p14:xfrm>
            </p:contentPart>
          </mc:Choice>
          <mc:Fallback xmlns=""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4FC61398-62F7-465E-97A9-4C0BBFD24DF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732899" y="5845642"/>
                  <a:ext cx="644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ED69FF00-9A28-4AC8-AD1D-E46BCE48CE22}"/>
                    </a:ext>
                  </a:extLst>
                </p14:cNvPr>
                <p14:cNvContentPartPr/>
                <p14:nvPr/>
              </p14:nvContentPartPr>
              <p14:xfrm>
                <a:off x="8910739" y="5811802"/>
                <a:ext cx="293760" cy="309600"/>
              </p14:xfrm>
            </p:contentPart>
          </mc:Choice>
          <mc:Fallback xmlns=""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ED69FF00-9A28-4AC8-AD1D-E46BCE48CE2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902099" y="5802802"/>
                  <a:ext cx="3114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D042A452-BD3E-4979-B31D-3F9F62E05F8D}"/>
                    </a:ext>
                  </a:extLst>
                </p14:cNvPr>
                <p14:cNvContentPartPr/>
                <p14:nvPr/>
              </p14:nvContentPartPr>
              <p14:xfrm>
                <a:off x="9083179" y="5841682"/>
                <a:ext cx="75960" cy="75600"/>
              </p14:xfrm>
            </p:contentPart>
          </mc:Choice>
          <mc:Fallback xmlns=""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D042A452-BD3E-4979-B31D-3F9F62E05F8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074539" y="5833042"/>
                  <a:ext cx="93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713F6F11-F7A9-4A4D-A8F2-A2D471CD2722}"/>
                    </a:ext>
                  </a:extLst>
                </p14:cNvPr>
                <p14:cNvContentPartPr/>
                <p14:nvPr/>
              </p14:nvContentPartPr>
              <p14:xfrm>
                <a:off x="9248419" y="5988922"/>
                <a:ext cx="307800" cy="105840"/>
              </p14:xfrm>
            </p:contentPart>
          </mc:Choice>
          <mc:Fallback xmlns=""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713F6F11-F7A9-4A4D-A8F2-A2D471CD2722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239419" y="5979922"/>
                  <a:ext cx="325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A509FB2A-E960-4F47-A1E5-02BAD457D821}"/>
                    </a:ext>
                  </a:extLst>
                </p14:cNvPr>
                <p14:cNvContentPartPr/>
                <p14:nvPr/>
              </p14:nvContentPartPr>
              <p14:xfrm>
                <a:off x="9580699" y="5981362"/>
                <a:ext cx="441360" cy="137880"/>
              </p14:xfrm>
            </p:contentPart>
          </mc:Choice>
          <mc:Fallback xmlns=""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A509FB2A-E960-4F47-A1E5-02BAD457D82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571699" y="5972722"/>
                  <a:ext cx="459000" cy="15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8741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232D3-973F-426A-A754-E10411B8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TRABAJO INDEPENDIENTE</a:t>
            </a:r>
            <a:br>
              <a:rPr lang="es-MX" b="1" dirty="0"/>
            </a:b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D8AA2-DA6B-4362-B199-B1C9CA47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386" y="1563757"/>
            <a:ext cx="8915400" cy="4412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b="1"/>
              <a:t>CONSULTAR SOBRE APLICACIONES DE LA INTEGRACIÓN DIFERENTES A: ÁREAS BAJO UNA CURVA, ÁREA ENTRE DOS CURVAS Y VOLUMEN DE SÓLIDOS DE REVOLUCIÓN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354789253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302</TotalTime>
  <Words>50</Words>
  <Application>Microsoft Office PowerPoint</Application>
  <PresentationFormat>Panorámica</PresentationFormat>
  <Paragraphs>8</Paragraphs>
  <Slides>28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Century Gothic</vt:lpstr>
      <vt:lpstr>Wingdings 3</vt:lpstr>
      <vt:lpstr>Espiral</vt:lpstr>
      <vt:lpstr>CALCULO II</vt:lpstr>
      <vt:lpstr>OBJETIVOS DE LA CLASE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TRABAJO INDEPENDIENTE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CALCULO I</dc:title>
  <dc:creator>ALCIRA MARTINEZ</dc:creator>
  <cp:lastModifiedBy>ALCIRA MARTINEZ</cp:lastModifiedBy>
  <cp:revision>157</cp:revision>
  <dcterms:created xsi:type="dcterms:W3CDTF">2024-05-13T22:13:31Z</dcterms:created>
  <dcterms:modified xsi:type="dcterms:W3CDTF">2026-08-04T01:14:34Z</dcterms:modified>
</cp:coreProperties>
</file>