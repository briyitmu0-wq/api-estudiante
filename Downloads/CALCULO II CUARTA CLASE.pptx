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302" r:id="rId4"/>
    <p:sldId id="322" r:id="rId5"/>
    <p:sldId id="324" r:id="rId6"/>
    <p:sldId id="330" r:id="rId7"/>
    <p:sldId id="331" r:id="rId8"/>
    <p:sldId id="332" r:id="rId9"/>
    <p:sldId id="325" r:id="rId10"/>
    <p:sldId id="326" r:id="rId11"/>
    <p:sldId id="327" r:id="rId12"/>
    <p:sldId id="328" r:id="rId13"/>
    <p:sldId id="329" r:id="rId14"/>
    <p:sldId id="333" r:id="rId15"/>
    <p:sldId id="334" r:id="rId16"/>
    <p:sldId id="28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544" autoAdjust="0"/>
    <p:restoredTop sz="94660"/>
  </p:normalViewPr>
  <p:slideViewPr>
    <p:cSldViewPr snapToGrid="0">
      <p:cViewPr varScale="1">
        <p:scale>
          <a:sx n="72" d="100"/>
          <a:sy n="72" d="100"/>
        </p:scale>
        <p:origin x="100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1T13:41:15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0 212 2721,'0'0'9010,"0"0"-5871,0 0-2207,0 0-545,0 0-64,0 0 409,10 20 411,10 16-724,1-1 0,1 0 1,2-1-1,2-2 1,1-1-1,3 1-419,-20-20-87,2-1 0,-1 0 0,2 0 0,-1-1-1,2-1 1,-1 0 0,1-1 0,0 0 0,1-1 0,0-1 0,0 0 0,0-1-1,1-1 1,-1 0 0,5-1 87,-14-53-460,-19-262 1187,13 311-721,0-1 1,0 1-1,0 0 1,1-1 0,-1 1-1,0 0 1,1-1-1,-1 1 1,1 0-1,-1 0 1,1-1-1,-1 1 1,1 0-1,0 0 1,0 0-1,0 0 1,-1 0-1,1 0 1,0 0-1,0 0 1,0 0-1,1 0 1,-1 1 0,0-1-1,0 0 1,0 1-1,0-1 1,1 1-1,-1-1 1,0 1-1,1 0 1,-1-1-1,0 1 1,1 0-1,-1 0 1,0 0-1,1 0 1,-1 0-1,0 0 1,1 0-1,-1 1 1,0-1-1,1 0 1,-1 1 0,0-1-1,0 1 1,1-1-1,-1 1 1,0 0-1,0 0 1,0-1-1,0 1 1,0 0-1,0 0 1,0 0-1,0 1-6,63 51 100,-55-44-79,4 8-7,1 0-1,0-1 1,1-1-1,1 0 1,0-1 0,2-1-1,-1-1 1,1 0 0,1-1-1,0-1 1,0-1 0,1 0-1,0-2 1,1 0-1,0-1 1,9 0-14,-23-6 10,-5 2-26,1-2-1,0 1 0,0 0 1,0 0-1,0-1 1,0 0-1,0 0 0,0 1 1,0-2-1,0 1 0,0 0 1,0-1-1,0 1 0,0-1 1,0 0-1,0 0 0,0 0 1,0 0-1,-1-1 1,1 1-1,0-1 0,-1 1 1,1-1-1,-1 0 0,0 0 1,0 0-1,0 0 0,0-1 1,0 1-1,0-1 0,0 1 1,-1-1-1,1 1 1,-1-1-1,0 0 0,0 0 1,1-1 16,-4-10 97,1 0 0,-2 1 0,0-1 1,-1 0-1,0 1 0,-1 0 1,0 0-1,-1 0 0,0 0 1,-1 1-1,-1 0 0,0 1 0,0 0 1,-2 0-1,1 1 0,-1 0 1,0 0-1,-1 1 0,0 1 0,-1-1 1,0 2-1,-11-6-97,20 10 29,-1 0 0,0 0 0,0 0 0,0 0 0,0 1 0,0 0 0,-1-1 1,1 2-1,-1-1 0,1 0 0,-1 1 0,0 0 0,0 0 0,1 1 0,-1-1 0,0 1 0,0 0 0,0 0 0,0 0 0,1 1 0,-1 0 0,0 0 0,0 0 0,1 1 1,-1-1-1,1 1 0,-1 0 0,1 0 0,0 1 0,0-1 0,0 1 0,0 0 0,0 0 0,1 0 0,-1 1 0,1-1 0,0 1 0,-3 4-29,-18 114-914,24-117 752,1-1 0,-1 1-1,0 0 1,1-1-1,0 1 1,0-1-1,1 1 1,-1-1 0,1 0-1,0 1 1,0-1-1,0 0 1,1 0-1,-1-1 1,1 1 0,0 0-1,0-1 1,0 1-1,1-1 1,-1 0-1,1 0 1,0-1-1,0 1 1,0-1 0,0 0-1,0 1 163,127 14-8518,-69-17 1047</inkml:trace>
  <inkml:trace contextRef="#ctx0" brushRef="#br0" timeOffset="427.866">1001 158 7906,'0'0'2168,"0"0"2281,0 0-2552,0 0-529,-11 136-632,22-105-16,13-5-160,6-10 168,9-7-232,6-7-496,6-2-248,2 0-880,-1-15-664,-4-16-2105,-15 1 744,-10 1-3936</inkml:trace>
  <inkml:trace contextRef="#ctx0" brushRef="#br0" timeOffset="1220.514">1411 133 5025,'0'0'5017,"0"0"-2408,0 0-1024,0 0-687,0 0-187,0 0 64,12 15 14,93 139 330,-101-146-1170,0 0-1,1 0 1,0 0 0,1 0 0,0-1-1,0 0 1,1 0 0,-1 0 0,1-1-1,1 0 1,-1 0 0,1-1-1,0 0 1,0-1 0,1 1 0,-1-2-1,1 1 1,2 0 51,-2-70-768,-11 59 804,1 0 0,-1 0 0,1 1 0,1-1 0,-1 0 0,1 0 1,0 0-1,0 0 0,1 0 0,0 0 0,0 1 0,1-1 0,0 0 0,0 1 0,1-1 0,-1 1 0,1 0 0,1 0 1,-1 0-1,1 0 0,0 0 0,1 1 0,-1 0 0,1 0 0,0 0 0,0 0 0,0 1 0,1 0 0,0 0 0,0 0 1,0 1-1,0 0 0,0 0 0,1 0 0,1 1-36,-1 4 36,0 1 1,0 0-1,-1 0 1,1 1-1,-1 0 1,0 0-1,0 1 1,0 0-1,-1 0 0,0 0 1,0 0-1,0 1 1,0 0-1,-1 0 1,0 0-1,0 0 1,-1 1-1,0 0 1,0 0-1,1 2-36,24 37 32,-23-38-28,0 0-1,1-1 1,0 1-1,0-1 1,1 0-1,0-1 1,1 1-1,-1-2 1,1 1-1,0-1 1,0 0-1,1 0 1,-1-1-1,1-1 1,0 1-1,0-1 1,1-1-1,-1 0 1,0 0-1,1-1 1,-1 0-1,1 0 1,0-1-1,1-1-3,-6-2-3,-1 0-1,1-1 1,-1 0-1,0 0 1,0 0-1,-1 0 1,1 0-1,-1-1 1,0 0-1,0 0 1,0 0-1,-1 0 1,0 0-1,0 0 1,0-1 0,0 1-1,-1-1 1,0 1-1,0-1 1,-1 1-1,0-1 1,0 0-1,0 1 1,0-1-1,-1 1 1,0-1 3,4-27 94,-3 31-86,0 1 0,0 0-1,0 0 1,0 0-1,0 0 1,0 0-1,0 0 1,0 0 0,0 0-1,0 0 1,1 0-1,-1 0 1,0 0 0,1 0-1,-1 0 1,1 0-1,-1 0 1,1 0-1,-1 0 1,1 1 0,0-1-1,-1 0 1,1 0-1,0 1 1,0-1-1,0 0 1,-1 1 0,1-1-1,0 1 1,0-1-1,0 1 1,0-1 0,0 1-1,0 0 1,0-1-1,0 1 1,0 0-1,0 0 1,0 0 0,0 0-1,0 0 1,0 0-1,1 0 1,-1 0-1,0 0 1,0 0 0,0 1-1,0-1 1,0 0-1,0 1 1,0-1 0,0 1-1,-1-1 1,1 1-1,0-1 1,0 1-1,0 0 1,0 0 0,-1-1-1,2 2-7,57 59 127,-39-38-118,-13-17-16,1 0-1,1-1 1,-1 0-1,1-1 0,-1 0 1,1 0-1,1-1 1,-1 0-1,0 0 1,1-1-1,-1 0 0,1-1 1,0 0-1,-1-1 1,1 0-1,0 0 1,-1-1-1,2-1 8,-6-1 7,0-1 1,0 0-1,0-1 0,-1 1 1,1-1-1,-1 0 0,0 0 0,-1-1 1,1 1-1,-1-1 0,0 1 1,0-1-1,-1 0 0,0 0 0,0 0 1,0-1-1,-1 1 0,0 0 0,0-1 1,0-4-8,1 1 38,41 142 1096,-41-128-1109,1-1-1,-1 1 1,1 0 0,0-1 0,0 1 0,0-1 0,1 0 0,-1 0 0,1 0-1,0 0 1,-1-1 0,1 0 0,0 1 0,1-2 0,-1 1 0,0 0-1,0-1 1,1 0 0,-1 0 0,1 0 0,-1 0 0,1-1 0,-1 1-1,1-1 1,0-1 0,-1 1 0,1-1 0,0 1-25,-2-4 74,1 0 0,-1 0 0,0 0 0,0-1 0,-1 1 0,1-1-1,-1 1 1,0-1 0,0 0 0,0 0 0,-1 0 0,0 0 0,0 0 0,0 0 0,-1 0 0,1 0 0,-1 0 0,0-1 0,-1 1 0,1 0 0,-1 0-1,0 0 1,0 0 0,-1 0 0,0-2-74,-1 1-3,0 1-1,0 0 1,0 0-1,0-1 1,-1 2-1,0-1 1,0 0-1,0 1 0,-1 0 1,1 0-1,-1 0 1,0 1-1,0-1 1,-1 1-1,1 0 1,0 1-1,-1-1 1,0 1-1,0 0 1,1 1-1,-1-1 0,0 1 1,0 0-1,-1 1 4,-93 0-2874,65 24-3463,33-15 713</inkml:trace>
  <inkml:trace contextRef="#ctx0" brushRef="#br0" timeOffset="1560.318">3113 1 9034,'0'0'6919,"0"0"-4375,0 0-1818,-24-1-502,-78 3-41,98-3-181,-1 1 1,0 0 0,1 0 0,-1 1-1,1-1 1,-1 1 0,1 0 0,-1 0 0,1 1-1,-1-1 1,1 1 0,0 0 0,0 0-1,0 1 1,0-1 0,0 1 0,0 0-1,1 0 1,0 0 0,-1 0 0,1 1 0,0-1-1,0 1 1,1 0 0,-1 0 0,1 0-1,0 0 1,0 0 0,0 0 0,1 1 0,-1-1-1,1 0 1,0 1 0,0 0 0,1-1-1,-1 1 1,1 4-3,5-3-101,1 0-1,-1 0 1,1-1-1,0 0 1,0 0-1,1 0 1,-1-1-1,1 0 1,0 0-1,0-1 1,1 1-1,-1-2 1,1 1-1,-1-1 1,1 0-1,0-1 1,7 1 101,6 4-407,1 0-35,139 65-3563,-157-68 4083,0 1 1,0-1-1,-1 1 0,0 0 0,1 0 0,-1 0 0,-1 1 0,1-1 0,-1 1 0,1 0 0,-1 0 0,-1-1 0,1 1 0,-1 0 0,0 1 0,0-1 0,0 0 0,-1 0 0,1 0 0,-1 0 0,-1 1-78,-2 1 367,-2 0 0,1 0 0,-1 0 0,0-1 0,0 1 0,0-1 0,-1 0 0,0-1 0,0 0 0,-1 0 0,0 0 0,1 0 0,-2-1 0,1-1 0,0 1 0,-1-1 0,0 0 0,1-1 0,-1 1 0,-7 0-367,4 1 245,-216 48-233,192-62-3548,26-29-5711,8 7 3450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1T13:41:13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170 301 9402,'0'0'3799,"0"0"-1394,-4 21-765,-10 70-639,13-87-911,0 0 1,1 1 0,-1-1 0,1 0-1,0 0 1,0 1 0,1-1 0,-1 0 0,1 0-1,0 0 1,0 0 0,0 1 0,1-1 0,-1-1-1,1 1 1,0 0 0,0 0 0,0-1-1,1 1 1,-1-1 0,1 1 0,0-1 0,0 0-1,0 0 1,0-1 0,1 1 0,-1-1 0,1 1-1,-1-1 1,1 0 0,0 0 0,0-1-1,0 1 1,0-1 0,0 0 0,1 0-91,143-5 944,-139 0-1012,1 1 0,-1-2-1,0 1 1,0-1 0,-1-1-1,0 0 1,0 0 0,0 0-1,0-1 1,-1 0 0,-1-1-1,1 1 1,-1-1 0,0-1-1,-1 1 1,0-1 0,0 0-1,-1 0 1,0 0 0,-1-1-1,0 1 1,0-1-1,-1 0 1,0 0 0,-1 0-1,0 0 1,0 0 0,-1 0-1,-1 0 1,0 0 0,0 0-1,-2-4 69,0 7 2,-1 0 1,-1 0-1,1 0 0,-1 1 0,-1 0 0,1 0 0,-1 0 0,0 1 0,0 0 0,0 0 0,-1 0 0,0 1 1,0 0-1,0 0 0,0 1 0,-1 0 0,1 0 0,-1 1 0,0-1 0,0 2 0,1-1 0,-1 1 0,0 1 1,-1-1-1,1 1 0,0 1 0,0-1 0,0 1 0,0 1 0,1 0 0,-1 0 0,0 0 0,1 1 0,-1 0 1,1 1-1,0-1 0,0 1 0,0 1 0,0-1 0,1 1 0,0 0 0,0 1 0,0 0 0,1 0 0,0 0 1,0 0-1,0 1 0,1 0 0,0 0 0,0 0 0,0 1-2,4-4-271,1-1 1,0 0-1,-1 1 1,1-1-1,1 0 1,-1 1-1,0-1 1,1 0-1,-1 0 0,1 0 1,0 0-1,0-1 1,0 1-1,0 0 1,1-1-1,-1 0 1,1 1-1,-1-1 0,1 0 1,0 0-1,0 0 1,0-1-1,0 1 1,0-1-1,0 0 1,1 1-1,-1-2 0,0 1 1,1 0-1,-1 0 1,0-1-1,4 0 271,39 10-7288</inkml:trace>
  <inkml:trace contextRef="#ctx0" brushRef="#br0" timeOffset="406.787">561 236 8634,'0'0'3402,"0"0"1451,0 0-1732,0 0-1460,0 0-845,6 25 18,115 367 1708,-93-305-2274,-8-18-176,3-1 1,3-1 0,3-1-1,2-2 1,5 2-93,-13-37-516,-39-62-843,-2 8 1375,-2 0 0,0 2 0,-2 0 0,0 2 0,-2 0 1,0 1-1,-1 2 0,-1 0 0,-1 2 0,0 1 0,-1 1 1,-1 1-1,0 2 0,-1 1 0,0 1 0,0 1 0,-3 2-16,17 2 69,-1 2 0,1 0 0,-1 1 0,1 0-1,-1 2 1,1 0 0,0 0 0,-1 2 0,1 0-1,0 1 1,0 0 0,1 1 0,-1 1 0,1 1-1,0 0 1,1 1 0,0 0 0,0 2 0,1-1-1,0 2 1,0-1 0,1 2 0,1 0 0,0 0-1,0 1 1,2 0 0,-6 9-69,13-20-3,1 0-1,-1 0 1,0 1-1,1-1 1,0 0-1,-1 1 1,1 0-1,0-1 1,0 1-1,0-1 1,1 1-1,-1 0 1,1-1-1,-1 1 1,1 0-1,0 0 1,0 0 0,0-1-1,1 1 1,-1 0-1,1 0 1,-1-1-1,1 1 1,0 0-1,0-1 1,0 1-1,0-1 1,1 1-1,-1-1 1,0 0-1,1 0 1,0 1-1,0-1 1,0 0-1,0 0 1,0 0 0,0-1-1,0 1 1,0-1-1,1 1 1,-1-1-1,1 1 1,0-1 3,23 1-170,1 0 1,-1-2 0,1-1-1,-1-1 1,1-2-1,-1 0 1,0-2 0,0-1-1,-1 0 1,0-2 0,0-1-1,18-11 170,22-6-531,-1-2 0,-1-3-1,-2-3 1,-1-3 0,2-5 531,67-86-5165,-88 63-5306</inkml:trace>
  <inkml:trace contextRef="#ctx0" brushRef="#br0" timeOffset="1132.572">1110 313 6209,'0'0'2193,"0"0"2837,0 0-2352,0 0-1390,0 0-343,0 0-145,-5-15-153,-21-114-135,11 49 156,15 144 780,4-52-1405,0-1 0,0 0 0,1 0 0,1 0 0,0-1 0,0 0 0,1 0 0,0 0 0,1-1 0,0 0 0,0-1 0,1 0 0,0 0 0,1 0 0,0-1 0,0-1 0,0 0 0,1 0 0,0-1 0,0 0 0,0-1 0,0-1 0,1 1 0,0-2 0,-1 0 0,1 0 0,0-1 0,0 0 0,0-1 0,0-1 0,0 0 0,0 0 0,7-3-43,-13 3-38,-1 0 0,1-1-1,-1 0 1,1 0 0,-1-1-1,0 1 1,0-1 0,0 0 0,-1-1-1,1 1 1,-1-1 0,1 0-1,-1 0 1,-1 0 0,1 0 0,0-1-1,-1 0 1,0 1 0,0-1-1,-1-1 1,1 1 0,-1 0 0,0 0-1,0-1 1,-1 1 0,0-1-1,0 0 1,0 1 0,0-1 0,-1 0-1,0 0 1,0 1 0,-1-1 0,0-1 37,1-8-15,-2-1 0,1 1-1,-2 0 1,0 0-1,-1 0 1,-1 1-1,0-1 1,0 1-1,-2 0 1,0 1 0,0-1-1,-6-6 17,12 20 19,0 0 1,0 0-1,0 0 0,0 1 0,0-1 1,1 0-1,-1 0 0,0 0 0,0 1 0,0-1 1,1 1-1,-1-1 0,0 0 0,0 1 1,1-1-1,-1 1 0,0 0 0,1-1 0,-1 1 1,0 0-1,1-1 0,-1 1 0,1 0 1,-1-1-1,1 1 0,-1 0 0,1 0 1,0 0-1,0-1 0,-1 1 0,1 0 0,0 0 1,0 0-1,0 0 0,0 0 0,0 0 1,0-1-1,0 1 0,0 0 0,0 0 1,0 0-1,0 0 0,1 0 0,-1 0 0,0-1 1,0 1-1,1 0 0,-1 0 0,1-1 1,-1 1-1,1 0 0,-1 0 0,1-1 1,0 1-1,-1 0 0,1-1 0,0 1 0,-1-1 1,1 1-1,0-1-19,-1 2 48,4 13 14,0-1 0,1 0 0,0 0 0,1 0 1,1 0-1,0-1 0,1 0 0,0-1 0,1 0 1,1 0-1,0-1 0,0 0 0,1-1 0,0 0 1,1 0-1,0-1 0,0-1 0,1 0 0,0-1 1,1 0-1,0-1 0,0-1 0,0 0 0,0-1 0,1 0 1,-1-1-1,1-1 0,0 0 0,0-1 0,9-1-62,-16 1-25,0 1-1,1-2 0,-1 1 0,0-1 0,0 0 0,1-1 0,-1 0 0,0 0 0,0-1 0,0 0 0,0 0 1,0-1-1,-1 0 0,1-1 0,-1 1 0,0-1 0,0-1 0,0 1 0,0-1 0,-1 0 0,0-1 0,0 0 1,0 0-1,-1 0 0,0 0 0,0-1 0,-1 0 0,1 0 0,-1 0 0,-1-1 0,0 1 0,0-1 0,0 0 1,-1 0-1,0-2 26,0 5-21,0 0 1,-1-1 0,0 1 0,0 0 0,0 0 0,-1 0 0,0-1 0,0 1 0,0 0-1,-1 0 1,1-1 0,-1 1 0,0 0 0,-1 0 0,1 0 0,-1 0 0,0 0 0,-1 0-1,1 1 1,-1-1 0,0 1 0,0-1 0,0 1 0,0 0 0,-1 0 0,0 1 0,0-1-1,0 1 1,0 0 0,0 0 0,-1 0 0,1 0 0,-1 1 0,0 0 0,0 0 0,0 0-1,0 0 21,-1 1 53,1 0-1,-1 1 1,0-1-1,0 1 1,0 1-1,0-1 1,0 1-1,0 0 1,1 0-1,-1 0 1,0 1 0,1 0-1,-1 0 1,1 1-1,-1-1 1,1 1-1,0 0 1,0 0-1,1 1 1,-1 0-1,1 0 1,-1 0-1,1 0 1,1 1-1,-1-1 1,0 1-1,1 0 1,0 0-1,0 0 1,1 0-1,-1 1 1,1-1-1,0 1 1,1 0-1,0-1 1,-1 1-1,2 0 1,-1 0-1,1 0 1,0 0-1,0 0 1,0 0-1,1 3-52,0-3 46,0 1 0,1-1 0,0 1 0,0-1 0,0 0-1,0 0 1,1 0 0,0 0 0,1-1 0,-1 1 0,1-1 0,0 0 0,0 0-1,1 0 1,-1 0 0,1-1 0,0 0 0,0 0 0,1 0 0,-1-1-1,1 1 1,0-1 0,0-1 0,0 1 0,0-1 0,0 0 0,6 1-46,181 24 187,-44-37-562,-57-28-5235,-60 15-2176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1T13:41:08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737 180 15595,'0'0'2428,"0"0"-476,0 0-1173,3 27-446,156 889 5015,-154-887-5262,6 33 22,2 0 0,3-2 1,3 0-1,20 46-108,-27-100-1741,-17-45-140,-48-122-3881,20 74 947</inkml:trace>
  <inkml:trace contextRef="#ctx0" brushRef="#br0" timeOffset="254.376">188 425 1072,'0'0'11645,"-20"0"-7982,-148 10-972,469-118 577,-131 43-3117,-156 60-132,190-71 1062,3 10 1,206-38-1082,-264 93-217,-107 28-1882,-35 16-2567,-6-7-1870</inkml:trace>
  <inkml:trace contextRef="#ctx0" brushRef="#br0" timeOffset="493.501">486 1070 14731,'0'0'2393,"0"0"-1033,0 0-256,125 15 553,-48-19-409,30-26-288,0-3 160,3-3-424,-3 1-248,-28 7-448,5-1-880,-26 10-3617,-23 9-3040</inkml:trace>
  <inkml:trace contextRef="#ctx0" brushRef="#br0" timeOffset="892.492">1559 1123 1176,'0'0'15195,"0"0"-10023,0 0-3777,2 20-531,9 69-94,-8-81-710,0-1 0,0 0 0,1 0 0,0-1 0,0 1 0,1-1 0,0 0 0,0 0 0,0 0 0,1-1 0,-1 0 0,1 0 0,1 0 0,-1-1 0,1 0 0,0 0 0,-1-1 0,2 0 0,-1 0 0,0 0 0,1-1 0,-1 0 0,1-1 0,-1 0 0,1 0 0,0 0 0,0-1 0,-1 0 0,1 0 0,0-1 0,5-1-60,-7 2-3,1 0 0,-1 0-1,1-1 1,-1 0 0,1 0-1,-1 0 1,0-1 0,1 0-1,-1 0 1,0-1 0,0 1 0,0-1-1,-1-1 1,1 1 0,-1-1-1,0 0 1,0 0 0,0-1-1,0 1 1,-1-1 0,1 0-1,-1 0 1,-1-1 0,1 1-1,-1-1 1,0 0 0,0 0 0,-1 0-1,1 0 1,-1 0 0,-1 0-1,1-1 1,-1 1 0,0-1-1,-1 0 4,3-9-3,-1 0 1,-1 0-1,-1 1 0,0-1 0,-1 0 0,-1 0 0,0 0 1,-1 1-1,-1 0 0,-5-13 3,7 23-1,0-1 0,-1 1 0,0-1 0,0 1 0,0 0 1,-1 0-1,1 1 0,-1-1 0,0 1 0,-1-1 0,1 1 0,-1 1 0,0-1 0,0 1 0,0 0 0,0 0 1,0 0-1,-1 1 0,0-1 0,1 1 0,-1 1 0,0-1 0,0 1 0,0 0 0,0 0 0,0 1 0,0 0 1,0 0-1,-3 1 1,0 0-34,1 1 1,0 0-1,0 1 1,0 0-1,1 1 1,-1-1-1,1 1 1,0 1-1,0-1 0,0 1 1,0 0-1,1 1 1,0 0-1,0 0 1,1 0-1,-1 0 1,1 1-1,1 0 1,-1 0-1,1 1 1,1-1-1,-1 1 1,1 0-1,1-1 1,-1 1-1,1 1 1,0-1-1,1 0 1,0 0-1,1 1 1,0 3 33,-1-8-109,1 0 1,1-1 0,-1 1-1,0 0 1,1-1-1,0 1 1,0-1 0,0 1-1,0-1 1,1 1 0,-1-1-1,1 0 1,0 0-1,0 1 1,0-1 0,0-1-1,1 1 1,-1 0 0,1 0-1,0-1 1,-1 0-1,1 1 1,0-1 0,0 0-1,1-1 1,-1 1-1,0 0 1,1-1 0,-1 0-1,1 0 1,1 1 108,122 15-6472,-116-17 5511,58 1-4939</inkml:trace>
  <inkml:trace contextRef="#ctx0" brushRef="#br0" timeOffset="1268.488">2155 995 6857,'0'0'8441,"0"0"-5562,0 0-2056,0 0 16,4 24 632,34 192 972,17-85-2056,-54-131-395,0 1 0,0-1 0,0 0 0,0 0 0,0 0 0,0 0 0,0 0 1,1 0-1,-1 0 0,0-1 0,0 1 0,0 0 0,0 0 0,0-1 0,0 1 0,-1-1 0,1 1 1,0-1-1,0 1 0,0-1 0,0 0 0,0 1 0,-1-1 0,1 0 0,0 0 0,-1 1 0,1-1 0,0 0 1,-1 0-1,1 0 0,-1 0 0,1 0 0,-1 0 0,0 0 0,1 0 0,-1 0 0,0 0 0,0 0 0,0 0 1,0 0-1,0 0 0,0 0 0,0 0 0,0 0 0,0 0 0,0 0 0,0 0 0,-1 0 0,1 0 1,0 0-1,-1 0 0,1 0 0,-1 0 0,1 0 0,-1 0 8,1 0 3,-23-224-93,11 114 189,107 92 240,204-18 1185,-270 14-3249,-26-11-3393,-3 24 3246,0-13-4583</inkml:trace>
  <inkml:trace contextRef="#ctx0" brushRef="#br0" timeOffset="1565.92">1619 364 16772,'0'0'4353,"0"0"-3185,0 0-648,0 0-376,0 0 8,0 0 48,0 0-24,61 158-176,-38-100-16,21 15-376,-4-14-3265,0-15-2496</inkml:trace>
  <inkml:trace contextRef="#ctx0" brushRef="#br0" timeOffset="3206.024">2879 867 6905,'0'0'6072,"0"0"-3744,10 24-737,84 194 2228,-36-74-2939,-61-255-2419,3 108 1531,10-162-145,-9 160 155,0 1-1,0 0 0,1-1 1,0 1-1,0 0 1,0 0-1,0 0 0,1 0 1,-1 1-1,1-1 1,0 1-1,0-1 0,0 1 1,1 0-1,-1 0 1,1 1-1,0-1 1,0 1-1,0-1 0,0 1 1,0 1-1,0-1 1,0 0-1,1 1 0,-1 0 1,1 0-1,-1 0 1,1 1-1,-1-1 0,1 1 1,-1 0-1,1 1 1,-1-1-1,4 1-1,3 5 29,0 0-1,0 0 1,-1 1-1,0 0 1,0 1 0,-1 0-1,0 1 1,0 0 0,-1 0-1,0 1 1,-1 0 0,0 0-1,0 1 1,-1 0 0,-1 0-1,0 1 1,0-1 0,-1 1-1,-1 0 1,0 0-1,0 0 1,-1 1 0,-1 2-29,19 92 1,-9-118-688,9-73 410,-17 58 266,2-1 0,1 2 0,1-1 0,2 1-1,0 0 1,1 1 0,2 0 0,0 0 0,2 2-1,0-1 1,4-2 11,-17 24-4,0-1 0,0 1 0,1 0 0,-1-1 0,0 1 0,0 0 0,1 0 0,-1 0 0,1 0 1,-1 0-1,1 0 0,0 0 0,-1 0 0,1 1 0,0-1 0,-1 1 0,1-1 0,0 1 0,0-1 0,-1 1 0,1 0 0,0 0 0,0 0 0,0 0 0,-1 0 0,1 1 0,0-1 0,0 0 0,-1 1 0,1 0 0,0-1 0,0 1 0,-1 0 0,1 0 0,-1-1 0,1 1 0,-1 0 0,1 1 0,-1-1 1,0 0-1,1 0 0,-1 1 0,0-1 0,0 1 0,0-1 4,41 79 286,-37-67-147,10 23 239,-12-24-295,-1-1-1,1 0 1,1 0 0,0 0-1,1 0 1,0-1 0,0 0-1,1 0 1,1 0 0,-1-1-1,2 0 1,-1 0 0,1 0-1,0-1 1,1-1 0,0 1-1,0-1 1,1-1 0,0 0-1,0 0 1,0-1-1,1 0 1,0-1 0,0 0-1,6 1-82,-10-5-74,0 0 0,1-1-1,-1 0 1,0 0 0,1 0-1,-1-1 1,0 0-1,0 0 1,0-1 0,-1 0-1,1 0 1,0-1 0,-1 0-1,0 0 1,0 0 0,0-1-1,-1 0 1,0 0-1,1 0 1,-2-1 0,1 0-1,-1 0 1,0 0 0,0 0-1,0-1 1,-1 1-1,0-1 1,0 0 0,-1 0-1,0 0 1,0 0 0,-1 0-1,0-1 1,0-4 74,9-104 1954,-10 116-1334,0 7-93,-1-5-515,-1 4 2,-1 0 0,1 0 0,0 0 0,1 0 0,0 0 0,0 1 0,0-1 0,0 0 0,1 0-1,0 1 1,1-1 0,-1 0 0,1 1 0,0-1 0,1 0 0,-1 0 0,1 0 0,1 0 0,-1 0 0,1-1 0,0 1-1,0-1 1,1 1 0,-1-1 0,1 0 0,0-1 0,1 1 0,-1-1 0,1 1 0,0-1 0,0 0-14,121 22-821,-120-25 550,0-1 0,0 0 0,0 0 0,0 0 0,-1-1 1,1 0-1,0 0 0,0 0 0,0-1 0,-1 0 1,1 0-1,-1 0 0,1-1 0,-1 0 0,0 0 0,0 0 1,0-1-1,0 0 0,-1 0 0,0 0 0,0 0 0,0 0 1,0-1-1,0 0 0,-1 0 0,0 0 0,0 0 0,0 0 1,-1-1-1,0 1 0,1-2 271,6-125-1230,-28 51 4195,10 87 2326,8 96-2723,2-89-2518,1 0-1,1-1 1,0 1 0,0 0-1,2-1 1,-1 0 0,2 0 0,-1 0-1,2-1 1,-1 0 0,2 0-1,-1 0 1,2-1 0,-1 0-1,1-1 1,1 0 0,-1 0-1,2-1 1,-1-1 0,1 1-1,0-2 1,0 1 0,1-2 0,0 1-1,0-2 1,1 1 0,-1-2-1,1 0 1,-1 0 0,1-1-1,12 0-49,-20-5-45,0-1 0,0 0 0,0 0-1,0 0 1,-1-1 0,0 1 0,0-1-1,0 0 1,0 0 0,-1-1 0,0 1-1,0-1 1,-1 1 0,1-1-1,-1 0 1,0 0 0,-1 0 0,1 0-1,-1 0 1,-1-1 0,1 1 0,-1-6 45,2 1-105,15-104-288,-6 0-1,-4-1 1,-6 0-1,-5-16 394,4 110 152,0 0 0,-2 1 0,0-1 0,-2 0 0,0 1 0,-1 0 0,-2 0 0,0 0 0,-1 0 0,-1 1 0,0 1 0,-2 0 0,-10-14-152,21 34 19,0 0 1,0 0 0,0 0 0,0 0 0,0-1 0,0 1 0,-1 0 0,1 0 0,0 0 0,-1 0 0,1-1 0,0 1 0,-1 0 0,1 0-1,-1-1 1,1 1 0,-1 0 0,0-1 0,1 1 0,-1-1 0,0 1 0,1 0 0,-1-1 0,0 0 0,0 1 0,1-1 0,-1 1 0,0-1-1,0 0 1,0 0 0,1 1 0,-1-1 0,0 0 0,0 0 0,0 0 0,0 0 0,0 0 0,0 0 0,1 0 0,-1 0 0,0 0-1,0 0 1,0-1 0,0 1 0,0 0 0,1-1 0,-1 1 0,0 0 0,0-1 0,1 1 0,-1-1 0,0 1 0,1-1 0,-1 0 0,0 1-1,1-1 1,-1 0 0,1 1 0,-1-1 0,1 0 0,-1 0 0,1 1 0,0-1 0,-1 0 0,1 0 0,0 0 0,0 1 0,-1-1 0,1-1-20,-7 54 75,2 0 0,3 0 0,2 0 1,2 0-1,2 0 0,3 0 0,9 31-75,-10-53 69,2 0 0,1 0 0,2-2 0,0 1-1,2-1 1,2-1 0,0 0 0,1-1 0,2-1-1,18 20-68,122 109-1456,-154-153 1419,0 0 0,1-1 0,-1 1 1,1-1-1,-1 0 0,1-1 0,-1 1 0,0-1 0,1 0 0,-1 0 0,0 0 0,0-1 1,1 1-1,-1-1 0,0 0 0,-1 0 0,1 0 0,0-1 0,0 1 0,-1-1 0,0 0 1,0 0-1,1 0 0,-2-1 0,1 1 37,19-13-25,-14 8 19,2 2 0,-1-1-1,1 1 1,0 1 0,0 0-1,1 0 1,-1 1 0,1 0-1,0 1 1,0 0 0,1 1 0,-1 0-1,0 1 1,1 0 0,1 1 6,-9 1 45,0 1 0,0-1 0,0 1 1,-1 0-1,1 0 0,-1 0 0,1 0 1,-1 1-1,0 0 0,0-1 0,0 1 1,0 0-1,-1 0 0,1 1 1,-1-1-1,0 0 0,1 1 0,-2 0 1,1-1-1,0 1 0,-1 0-45,1 0 51,-1 0 1,1 0-1,0-1 0,0 1 0,0 0 0,1-1 1,-1 0-1,1 0 0,0 1 0,0-2 0,0 1 1,0 0-1,0-1 0,1 1 0,-1-1 0,1 0 1,-1 0-1,1 0 0,0-1 0,0 1 0,2 0-51,-1-2 7,-1 0-1,0-1 1,0 1 0,1-1-1,-1 0 1,0 0-1,0 0 1,0 0-1,0-1 1,0 0-1,0 0 1,-1 0-1,1 0 1,0 0-1,-1-1 1,0 0 0,0 0-1,0 0 1,0 0-1,0 0 1,0 0-1,-1-1 1,1 1-1,-1-1 1,0 0-1,0 0 1,-1 0 0,1 0-1,-1 0 1,0 0-1,0 0 1,0-2-7,20-142 53,-22 149-49,1 0 1,-1 0-1,0 0 0,1 0 0,-1-1 0,0 1 1,0 0-1,0 0 0,0 0 0,0-1 1,0 1-1,0-1 0,0 1 0,0 0 1,0-1-1,0 0 0,0 1 0,-1-1 0,1 0 1,0 0-1,0 1 0,0-1 0,0 0 1,-1 0-1,1 0 0,0 0 0,0-1 1,0 1-1,0 0 0,-1 0 0,1-1 0,0 1 1,0-1-1,0 1 0,0-1 0,0 1 1,0-1-1,0 0 0,0 0 0,0 1 1,0-1-1,0 0 0,1 0 0,-1 0 0,0 0 1,0 0-1,1 0 0,-1 0 0,1 0 1,-1 0-1,1 0 0,-1 0 0,1 0 1,0 0-1,-1-1 0,1 1 0,0 0 0,0 0 1,0 0-1,0-1 0,0 1 0,0 0 1,0 0-1,1 0 0,-1 0 0,0-1 1,1 1-1,-1 0 0,0 0 0,1 0-4,-123 113-118,101-51-3766,40-48-4218,32-14 204,-47 0 6665,32-4-978</inkml:trace>
  <inkml:trace contextRef="#ctx0" brushRef="#br0" timeOffset="3800.319">5579 819 5337,'0'0'8573,"0"0"-4042,0 0-2380,0 0-734,0 0-88,0 0-42,-1 8-217,-4 24-333,7-29-668,0 0 0,0 0 0,1 0 0,-1 0 0,1-1 0,-1 1-1,1-1 1,0 0 0,0 0 0,0 0 0,0 0 0,1 0 0,-1 0 0,0-1 0,1 0-1,-1 0 1,1 0 0,-1 0 0,1 0 0,-1-1 0,1 1 0,0-1 0,-1 0-1,1 0 1,0 0 0,-1-1 0,4 0-69,-6 1 23,11 1-68,0 0 0,-1-1 0,1 0 0,0-1 0,-1 0-1,1-1 1,-1 0 0,1-1 0,-1 0 0,0-1-1,0 0 1,0 0 0,-1-2 0,1 1 0,-1-1 0,1-2 45,212-234-2792,-222 241 2790,1 0 0,-1 0 0,1-1 0,-1 1 0,1 0 0,0 1 0,0-1 0,-1 0 0,1 1 0,0-1 0,0 0 0,0 1 0,0 0 0,-1 0 0,1-1 0,0 1 0,0 0 0,0 0 0,0 1 0,0-1 1,0 0-1,0 1 0,-1-1 0,1 1 0,0 0 0,0-1 0,0 1 0,-1 0 0,1 0 0,-1 0 0,1 0 0,-1 0 0,1 1 0,-1-1 0,1 0 0,-1 1 0,0-1 0,0 1 0,0-1 0,0 1 0,0 0 0,0-1 0,0 1 0,0 0 0,-1 0 0,1-1 0,-1 1 0,1 0 0,-1 2 2,17 19-11,210 130 7,-225-153 6,0 1 0,-1 0 1,1 0-1,0 1 0,-1-1 0,1 0 0,-1 0 0,1 1 0,-1-1 0,0 1 1,0-1-1,0 1 0,0 0 0,0-1 0,0 1 0,0 0 0,0 0 0,-1 0 0,1 0 1,0 0-1,-1-1 0,0 1 0,1 0 0,-1 0 0,0 0 0,0 0 0,0 0 0,-1 0 1,1 0-1,0 0 0,-1 0 0,1 0 0,-1 0 0,0 0 0,1-1 0,-1 1 0,0 0 1,0 0-1,0-1 0,0 1 0,-1-1 0,1 1 0,0-1 0,-1 1 0,1-1 0,-1 0 1,1 1-1,-1-1 0,1 0 0,-1 0 0,0 0 0,0-1 0,0 1 0,1 0 0,-1-1 1,-2 1-3,-109 37 336,-31-12 1176,202-25-294,194-44-790,-97 8-480,-61 22-198,48-8-1666,-97 10-2674,-1-4-3441,-15 3-4736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1T13:41:18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10 763 6553,'0'0'875,"0"0"28,0 0 872,0 0-377,0 0-153,0 0 189,-2-12-92,-5-24-639,6 51 846,49 159 2714,-44-164-4196,0-1 0,0 1-1,2-2 1,-1 1 0,1 0 0,0-1-1,1 0 1,0-1 0,0 1 0,0-1-1,1-1 1,0 1 0,1-1 0,-1-1-1,1 0 1,0 0 0,0 0 0,1-1-1,0-1 1,-1 0 0,1 0 0,0-1 0,0 0-1,1 0 1,3-1-67,-8 0 11,0 1 0,0-2 0,1 1 1,-1-1-1,0 0 0,0 0 0,1 0 0,-1-1 0,0 0 0,0 0 1,0-1-1,0 0 0,0 0 0,0 0 0,-1-1 0,1 1 0,-1-1 1,1-1-1,-1 1 0,0-1 0,0 0 0,-1 0 0,1-1 0,-1 1 1,0-1-1,0 0 0,0 0 0,-1 0 0,0 0 0,0-1 0,2-4-11,-1-10 0,-1 0 0,-1 0 0,-1 0 0,0 0 0,-2 0 0,0 0-1,-1 0 1,-1 0 0,-1 1 0,-1-1 0,0 1 0,-2 0-1,0 1 1,-1-1 0,-1 1 0,-1 1 0,-9-14 0,-39-30-179,52 90-560,9-23 297,1 0 0,-1 1 0,1-1 0,0 0 0,0-1 0,1 1 0,0-1 0,0 0-1,0 0 1,1-1 0,-1 1 0,1-1 0,0 0 0,0-1 0,1 1 0,-1-1 0,1-1 0,6 3 442,-7-2-767,41 17-4313</inkml:trace>
  <inkml:trace contextRef="#ctx0" brushRef="#br0" timeOffset="566.395">639 154 8130,'0'0'1435,"0"0"3784,-16-21-2217,-9-9-2165,-49-70 3097,72 98-3157,2 10-270,6 53-96,2 0-1,3 0 1,2-1 0,19 50-411,-12-37 256,-3-1-201,2-1-1,4-1 1,2-1-1,4-1 1,3-1-1,2-2 1,22 28-55,-47-86-3530,-21-27 1129,-13-6 2211,-1 2 0,-2 0 0,0 2-1,-1 2 1,-1 0 0,-1 2 0,-1 1 0,-20-7 190,23 9 343,29 15-311,1-1 0,-1 1 0,0 0 0,1-1-1,-1 1 1,0-1 0,1 1 0,-1-1-1,0 1 1,1-1 0,-1 1 0,0-1 0,0 1-1,0-1 1,0 1 0,1-1 0,-1 0-1,0 1 1,0-1 0,0 1 0,0-1 0,0 1-1,0-1 1,-1 0 0,1 1 0,0-1-1,0 1 1,0-1 0,0 1 0,-1-1 0,1 1-1,0-1 1,0 1 0,-1-1 0,1 1-1,0-1 1,-1 1 0,1-1 0,-1 1 0,1 0-1,-1-1 1,1 1 0,-1 0 0,1-1-1,-1 1 1,1 0 0,-1 0 0,1-1 0,-1 1-1,1 0 1,-1 0 0,1 0 0,-1 0-1,0 0 1,1 0 0,-1 0 0,1 0 0,-1 0-1,1 0 1,-1 0 0,0 0 0,1 0-32,52-3 376,-36 3-415,419-4-718,-432 4 785,-1-1 0,1 1 0,-1 0 0,1 1 0,-1-1 0,1 0 0,-1 1 0,1-1 0,-1 1 0,0 0 0,1 0 0,-1 0 0,0 0 0,1 0 0,-1 0 0,0 1 0,0-1 0,0 1 0,0-1 0,0 1 0,-1 0 0,1 0 0,-1 0 0,1 0 0,-1 0 0,1 0 0,-1 0 0,0 0 0,0 1 0,0-1 0,0 1 0,-1-1 0,1 0 0,0 1 0,-1-1 0,0 1 0,0-1 0,0 1 0,0-1 0,0 1-1,0-1 1,0 1 0,-1-1 0,1 1 0,-1-1 0,0 1 0,0 0-28,-4 134 1555,7-135-1621,0 0-1,0-1 0,1 1 0,-1-1 0,0 1 0,0-1 1,1 0-1,-1 0 0,1 0 0,-1 0 0,1 0 1,0 0-1,-1-1 0,1 1 0,-1-1 0,1 0 1,0 0-1,0 0 0,-1 0 0,1 0 0,0 0 1,-1-1-1,1 1 0,-1-1 0,1 0 0,-1 0 0,1 0 1,-1 0-1,1 0 0,-1-1 0,2 0 67,28-20-4461,-5-4-3591</inkml:trace>
  <inkml:trace contextRef="#ctx0" brushRef="#br0" timeOffset="883.964">883 338 9602,'0'0'6620,"0"0"-4429,0 0-1576,-4 19-91,-9 59 440,14-74-910,0-1 0,0 0 0,0 0-1,0 0 1,1 0 0,0 0-1,-1-1 1,1 1 0,0 0 0,0-1-1,1 1 1,-1-1 0,0 0-1,1 0 1,-1 0 0,1 0 0,0 0-1,0 0 1,0-1 0,0 1-1,0-1 1,0 0 0,0 0 0,0 0-1,0 0 1,1-1 0,-1 1-1,0-1 1,0 0 0,1 0 0,1 0-54,2 1 35,-3 1-103,0 0 1,-1 0 0,1 0-1,0-1 1,0 0-1,0 0 1,1 0-1,-1 0 1,0 0 0,0-1-1,1 0 1,-1 0-1,0 0 1,0 0 0,1-1-1,-1 0 1,0 0-1,0 0 1,0 0-1,0 0 1,0-1 0,0 0-1,0 0 1,-1 0-1,1 0 1,-1-1 0,1 1-1,-1-1 1,0 0-1,0 0 1,0 0-1,0 0 1,-1-1 0,1 1-1,-1-1 1,0 1-1,0-1 1,0 0 0,0 0-1,-1 0 68,2-14-18,0-1 0,-2 1 0,0-1 0,-1 1 0,-1-1 0,-1 1 0,-1 0 0,0 0 0,-1 0 0,-1 0 0,-1 0 0,0 1 0,-1 0 0,-8-12 18,12 25 10,-1 1 1,0-1-1,0 1 0,0 0 0,0 0 1,-1 1-1,1-1 0,-1 1 1,0 0-1,1 0 0,-1 1 0,0 0 1,0-1-1,0 1 0,0 1 0,0-1 1,0 1-1,-1 0 0,1 0 1,0 1-1,0-1 0,0 1 0,0 0 1,0 0-1,0 1 0,1 0 0,-1 0 1,0 0-1,1 0 0,-1 1 0,1-1 1,0 1-1,0 0 0,0 0 1,0 1-1,0-1 0,1 1 0,-1 0 1,1 0-1,0 1-10,-65 130-2734,51-71-2336</inkml:trace>
  <inkml:trace contextRef="#ctx0" brushRef="#br0" timeOffset="1416.033">1598 506 8162,'0'0'1292,"-4"-20"1895,-34-125 233,-29-5 910,67 194-4031,9 24 239,2 0 1,3-1-1,3 0 1,3-1-1,20 41-538,-37-100 28,3 16-5,1 0 0,2-1 0,0 0 0,1 0 0,1-1 0,1-1 0,1 0 0,1 0 0,0-2 0,2 1 0,0-2 0,1 0 0,12 9-23,-25-23-55,0-1 0,1 1 0,-1-1 0,0 0 0,1-1 0,-1 1 0,1-1 0,0 1 0,-1-1 0,1-1 0,0 1 0,0-1 0,-1 0 0,1 0 0,0 0 0,0 0 0,0-1 0,-1 0 0,1 0 0,0 0-1,-1-1 1,1 0 0,-1 1 0,0-2 0,1 1 0,-1 0 0,0-1 0,0 0 0,-1 0 0,1 0 0,0 0 0,-1-1 0,0 1 0,0-1 0,0 0 0,0 0 0,-1 0 0,1 0 0,-1 0 0,0-1 0,0 1 0,0-2 55,15-79-366,-17 101 816,-2-11-407,1-1 0,0 1-1,0 0 1,1-1 0,-1 1 0,1 0 0,0-1 0,0 1 0,1 0-1,0 0 1,-1-1 0,2 1 0,-1-1 0,0 1 0,1-1 0,0 1-1,0-1 1,0 0 0,1 0 0,-1 0 0,1 0 0,0 0 0,0 0 0,0-1-1,1 0 1,-1 0 0,1 1 0,0-2 0,0 1 0,0 0 0,0-1-1,0 0 1,0 0 0,1 0 0,-1-1 0,2 1-43,65-13-3642,-18-40-7219,-31 16 6860</inkml:trace>
  <inkml:trace contextRef="#ctx0" brushRef="#br0" timeOffset="1728.468">1796 397 9690,'0'0'5944,"0"0"-3591,0 0-1660,0 0-244,0 0 474,0 0 475,7 8-570,-4-3-879,1-1 1,0-1-1,1 1 0,-1 0 0,1-1 1,-1 0-1,1 0 0,0-1 0,0 1 0,0-1 1,0 0-1,1 0 0,-1-1 0,0 1 1,1-1-1,-1 0 0,1-1 0,0 0 1,-1 1-1,1-2 0,-1 1 0,1-1 0,-1 0 1,1 0-1,-1 0 0,1-1 0,-1 1 1,0-2-1,0 1 0,1-1 51,-2 1-92,-1 0-1,0-1 0,0 0 1,0 1-1,0-1 1,0 0-1,0 0 1,-1 0-1,0-1 0,1 1 1,-1-1-1,0 1 1,-1-1-1,1 0 1,-1 0-1,0 0 0,0 1 1,0-1-1,0 0 1,-1 0-1,1 0 1,-1-1-1,0 1 1,0-3 92,-1 1 46,1 1 0,-1-1 0,0 0 1,0 1-1,0-1 0,-1 1 1,0-1-1,0 1 0,0 0 1,-1 0-1,0 0 0,0 0 1,0 0-1,0 1 0,-1-1 0,0 1 1,0 0-1,0 0 0,0 0 1,-1 1-1,1 0 0,-1-1 1,0 1-1,0 1 0,0-1 1,-5-1-47,6 3-9,1-1 0,-1 1 1,0 0-1,1 0 1,-1 0-1,0 1 1,0-1-1,0 1 1,1 0-1,-1 0 0,0 0 1,0 1-1,0-1 1,1 1-1,-1 0 1,0 0-1,0 0 1,1 1-1,-1-1 0,1 1 1,0 0-1,-1 0 1,1 0-1,0 0 1,0 1-1,0-1 1,0 1-1,1 0 0,-1 0 1,1 0-1,0 0 1,-1 0-1,1 0 1,1 1-1,-1-1 1,0 0-1,1 1 0,0 0 1,0-1-1,0 1 1,0 2 8,-4 34-2897,4-4-4423</inkml:trace>
  <inkml:trace contextRef="#ctx0" brushRef="#br0" timeOffset="2186.061">2152 711 6529,'0'0'2992,"0"0"-44,0 0-803,0 0-956,0 0-574,23-3-209,186-25 139,-192 27-465,-13-1-73,0 1 1,0 0-1,0 0 1,0 0-1,0 0 1,0 1-1,0-1 1,0 1-1,0 0 0,1 0 1,-1 1-1,0-1 1,0 1-1,0 0 1,0 0-1,0 0 1,0 1-1,0 0 0,0-1 1,-1 1-1,1 0 1,-1 1-1,1-1 1,-1 1-1,0-1 1,0 1-1,0 0 0,0 0 1,0 0-1,-1 1 1,1-1-8,-3 14 422,1 1 0,-2-1 0,0 0 0,-1 0 0,-1 0 0,-1 0 0,0-1 0,-1 1 0,-1-1 0,-7 15-422,-15 48 1209,26-77-1194,1 1 0,0-1 1,-1 1-1,1 0 0,0-1 0,0 1 1,0 0-1,1 0 0,-1 0 0,1 0 1,0 0-1,-1 0 0,1-1 0,1 1 1,-1 0-1,0 0 0,1 0 0,-1 0 1,1 0-1,0 0 0,0-1 0,0 1 1,0 0-1,0-1 0,1 1 0,0-1 1,-1 1-1,1-1 0,0 0 0,0 1 1,0-1-1,0 0 0,0 0 0,1-1 1,-1 1-1,0 0 0,1-1 0,-1 1 1,1-1-1,0 0 0,0 0 0,-1 0 0,1 0 1,0-1-1,0 1 0,0-1 0,0 0 1,0 1-1,0-1 0,0 0 0,1-1-15,16 4-144,0-1-1,0-1 1,1 0 0,-1-2-1,1 0 1,-1-1-1,0-2 1,0 0-1,0-1 1,-1-1-1,1 0 1,15-9 144,5-40-10442,-37 25-213</inkml:trace>
  <inkml:trace contextRef="#ctx0" brushRef="#br0" timeOffset="2627.581">2301 895 6241,'0'0'1407,"0"0"630,0 0 317,0 0-699,0 0-499,0 0-213,7 1-7,26-1-617,1-1-1,-1-1 1,0-2 0,0-2 0,0-1-1,31-11-318,151-22 179,-207 39-140,-1 0-1,0 0 1,1 1 0,-1 0 0,0 0-1,1 0 1,-1 1 0,1 0 0,-1 1-1,0 0 1,0 0 0,0 0 0,0 1-1,0 0 1,-1 0 0,1 1 0,-1 0-1,0 0 1,0 0 0,0 1 0,1 1-39,0 2 183,0 0 0,1-1 1,0 0-1,0 0 1,1-1-1,0 0 1,0-1-1,0 1 0,1-2 1,-1 1-1,1-2 1,1 1-1,-1-1 1,0-1-1,1 0 1,-1 0-1,1-1 0,-1 0 1,1-1-1,2-1-183,9 2 30,-19 0-33,1 0 0,0-1 1,-1 1-1,1-1 0,0 1 0,-1-1 1,1 0-1,0-1 0,0 1 0,-1-1 1,1 1-1,-1-1 0,1 0 0,-1-1 1,1 1-1,-1-1 0,1 1 0,-1-1 0,0 0 1,0 0-1,0 0 0,0-1 0,0 1 1,-1-1-1,1 1 0,-1-1 0,1 0 1,-1 0-1,0 0 0,0 0 0,-1-1 1,2-1 2,0 0-12,0-1 1,0 0 0,-1 0 0,0 0 0,0 0 0,0 0 0,-1-1-1,0 1 1,0 0 0,-1-1 0,1 1 0,-1 0 0,-1-1-1,1 1 1,-1-1 0,0 1 0,-1 0 0,0 0 0,0-1 0,0 1-1,0 0 1,-1 1 0,0-1 0,0 0 0,-1 1 0,0 0-1,1 0 1,-2 0 0,1 0 0,-1 1 0,1-1 0,-1 1 0,-3-2 11,-4 3-1,0 1 1,0 0-1,0 0 1,0 1 0,0 0-1,-1 1 1,1 1 0,0 0-1,0 0 1,0 2-1,0-1 1,0 1 0,1 1-1,-1 0 1,1 1 0,0 0-1,0 1 1,0 0-1,1 0 1,0 2 0,-47 82-5050,55-61-397</inkml:trace>
  <inkml:trace contextRef="#ctx0" brushRef="#br0" timeOffset="3304.365">3334 734 5129,'0'0'5536,"0"0"-926,0 0-2588,0 0-1003,0 0 128,-14 19 479,-43 65-341,55-82-1239,0 0-1,1 0 0,-1 1 1,1-1-1,0 1 1,0-1-1,0 1 1,0-1-1,0 1 1,0 0-1,1-1 1,-1 1-1,1 0 1,0 0-1,0-1 0,0 1 1,0 0-1,0 0 1,0-1-1,1 1 1,0 0-1,-1-1 1,1 1-1,0 0 1,0-1-1,0 1 1,1-1-1,-1 0 0,1 1 1,-1-1-1,1 0 1,0 0-1,0 0 1,0 0-1,0 0 1,0 0-1,0-1 1,0 1-1,1-1 0,-1 1 1,1-1-1,-1 0 1,3 1-46,104 21 111,-100-21-425,0 0 0,0-1 0,0-1 0,0 1 0,0-2 0,0 1 0,0-1 0,0 0 0,0-1 0,0 0 0,0-1 0,-1 0 0,1 0 0,-1 0 0,0-1 0,0-1 0,0 1 0,0-2 0,-1 1 0,0-1 0,0 1 0,0-2 0,2-2 314,61-126-1,-69 134 71,1 0 0,-1 0 1,1 1-1,0-1 0,-1 0 0,1 1 0,0-1 1,0 1-1,0-1 0,-1 1 0,1 0 0,0 0 1,0 0-1,0 0 0,-1 0 0,1 0 1,0 1-1,0-1 0,0 0 0,-1 1 0,1 0 1,0-1-1,-1 1 0,1 0 0,0 0 0,-1 0 1,1 0-1,-1 0 0,1 0 0,-1 0 0,0 1 1,1-1-1,-1 0 0,0 1 0,0-1 0,0 1 1,0-1-1,0 1 0,-1 0 0,1-1 0,0 1 1,-1 0-1,1 0 0,-1-1 0,1 1 1,-1 0-1,0 0 0,0 0 0,0-1 0,0 1 1,0 0-1,-1 1-70,5 5 182,15 30-35,-15-25-194,2-1 1,-1 1-1,2-1 0,0 0 0,0 0 1,1-1-1,0 0 0,1 0 1,1-1-1,-1 0 0,2-1 0,-1 0 1,4 2 46,-25-54-2039,0 33 2154,2-1-1,0 0 1,0-1 0,1 0 0,0 0 0,1-1 0,1 0 0,0 0 0,0-1 0,2 1-1,0-1 1,0 0 0,-1-10-115,7 21 58,0 0 1,0-1-1,0 2 0,1-1 0,-1 0 1,0 0-1,1 1 0,0 0 0,0-1 0,0 1 1,0 0-1,0 0 0,0 1 0,0-1 0,0 1 1,1-1-1,-1 1 0,1 0 0,-1 0 0,1 1 1,-1-1-1,1 1 0,0-1 0,-1 1 0,1 0 1,-1 1-1,1-1 0,0 1 0,-1-1 0,1 1 1,0 0-59,9-1 106,247 0 1345,-198 0-6959,-80 0-2972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1T13:41:17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 3089,'0'0'3431,"0"0"-1868,0 0 2039,0 0-1539,0 0-577,-8 25 112,-2-2-1161,-25 144 2480,35-156-2808,0-1-1,1 0 1,0 1 0,1-1 0,0 0 0,0 0 0,1 0 0,1 0-1,-1 0 1,2-1 0,-1 0 0,1 0 0,1 0 0,-1 0 0,2-1-1,-1 0 1,1 0 0,0-1 0,1 1 0,0-2 0,0 1 0,0-1-1,1 0 1,0-1 0,0 0 0,0-1 0,1 1 0,-1-2 0,1 1-1,0-2 1,0 1 0,0-1 0,1-1 0,-1 0 0,6 0-109,-12 0 5,0 0 1,0 0 0,0 0-1,0-1 1,0 1-1,0-1 1,0 0 0,0-1-1,0 1 1,0 0-1,0-1 1,0 0 0,0 0-1,0 0 1,-1-1 0,1 1-1,0-1 1,-1 0-1,1 0 1,-1 0 0,0-1-1,1 1 1,-1-1-1,0 0 1,-1 1 0,1-1-1,0-1 1,-1 1-1,0 0 1,0-1 0,0 1-1,0-1 1,0 1-1,-1-1 1,1 0 0,-1 0-1,0 0 1,0 0-1,0-3-4,2-14 13,0 1 1,-1-1 0,-2 0 0,0 1 0,-1-1 0,-1 1 0,-1-1 0,0 1 0,-2 0 0,0 0 0,-2 0 0,0 1 0,-3-5-15,9 22 0,0-1 0,0 1 0,-1 0 0,1-1 0,0 1 0,-1 0 0,0 0 0,1 0 0,-1 0 0,0 1 0,0-1-1,0 0 1,0 1 0,0-1 0,-1 1 0,1 0 0,0 0 0,-1-1 0,1 2 0,-1-1 0,1 0 0,-1 0 0,1 1 0,-1 0 0,1-1 0,-1 1-1,0 0 1,1 0 0,-1 0 0,1 1 0,-1-1 0,0 1 0,1-1 0,-1 1 0,1 0 0,-1 0 0,1 0 0,0 0 0,-1 0 0,1 1 0,0-1 0,0 1-1,0 0 1,0-1 0,-1 2 0,-72 95-85,37 37 113,37-131-130,1-1 0,0 1 1,0 0-1,0 0 0,0-1 1,0 1-1,1 0 0,0 0 0,0-1 1,0 1-1,0-1 0,0 1 1,1-1-1,0 1 0,-1-1 1,1 0-1,0 0 0,1 0 1,-1 0-1,1 0 0,-1 0 0,1-1 1,0 1-1,0-1 0,0 0 1,0 0-1,0 0 0,0 0 1,1 0-1,-1-1 0,1 1 1,-1-1-1,1 0 0,2 0 102,93 4-5023,-36-19-1319,-19-6-2728</inkml:trace>
  <inkml:trace contextRef="#ctx0" brushRef="#br0" timeOffset="272.628">448 164 888,'0'0'7474,"0"0"-1,0 0-5648,0 0-921,0 107 1536,0-55-679,9 1-785,17-9-224,9-9-304,4-10 152,1-6-191,-1-8-257,-1-9-152,-6-2-24,-1 0-561,-1-9-1199,-7-7-3505,-4-5-3465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1T13:41:26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46 4897,'0'0'1584,"0"0"-807,0 0-417,0 0-192,0 0 4169,0 0-3369,0 0-632,-5-46-176,5 46-152,-2 0-16,2 0 0,-2 0-368,-1 0-456,1 4-1145,0 5-2720,-1-3 2009</inkml:trace>
  <inkml:trace contextRef="#ctx0" brushRef="#br0" timeOffset="283.246">137 46 6705,'-20'35'2225,"15"-38"8808,2-37-6471,3 13-1117,-6 153-3281,-5-1 0,-6 0 0,-6 3-164,-22 168 181,38-131-1026,20-101-5570,-3-38-3294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1T13:41:25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0 167 6369,'0'0'707,"0"0"-387,0 0 232,0 0 1458,0 0 92,0 0-438,5-4 50,-4 2-1575,0 1 1,0 0-1,0-1 0,1 1 0,-1 0 1,0 0-1,0 0 0,1 0 0,-1 0 1,1 0-1,-1 0 0,1 1 1,-1-1-1,1 0 0,-1 1 0,1-1 1,0 1-1,-1 0 0,1-1 0,0 1 1,-1 0-1,1 0 0,0 0 1,-1 0-1,1 1 0,0-1 0,-1 0 1,1 1-1,-1-1 0,1 1 1,-1-1-1,1 1 0,0 0 0,-1 0 1,0-1-1,1 1 0,-1 0 0,0 1 1,1-1-1,-1 0 0,0 0 1,0 0-1,0 1 0,0-1 0,0 0 1,0 1-140,97 207 3496,-87-176-3440,1 0-1,2-1 0,1 0 1,2-1-1,1-1 0,8 8-55,-22-33 52,-5-44-69,-9-13-70,5 40 42,1 0-1,0-1 1,1 1-1,0-1 1,1 0-1,0 0 1,1 0-1,1 1 1,0-1-1,1 0 1,0 0-1,1 0 1,0 0-1,1 0 1,0 1-1,1 0 1,1-1-1,0 1 1,0 1-1,1-1 1,1 1-1,0 0 1,0 1-1,4-4 46,-7 11-9,0 0-1,0 0 1,0 1-1,1-1 1,-1 1 0,1 0-1,0 0 1,0 1-1,-1-1 1,1 1-1,0 0 1,0 0-1,0 1 1,0-1 0,0 1-1,0 0 1,0 1-1,0-1 1,0 1-1,0 0 1,0 0-1,0 1 1,0-1 0,0 1-1,-1 0 1,1 0-1,-1 1 1,0-1-1,1 1 1,-1 0-1,0 0 1,-1 1 0,1-1-1,0 1 1,-1 0-1,0 0 1,2 3 9,85 170-9,-65-88-294,-25-98 287,-2-13-59,2-1 0,1 1 1,1-1-1,1 1 1,0-1-1,2 1 1,1 0-1,0 1 1,3-3 74,-8 21-1,1-3-13,-1-1-1,1 1 0,0 0 0,1-1 0,0 1 0,0 0 0,0 0 1,0 1-1,1-1 0,0 1 0,0 0 0,1 0 0,-1 0 0,1 0 1,0 1-1,1 0 0,-1 0 0,1 0 0,-1 1 0,1 0 0,0 0 1,1 0-1,-1 1 0,0-1 0,1 2 0,4-2 15,-7 6-11,0 0 0,0 0-1,0 0 1,0 0 0,0 1-1,-1 0 1,0 0 0,0 0 0,0 0-1,0 0 1,0 0 0,-1 1-1,0-1 1,0 1 0,0 0 0,0 0-1,-1 0 1,0-1 0,0 3 11,4 6-10,16 53 13,56 122 87,-74-183-88,1 0 1,-1 0-1,1 0 0,0-1 1,1 1-1,-1-1 0,1 0 1,0-1-1,0 1 0,0-1 1,0 0-1,0 0 0,1 0 1,0-1-1,-1 0 0,1 0 1,0 0-1,0-1 0,0 0 1,0 0-1,0 0 0,0-1 1,0 0-1,0 0 0,0-1 1,0 1-1,0-1 0,0-1 1,0 1-1,3-2-2,0-3-5,0 0 0,0-1 1,0 0-1,-1 0 0,0-1 0,0 0 1,-1-1-1,0 0 0,-1 0 0,0 0 1,0-1-1,-1 1 0,0-1 0,-1-1 1,0 1-1,-1-1 0,0 1 0,0-1 1,-1 0-1,-1 0 0,0 0 0,0 0 1,-1-3 4,5-159 108,-3 408 580,-1-228-682,1-1 0,0 1 1,0-1-1,1 1 0,0-1 1,0 0-1,0 0 0,1 0 1,0-1-1,0 1 0,0-1 1,1 0-1,0 0 0,0 0 1,0-1-1,0 0 0,1 0 1,0 0-1,0-1 0,0 1 1,0-2-1,0 1 0,1 0 0,-1-1 1,1-1-1,0 1 0,-1-1 1,1 0-1,0 0 0,0-1 1,0 0-1,-1 0 0,1-1 1,0 0-1,2 0-6,-2-3-10,0-1-1,0 0 1,0 0-1,0 0 1,-1-1-1,1 0 0,-2 0 1,1 0-1,-1-1 1,0 0-1,0 0 1,0 0-1,-1-1 1,-1 0-1,1 0 1,-1 0-1,0 0 1,-1 0-1,0 0 1,0-1-1,-1 1 1,0-1-1,-1 1 1,1-1-1,-2 0 11,4 4-4,-1 0 0,0 1-1,0-1 1,0-1 0,-1 1-1,1 0 1,-1 0 0,-1 0-1,1-1 1,-1 1-1,0 0 1,0-1 0,0 1-1,-1 0 1,0-1 0,0 1-1,0 0 1,-1 0 0,1 0-1,-1 0 1,-1 0 0,1 0-1,-1 0 1,1 1 0,-1-1-1,-1 1 1,1 0 0,0 0-1,-1 0 1,0 1-1,0-1 1,0 1 0,-1 0-1,1 0 1,-1 0 0,1 0-1,-1 1 1,0 0 0,0 0-1,0 0 1,0 1 0,-5-1 4,0 1 6,0 1 0,0 1 0,0 0 0,0 0 0,0 1 0,0 0 1,0 0-1,0 1 0,0 1 0,1 0 0,0 0 0,0 0 0,0 2 1,0-1-1,1 1 0,0 0 0,0 0 0,0 1 0,1 0 0,0 1 0,1 0 1,0 0-1,0 0 0,0 1 0,1-1 0,0 1 0,1 1 0,0-1 1,1 1-1,-3 9-6,5-16-161,1 1 0,0-1 0,0 1 1,1-1-1,-1 0 0,0 1 0,1-1 0,0 1 1,0-1-1,0 0 0,0 0 0,1 1 1,-1-1-1,1 0 0,0 0 0,0-1 0,0 1 1,0 0-1,0 0 0,1-1 0,-1 0 1,1 1-1,0-1 0,-1 0 0,1 0 1,0 0-1,0-1 0,0 1 0,1-1 0,-1 0 1,0 0-1,0 0 0,1 0 0,-1 0 1,1-1-1,-1 1 161,46 7-6614</inkml:trace>
  <inkml:trace contextRef="#ctx0" brushRef="#br0" timeOffset="312.148">1534 158 7474,'0'0'1864,"0"0"4089,0 0-3936,0 0-705,-16 120 56,16-78 377,14-5-633,16-3-128,8-7-376,1-8-56,3-7-328,-2-5-224,-3-5-1144,2-2-2681,-8-9-1888,-8-5-3065</inkml:trace>
  <inkml:trace contextRef="#ctx0" brushRef="#br0" timeOffset="705.468">2237 87 10058,'0'0'6123,"0"0"-3148,0 0-1187,0 0-467,0 0-84,0 0-166,-22-14-321,-71-43-366,87 54-380,1 1 0,-1-1 0,1 1 0,-1 1 1,0-1-1,0 1 0,0 0 0,0 1 0,0-1 0,0 1 1,0 0-1,0 1 0,0 0 0,0 0 0,0 0 0,1 0 1,-1 1-1,0 0 0,1 0 0,-1 0 0,1 1 0,-1 0 1,1 0-1,0 1 0,1-1 0,-1 1 0,0 0 0,1 0 1,0 0-1,0 1 0,0 0 0,1-1 0,-2 4-4,1-4-11,0 1 0,0 0 0,1 0 0,-1 0 0,1 0 0,0 0-1,1 1 1,-1-1 0,1 1 0,1 0 0,-1-1 0,1 1 0,-1 0 0,2 0 0,-1 0 0,1 0-1,0 0 1,0 0 0,0 0 0,1 0 0,0 0 0,0 0 0,1 0 0,0 0 0,0 0 0,0-1-1,0 1 1,1-1 0,0 0 0,0 1 0,1-1 0,-1-1 0,1 1 0,2 1 11,7 1-154,0 0 0,1-1 1,0-1-1,0 0 0,1-1 0,-1-1 1,1 0-1,0-1 0,0 0 0,0-1 1,0-1-1,0-1 0,0 0 0,4-1 154,102 5-365,-116-2 398,-1 1-1,0-1 1,0 1-1,1 0 1,-1 0 0,0 0-1,0 0 1,-1 1-1,1-1 1,0 1 0,-1 0-1,0 0 1,0 1-1,0-1 1,0 1 0,0-1-1,-1 1 1,1 0-1,-1 0 1,0 0 0,0 0-1,-1 1 1,1-1-1,-1 0 1,0 1 0,0-1-1,0 1 1,-1-1-1,1 1 1,-1-1 0,0 1-1,-1-1 1,1 1 0,-1-1-1,0 1 1,0-1-1,0 1 1,-1-1 0,1 0-1,-1 0 1,0 0-1,0 0 1,-1 0 0,1 0-1,-1 0 1,0-1-1,0 1 1,0-1 0,-1 1-33,-16 7 232,-1-1 0,0-1 0,-1 0 0,1-2 0,-2 0 0,1-2 0,0 0 0,-1-2 0,0 0 0,0-2 0,0 0 0,0-2 0,-23-3-232,0 4-204,102-21-9693,-14 4-323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1T13:41:30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536 20 6265,'0'0'1857,"0"0"2058,0 0-1769,0 0-767,0 0-115,-21-3-381,-66-11-100,83 13-698,-1 0-1,1 1 1,0 0 0,0 0-1,-1 0 1,1 0 0,0 1-1,0 0 1,-1 0 0,1 0-1,0 0 1,0 0 0,0 1-1,1 0 1,-1 0 0,0 0-1,0 0 1,1 1 0,0-1-1,-1 1 1,1 0 0,0 0-1,0 0 1,1 0 0,-1 0-1,0 1 1,1 0 0,0-1-1,0 1 1,0 0 0,1 0-1,-1 0-84,-22 128 1455,27-38-948,5 0 0,4-1 0,4 0 1,4-1-1,4-1 0,4-1 1,4-1-1,23 41-507,13 55 398,-28-82-251,-6 1-1,-4 1 1,-4 2-1,-6 0 1,-3 2-1,-1 84-146,-15-164 82,-2 0 0,-1 0 0,-2 1 0,0-1 0,-2-1 0,-1 1 0,-2-1 0,-4 8-82,-5 10 266,-2-2-1,-3 0 0,-1-1 0,-2-1 1,-29 34-266,44-62 23,0 0 0,-1-1 0,-1-1 0,0 0 0,-1-1 1,0-1-1,-1 0 0,0 0 0,0-2 0,-1 0 0,0-1 1,-1 0-1,1-1 0,-1-1 0,0-1 0,-1 0 0,1-1 1,-3-1-25,11 0-90,1 0 0,-1-1 0,1 0-1,-1 0 1,0-1 0,1 0 0,-1 0-1,0-1 1,1 0 0,-1-1 0,1 0-1,-1 0 1,1-1 0,0 0 0,0 0-1,0-1 1,1 0 0,-1-1 0,1 1-1,0-1 1,0-1 0,0 1 0,1-1-1,0-1 1,0 1 0,1-1 0,0 0-1,0 0 1,0 0 0,1-1 0,0 1-1,0-1 1,0-4 91,2-46-2952,17-4-3674,11 11-1549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1T13:41:30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394 355 6057,'0'0'1273,"0"0"3824,0 0-2769,-31 140 1,-1-25-625,-5 2 416,2-10-527,2-15-409,5-25-416,0 0-448,-2-2-64,9-15-248,5-16-16,9-11-56,4-19-560,3-4-3473,0 0-2336</inkml:trace>
  <inkml:trace contextRef="#ctx0" brushRef="#br0" timeOffset="320.812">0 440 6361,'0'0'4999,"0"0"-460,0 0-2718,0 0-893,0 0 454,20 20 286,122 135 343,-100-101-1828,3-3 0,2-1 0,3-2 0,1-3 0,2-1-1,2-3 1,16 6-183,-11-4-618,-26-10-2886,-26-26 997,-6-6-952,0-3-3719,-2-8-385</inkml:trace>
  <inkml:trace contextRef="#ctx0" brushRef="#br0" timeOffset="751.18">510 45 5129,'0'0'6848,"0"0"-3828,0 0-1898,0 0-309,0 0 371,11 20 92,143 329 1602,-154-348-2914,0-1-159,-18-39-960,13 21 1102,1 0 0,0 0-1,1 0 1,1-1-1,1 1 1,1-1-1,0 1 1,2-1 0,0 1-1,1-1 1,0 1-1,2 0 1,0 0-1,1 1 1,1 0 0,2-4 53,-8 18-8,0-1-1,0 1 1,0 0 0,0-1 0,1 1 0,0 0 0,-1 0 0,1 0 0,0 0 0,0 1 0,0-1 0,1 0-1,-1 1 1,1-1 0,-1 1 0,1 0 0,0 0 0,0 0 0,0 0 0,0 1 0,0-1 0,0 1 0,0 0 0,1 0-1,-1 0 1,0 0 0,1 0 0,-1 1 0,1 0 0,-1-1 0,1 1 0,-1 0 0,1 1 0,-1-1 0,0 1-1,1-1 1,-1 1 0,1 0 0,-1 1 0,0-1 0,0 0 0,0 1 0,0 0 0,0-1 0,0 1 0,2 2 8,11 27 230,-1 0 0,-2 0 0,0 1 0,-3 1 0,-1 0 0,-1 0 0,-1 6-230,14 47 301,-19-76-387,12 19-1185,12-28-6260,-10-6-93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1T13:41:28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68 788 6081,'0'0'1897,"0"0"1968,0 0-1528,0 0-726,0 0-237,0 0-67,0 11 228,0 35-71,0-34-278,3-13-318,6-7-807,0 0-1,-1 0 1,0-1-1,0 1 1,-1-2-1,0 1 1,-1-1-1,0 0 1,0-1-1,-1 1 1,-1-1-1,0 0 1,0 0-1,-1 0 1,0-1-1,-1 0-60,8-128 66,-11 215 471,3 1 0,3 0 1,4-1-1,11 39-537,37 51 191,-57-164-233,0 0 0,1 0 1,0 0-1,-1 0 0,1 0 0,-1 0 0,1 0 1,0 0-1,0 0 0,0 0 0,0 0 0,0 0 1,0-1-1,0 1 0,0 0 0,0-1 0,0 1 1,0 0-1,0-1 0,0 1 0,0-1 0,1 0 1,-1 1-1,0-1 0,0 0 0,0 0 0,1 0 1,-1 0-1,0 0 0,0 0 0,1 0 0,-1 0 1,0-1-1,0 1 0,0 0 0,1-1 0,-1 1 0,0-1 1,0 1-1,1-1 42,21-49-6350,-22-50-7110,-1 54 10532</inkml:trace>
  <inkml:trace contextRef="#ctx0" brushRef="#br0" timeOffset="348.37">1 0 8346,'0'0'5718,"0"0"-3632,0 0-1360,0 0-370,0 0 96,31 14 376,-3-3-599,-3-1-47,0 1 1,0 1 0,-1 1 0,-1 1 0,0 1-1,-1 1 1,17 16-183,1 13 277,-2 3 0,-3 0 0,-1 3 1,-3 0-1,-2 2 0,-2 2 0,-2 0 0,-3 2 0,-3 0 0,-2 1 0,-3 1 0,-2 0 0,-3 1 0,-2 0 0,-3 1 0,-3 23-277,1-50 52,-1 0 0,-1 0-1,-2 0 1,-2-1 0,-1 1-1,-1-1 1,-2 0 0,-2 0 0,0-1-1,-2 0 1,-2-1 0,-1 0-1,-16 24-51,8-21-25,-1-1 1,-2-1-1,-1-1 0,-1-2 0,-27 22 25,-21 2-3297,-6-13-4763,36-25-2663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1T13:41:34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6553,'0'0'1502,"0"0"2004,0 0-1400,0 0-450,25 7-162,168 26 804,-136-34-1663,1-3-1,-1-2 1,0-2 0,0-4 0,-1-1 0,12-7-635,-129 13-17627,18 7 15507</inkml:trace>
  <inkml:trace contextRef="#ctx0" brushRef="#br0" timeOffset="314.353">152 284 6481,'0'0'4836,"0"0"-2003,0 0-840,0 0-490,0 0 12,0 0 310,17 1-485,243-8 1007,-165-1-2086,12-2-1006,-35-3-5076,-8-11-6238,-36 9 8983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1T13:41:32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83 720 6913,'0'0'493,"0"0"-84,0 0 867,0 0 291,0 0-581,0 0-6,-11 18 639,-1 0-1054,-38 103 2304,48-115-2737,0 0 0,0 0 0,1 0-1,0 0 1,0 0 0,1 0 0,0 1 0,0-1 0,0 0-1,1 0 1,0 0 0,0 1 0,1-1 0,-1 0-1,1 0 1,0-1 0,1 1 0,0 0 0,0-1 0,0 1-1,0-1 1,1 0 0,0 0 0,0-1 0,0 1-1,1-1 1,-1 0 0,1 0 0,0 0 0,1 0 0,-1-1-1,0 0 1,1 0 0,0-1 0,-1 1 0,1-1 0,0-1-1,0 1 1,3 0-132,0 0 8,0 0 1,0-1-1,1 0 0,-1 0 0,0-1 1,1 0-1,-1-1 0,0 0 0,1 0 0,-1-1 1,0 0-1,0-1 0,0 0 0,0-1 0,-1 1 1,1-1-1,-1-1 0,0 0 0,0 0 1,-1-1-1,1 1 0,-1-2 0,-1 1 0,1-1 1,-1 0-1,0 0 0,0-1 0,-1 0 1,0 0-1,-1 0 0,0 0 0,0-1 0,-1 0 1,0 0-1,0 0 0,-1 0 0,1-6-8,-2 6-9,-1 0 1,1 0-1,-2 0 0,0 0 0,0 0 0,0 1 0,-1-1 1,0 0-1,-1 1 0,0-1 0,0 1 0,-1 0 1,0 0-1,-1 0 0,1 0 0,-1 1 0,-1 0 0,0 0 1,0 0-1,0 1 0,0 0 0,-1 0 0,0 1 0,-1 0 1,1 0-1,-1 0 0,0 1 0,0 0 0,0 1 0,0 0 1,-1 0-1,0 0 0,1 2 0,-7-2 9,9 3-3,-1 0 0,0 1 0,1 0-1,-1 0 1,1 1 0,-1-1 0,1 2 0,0-1-1,0 0 1,0 1 0,0 0 0,0 1 0,1-1-1,-1 1 1,1 0 0,0 1 0,0-1-1,0 1 1,1 0 0,0 0 0,0 0 0,0 1-1,0-1 1,1 1 0,0 0 0,0 0 0,1 0-1,-1 3 4,-4 7-51,2 0 0,0-1 0,1 1 0,0 1 0,2-1 0,-1 1 0,2-1 0,1 1 0,0-1 0,1 1 0,0 2 51,0-15-136,0-1-1,0 1 1,0 0-1,1-1 0,-1 1 1,1-1-1,0 0 0,0 0 1,0 1-1,0-1 1,0 0-1,1-1 0,-1 1 1,1 0-1,0-1 0,0 1 1,0-1-1,0 0 1,0 0-1,0 0 0,1-1 1,-1 1-1,1-1 0,-1 1 1,3-1 136,61 12-5829,-10-11-2481</inkml:trace>
  <inkml:trace contextRef="#ctx0" brushRef="#br0" timeOffset="319.897">178 6 7258,'0'0'5702,"0"0"-3484,0 0-924,0 0-16,0 0-120,0 0 17,-6-3-456,5 3-702,0-1-1,1 1 1,-1 0 0,1-1 0,-1 1 0,0 0 0,1 0-1,-1 0 1,0-1 0,1 1 0,-1 0 0,0 0-1,1 0 1,-1 0 0,0 0 0,1 0 0,-1 0 0,0 0-1,1 1 1,-1-1 0,1 0 0,-1 0 0,0 0 0,1 1-1,-1-1 1,1 0 0,-1 1 0,0-1 0,1 1-1,-1-1 1,1 0 0,-1 1 0,1-1 0,0 1 0,-1-1-1,1 1 1,-1 0 0,1-1 0,0 1 0,0-1 0,-1 1-1,1 0 1,0-1 0,0 1 0,0 0 0,-1-1-1,1 1 1,0 0 0,0-1 0,0 1 0,0-1 0,0 1-1,0 0 1,1-1 0,-1 1 0,0 0 0,0-1 0,0 1-1,1 0 1,-1-1 0,0 1-17,19 67 706,-5-25-375,25 110 387,-22-67-489,5 0 0,3-2-1,4-1 1,3-2 0,4 0-1,4-3 1,15 20-229,-51-93-297,21 27-542,-7-25-4706,-15-13-194,-3-13-3128</inkml:trace>
  <inkml:trace contextRef="#ctx0" brushRef="#br0" timeOffset="643.45">604 504 5905,'0'0'6918,"0"0"-4226,0 0-1219,11 21 84,67 139 2053,-67-133-2939,93 181 1527,-98-199-2167,1 0 0,1-1 1,0 0-1,0 0 0,0-1 0,1 0 1,0 0-1,1-1 0,-1 0 0,1-1 1,1 0-1,-1 0 0,0-1 0,1-1 1,0 0-1,0 0 0,0-1 0,0 0 0,8-1-31,-12 0-264,105-5 1259,-69-20-2317,-37-30-4988,-39 15-6434,12 22 9613</inkml:trace>
  <inkml:trace contextRef="#ctx0" brushRef="#br0" timeOffset="950.911">946 493 6649,'0'0'7202,"0"0"-4978,0 0-271,0 0-1073,0 0 176,0 0 121,0 0 663,-65 109-536,49-40-440,0 5-616,-3-3-56,0-4-184,1-8-8,1-7-96,1-10-464,7-7-1584,-1-12-3473,8-10-3849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1T13:41:40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0 255 10354,'0'0'2551,"0"0"918,0 0-1738,0 0-1124,0 0-359,0 0-81,0 0-58,12-21-45,37-69-108,-26-37 165,-25 110 3278,9 94-1666,4-1 0,2-1 0,24 70-1733,-30-116 153,2-1 0,1 0 0,1 0 0,1-1 0,2-1 0,0 0 0,9 10-153,-22-36-92,1 0 1,-1 0-1,0 0 0,0 0 0,0-1 0,0 1 0,1-1 0,-1 1 1,0-1-1,0 1 0,0-1 0,0 0 0,0 1 0,0-1 1,0 0-1,-1 0 0,1 1 0,0-1 0,0 0 0,-1 0 0,1 0 1,0 0-1,-1 0 0,1 0 0,-1-1 0,1 1 0,-1 0 0,0 0 1,1 0-1,-1 0 0,0 0 0,0-1 0,0 1 0,0 0 1,0 0-1,0 0 0,0-1 0,0 1 0,0 0 0,-1 0 0,1 0 1,0 0-1,-1 0 0,1-1 0,-1 1 0,1 0 0,-1 0 92,1-8-1579,7-37-6248,0 0-3671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1T13:41:40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38 6241,'0'0'2134,"0"0"2971,0 0-2137,0 0-1412,0 0-659,0 0-82,7 15 676,65 205 1931,-58-150-2719,-5-18-575,2-1 1,2 0-1,2-2 0,3 1 1,20 39-129,-30-79-9772,-11-22 4567,-14-28-888,-6 8 5006</inkml:trace>
  <inkml:trace contextRef="#ctx0" brushRef="#br0" timeOffset="202.192">1 450 6409,'0'0'5450,"0"0"-4466,0 0 384,0 0 120,137 0-231,-83 0 15,2-8-408,-3-3 112,-2 1-616,-9 2-248,-7-1-112,-2 1-416,-5-1-424,14-7-1136,-10 1-2809,-2 0-3145</inkml:trace>
  <inkml:trace contextRef="#ctx0" brushRef="#br0" timeOffset="740.789">972 40 6553,'0'0'7623,"0"0"-4402,0 0-1599,0 0-103,0 0-98,0 0-514,15 3-255,47 10-245,5 23 232,-68-76-863,-2 36 189,-1 0 0,1 0 0,-1 0 0,0 0 0,0 1 0,0 0 0,0-1 0,-1 1 0,0 1-1,1-1 1,-1 1 0,0 0 0,0 0 0,0 0 0,0 1 0,-1-1 0,1 1 0,0 1 0,-1-1 0,1 1 0,0 0 0,-1 0 0,1 0 0,0 1 0,-1 0 0,1 0 0,0 0 0,0 1 0,0-1 0,0 1 0,0 1 0,0-1 0,-4 3 35,-7 6 37,0-1 1,0 2-1,1 0 1,1 1 0,0 1-1,1 0 1,1 1-1,0 0 1,1 0 0,0 2-1,1-1 1,1 1-1,1 1 1,1-1 0,0 1-1,1 1 1,1-1-1,1 1 1,0 0 0,1 0-1,1 11-37,2-20 29,0 0 0,1 0 0,0-1-1,0 1 1,1-1 0,0 1 0,1-1 0,0 0-1,1 0 1,0 0 0,0 0 0,1 0-1,0-1 1,0 0 0,1 0 0,0-1 0,1 1-1,0-1 1,0-1 0,0 1 0,1-1 0,-1 0-1,2-1 1,-1 0 0,0 0 0,1-1 0,0 0-1,0-1 1,0 1 0,1-2 0,-1 1 0,4-1-29,38 8 336,-1-3 1,1-1 0,0-3 0,0-2-1,0-3 1,24-4-337,49-20-239,-117 1-5471,-10-2-6029,-5 14 8049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1T13:41:38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70 5937,'0'0'6271,"0"0"-3369,0 0-1476,0 0-360,0 0-100,9 22 154,65 181 1441,-69-187-2524,1 0-1,0-1 1,0 0 0,2 0 0,0 0-1,1-1 1,0 0 0,1-1-1,9 10-36,-18-23-125,-2-72-1299,-4 10 1256,2 48 91,1 0-1,1-1 1,0 1 0,0 0-1,2-1 1,0 1-1,0 0 1,1-1 0,1 1-1,0 0 1,1 1 0,1-1-1,0 1 1,3-4 77,-6 14 28,0 0 1,1 1 0,-1-1-1,1 0 1,0 1-1,-1 0 1,1 0-1,0 0 1,1 0 0,-1 0-1,0 1 1,1-1-1,-1 1 1,0 0-1,1 0 1,-1 0 0,1 1-1,0-1 1,-1 1-1,1 0 1,0 0 0,-1 0-1,1 0 1,-1 1-1,1-1 1,0 1-1,-1 0 1,1 0 0,-1 0-1,0 1 1,1-1-1,-1 1 1,0 0-1,0 0 1,0 0 0,0 0-1,0 0 1,-1 1-1,1-1 1,0 1-1,-1 0 1,0 0 0,0-1-1,0 2 1,0-1-1,0 0 1,-1 0-1,1 1 1,-1-1 0,0 0-1,0 1 1,0 0-1,-1-1 1,1 3-29,88 309 3223,-56-270-3611,-30-45 141,-1 0 1,0 0 0,0 0-1,0-1 1,1 1 0,-1 0-1,0-1 1,0 0 0,0 1-1,0-1 1,0 0 0,0 0-1,0 0 1,0 0 0,0-1-1,-1 1 1,1 0 0,0-1-1,-1 0 1,1 1 0,-1-1-1,0 0 1,1 1 0,-1-1 0,0 0-1,0 0 1,0 0 0,0 0-1,0 0 1,-1 0 0,1 0-1,-1 0 1,1-1 0,-1 1-1,0-1 247,32-99-8626,-18 54 5814</inkml:trace>
  <inkml:trace contextRef="#ctx0" brushRef="#br0" timeOffset="435.048">839 1 7330,'0'0'1580,"0"0"3784,0 0-2494,0 0-1333,0 0 584,0 21-87,14 315 1624,19-257-3610,-9-63-9426,-23-16 2088</inkml:trace>
  <inkml:trace contextRef="#ctx0" brushRef="#br0" timeOffset="698.78">587 246 2961,'0'0'11338,"0"0"-9338,0 0-791,0 0-353,0 0 544,166-2 137,-99-6-361,3-3-384,0-4 120,-7 1-280,-12-3-272,-12 2-360,-13 1-112,-10 1-1488,-11-6-3921,-3 3-3649,-2 3 4985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1T13:41:35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754 497 8010,'0'0'696,"0"0"3441,-63 134-2905,26-58 552,-2 7-503,1 1-41,3-4-328,3-9-56,2-13-464,6-9-192,3-14-136,7-10-32,5-8-32,2-9-568,0-8-704,2 0-2881,1-12-3384</inkml:trace>
  <inkml:trace contextRef="#ctx0" brushRef="#br0" timeOffset="300.845">358 520 680,'0'0'5660,"0"0"-2255,0 0-958,21 1-401,-3-1-1538,-11-1-352,1 1 1,-1 0-1,0 0 0,0 1 1,1-1-1,-1 2 0,0-1 1,0 1-1,0 0 1,0 0-1,0 1 0,-1 0 1,1 0-1,-1 1 0,0 0 1,3 2-157,11 13 366,-2 1 0,0 1 0,-1 1 0,0 0 1,-2 2-1,-1-1 0,-1 2 0,-1 0 0,-1 0 1,-2 1-1,2 7-366,60 125 437,-67-153-469,-1 1-1,1-1 1,0 0 0,1 0 0,-1 0 0,1-1 0,0 1 0,0-1 0,0 0 0,1-1-1,0 1 1,-1-1 0,1 0 0,0-1 0,0 1 0,1-1 0,-1 0 0,0-1 0,1 0-1,-1 0 1,1 0 0,-1-1 0,1 1 0,0-2 0,-1 1 0,1-1 32,104-38-4404,-74 13-732</inkml:trace>
  <inkml:trace contextRef="#ctx0" brushRef="#br0" timeOffset="950.779">945 85 7362,'0'0'378,"0"0"511,0 0 2357,0 0-1133,0 0-296,1 19-309,42 285 2067,-17-441-3559,-26 131-30,1 1 0,-1-1 0,1 0-1,1 0 1,-1 0 0,1 1-1,0-1 1,0 1 0,1-1-1,-1 1 1,1 0 0,0 0-1,1 0 1,-1 0 0,1 1 0,0-1-1,0 1 1,1 0 0,-1 0-1,1 1 1,0-1 0,0 1-1,0 0 1,0 0 0,0 1-1,6-2 15,35 76 52,-41-56-17,6 15 21,-10-23-81,1 0 0,-1 1 0,1-1 0,1 0 0,0 0 0,0 0 0,0-1 0,1 1 0,0-1 0,1 0 0,-1 0 0,2 0 0,-1 0 0,1-1 0,-1 0 0,2 0 0,-1-1 0,1 0 0,-1 0 0,2 0 0,-1-1 0,0 0 0,1 0 0,0-1 0,-1 0 0,2 0 0,4 0 25,20-18-7328,-22-1-223</inkml:trace>
  <inkml:trace contextRef="#ctx0" brushRef="#br0" timeOffset="1267.234">1529 1 7482,'0'0'354,"0"0"512,0 0 2223,0 0-908,0 0-715,0 0-613,2 5 25,25 119 3042,-24-94-3644,2 0 0,1-1 0,2 0 1,0 0-1,2-1 0,1 0 0,2-1 0,0 0 0,2-1 0,4 4-276,23-5-1716,-38-80-8522,-4 52 9120,-4-30-5236,-8-2 2586</inkml:trace>
  <inkml:trace contextRef="#ctx0" brushRef="#br0" timeOffset="1537.043">1478 244 6161,'0'0'1289,"0"0"2815,0 0-2927,0 0-233,0 0 296,0 0 369,0 0-313,75 8-744,-33-8-160,6 0-120,4-6-152,-1-7 240,-2-3-256,-5-1-104,0-8-912,-11 4-3441,-12 4-3209</inkml:trace>
  <inkml:trace contextRef="#ctx0" brushRef="#br0" timeOffset="1882.458">2007 260 7242,'0'0'7305,"0"0"-4270,0 0-1880,0 0-330,0 0 143,0 0-25,7-14-425,104-201-107,-104 391 1424,-3-115-1363,2-1 0,3 0 0,3-1 0,2 0-1,15 38-471,-29-97 0,12 53-662,-16-32-5712,-5-10-2328</inkml:trace>
  <inkml:trace contextRef="#ctx0" brushRef="#br0" timeOffset="2799.556">0 1544 6425,'0'0'803,"0"0"303,0 0 1902,0 0-1229,0 0-302,0 0 64,3-1-498,275-7 4541,879-89-3799,397-21-1411,-1465 103-1379,-113 5-2348,-203 8-11353,156 2 11334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1T13:41:42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1 748 5521,'0'0'2121,"0"0"2100,0 0-1908,0 0-707,0 0-458,2-20-289,13-65-223,-13 80-581,1 1-1,0-1 1,0 0-1,0 1 0,1 0 1,-1 0-1,1 0 1,0 0-1,0 1 0,1-1 1,-1 1-1,1 0 1,-1 0-1,1 1 1,0-1-1,0 1 0,0 0 1,1 0-1,-1 1 1,3-1-55,7-3 121,-11 2-103,0 0-1,0 1 1,1 0 0,-1 0 0,0 0 0,1 1-1,-1 0 1,1-1 0,-1 1 0,1 1 0,0-1-1,-1 1 1,1 0 0,0 0 0,-1 0 0,1 0-1,0 1 1,-1 0 0,1 0 0,-1 0 0,1 1-1,-1-1 1,1 1 0,-1 0 0,0 1 0,0-1-1,0 1 1,0-1 0,-1 1 0,1 0-1,-1 0 1,1 1 0,-1-1 0,0 1 0,1 1-18,4 23 58,0 0 0,-2 0-1,-1 0 1,-2 0 0,0 1 0,-2-1 0,-1 1 0,-2 0 0,-4 25-58,4-39 12,-1 1 0,-1-1 1,0 0-1,-1 0 0,-1-1 0,0 1 0,-1-1 0,-1-1 0,0 1 0,-8 9-12,16-21 7,-2-1 0,1 1 0,0-1 0,0 1 0,0-1-1,-1 1 1,1-1 0,0 0 0,-1 1 0,1-1-1,-1 0 1,0 0 0,1 0 0,-1-1 0,0 1-1,0 0 1,0 0 0,1-1 0,-1 1 0,0-1 0,0 0-1,0 0 1,0 1 0,0-1 0,0-1 0,0 1-1,0 0 1,0 0 0,1-1 0,-1 1 0,0-1 0,0 1-1,0-1 1,0 0 0,1 0 0,-1 1 0,0-1-1,1-1 1,-1 1 0,1 0 0,-1 0 0,1-1-1,0 1 1,-1 0 0,1-1 0,0 1 0,0-1 0,0 0-1,0 1 1,0-2-7,-43-89 68,32-17 69,58 105-122,99 98 413,-130-87-430,0-1 0,1 0 0,0-2 0,0 1 1,0-2-1,1 0 0,-1-1 0,1-1 0,-1 0 1,1-1-1,0-1 0,-1-1 0,13-2 2,-17 1-471,0 0-1,0-1 1,-1 0-1,1-1 1,-1 0 0,0-1-1,0 0 1,-1-1-1,0 0 1,0-1 0,8-8 471,19-24-5112,-9 2-2087</inkml:trace>
  <inkml:trace contextRef="#ctx0" brushRef="#br0" timeOffset="347.407">320 9 10162,'0'0'5143,"0"0"-3283,0 0-1147,0 0-279,0 0 107,0 0 202,0 0-708,0 0 0,1 0 0,-1 0 0,0 0 0,0 0 0,1-1 1,-1 1-1,0 0 0,0 0 0,1 0 0,-1 0 0,0 0 0,0 0 0,0-1 0,1 1 0,-1 0 0,0 0 0,0 0 0,0 0 0,0-1 0,1 1 0,-1 0 0,0 0 0,0-1 0,0 1 0,0 0 0,0 0 0,0-1 1,0 1-1,1 0 0,-1 0 0,0-1 0,0 1 0,0 0 0,0 0 0,0-1 0,0 1 0,0 0 0,0 0 0,-1-1 0,1 1 0,0 0 0,0-1-35,43 23 274,-1 1 1,-1 2-1,-1 2 0,-1 2 0,22 21-274,-33-25 148,0 2 1,-1 0-1,-2 2 0,-1 1 1,-1 0-1,-1 2 0,-2 1 1,-2 0-1,-1 1 0,-1 1 1,-2 1-1,-2 0 0,-1 1 1,-1 0-1,-3 0 1,-1 1-1,-1 0 0,-3 0 1,0 0-1,-3 1 0,-1-1 1,-6 25-149,-5-16 103,-1-2 0,-3 0 1,-1-1-1,-3 0 1,-1-2-1,-2-1 1,-2 0-1,-1-2 1,-3-1-1,-1-2 1,-1-1-1,-2-1 1,-1-2-1,-2-1 1,-34 20-104,63-44-315,-54 35-247,18-23-7062,35-17-2475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1T13:41:55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14 528 7466,'0'0'3099,"0"0"1643,0 0-2461,0 0-1133,0 0 174,0 0 274,14 6 188,115-32-1442,-127 25-352,1 0 0,0 0 0,0 0-1,0 0 1,0 0 0,0 0 0,0 1 0,0 0 0,0-1 0,0 1 0,0 1 0,0-1 0,0 0 0,0 1 0,0-1-1,0 1 1,0 0 0,0 0 0,-1 0 0,1 0 0,0 0 0,0 1 0,-1-1 0,1 1 0,-1 0 0,0 0 0,1 0 0,-1 0-1,0 0 1,0 0 0,0 1 0,0-1 0,-1 1 0,1-1 0,-1 1 0,1 0 0,-1 0 0,0-1 0,0 1 0,0 0-1,0 0 1,-1 0 0,1 2 10,-2 6-18,0 0-1,-1 0 0,0-1 0,-1 1 1,0 0-1,0-1 0,-1 1 0,-1-1 1,0 0-1,0-1 0,-1 1 1,0-1-1,0 0 0,-1-1 0,0 1 1,-1-1-1,0-1 0,0 1 0,-1-1 1,0-1-1,0 0 0,-1 0 1,0 0 18,18-35-30,-1 23-106,1-1 0,-1 2 0,1-1 0,0 1 0,0 0 0,1 1 0,-1 0 0,1 0 1,0 1-1,0 0 0,0 1 0,1-1 0,-1 2 0,0 0 0,1 0 0,-1 0 0,1 1 0,-1 1 0,1-1 0,-1 2 0,5 0 136,-8 4 25,-1 0 0,1 0 0,-1 0 1,0 1-1,-1-1 0,0 1 0,0 1 0,0-1 0,-1 0 1,0 1-1,0 0 0,-1-1 0,0 1 0,-1 0 0,1 0 0,-1 0 1,-1 0-1,0 1 0,0-1 0,0 0 0,-1 0 0,-1 3-25,2-11 2,0 5 115,1-1 1,-1 1 0,0 0-1,-1 0 1,1 0-1,-1-1 1,0 1 0,0 0-1,-1-1 1,1 1 0,-1-1-1,0 0 1,0 1-1,0-1 1,-1 0 0,0 0-1,1 0 1,-1 0 0,-1-1-1,1 1 1,0-1-1,-1 0 1,0 0 0,0 0-1,0-1 1,0 1 0,0-1-1,0 0 1,-1 0-1,0 0-117,-18 6 210,-1-2-1,1-1 0,-1-1 0,0 0 1,0-2-1,0-1 0,0-1 0,-22-3-209,-29-25-237,81-6-2812,74-20-6978,-33 30 2249</inkml:trace>
  <inkml:trace contextRef="#ctx0" brushRef="#br0" timeOffset="331.198">307 47 7434,'0'0'7928,"0"0"-5243,0 0-1761,0 0-63,0 0 266,0 0-351,9-11-426,-6 8-347,0 0 1,0 0-1,0 0 1,0 1-1,0-1 1,0 1-1,1 0 1,-1-1-1,1 2 1,0-1-1,0 0 1,0 1-1,-1-1 1,1 1-1,0 0 1,0 1-1,1-1 1,-1 1 0,0 0-1,0 0 1,0 0-1,0 0 1,0 1-1,0-1 1,0 1-1,0 0 1,0 0-1,0 1 1,0-1-1,0 1 1,-1 0-1,1 0 1,0 0-4,15 8 1,0 1 1,-1 0-1,0 2 0,0 0 1,-2 1-1,1 1 1,-2 0-1,0 1 1,-1 1-1,-1 0 0,0 1 1,-1 0-1,-1 1 1,-1 0-1,-1 1 0,0 0 1,-1 0-1,-1 2-1,7 28 161,-2 1 1,-1 0-1,-3 1 0,-3 0 0,-1 0 0,-4 51-161,-2-59 289,-1 0-1,-2-1 1,-2 1-1,-2-1 1,-2 0 0,-1-1-1,-3-1 1,-1 0 0,-2-1-1,-2 0 1,-1-2 0,-2 0-1,-2-2 1,-15 16-289,-101 99-268,90-105-2208,-3-3-3490,2-5-6549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1T13:41:51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0 559 7730,'0'0'1223,"0"0"3359,0 0-1934,0 0-1322,0 0-112,0 0 525,19 3-274,279 0 1111,-59-23-2630,-236 13-11399,-3 1 2098</inkml:trace>
  <inkml:trace contextRef="#ctx0" brushRef="#br0" timeOffset="734.81">983 245 4217,'0'0'9319,"0"0"-5310,0 0-2338,0 0-529,0 0 355,0 0-3,7 5-587,76 28-286,-82-71-1047,-5 35 401,0 0 1,0 0 0,0 0 0,0 0-1,0 1 1,-1 0 0,1 0 0,-1 0-1,1 0 1,-1 1 0,0 0 0,1 0-1,-1 0 1,0 0 0,0 1 0,0 0 0,0 0-1,0 0 1,0 0 0,1 1 0,-1 0-1,0 0 1,0 0 0,1 1 0,-1 0-1,0 0 1,1 0 0,0 0 0,-4 3 24,-4 5 12,0 1 1,1 1 0,0 0 0,1 0 0,1 1-1,0 0 1,0 1 0,2 0 0,0 0-1,0 1 1,1 0 0,1 0 0,0 0-1,1 1 1,1-1 0,1 1 0,0 0-1,1 0 1,0 0 0,2 0 0,-1 0-1,2 0 1,2 7-13,-2-14 14,1 0-1,1 0 1,0-1-1,0 1 0,0-1 1,1 0-1,0 0 1,1 0-1,0-1 1,0 0-1,0 0 1,1-1-1,0 1 1,0-1-1,1-1 1,0 0-1,0 0 1,0 0-1,0-1 1,1 0-1,0-1 0,0 0 1,0 0-1,0-1 1,0 0-14,19 5 21,0-2-1,1-1 1,0-1 0,-1-1-1,1-2 1,0-1 0,18-3-21,-39 3-5,0 0 0,0-1 1,0 0-1,0 0 1,-1-1-1,1 0 1,0 0-1,-1 0 0,0-1 1,0 0-1,0-1 1,-1 0-1,1 0 1,-1 0-1,0-1 0,-1 0 1,1 0-1,-1 0 1,0-1-1,-1 1 1,1-1-1,-2 0 0,1-1 1,-1 1-1,0-1 1,0 1-1,-1-1 1,0 0-1,0 0 0,-1 0 1,0 0-1,0 0 1,-1 0-1,0-1 1,-1-4 4,-3-78 152,8 140-31,3-38-151,1-1 0,1 0 0,-1-1 1,2 0-1,-1-1 0,1 1 0,0-2 0,1 0 1,0 0-1,0-1 0,1 0 0,-1 0 0,1-2 0,0 1 1,1-2-1,-1 0 0,1 0 0,-1-1 0,1 0 1,0-1-1,0-1 0,-1 0 0,1-1 0,0 0 0,3-2 30,-12 1-23,-1 0 0,0-1 0,0 1 0,0-1 0,-1 0 0,1 0 0,-1 0-1,1 0 1,-1-1 0,0 1 0,0-1 0,0 1 0,-1-1 0,1 0-1,-1 1 1,0-1 0,0 0 0,0 0 0,-1 0 0,1 0 0,-1 0-1,0 0 1,0 0 0,-1 0 0,1 0 0,-1 0 0,0 0 0,1 1 0,-2-1-1,0-3 24,1-13-36,2 12 59,-1 1 1,0-1 0,-1 1 0,0-1-1,0 1 1,0-1 0,-1 1 0,0 0-1,-1 0 1,1 0 0,-1 0 0,-1 0-1,1 1 1,-1-1 0,0 1 0,-1 0-1,0 0 1,1 1 0,-2-1 0,1 1-1,-1 0 1,0 0 0,0 1 0,0 0-1,0 0 1,-1 0 0,1 1 0,-1 0-1,0 0 1,0 1 0,-1 0 0,1 0-1,0 1 1,-1-1 0,1 2 0,-1-1-1,1 1 1,-1 0 0,1 1 0,0-1-1,-1 2 1,-5 0-24,-77 56 103,88-56-160,0-1 1,1 1 0,-1 0 0,0 0 0,1 0-1,-1 0 1,1 0 0,0 0 0,0 0 0,-1 0-1,1 1 1,1-1 0,-1 0 0,0 1 0,1-1-1,-1 1 1,1-1 0,0 0 0,-1 1 0,1-1-1,0 1 1,1-1 0,-1 1 0,0-1 0,1 1-1,-1-1 1,1 1 0,0-1 0,0 0 0,0 0-1,0 1 1,0-1 0,1 0 0,-1 0 0,0 0-1,1 0 1,0 0 0,-1-1 0,1 1 0,0 0-1,0-1 57,41 20-4647,10-8-3043</inkml:trace>
  <inkml:trace contextRef="#ctx0" brushRef="#br0" timeOffset="1174.619">2384 80 5433,'0'0'6039,"0"0"-1633,0 0-2523,-26-1-955,-84 3 110,101-1-886,1 0 0,-1 0 0,1 1 1,0 1-1,0-1 0,0 1 0,0 0 0,1 1 0,-1 0 1,1 0-1,0 1 0,0 0 0,0 0 0,1 0 0,-1 1 1,1 0-1,1 0 0,-1 1 0,1 0 0,0 0-152,4-6-2,-1 1 0,0-1 0,1 1-1,-1 0 1,1 0 0,-1 0 0,1 0-1,0 0 1,0 0 0,0 0 0,0 0 0,0 1-1,0-1 1,1 0 0,-1 1 0,1-1 0,-1 0-1,1 1 1,0-1 0,0 0 0,0 1 0,0-1-1,1 1 1,-1-1 0,1 0 0,-1 1-1,1-1 1,0 0 0,0 0 0,0 0 0,0 1-1,0-1 1,0 0 0,1 0 0,-1-1 0,1 1-1,-1 0 1,1 0 0,0-1 0,0 1-1,-1-1 1,1 1 0,0-1 0,1 0 0,-1 0-1,0 0 1,0 0 0,0 0 0,2 0 2,129 27-1678,-110-26 1141,-13-1 402,-8-1 125,1-1 0,0 1 0,0 0 0,0 0 0,0 0 1,-1 0-1,1 0 0,0 1 0,0-1 0,0 1 0,-1 0 0,1 0 0,0 0 0,0 0 1,-1 0-1,1 1 0,-1-1 0,0 1 0,1-1 0,-1 1 0,0 0 0,0 0 0,0 0 1,0 0-1,0 0 0,0 1 0,-1-1 0,1 1 0,-1-1 0,0 1 0,0-1 0,1 1 0,-2 0 1,1-1-1,0 1 0,-1 0 0,1 0 0,-1 0 0,0-1 0,1 2 10,-4 9 109,-1 0-1,0 0 1,-1-1 0,0 1-1,-1-1 1,0 0-1,-1-1 1,0 1 0,-1-2-1,0 1 1,-1-1-1,0 0 1,-1 0 0,0-1-1,0-1 1,-1 0-1,0 0 1,0-1 0,-1 0-1,0-1 1,0-1-1,0 0 1,-1 0 0,0-1-1,0-1 1,0 0-1,0-1 1,-1 0 0,1-1-1,-3 0-108,-53-1-608,58-9-7280,11-3-1261</inkml:trace>
  <inkml:trace contextRef="#ctx0" brushRef="#br0" timeOffset="1506.208">2966 0 8250,'0'0'7449,"0"0"-6392,0 0-481,0 0-152,0 0 1064,-88 130 529,53-57-777,-3 5-608,4-3-312,1-6-56,5-12-216,2-9-8,8-13-40,4-9-96,9-18-776,3-6-3025,2-2-2048</inkml:trace>
  <inkml:trace contextRef="#ctx0" brushRef="#br0" timeOffset="1964.086">2554 69 6617,'0'0'7194,"0"0"-5922,0 0-376,0 0 489,0 0 623,98 111 209,-54-58-881,5 7-376,0-1-280,2-5-120,-4-3-256,-5-12-16,-5-5-288,-7-9 0,0-6-104,10-5-808,-8-5-3329,-4-7-2168</inkml:trace>
  <inkml:trace contextRef="#ctx0" brushRef="#br0" timeOffset="2225.675">3639 21 3753,'0'0'11457,"0"0"-7591,0 0-2730,0 0 14,0 0 740,8 27-259,44 170-68,-8 87-1154,-44-285-678,0 1 0,1 0 1,-1-1-1,0 1 0,0 0 0,0-1 0,0 1 0,0 0 1,1 0-1,-1-1 0,0 1 0,0 0 0,1-1 1,-1 1-1,0 0 0,0 0 0,1 0 0,-1-1 0,0 1 1,1 0-1,-1 0 0,0 0 0,1 0 0,-1-1 0,0 1 1,1 0-1,-1 0 0,0 0 0,1 0 0,-1 0 1,1 0-1,-1 0 0,0 0 0,1 0 0,-1 0 0,0 0 1,1 0-1,-1 1 0,0-1 0,1 0 269,-1-22-8372</inkml:trace>
  <inkml:trace contextRef="#ctx0" brushRef="#br0" timeOffset="2497.291">3383 308 5873,'0'0'7994,"0"0"-5978,0 0-1135,0 0-185,0 0 504,0 0 872,0 0-1023,151 40-529,-88-40-256,0 0-120,-5 0 0,-4-11-40,-8-1-104,1-16-1800,-12 7-3562,-12 1-4408</inkml:trace>
  <inkml:trace contextRef="#ctx0" brushRef="#br0" timeOffset="2843.407">4209 71 6369,'0'0'3076,"0"0"1890,0 0-2788,20-1-1265,146-6 2244,-147 11-3071,-19-4-14,1 0-1,0 0 1,-1 1 0,1-1 0,-1 0 0,1 0-1,0 0 1,-1 1 0,1-1 0,-1 0 0,1 0-1,0 0 1,-1 0 0,1 0 0,-1 0 0,1-1-1,0 1 1,-1 0 0,1 0 0,-1 0 0,1 0-1,0-1 1,-1 1 0,1 0 0,-1-1-1,1 1 1,-1 0 0,1-1 0,-1 1 0,1-1-1,-1 1 1,0 0 0,1-1 0,-1 1 0,1-1-1,-1 1 1,0-1 0,0 0 0,1 1 0,-1-1-1,0 1 1,0-1 0,0 0 0,0 1 0,1-1-1,-1 1 1,0-1 0,0 0 0,0 1 0,0-1-1,0 1 1,-1-1 0,1 0 0,0 1-1,0-1 1,0 1 0,0-1 0,-1 0 0,1 1-1,0-1 1,-1 1 0,1-1-72,-2-2 23,-1 0 0,1 1 0,-1-1 0,1 1 0,-1 0 0,0 0 0,0 0-1,0 0 1,0 0 0,0 1 0,0-1 0,0 1 0,0 0 0,-1 0 0,1 0 0,-1 0 0,1 1 0,0-1 0,-1 1 0,1 0 0,-1 0-1,1 0 1,-1 1 0,1-1 0,-1 1 0,1 0 0,0 0 0,-1 0 0,1 0 0,0 0 0,-2 1-23,-11 7 6,0 0 0,1 1 0,0 1 0,1 0 1,0 1-1,0 1 0,1 0 0,1 1 0,0 0 0,1 0 1,1 2-1,0-1 0,1 2-6,0-4 13,1 1 1,0 0-1,1 0 0,1 1 1,0 0-1,1 0 0,0 0 1,2 1-1,0-1 0,0 1 1,2 0-1,0 0 0,0 0 1,2 1-14,-1-11 12,1 0 1,1-1 0,-1 1 0,1-1 0,0 1 0,0-1-1,0 1 1,1-1 0,0 0 0,0 0 0,0-1 0,1 1 0,0-1-1,-1 1 1,1-1 0,1 0 0,-1-1 0,1 1 0,-1-1-1,1 0 1,0 0 0,0 0 0,1-1 0,-1 1 0,0-1-1,1-1 1,-1 1 0,1-1 0,3 1-13,177 13 876,-165-15-700,-13 0-339,22-6-351,-25-19-7740,-5 14-1691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1T13:41:50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1 124 1240,'0'0'14699,"0"0"-11730,0 0-993,0 0-607,0 0-521,0 0 312,151-17-384,-70 0-88,6-4-463,-6 2 39,-9 3-72,-18 1-184,-19 5-8,-19 1-400,-16 9-1065,-16 0-3200,-15 0-2360</inkml:trace>
  <inkml:trace contextRef="#ctx0" brushRef="#br0" timeOffset="270.168">47 356 5433,'0'0'7644,"0"0"-4280,0 0-1037,0 0 111,0 0-256,25 0-369,192-23 543,-209 21-2198,132-38-1109,-71 17-3085,-2-2-3307,-20 6-152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1T13:41:48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39 614 6105,'0'0'6552,"0"0"-2543,0 0-2459,0 0-805,0 0 397,-7 24 574,-19 78-551,24-96-1118,1 0 1,0 0 0,0 0 0,0 0 0,1 0 0,0 0 0,0 0 0,1 0 0,0 0 0,0 0-1,0 0 1,1 0 0,-1-1 0,1 1 0,1 0 0,-1-1 0,1 0 0,0 1 0,0-1 0,1 0-1,-1-1 1,1 1 0,0 0 0,1-1 0,-1 0 0,1 0 0,-1 0 0,1-1 0,0 0 0,1 0-1,-1 0 1,0 0 0,1-1 0,0 0 0,-1 0 0,1 0 0,0-1 0,0 0 0,0 0 0,0-1-1,0 1 1,0-1 0,0-1 0,0 1 0,0-1 0,0 0 0,0 0 0,1-1-48,-1 3-48,0 0 0,0-1 0,0 0 0,0 1 0,0-2 0,0 1 1,0-1-1,0 0 0,0 0 0,0-1 0,0 0 0,0 0 0,-1 0 0,1-1 0,-1 0 1,0 0-1,1 0 0,-1 0 0,-1-1 0,1 0 0,0 0 0,-1 0 0,0-1 0,0 1 1,0-1-1,-1 0 0,0 0 0,0 0 0,0-1 0,0 1 0,-1-1 0,1-2 48,1 1-33,0-1 0,-1 1 0,0-1-1,0 0 1,-1 0 0,0-1 0,0 1-1,-1 0 1,0-1 0,-1 1-1,0 0 1,0-1 0,-1 1 0,0 0-1,0-1 1,-1 1 0,0 0 0,0 0-1,-1 0 1,0 0 0,0 0-1,-1 1 1,0-1 0,0 1 0,-1 0-1,0 0 1,0 1 0,-1 0 0,0 0-1,0 0 1,0 0 0,-1 1-1,0 0 1,0 0 0,0 1 0,0 0-1,-1 0 1,0 1 0,-6-2 33,5 5 5,0 0 1,0 0-1,0 1 1,0 1-1,0-1 1,0 1 0,1 1-1,-1 0 1,1 0-1,0 1 1,0 0-1,0 0 1,0 1-1,1 0 1,-1 0-1,1 1 1,1-1-1,-1 2 1,1-1 0,0 1-1,0 0 1,1 0-1,0 1 1,0-1-1,1 1 1,0 0-1,0 0 1,1 1-1,0-1 1,1 1 0,0 0-1,0-1 1,0 1-1,1 0 1,1 0-1,0 0 1,0 0-1,0 0 1,2 3-6,0-8-234,1 0-1,-1 0 1,1-1 0,0 1-1,0-1 1,0 0 0,0 0 0,1 0-1,-1 0 1,1-1 0,0 1-1,0-1 1,0 0 0,0 0 0,0 0-1,0-1 1,1 1 0,-1-1-1,0 0 1,1 0 0,-1-1 0,1 1-1,-1-1 1,1 0 0,-1 0 0,1-1-1,-1 1 1,5-2 234,4 2-1515,42 1-5405</inkml:trace>
  <inkml:trace contextRef="#ctx0" brushRef="#br0" timeOffset="319.532">137 1 8194,'0'0'7659,"0"0"-4764,0 0-1343,0 0-233,0 0-384,0 0-247,10 14 132,16 27-484,-2 1 0,-2 2-1,-1 0 1,-3 1-1,6 26-335,32 119 745,73 190-250,-90-326-1267,-16-46-2944,-2-33-4274,-13-2-767</inkml:trace>
  <inkml:trace contextRef="#ctx0" brushRef="#br0" timeOffset="613.795">637 499 6329,'0'0'7791,"0"0"-4961,0 0-1355,0 0 303,17 22 41,115 126 534,113 15-1331,-158-152-8080,-67-20-111</inkml:trace>
  <inkml:trace contextRef="#ctx0" brushRef="#br0" timeOffset="831.959">928 307 15051,'0'0'4385,"0"0"-3145,0 0 393,-19 159-41,3-94 48,-5 0-751,-4 0-513,-3-5-112,-3-9-248,3-8-16,7-11-328,5-5-777,7-10-3223,9-7-3602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1T13:41:45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270 28 6433,'0'0'769,"0"0"-317,0 0 607,0 0 1096,0 0-731,0 0-460,0-4 38,0 3-870,0 0 0,0 0 1,0 0-1,-1-1 1,1 1-1,0 0 0,-1 1 1,1-1-1,0 0 0,-1 0 1,0 0-1,1 0 0,-1 0 1,1 0-1,-1 0 0,0 1 1,0-1-1,1 0 1,-1 1-1,0-1 0,0 0 1,0 1-1,0-1 0,0 1 1,0 0-1,0-1 0,0 1 1,0 0-1,0-1 0,0 1 1,0 0-1,0 0 1,0 0-1,0 0 0,0 0 1,0 0-1,0 0 0,0 0 1,0 0-1,0 1 0,0-1 1,0 0-1,0 1 0,0-1 1,0 1-1,0-1-132,-12 0-672,1 3 684,0 0 1,1 0-1,0 1 1,0 1-1,0 0 1,0 0 0,1 1-1,-1 0 1,2 1-1,-1 0 1,1 1-1,0 0 1,0 0 0,1 1-1,0 0 1,1 0-1,0 1 1,1 0-1,0 0 1,0 1 0,-3 9-13,3 1 365,2 1 1,1-1 0,0 1 0,2 0-1,0 0 1,2 0 0,0-1 0,2 3-366,-2-13 106,5 30 270,2-1 0,1 0 1,2-1-1,2 0 0,2-1 0,10 18-376,21 60 352,76 316 405,-92-302 16,6-2 0,5-1 0,44 90-773,25-23 350,-87-160-349,-1 0 0,-1 2 0,-2 0 0,-2 2 0,-1 0 0,-2 0-1,-2 2 1,-1-1 0,-2 2 0,0 15-1,-7-43 25,0 1-1,-2-1 1,1 1-1,-2-1 1,0 1-1,0-1 1,-2 1-1,1-1 1,-2 0-1,0 0 1,0 0-1,-1 0 1,-1-1-1,0 0 0,-1 0 1,0 0-1,0-1 1,-1 0-1,-1-1 1,0 0-1,-1 0 1,1 0-1,-2-2 1,1 1-1,-7 3-24,-5 0 52,0 0-1,-1-1 0,0-1 0,-1-1 0,0-1 0,0-2 1,-1 0-1,0-1 0,1-2 0,-2-1 0,1 0 1,0-2-1,-9-1-51,29 1-108,1 1 0,-1-1 0,0 0 0,1-1 0,-1 1 0,0-1 0,1 1 0,-1-1 1,1-1-1,-1 1 0,1-1 0,-1 0 0,1 0 0,0 0 0,0 0 0,0-1 0,0 1 0,0-1 0,1 0 1,-1 0-1,1-1 0,0 1 0,0-1 0,0 0 0,0 1 0,1-1 0,-1 0 0,1-1 0,0 1 0,1 0 0,-1-1 1,1 1-1,-1-1 0,1 1 0,1-1 0,-1 0 0,1 1 0,-1-1 0,1 0 0,1 1 0,-1-1 0,1 0 0,0 1 1,0-1-1,0 1 0,0-1 0,1 1 0,0-1 0,1-2 108,98-79-13834,-50 49 7793</inkml:trace>
  <inkml:trace contextRef="#ctx0" brushRef="#br0" timeOffset="1808.422">1515 968 6553,'0'0'1681,"0"0"2640,0 0-1591,0 0-1245,0 0-486,0 0-20,-18-6 344,-56-14-259,69 18-1035,0 1 0,0 0 0,-1 0 0,1 1 0,0-1 0,0 1 0,0 1 0,-1-1 0,1 1 0,0-1 0,0 2 0,0-1 0,0 0 0,0 1 0,0 0 0,0 0-1,0 1 1,1-1 0,-1 1 0,1 0 0,0 0 0,0 0 0,-2 3-29,-14 9 38,-18 8-55,2 2-1,0 2 0,2 1 0,1 2 0,1 1 1,-1 6 17,32-37-1,0 1 0,0-1 0,0 1 0,0 0 0,0 0 0,0-1 1,0 1-1,0 0 0,0 0 0,0 0 0,0 0 0,1 0 0,-1 0 1,0 0-1,1 0 0,-1 0 0,1 1 0,-1-1 0,1 0 0,0 0 1,-1 0-1,1 1 0,0-1 0,0 0 0,0 0 0,0 1 0,0-1 1,0 0-1,0 0 0,1 1 0,-1-1 0,0 0 0,1 0 0,-1 1 0,0-1 1,1 0-1,0 0 0,-1 0 0,1 0 0,0 0 0,-1 0 0,1 0 1,0 0-1,0 0 0,0 0 0,0 0 0,0-1 0,0 1 0,0 0 1,0-1-1,0 1 0,0-1 0,2 1 1,73 4 95,-56-6-128,152-29-253,-149 23 23,1 1 0,0 1 0,0 1 0,1 1 0,-1 1 0,1 1 0,17 2 263,-37 2-2,0 1-1,0 0 1,0 0 0,0 0 0,-1 0 0,0 1 0,0 0 0,0 0 0,0 0 0,-1 1 0,0-1 0,0 1 0,0-1 0,-1 1 0,0 0 0,0 0 0,0 0 0,-1 1 0,0-1 0,0 0 0,0 0 0,-1 1 0,0-1 0,0 0 0,-1 1 0,0-1 0,0 0 0,0 0 0,-2 3 2,-1-2 103,-1 0-1,0-1 1,0 1 0,0-1 0,-1 0-1,0-1 1,0 0 0,0 0 0,-1 0-1,0-1 1,0 1 0,0-2 0,0 1-1,-1-1 1,1 0 0,-1-1 0,0 1-1,0-2 1,0 1 0,0-1 0,0 0-103,-27 6-30,-1-1 0,0-2 0,1-2 1,-1-1-1,0-1 0,-13-4 30,50 4-131,0 0 0,-1 0 0,1 0 1,-1-1-1,1 1 0,-1 0 0,1 0 0,-1-1 0,1 1 0,-1 0 1,1-1-1,-1 1 0,1 0 0,-1-1 0,1 1 0,-1-1 0,0 1 1,1-1-1,-1 1 0,0-1 0,1 1 0,-1-1 0,0 1 0,0-1 1,0 1-1,1-1 0,-1 0 0,0 1 0,0-1 0,0 1 0,0-1 1,0 1-1,0-1 0,0 0 0,0 1 0,0-1 0,0 1 0,-1-1 1,1 0-1,0 1 0,0-1 0,0 1 0,-1-1 0,1 1 0,0-1 1,-1 1-1,1-1 0,0 1 0,-1-1 0,1 1 0,-1 0 0,1-1 1,-1 1-1,1 0 0,-1-1 0,1 1 0,-1 0 0,1-1 131,152-3-9611,-87 6 7837,-6-2 167</inkml:trace>
  <inkml:trace contextRef="#ctx0" brushRef="#br0" timeOffset="2502.804">1762 1407 4241,'0'0'2359,"0"0"-1225,25-12 9,78-45 1805,-95 52-2715,-1-1 0,0 0 0,-1 0 0,1 0 0,-1-1 0,0 0 0,-1 0 1,0 0-1,0-1 0,-1 0 0,1 0 0,-2 0 0,1 0 0,-1-1 0,0 1 0,-1-1 0,0 0 0,-1 0 0,0 0 0,0 0 0,-1 0 0,0 0 0,0 0 0,-1 0 0,0-2-233,1-3 193,0 10-113,0-1 0,0 0 1,0 0-1,0 0 0,-1 0 1,0 0-1,0 0 0,0 0 0,0 1 1,-1-1-1,0 0 0,0 1 1,0-1-1,-1 1 0,1 0 0,-1 0 1,0 0-1,0 0 0,-1 0 1,1 1-1,-1-1 0,0 1 1,1 0-1,-2 0 0,1 0 0,0 1 1,0 0-1,-1-1 0,1 2 1,-1-1-1,0 0 0,0 1 0,1 0 1,-1 0-1,0 0 0,0 1 1,0 0-1,0 0 0,-1 0-80,1 4 35,1 0 0,0 0 0,0 0 0,0 0 0,1 1 0,-1 0 0,1 0 0,0 0 0,1 0 0,-1 0 0,1 1 0,0-1 0,0 1 0,1-1 0,-1 1 1,1 0-1,1-1 0,-1 1 0,1 0 0,0 0 0,0 0 0,1 0 0,0-1 0,0 5-35,-1 0 82,-1 2-34,0 1 0,0-1 0,1 1 0,1-1 0,0 1 0,1-1 0,0 1 0,1-1 1,0 0-1,1 0 0,0 0 0,1-1 0,1 0 0,-1 1 0,2-2 0,-1 1 0,2-1 0,-1 0 0,2 0 0,-1-1 0,1 0 0,0-1 0,1 0 0,0 0 0,0-1 1,1-1-1,8 5-48,-15-8-26,1-1 0,0 1 0,0-1 0,0 1 0,0-1 0,1-1 0,-1 1 0,0-1 0,1 0 0,-1 0 0,1-1 0,-1 0 0,1 0 0,0 0 0,-1 0 0,1-1 0,-1 0 0,1 0 0,-1 0 0,0-1 1,0 0-1,1 0 0,-1 0 0,0-1 0,-1 0 0,1 0 0,0 0 0,-1 0 0,0-1 0,0 0 0,0 1 0,0-2 0,0 1 0,-1 0 0,0-1 0,0 1 0,0-1 0,0 0 0,-1 0 0,0 0 0,0 0 0,0-1 0,0-2 26,4-171-226,-4 175 227,0 0 0,0 0 0,1 0 1,-1 0-1,1 0 0,0 1 0,0-1 0,0 1 1,1 0-1,-1 0 0,1 0 0,0 0 0,0 0 1,0 1-1,0 0 0,0 0 0,0 0 1,1 0-1,-1 1 0,1 0 0,-1 0 0,1 0 1,-1 0-1,1 1 0,0-1 0,-1 1 0,1 1 1,0-1-1,-1 0 0,1 1 0,-1 0 0,1 0 1,-1 1-1,1-1 0,-1 1 0,0 0 1,0 0-1,0 0 0,0 1 0,0-1 0,0 1 1,0 0-1,-1 0 0,2 2-1,102 154-101,-105-220 86,-2 53 12,-1-1 0,1 1 1,0-1-1,1 1 0,0 0 0,0-1 1,1 1-1,0 0 0,0 0 0,1 0 0,0 0 1,0 0-1,1 1 0,0-1 0,1 1 1,-1 0-1,1 0 0,1 1 0,-1-1 1,1 1-1,0 0 0,1 1 0,-1 0 0,1 0 1,0 0-1,0 1 0,1 0 0,-1 0 1,1 0-1,0 1 0,0 1 0,0-1 0,0 1 1,1 1-1,-1 0 0,0 0 0,1 0 1,2 1 2,-6 1 15,0 1 0,1-1 1,-1 1-1,0 0 0,0 1 0,0-1 1,0 1-1,-1 0 0,1 0 1,-1 0-1,1 1 0,-1 0 1,0-1-1,-1 2 0,1-1 0,-1 0 1,1 1-1,-1-1 0,-1 1 1,1 0-1,-1 0 0,0 0 1,0 0-1,0 1 0,-1-1 0,2 5-15,57 83 243,-20-85-2545,14-32-6772,-37 6-1131</inkml:trace>
  <inkml:trace contextRef="#ctx0" brushRef="#br0" timeOffset="2826.938">3177 832 5801,'0'0'9181,"0"0"-5966,0 0-1996,0 0 56,0 0-112,0 0-279,16 21-425,87 142-78,-76-91 18,-26-61-366,1 0-1,0 0 0,1-1 0,0 1 1,1-1-1,0 0 0,1 0 1,0 0-1,0 0 0,1-1 0,0 0 1,1 0-1,0-1 0,0 1 0,1-2 1,0 1-1,1-1 0,-1 0 0,1-1 1,0 0-1,1 0 0,0-1 0,0-1 1,0 1-1,10 2-32,129-24-249,-112-13-2251,-17-19-3473,-22-30-6012,-11 43 8452</inkml:trace>
  <inkml:trace contextRef="#ctx0" brushRef="#br0" timeOffset="3096.95">3555 767 7770,'0'0'96,"0"0"6233,0 0-4321,-68 113-447,35-52-265,-1 6 696,-6 2-519,5-2-497,-2-7-496,7-7-40,4-11-184,5-9-184,7-10-72,5-8 0,4-5-96,5-10-1272,0 0-4033,0 0-5193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1T13:42:14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7042,'0'0'7174,"0"0"-4177,0 0-1619,0 0-287,0 0 398,0 0-66,26 0-352,415-2 725,-398 2-2645,-28 0-4466,-17 0-1300,-8 0-3681,-12 0 8350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1T13:42:14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6369,'0'0'6346,"0"0"-3591,0 0-1331,0 0-215,0 0 426,0 0 306,20 11-508,-4-1-1169,-7-4-144,1-1 0,0 1 0,0-1 0,1-1 0,-1 0 0,1-1 0,0 0 0,0 0 0,0-1 0,0 0 0,0-1 0,5-1-120,221-12 2181,-79-14-4610,-45-9-10984,-97 28 10348,25-9-5025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1T13:42:15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477 441 6425,'0'0'8520,"0"0"-5424,0 0-1760,0 0-147,0 0 223,0 0-400,-10-8-526,4 3-453,4 3-25,0-1 0,-1 1 0,1 0-1,-1 0 1,1 0 0,-1 0 0,0 0 0,0 1-1,0-1 1,0 1 0,0 0 0,0 0 0,-1 0 0,1 0-1,0 0 1,0 1 0,-1-1 0,1 1 0,-1 0-1,1 0 1,0 1 0,-1-1 0,1 0 0,0 1-1,0 0 1,-1 0 0,1 0 0,0 0 0,-2 2-8,-61 28 13,1 4 0,2 3 0,1 2 0,-15 16-13,43-1-166,100-50 238,361-64-713,-423 60 634,-1-1 1,1 1-1,-1-1 1,0 1-1,1 0 1,-1 0-1,0 1 0,1-1 1,-1 1-1,0-1 1,0 1-1,0 0 1,0 0-1,-1 1 1,1-1-1,-1 1 0,1-1 1,-1 1-1,0 0 1,0-1-1,0 1 1,0 0-1,0 1 1,-1-1-1,1 0 0,-1 0 1,0 1-1,0-1 1,0 0-1,-1 1 1,1-1-1,-1 1 1,1 0-1,-1-1 0,-1 1 1,1-1 6,-29 130 31,24-122 57,-1-1 1,-1 1-1,0-1 1,-1 0 0,0 0-1,0-1 1,-1 0 0,0-1-1,0 0 1,-1 0-1,0-1 1,-1 0 0,1-1-1,-1 0 1,-1-1 0,1 0-1,-1-1 1,0 0-1,0-1 1,0 0 0,0-1-1,-9 1-88,11-2 15,0 0-1,0 0 1,0-1-1,0 0 1,0-1-1,0 0 0,0 0 1,1-1-1,-1 0 1,0-1-1,1 0 1,-1-1-1,1 0 1,0 0-1,1-1 1,-1 0-1,1-1 1,0 0-1,0 0 0,0-1 1,1 1-1,0-2 1,1 1-1,-1-1 1,-1-4-15,7 10-135,0 0 1,0 0-1,0 0 1,0 0 0,1 0-1,-1 0 1,1 0-1,0-1 1,0 1-1,0 0 1,0 0 0,0 0-1,0 0 1,0-1-1,1 1 1,-1 0 0,1 0-1,-1 0 1,1 0-1,0 0 1,0 0-1,0 0 1,0 0 0,0 0-1,0 1 1,1-1-1,-1 0 1,1 1-1,-1-1 1,1 1 0,0-1-1,-1 1 1,1 0-1,0 0 1,0 0 0,0 0-1,0 0 1,0 0-1,1 0 135,92-23-8865,-79 21 6817,44-6-6627</inkml:trace>
  <inkml:trace contextRef="#ctx0" brushRef="#br0" timeOffset="785.606">801 860 5049,'0'0'7900,"0"0"-4739,0 0-1913,0 0-441,0 0 76,0 0-85,15-19-369,89-142-196,-101 158-226,-1 0 0,0 0 0,-1 0 1,1-1-1,-1 1 0,1-1 0,-1 1 0,0-1 0,0 1 0,-1-1 0,1 0 0,-1 1 0,0-1 0,0 0 0,0 1 0,0-1 0,0 0 0,-1 1 0,0-1 0,0 1 0,0-1 0,0 1 0,0-1 0,-1 1 0,1-1 0,-1 1 0,0 0 0,0 0 0,0 0 0,-1 0 0,1 0 1,-1 1-1,0-1 0,1 1 0,-1 0 0,0-1 0,0 1 0,-1 1 0,1-1 0,-2-1-7,-1 3 68,0 0 0,0 0 0,1 0 1,-1 1-1,0-1 0,0 2 0,1-1 0,-1 1 1,0-1-1,1 1 0,0 1 0,-1-1 0,1 1 1,0 0-1,0 0 0,1 1 0,-1-1 0,1 1 0,-1 0 1,1 0-1,0 1 0,1-1 0,-1 1 0,1 0 1,0 0-1,0 0 0,0 0 0,1 0 0,0 1 1,0-1-1,0 1 0,1-1 0,-1 1 0,2 0 1,-1 0-1,0-1 0,1 4-68,0-3 14,-1-1-1,1 1 1,0-1-1,0 0 1,1 1-1,0-1 1,-1 1 0,2-1-1,-1 0 1,1 0-1,0 0 1,0 0-1,0 0 1,1 0 0,-1 0-1,1-1 1,1 1-1,-1-1 1,0 0 0,1 0-1,0 0 1,0 0-1,0-1 1,1 0-1,-1 1 1,1-2 0,-1 1-1,1 0 1,0-1-1,0 0 1,0 0-1,0-1 1,1 1 0,-1-1-1,0 0 1,1-1-1,-1 1 1,1-1-1,-1 0-13,54 5-420,-4-9-3282,-49 2 2918,1 1-1,-1-1 1,1 0-1,-1-1 1,0 1-1,0-1 1,0 0-1,-1-1 1,1 0-1,-1 0 1,0 0-1,0 0 1,0-1-1,0 0 1,-1 0-1,0 0 1,0 0-1,0-1 0,-1 1 1,0-1-1,0 0 1,0 0-1,1-6 785,13-40 1110,25-54 8080,-40 104-8984,0 0 0,0 0 0,0 0 1,0 0-1,0 1 0,1-1 0,-1 1 0,0-1 0,1 1 1,-1 0-1,1 0 0,0 0 0,-1 0 0,1 0 0,0 1 1,-1-1-1,1 1 0,0 0 0,0 0 0,0 0 0,-1 0 1,1 0-1,0 1 0,0-1 0,-1 1 0,1 0 0,0 0 1,-1-1-1,1 2 0,-1-1 0,1 0 0,-1 1 0,0-1 1,1 1-1,-1-1 0,0 1 0,0 0 0,0 0 0,0 0 1,0 0-1,-1 1 0,1-1 0,-1 0 0,1 1 0,-1-1 1,0 1-1,0-1 0,0 1 0,0 1-206,66 179 3603,-64-257-4091,-1 58 479,0-1 0,1 1 0,1 0 0,1-1-1,0 2 1,1-1 0,0 0 0,2 1 0,0 1 0,0-1-1,1 1 1,1 1 0,0 0 0,1 0 0,1 1 0,0 0-1,7-5 10,-17 15-4,0 0 0,0 0-1,0 0 1,1 1 0,-1-1-1,1 1 1,-1-1-1,1 1 1,-1 0 0,1 0-1,0 0 1,-1 0 0,1 1-1,0-1 1,0 1 0,0 0-1,-1-1 1,1 1-1,0 1 1,0-1 0,0 0-1,0 1 1,-1-1 0,1 1-1,0 0 1,0 0 0,-1 0-1,1 0 1,-1 0 0,1 1-1,-1-1 1,1 1-1,-1-1 1,0 1 0,0 0-1,0 0 1,0 0 0,2 2 4,51 105 374,-42-75-47,91 138 1542,-95-169-4971,-3-5-2298,0-7-1201</inkml:trace>
  <inkml:trace contextRef="#ctx0" brushRef="#br0" timeOffset="1196.068">2009 307 6737,'0'0'3213,"0"0"-450,0 0-1045,0 0-354,0 0 34,0 0 361,16 18 375,91 128 633,-96-120-2525,0-1-1,2 0 1,0-1-1,2 0 1,1-1 0,0-1-1,2 0 1,1-2-1,0 0 1,1-1-1,1-1 1,1 0 0,1-2-1,22 12-241,-32-21-135,84 36 461,-28-35-2979,-37-32-7054,-22 3 1338</inkml:trace>
  <inkml:trace contextRef="#ctx0" brushRef="#br0" timeOffset="1467.281">2467 219 6585,'0'0'8834,"0"0"-7321,0 0-409,0 0 448,-81 113 497,46-56-505,-7 6-576,-2 4-432,-3-2-392,-2-7-144,7-5 112,3-11-152,6-5 40,5-5-408,12-3-1976,9-8-3786,5-6-1959</inkml:trace>
  <inkml:trace contextRef="#ctx0" brushRef="#br0" timeOffset="2293.604">2935 67 5873,'0'0'958,"0"0"-521,0 0-361,0 0 764,0 0 2864,0 0-1029,3-14-724,7-39-745,-10 54-1173,0-1 1,0 1-1,0-1 1,0 0-1,0 1 0,0-1 1,0 1-1,0-1 1,0 1-1,0-1 1,0 1-1,1-1 0,-1 0 1,0 1-1,0-1 1,0 1-1,1-1 1,-1 0-1,0 1 1,1-1-1,-1 0 0,0 1 1,0-1-1,1 0 1,-1 0-1,1 1 1,-1-1-1,0 0 1,1 0-1,-1 1 0,1-1 1,-1 0-1,0 0 1,1 0-1,-1 0 1,1 0-1,-1 0 0,1 0 1,-1 0-1,1 0 1,-1 0-1,0 0 1,1 0-1,-1 0 1,1 0-1,-1 0 0,1 0 1,-1 0-1,0-1 1,1 1-1,-1 0 1,1 0-1,-1 0 0,0-1 1,1 1-1,-1 0 1,0-1-1,1 1 1,-1 0-1,0-1 1,1 1-1,-1 0 0,0-1 1,0 1-1,1-1-33,0 3 294,143 363 5695,-25-52-6334,-109-297 242,0-2-2326,-8-7-7934,-2-14 1612</inkml:trace>
  <inkml:trace contextRef="#ctx0" brushRef="#br0" timeOffset="2547.131">2849 383 7154,'0'0'6081,"0"0"-3017,0 0-1815,0 0-609,0 0 104,0 0 992,0 0-439,156 0-593,-86-4-464,7-5-72,-3 1-168,1-1-216,-5-3-2385,-5-1-151,-5 1-1665,12-11 328,-13 4 1024,-15 2-2488</inkml:trace>
  <inkml:trace contextRef="#ctx0" brushRef="#br0" timeOffset="2965.421">3934 54 3649,'0'0'10369,"0"0"-6843,0 0-2426,0 0 251,0 0 528,0 0-397,13 5-438,109 32-152,-121-38-927,0 0 0,0 1 0,0-1 0,0 0 0,0 0 0,0 0 0,0 0 0,0 0 0,0 0 0,0 0 1,0 0-1,-1-1 0,1 1 0,-1 0 0,1 0 0,0-1 0,-1 1 0,0 0 0,1-1 0,-1 1 0,0 0 0,0-1 0,0 1 0,0 0 0,0-1 0,0 1 0,0 0 0,0-1 0,0 1 0,-1-1 0,1 1 0,-1 0 0,1 0 0,-1-1 0,1 1 1,-1 0-1,0 0 0,1 0 0,-1-1 0,0 1 0,0 0 0,-1 0 35,-3-2 0,-1 0 0,0 0 0,0 1 0,0 0 0,0 1 0,0-1 0,0 1 0,-1 0 0,1 1 0,0 0 0,-1-1 0,1 2 0,0-1 0,0 1 0,-1 0 0,1 0 0,0 1 0,0 0 0,0 0 0,0 1 0,0-1 0,1 1 0,-1 0 0,1 1 0,0-1 0,0 1 0,0 0 0,0 0 0,-1 3 0,-9 7 129,1 1 1,1 1-1,1 0 1,0 1 0,1 0-1,1 0 1,1 1-1,0 1 1,1 0-1,1 0 1,1 0-1,1 1 1,0-1 0,1 1-1,2 1 1,0-1-1,1 0 1,1 1-1,1-1 1,2 14-130,-1-24 43,1 1-1,0-1 1,0 0-1,1 0 1,1-1 0,-1 1-1,1-1 1,1 0-1,0 0 1,0 0-1,1-1 1,0 0 0,0-1-1,1 1 1,0-1-1,0-1 1,1 0 0,0 0-1,0 0 1,0-1-1,1 0 1,-1-1 0,1 0-1,0-1 1,2 0-43,18 6 91,1-2-1,-1-1 1,1-2 0,0-1 0,0-1-1,0-2 1,1-1 0,1-1-91,79-30-898,-43 1-7186,-64 28 6829,8-4-7360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1T13:42:12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333 643 5737,'0'0'1136,"0"0"-63,0 0 2495,0 0-1546,0 0-440,0 0-202,10-12-381,27-29-173,-28 87 2261,-12-15-2557,-2 0 1,-1 0-1,-2-1 1,-1 0-1,-1 0 1,-1-1-1,-2-1 1,-5 7-531,-10 31 180,-74 181-695,88-232-1576,-6-47-9736,11 2 5171</inkml:trace>
  <inkml:trace contextRef="#ctx0" brushRef="#br0" timeOffset="259.298">1 657 10666,'0'0'6220,"0"0"-3466,0 0-1646,0 0-29,0 0 479,26 22-51,185 128 65,-121-103-1753,151 98 768,-121-7-8381,-119-136 7328,0 1 0,0-1-1,1 0 1,-1 0 0,1 0 0,-1 0 0,1 0-1,0-1 1,0 1 0,-1 0 0,1-1-1,1 1 1,-1-1 0,0 0 0,0 0 0,0 0-1,1 0 1,-1 0 0,0 0 0,1 0-1,-1-1 1,1 0 0,-1 1 0,1-1 0,-1 0-1,1 0 1,-1 0 466,19 0-2911</inkml:trace>
  <inkml:trace contextRef="#ctx0" brushRef="#br0" timeOffset="1162.263">1297 833 6345,'0'0'666,"0"0"262,0 0 1931,0 0-1052,0 0-344,0 0-16,-15-11-172,-46-34-164,60 44-1063,0 0-1,0 1 0,0-1 1,-1 0-1,1 0 1,0 1-1,0-1 0,-1 1 1,1-1-1,0 1 1,-1-1-1,1 1 0,-1 0 1,1 0-1,0 0 1,-1 0-1,1 0 0,-1 0 1,1 0-1,0 0 1,-1 0-1,1 1 0,-1-1 1,1 1-1,0-1 1,0 1-1,-1-1 0,1 1 1,0 0-1,0 0 1,-1-1-1,1 1 0,0 0 1,0 0-1,0 0 1,0 0-1,0 0 0,1 0 1,-1 1-1,0-1 1,0 0-1,1 0 0,-1 1 1,1-1-1,-1 0 1,1 1-1,-1-1 0,1 0 1,0 1-1,0-1 1,0 2-48,-2 3 316,-2 0-208,0 0-1,1 1 1,0-1 0,0 1 0,1 0-1,0 0 1,0 0 0,1 0-1,0 0 1,0 0 0,0 1 0,1-1-1,0 0 1,0 0 0,1 0-1,0 1 1,1-1 0,-1 0 0,1 0-1,1-1 1,-1 1 0,1 0-1,0-1 1,1 1 0,-1-1-1,1 0 1,0 0 0,1 0 0,0-1-1,0 0 1,0 0 0,0 0-1,1 0 1,0-1 0,0 0 0,0 0-1,0-1 1,2 1-108,5 1-23,1-1 1,-1 0-1,1-1 1,0-1-1,0 0 0,0-1 1,1 0-1,-1-1 1,0-1-1,0 0 0,0-1 1,0-1-1,0 0 1,0-1-1,-1 0 0,1-1 1,-1 0-1,0-2 1,5-2 22,-14 4-36,-1-1 1,1 1-1,-1-1 1,0 0-1,-1 0 1,0 0-1,1 0 1,-2 0 0,1 0-1,-1-1 1,0 1-1,0 0 1,-1-1-1,1 1 1,-2-1 0,1 1-1,-1-1 1,0 1-1,0 0 1,0-1-1,-1 1 1,0 0-1,-1 0 1,1 0 0,-1 0-1,0 0 1,0 1-1,-1 0 1,0-1-1,0 1 1,0 0 0,-1 1-1,1-1 1,-1 1-1,-3-2 36,-3-4 30,-1 1-1,0 0 0,0 1 1,-1 0-1,0 1 0,0 1 1,-1 0-1,1 1 1,-1 0-1,-1 1 0,1 1 1,0 0-1,-1 1 0,0 0 1,1 1-1,-1 1 0,-4 1-29,11-1 2,0 0-1,0 0 0,0 1 1,1 1-1,-1-1 0,0 1 1,1 0-1,-1 1 0,1 0 1,0 0-1,0 1 0,0 0 1,0 0-1,0 0 0,1 1 1,0 0-1,0 0 0,0 1 1,1-1-1,0 1 0,0 1 1,0-1-1,1 1 0,0-1 0,0 1 1,1 1-1,-1-1 0,2 0 1,-1 1-1,1-1 0,0 1 1,0 3-2,1-8-126,1 1 1,-1-1 0,1 0-1,0 0 1,0 0 0,0 1 0,1-1-1,-1 0 1,1 0 0,-1 0-1,1 0 1,0 0 0,0 0-1,1 0 1,-1 0 0,1 0 0,-1 0-1,1 0 1,0-1 0,0 1-1,0-1 1,0 1 0,0-1-1,1 0 1,-1 0 0,1 0-1,-1 0 1,1-1 0,0 1 0,0-1-1,0 1 1,0-1 0,0 0-1,0 0 1,0 0 0,0-1-1,0 1 1,0-1 0,1 1-1,-1-1 1,0 0 0,0-1 0,0 1-1,1 0 1,-1-1 0,0 0-1,0 1 1,0-1 0,1-1 125,56 0-6132,-8-8-4676</inkml:trace>
  <inkml:trace contextRef="#ctx0" brushRef="#br0" timeOffset="1492.641">1307 276 2497,'0'0'9085,"-8"-24"-5657,7 22-3366,-39-128 1862,8 18 2167,27 105-1709,9 45-2321,-3-31 29,112 539 3324,-99-485-3288,3-1 1,3-1 0,2-1 0,3-1-1,2-1 1,3-1 0,17 22-127,7-26-1635,-8-35-4328,-20-15-557</inkml:trace>
  <inkml:trace contextRef="#ctx0" brushRef="#br0" timeOffset="1758.803">2256 578 17596,'0'0'2586,"0"0"-1377,0 0-586,0 0 479,0 0 230,-7 21-197,-64 145-104,43-122-1212,-2 0 0,-2-2 0,-2-2 0,-2 0 0,-1-3 0,-21 15 181,20-32-3446,12-41-7760,25-8 4755</inkml:trace>
  <inkml:trace contextRef="#ctx0" brushRef="#br0" timeOffset="2044.971">1858 578 10266,'0'0'4101,"0"0"-1498,0 0-1349,0 0-21,0 0 647,24 14-103,79 47-560,31 67 659,-129-123-1967,19 20 153,1 0 0,0-2 1,2-1-1,1-1 0,1-1 1,30 15-63,52-11-6575,-80-27 160,-6-10-3852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1T13:42:10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126 538 6409,'0'0'689,"0"0"53,-1-20 1412,-1-85-177,1 13 4296,26 74 3993,-16 18-11035,-9-25 393,1 23 353,-1 1-1,1 0 1,-1-1 0,0 1 0,1 0 0,-1-1 0,0 1 0,0-1 0,0 1 0,0 0 0,-1-1 0,1 1 0,0-1 0,0 1 0,-1 0 0,1-1 0,-1 1 0,1 0 0,-1 0 0,0-1 0,1 1 0,-1 0 0,0 0 0,0 0 0,0 0 0,0 0 0,0 0 0,0 0 0,0 0 0,0 0 0,0 0 0,-1 1 0,1-1 0,0 0 0,0 1 0,-1-1 0,1 1 0,0 0 0,-1-1 0,1 1 0,-1 0 0,1 0 0,0 0 0,-1 0 0,1 0 0,-1 0 0,1 0 0,0 0 0,-1 0 0,1 1 0,0-1 0,-1 1 0,1-1 0,0 1 0,-1-1 0,1 1 0,0 0 0,0 0 0,-1 0 23,-7 8-5,0 0 1,1 1-1,-1 1 1,2-1-1,0 1 0,0 0 1,1 1-1,0 0 1,1 0-1,0 0 0,1 0 1,1 1-1,0 0 1,0-1-1,1 1 1,1 6 4,-2-9 7,0 0 0,1 1 1,1-1-1,0 0 0,0 1 1,1-1-1,0 1 0,1-1 1,0 0-1,1 1 0,0-1 1,0 0-1,1 0 0,0 0 1,1 0-1,0-1 0,1 1 1,0-1-1,1 0 0,-1-1 1,2 1-1,-1-1 0,1 0 1,0-1-1,1 1 0,0-2 1,0 1-1,0-1 0,1 0 1,0-1-1,0 0 0,3 1-7,3 2-62,0-2-1,0 0 1,0 0-1,1-1 1,0-1-1,0-1 1,0 0 0,1-1-1,-1-1 1,0-1-1,1 0 1,-1-1-1,1 0 1,-1-2-1,0 0 1,0-1-1,0 0 1,-1-1-1,1-1 1,-1 0-1,0-2 1,-1 1-1,0-2 1,0 0 0,-1 0-1,0-1 1,0-1-1,-1 0 1,-1-1-1,0 0 1,-1-1-1,0 0 1,0-1-1,-2 0 1,0 0-1,0-1 1,-2 0-1,1-1 63,-4 7 36,0-1 0,0 1 0,-1-1 0,0 0 0,0 0-1,-1 0 1,-1 0 0,0 0 0,0 0 0,-1 0-1,0 0 1,-1 0 0,0 0 0,0 0 0,-1 0 0,-1 1-1,1-1 1,-2 1 0,1 0 0,-1 0 0,-1 1 0,0-2-36,5 10 15,0 0 0,0 0 0,-1 0 0,1 1 0,0-1 0,0 0 0,0 0 0,0 1 0,0-1 0,0 1 0,0-1 0,0 1 0,0-1 0,1 1 0,-1-1 0,0 1 0,0 0 0,0 0 0,1-1 0,-1 1 0,0 0 0,1 0 0,-1 0 0,0 0 0,1 0 0,-1 0 0,1 0 0,0 0 0,-1 0 0,1 0 0,0 0 0,0 0 0,-1 0 0,1 0 0,0 0 0,0 0 0,0 0 0,0 0 0,1 0 0,-1 1 0,0-1 0,0 0 0,1 0 0,-1 0 0,0 0 0,1 0 0,-1 0 0,1 0 0,-1-1 0,1 1 0,0 1-15,-1 5 48,1 4-39,0-1-1,1 0 1,0 1 0,0-1-1,1 0 1,0 0-1,1-1 1,0 1 0,1-1-1,0 0 1,0 0 0,1 0-1,0 0 1,1-1 0,-1 0-1,2-1 1,-1 0-1,1 0 1,0 0 0,0-1-1,1 0 1,0-1 0,0 0-1,0 0 1,1-1-1,0 0 1,0-1 0,0 0-1,0 0 1,0-1 0,0-1-1,1 1 1,-1-2-1,4 1-8,-7 1-36,0 0-1,0 0 0,0-1 1,0 0-1,0 0 0,0 0 1,0-1-1,1 0 0,-1-1 1,0 0-1,0 0 0,0 0 1,0-1-1,0 0 0,0 0 1,-1 0-1,1-1 0,-1 0 1,1-1-1,-1 0 0,0 0 1,-1 0-1,1 0 0,-1-1 1,1 0-1,-1 0 0,-1 0 1,1-1-1,-1 0 0,0 0 1,0 0-1,-1 0 0,0 0 1,1-2 36,-4-2 21,0 0 0,0 0 1,-1 0-1,0 0 0,0 0 1,-2 0-1,1 1 0,-1-1 1,0 1-1,-1-1 0,0 1 1,-1 0-1,0 1 0,0-1 1,-1 1-1,0 0 0,0 0 1,-1 1-1,0-1 0,0 2 1,-1-1-1,1 1 0,-2 0 1,1 1-1,-1-1 0,1 2 1,-1-1-1,-1 1 0,1 1 1,-1 0-1,1 0 0,-1 1 1,0 0-1,0 1 0,-1-1-21,-117 3 561,124 0-566,0-1 0,1 1 0,-1 0 0,0 0 0,1 0 0,-1 1 0,1-1 0,-1 1 0,1 0 0,0-1 0,0 2 0,0-1 0,0 0 0,0 1 0,0-1 0,1 1 0,-1 0 0,1-1 0,0 2 0,0-1 0,0 0 0,0 0 0,0 0 0,1 1 0,-1-1 0,1 1 0,0 0 0,0-1 0,0 1 0,1 0 0,-1 2 5,2-3-146,0 0 0,-1-1 0,2 1 1,-1 0-1,0 0 0,0-1 0,1 1 0,0 0 1,-1-1-1,1 0 0,0 1 0,0-1 0,0 0 1,1 0-1,-1 0 0,0 0 0,1-1 0,0 1 1,-1 0-1,1-1 0,0 0 0,-1 0 0,1 0 1,0 0-1,0 0 0,0 0 0,0-1 0,0 0 1,0 1-1,0-1 0,0 0 0,0 0 0,0-1 1,0 1-1,0-1 0,0 1 0,1-2 146,6 3-654,63 0-4745,-1-1-498</inkml:trace>
  <inkml:trace contextRef="#ctx0" brushRef="#br0" timeOffset="425.18">1518 27 3849,'0'0'10438,"0"0"-6744,0 0-2128,0 0-375,-26-6-240,-87-14-147,103 20-737,0 1 1,0 0-1,0 1 1,1 0-1,-1 0 1,0 1-1,1 0 1,0 1-1,-1 0 1,1 1-1,1 0 1,-1 0-1,1 0 1,0 1-1,0 1 1,1-1-1,-1 2-67,-3 1 52,-55 75 380,65-82-429,0 0 1,0 0-1,0 1 0,0-1 1,0 0-1,1 1 1,-1-1-1,1 0 1,-1 1-1,1-1 0,0 1 1,0-1-1,0 0 1,0 1-1,1-1 0,-1 1 1,1-1-1,-1 0 1,1 1-1,0-1 1,0 0-1,0 0 0,0 1 1,0-1-1,0 0 1,1 0-1,-1 0 0,1 0 1,-1-1-1,1 1 1,0 0-1,0-1 1,0 1-1,0-1 0,0 1 1,0-1-1,0 0 1,0 0-1,0 0 0,1 0 1,0 0-4,19 5-50,1-1 1,-1-1-1,1 0 1,0-2-1,0-1 1,0 0-1,0-2 1,3-1 49,92 3-707,-111 0 749,0 1 1,0 1 0,0 0-1,-1 0 1,1 0-1,-1 0 1,0 1-1,0 0 1,0 1-1,-1-1 1,1 1-1,-1 0 1,0 0-1,-1 1 1,1 0-1,-1-1 1,0 1 0,-1 1-1,1-1 1,-1 1-1,0-1 1,-1 1-1,0 0 1,0 0-1,0 0 1,-1 0-1,0 0 1,0 0-1,-1 0 1,0 1-1,0-1 1,0 0 0,-1 0-1,0 0 1,-1 0-1,0 0 1,-2 6-43,-1-5 122,0 0 0,-1 0 1,0-1-1,-1 1 1,1-2-1,-1 1 1,-1-1-1,1 0 0,-1 0 1,0-1-1,-1 0 1,1 0-1,-1-1 1,0-1-1,0 1 0,0-1 1,0-1-1,0 1 1,-1-2-1,1 1 1,-1-1-1,0-1 0,1 0 1,-1 0-1,-4-1-122,-76 1-668,75-29-4000,27 3-2734,11 0 507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1T13:42:08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646 396 3137,'0'0'0,"0"0"-2633</inkml:trace>
  <inkml:trace contextRef="#ctx0" brushRef="#br0" timeOffset="388.383">646 396 5369,'-5'-99'1552,"7"79"-2655,-1 20 1048,-1-1-1,0 0 1,1 0 0,-1 0 0,0 0 0,0 0-1,0 1 1,0-1 0,0 0 0,0 0-1,0 0 1,0 0 0,0 0 0,0 0 0,0 0-1,-1 1 1,1-1 0,0 0 0,-1 0-1,1 0 1,0 1 0,-1-1 0,1 0 0,-1 0-1,1 1 1,-1-1 0,0 0 0,1 1 0,-1-1-1,0 1 1,1-1 0,-1 0 0,0 1-1,0 0 1,1-1 0,-1 1 0,0-1 0,0 1-1,0 0 1,0 0 0,1 0 0,-1-1-1,0 1 1,0 0 0,0 0 0,0 0 0,0 0-1,0 0 1,1 0 0,-1 1 0,0-1 0,0 0-1,0 0 1,0 1 0,0-1 0,1 0-1,-1 1 1,0 0 55,0-1-22,1 0-57,0 0 18,0 0 3,0 0-2,0 0-155</inkml:trace>
  <inkml:trace contextRef="#ctx0" brushRef="#br0" timeOffset="1109.489">650 258 5873,'0'0'828,"0"0"-474,0 0-613,0 0-441,7-3 293,1-2 827,1-1-1,-1 1 1,0-2-1,0 1 1,-1-1-1,0 0 1,0 0-1,0-1 1,-1 0-1,-1 0 1,1-1-1,-1 1 1,0-1-1,-1 0 1,0-1-420,18-100 11339,-45 84-8493,-87 40-2381,95-9-446,1 0 0,-1 0-1,1 1 1,0 1 0,1 0-1,-1 1 1,2 1 0,-1 0-1,1 1 1,0 0 0,1 1-1,1 0 1,-1 0 0,2 1-1,0 1 1,0 0 0,1 0-1,0 0 1,2 1 0,-1 0-1,2 1 1,0-1 0,0 1-1,1 3-18,5 23 22,2 1-1,2-1 1,2-1-1,2 1 0,1-1 1,2-1-1,1 1 0,3-2 1,19 36-22,-24-49 10,147 354 565,24 127-575,-160-434 134,-3 0 0,-3 2 0,-4 0 0,-3 0 0,-3 1 0,-3 0-1,-4 4-133,-1-62 46,0 0 0,-2 0 0,0 0 0,0-1-1,-2 1 1,0-1 0,-1 0 0,0-1 0,-1 0-1,-1 0 1,-1 0 0,0-1 0,-1-1 0,0 0-1,-1 0 1,0-1 0,-1-1 0,0 0-1,-1-1 1,0 0 0,-1-1 0,0-1 0,-1 0-1,1-1 1,-1 0 0,-1-2 0,1 0 0,-1-1-1,0 0 1,-7 0-46,-28 5-46,1-3 1,-1-1-1,0-3 0,0-2 1,0-3-1,1-1 0,-1-3 1,-41-11 45,89 17-37,-78-36-2483,79-17-5139,30 22 1403,7 1 534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1T13:42:20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625 104 3201,'0'0'8113,"0"0"-5077,0 0-1980,0 0-268,0 0 138,0 0 162,-9-17-185,-29-51-275,37 66-597,-1 1 0,1-1 1,0 1-1,-1 0 0,1-1 1,-1 1-1,1 0 0,-1 0 0,0 0 1,0 0-1,1 0 0,-1 1 1,0-1-1,0 0 0,0 1 0,0 0 1,0-1-1,0 1 0,0 0 1,0 0-1,0 0 0,1 0 1,-1 0-1,0 0 0,0 1 0,0-1 1,0 1-1,0-1 0,0 1 1,0 0-1,1 0 0,-1 0 0,0 0 1,1 0-1,-1 0 0,0 0 1,1 0-1,0 1 0,-1-1 0,1 1 1,0-1-1,-1 2-31,0-2 25,-16 19 183,1 1 1,1 0 0,1 1-1,1 1 1,1 0-1,1 1 1,1 0 0,1 1-1,1 0 1,1 1-1,1 0 1,2 0 0,0 0-1,2 1 1,1 0-1,1-1 1,3 24-209,-2 17 308,3 0 1,3 0-1,2-1 1,4 0-1,3 0 1,2-2-1,3 0 1,3-1 0,13 20-309,21 48 275,-18-48-148,-3 1 1,-4 2-1,-4 1 0,-3 1 1,0 28-128,-19-87 78,-2 0 1,-2 1-1,0-1 1,-2 0 0,-1 1-1,-2-1 1,-1 0-1,-1 0 1,-1 0 0,-1-1-1,-2 0 1,-1 0-1,-1-1 1,-1 0 0,-2-1-1,0-1 1,-2 0-1,-1-1 1,-1 0 0,-1-2-1,0 0 1,-2-1-1,-1-1 1,0-1 0,-1-1-1,-1-2 1,-1 0-1,0-1 1,-1-1 0,-18 6-79,22-13-23,0-1 0,1-1 0,-2-1 0,1-1 0,0-1 0,-1-1 0,1-1 0,-1-1 0,1-1 0,-1-1 23,19 3-154,0-1-1,1-1 1,-1 1-1,0-1 1,1 1-1,-1-1 1,1 0 0,-1 0-1,1-1 1,0 1-1,0-1 1,0 1-1,0-1 1,1 0-1,-1 0 1,1 0-1,0-1 1,-1 1 0,1 0-1,1-1 1,-1 0-1,0 1 1,1-1-1,0 0 1,0 0-1,0 0 1,0 1-1,1-1 1,0 0 0,0 0-1,0-2 155,14-84-9153,17 26 503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1T13:42:24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1 107 9026,'0'0'2966,"0"0"1131,0 0-1897,0 0-515,0 0-38,0 0-87,15-1-330,516-94 1862,-505 89-3037,5 1-411,-35 9-2774,-22 9-2305,-12 3-3840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1T13:42:25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1 112 10218,'0'0'6322,"0"0"-3722,0 0-655,0 0-521,0 0 96,0 0 48,119 2-679,-66-6-353,8-5-200,-1-1-336,1-3 24,-5 3-24,-10-1-360,3-9-1721,-14 1-4392,-7 2-8930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1T13:42:23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109 629 856,'0'0'2905,"0"0"-754,0 0-1283,0 0 290,-11 0 2891,8 0-3897,0-1 48,0 1 1,0 0-1,0 0 1,0 0 0,-1 0-1,1 0 1,0 1-1,0-1 1,0 1-1,0 0 1,0 0 0,0 0-1,0 1 1,0-1-1,0 0 1,1 1 0,-1 0-1,0 0 1,1 0-1,-1 0 1,1 0-1,0 0 1,0 1 0,0-1-1,0 1 1,0-1-1,0 1 1,1 0 0,0 0-1,-1 0 1,1 0-1,0 1-200,-2 5 363,0-1 0,1 1-1,1-1 1,-1 1-1,2 0 1,-1-1 0,1 1-1,0 0 1,1 0 0,0 0-1,0-1 1,1 1-1,0-1 1,1 1 0,3 7-363,-2-8 65,1 1 0,0-1 0,1 0 1,-1-1-1,2 1 0,-1-1 0,1 0 1,0-1-1,0 1 0,1-1 0,0-1 1,0 0-1,1 0 0,-1 0 0,1-1 1,0 0-1,0-1 0,0 0 0,0-1 1,1 0-1,5 1-65,176-3-53,-186-1 17,0-1-1,1 1 1,-1-1-1,0 0 1,1 0 0,-1-1-1,-1 1 1,1-1-1,0 0 1,-1-1 0,1 1-1,-1-1 1,0 0-1,0 0 1,0 0 0,-1 0-1,1-1 1,-1 1-1,0-1 1,-1 0 0,1 0-1,-1 0 1,0 0-1,0-1 1,0 1 0,-1 0-1,0-1 1,0 1-1,0-1 1,-1 0 0,0 1-1,0-2 37,-1 0-21,0 0 0,0 0-1,-1 0 1,0 1 0,0-1 0,0 0-1,-1 1 1,0 0 0,0-1 0,-1 1-1,0 0 1,0 1 0,0-1 0,-1 1-1,0 0 1,0 0 0,0 0-1,0 1 1,-1 0 0,0 0 0,0 0-1,0 1 1,0-1 0,0 2 0,-1-1-1,0 1 1,1 0 0,-1 0 0,0 0-1,0 1 1,0 1 0,0-1 0,-2 1 21,-2-2 4,0 1 0,0 0 0,0 0 1,0 1-1,0 1 0,0 0 0,1 0 1,-1 1-1,0 1 0,0 0 0,1 0 1,0 1-1,0 0 0,0 1 0,0 0 1,0 1-1,1 0 0,0 0 0,0 1 1,1 0-1,-2 3-4,7-8-33,1 1 0,0-1 0,0 1 0,0 0 0,0 0 0,0 0 0,1 0-1,-1 0 1,1 0 0,0 1 0,0-1 0,0 0 0,1 1 0,-1-1 0,1 0 0,0 1 0,-1-1 0,2 1 0,-1-1 0,0 0-1,1 1 1,-1-1 0,1 1 0,0-1 0,0 0 0,0 0 0,1 0 0,-1 1 0,1-1 0,0-1 0,0 1 0,0 0 0,0 0 0,0-1-1,0 1 1,1-1 0,-1 0 0,1 1 0,0-1 0,0 0 33,120 23-7607,-64-24 370</inkml:trace>
  <inkml:trace contextRef="#ctx0" brushRef="#br0" timeOffset="545.164">265 126 8890,'0'0'2276,"0"0"1072,-8-19-1469,-32-87 592,69 178 1041,-9-30-2983,205 598 3624,-221-630-4395,2 11 200,2-1 0,0 0 0,1-1 0,1 0 0,0 0 0,2-1 0,0-1 1,1 1-1,14 13 42,60 3-8222,-67-33 1712</inkml:trace>
  <inkml:trace contextRef="#ctx0" brushRef="#br0" timeOffset="1017.439">747 572 3625,'0'0'9854,"0"0"-6564,0 0-2422,0 0-53,0 0 512,0 0 125,25 19-406,139 113-37,-132-105-806,0-1 0,2-1 0,0-2 0,2-2 0,1-1 0,0-2 0,1-1 0,1-3 0,22 6-203,-60-19-2056,-1-2-2185,0 0-1716</inkml:trace>
  <inkml:trace contextRef="#ctx0" brushRef="#br0" timeOffset="1018.439">1175 363 4825,'0'0'11066,"0"0"-8697,0 0-1273,0 0 609,-100 136 255,75-71-168,-3 2-495,-3 2-769,8-2-280,0-6-128,2-7-120,7-8-64,0-2-904,5-12-1977,4-11-5105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1T13:42:22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473 0 4545,'0'0'7631,"0"0"-4161,0 0-2084,0 0-740,0 0 77,-20 22 840,-118 156 1642,-116 273-2141,241-433-3056,3-10-2948,3-6-2831</inkml:trace>
  <inkml:trace contextRef="#ctx0" brushRef="#br0" timeOffset="251.713">0 134 6489,'0'0'7918,"0"0"-4629,0 0-1997,0 0-10,0 0 571,0 0-208,25 17-616,152 107 296,94 73-370,-210-159-4122,-1-3-3315,-48-29-3176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1T13:42:21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103 309 7834,'0'0'1277,"0"0"1889,0 0-664,0 0-741,0 0-375,0 0 104,-2-2-48,6-91-166,8 37-1211,-20-101 1028,-2 202 194,9-7-1097,2 0 0,2 0 0,1 0 0,2 0 0,2-1 0,1 0 0,2-1 0,1 0 0,2 0 0,2-2 1,1 0-1,1 0 0,2-2 0,2 0 0,5 5-190,-11-15-1634,-13-14-1569,-2 2-3712,-1-4-1898</inkml:trace>
  <inkml:trace contextRef="#ctx0" brushRef="#br0" timeOffset="301.194">1 829 9354,'0'0'4370,"0"0"-1542,0 0-1360,0 0-415,0 0 520,0 0-185,22 0-226,283-21 643,-183 1-1211,148-20 900,-91 33-3920,-150 10-1749,-11 4-2214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1T13:42:19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0 591 7009,'0'0'4978,"0"0"-2365,0 0-1115,0 0-352,0 0 62,1-18 31,3-57-55,-4 75-1122,0 1 0,0-1-1,1 1 1,-1-1 0,0 0-1,1 1 1,-1-1 0,1 0 0,-1 1-1,0-1 1,1 0 0,-1 1-1,1-1 1,-1 0 0,1 0 0,-1 0-1,1 0 1,-1 1 0,0-1 0,1 0-1,-1 0 1,1 0 0,-1 0-1,1 0 1,-1 0 0,1 0 0,-1 0-1,1 0 1,-1 0 0,1 0-1,-1-1 1,1 1-62,3 294 1955,-2-288-1953,0-1 0,1 0 0,-1 0 0,1 0 0,0 0-1,1-1 1,-1 1 0,1-1 0,0 0 0,0 0 0,0 0 0,0 0 0,1-1-1,-1 1 1,1-1 0,0-1 0,0 1 0,0-1 0,1 1 0,-1-1-1,0-1 1,1 1 0,-1-1 0,1 0 0,0 0 0,-1-1 0,1 0-1,0 0 1,-1 0 0,1-1 0,0 1 0,-1-1 0,1-1 0,-1 1 0,1-1-1,-1 0 1,2-1-2,32 2 5,-5 1-104,157-22-1989,-163-2-2274,-19 1-1731,-8 4-1991</inkml:trace>
  <inkml:trace contextRef="#ctx0" brushRef="#br0" timeOffset="279.412">400 489 7578,'0'0'660,"0"0"1786,0 0 89,0 0-312,0 0-445,0 0-190,-19-11-156,7 3-1213,11 6-193,1 1-1,-1-1 0,0 0 1,0 1-1,0-1 0,-1 1 1,1-1-1,0 1 0,0 0 1,-1 0-1,1-1 0,-1 1 1,1 0-1,-1 0 1,0 0-1,1 0 0,-1 1 1,0-1-1,1 0 0,-1 1 1,0-1-1,0 1 0,0 0 1,0-1-1,1 1 0,-1 0 1,0 0-1,0 0 1,0 0-1,0 1 0,0-1 1,1 0-1,-1 1 0,0 0 1,0-1-1,1 1 0,-1 0 1,0 0-1,1 0 0,-1 0 1,0 0-1,1 0 1,0 0-1,-1 0 0,1 1 1,0-1-1,-1 1 0,1-1 1,0 1-1,0-1 0,0 1 1,1-1-1,-1 1 1,0 0-1,0 0 0,1-1 1,-1 1-1,1 0 0,0 0 1,0 0-1,-1 0 0,1 0 1,0 0-26,2 72 606,2 0 0,4 0 0,2 0 0,4-2 0,4 1 0,19 52-606,-36-124-48,42 78 36,10-69-6550,-35-23 582</inkml:trace>
  <inkml:trace contextRef="#ctx0" brushRef="#br0" timeOffset="584.797">319 1 9778,'0'0'4428,"0"0"-2086,0 0-947,0 0-65,0 0 125,0 0-566,6 27-269,26 81 109,4-2 1,4-1-1,33 55-729,-36-91 125,-4 1-1,-3 2 1,-3 1-1,-3 1 1,-3 1 0,-4 1-1,-3 0 1,-3 1-1,-4 1 1,-2 19-125,-11-72-70,0-1 0,-2 1-1,-1-1 1,0 0 0,-2-1 0,-1 0 0,-1-1 0,0 0 0,-2-1 0,-1-1 0,0 0-1,-1-1 1,-1-1 0,-3 1 70,-40 39-2353,20-24-2686,11-12-4248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1T13:42:28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96 8410,'0'0'7099,"0"0"-4189,0 0-1065,0 0 384,11 20-53,59 151 644,-20 123-1033,-20-95-4359,-30-196-402,0-4-3160,0-3-3508</inkml:trace>
  <inkml:trace contextRef="#ctx0" brushRef="#br0" timeOffset="271.81">1 521 5881,'0'0'7387,"0"0"-4464,0 0-1685,0 0-10,0 0 713,0 0-173,11-5-638,40-16-533,1 4-1,1 1 1,1 3 0,0 2 0,20 0-597,142-31 418,-112 2-4130,-63 19-3887</inkml:trace>
  <inkml:trace contextRef="#ctx0" brushRef="#br0" timeOffset="810.237">1241 62 5761,'0'0'10434,"0"0"-6295,0 0-2632,0 0-716,0 0 155,0 0 159,14-7-453,100-48-115,-150 74-538,2 1-1,0 2 0,2 1 1,0 1-1,2 2 1,1 1-1,0 2 0,3 1 1,0 0-1,-19 33 2,39-57 14,1 1-1,-1 0 0,2 0 1,-1 0-1,1 0 0,0 1 1,1-1-1,-1 1 1,2 0-1,-1 0 0,1 1 1,0-1-1,1 0 0,0 1 1,0-1-1,1 1 1,0-1-1,0 1 0,1-1 1,0 0-1,1 1 0,-1-1 1,2 0-1,-1 0 1,1 0-1,1 0 0,-1 0 1,1-1-1,0 1 0,1-1 1,0 0-1,0-1 1,1 1-14,27 10 206,0-2 1,1-1-1,0-2 1,1-1 0,0-2-1,1-2 1,-1 0 0,2-3-1,-1-1 1,0-2-1,1-1 1,-1-2 0,16-3-207,40 3 658,-41 2-260,-27 0-6600,-24 0-1865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1T13:42:25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1454 4481,'0'0'6463,"0"0"-3001,0 0-1236,0 0-338,0 0 166,0 0-309,3-4-687,14-20-986,-1 0 0,-1-1-1,-1 0 1,-2-1 0,0-1 0,-2 0 0,-1-1-1,-1 0 1,-1 0 0,-2 0 0,-1-1 0,1-18-72,-3 12-8,-2 0 1,-1 0 0,-1 0-1,-2 0 1,-2 0 0,-1 1 0,-1-1-1,-2 2 1,-7-14 7,-19-31 152,-5 2 1,-2 1-1,-4 2 0,-2 3 1,-43-46-153,64 99 515,24 59-98,4-31-493,6 99 578,4-1 1,6-1-1,3 0 0,6-1 0,4-2 1,15 26-503,-9-44 104,5-1 0,3-3 1,3-1-1,9 5-104,-52-82-1,7 10-166,17 47-2987,-45-66-8496,5-13 5826</inkml:trace>
  <inkml:trace contextRef="#ctx0" brushRef="#br0" timeOffset="457.695">552 1213 5249,'0'0'10080,"0"0"-6572,0 0-2465,0 0-85,0 0 298,0 0-302,10 22-524,62 156-99,-40-118-912,-32-89-2016,0 9 2377,-2 5 198,1 0 0,0-1 0,1 1 0,0 0 1,1-1-1,1 1 0,1 0 0,0 0 0,1 0 1,1 0-1,0 1 0,1 0 0,0 0 0,1 0 1,1 1-1,0 0 0,0 0 0,2 1 0,2-3 22,-11 13 16,1 1 0,0-1 0,0 0-1,-1 1 1,1-1 0,0 1-1,0 0 1,0 0 0,0 0 0,0 0-1,1 0 1,-1 0 0,0 0 0,0 1-1,1-1 1,-1 1 0,0 0 0,1-1-1,-1 1 1,0 0 0,1 0 0,-1 1-1,0-1 1,1 0 0,-1 1 0,0 0-1,1-1 1,-1 1 0,0 0 0,0 0-1,0 0 1,0 0 0,0 1 0,0-1-1,0 0 1,0 1 0,0 0 0,-1-1-1,1 1 1,-1 0 0,1 0 0,-1 0-1,0 0 1,0 0 0,0 0 0,0 0-1,0 0 1,0 1-16,40 122 1961,-37-109-1702,-5-7-231,1 0 1,1-1 0,0 1-1,0-1 1,0 1 0,1-1-1,1 1 1,-1-1 0,1 0 0,1 0-1,-1 0 1,1-1 0,1 1-1,-1-1 1,1 0 0,1 0-1,-1 0 1,1-1 0,0 0-1,1 0 1,-1-1 0,1 0 0,0 0-1,1 0 1,-1-1 0,1 0-1,0 0 1,0-1 0,0 0-1,0 0 1,1-1 0,-1 0-1,0-1 1,1 0 0,4 0-29,42-18-1927,-21-2-2317,1-10-5527</inkml:trace>
  <inkml:trace contextRef="#ctx0" brushRef="#br0" timeOffset="1116.488">1355 266 8770,'0'0'2582,"0"0"846,0 0-1703,0 0-888,0 0-212,0 0 199,4 10 609,153 503 4696,-68-197-4827,-39-189-939,13 74-270,-62-186-387,-2-15-5821,-1-26-3003,2 1 2431</inkml:trace>
  <inkml:trace contextRef="#ctx0" brushRef="#br0" timeOffset="1461.567">1770 574 3697,'0'0'7893,"0"0"-4506,0 0-1663,0 0-98,19 23 310,130 146 1050,-100-113-1880,-27-23-834,2-2 0,1-1-1,2-1 1,1-1 0,1-2 0,1 0-1,1-2 1,1-2 0,1-1-1,1-1 1,1-2 0,0-1 0,2-2-1,21 6-271,-2-25-1894,-42-32-5852,-13 8 453</inkml:trace>
  <inkml:trace contextRef="#ctx0" brushRef="#br0" timeOffset="1762.472">2291 501 5905,'0'0'8721,"0"0"-5745,-10 27-1483,-72 191 2038,-144 281-752,213-431-3467,53-68-10777,-21-12-891</inkml:trace>
  <inkml:trace contextRef="#ctx0" brushRef="#br0" timeOffset="2245.723">2689 0 6753,'0'0'6598,"0"0"-3618,0 0-1399,0 0-357,0 0 144,0 0-130,-3 12-374,-3 42-310,2 1-1,2-1 0,3 0 1,2 1-1,2-1 1,3-1-1,2 1 1,9 22-555,-10-29 236,29 120 656,7-1-1,37 79-890,-73-218-1103,26 71 2991,-28-71-5803,-5-7-5523,-2-35 23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1T13:42:56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10409 1837 1344,'0'0'4856,"0"0"-3376,0 0-331,0 0 2270,0 0-905,0 0-1015,3-12 1072,-5 91 2,2-47-1366,-1-41 1349,1 6-2548,1 0-1,-1-1 1,0 1 0,1 0-1,0 0 1,0 0-1,0 0 1,0 0 0,0 0-1,0 1 1,1-1 0,-1 0-1,1 0 1,0 1-1,0 0 1,0-1 0,0 1-1,1 0 1,-1 0-1,0 0 1,1 0 0,0 0-1,-1 0 1,1 1 0,0 0-1,0-1 1,0 1-1,0 0-7,48-31-40,-50 32-1,-1 0-139,0 0-373,0 0-981,-3 0-4479,-16 0 2885,-51 13-1101,65-11 4621,0 1 0,0-1 1,1 1-1,-1 0 1,1 0-1,0 1 0,0-1 1,0 1-1,1 0 1,-1 0-1,1 1 1,0-1-1,0 1 0,0-1 1,1 1-1,-1 0 1,1 0-1,0 0 0,1 0 1,-1 0-1,1 0 1,0 1-1,1-1 0,-1 0 1,1 1-1,0-1 1,0 5-393,0 9 934,-1-14-822,0-1 1,0 1-1,1 0 0,-1-1 1,1 1-1,0 0 1,0-1-1,1 1 1,0 0-1,-1-1 1,2 1-1,-1 0 1,0-1-1,1 0 0,0 1 1,0-1-1,0 0 1,1 0-1,-1 0 1,1 0-1,0 0 1,0-1-1,0 1 0,0-1 1,1 0-1,0 0 1,2 2-113,35-37 329,-35 30-381,1 1 0,0-1 0,0 1 0,0 0 0,0 1 0,0-1 0,0 2 0,0-1 0,0 1 0,-1 0 0,1 0 0,0 1 0,0-1 0,-1 2 0,1-1 0,-1 1-1,1 0 1,-1 0 0,0 1 0,0 0 0,-1 0 0,1 0 0,-1 1 0,0-1 0,0 1 0,0 1 0,-1-1 0,0 1 0,0-1 0,0 1 0,-1 0 0,1 1 0,-2-1 0,1 1 0,-1-1 0,0 1 0,0 0 0,-1-1-1,1 1 1,-1 4 52,-5-5-2,1-1 0,-1 0 0,0 0 0,-1 0 0,1-1 0,-1 1 0,0-1-1,0 0 1,0 0 0,-1-1 0,1 0 0,-1 0 0,0 0 0,0 0-1,0-1 1,0 0 0,0 0 0,-1-1 0,1 0 0,0 0 0,-1 0 0,1-1-1,-7 0 3,4 1 43,-125 15-477,199-54-13855,-24 13 7631</inkml:trace>
  <inkml:trace contextRef="#ctx0" brushRef="#br0" timeOffset="285.87">11110 1692 6177,'0'0'1890,"0"0"4317,0 0-3703,0 0-1444,-6 27 374,-54 173 1948,-103 116-1976,157-297-1345,5-20-564,1 1-1,0 0 0,0 0 0,0 0 1,-1 0-1,1 0 0,0 0 0,0 0 1,-1-1-1,1 1 0,0 0 0,0 0 1,0 0-1,-1 0 0,1 0 0,0 0 1,0 0-1,-1 0 504,1-19-5892</inkml:trace>
  <inkml:trace contextRef="#ctx0" brushRef="#br0" timeOffset="609.641">10824 1782 4537,'0'0'3425,"0"0"2333,0 0-3415,0 0-1124,5 21 300,3 10-733,1 0 0,1-1-1,2 0 1,1-1 0,1-1-1,2 0 1,11 16-786,-16-31 25,0 0 0,0 0 0,1-1 0,1-1 0,0 0 0,0-1 0,1 0 0,1-1 0,-1-1 0,1 0 0,16 5-25,-18-40-12465,-13 19 10216,-2-18-5701</inkml:trace>
  <inkml:trace contextRef="#ctx0" brushRef="#br0" timeOffset="939.132">11205 1445 7009,'0'0'1521,"0"0"1960,0 0-1177,0 0-504,0 0-26,0 0-84,27-6 1136,62 7-1005,2 0-4468,-82-2-843,-1-6-2500</inkml:trace>
  <inkml:trace contextRef="#ctx0" brushRef="#br0" timeOffset="1380.601">11543 1255 3225,'0'0'4251,"0"0"520,0 0-1901,0 0-1434,0 0-556,0 0-20,7-3-74,8-2-658,1 1 0,-1 1 1,1 0-1,-1 1 0,1 1 1,0 0-1,0 1 0,-1 1 0,1 1 1,6 1-129,-20-1 31,0 1 0,0-1 0,-1 1 0,1 0 1,-1 0-1,0-1 0,0 1 0,0 0 0,0 0 0,0 0 1,0 0-1,-1 0 0,0 0 0,1 1 0,-1-1 0,0 0 1,-1 0-1,1 0 0,0 0 0,-1 0 0,0 0 0,0 0 1,0 0-1,0 0 0,0 0 0,0 0 0,-1-1 0,1 1 1,-1 0-1,0-1 0,0 1 0,0-1 0,0 0 0,0 0 1,-2 2-32,-58 102 1730,60-103-1710,1 0 0,0 1 1,1-1-1,-1 0 0,0 0 0,1 1 0,0-1 0,0 0 0,0 1 0,0-1 1,0 0-1,1 1 0,-1-1 0,1 0 0,0 0 0,0 1 0,0-1 1,0 0-1,1 0 0,-1 0 0,1 0 0,0-1 0,0 1 0,0 0 1,0-1-1,0 1 0,1-1 0,-1 0 0,1 0 0,-1 0 0,1 0 0,0 0 1,0 0-1,2 0-20,1 2 9,0 0 0,1-1 0,-1 0 1,1 0-1,0-1 0,0 0 0,0 0 0,0 0 1,0-1-1,0 0 0,0 0 0,1-1 1,-1 0-1,0 0 0,0-1 0,1 0 0,-1 0 1,0-1-1,0 0 0,0 0 0,-1-1 0,3 0-9,40-27-3178,-17 11-1972,-9 8-2046</inkml:trace>
  <inkml:trace contextRef="#ctx0" brushRef="#br0" timeOffset="1867.953">12113 1833 7786,'0'0'1439,"0"0"4144,0 0-2775,0 0-1669,0 0-67,0 0 495,-19 20-235,-59 67-528,76-83-770,0 0 0,1-1 0,-1 1 0,1 0-1,-1 0 1,1 0 0,1 0 0,-1 0 0,0 0 0,1 0-1,0 0 1,0 0 0,0 0 0,0 1 0,1-1-1,0 0 1,0 0 0,0 0 0,0-1 0,0 1 0,1 0-1,0 0 1,-1-1 0,2 1 0,-1-1 0,0 1-1,1-1 1,-1 0 0,1 0 0,0 0 0,0 0 0,0 0-1,0-1 1,1 0 0,-1 1 0,1-1 0,-1-1-1,1 1 1,0 0 0,0-1 0,0 0 0,1 1-34,6 3-20,0 0 1,0-1 0,0 0 0,1 0 0,0-1-1,0-1 1,0 0 0,0-1 0,0 0-1,0-1 1,0 0 0,8-2 19,-16-1-26,0 0 0,0 0 0,-1-1 0,1 1 0,-1-1 0,0 0 0,0 0 0,-1 0 0,1-1 0,-1 1-1,0-1 1,0 1 0,0-1 0,-1 0 0,1 1 0,-1-1 0,0 0 0,-1 0 0,1 0 0,-1 0 0,0 0 0,0 0 0,-1 0 0,1 0 0,-1 0 0,0 0 0,0 1 0,-1-2 26,1-14-50,2 15 70,0 1 0,-1-1 1,0 1-1,0-1 0,0 1 0,0-1 0,-1 1 0,1 0 1,-1-1-1,0 1 0,-1 0 0,1-1 0,-1 1 1,0 0-1,0 0 0,0 0 0,0 0 0,-1 1 0,0-1 1,1 1-1,-1-1 0,-1 1 0,1 0 0,0 0 0,-1 0 1,1 1-1,-1-1 0,0 1 0,0 0 0,0 0 0,0 0 1,0 0-1,-1 1 0,1 0 0,0 0 0,-1 0 0,1 0 1,-1 1-1,1 0 0,-4 0-20,5-1-11,0 1-1,0 0 1,0-1-1,0 1 1,0 1-1,0-1 1,0 0-1,0 1 1,0-1 0,0 1-1,0 0 1,0 0-1,1 0 1,-1 1-1,0-1 1,1 0-1,-1 1 1,1 0 0,-1 0-1,1 0 1,0 0-1,0 0 1,0 0-1,0 0 1,0 1-1,0-1 1,0 1 0,1-1-1,-1 1 1,1 0-1,0-1 1,0 1-1,0 0 1,0 0 0,1 0-1,-1 0 1,1 0-1,-1 1 12,29 43-3696,27-26-3886,-10-13-3853</inkml:trace>
  <inkml:trace contextRef="#ctx0" brushRef="#br0" timeOffset="2184.071">12139 1368 6385,'0'0'1974,"0"0"4094,0 0-3502,0 0-1733,0 0-508,0 0-81,15 11 230,-8-6-373,1 1 91,1 1 1,-1-1-1,0 2 1,0-1 0,0 1-1,-1 0 1,-1 1-1,0 0 1,0 0-1,0 0 1,-1 0 0,2 5-193,10 42 1166,-1 1 0,-3 1 1,-3-1-1,2 46-1166,2 5 340,32-7-485,-15-88-2322,9-19-3489,-20-9-1016</inkml:trace>
  <inkml:trace contextRef="#ctx0" brushRef="#br0" timeOffset="2465.218">12528 1707 7642,'0'0'4633,"0"0"-973,0 0-2347,0 0-502,0 0 574,20 7 300,159 78 1577,-13 65-2361,-130-130-2020,12-48-5749,-36 3 1678</inkml:trace>
  <inkml:trace contextRef="#ctx0" brushRef="#br0" timeOffset="2768.927">12886 1588 9554,'0'0'1896,"0"0"3978,0 0-4866,0 0 496,0 0 873,-114 136-273,77-84-720,0 5-687,4-3-305,3-4-272,6-2 16,8-8-136,4-2-8,8-7-624,4-1-1313,0-7-4112,0-9-7314</inkml:trace>
  <inkml:trace contextRef="#ctx0" brushRef="#br0" timeOffset="12441.279">10495 3531 7602,'0'0'74,"0"0"748,0 0 2492,0 0-1208,0 0-975,0 0-177,-15-2 84,-51-3-14,60 5-893,0 0 0,0 1-1,0 0 1,0 0 0,1 0 0,-1 1-1,0-1 1,1 1 0,-1 1-1,1-1 1,-1 1 0,1 0 0,0 0-1,0 1 1,1-1 0,-1 1 0,1 0-1,0 1 1,0-1 0,0 1 0,0-1-1,1 1 1,0 0 0,0 0-1,0 1 1,1-1 0,-1 1 0,1-1-1,1 1 1,-1 0 0,1 0 0,0-1-1,0 1 1,1 0 0,0 0-1,0 0 1,0 0 0,1 1-131,1 18 208,2 0-1,1 0 1,2-1-1,0 1 1,1-1 0,1-1-1,2 0 1,0 0 0,1-1-1,4 3-207,26 56 302,-11-18-261,-3 2 0,-2 1 0,-4 2 0,-2 0 0,-4 1 0,-2 0 0,-3 1 0,-4 1 0,-2 9-41,-3-67 6,-1 0 0,0 0 0,-1 0 0,0 0 0,-1 1 0,0-1 0,-2 0 0,1-1 0,-1 1 0,-1 0 0,0-1 0,-1 1 0,0-1 0,-1-1 0,-1 1 0,0-1 0,0 0 0,-1 0 0,0-1 0,-1 0 0,0-1 0,0 0 0,-1 0 0,-3 1-6,-5 1 18,-1-2 0,0 0 0,0-1 0,-1-1 0,0-1 0,0-1-1,-1 0 1,1-2 0,-1 0 0,0-2 0,0 0 0,-1-1-18,3-7-1660,18-13-3476,1 15 3789,2-15-5551</inkml:trace>
  <inkml:trace contextRef="#ctx0" brushRef="#br0" timeOffset="15122.412">12407 4140 7810,'0'0'2360,"0"0"2951,0 0-2667,0 0-1554,-21 13 25,-62 45 270,79-52-1260,-1 0-1,1 0 0,0 0 1,1 1-1,-1-1 0,1 1 1,1 0-1,-1 0 1,1 0-1,0 0 0,1 0 1,0 1-1,0-1 0,0 0 1,1 1-1,0-1 0,1 0 1,-1 1-1,1-1 1,2 5-125,-3-6 46,3 1-29,-1 0 0,1 0-1,1 0 1,-1 0 0,1-1-1,0 0 1,1 0 0,-1 0 0,1 0-1,0-1 1,1 1 0,-1-1-1,1-1 1,0 1 0,0-1 0,1 0-1,-1 0 1,1-1 0,0 0-1,0 0 1,0 0 0,0-1 0,0 0-1,1-1 1,-1 0 0,1 0-1,-1 0 1,1-1 0,-1 0 0,1-1-1,-1 1 1,8-3-17,-12 3-13,0 0 0,0-1 0,1 0 0,-1 0 0,0 0 0,0 0 0,0 0 0,0-1 0,0 1 0,0-1 0,-1 0 0,1 0 0,-1 0 0,1 0-1,-1 0 1,1 0 0,-1-1 0,0 1 0,0-1 0,0 0 0,-1 1 0,1-1 0,-1 0 0,1 0 0,-1 0 0,0 0 0,0 0 0,0-1 0,0 1 0,-1 0 0,0 0 0,1-1 0,-1 0 13,-7-117-378,6 110 380,-1 0 1,0 1-1,-1 0 1,-1 0-1,0 0 1,0 0-1,0 0 0,-1 1 1,-1 0-1,0 0 1,0 0-1,-1 1 1,0 0-1,0 0 1,-1 1-1,1 0 1,-2 0-1,1 1 1,-1 0-1,0 0 1,0 1-1,-1 0 0,0 1 1,0 0-1,0 0 1,-3 0-3,10 5-79,-1 0-1,0 0 1,1 0 0,0 0-1,-1 0 1,1 1 0,0 0-1,0-1 1,0 1 0,0 0 0,0 1-1,0-1 1,0 0 0,1 1-1,-1 0 1,1 0 0,0-1 0,0 1-1,0 0 1,0 1 0,0-1-1,1 0 1,-1 0 0,1 1 0,0-1-1,0 1 1,0-1 0,1 1-1,-1 0 1,1-1 0,0 1 0,0-1-1,0 1 1,0 0 0,1-1-1,-1 1 1,1-1 0,0 1-1,0-1 1,1 1 0,-1-1 0,0 0-1,1 1 1,1 1 79,27 46-4490,8-11-1809</inkml:trace>
  <inkml:trace contextRef="#ctx0" brushRef="#br0" timeOffset="15452.756">12528 3581 6953,'0'0'5670,"0"0"-2895,0 0-1551,0 0-170,0 0 211,0 0 129,-10-10 46,8 90 357,7-14-1406,2 0 0,3 0 0,4-1 0,2-1 0,2 0 0,4-1 0,2-1 0,7 5-391,-30-64-27,5 15-213,2 0 0,0-1-1,1 0 1,0 0 0,2-1 0,0 0-1,0-1 1,2 0 0,0-1 0,2 1 240,3-8-3614,-5-18-3628,-8-6-1868</inkml:trace>
  <inkml:trace contextRef="#ctx0" brushRef="#br0" timeOffset="15737.184">12830 3906 8130,'0'0'3331,"0"0"467,0 0-2388,0 0-665,0 0 300,13 25 366,79 153 746,-83-154-1994,1-1-1,1-1 0,1 0 0,1-1 1,0 0-1,2-1 0,1 0 0,0-2 0,1 0 1,1 0-1,1-2 0,0 0 0,1-1 1,20 11-163,32-22-1243,-32-28-4568,-23 1 321</inkml:trace>
  <inkml:trace contextRef="#ctx0" brushRef="#br0" timeOffset="15991.864">13268 3914 6209,'0'0'9722,"0"0"-7793,0 0-505,-79 115 72,41-58-375,-6 3-41,-2 5-520,-3 2-288,0 0-176,5-4-96,-1 2-80,13-17-2112,16-14-4890</inkml:trace>
  <inkml:trace contextRef="#ctx0" brushRef="#br0" timeOffset="12910.151">10973 3853 6769,'0'0'1407,"0"0"1827,0 0-1062,0 0-27,9 21-351,59 142 1397,-63-146-2805,118 291 2314,-117-295-2694,2 0 0,0-1 0,0 0 0,1 0 0,0-1 0,1 0 0,0 0 0,1-1 0,0-1 0,1 0 0,0 0 0,0-1 0,1-1 0,0 0 0,0-1 0,1 0 0,0-1 0,0 0 0,0-1 0,15 1-6,4-5-1146,-21-24-5629,-12 3 660</inkml:trace>
  <inkml:trace contextRef="#ctx0" brushRef="#br0" timeOffset="13216.914">11268 3910 9674,'0'0'1708,"0"0"2625,0 0-2388,0 0-1224,0 0 11,-11 23 737,-67 162 790,-32 187-943,108-365-1347,1-5-79,0-1 0,0 1-1,0-1 1,0 1 0,0 0 0,1-1 0,-1 1 0,1 0 0,-1-1-1,1 1 1,-1 0 0,1 0 0,0 0 0,0-1 0,0 1 0,0 0-1,0 0 1,0 0 0,0-1 0,1 1 0,-1 0 0,1 0 0,-1-1-1,1 1 1,0 0 0,-1-1 0,1 1 0,0-1 0,0 1 0,0-1 0,0 1-1,1-1 1,-1 1 0,0-1 0,0 0 0,1 0 0,-1 0 0,1 0-1,-1 0 1,1 0 0,0 0 0,-1-1 0,1 1 0,0 0 0,-1-1-1,1 1 1,2-1 110,17 0-5410</inkml:trace>
  <inkml:trace contextRef="#ctx0" brushRef="#br0" timeOffset="13868.658">11431 3468 3809,'0'0'2724,"0"0"-1039,0 0 1482,0 0-1585,0 0-621,0 0 312,0 3 3073,4-51-3403,4 77-673,-7-11 58,-1 0-144,0 0 0,1-1 1,1 1-1,1-1 0,0 1 1,1-1-1,1 0 0,1 0 1,0-1-1,1 1 0,1-1 0,0-1 1,10 13-185,-5-19-728,-3-7-6559,-7-2 1436</inkml:trace>
  <inkml:trace contextRef="#ctx0" brushRef="#br0" timeOffset="14168.976">11457 3803 6873,'0'0'5066,"0"0"-1954,0 0-1551,0 0-745,0 0-72,0 0 72,146-27-120,-85 16 8,-1-1-240,-8 3-223,-10 1-169,-14 4-72,-26 0-1505,-2 2-4072,-5 2-5161</inkml:trace>
  <inkml:trace contextRef="#ctx0" brushRef="#br0" timeOffset="14541.455">11580 4000 6425,'0'0'2304,"0"0"3569,0 0-3271,0 0-1755,0 0-155,0 0 295,20 0 358,103-11-1641,-121 14 291,-1 0 0,0 0 0,0-1 0,0 1 0,-1 0 0,1 0 0,-1 0 0,1 0 0,-1 0 0,0 0-1,0 0 1,-1 0 0,1 0 0,0 0 0,-1 0 0,0 0 0,0-1 0,0 1 0,0 0 0,0 0 0,0-1 0,-1 1 0,1-1 0,-1 1 0,0-1 0,0 1 0,1-1-1,-2 0 1,1 0 5,-20 26 139,-30 69 756,53-95-866,1 0-1,-1-1 1,1 1 0,0 0-1,-1-1 1,1 0 0,0 1 0,0-1-1,0 0 1,0 0 0,0 0-1,0 0 1,0-1 0,0 1 0,1 0-1,-1-1 1,0 0 0,0 1-1,1-1 1,-1 0 0,0 0-1,0 0 1,1-1 0,-1 1 0,0 0-1,0-1 1,3 0-29,4 0 82,7 1-15,0 0-1,0-2 1,0 0-1,-1 0 1,1-2-1,-1 0 1,0-1-1,0 0 1,0-1-1,-1-1 1,1 0-1,-2-1 1,2-2-67,52-61-3618,-56 54-1405,1 0-2474</inkml:trace>
  <inkml:trace contextRef="#ctx0" brushRef="#br0" timeOffset="-88978.993">9303 176 7210,'0'0'7165,"0"0"-4174,0 0-1616,0 0 16,0 0 378,0 0-201,-3-7-465,-14-22-508,16 28-588,1 1 1,-1 0 0,0-1-1,0 1 1,0 0 0,1 0-1,-1-1 1,0 1 0,0 0-1,1 0 1,-1 0 0,0 0-1,0 0 1,0 0 0,1 1-1,-1-1 1,0 0 0,0 0-1,0 0 1,1 1 0,-1-1-1,0 0 1,1 1 0,-1-1-1,0 1 1,1-1 0,-1 1-1,0-1 1,1 1 0,-1-1-1,1 1 1,-1 0 0,1-1-1,-1 1 1,1 0 0,0-1-1,-1 1 1,1 0 0,0-1-1,-1 1 1,1 0 0,0 0-1,0 0 1,0-1 0,0 1-1,0 0 1,0 0 0,0 0-8,-1 0 9,-17 102 206,21-100-216,0-1 0,0 0 0,1 0 0,-1 0 0,0 0 0,1 0 1,0-1-1,-1 1 0,1-1 0,0 0 0,-1-1 0,1 1 0,0 0 0,0-1 0,0 0 0,0 0 0,-1 0 1,1 0-1,0-1 0,0 0 0,0 0 0,-1 0 0,1 0 0,0 0 0,-1-1 0,1 1 0,-1-1 1,2-1-1,-1-2 30,0 0-1,0 0 1,-1-1-1,0 1 1,0-1-1,0 0 1,0 0-1,-1-1 1,0 1-1,-1 0 0,1-1 1,-1 1-1,0 0 1,-1-1-1,0 0 1,0 1-1,0-1 1,-1-3-29,0 8 31,0 1 1,0-1-1,0 1 0,-1-1 1,1 1-1,0-1 1,-1 1-1,1 0 1,-1 0-1,1 0 1,-1 0-1,1 0 1,-1 0-1,0 0 0,0 0 1,1 1-1,-1-1 1,0 0-1,0 1 1,0 0-1,0-1 1,0 1-1,0 0 1,0 0-1,0 0 0,1 0 1,-1 1-1,0-1 1,0 0-1,0 1 1,0 0-1,0-1 1,-1 2-32,-36 15-2508,34-7-3581,5-1-4196</inkml:trace>
  <inkml:trace contextRef="#ctx0" brushRef="#br0" timeOffset="-1392.84">9741 1433 5353,'0'0'2194,"0"0"1101,0 0-1605,0 0-969,0 0-199,0 0 521,-16-8 308,-55-21-486,66 29-768,-1 0-1,1 1 0,0 0 1,0 0-1,0 0 0,0 1 1,0 0-1,0 0 0,0 0 1,0 0-1,1 1 0,-1 0 1,1 0-1,0 0 0,0 0 1,0 1-1,0-1 0,1 1 1,-1 0-1,1 0 0,0 1 1,0-1-1,0 1 0,1-1 1,-2 4-97,-3 10 268,1-1 1,0 1-1,1 1 0,1-1 1,1 1-1,0 0 0,1 0 1,2 0-1,0 0 0,0 0 1,2 0-1,1-1 1,0 1-1,1 0 0,1-1 1,1 0-1,0 0 0,1 0 1,1-1-1,1 0 0,1-1 1,6 9-269,47 88 244,-37-74-165,-2 2-1,-2 0 0,-1 1 0,-2 2 1,-3 0-1,-1 0 0,-2 2 0,-2 0 0,-3 0 1,0 7-79,-5-39 11,0-1 0,-1 1 1,-1 0-1,0-1 1,-1 1-1,0 0 0,-1 0 1,-1 0-1,0-1 1,-1 1-1,0-1 1,-1 0-1,-1 0 0,0 0 1,-1 0-1,0-1 1,-1 0-1,0 0 0,-1-1 1,0 0-1,-1 0 1,0-1-1,0 0 0,-1 0 1,-1-1-1,0-1 1,-2 2-12,-10-2-24,1 0 0,-1-2 0,0 0 0,0-2 0,0-1 0,-1 0 0,0-2 0,1-1 0,-1 0 0,-13-3 24,35 3-94,0 0 1,0 0 0,0 0 0,0-1 0,-1 1-1,1 0 1,0-1 0,0 0 0,0 1 0,0-1-1,0 0 1,0 0 0,0 0 0,0 0 0,1 0 0,-1 0-1,0-1 1,1 1 0,-1-1 0,1 1 0,-1-1-1,1 0 1,0 1 0,-1-1 0,1 0 0,0 0-1,0 0 1,0 0 0,1 0 0,-1 0 0,0 0-1,1 0 1,-1 0 93,4-51-7659,11 15-1615</inkml:trace>
  <inkml:trace contextRef="#ctx0" brushRef="#br0" timeOffset="-2218.512">8614 2272 6145,'0'0'4921,"0"0"-1812,0 0-1451,0 0-523,0 0 250,0 0 518,6 9 1402,371-19-1733,-377 19-8645,-19-4 191</inkml:trace>
  <inkml:trace contextRef="#ctx0" brushRef="#br0" timeOffset="-1849.621">8521 2467 2577,'0'0'4542,"0"0"-349,0 0-1559,0 0-818,0 0-508,0 0 205,-3 4 375,1 14 689,38-18-976,-12-1-1441,37 2 162,135-10-824,-74-31-4603,-73 13-913,-6-1-5055</inkml:trace>
  <inkml:trace contextRef="#ctx0" brushRef="#br0" timeOffset="-20468.664">4361 15 6601,'0'0'630,"0"0"162,0 0 1577,0 0-441,0 0-638,0 0 87,-11-12 3782,4 11-5097,0 0 0,-1 1 0,1 0 0,0 0 0,0 1 0,0-1 0,0 2 1,0-1-1,0 1 0,0 0 0,1 0 0,-1 1 0,1 0 0,-1 0 0,1 1 0,0-1 0,0 2 1,0-1-1,1 0 0,0 1 0,0 0 0,0 0 0,0 1 0,1-1 0,-3 6-62,-4 4 106,0 0-1,2 1 1,0 1-1,1 0 1,0 0-1,1 0 1,2 1-1,-1 0 1,0 7-106,3 4 150,0-1 0,2 0 0,1 1 0,2-1 0,0 1 0,2-1 0,1 0 0,1 0 0,2-1 0,0 1 0,2-2 0,1 1 0,1-2 0,3 3-150,54 112 397,-31-69-262,-3 1 0,-3 2-1,-4 1 1,13 58-135,-36-111 71,-2-1 0,0 0 0,-2 1 0,0-1-1,-2 1 1,0 0 0,-1-1 0,-2 1 0,0-1 0,-1 0 0,-1 0-1,0-1 1,-5 6-71,7-15 42,-1-1 0,-1 0-1,0 0 1,0-1-1,-1 1 1,0-1 0,0-1-1,-1 1 1,0-1 0,-1-1-1,0 1 1,0-1-1,0-1 1,-1 0 0,0 0-1,0-1 1,-1 0 0,0-1-1,1 0 1,-1-1-1,-1 0 1,1-1 0,0 0-1,-1-1 1,-6 0-42,6-1-16,0 0 0,0-2 0,-1 1 1,1-1-1,0-1 0,1 0 0,-1-1 0,0 0 0,1-1 1,0 0-1,0-1 0,1 0 0,-1-1 0,1 0 0,1 0 1,-7-7 15,79-21-10715,-17 21 4095</inkml:trace>
  <inkml:trace contextRef="#ctx0" brushRef="#br0" timeOffset="-16535.929">5053 482 7298,'0'0'1073,"0"0"2313,0 0-455,0 0-774,0 0-862,0 0-295,-1-9 186,-41 188 1906,-62 158-1905,73-296-2719,-3-33-4811,13-7 383</inkml:trace>
  <inkml:trace contextRef="#ctx0" brushRef="#br0" timeOffset="-16238.516">4780 576 6977,'0'0'1206,"0"0"2754,0 0-1937,0 0-1163,0 0 225,0 0 76,21 22-68,4 3-763,81 119 1361,-85-98-1315,-13-25-202,0 0 0,1 0-1,2 0 1,0-1 0,1-1 0,1 0-1,0-1 1,2 0 0,0-1 0,1-1-1,1 0 1,0-1 0,18 12-174,33-17-2850,-9-41-4648,-37 1-4375</inkml:trace>
  <inkml:trace contextRef="#ctx0" brushRef="#br0" timeOffset="-15680.465">5216 220 6705,'0'0'4833,"0"0"-3048,0 0-640,23-2 105,174-6 922,-194 11-2133,0-1-1,-1 1 1,1 0-1,-1 0 1,0 0-1,0 0 1,0 0-1,0 0 1,-1 0-1,1 1 1,-1-1-1,0 1 0,0-1 1,0 1-1,0-1 1,0 1-1,-1 0 1,0-1-1,0 1 1,0 0-1,0-1 1,0 1-1,-1 0 0,0-1 1,1 1-1,-1-1 1,-1 1-1,1-1 1,0 1-1,-1-1 1,0 0-1,0 0 1,0 0-1,0 0 1,0 0-1,-1 0 0,-1 2-38,-31 41 887,64-58-257,-28 11-636,1-1 1,-1 1 0,1 0 0,0 0-1,0 0 1,-1 0 0,1 1-1,0-1 1,0 0 0,0 1-1,0-1 1,0 1 0,0 0-1,0 0 1,0 0 0,0-1-1,0 2 1,0-1 0,0 0-1,-1 0 1,1 1 0,0-1 0,0 1-1,0-1 1,0 1 0,0 0-1,-1 0 1,1 0 0,0 0-1,-1 0 1,1 0 0,0 1-1,-1-1 1,0 0 0,1 1-1,-1-1 1,0 1 0,0-1 0,1 1-1,-1 0 1,-1 0 0,1-1-1,0 1 1,0 0 0,-1 0-1,1 0 1,-1 0 5,26 99-20,-107-45 635,-12-7-531,120-32-4425,-26-17 4092,29 1-5082</inkml:trace>
  <inkml:trace contextRef="#ctx0" brushRef="#br0" timeOffset="-15344.703">5863 610 6665,'0'0'3310,"0"0"347,0 0-1552,0 0-824,-4 24-182,-11 180 1147,18-198-2222,1 1 1,-1-1-1,1 1 1,1-1-1,-1 0 1,1 0-1,0-1 0,0 0 1,0 1-1,1-2 1,0 1-1,0-1 0,0 0 1,1 0-1,-1 0 1,1-1-1,0 0 1,0-1-1,0 1 0,0-1 1,0-1-1,1 1 1,-1-1-1,0-1 1,1 1-1,-1-1 0,1 0 1,-1-1-1,1 0 1,-1 0-1,0-1 0,6-1-23,-8 2-25,0 0 1,-1 0-1,1 0 1,0-1-1,0 0 1,0 0-1,-1 0 1,1 0-1,-1-1 1,0 1-1,0-1 1,0 0-1,0-1 1,0 1-1,-1-1 1,1 1-1,-1-1 1,0 0-1,0-1 1,0 1 0,-1 0-1,0-1 1,0 1-1,0-1 1,0 0-1,0 0 1,-1 1-1,0-1 1,0 0-1,-1 0 1,1 0-1,-1-5 24,1 0 3,-1 1 0,0-1 0,-1 1 0,0-1 0,0 1 0,-1 0 0,0-1 0,-1 1 0,0 0 0,0 0 0,-1 1 0,0-1 0,-1 1 0,1-1 0,-2 2 0,1-1 0,-3-2-3,1 4 44,0 1 0,0 0 1,0 0-1,-1 0 0,1 1 0,-1 1 0,0-1 0,-1 1 0,1 0 0,0 1 0,-1 0 0,1 0 0,-6 1-44,11 0-39,0 0-1,-1 1 1,1 0-1,0 0 1,-1 0-1,1 0 1,0 0 0,0 0-1,-1 1 1,1 0-1,0 0 1,0 0-1,0 0 1,0 0 0,0 1-1,0-1 1,0 1-1,0 0 1,1-1-1,-1 1 1,1 1 0,-1-1-1,1 0 1,0 1-1,0-1 1,0 1-1,0-1 1,0 1 0,0 0-1,1 0 1,-1 0-1,1 0 1,0 0-1,0 0 1,0 1 0,0 0 39,15 56-6339,8-39-1119</inkml:trace>
  <inkml:trace contextRef="#ctx0" brushRef="#br0" timeOffset="-15037.654">6017 275 9658,'0'0'2913,"0"0"287,0 0-1695,0 0-770,0 0 211,0 18 711,49 220 1393,67 65-2527,-115-298-1025,10 15-234,-5-15-2562,1-4-3554,-7-1 310</inkml:trace>
  <inkml:trace contextRef="#ctx0" brushRef="#br0" timeOffset="-14806.734">6340 545 8914,'0'0'3491,"0"0"-1388,4 18-312,53 141 2445,24-78-1152,75-2-2775,-113-72-1808,-1-9-3910,-18-3-521</inkml:trace>
  <inkml:trace contextRef="#ctx0" brushRef="#br0" timeOffset="-14589.047">6761 444 5705,'0'0'8306,"0"0"-5857,0 0-1273,0 0-144,0 0 1344,-104 157-847,94-94-313,6 0-712,1-7-144,3-5-360,0-14 72,-2-5-72,-5-9-136,-12-4-936,1-9-3721,-3-4-6249</inkml:trace>
  <inkml:trace contextRef="#ctx0" brushRef="#br0" timeOffset="-12914.744">6585 658 6161,'0'0'927,"0"0"-545,0 0-154,0 0-126,0 0 110,0 0 593,7-4 105,139-67 6743,-165 118-5511,-186 354 1420,168-308-3412,37-92-196,43-68-8100,-37 40 1890</inkml:trace>
  <inkml:trace contextRef="#ctx0" brushRef="#br0" timeOffset="-12536.47">6408 639 7986,'0'0'554,"0"0"1715,0 0-630,0 0 72,0 0-252,0 0-268,22 20-247,74 65-114,66-1 1462,-125-68-2115,-1 1 0,-1 2-1,0 1 1,-2 2 0,0 1-1,25 25-176,-28 10-1719,-30-57-140,0-2-1936,2-3-1493</inkml:trace>
  <inkml:trace contextRef="#ctx0" brushRef="#br0" timeOffset="-23492.866">8 2264 6329,'0'0'887,"0"0"8,0 0 1108,0 0-749,0 0-501,0 0-13,-7 10 978,8-7 2823,36-7-4341,-1-2 1,0 0-1,0-3 0,0-1 0,-2-2 0,1-1 1,15-9-201,21-6 130,880-365 171,-359 141 2126,329-82-2427,-670 246 216,-230 38 583,-21 49-789,0 1-4,0 0-42,0 0-151,0 14-5260,0-9 49,0-5-543</inkml:trace>
  <inkml:trace contextRef="#ctx0" brushRef="#br0" timeOffset="-13794.085">2820 1931 7530,'0'0'0,"142"-67"-1985</inkml:trace>
  <inkml:trace contextRef="#ctx0" brushRef="#br0" timeOffset="-11084.825">199 2369 6529,'0'0'690,"0"0"-373,0 0 26,0 0 820,0 0 91,0 0-374,5 0-73,171 52 4876,-94-38-5207,-1-4 0,2-3 0,-1-5-1,69-6-475,-11 2 629,48 4-282,-1 9 0,53 14-347,100 17 1414,167-7-1414,-463-34 63,134 4 351,0 8 0,102 22-414,-217-25 63,0-2-1,1-4 1,-1-2 0,29-5-63,244-31 1524,-233 30-2296,-263 45-290,214-71-1329,2-5-1835,2-3-2605</inkml:trace>
  <inkml:trace contextRef="#ctx0" brushRef="#br0" timeOffset="-10124.105">4892 1929 6449,'0'0'795,"0"0"248,0 0 2783,0 0-1505,0 0-1054,0 0-304,-10 0 89,-3 0-1102,9-1 253,-1 0 0,0 1-1,1 0 1,-1 0 0,0 0 0,0 1 0,1 0 0,-1-1 0,0 2-1,1-1 1,-1 0 0,1 1 0,-1 0 0,1 0 0,0 0-1,0 1 1,0-1 0,0 1 0,0 0 0,1 0 0,-1 1-1,1-1 1,0 1 0,-3 3-203,-4 15 225,1 1-1,1 0 1,1 0 0,1 1-1,1 0 1,1 0-1,2 1 1,0-1 0,1 1-1,2-1 1,0 0 0,1 1-1,2-1 1,1 0-1,0 0 1,2 0 0,1-1-1,0 0 1,2-1 0,1 0-1,4 6-224,238 424 772,-245-431-763,-1 0-1,0 0 0,-2 1 0,-1 0 1,0-1-1,-2 1 0,0 1 0,-2-1 1,0 0-1,-3 16-8,-2-24 45,0-1-1,0 1 1,-2-1 0,1-1-1,-2 1 1,1-1 0,-2 0-1,1-1 1,-2 0 0,0 0-1,0-1 1,-1 0 0,0-1-1,0 0 1,-1-1 0,0 0 0,-1-1-1,0 0 1,0-1 0,0-1-1,-1 0 1,0 0 0,0-2-1,0 0 1,0 0 0,0-1-1,-1-1 1,1 0 0,-1-1-1,0-1-44,-4 1-63,15 1-57,0 1 0,0-1 0,0 0 0,-1-1 0,1 1 0,0-1 0,0 0 0,-1 0 0,1 0 0,0-1 1,0 1-1,-1-1 0,1 0 0,0 0 0,0-1 0,0 1 0,0-1 0,0 0 0,1 0 0,-1 0 0,0 0 0,1-1 0,0 1 1,-1-1-1,1 0 0,0 0 0,1 0 0,-1-1 0,0 1 0,1-1 0,0 1 0,0-1 0,0 0 0,0 0 0,0-2 120,1-20-5381,1-1-2292</inkml:trace>
  <inkml:trace contextRef="#ctx0" brushRef="#br0" timeOffset="-7673.46">5516 2025 6281,'0'0'1691,"0"0"2053,0 0-1933,0 0-679,0 0 144,24 0-87,150 0 551,-193 0-1839,-137 16-323,151-14 437,0 0-1,1 0 1,-1 0-1,1 0 0,-1 1 1,1 0-1,0 0 1,0 0-1,0 0 1,1 0-1,-1 1 0,1 0 1,0 0-1,0 0 1,0 0-1,0 0 1,1 1-1,0-1 0,-1 1 1,2-1-1,-1 1 1,1 0-1,-1 0 0,1 0 1,1 0-1,-1-1 1,1 1-1,-1 1 1,1-1-1,1 0-14,-2-2 30,0-1 1,0 0-1,0 0 1,0 1-1,0-1 1,1 1-1,-1-1 1,1 0-1,0 1 0,0-1 1,0 1-1,0-1 1,0 1-1,0-1 1,1 1-1,-1-1 1,1 1-1,-1-1 0,1 0 1,0 1-1,0-1 1,0 0-1,1 0 1,-1 0-1,0 0 1,1 0-1,-1 0 0,1 0 1,0 0-1,0-1 1,-1 1-1,1 0 1,0-1-1,1 0 0,-1 1 1,0-1-1,0 0 1,0 0-1,1 0 1,-1-1-1,0 1 1,1 0-1,-1-1 0,1 0 1,-1 1-1,1-1 1,-1 0-1,1 0 1,-1 0-1,1-1 1,-1 1-1,0-1 0,1 1 1,-1-1-1,1 0 1,-1 0-1,0 0 1,1-1-31,10-5 10,-1-1 0,1 2 1,0 0-1,1 0 0,-1 1 0,1 1 1,0 0-1,0 1 0,1 0 1,-1 1-1,0 1 0,1 0 0,-1 1 1,7 1-11,-15 1-16,-1 1 0,0-1 0,0 1-1,0 0 1,0 0 0,-1 1 0,1-1 0,-1 1 0,0 0 0,0 0 0,0 1 0,0-1 0,-1 1 0,0 0 0,0 0-1,0 0 1,-1 0 0,0 0 0,1 0 0,-2 1 0,1-1 0,-1 1 0,0 0 0,0-1 0,0 1 0,-1 0 0,0-1-1,0 1 1,0 0 0,-1 0 0,0-1 0,0 1 0,0-1 0,-3 5 16,2-5-5,0 0 0,0-1 1,-1 1-1,0-1 0,0 1 0,0-1 0,0 0 0,-1 0 1,1-1-1,-1 1 0,0-1 0,0 0 0,-1 0 1,1 0-1,-1 0 0,1-1 0,-1 0 0,0 0 0,0 0 1,0 0-1,0-1 0,0 0 0,0 0 0,0 0 1,-1-1-1,-1 0 5,-84 7-7191,65-7 1257</inkml:trace>
  <inkml:trace contextRef="#ctx0" brushRef="#br0" timeOffset="-7378.178">5409 2593 4369,'0'0'9586,"0"0"-7394,0 0-1239,0 0 215,123 0-56,-44 0 160,15 0-519,8 0-193,5-9-224,0-1-96,-9-5 24,-12 3-144,-18-1-120,-22 5-40,-23-1-1344,-16 5-1585,-7 4-5833</inkml:trace>
  <inkml:trace contextRef="#ctx0" brushRef="#br0" timeOffset="-6901.397">6021 2907 6249,'0'0'1726,"0"0"1379,0 0-990,0 0-240,0 0-452,0 0-599,-18 16 18,-108 119 1186,-48 132-244,153-251-4985,-5-21-4673,12-7-726</inkml:trace>
  <inkml:trace contextRef="#ctx0" brushRef="#br0" timeOffset="-6598.702">5653 2951 5281,'0'0'6520,"0"0"-3541,0 0-1350,0 0-364,26 19-219,82 64 26,137 161 1277,-243-242-2527,0 0 0,1 0 0,-1 0 0,0-1 1,0 1-1,1-1 0,-1 1 0,1-1 0,-1 0 0,1 0 0,0 0 1,-1 0-1,1 0 0,0-1 0,0 1 0,-1-1 0,1 0 1,0 0-1,0 0 0,0 0 0,0 0 0,-1-1 0,1 1 0,0-1 1,0 0-1,-1 0 0,1 0 0,0 0 0,-1 0 0,1 0 1,0-2 177,7-14-6410</inkml:trace>
  <inkml:trace contextRef="#ctx0" brushRef="#br0" timeOffset="-6230.488">6105 2873 8010,'0'0'1429,"0"0"1643,0 0-1447,0 0-592,0 0-265,0 0-156,12-5-136,156-25 1071,-153 29-1376,-14 1-160,0-1 0,0 1 0,0-1 0,0 1 0,1 0 0,-1 0-1,0-1 1,0 1 0,0 0 0,1 0 0,-1 0 0,0 0 0,0 0-1,0 1 1,1-1 0,-1 0 0,0 0 0,0 1 0,0-1 0,0 1-1,0-1 1,0 1 0,0 0 0,0-1 0,0 1 0,0 0 0,0-1-1,0 1 1,0 0 0,0 0 0,-1 0 0,1 0 0,0 0 0,-1 0-1,1 0 1,0 0 0,-1 0 0,0 0 0,1 1 0,-1-1 0,0 0-1,1 0 1,-1 0 0,0 0 0,0 2-11,-1 4 109,-1 1 0,0-1 0,0 0 0,-1 1 0,1-1 0,-2 0 0,1 0 0,-1-1 0,0 1 0,0-1 0,-1 0 0,0 0 0,0 0 0,0-1 0,-1 0 0,0 0 0,-2 1-109,-56 77 2072,64-80-2039,0-1 0,1 0-1,0 1 1,-1-1 0,1 0 0,0 0 0,0 0 0,0 0 0,0 0-1,1 0 1,-1 0 0,1 0 0,-1 0 0,1-1 0,-1 1-1,1-1 1,0 1 0,0-1 0,0 1 0,0-1 0,0 0-1,0 0 1,0 0 0,0 0 0,0 0 0,0-1 0,1 1-1,-1-1 1,0 1 0,1-1 0,-1 0 0,0 0 0,1 0-1,-1 0 1,0 0 0,1-1 0,-1 1 0,0-1 0,0 1 0,1-1-1,-1 0 1,0 0 0,0 0 0,2-1-33,11 1 105,109-17 49,-118-10-8109,-6 20 3666,0-5-4711</inkml:trace>
  <inkml:trace contextRef="#ctx0" brushRef="#br0" timeOffset="-5726.613">6789 2379 6449,'0'0'751,"0"0"-87,0 0 1338,0 0 591,0 0-564,0 0-244,-2 15 22,0-5-1602,-1-1 30,0 0 1,1 0-1,0 0 1,1 0-1,0 0 1,0 0-1,1 0 1,0 0-1,1 0 1,0 1-1,1-1 1,-1 0-1,2-1 1,-1 1-1,1 0 1,0-1-1,1 1 1,0-1-1,1 0 1,-1 0-1,1-1 1,1 1-1,1 1-235,2-3 93,1-1 1,0 1-1,0-1 1,0-1-1,0 0 1,1 0-1,-1-1 1,1-1-1,0 0 0,0 0 1,0-1-1,0 0 1,0-1-1,0 0 1,0-1-1,10-2-93,-16 0-50,1 0-1,-1 0 1,0-1 0,-1 0-1,1 0 1,-1 0 0,0-1-1,0 1 1,0-1-1,0 0 1,-1 0 0,0 0-1,0-1 1,0 1 0,-1-1-1,0 1 1,0-1 0,0 0-1,-1 0 1,0 0-1,0 0 1,0 0 0,-1 0-1,0 0 1,0 0 0,0 0-1,-1 0 1,0 0 0,0 0-1,-1 0 1,1 0-1,-1 0 1,-1 1 0,1-1-1,-1 1 1,0-1 0,0 1-1,-1-1 51,-2-1-96,0 1 1,0 0-1,0 1 0,-1-1 0,0 1 0,0 1 0,0-1 0,-1 1 0,1 0 1,-1 1-1,0 0 0,0 0 0,0 0 0,0 1 0,-1 1 0,1-1 0,-1 1 1,1 1-1,-1 0 0,1 0 0,-1 0 0,1 1 0,-1 0 0,1 1 0,0 0 1,0 0-1,-1 1 0,1 0 0,1 1 0,-1-1 0,1 1 0,-1 1 0,1 0 1,0 0-1,1 0 0,-1 1 0,1-1 0,0 2 0,0-1 0,1 1 0,0-1 1,0 2-1,1-1 0,0 0 0,0 1 0,0 1 96,4-6-204,0-1 1,1 1-1,-1 0 0,1 0 0,0-1 1,0 1-1,0 0 0,0-1 0,0 1 1,0-1-1,1 0 0,-1 1 0,1-1 1,0 0-1,-1 0 0,1 0 1,0 0-1,0 0 0,1 0 0,-1-1 1,0 1-1,0-1 0,1 1 0,-1-1 1,1 0-1,0 0 0,-1 0 0,1 0 1,0 0-1,-1-1 0,1 1 0,0-1 1,0 0-1,-1 0 0,1 0 1,0 0-1,0 0 0,-1-1 0,1 1 204,48 1-10598</inkml:trace>
  <inkml:trace contextRef="#ctx0" brushRef="#br0" timeOffset="-5439.888">6885 1868 5945,'0'0'2387,"0"0"3419,0 0-3212,0 0-1286,0 0-180,0 0 134,-2 1-282,0 17-75,75 274 1563,-66-263-2313,2 26-35,3 0-1,3-1 1,2-1 0,2 0-1,2-1 1,3-2-1,1 0 1,13 15-120,14-15-5315,-37-43-702</inkml:trace>
  <inkml:trace contextRef="#ctx0" brushRef="#br0" timeOffset="-5141.809">7234 2272 3937,'0'0'9002,"0"0"-5634,0 0-1835,13 23-270,116 165 2492,-117-175-3733,0-2 0,0 0 0,1 0 1,0-1-1,1-1 0,0 0 0,0-1 0,1 0 0,0-2 0,1 1 0,0-2 0,-1 0 0,2-1 0,-1-1 0,0 0 0,1-1 0,-1-1 1,1 0-1,0-1 0,8-2-22,55-55-9413,-58 32 2832</inkml:trace>
  <inkml:trace contextRef="#ctx0" brushRef="#br0" timeOffset="-4823.763">7655 2233 5249,'0'0'9922,"0"0"-7985,-44 111-33,28-49 281,0 5-329,4 2-552,0-2-384,5-6-488,3-8-327,1-7-105,1-11 0,-3-3-585,1-11-1831,-1-11-5058</inkml:trace>
  <inkml:trace contextRef="#ctx0" brushRef="#br0" timeOffset="4558.244">362 2452 6241,'0'0'735,"0"0"-429,0 0-164,0 0 380,0 0 1634,0 0-690,0 6-385,34 79 4068,74 26-2241,-48-55-2445,-4 2 93,2-3 0,3-3 0,2-2 0,69 41-556,314 166 1615,165 54-1615,440 107 275,-487-121-369,-290-208 133,-185-65-13,-1 5 1,-1 3-1,81 43-26,-125-51 90,2-2 1,1-2 0,0-2-1,2-2 1,-1-2 0,2-2 0,45 5-91,-99-26-3423,-4-3-2733,6-1-3254</inkml:trace>
  <inkml:trace contextRef="#ctx0" brushRef="#br0" timeOffset="5776.736">5653 3981 6665,'0'0'710,"0"0"-449,0 0-198,0 0 460,0 0 1833,0 0-313,-23 3-410,-72 10-116,88-11-1372,0 0-1,0 1 0,1-1 0,-1 1 0,1 1 0,0-1 1,0 1-1,0 0 0,0 1 0,1-1 0,-1 1 0,1 0 1,1 1-1,-1-1 0,1 1 0,0 0 0,0 0 1,0 0-1,1 0 0,0 1 0,0-1 0,1 1 0,0 0 1,0 0-1,0 0 0,1 0 0,0 0 0,0 3-144,1-9 19,-5 27 248,2 1-1,1-1 1,1 1 0,1-1 0,2 1-1,0-1 1,2 1 0,1-1-1,2-1 1,1 1 0,0-1 0,2 0-1,2-1 1,0 0 0,1-1-1,2 1-266,16 24 79,-2 2 0,-2 1 0,-3 1 0,-2 1 0,-3 0-1,-2 2 1,-3 1 0,-2-1 0,-2 2 0,0 41-79,-9-88 47,-1-1 1,0 1 0,-1-1-1,0 1 1,0-1-1,-1 1 1,-1-1 0,0 0-1,0 0 1,-1 0-1,-1 0 1,0-1 0,0 1-1,-1-1 1,0-1 0,-1 1-1,0-1 1,0 0-1,-1-1 1,-1 0 0,1 0-1,-1 0 1,0-1 0,-7 3-48,3-3-12,-1-1 1,0 0-1,0-1 1,0-1-1,-1 0 1,1-1 0,-1 0-1,0-2 1,0 1-1,0-2 1,0 0 0,0-1-1,0 0 1,0-1-1,0-1 1,1 0-1,-1-1 1,1-1 0,0 0-1,0-1 1,1-1-1,-1 0 1,2 0 0,-1-1-1,-4-5 12,-7-33-4184,29 9-2614,10 12 474</inkml:trace>
  <inkml:trace contextRef="#ctx0" brushRef="#br0" timeOffset="7711.737">6333 4479 1216,'0'0'4796,"0"0"-3450,0 0-481,0 0 2073,0 0-1056,0 0-591,-6-8 164,-21-27 205,21 33 1720,6 29-2894,15 17 220,1-1-1,3 0 1,1-1-1,2-1 1,24 32-706,-30-46 45,1-1 1,1 0 0,1-1 0,1-1-1,1-1 1,1-1 0,1-1 0,1-1-1,1-1 1,26 15-46,-51-34-7,-1-1 0,0 1 0,1-1 0,-1 1 0,1-1 0,0 1 0,-1-1 0,1 0 0,-1 1 0,1-1 0,0 1 0,0-1 0,-1 0 0,1 1 0,0-1 0,0 0-1,0 1 1,-1-1 0,1 0 0,0 0 0,0 1 0,0-1 0,0 0 0,1 1 0,-1-1 0,0 0 0,0 1 0,0-1 0,0 0 0,1 0 0,-1 1 0,0-1 0,1 1 0,-1-1 0,0 0 0,1 1 0,-1-1 0,1 1 0,-1-1 0,1 1 0,-1-1 0,1 1 0,-1-1 0,1 1 0,0 0-1,-1-1 1,1 1 0,0 0 0,-1 0 0,1-1 0,0 1 0,-1 0 0,1 0 0,0 0 0,-1 0 0,1 0 0,0 0 0,0 0 0,-1 0 0,1 0 0,0 0 0,-1 0 0,1 0 0,0 0 0,-1 1 0,2-1 7,-30-57-288,-1-5 235,3 0 0,2-2 0,3 0 0,3-1 1,3-1-1,3-1 0,2-5 53,-23-102-552,16 109 498,16 63 30,30 3-222,273 29 180,-214-36 20,0-3 0,-1-4 1,0-4-1,-1-4 1,-2-3-1,24-13 46,13 11 52,-96 88 614,-16 26-174,-10-70-393,2-1-1,1 1 1,0-1 0,1 1-1,0-1 1,2 0 0,0-1-1,1 1 1,0-1 0,9 14-99,-1-16-672,-7-15-7529,-5-3-931</inkml:trace>
  <inkml:trace contextRef="#ctx0" brushRef="#br0" timeOffset="8703.084">7187 4362 5217,'0'0'2199,"0"0"1139,0 0-592,0 0-864,0 0-848,0 0-418,-6 13 365,-147 265 3612,93-115-4997,14-105-7526,25-46 3228</inkml:trace>
  <inkml:trace contextRef="#ctx0" brushRef="#br0" timeOffset="9018.61">6920 4427 6953,'0'0'1265,"0"0"2245,0 0-1559,0 0-919,0 0 38,0 0 205,10 20-127,78 123 1080,145 83-71,-212-198-3017,-20-26 539,0 1 0,0-1 0,0 1-1,0-1 1,1 0 0,-1 0 0,1 1-1,-1-1 1,1 0 0,0 0 0,0-1-1,0 1 1,0 0 0,0-1 0,0 1-1,1-1 1,-1 1 0,0-1 0,1 0 0,-1 0-1,1 0 1,-1-1 0,1 1 0,0 0-1,-1-1 1,1 0 0,0 0 0,-1 0-1,1 0 1,0 0 0,-1 0 0,1 0-1,-1-1 1,1 0 0,0 1 0,-1-1-1,3-1 322,22-14-8907</inkml:trace>
  <inkml:trace contextRef="#ctx0" brushRef="#br0" timeOffset="9626.584">8161 4463 3545,'0'0'1891,"0"0"-690,0 0-684,0 0-325,0 0 592,-6-9 2199,-16-26-1193,21 34-1712,0 1-1,0-1 1,0 0 0,-1 1 0,1-1 0,0 1 0,-1 0 0,1-1-1,0 1 1,-1 0 0,1 0 0,0 0 0,-1 0 0,1 0 0,-1 0-1,1 0 1,0 0 0,-1 1 0,1-1 0,0 0 0,-1 1 0,1-1-1,0 1 1,0 0 0,0-1 0,-1 1 0,1 0 0,0 0-1,0 0 1,0 0 0,0 0 0,0 0 0,0 0 0,1 0 0,-1 0-1,0 0 1,0 0 0,1 0 0,-1 1 0,1-1 0,-1 0 0,1 1-1,-1 0-77,-1 0 171,-7 10 199,-1 1 0,2-1 1,-1 1-1,2 1 0,0-1 0,1 1 1,0 1-1,1-1 0,0 1 1,1 0-1,1 0 0,1 0 0,0 0 1,0 14-371,3-25 45,0-1 1,0 1 0,1-1 0,-1 0-1,1 1 1,0-1 0,0 0 0,0 0-1,0 0 1,0 0 0,1-1 0,-1 1-1,1 0 1,0-1 0,-1 0 0,1 0-1,0 0 1,1 0 0,-1 0 0,0 0-1,0-1 1,1 0 0,-1 1 0,1-1-1,-1-1 1,1 1 0,0 0 0,-1-1-1,1 0 1,0 0-46,117 1 380,-114-3-401,0 1 0,0-1 0,0 0 0,-1-1 0,1 1-1,-1-2 1,1 1 0,-1 0 0,0-1 0,0 0 0,-1-1 0,1 1 0,-1-1 0,0 0 0,0-1 0,0 1 0,-1-1-1,0 0 1,0 0 0,-1 0 0,1 0 0,-1-1 0,-1 1 0,1-1 0,-1 0 0,0 0 0,-1 0 0,0 0 0,0 0-1,0 0 1,-1 0 0,0 0 0,0-1 0,-1 1 0,0 0 0,0 0 0,-1 0 21,1 2 7,-1 1 0,0 0 1,0 0-1,0 0 1,-1 0-1,1 0 0,-1 0 1,0 1-1,0 0 0,0-1 1,-1 1-1,1 0 0,-1 0 1,0 1-1,1-1 0,-1 1 1,0 0-1,-1 0 0,1 0 1,0 0-1,0 1 0,-1 0 1,1 0-1,-1 0 0,1 0 1,-1 1-1,0 0 0,1-1 1,-1 2-1,1-1 0,-1 1 1,1-1-1,-1 1 0,1 0 1,-1 1-1,1-1 0,0 1 1,0 0-1,-1 0 0,1 0 1,1 1-1,-1-1 0,0 1 1,1 0-1,-1 0 0,1 0-7,-14 74-950,69-28-3514,-11-40-601,-7-4-3953</inkml:trace>
  <inkml:trace contextRef="#ctx0" brushRef="#br0" timeOffset="9910.843">8251 3845 6305,'0'0'7611,"0"0"-4773,0 0-1573,0 0-411,0 0 355,0 0 412,-2 28-462,7 194 400,100 232-279,-103-447-1451,0 1-1,0-1 0,0 0 0,1 1 0,0-1 0,1 0 0,-1 0 0,1-1 0,1 1 1,-1-1-1,1 0 0,0 0 0,1-1 0,-1 1 0,1-1 0,0 0 0,0-1 0,1 1 1,-1-1-1,1-1 0,0 1 0,0-1 0,1 0 0,-1-1 0,0 1 0,1-2 0,0 1 173,17-2-4668,-7 0-2333</inkml:trace>
  <inkml:trace contextRef="#ctx0" brushRef="#br0" timeOffset="10195.279">8642 4316 9722,'0'0'2727,"0"0"571,0 0-1872,0 21-404,0-2-942,-1 2 391,1-1 0,0 1 0,2 0 0,0 0-1,1-1 1,2 1 0,0-1 0,1 0 0,6 14-471,-6-25 37,0 1 0,0-2 1,1 1-1,0-1 0,0 0 0,1 0 0,0-1 1,1 0-1,0-1 0,0 0 0,0 0 1,0 0-1,1-2 0,0 1 0,0-1 1,1 0-1,-1-1 0,1-1 0,-1 1 1,1-2-1,0 1 0,0-2 0,0 1 1,0-2-1,0 1 0,5-2-37,38-30-3138,-33-30-3958,-18 37 1251</inkml:trace>
  <inkml:trace contextRef="#ctx0" brushRef="#br0" timeOffset="10524.009">8838 4268 8594,'0'0'1964,"0"0"2736,0 0-2438,0 0-1061,0 0 698,-12 22 88,-63 141 751,-13 171-2159,78-306-3145,0-11-4182,7-14-724</inkml:trace>
  <inkml:trace contextRef="#ctx0" brushRef="#br0" timeOffset="11106.129">9452 4306 7394,'0'0'956,"0"0"2483,0 0-1253,0 0-888,0 0-284,0 0 316,3 4 150,3 0-1262,0 0 1,0-1-1,0 0 0,0 0 0,1-1 0,-1 0 0,1 0 0,0 0 0,0-1 0,-1 0 0,1 0 0,0 0 0,0-1 1,0 0-1,0-1 0,0 0 0,0 0 0,4-1-218,19 0 427,170-21 802,-195 21-3447,-5-2-7351,-2 0-2403</inkml:trace>
  <inkml:trace contextRef="#ctx0" brushRef="#br0" timeOffset="11717.153">9445 4620 5753,'0'0'7602,"0"0"-5450,0 0-1167,0 0-305,0 0 456,0 0-272,161 0 40,-100 0-360,-1 0-264,-4-2-192,-9 0-88,-12-1 0,-24-3-1456,-11 0-3993,0 0-7754</inkml:trace>
  <inkml:trace contextRef="#ctx0" brushRef="#br0" timeOffset="17887.266">64 2434 6585,'0'0'1213,"0"0"1199,0 0-510,0 0-554,0 0-109,0 0-119,-4 1-182,3-1-902,-1 1 0,1-1 1,0 1-1,-1 0 0,1-1 0,0 1 0,0 0 1,0 0-1,0 0 0,0 0 0,0 0 0,0 0 1,0 0-1,0 0 0,1 1 0,-1-1 0,0 0 1,1 0-1,-1 1 0,1-1 0,-1 0 1,1 1-1,0-1 0,-1 1 0,1-1 0,0 0 1,0 1-1,0-1 0,0 1 0,0-1 0,0 0 1,1 1-1,-1-1 0,0 1 0,1-1 0,-1 0 1,1 1-1,-1-1 0,1 0 0,0 0 1,0 1-1,-1-1 0,1 0 0,0 0 0,0 0 1,1 0-37,47 124 1100,5-3-1,5-3 1,6-2 0,21 21-1100,140 209 1394,160 216-677,-199-330-407,127 117-310,-244-279-46,20 27 205,4-4-1,4-4 0,3-4 1,5-5-1,2-4 0,4-6 1,34 13-159,57 7 441,-31-15-196,-5 7 1,28 25-246,-194-107 0,194 120 19,4-9 0,39 8-19,549 248 225,-589-263-219,-154-70-150,-44-34 134,0-1 6,0 0-28,0 0 14,0 0 9,0 0 29,0 0-36,0 0 37,0 0-15,0 0 26,0 0-12,0 0-24,0 0-44,0 0-10,-25-19-5226,20-23-6233,5 21 4480</inkml:trace>
  <inkml:trace contextRef="#ctx0" brushRef="#br0" timeOffset="18470.68">4920 6356 6105,'0'0'7383,"0"0"-3955,0 0-1992,0 0-513,-12 19 829,-64 143 1708,65-117-3005,2 0 0,3 1 0,1 0 0,2 0 1,2 1-1,3 17-455,14-223-1024,-6-190-1106,-9 347 2119,0 0 0,0 1 0,1-1-1,-1 0 1,1 1 0,0-1 0,-1 0 0,1 1 0,0 0 0,0 0 0,0-1 0,0 1 0,0 0 0,0 0 0,0 1 0,0-1-1,0 0 1,0 1 0,1-1 0,-1 1 0,0 0 0,0 0 0,1-1 0,-1 2 0,0-1 0,0 0 0,1 0 0,-1 1-1,0-1 1,0 1 0,0 0 0,0-1 0,0 1 0,0 0 0,0 1 0,0-1 0,0 0 0,0 0 0,0 1 0,-1-1-1,1 1 1,0 0 11,8 12 59,-1 1 1,-1 0-1,0 0 0,-1 1 0,0 0 0,-2 0 0,1 0 0,-2 1 0,-1 0 1,0 0-1,-1 0 0,0 15-59,6 132 1133,-72-126-1055,55-36-74,-16 5-635,-45 12 593,47-15-3574,-1-3-3820,22-1 623</inkml:trace>
  <inkml:trace contextRef="#ctx0" brushRef="#br0" timeOffset="20334.692">6077 6450 3345,'0'0'-662,"4"-21"-691,2-2 1388,4-35-279,-4-7 3869,28-19 2062,-33 82-5420,0 1 0,0-1 0,0 1 1,0-1-1,-1 0 0,1 1 0,-1-1 1,1 0-1,-1 0 0,1 1 0,-1-1 0,0 0 1,0 0-1,0 1 0,0-1 0,0 0 0,0 0 1,-1 1-1,1-1 0,-1 0 0,1 0 0,-1 1 1,1-1-1,-1 1 0,0-1 0,0 0 0,0 1 1,0 0-1,0-1 0,0 1 0,0-1 0,0 1 1,-1 0-1,1 0 0,-1 0 0,1 0 0,-1 0 1,1 0-1,-1 0 0,1 0 0,-1 1 0,0-1-267,-77 8 1765,64-1-1711,-1 1 1,1 1 0,0 0 0,1 1 0,0 1 0,0 0-1,1 1 1,1 0 0,0 1 0,0 0 0,1 1-1,1 1 1,0-1 0,1 2 0,0-1 0,1 1-1,1 0 1,0 1 0,1 0 0,1 0 0,-2 9-55,8 5 184,0 0 0,2 0 0,1 0 0,2 0 0,0-1 0,2 0 0,1-1 0,2 1 0,1-2 1,1 0-1,1 0 0,1-1 0,5 4-184,32 68 56,-19-36-50,-2 1 0,-3 2 0,-3 1 0,-3 0 0,-3 2 0,-3 0 0,-2 1-1,-4 1 1,-3 0 0,-3 5-6,-4-68 14,-1 0 0,0-1 0,-1 1 0,0-1 0,0 1 0,0-1 0,0 0 0,-1 0 0,0 0 0,-1 0 0,1-1 0,-1 1 0,0-1 0,-1 0 0,1 0 0,-1 0 0,0-1 0,0 1 0,0-1 0,-1-1 0,0 1 0,1-1 0,-1 0 0,0 0 0,-1 0 0,1-1 0,0 0 0,-4 0-14,-190 26 354,86-49-993,70-39-2535,37 23-1290,6-2-1441</inkml:trace>
  <inkml:trace contextRef="#ctx0" brushRef="#br0" timeOffset="21352.983">6920 6209 6649,'0'0'1507,"0"0"2505,0 0-1797,0 0-1152,0 0-166,0 0 69,-17 2 1208,41-2-1818,0-1-43,0 0 1,-1 2-1,1 1 0,0 1 0,0 1 0,-1 1 1,0 1-1,8 3-313,-25-3 92,0 0 0,0 0 0,0 0 0,-1 1 0,0 0 0,0 0 0,-1 1 0,0-1 0,0 1 0,-1 0 0,0 0 0,0 0 0,-1 0 0,0 0 0,0 1 0,-1-1 0,0 1 0,0-1 0,-1 1 0,0 0 0,-1-1 0,0 1 0,0-1 0,-1 0 0,-1 4-92,1 34 583,2 139 464,0-181-1097,1 0 0,-1 0 0,1 1 0,-1-1 0,1 0 0,1 0 0,-1 0-1,0 0 1,1 0 0,0 0 0,0 0 0,0 0 0,0-1 0,1 1 0,-1-1 0,1 0 0,0 1 0,0-1 0,0 0 0,1-1 0,-1 1 0,1-1 0,-1 1 0,1-1-1,0 0 1,0-1 0,0 1 0,2 0 50,3-15-6797,-6-5-693</inkml:trace>
  <inkml:trace contextRef="#ctx0" brushRef="#br0" timeOffset="21648.666">6878 6442 8794,'0'0'1624,"0"0"2849,0 0-3617,0 0-296,0 0-87,0 0 375,156 2-328,-93-2-104,2-7-184,-5 1 152,-6 2-384,-12 4-160,-17 0-4033,-13 0-4265</inkml:trace>
  <inkml:trace contextRef="#ctx0" brushRef="#br0" timeOffset="22195.569">6629 7051 7906,'0'0'1129,"0"0"2685,0 0-1302,0 0-1097,0 0-318,0 0 147,-2 3 1412,140-12-1976,1375-138 1019,-1491 145-3447,-20 2-2138,-40 4-3042,12 0 6468,-42 11-3901</inkml:trace>
  <inkml:trace contextRef="#ctx0" brushRef="#br0" timeOffset="23063.25">7148 7547 6689,'0'0'659,"0"0"423,0 0 2640,0 0-1460,0 0-649,0 0-250,-17-13-125,-51-42-7,49 47 347,24 17-1198,122 141 2938,234 241-2191,-311-358-1135,-47-70-440,3-375-5954,-8 393 6298,-2-1 1,0 2-1,-1-1 0,0 0 1,-2 1-1,0 0 0,-1 1 1,-9-14 102,-1-6 16,18 35-13,-1 0-1,1 0 0,-1-1 1,1 1-1,0 0 0,0 0 1,0 0-1,0-1 0,1 1 1,-1 0-1,0 0 0,1 0 1,0 0-1,-1-1 0,1 1 1,0 0-1,0 0 0,0 1 1,0-1-1,1 0 0,-1 0 1,0 0-1,1 1 0,-1-1 1,1 1-1,0-1 0,-1 1 1,1 0-1,0-1 0,0 1 1,0 0-1,0 0 0,0 0 1,0 1-1,0-1 0,0 0 1,0 1-1,1-1 0,-1 1 1,0 0-1,0 0 0,0 0 1,1 0-1,-1 0 1,0 0-1,0 1 0,0-1 1,0 1-1,1-1 0,-1 1 1,0 0-1,0 0 0,1 1-1,17-4 3,68-5 3,8 1 9,0-4 0,-1-5 0,-1-3 0,2-6-15,117-45 2,-210 69 53,-1-1 0,0 0 1,0 1-1,1 0 0,-1-1 1,0 1-1,1 0 1,-1 0-1,1 1 0,-1-1 1,0 0-1,1 1 0,-1-1 1,0 1-1,0 0 0,0 0 1,1 0-1,-1 0 1,0 0-1,0 0 0,0 0 1,0 1-1,-1-1 0,1 1 1,0-1-1,-1 1 0,1 0 1,-1 0-1,1 0 0,-1 0 1,0 0-1,0 0 1,0 0-1,0 0 0,0 0 1,0 1-1,0-1 0,-1 0 1,1 0-1,-1 1 0,0-1 1,0 0-1,0 1 0,0-1 1,0 1-1,0-1 1,-1 0-1,1 1-55,2 8 338,71 322 3950,-73-317-6157,-32-14-12451,9-11 4575</inkml:trace>
  <inkml:trace contextRef="#ctx0" brushRef="#br0" timeOffset="23408.618">8174 7639 6849,'0'0'4580,"0"0"-1505,0 0-1078,0 0-418,0 0-76,0 0-242,-9 4-567,-17 13-329,1 1 0,1 1 0,1 1 0,1 1 1,1 1-1,0 1 0,2 1 0,1 1 0,-12 20-365,-6 30 198,32-64-4824,3-4-4950,1-26 2860,0-4 4532</inkml:trace>
  <inkml:trace contextRef="#ctx0" brushRef="#br0" timeOffset="23660.108">7935 7614 9482,'0'0'5391,"0"0"-2584,0 0-1478,0 0 113,0 0 528,20 19-198,175 135 711,-157-130-2543,38 22 195,-24-25-3789,-22-26-10721,-22-7 7909</inkml:trace>
  <inkml:trace contextRef="#ctx0" brushRef="#br0" timeOffset="24988.445">8817 6368 6081,'0'0'5343,"0"0"-850,0 0-2370,0 0-820,0 0 242,-17 25-234,-49 85-421,63-104-830,0 1 1,1 0-1,1 0 0,-1 0 1,1 0-1,0 0 0,0 0 0,1 0 1,0 0-1,1 0 0,-1 1 1,1-1-1,0 0 0,1 0 1,0 0-1,0-1 0,1 1 1,-1 0-1,1-1 0,1 0 1,-1 1-1,1-1 0,0 0 0,1-1 1,0 1-1,-1-1 0,1 0 1,1 0-1,-1-1 0,1 1 1,6 2-61,-4 0 0,0 0-1,1-1 1,0 0 0,0-1 0,1 0 0,-1 0 0,1-1-1,0 0 1,0-1 0,1 0 0,-1-1 0,1 0 0,-1 0 0,1-1-1,0-1 1,0 0 0,-1 0 0,3-1 0,-10-3-38,0 0 0,0 0 0,0 0 0,-1 0 0,0 0 0,0-1 1,0 1-1,0-1 0,-1 1 0,0-1 0,0 0 0,0 0 0,0 0 0,-1 1 0,0-1 0,0 0 0,0 0 0,-1 0 1,1 1-1,-1-1 0,0 0 0,-1 0 0,1 0 38,-3-13-4,0 1 1,0 0-1,-2 0 1,0 1 0,-1 0-1,-1 0 1,0 0-1,-1 1 1,-1 0-1,0 1 1,-1 0-1,-11-10 4,18 21-47,-1-1 0,0 2 0,0-1 0,0 0 0,0 1 0,0 0 0,-1 0 0,1 1 0,-1-1 0,1 1 0,-1 0 0,1 1 0,-1-1 0,0 1 0,1 0 0,-1 1 0,0-1 0,1 1 0,-1 0 0,1 0 0,-1 1 0,1 0-1,0 0 1,0 0 0,0 1 0,0-1 0,0 1 0,0 0 0,0 1 0,1-1 0,0 1 0,0 0 0,0 0 0,-3 4 47,1-2-394,0 0 0,0 1 1,1-1-1,0 1 0,0 1 0,1-1 1,0 1-1,0-1 0,0 1 0,1 0 1,0 0-1,1 1 0,0-1 0,0 2 394,1 29-5438,1-11-4870</inkml:trace>
  <inkml:trace contextRef="#ctx0" brushRef="#br0" timeOffset="25288.432">8882 6192 9538,'0'0'2609,"0"0"1331,-9-20-2149,-29-66-812,22 37 1120,35 76-681,269 678 2650,-256-655-7082,-32-51-1897,1-9 1833,-1-9-3023</inkml:trace>
  <inkml:trace contextRef="#ctx0" brushRef="#br0" timeOffset="25697.397">9227 6529 6633,'0'0'5839,"0"0"-2952,0 0-1072,5 20-428,79 174 2586,-71-177-3830,1 0-1,0-1 1,2 0-1,-1-2 1,2 1-1,0-2 1,1-1-1,14 8-142,104 16-2076,-133-37 1695,-1 0 0,1 0 0,0 0 1,-1-1-1,1 1 0,-1-1 0,0 1 0,1-1 0,-1 0 0,0 0 1,0 0-1,0 0 0,0 0 0,0-1 0,-1 1 0,1 0 1,-1-1-1,0 0 0,1 1 0,-1-1 0,0 0 0,-1 1 0,1-1 1,0 0-1,-1 0 0,1 0 0,-1 1 0,0-1 0,0 0 0,0 0 1,-1 0-1,1-2 381,1-5-1928,4-26-4435</inkml:trace>
  <inkml:trace contextRef="#ctx0" brushRef="#br0" timeOffset="26233.021">9587 6452 6617,'0'0'7802,"0"0"-5930,0 0-1023,0 0 55,0 0 808,0 0 273,-100 149-929,68-82-424,-1 2-368,1-4-72,6-7-144,10-10-48,9-6-16,7-8-280,7-11-2465,16-8-3256,0-11-7826</inkml:trace>
  <inkml:trace contextRef="#ctx0" brushRef="#br0" timeOffset="26563.777">10300 7009 6553,'0'0'1473,"0"0"1855,0 0-948,0 0-304,0 0-14,0 0 182,21 1-183,158 2 1449,-69-8-1532,-72 3-4454,-32 2-8798,-34 7 1952</inkml:trace>
  <inkml:trace contextRef="#ctx0" brushRef="#br0" timeOffset="26564.777">10302 7244 6889,'0'0'6706,"0"0"-4066,0 0-1279,0 0-313,0 0 1008,0 0-191,0 0-921,128-3-224,-88-3-464,-3-4-256,17-5-32,-13 2-1776,-3-1-4498</inkml:trace>
  <inkml:trace contextRef="#ctx0" brushRef="#br0" timeOffset="27079.001">11431 5943 6977,'0'0'697,"0"0"862,0 0 1473,0 0-1227,0 0-438,0 0-22,-8-7-56,-28-23 84,33 29-1279,1 0-1,-1 0 1,0 0-1,1 0 1,-1 0 0,0 0-1,0 0 1,0 1-1,1 0 1,-1-1 0,0 1-1,0 0 1,0 1-1,0-1 1,0 0-1,0 1 1,0-1 0,1 1-1,-1 0 1,0 0-1,1 0 1,-1 1 0,0-1-1,1 0 1,-1 1-1,1 0 1,0 0-1,0-1 1,-2 3-94,-10 10 144,2 1 0,0 0 0,0 1 0,2 0 0,0 1 0,0 0 0,2 0 0,0 1 0,1 0 0,1 0 0,1 1 0,0 0 0,1 0 1,2 0-1,0 0 0,0 0 0,2 1 0,1-1 0,0 0 0,1 1 0,1-1 0,1 0 0,1-1 0,0 1 0,1-1 0,1 0 0,9 15-144,46 102 560,-33-79-483,-3 1 1,-2 1-1,-3 1 0,-2 1 1,-3 1-1,5 43-77,20 333 396,-24-347 107,-5 1 1,-3 1-1,-3 39-503,-8-115 110,0 0 1,0 0 0,-1 0-1,-1 0 1,-1-1-1,0 0 1,-1 0 0,-1 0-1,0-1 1,-1 0-1,0 0 1,-1-1 0,-1 0-1,0-1 1,-1 0-1,0 0 1,-1-1 0,0-1-1,0 0 1,-1-1-1,-1 0 1,0-1 0,0 0-1,0-1 1,-1-1-1,0 0 1,0-1 0,-1-1-1,-15 3-110,-8-1 48,0-2 0,0-2 0,-1-1 0,1-2 0,-1-2 0,1-2 0,0-1 0,0-2 0,1-1 0,-8-5-48,43 13-98,0 1 0,0-1 0,0 0 0,0 0 0,0 0 0,0-1 0,0 1 0,0 0 0,1-1 0,-1 0 0,1 0 0,-1 0 0,1 0 0,0 0 0,0 0-1,0-1 1,0 1 0,0-1 0,0 1 0,0-1 0,1 0 0,0 0 0,-1 1 0,1-1 0,0 0 0,0 0 0,1 0 0,-1 0 0,1-1 0,-1 1 0,1 0 0,0 0 0,0 0-1,1 0 1,-1 0 0,0 0 0,1 0 0,0 0 0,0 0 0,0-1 98,29-43-4776,15 3-4603</inkml:trace>
  <inkml:trace contextRef="#ctx0" brushRef="#br0" timeOffset="28779.907">11715 6519 7658,'0'0'538,"0"0"1956,0 0-235,0 0-636,0 0-528,0 0-312,-16 8-39,-49 27-57,65-35-646,1 0 0,-1 0 0,1 0 0,0 0 0,-1 0 0,1 0 0,-1 0 0,1 1 0,-1-1-1,1 0 1,-1 0 0,1 1 0,-1-1 0,1 0 0,-1 1 0,1-1 0,-1 0 0,1 1 0,-1-1 0,0 1 0,1-1 0,-1 0 0,0 1 0,1-1 0,-1 1-1,0-1 1,0 1 0,1-1 0,-1 1 0,0 0 0,0-1 0,0 1 0,0-1 0,0 1 0,0-1 0,0 1 0,0 0 0,0-1 0,0 1 0,0-1-1,0 1 1,0-1 0,0 1 0,0-1 0,-1 1 0,1-1 0,0 1 0,0-1 0,-1 1 0,1-1 0,0 1 0,-1-1 0,1 1 0,0-1 0,-1 1-1,1-1 1,-1 0 0,0 1-41,1-1 23,57 6 1248,-50-7-1223,0 0 0,-1 1 1,1 0-1,0 0 1,0 1-1,0 0 0,-1 0 1,1 1-1,-1 0 0,1 0 1,-1 0-1,1 1 0,-1 0 1,0 0-1,0 0 0,-1 1 1,1 0-1,-1 0 0,1 1 1,-1-1-1,-1 1 0,1 0 1,0 1-49,87 300 3343,-60-124-3340,-31-177-3,0 0 0,0 0 0,1 0-1,0-1 1,0 1 0,0-1 0,0 1 0,1-1 0,0 0 0,0 0-1,0 0 1,0 0 0,1-1 0,-1 1 0,1-1 0,0 0 0,0 0 0,2 1 0,58 6-5263,-62-14 4547,1 1 0,0 0 0,-1-1 0,0 0 0,0 1 1,0-1-1,0 0 0,0 0 0,-1 0 0,0 0 0,0 0 0,0-1 0,0 1 1,-1 0-1,0 0 0,1-1 0,-1 1 0,-1 0 0,1-1 0,-1 1 0,0 0 1,0 0-1,0 0 0,-1-4 716,-12-25-3057</inkml:trace>
  <inkml:trace contextRef="#ctx0" brushRef="#br0" timeOffset="29090.676">11666 6948 6361,'0'0'891,"0"0"-460,0 0 665,0 0 2041,0 0-1442,0 0-690,6 1 122,244-19 7214,-36-15-7558,-197 16-7482,-8 7 702</inkml:trace>
  <inkml:trace contextRef="#ctx0" brushRef="#br0" timeOffset="30813.768">12402 6429 328,'0'0'4222,"0"0"-2683,0 0-972,0 0-148,0 0-258,-7 0 601,-7 9 13802,17 3-14284,1 0 0,0 0 0,0 0 0,1 0 0,1-1 0,0 0-1,1 0 1,0-1 0,0 0 0,1 0 0,1-1 0,-1 1 0,3-1-280,7 12 317,52 53 125,3-5 1,3-2-1,3-3 1,80 48-443,-8-4 111,-112-74-352,-39-33-3,-10-4-754,-40-79-3565,36-26-4172,14 105 8387,-7-139-11279,4 78 9984</inkml:trace>
  <inkml:trace contextRef="#ctx0" brushRef="#br0" timeOffset="31131.557">12989 6347 5657,'0'0'7558,"0"0"-4288,0 0-2074,0 0-600,0 0 308,-23 7 638,5-2-1187,9-3-217,-1 0 0,1 1 0,0 0 0,0 0 0,0 1 0,1 0 1,-1 1-1,1 0 0,0 0 0,0 1 0,1 0 0,-1 0 0,1 1 0,1 0 1,-1 0-1,1 1-138,-37 52 683,3 3 1,2 1 0,3 2-1,3 1 1,3 2 0,-13 48-684,22 42-451,20-159-434,8-20-4779,3-8-819,1-5-3271</inkml:trace>
  <inkml:trace contextRef="#ctx0" brushRef="#br0" timeOffset="31593.403">12667 5849 7962,'0'0'933,"0"0"2737,0 0-821,0 0-1094,0 0-465,0 0 58,9 2 435,23 2-1223,-1-2 0,1 0 0,-1-3 0,1 0 0,-1-2 0,0-1-1,5-3-559,-21 7-3240,1-1-6138,-9-5-48</inkml:trace>
  <inkml:trace contextRef="#ctx0" brushRef="#br0" timeOffset="32021.525">13242 5566 6977,'0'0'4017,"0"0"-1335,0 0-1080,0 0-391,0 0 22,0 0-212,1-10-126,7-49-198,-6 60-644,0 0 0,0 0 0,-1 0 0,1 0 0,0 1 0,-1-1 0,1 0 0,-1 1 0,1-1 0,-1 1 0,0-1 1,1 1-1,-1 0 0,0-1 0,0 1 0,0 0 0,0 0 0,-1 0 0,1 0 0,0 0 0,-1 0 0,0 0 0,1 0 0,-1 0 0,0 0 0,0 0 0,0 0 0,0 0 0,0 0 0,-1 0 0,1 0 0,0 0 0,-1 0 0,0 0 0,1 0 1,-1 0-1,-1 1-53,3 12 312,3 23-84,1 0 0,2-1 0,1 1 0,2-2 0,2 1 0,1-2-1,2 0 1,1 0 0,3-1-228,-14-21-1361,-14-11-5158,-5-3-2876</inkml:trace>
  <inkml:trace contextRef="#ctx0" brushRef="#br0" timeOffset="32331.248">13098 6019 5633,'0'0'2229,"0"0"3345,0 0-2904,0 0-1512,0 0-25,0 0-73,16-4-534,473-57 2013,-477 60-7018,-25 2-615,-9-1-757</inkml:trace>
  <inkml:trace contextRef="#ctx0" brushRef="#br0" timeOffset="33341">13256 6209 40,'0'0'6500,"0"0"-1706,0 0-1689,0 0-1341,0 0-815,0 0-33,11-2 185,261-25 2754,-270 28-3854,0 0 1,0 0 0,0 0-1,-1 1 1,1-1 0,0 1 0,-1-1-1,1 1 1,-1 0 0,0-1-1,0 1 1,1 0 0,-1 0-1,0 0 1,0 0 0,-1 0 0,1 0-1,0 0 1,-1 0 0,1 0-1,-1 1 1,0-1 0,1 0 0,-1 0-1,0 0 1,0 0 0,-1 1-1,1-1 1,0 0 0,-1 0 0,1 0-1,-1 0 1,0 0 0,0 0-1,0 0 1,0 0 0,0 0-1,0 0 1,0 0 0,-1 0 0,1-1-1,-1 1 1,1-1 0,-1 1-1,0-1 1,1 1 0,-1-1 0,0 0-1,0 0 1,0 0-2,-79 101 120,82-100-109,0-1 0,0 1 1,0-1-1,1 1 0,-1-1 0,0 1 0,1-1 0,-1 0 1,0 0-1,1 1 0,0-1 0,-1 0 0,1-1 1,0 1-1,-1 0 0,1 0 0,0-1 0,0 1 0,0-1 1,-1 1-1,1-1 0,0 0 0,0 0 0,0 0 1,0 0-1,0 0 0,0 0 0,0-1 0,-1 1 1,1 0-1,0-1 0,0 0 0,0 1 0,-1-1 0,2 0-11,9 0 56,16 2-89,1-2 0,-1 0 0,0-2 0,0-1 0,0-2 0,0 0 0,-1-2 0,2-2 33,-12-4-4644,-13-6-6154,-4 13 5965</inkml:trace>
  <inkml:trace contextRef="#ctx0" brushRef="#br0" timeOffset="36371.478">13375 7091 6329,'0'0'1582,"0"0"1689,0 0-1522,-12 20-640,-39 66 30,49-84-1058,-1 1-1,1 0 1,0 0-1,1 0 1,-1 0-1,0 0 1,1 1-1,-1-1 1,1 0-1,0 1 1,0-1-1,1 1 1,-1-1-1,1 1 1,-1-1-1,1 1 1,0 0 0,1-1-1,-1 1 1,1-1-1,-1 1 1,1-1-1,0 1 1,0-1-1,0 0 1,1 1-1,-1-1 1,1 0-1,0 0 1,0 0-1,0 0 1,0 0-1,1-1 1,-1 1-1,1-1 1,-1 1-1,2 0-80,110 21 731,-108-27-726,0-1-1,0 0 1,0 0-1,0 0 1,-1 0 0,0-1-1,0 0 1,0 0-1,-1-1 1,1 1-1,-1-1 1,-1 0-1,1 0 1,-1 0-1,0-1 1,0 1-1,-1-1 1,0 1-1,0-1 1,-1 0-1,1 0 1,-1 0-1,-1 0 1,0 0-1,0 0 1,0 0 0,0 0-1,-2-4-4,2 9-4,-1 0-1,1 0 1,-1 0-1,1 1 1,-1-1-1,0 0 1,0 0-1,0 0 1,0 1-1,0-1 1,0 1-1,0-1 1,0 1-1,-1-1 1,1 1-1,-1-1 1,1 1-1,-1 0 1,1 0-1,-1 0 1,0 0-1,1 0 1,-1 0-1,0 0 1,0 1-1,0-1 1,0 1-1,0-1 1,0 1-1,0 0 1,1 0-1,-1 0 1,0 0-1,0 0 1,0 0-1,0 0 1,0 1-1,0-1 1,0 1-1,0-1 5,-82 22-88,80-20 31,-3 0-45,0 0 0,1 1 0,-1 0 0,1 1 0,-1 0 0,1 0 1,0 0-1,0 0 0,1 1 0,-1 0 0,1 0 0,0 1 0,1-1 0,-1 1 1,1 0-1,0 0 0,1 1 0,-1 1 102,57 1-7040,-23-9 1848</inkml:trace>
  <inkml:trace contextRef="#ctx0" brushRef="#br0" timeOffset="36701.272">13473 6906 6889,'-14'-123'8965,"14"123"-8049,5 29 445,-4-24-1176,39 168 3428,44 82-2706,-81-248-1186,22 37-182,3-32-8333,-21-12 3526</inkml:trace>
  <inkml:trace contextRef="#ctx0" brushRef="#br0" timeOffset="36954.748">13999 6906 8474,'0'0'1544,"0"0"1918,0 0-1308,0 0-1362,0 0-414,0 0 344,-25 25 193,-179 188 308,187-194-1256,10-13-10,0 1-1,1 0 1,0 0-1,0 0 1,1 1-1,-1 0 1,2 0 0,-1 0-1,1 0 1,1 1-1,-1 0 1,1 0-1,1 0 1,-1 2 43,3-10-1683,0-1-2246,0 0-1720</inkml:trace>
  <inkml:trace contextRef="#ctx0" brushRef="#br0" timeOffset="37155.943">13775 6948 5553,'0'0'1881,"0"0"2880,0 0-3105,0 0 240,0 0-679,0 0-97,31 132-112,-6-94-152,3 0-392,2-3-240,1-3-224,-3-5-224,4-6-744,-9-5-2153,-6-7-4336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1T13:43:35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1 160 7786,'0'0'8,"125"-105"-8,-59 50-1521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1T13:44:12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524 74 6465,'0'0'773,"0"0"201,0 0 1503,0 0-398,0 0-301,0 0-318,3-12-50,1-1-875,3-11-23,-5-1 3294,-27 25-2662,12 2-1111,0 1 0,0 0 0,0 1 0,0 1 1,0 0-1,1 0 0,0 1 0,0 1 0,0 0 0,1 0 0,0 1 0,1 1 1,0 0-1,0 0 0,0 1 0,2 0 0,-1 1 0,1 0 0,1 0 0,0 1 0,0 0 1,1 0-1,1 0 0,-1 3-33,2 14 124,2 1 0,0 0-1,2 0 1,1 0 0,2 0 0,1 0 0,1 0 0,1-1 0,2 0-1,1 0 1,1-1 0,2 0 0,0-1 0,2 0 0,1-1 0,4 4-124,19 46 97,26 59 75,-5-16 41,-5 3 1,-5 2-1,27 110-213,-71-220 42,0 1 0,-1-1-1,0 1 1,-1 0 0,-1 1 0,-1-1 0,0 0-1,0 1 1,-2-1 0,0 0 0,-1 0 0,0 1-1,-1-1 1,-1 0 0,0-1 0,-1 1-1,-1-1 1,0 0 0,-1 0 0,-1-1 0,0 0-1,0 0 1,-2-1 0,1 0 0,-2 0 0,1-1-1,-4 2-41,-8 1 53,0 0 0,-1-1 0,0-1-1,-1-2 1,-1 0 0,1-2 0,-1 0-1,-1-2 1,1 0 0,-1-2 0,0-1 0,0-1-1,0-2 1,0 0 0,0-2 0,-23-4-53,38 5-109,1-1 0,-1-1 1,1 1-1,0-2 0,0 0 1,0 0-1,0-1 0,0 0 1,1 0-1,0-1 0,0 0 1,-5-6 108,-29-76-5225,42 54-442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1T13:44:18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0 5329,'0'0'10061,"0"0"-6594,0 0-2341,0 0 145,0 0 317,0 0-296,14 23-458,102 161 266,-95-171-762,-20-30-166,-39-110-904,36 124 714,0-1 1,0 1-1,0 0 1,0-1-1,0 1 0,-1 0 1,0 1-1,1-1 1,-1 0-1,0 1 0,0-1 1,-1 1-1,1 0 1,0 0-1,-1 1 1,1-1-1,-1 0 0,0 1 1,1 0-1,-1 0 1,0 0-1,0 1 1,0-1-1,0 1 0,1 0 1,-1 0-1,0 0 1,0 0-1,0 1 0,0 0 1,0 0-1,1 0 1,-1 0-1,0 0 18,-7 7-7,1 0-1,-1 0 0,1 1 1,1 0-1,0 1 1,0 0-1,1 0 1,0 1-1,1 0 1,0 0-1,1 1 1,0 0-1,1 0 1,0 1 7,-6 11 24,1 0 0,0 0 0,2 1 0,1 0 0,1 0 0,1 1 0,2 0 0,0 0 0,2 9-24,0-24 25,2 1 0,-1-1 0,2 0 0,-1 0 1,2 0-1,-1 0 0,2 0 0,-1 0 0,1-1 0,1 1 0,0-1 1,0 0-1,1-1 0,1 1 0,-1-1 0,1-1 0,1 1 1,0-1-1,0 0 0,0-1 0,1 0 0,8 5-25,15 3 195,2-1-1,0-1 1,0-2-1,1-1 1,1-2-1,-1-1 1,1-2-1,0-2 1,1-1-1,-1-2 1,0-1-1,35-6-194,-44 4 79,0 0 0,0-2 0,0-1 0,0-1 0,-1-2 0,0 0 0,-1-2 0,0-1-79,-26 12-65,0 0-1,0 0 0,0 0 1,0 0-1,0-1 1,0 1-1,0-1 1,0 1-1,0 0 0,0-1 1,1 0-1,-1 1 1,0-1-1,0 0 1,0 1-1,1-1 0,-1 0 1,0 0-1,0 1 1,1-1-1,-1 0 1,1 0-1,-1 0 0,1 0 1,-1 0-1,1 0 1,0 0-1,0 0 1,-1 0-1,1 0 0,0 0 1,0 0-1,0 0 1,0 0-1,0 0 1,0 0-1,0 0 0,0 0 1,1 0-1,-1-1 1,0 1-1,0 0 1,1 1-1,-1-1 1,1 0-1,-1 0 0,1 0 1,0 0-1,-1 0 1,1 0-1,0 1 1,-1-1-1,1 0 0,0 0 1,0 1-1,0-1 1,-1 1-1,1-1 1,0 1-1,0-1 0,0 1 1,0-1-1,0 1 1,0 0-1,0 0 1,1-1 65,-35-5-5467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1T13:44:17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5617,'0'0'2631,"0"0"2653,0 0-2735,0 0-1573,0 0-151,0 0 977,8 18 352,73 199 1395,-67-166-3449,3 0 0,2-1 0,2-1 1,2 0-1,2-2 0,2-1 0,2-1 0,21 22-100,-49-66-109,20 20-745,-4-13-5656,-16-7 822</inkml:trace>
  <inkml:trace contextRef="#ctx0" brushRef="#br0" timeOffset="330.914">0 421 11138,'0'0'2849,"0"0"-705,0 0-487,145-37 287,-96 26-15,4 1-825,3-1-496,4 3-168,1 0-256,0 1-80,11-7-104,-16 1-712,-12 0-4081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1T13:44:16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1471 10778,'0'0'5087,"0"0"-2676,20-17-580,130-111 959,-144 122-2714,186-187 799,-183 182-857,1-1 0,-2 0 0,0-1 0,-1 0 0,0 0 0,0 0 0,-2-1 0,0 0 0,0 0 1,-1 0-1,-1-1 0,0 0 0,-1 1 0,-1-1 0,0 0 0,-2-13-18,-1 23 6,-1 0 1,0 1-1,0 0 0,0-1 0,0 1 1,-1 0-1,0 1 0,1-1 0,-2 1 1,1-1-1,0 1 0,0 0 0,-1 1 0,0-1 1,1 1-1,-1 0 0,0 0 0,0 1 1,0-1-1,0 1 0,-1 0 0,1 0 1,0 1-1,0-1 0,-1 1 0,1 1 1,0-1-1,0 1 0,-1 0 0,1 0 0,0 0 1,0 1-1,0-1 0,-1 2-6,-19 5 18,0 2 0,1 0 0,1 2 0,0 1 0,1 0 0,0 2 0,1 0 0,0 1 0,1 2 0,1 0 0,1 1 0,1 0 0,-7 11-18,10-12 76,0 1 1,1 0-1,1 1 1,1 0-1,0 1 1,2 0-1,-7 22-76,13-36 34,1 0 0,0 1-1,0-1 1,1 0-1,0 1 1,0-1 0,1 1-1,0-1 1,0 1-1,1-1 1,0 1 0,0-1-1,1 0 1,0 1 0,0-1-1,1 0 1,-1 0-1,2 0 1,-1-1 0,1 1-1,0-1 1,0 0-1,1 0 1,-1 0 0,1 0-1,3 1-33,16 9 52,1-2 0,1-1 0,0-1 0,0-1 0,1-2 0,0 0 0,1-2-1,0-1 1,0-1 0,0-1 0,1-2 0,-1-1 0,10-1-52,-12 1 27,35 4 17,0-3 0,-1-3 1,1-2-1,27-6-44,66-57-900,-78-7-5844,-51 37-1233</inkml:trace>
  <inkml:trace contextRef="#ctx0" brushRef="#br0" timeOffset="342.085">1069 1 4841,'0'0'10018,"0"0"-8401,0 0-233,0 0-32,-77 153 448,45-97-399,-1 7-641,3 4-304,2 0-192,5 0-248,2-6 128,4-9-144,1-6-8,4-12-672,-2-7-2081,3-10-1464,1-11-5377</inkml:trace>
  <inkml:trace contextRef="#ctx0" brushRef="#br0" timeOffset="552.449">687 147 4233,'0'0'2797,"0"0"2006,0 0-2273,0 0-930,0 0-253,0 0-136,14 10 394,76 84 1035,-77-71-2435,1 0 1,1-2-1,1 1 0,1-2 0,1 0 0,0-1 0,1-1 0,1-1 1,1-1-1,1 0 0,13 6-205,174 53-3605,-163-68-3602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1T13:44:15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6993,'0'0'2656,"0"0"1741,0 0-2294,0 0-899,0 0-74,0 0 294,12 5 164,10 1-1071,0 0 0,1-1 0,0-1 0,0-1 0,0-1 0,0-1-1,0-1 1,1-2 0,21-3-517,217-59 621,-255 60-380,-3 1-2722,-3 3-5210,-1 0-4137</inkml:trace>
  <inkml:trace contextRef="#ctx0" brushRef="#br0" timeOffset="424.34">145 365 14547,'0'0'3817,"0"0"-2417,0 0-112,0 0 33,0 0-377,0 0-424,0 0-392,44 2 56,-11-2-128,13-4 16,13-10-8,8-3-128,10-2-368,39-15-616,-20 5-2609,-13 2-3416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1T13:44:14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157 806 19564,'0'0'2571,"0"0"-1506,0 0-651,-5 25 460,-33 170 650,29-21-1053,11-168-472,1 0 0,0 0-1,1 0 1,-1-1 0,1 1 0,1-1 0,-1 0-1,1 0 1,-1-1 0,1 1 0,1-1 0,-1 0-1,0 0 1,1-1 0,0 1 0,0-1 0,0-1-1,0 1 1,1-1 0,-1 0 0,0-1 0,1 1-1,0-1 1,-1 0 0,1-1 0,0 0 0,-1 0-1,1 0 1,0-1 0,-1 0 0,1 0 0,-1-1-1,1 0 1,-1 0 0,0 0 0,0-1 0,0 0-1,0 0 1,0 0 0,3-3 1,-1-1-59,-1 1-1,1-1 1,-1 0-1,-1-1 1,0 1-1,0-1 1,0-1-1,-1 1 1,0-1-1,0 0 1,-1 0-1,-1 0 1,1-1-1,-2 1 1,1-1-1,-1 0 1,0 1-1,-1-1 1,-1 0-1,1 0 1,-1 0-1,-1 0 1,0 0-1,-1 0 1,-1-6 59,1 11-13,0 0 1,0 0-1,0 1 1,-1-1-1,0 1 1,0-1-1,0 1 1,0 0-1,-1 0 1,1 0-1,-1 1 1,0 0-1,0-1 0,-1 1 1,1 0-1,-1 1 1,1-1-1,-1 1 1,0 0-1,0 0 1,0 1-1,0-1 1,0 1-1,0 0 1,-1 0-1,1 1 1,0 0-1,-4 0 13,-4-1-3,-1 1 1,1 1-1,-1 0 0,1 1 1,0 0-1,0 1 1,0 0-1,0 1 0,0 1 1,-10 5 2,17-8-11,-1 1 0,0 0 0,1 0 0,0 1 0,-1 0 1,2 0-1,-1 0 0,0 1 0,1-1 0,0 2 0,0-1 0,0 0 1,0 1-1,1 0 0,0 0 0,1 0 0,-1 1 0,1-1 1,0 1-1,1-1 0,-1 1 0,2 0 0,-2 6 11,18 5-548,52-14-2319,-16-6-2565,8-4-7802</inkml:trace>
  <inkml:trace contextRef="#ctx0" brushRef="#br0" timeOffset="285.327">1 0 15779,'0'0'2089,"0"0"-211,0 0-708,0 0-103,9 34 124,168 479 2129,-151-446-3230,-4-2-141,2-1 0,3-2 0,3-1 0,3-1 0,2-1 0,3-3 0,31 36 51,-52-80-2199,-8-14-4875,-8-12 818</inkml:trace>
  <inkml:trace contextRef="#ctx0" brushRef="#br0" timeOffset="585.024">697 748 13755,'0'0'3887,"0"0"-2309,0 0-391,0 0 231,11 18-251,113 137 558,-79-125-1518,0-1 0,2-3 0,1-2 0,1-2 0,1-2 0,16 3-207,35 3-569,-31-26-3214,-38-26-4999,-26 7-2915</inkml:trace>
  <inkml:trace contextRef="#ctx0" brushRef="#br0" timeOffset="896.018">1160 685 9434,'0'0'10338,"0"0"-8193,0 0-801,-44 117-248,21-71 184,-5 2-415,-5 3-393,-2-1-184,0-4-280,5-6 80,5-3-88,11-7-104,14-3-880,0-8-3633,18-9-7346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1T13:44:13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1305 9282,'0'0'1416,"0"0"2233,0 0-1570,0 0-876,0 0-376,0 0 140,22-22-58,160-170 302,-172 182-1124,-1 0 1,0-1-1,-1-1 0,0 0 0,-1 0 0,0 0 1,-1-1-1,-1 1 0,0-2 0,0 1 1,-1 0-1,-1-1 0,-1 0 0,0 0 0,0 0 1,-1 0-1,-1 0 0,-1-8-87,-3 17 18,0 0 0,-1 0 0,0 0 0,0 0 0,0 1 0,0 0 1,-1 0-1,1 1 0,-1-1 0,0 1 0,0 0 0,0 1 0,-1 0 0,1 0 0,-1 0 0,1 0 1,-1 1-1,1 0 0,-1 1 0,0-1 0,1 1 0,-1 1 0,0-1 0,1 1 0,-1 0 0,0 1 0,1 0 1,0 0-1,-1 0 0,0 1-18,-9 2 82,1 0 0,0 1 0,0 1 0,1 1 0,0 0-1,0 0 1,1 1 0,0 1 0,0 0 0,1 1 0,1 1 0,0-1 0,0 2 0,1-1 0,1 2 0,0-1 0,1 1 0,0 0 0,1 1 0,1 0 0,0 0 0,1 1 0,1-1 0,0 3-82,4-11 37,0 0 1,0 0-1,1-1 1,0 1-1,0 0 1,1 0-1,0-1 1,0 1 0,0-1-1,1 0 1,0 1-1,0-1 1,1 0-1,-1-1 1,1 1-1,1-1 1,-1 1-1,1-1 1,0-1-1,0 1 1,0-1-1,1 0 1,-1 0-1,6 3-37,157 61 396,-119-59-257,1-2-1,0-1 1,0-4-1,0-1 0,0-2 1,43-8-139,-90 10-62,-1-1 1,0 0-1,0 0 1,1 0-1,-1 0 1,0 0-1,0-1 1,1 1-1,-1-1 0,0 1 1,0-1-1,0 0 1,0 0-1,0 0 1,0 0-1,0 0 1,0 0-1,0 0 1,0-1-1,-1 1 0,1-1 1,0 1-1,-1-1 1,1 0-1,-1 0 1,0 0-1,0 0 1,0 0-1,0 0 0,0 0 1,0 0-1,0 0 1,0 0-1,-1 0 1,1 0-1,-1-1 1,0 1-1,0 0 1,0 0-1,0-1 0,0 1 1,0 0-1,0 0 1,-1-1-1,1 1 1,-1 0 61,-31-65-7494,13 33 535</inkml:trace>
  <inkml:trace contextRef="#ctx0" brushRef="#br0" timeOffset="270.426">958 0 3017,'0'0'13122,"0"0"-11289,0 0-825,0 0 560,0 0 105,-102 155-241,69-88-672,-2 2-184,5 1-224,4-3-176,5-7-56,7-7-72,7-9 33,0-11-81,7-8-57,0-16-943,0-7-2072,0-2-2866</inkml:trace>
  <inkml:trace contextRef="#ctx0" brushRef="#br0" timeOffset="524.876">588 164 6913,'0'0'7314,"0"0"-5170,0 0-1319,0 0 447,0 0 976,0 0-175,107 136-849,-56-90-208,3-2-392,2-4-383,-5-5-17,-7-5-176,-7-5-48,-6-2-296,4 2-1345,-10-6-3336,-6-7-3113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1T13:44:10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18 402 8042,'0'0'6777,"0"0"-3700,0 0-1058,0 0-271,0 0-185,6 2-270,208 11 1292,-213-13-2911,-1 0-114,0 0-131,0 0-49,0 0 21,-13-2-612,-4-1 682,12 1 506,0 1-1,-1-1 1,1 1-1,0 0 0,-1 0 1,1 1-1,-1 0 0,1 0 1,-1 0-1,1 0 0,-1 1 1,1 0-1,0 0 1,-1 1-1,1 0 0,0-1 1,0 2-1,0-1 0,0 0 1,0 1-1,1 0 0,-1 0 1,-3 4 23,-4 17 79,1-1 0,2 1 0,1 1 0,0 0 0,2 0 1,1 1-1,1-1 0,1 1 0,1 0 0,2 0 0,0 0 0,2 7-79,15-45 379,-11 7-382,0-1 0,0 1 0,1 0 0,-1 1 1,1-1-1,0 1 0,1 1 0,-1-1 0,0 1 0,1 1 0,0-1 0,0 1 0,0 1 0,0-1 1,0 1-1,0 1 0,0 0 0,0 0 0,0 0 0,0 1 0,0 0 0,0 1 0,0-1 0,0 2 1,0-1-1,-1 1 0,1 0 0,-1 1 0,0-1 0,0 2 0,0-1 0,-1 1 0,1 0 0,-1 0 1,0 1-1,0-1 0,-1 1 0,0 1 0,0-1 0,0 1 0,-1 0 0,0 0 0,-1 0 1,1 0-1,-1 1 0,1 4 3,-3-7-5,1 1 0,-1-1 1,0 1-1,-1 0 0,1 0 1,-1-1-1,-1 1 1,1 0-1,-1-1 0,1 1 1,-2 0-1,1-1 0,-1 1 1,1-1-1,-2 0 0,1 0 1,0 1-1,-1-1 0,0-1 1,0 1-1,-1 0 1,1-1-1,-1 0 0,0 1 1,0-2-1,-1 1 0,1 0 1,-1-1-1,0 0 0,1 0 1,-1 0-1,-5 1 5,-182 58 842,117-55-168,75-15-1250,38-39-4564,-10 22-560</inkml:trace>
  <inkml:trace contextRef="#ctx0" brushRef="#br0" timeOffset="467.759">225 0 11883,'0'0'3980,"0"0"-2090,0 0-868,0 0-125,0 0-97,0 0-177,10 14 61,82 110 959,-6 4-1,33 71-1642,-97-160 89,-1 1 0,-2 2 1,-3-1-1,0 2 0,-3 0 0,-2 1 1,-2 0-1,-1 1 0,-3-1 0,-1 7-89,-3-26 14,-1 0-1,-2 0 0,0 0 1,-2 0-1,-1-1 0,0 1 1,-2-1-1,-1 0 0,-1-1 1,-1 0-1,0-1 0,-2 0 1,-1 0-1,-1-1 0,-5 5-13,-131 125-876,78-97-6084,32-27-8735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24:19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31 679 6689,'0'0'6619,"0"0"-3598,0 0-1652,0 0-488,0 0 78,0 0 387,-7 0-129,-17 0-405,30 0 583,178-34-362,32 0-817,-207 38-179,1 1-1,-1 0 0,0 0 1,-1 0-1,1 1 0,-1 1 1,0-1-1,0 2 0,-1-1 1,0 1-1,0 0 0,-1 0 0,0 0 1,-1 1-1,0 0 0,0 0 1,0 1-1,-2 0 0,1-1 1,-1 1-1,0 0 0,-1 0 0,0 1 1,-1-1-1,0 0 0,-1 1 1,0 8-37,12 173 950,-13-147-758,3-1 1,2 1-1,1-1 0,3 1 1,1-2-1,9 22-192,-11-58-2975,-21-49-3455,-39-42-3117,27 45 6714</inkml:trace>
  <inkml:trace contextRef="#ctx0" brushRef="#br0" timeOffset="283.067">162 1062 6425,'0'0'2089,"0"0"3621,0 0-2761,0 0-1407,0 0-495,0 0 54,19-8 337,30-14-937,2 3 1,-1 1-1,2 3 1,0 3-1,1 1 0,11 2-501,-1 3-3313,-24-5-8033,-22 2 1504</inkml:trace>
  <inkml:trace contextRef="#ctx0" brushRef="#br0" timeOffset="893.295">678 1 5961,'0'0'4257,"0"0"-1474,0 0-1182,0 0-510,0 0 44,21 18-137,133 121 348,-108-84-878,-3 1-1,-2 2 1,-3 2 0,-3 2-1,-2 1 1,-3 2 0,-3 0-1,-3 2 1,4 23-468,-10-24 230,-4 0 0,-2 0 0,-2 2 0,-4-1 0,-3 1 0,-5 53-230,-3-86 173,-2 0 0,-1 0-1,-2-1 1,-1 0 0,-2-1-1,-1 0 1,-2-1 0,-1-1-1,-2 0 1,0-1-1,-2-1 1,-1-1 0,-20 18-173,-75 71-314,118-121-6725,9-17 239,9-4-1636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24:27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329 16 4297,'0'0'7735,"0"0"-4758,0 0-1672,0 0-419,0 0-63,-3-2-117,1 0-534,-1 0 0,0 1 0,0-1 0,0 1 0,0 0 0,0 0 0,0 0 1,0 0-1,0 1 0,0-1 0,0 1 0,-1-1 0,1 1 0,0 0 0,0 1 0,0-1 0,0 0 0,-1 1 0,1 0 0,0 0 0,0 0 0,0 0 0,0 0 0,0 0 0,0 1 0,1 0 0,-1-1 0,0 1 0,1 0 0,0 0 0,-1 1 0,1-1 0,0 0-172,-76 88 474,64-64-369,2-1 0,1 2 0,1 0-1,1 0 1,2 1 0,1 0 0,0 0 0,3 1 0,0-1 0,2 1-1,0-1 1,2 1 0,2 0 0,0-1 0,2 0 0,1 0 0,2 0 0,0 0-1,11 21-104,174 293 957,-152-283-921,-2 2 0,-3 2 0,-3 1 0,-3 1 1,-3 2-1,-2 1 0,-4 1 0,8 46-36,-22-71 36,-2 1 0,-2 0-1,-2-1 1,-2 1 0,-2 0 0,-5 23-36,4-53 46,-2 0 1,1-1 0,-2 0-1,1 0 1,-2-1 0,0 0-1,-1 0 1,0-1-1,-1 0 1,0-1 0,-1 0-1,0 0 1,0-1 0,-1-1-1,-1 0 1,0 0-1,0-2 1,0 1 0,-1-2-1,0 0 1,-1 0 0,1-2-1,-1 1 1,0-2 0,0 0-1,0-1 1,0 0-1,-1-1 1,1-1 0,0-1-1,-11-1-46,-171 2-148,195-2-28,1 1 0,-1-1 0,1 1-1,0-1 1,-1 1 0,1-1-1,0 0 1,0 1 0,0-1 0,0 0-1,0 0 1,1 0 0,-1 0 0,1 0-1,-1 0 1,1 0 0,0 0 0,-1 0-1,1 0 1,0 0 0,0 0-1,1 0 1,-1 0 0,0 0 0,1 0-1,-1 0 1,1 0 0,-1 0 0,1 0-1,0 0 1,0 0 0,0 0 0,0 1-1,0-1 1,1 0 176,85-118-12687,-40 60 7858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24:34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88 752 18020,'0'0'3593,"0"0"-2285,0 0-933,-7 18 159,-48 206 1767,53-216-2291,0 1 1,1-1-1,0 0 1,0 0-1,1 1 0,0-1 1,0 0-1,1 1 1,0-1-1,1 0 0,0 0 1,0 0-1,0 0 1,1 0-1,0 0 1,1-1-1,0 1 0,0-1 1,1 0-1,-1 0 1,1-1-1,1 1 0,0-1 1,-1 0-1,2-1 1,-1 1-1,1-1 0,0 0 1,0-1-1,0 0 1,0 0-11,0-1-34,-1 0 0,0 0 0,1-1 0,0 0 1,-1 0-1,1 0 0,0-1 0,0 0 0,0-1 1,0 1-1,0-1 0,0-1 0,0 1 1,0-1-1,0 0 0,-1-1 0,1 0 0,0 0 1,-1 0-1,1-1 0,-1 0 0,0 0 0,0 0 1,0-1-1,0 0 0,0-1 0,-1 1 0,0-1 1,0 0-1,0 0 0,-1 0 0,0-1 0,0 1 1,0-1-1,0 0 0,-1-1 0,0 1 0,0 0 1,-1-1-1,0 0 0,1-3 34,-1 2 15,0-1 0,-1 0-1,0 0 1,0 0 0,-1 0 0,0 0 0,0 0 0,-1 0-1,0 0 1,-1 1 0,0-1 0,0 0 0,-1 1-1,0-1 1,-1 1 0,0 0 0,0 0 0,0 0 0,-1 1-1,0-1 1,-1 1 0,0 0 0,0 1 0,0-1-1,-1 1 1,0 1 0,0-1 0,-1 1 0,1 0 0,-1 1-1,0 0 1,0 0 0,0 1 0,-1 0 0,0 0-1,-2 0-14,6 1-24,-1-1 0,0 1 0,0 0-1,0 1 1,0-1 0,0 1 0,-1 1-1,1-1 1,0 1 0,-1 0 0,1 0-1,0 1 1,0-1 0,0 2 0,-1-1-1,1 1 1,0 0 0,0 0 0,1 0-1,-1 1 1,0 0 0,1 0 0,0 0-1,-1 1 1,1 0 0,1 0-1,-1 0 1,1 0 0,-1 1 0,1 0-1,1 0 1,-1 0 0,1 0 0,-1 1-1,2-1 1,-1 1 0,1 0 0,-1 0-1,2 0 1,-1 0 0,1 0 0,-1 1 24,34 49-4546,36-31-3442,-19-16 1716</inkml:trace>
  <inkml:trace contextRef="#ctx0" brushRef="#br0" timeOffset="310.346">84 0 11899,'0'0'6393,"0"0"-3068,0 0-1525,0 0-481,0 0-434,0 0-275,-5 29-3,-7 117 488,19-100-871,1 0 1,3-1 0,2 0 0,1-1 0,11 19-225,-6-12 157,243 584-1130,-249-607-2885,9-35-9660,-15-12 8862</inkml:trace>
  <inkml:trace contextRef="#ctx0" brushRef="#br0" timeOffset="607.289">647 760 17012,'0'0'3555,"0"0"-1931,0 0-771,0 0 41,0 0 51,0 0-68,19 18-265,111 118 27,-100-92-415,-21-26-200,0 0 1,2-1 0,-1 0 0,2-1 0,0 0-1,1-1 1,1 0 0,0-1 0,1-1 0,1 0-1,0-1 1,0-1 0,1 0 0,0-1 0,1-1-1,0-1 1,1-1 0,0 0 0,0-1-1,0-1 1,1-1-25,75-9-2386,-18-52-6162,-34-43-491,-32 53 7106</inkml:trace>
  <inkml:trace contextRef="#ctx0" brushRef="#br0" timeOffset="858.604">1080 536 8122,'0'0'2008,"0"0"2342,0 0-1814,0 0-1192,0 0-100,0 0 571,-17 26 55,3-6-1488,-83 172 1898,4 257-734,92-443-1841,-12 38-490,-3-20-6789,6-19-1619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24:33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1 763 12171,'0'0'9362,"0"0"-7242,0 0-1040,0 0-208,0 0 457,0 0-449,0 0-232,60 0-472,-11 0-32,5 0-24,-1 0-8,-4-2-16,-7-2-96,-5-5-408,-2-3-624,7-15-1593,-9-1-6217,-8 3-512</inkml:trace>
  <inkml:trace contextRef="#ctx0" brushRef="#br0" timeOffset="281.288">1174 405 11242,'0'0'6883,"0"0"-3749,0 0-1739,0 0-307,-23 21 275,-135 153 957,117-112-2121,4 1 1,2 1 0,3 2-1,0 8-199,25-55-353,9-22-6836,7-21-1412,-2 8 5739,5-21-3675</inkml:trace>
  <inkml:trace contextRef="#ctx0" brushRef="#br0" timeOffset="609.808">708 524 6241,'0'0'1537,"0"0"6992,0 0-6624,0 0-489,0 0-8,47 143 409,2-95-625,9-2-448,2-6-400,-1-7-112,-6-6-224,-6-8 64,-12-2-72,-7-7-480,-5-1-1384,-2-9-2673,-7 0-2345,-3 0 1753</inkml:trace>
  <inkml:trace contextRef="#ctx0" brushRef="#br0" timeOffset="939.761">1206 1 7058,'0'0'5387,"0"0"-2743,0 0-1236,0 0-399,0 0-136,0 0 207,25 14 69,163 108 173,-155-91-1257,-2 2-1,-1 1 1,-1 2 0,-2 0-1,-1 2 1,-3 1 0,-1 1-1,-1 1 1,-3 0-1,-1 2 1,-3 0 0,-1 1-1,-2 0 1,-2 1 0,-2 0-1,-2 0 1,-2 1 0,-2-1-1,-2 11-64,-1 0-42,0 19-266,7-28-3436,1-41-2050,8-6-1131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24:32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20 1088,'0'0'5803,"0"0"-1185,0 0-2017,0 0-625,0 0-378,0 0-159,-16-5-102,6 2-1080,7 1-213,1 1 0,-1-1 1,0 1-1,0 0 0,1 0 1,-1 0-1,0 0 0,0 1 1,0-1-1,0 1 0,0 0 1,0-1-1,0 2 0,0-1 0,0 0 1,0 0-1,0 1 0,0 0 1,0-1-1,0 1 0,1 0 1,-1 1-1,0-1 0,0 0 1,1 1-1,-1-1 0,1 1 1,0 0-1,-1 0 0,1 0 0,0 0 1,0 0-1,0 1 0,0 0-44,-24 50 519,3 1-1,2 1 0,2 1 1,3 1-1,3 0 0,2 1 0,2 1 1,1 43-519,6-83 103,-2 7 60,0-1 0,2 1 0,1 0 0,1-1 0,2 1 0,0 0 0,1-1 0,2 1 0,1-1 0,4 11-163,-6-22-39,1 1-1,1-1 1,0 0-1,1-1 1,0 1-1,1-1 1,1-1-1,0 1 1,1-2-1,0 1 1,0-1-1,1-1 1,1 0 0,0 0-1,0-1 1,1-1-1,0 0 1,0-1-1,1 0 1,0-1-1,0-1 1,1 0-1,11 2 40,-23-8-579,1 1-1,0-1 0,0 0 1,0 0-1,0-1 0,-1 1 1,1-1-1,-1 0 0,1 0 1,-1 0-1,0 0 1,1-1-1,-1 1 0,0-1 1,-1 0-1,1 0 0,0 0 1,-1 0-1,0 0 1,0-1-1,0 1 0,0-1 1,0 1-1,0-5 580,6-5-2730,11-19-1335</inkml:trace>
  <inkml:trace contextRef="#ctx0" brushRef="#br0" timeOffset="440.888">844 263 16508,'0'0'2765,"0"0"-615,0 0-719,0 0-529,0 0-242,0 0-187,-18 23 55,5-6-403,-1 0-3,0 2 0,1-1 0,1 2 1,0 0-1,2 0 0,0 1 0,2 0 0,-2 5-122,2 4 150,0-1-1,2 2 1,1-1-1,2 0 1,1 1-1,1 0 1,1-1-1,3 16-149,-2-37 6,1 1-1,0-1 0,0 1 1,0-1-1,1 0 0,1 0 1,0 0-1,0 0 0,1 0 1,-1-1-1,2 0 0,-1 0 1,1 0-1,1-1 0,-1 0 1,1 0-1,1-1 0,-1 0 1,1 0-1,0 0 0,0-1 1,1 0-1,-1-1 0,1 0 1,0 0-1,0-1 0,1 0 1,3 0-6,-10-1-43,0-1 1,1 1 0,-1-1-1,0 0 1,1 0 0,-1 0-1,1 0 1,-1 0-1,1-1 1,-1 0 0,1 1-1,0-1 1,-1-1 0,1 1-1,-1 0 1,1-1 0,-1 0-1,1 0 1,-1 0 0,1 0-1,-1-1 1,0 1 0,0-1-1,0 0 1,1 0 0,-2 0-1,1 0 1,0 0-1,0-1 1,-1 1 0,1-1-1,-1 0 1,0 1 0,0-1-1,0 0 1,0-1 0,-1 1-1,1 0 1,-1 0 0,1-1-1,-1 1 1,0-1 0,-1 1-1,1-1 1,-1-1 42,2 1-5,0 0 0,-1 0 0,0 0 0,0 0 0,0-1 0,-1 1 1,1 0-1,-1-1 0,0 1 0,0 0 0,-1 0 0,1-1 0,-1 1 0,0 0 0,0 0 0,0 0 1,-1 0-1,1 0 0,-1 0 0,0 0 0,0 0 0,0 1 0,-1-1 0,0 1 0,1-1 0,-1 1 1,0 0-1,0 0 0,-1 0 0,1 1 0,-1-1 0,1 1 0,-1 0 0,0 0 0,0 0 0,0 0 1,-2 0 4,-1 1 0,0 0 0,-1 1 1,1-1-1,0 2 1,-1-1-1,1 1 0,0 0 1,0 0-1,0 1 1,0 0-1,0 1 0,0-1 1,1 1-1,-1 0 1,1 1-1,-1 0 0,1 0 1,1 0-1,-1 1 1,0-1-1,1 1 0,0 1 1,-3 3-1,5 13-1369,41-16-5116,-31-6 5153,38 0-8948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24:37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388 61 6081,'0'0'2078,"0"0"2296,0 0-1858,0 0-904,0 0-393,0 0 56,-1-9 116,-5-26-255,-45 20 1601,42 15-2607,-4-1-111,0 1 0,1 0 0,-1 1 0,0 0 0,1 0 0,-1 2 0,1 0 0,-1 0 0,1 1 0,0 0 0,1 1 0,-1 1 0,1 0 0,0 0 0,0 1 0,1 1 0,0-1 0,0 2 0,1-1-1,0 1 1,1 1 0,-1 0 0,2 0 0,0 0 0,0 1 0,1 0 0,0 0 0,1 1 0,0 0 0,1 0 0,0 0 0,-1 7-19,2 9 51,1 1 0,1-1 0,2 0 0,0 0-1,2 0 1,1 0 0,2 0 0,0 0 0,2-1 0,1 0 0,1-1-1,1 0 1,2 0 0,14 21-51,28 53 159,41 69 245,-8 5 1,-8 3-1,-6 6-404,-49-112 66,-3 1 0,-3 1-1,-3 0 1,-4 2-1,-3-1 1,-3 1-1,-3 19-65,-3-86 27,-1 0 0,0 0 0,0 0 0,0 0 0,-1 0 0,-1 0-1,1 0 1,-1-1 0,-1 1 0,1-1 0,-1 0 0,0 0 0,-1 0 0,0-1 0,0 1-1,0-1 1,-1 0 0,0-1 0,0 1 0,0-1 0,-1-1 0,1 1 0,-1-1 0,0 0-1,-7 3-26,-7 1 88,0-1 0,-1 0 0,1-2 0,-1 0 0,0-1 0,0-2 1,0 0-1,-21-1-88,33-2 5,1 0 0,-1 0 1,1-1-1,-1 0 1,1 0-1,0-1 1,0-1-1,0 1 1,0-1-1,1-1 1,0 0-1,0 0 0,0-1 1,0 1-1,1-2 1,0 1-1,-1-3-5,-44-98-3420,49 49-548,13-38-6535,13 28 3963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24:31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2 739 6729,'0'0'6666,"0"0"-3523,0 0-1489,0 0-511,0 0 294,0 0-112,0-8-400,0-1-761,-1-13 153,11 36 38,15 42 228,2-2-1,3 0 0,2-2 0,25 31-582,-44-65-27,1 0 1,1-1-1,0 0 1,1-2-1,1 0 1,0 0-1,1-2 1,0 0-1,1-1 0,1-1 1,20 9 26,-39-20-40,0 0 0,1 1 0,-1-1 0,0 0 0,1 0-1,-1 0 1,0 0 0,1 0 0,-1 0 0,0 0 0,0-1 0,1 1 0,-1 0 0,0-1 0,0 1 0,0-1 0,1 1 0,-1-1 0,0 0 0,0 0 0,0 1 0,0-1-1,0 0 1,0 0 0,0 0 0,0 0 0,-1 0 0,1 0 0,0 0 0,0 0 0,-1 0 0,1 0 0,-1-1 0,1 1 0,-1 0 0,0 0 0,1-1 0,-1 1-1,0 0 1,0 0 0,0-1 0,0 1 0,0 0 0,0-1 0,0 1 0,0 0 0,0-1 0,-1 1 0,1 0 0,-1 0 0,1 0 0,-1-1 0,1 1 0,-1 0-1,0 0 1,1 0 0,-1 0 0,0-1 40,-30-86-1324,-169-346 1186,197 425 232,0 6-54,1-1-1,0 0 0,0 0 0,0-1 1,1 1-1,-1 0 0,1 0 0,0-1 1,1 1-1,-1-1 0,1 1 0,-1-1 0,1 1 1,1-1-1,-1 1 0,1-1 0,-1 1 1,1-1-1,1 1 0,-1 0 0,1 0 1,-1-1-1,1 1 0,0 0 0,0 1 1,2-3-40,15-3 3,1 1 1,-1 1-1,2 1 1,-1 0 0,0 2-1,1 0 1,0 1-1,10 1-3,29-6-67,185-39-9382,228-75 9449,-275 82 190,-195 43 61,1-1 0,-1 1 0,0 0 0,0 0 0,0 0 0,0 1 0,-1-1 0,1 1 0,-1-1 0,0 1 0,0 0 0,0 0 0,-1 0 0,1 0 0,-1 0 0,0 0 0,0 0 0,0 1 0,-1-1 0,0 0 0,1 1 0,-1-1 0,-1 0 0,1 0 0,-1 1 0,0-1-251,2 9 693,1 38 1123,28 127 1395,-1-148-4638,-21-33-3015,-5-12-3960,-3-2 854</inkml:trace>
  <inkml:trace contextRef="#ctx0" brushRef="#br0" timeOffset="563.431">959 708 7882,'0'0'8321,"0"0"-5145,0 0-1723,0 0-448,0 0-18,0 0-177,-14 26 243,-86 180 436,-4 82-990,103-379-13941,-26-8 8931,-19 0 7059,-13 7 5187,59 91-6645,115 47 2945,432 167-2546,-499-202-3949,-23-26-7527,-15-3 2744</inkml:trace>
  <inkml:trace contextRef="#ctx0" brushRef="#br0" timeOffset="6474.236">582 1522 7586,'0'0'392,"0"0"4617,0 0-3737,0 0-488,0 0 24,0 0 73,0 0 311,-16 5-200,16-5-456,0 0-224,0 0-232,0 0-80,0 0-808,11-28-2233,3-3-5040,5-3 5112</inkml:trace>
  <inkml:trace contextRef="#ctx0" brushRef="#br0" timeOffset="6870.165">1252 0 6649,'0'0'993,"0"0"-705,0 0 1784,0 0-448,0 0-911,0 0-529,0 0-80,-13 13-104,13-7-48,0 0-216,0-4-2329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24:48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101 647 11282,'0'0'9682,"0"0"-6283,0 0-2425,0 0-495,0 0 201,0 0 54,-17 18-79,-50 60-311,64-73-335,1 0 0,0 1 1,0-1-1,0 1 1,0 0-1,1 0 0,0-1 1,0 1-1,1 0 0,-1 0 1,1 0-1,1 0 1,-1 0-1,1 0 0,0-1 1,0 1-1,1 0 0,0 0 1,0-1-1,0 1 1,0-1-1,1 0 0,0 0 1,0 0-1,1 0 0,-1 0 1,1-1-1,0 1 1,0-1-1,1 0 0,-1 0 1,1-1-1,0 1 0,1 0-9,8 6-190,1-1 0,0-1 0,1 0-1,0-1 1,0-1 0,0 0 0,1-1-1,-1-1 1,1 0 0,0-1 0,0-1-1,1-1 1,-1 0 0,0-2-1,2 0 191,-14 0-18,0-1-1,0 0 0,0 0 0,0-1 0,-1 0 1,1 1-1,-1-1 0,1-1 0,-1 1 0,0-1 0,-1 1 1,1-1-1,-1 0 0,1-1 0,-1 1 0,0 0 0,-1-1 1,1 0-1,-1 0 0,0 1 0,0-1 0,0-1 0,-1 1 1,0 0-1,0 0 0,0 0 0,-1-1 0,1 1 0,-1 0 1,-1-1-1,1 1 0,-1 0 0,0 0 0,0-1 1,0 1-1,-1 0 0,0 0 19,2-17 104,-1 12-61,0 0 0,-1 0 1,0 0-1,0 1 0,-1-1 0,-1 0 0,1 1 0,-2 0 0,1 0 0,-1 0 0,-1 0 0,1 1 0,-2 0 0,1 0 0,-1 1 0,0 0 0,0 0 0,-1 0 1,0 1-1,0 0 0,-1 1 0,1-1 0,-1 2 0,-1-1 0,1 1 0,0 1 0,-1 0 0,0 0 0,0 1 0,0 0 0,0 1 0,0 0 0,0 0 0,0 1 1,0 1-1,0-1 0,0 2 0,-3 0-43,7-1-40,0-1-1,0 1 1,0 1 0,0-1 0,0 1 0,0 0 0,1 0 0,-1 1 0,1 0-1,0 0 1,-1 0 0,2 0 0,-1 1 0,0 0 0,1 0 0,-1 0 0,1 1-1,0 0 1,1-1 0,-1 1 0,1 0 0,0 1 0,0-1 0,0 0-1,1 1 1,0 0 0,0 0 0,1-1 0,-1 1 0,1 0 0,0 0 0,1 0-1,0 1 41,0-2-205,0 0 0,0 0 0,1-1 1,-1 1-1,1 0 0,1-1 0,-1 1 0,0-1 0,1 1 0,0-1 0,0 0 0,1 0 0,-1 0 0,1 0 0,0 0 0,0 0 0,0-1 0,0 1 0,1-1 0,-1 0 0,1 0 0,0 0 0,2 0 205,63 36-6768,-4-13-2946</inkml:trace>
  <inkml:trace contextRef="#ctx0" brushRef="#br0" timeOffset="314.148">75 0 10082,'0'0'7258,"0"0"-3971,0 0-1612,0 0-681,-4 19-204,-1 16-462,2-1 0,2 1-1,1 0 1,1 0 0,2 0-1,2-1 1,1 0 0,2 0 0,1 0-1,5 9-327,4 18 296,4 0 1,2-2-1,2 0 0,3-2 0,3-1 1,2-2-1,16 18-296,42 31-2611,-85-99 210,-4-4-3516,-3 0-1789</inkml:trace>
  <inkml:trace contextRef="#ctx0" brushRef="#br0" timeOffset="613.838">475 423 5937,'0'0'8952,"0"0"-5991,0 0-1784,0 0 324,13 21 840,77 135 1158,-63-105-2727,2-2-1,2 0 0,2-3 0,24 27-771,-46-61 13,1 0 0,0-1 0,0 0 1,1 0-1,0-1 0,1-1 0,0-1 0,0 0 0,1 0 0,0-2 0,0 0 0,1 0 0,0-2 1,0 0-1,0 0 0,0-2 0,0 0 0,9-1-13,44-13-3244,-13-25-4241,-19 5-615,-5 0-2184</inkml:trace>
  <inkml:trace contextRef="#ctx0" brushRef="#br0" timeOffset="879.673">941 375 8058,'0'0'8049,"0"0"-6056,0 0-857,0 0 136,-72 145 1129,46-76-441,-4 6-519,-3 3-473,1-1-656,-1-8-184,5-12 16,5-11-144,7-13 0,6-10-416,10-14-1160,0-7-4674,14-2-4944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25:15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48 7218,'0'0'1230,"0"0"856,0 0-289,0 0-586,0 0-31,0 16 3746,144-13-1453,239-70-2233,-868 176-1793,380-87 571,103-21-26,32-1-21,174-52-2346,-169 38 487,34-12-3859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24:46.886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3287 1181 10562,'0'0'6970,"0"0"-3000,0 0-2210,0 0-530,0 0 176,0 0-78,5-1-331,270-50 282,-262 49-1417,18-4-2521,-2-12-5653,-14 4 705</inkml:trace>
  <inkml:trace contextRef="#ctx0" brushRef="#br0" timeOffset="420.707">3944 808 17988,'0'0'4403,"0"0"-2531,0 0-894,0 0 69,0 0-16,0 0-333,6 0-417,9 3-269,0 1 0,-1 0 0,0 2 0,0-1 0,0 2 0,0 0 0,-1 1 0,-1 0 0,1 0 0,-1 2 0,-1-1 0,1 2 0,-2-1 0,3 4-12,-9-10 7,232 246 117,-140-214-497,-27-33-2710,-66-3 2865,53-25-9506,-29-6 488,-25 28 8437,18-24-3805</inkml:trace>
  <inkml:trace contextRef="#ctx0" brushRef="#br0" timeOffset="734.475">4342 701 13987,'0'0'4913,"0"0"-4081,0 0-296,-56 153 1169,37-79 143,-1 3-456,3 1-375,1-7-681,0-6-144,-1-13-184,1-10 32,2-13-40,2-8 0,5-10-120,3-7-632,4-4-745,0-11-3664,0-7-4825</inkml:trace>
  <inkml:trace contextRef="#ctx0" brushRef="#br0" timeOffset="1159.694">4537 314 3185,'0'0'7808,"0"0"-4531,0 0-1590,0 0-323,0 0-106,0 0 51,-15-9-342,7 5-874,-36-19 829,77 64 588,0-10-1394,31 25 172,-2 2 0,-2 3 1,-3 3-1,-3 2 1,-3 2-1,-3 3 0,-3 1 1,3 15-289,-35-61-26,-2 2 1,-1-1-1,-1 1 1,-1 1-1,-1-1 1,-2 1-1,-1 1 1,-2-1-1,0 0 1,-2 1-1,-1-1 1,-2 1-1,0-1 1,-2 0-1,-2 0 1,-5 15 25,-44 79-1833,-2-58-3496,42-56-120,7-8-2734</inkml:trace>
  <inkml:trace contextRef="#ctx0" brushRef="#br0" timeOffset="-903.309">1867 287 7074,'0'0'1465,"0"0"1677,0 0-725,0 0-373,0 0-740,0 0-406,-10 16-213,-26 47-105,3 2 0,2 1 0,4 2 0,2 1 0,4 1 0,2 0 0,4 2-1,3 0 1,3 0 0,3 1 0,3 15-580,2-53 200,1 0-1,2 0 1,2-1-1,1 1 1,1-1-1,2 0 1,1 0-1,2-1 1,2 0 0,1-1-1,1 0 1,1-1-1,2-1 1,1-1-1,2-1 1,12 14-200,323 280 407,-355-321-378,-1-1-86,-21-53-9297,12 28 1306</inkml:trace>
  <inkml:trace contextRef="#ctx0" brushRef="#br0" timeOffset="-298.51">2582 928 6569,'0'0'4304,"0"0"-222,0 0-1965,0 0-681,0 0-372,0 0 22,-4-8-78,-22-10-166,-2 64-117,24-38-650,-14 28 270,1 2 1,2 0 0,2 1 0,1 0 0,2 1-1,2 0 1,1 1 0,2 0 0,2 0 0,2 26-346,3-53 13,1-1 1,0 0-1,0 0 0,1 0 1,1 0-1,0 0 1,1-1-1,1 0 0,-1 0 1,2-1-1,0 0 1,0 0-1,1-1 1,0 0-1,1 0 0,0-1 1,0 0-1,1-1 1,0 0-1,1-1 0,0 0 1,0-1-1,0-1 1,1 1-1,-1-2 1,1 0-1,1 0 0,-1-2 1,0 1-1,1-2 1,-1 1-1,1-2 1,9 0-15,-17 1-60,0 0 0,0 0 0,1 0 0,-1-1 0,0 0 0,1 0 0,-1 0 0,0-1 0,0 0 0,1 0 0,-1-1-1,0 1 1,0-1 0,0-1 0,0 1 0,-1-1 0,1 0 0,-1 0 0,0-1 0,0 0 0,0 0 0,0 0-1,0 0 1,-1-1 0,0 1 0,0-1 0,0-1 0,-1 1 0,1 0 0,-1-1 0,0 1 0,-1-1 0,0 0-1,0 0 1,0 0 0,0-2 61,-1 3 16,1 0-1,-1 0 0,-1-1 0,1 1 0,-1 0 0,0 0 1,0 0-1,0 0 0,-1-1 0,0 1 0,0 0 1,0 0-1,0 0 0,-1 0 0,0 1 0,0-1 0,-1 0 1,1 1-1,-1-1 0,0 1 0,0 0 0,0 0 1,-1 0-1,1 0 0,-1 1 0,0-1 0,0 1 1,0 0-1,0 0 0,-1 1 0,1-1 0,-1 1 0,0 0 1,0 0-1,0 0 0,0 1 0,0 0 0,0 0 1,0 0-1,0 0 0,0 1 0,0 0 0,-1 0 0,-3 1-15,4-2 2,-1 1-1,1-1 1,0 1-1,-1 0 1,1 1-1,0-1 1,-1 1-1,1 0 0,0 0 1,0 1-1,0-1 1,0 1-1,0 0 1,0 1-1,0-1 1,1 1-1,-1 0 0,1 0 1,0 1-1,0-1 1,0 1-1,0 0 1,1 0-1,-1 0 0,1 0 1,0 0-1,0 1 1,1 0-1,0-1 1,-1 1-1,1 0 1,1 0-1,-1 0 0,1 1 1,0-1-1,0 0 1,0 0-1,1 3-1,0-5-55,0-1 0,1 0 0,-1 0 0,1 0 0,-1 0-1,1 1 1,0-1 0,0 0 0,0 0 0,0 0 0,0-1 0,0 1 0,1 0-1,-1 0 1,1-1 0,-1 1 0,1 0 0,-1-1 0,1 0 0,0 1 0,0-1-1,0 0 1,0 0 0,0 0 0,0 0 0,0 0 0,0-1 0,0 1 0,0-1-1,1 1 56,47 9-4670,-3-7-2047</inkml:trace>
  <inkml:trace contextRef="#ctx0" brushRef="#br0" timeOffset="-3629.042">496 846 7458,'0'0'6456,"0"0"-3325,0 0-1416,0 0-680,0 0-119,0-9 863,-16 303 1833,-223 513-1431,213-705-4731,24-98 931,1-8-3968,1-13-225</inkml:trace>
  <inkml:trace contextRef="#ctx0" brushRef="#br0" timeOffset="-3299.729">0 1062 8554,'0'0'1585,"0"0"2995,0 0-2261,0 0-1085,0 0-386,0 0-52,5 0 202,9 7-713,-1 0-1,0 1 1,0 1 0,0-1 0,-1 2 0,-1 0-1,0 0 1,0 1 0,-1 1 0,0 0-1,-1 0 1,-1 1 0,0 0 0,0 0 0,0 4-285,-2-8 161,96 171 1132,-82-137-1218,2 0 0,2-2 0,2 0 0,1-2 0,2-1-1,2-2 1,1 0 0,37 30-75,-4-37-849,26-59-4838,-51-4 1301,-4-1-937</inkml:trace>
  <inkml:trace contextRef="#ctx0" brushRef="#br0" timeOffset="-2501.047">692 98 3241,'0'0'3720,"0"0"-2000,0 0 1136,0 0-1129,0 0 86,0 19 2,0 45-679,0-15 7059,15-66-6807,-6 0-1360,-1-1-1,-1 0 0,0 0 1,-1 0-1,-1 0 0,-1-1 1,-1 0-1,0 0 0,-1 0 1,-1-11-28,37 349 93,-34-292-172,-1-2-69,1 1 0,1-1 0,2 0 0,0 0 0,1-1 0,2 0 0,9 16 148,-18-39-9907,-2-4 3927,-10-13-1699,-7 0 5910</inkml:trace>
  <inkml:trace contextRef="#ctx0" brushRef="#br0" timeOffset="-2203.089">669 565 6889,'0'0'5434,"0"0"-2882,0 0-671,0 0-577,0 0-80,0 0 224,135-14-399,-94 1-441,1-1-512,3-3-96,-6 2-96,3 0-1961,-12 3-4472,-9 3-5858</inkml:trace>
  <inkml:trace contextRef="#ctx0" brushRef="#br0" timeOffset="-1784.129">836 764 6649,'0'0'2125,"0"0"2407,0 0-2036,0 0-1026,0 0-123,0 0 108,22-9-154,103-42-151,-122 50-1146,-1 1 1,1-1 0,0 1-1,0-1 1,0 1-1,-1 0 1,1 0 0,0 0-1,0 0 1,0 1-1,-1-1 1,1 1 0,0 0-1,0 0 1,-1 0-1,1 0 1,-1 0-1,1 0 1,-1 1 0,1-1-1,-1 1 1,0 0-1,1 0 1,-1-1 0,0 1-1,-1 1 1,1-1-1,0 0 1,0 0 0,-1 1-1,1-1 1,-1 1-1,0-1 1,0 1 0,0 0-1,0-1 1,0 1-1,-1 0 1,1 0 0,-1 0-1,0-1 1,0 1-1,0 0 1,0 0 0,0 0-1,-1 0 1,1-1-1,-1 1 1,1 0-1,-1 0 1,0-1 0,0 1-1,-1-1 1,1 2-5,-2 9 50,-1 0 0,0 1 0,0-1 0,-2 0 0,1-1 0,-2 1 0,1-1 0,-2-1 0,0 1 0,0-1 0,-1 0 1,0-1-1,-1 0 0,0-1 0,-10 8-50,41-13 653,185-42 1453,-199 31-4455,3-16-6160,-3 9 2281,2-3 960</inkml:trace>
  <inkml:trace contextRef="#ctx0" brushRef="#br1" timeOffset="6326.138">985 2054 6953,'0'0'970,"0"0"-160,0 0 914,0 0-696,0 0-677,0 0-195,0 0-92,0 0 84,0 0 32,0 0 155,0 0 222,0 0 191,0 0 369,0 0 227,0 0-43,0 0-116,0 0-24,0 0-28,0 0-304,3 3-384,80 72-261,24 24 62,4-5 0,107 68-246,-182-138 93,2-1 1,0-3-1,2-1 0,0-1 1,0-3-1,2-1 1,0-2-1,0-2 1,1-2-1,0-1 1,36-1-94,-43-4 99,1-1-1,-1-2 1,1-2 0,-1-2 0,0-1 0,0-1 0,-1-2 0,0-2 0,4-2-99,1-2 25,0-2 0,-1-2-1,-1-1 1,-1-1-1,-1-3 1,-1-1 0,-1-1-1,-1-2 1,-1-1 0,-2-2-1,-1-1 1,-2-1-1,1-3-24,-3-6 3,-1 0 0,-3-2-1,-2 0 1,-1-1 0,-2-1-1,-2-2-2,-12-57 334,-20 108-2168,8 6-1943,1-1-2108</inkml:trace>
  <inkml:trace contextRef="#ctx0" brushRef="#br1" timeOffset="6794.753">2647 1994 7034,'0'0'5607,"0"0"-2717,0 0-1796,0 0-553,0 0 14,0 0 343,8 0-120,4-1-639,0 0-1,-1-1 0,1-1 0,-1 0 0,1-1 1,-1 0-1,0 0 0,-1-1 0,1-1 0,-1 1 1,0-2-1,0 0 0,-1 0 0,0 0 0,0-1 1,0-1-139,48-34 606,-55 42-578,0 0 0,0 0 0,0-1 0,0 1 0,0 1 0,0-1 0,0 0 0,0 0 0,0 1 0,1 0 0,-1-1 0,0 1 0,0 0 0,1 0 0,-1 0 0,0 0 0,0 0 0,1 1 0,-1-1 0,0 1 0,0 0 0,0-1 0,1 1 0,-1 0 0,0 0 0,0 0 0,0 0 0,-1 1 0,1-1 0,0 1 0,0-1 0,-1 1 0,1-1 0,-1 1 0,1 0 0,-1 0 0,1 2-28,43 82 1001,-40-74-828,73 183 1580,-96-193-9560,-2-2-226</inkml:trace>
  <inkml:trace contextRef="#ctx0" brushRef="#br1" timeOffset="8061.436">1102 2532 6441,'0'0'859,"0"0"-515,0 0-181,0 0-30,0 0-39,-11-14-70,-41-60 579,47 54 2982,9-14-3033,0 9 1320,-5 9 2533,36 21-3874,183 105 2759,187 21-1158,-278-96-1916,28 1 167,3-7 0,0-7-1,2-6 1,0-8 0,61-8-383,-110-4 72,-1-5 0,0-5 0,32-12-72,-72 6 29,-1-4 0,-1-3 0,-1-3 0,-1-2 0,-2-4 0,-2-2 0,-1-3 1,-2-2-1,8-12-29,162-107 90,-208 151-95,-1-2 0,-1 0 0,0-1 0,-1 0 0,0-2 0,-1 0 0,-1-1 0,-1-1 0,0-1 0,-2 0 0,0 0 0,-1-1 0,-1-1 0,0 0 0,-2-1 0,-1 0 0,2-8 5,7-166 177,-17 195-216,0 1 31,0 0-2,0 0-14,0 0 25,0 0-37,0 0-97,0 0-530,-6 1-5961,-2 3 273</inkml:trace>
  <inkml:trace contextRef="#ctx0" brushRef="#br1" timeOffset="8575.673">3953 1895 5433,'0'0'3428,"0"0"1902,0 0-3187,0 0-1283,0 0-45,0 0 415,6 1 199,10-4-1078,0 0 0,0-1-1,-1-1 1,1-1-1,-1 0 1,0-1 0,0 0-1,-1-1 1,0-1-1,-1 0 1,0-1 0,0 0-1,2-4-350,-3 5 197,248-191 442,-257 200-629,1 1 0,-1 0 0,0 0 0,1 0 1,-1 0-1,0 1 0,0-1 0,0 1 1,0 0-1,0-1 0,0 1 0,-1 1 0,1-1 1,-1 0-1,1 1 0,-1-1 0,0 1 1,0 0-1,0 0 0,0 0 0,0 0 0,-1 0 1,1 0-1,-1 0 0,0 0 0,0 1 1,0-1-1,-1 0 0,1 1 0,-1-1 0,1 1 1,-1 0-11,6 13 159,115 243 963,-121-259-1187,0-1 0,1 1 0,-1-1 0,0 1 0,1 0 0,-1-1 0,0 1 0,0-1-1,0 1 1,0 0 0,1-1 0,-1 1 0,0 0 0,0-1 0,0 1 0,0 0 0,0-1 0,-1 1 0,1 0 0,0-1 0,0 1 0,0 0 0,0-1 0,-1 1 0,1-1 0,0 1 0,-1 0 0,1-1 0,0 1 0,-1-1-1,1 1 1,-1-1 0,1 1 0,-1-1 0,1 0 0,-1 1 0,1-1 0,-1 0 0,1 1 0,-1-1 0,0 0 0,1 1 0,-1-1 0,1 0 0,-1 0 0,0 0 0,1 0 0,-1 0 0,0 1 0,1-1 0,-1 0-1,0 0 1,1-1 0,-1 1 0,0 0 0,1 0 0,-1 0 0,1 0 0,-1-1 65,-4 2-911,-12 1-6823</inkml:trace>
  <inkml:trace contextRef="#ctx0" brushRef="#br0" timeOffset="34437.549">4335 151 6873,'0'0'1054,"0"0"89,0 0 1930,0 0-1422,0 0-671,0 0-116,0-16 2657,0 16 540,0 5-4065,-2 14 30,1 0-1,1-1 1,1 1 0,0 0 0,1 0 0,1-1 0,1 0 0,1 1 0,0-1-1,1-1 1,1 1 0,1-1 0,1-1 0,0 1 0,3 3-26,-12-66 1089,-34-132-866,62 218-9205,-5-15 2706</inkml:trace>
  <inkml:trace contextRef="#ctx0" brushRef="#br0" timeOffset="44278.056">4281 314 6753,'0'0'1106,"0"0"-653,0 0 134,0 0 1238,0 0-466,0 0-438,-3-8 7,-27-95 5006,-25 44-893,63 103-4896,130 286 504,-128-316-584,-10-14-25,0 0 52,0 0 101,-1-8 216,-49-200-177,13 14-150,49 317-110,81 81 113,-85-193-93,-7-10 28,-1-1 48,0 0 4,-2-3 40,-99-274 38,59 139-151,37 127-73,9 28 62,10 33 109,-1-12 13,3-1-1,1-1 0,1 0 1,2-2-1,2 0 0,1-2 1,1 0-1,26 25-109,-49-56 27,-1-1-3,0 0 18,-1-5 78,-52-131 52,9-28-128,44 161-53,17 144 303,-10-102-2768,-2-1-3812,-4-22-4660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25:36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7274,'0'0'1556,"0"0"1535,0 0-1485,0 0-387,0 0 399,0 0-314,10 15-244,121 198 3394,-119-193-4269,-12-26 126,-34-135-218,33 137-94,1 0 0,-1 0 0,1-1 1,0 1-1,1 0 0,-1 0 0,1-1 1,0 1-1,0 0 0,0 0 0,0 0 1,1 0-1,-1 0 0,1 0 0,0 1 0,0-1 1,1 0-1,-1 1 0,1 0 0,0 0 1,0-1-1,0 2 0,0-1 0,0 0 1,1 1-1,-1-1 0,1 1 0,0 0 1,-1 0-1,1 0 0,0 1 0,3-1 1,-1 2 0,-1 1 0,0 0-1,1 1 1,-1 0 0,0-1-1,0 1 1,-1 1 0,1-1-1,0 1 1,-1 0 0,1 0-1,-1 0 1,0 1 0,0 0-1,0-1 1,-1 1 0,1 1-1,-1-1 1,0 0 0,0 1-1,0-1 1,-1 1 0,0 0-1,0 0 1,0 0 0,0 0-1,-1 1 1,0-1-1,0 0 1,0 0 0,-1 4 0,22 42 69,-8-20-153,-26-39-217,8 1 289,1 0 1,-1-1 0,1 0 0,1 1-1,-1-1 1,1-1 0,1 1 0,0 0-1,0 0 1,0 0 0,1-1 0,0 1-1,1 0 1,1-5 11,-3 10-8,1 1 0,0-1 0,0 1 0,1-1 0,-1 1 0,0-1 0,1 1 0,0-1 0,-1 1 0,1 0 0,0-1 0,0 1 0,1 0 0,-1-1 0,0 1 0,1 0 0,-1 0 0,1 0 0,0 0 0,-1 1 0,1-1 0,0 0 0,0 1 0,0-1 0,0 1 0,1 0 0,-1-1 0,0 1 0,1 0 0,-1 1 0,0-1 0,1 0 0,-1 1 0,1-1 0,-1 1 0,1 0 0,-1 0 0,1 0 0,0 0 0,-1 0 0,1 0 0,-1 1 0,1-1 0,-1 1 0,0 0 0,1 0 0,1 1 8,4 3 17,0 2 0,-1-1 1,0 1-1,0 0 0,-1 0 0,0 1 0,0 0 0,-1 0 0,0 0 0,0 1 0,-1-1 0,0 1 0,2 7-17,12 20 134,62 77 1,-36-104-5097,-33-9 1585,5 0-3739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25:39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87 407 6121,'0'0'2375,"0"0"2589,0 0-1914,-12 19-859,4-9-1851,1 0 0,-1 1 0,1 0-1,1 1 1,0-1 0,0 1 0,1 1-1,1-1 1,0 1 0,1-1-1,0 1 1,0 12-340,0-3 191,2 1 1,0-1-1,2 1 0,0-1 0,2 1 0,0-1 0,2 0 1,0 0-1,1 0 0,2-1 0,0 1 0,1-2 0,1 0 1,1 0-1,1 0 0,0-2 0,2 1 0,0-2 0,1 0 1,0 0-1,2-2 0,0 0 0,5 3-191,-14-12 16,1 0 0,0 0 0,0-1 0,1 0 0,0-1 0,-1 0 0,1 0 0,1-1 0,-1-1 0,0 0 0,1 0 0,0-1 0,-1 0 0,1 0 0,5-2-16,-10-2 0,0-1 1,0 0-1,-1 0 0,0 0 1,0-1-1,0 1 0,0-1 1,-1-1-1,0 1 0,0-1 0,0 1 1,-1-1-1,0 0 0,0 0 1,0-1-1,-1 1 0,0 0 1,0-1-1,-1 0 0,0 1 0,0-1 1,0 0-1,-1 1 0,0-1 1,0 0-1,-1 0 0,0-1 0,1 6-1,5-24-85,-2-1 0,-1 1-1,-1-1 1,-2 0 0,0 0 0,-2 0 0,-1 1 0,-1-1 0,-1 1 0,-1 0 0,-2 1 0,0 0 0,-2 0 0,-1 1 0,-1-1 86,10 20-6,-1 0 0,0 0 0,0 1 0,0-1 0,0 1 0,-1 0 0,0 0 0,1 0 0,-2 1 0,1 0 0,0 0 0,-1 0 0,1 0 0,-1 1 0,0 0 1,1 0-1,-1 1 0,0 0 0,0 0 0,-1 0 0,1 0 0,0 1 0,0 0 0,0 1 0,0-1 0,0 1 0,0 0 0,0 1 0,0-1 0,0 1 0,0 0 0,1 1 0,-1 0 0,1-1 0,0 2 0,0-1 0,0 0 0,0 1 0,0 0 0,1 0 0,-1 1 0,1-1 1,0 1-1,1 0 0,-1 0 0,1 0 0,0 1 0,0-1 0,1 1 0,0-1 0,0 1 0,0 0 0,-1 5 6,3-7-207,0-1 0,1 1 0,-1-1 0,1 0 0,-1 1 0,1-1 0,0 1 0,1-1 0,-1 0 0,0 0 1,1 0-1,0 1 0,0-2 0,0 1 0,0 0 0,0 0 0,0-1 0,1 1 0,-1-1 0,1 1 0,0-1 0,0 0 0,0 0 0,0-1 0,0 1 1,0 0-1,0-1 0,0 0 0,1 0 0,1 1 207,107 10-13782,-82-12 10926</inkml:trace>
  <inkml:trace contextRef="#ctx0" brushRef="#br0" timeOffset="250.207">438 608 1616,'0'0'4868,"0"0"-2321,0 0 2497,0 0-2175,0 0-880,0 0 569,19 23-252,110 146 387,-102-137-2428,1-1 0,2-1-1,1-2 1,1 0 0,1-3 0,29 17-265,-72-55-10610,-9-22 4869,9 16 1431,-9-16 709</inkml:trace>
  <inkml:trace contextRef="#ctx0" brushRef="#br0" timeOffset="984.941">469 62 7866,'0'0'8221,"0"0"-5189,0 0-1053,0 0 273,6 24-441,67 183 522,-15-106-2125,-58-101-243,-32-104-782,29-19 326,3 120 474,1 0 0,-1 0 0,1 1 0,0-1 0,0 0 0,0 1 0,0-1 0,0 1 0,1-1 0,-1 1 0,1-1 0,-1 1 0,1 0 0,0 0 0,0 0 0,0 0 0,0 0 0,1 0 0,-1 1 0,0-1 0,1 1 0,-1 0 0,1-1 0,-1 1 0,1 0 0,0 0 0,0 1 0,-1-1 0,1 1 0,0-1 0,0 1 0,-1 0 0,1 0 0,0 0 0,0 0 0,0 1 0,0-1 0,-1 1 0,1-1-1,0 1 1,0 1 17,5 2 7,-1 2 1,0-1-1,-1 1 0,1 0 0,-1 1 0,0 0 0,-1 0 0,1 0 0,-2 0 0,1 1 0,-1 0 0,0 0 0,0 0 0,-1 0 0,0 0 0,-1 1 0,1 3-7,0-3 41,39 99 663,-41-150-1139,-8-138-1004,7 182 1430,0-1-1,0 1 1,0-1-1,1 0 1,-1 1 0,0-1-1,1 0 1,-1 0 0,1 1-1,0-1 1,-1 0-1,1 0 1,0 0 0,-1 1-1,1-1 1,0 0 0,0 0-1,0 0 1,0 0-1,0-1 1,0 1 0,0 0-1,1 0 1,-1-1 0,0 1-1,0 0 1,1-1-1,-1 1 1,0-1 0,1 0-1,-1 1 1,0-1 0,1 0-1,-1 0 1,0 0-1,1 0 1,-1 0 0,1 0-1,-1 0 1,0-1 0,1 1-1,-1 0 1,0-1-1,0 1 1,1-1 0,-1 1-1,0-1 1,0 0 0,0 0-1,1 1 1,-1-1-1,0 0 1,0 0 0,0 0-1,0 0 1,-1 0 0,1 0-1,0 0 1,0-1-1,-1 1 1,1 0 0,0 0-1,-1-1 1,1 1 0,-1 0-1,0-2 10,21 48 278,-20-37-251,1 0-1,1 0 1,-1-1-1,1 1 1,0-1 0,1 0-1,0 0 1,0 0-1,1 0 1,-1-1 0,1 1-1,1-1 1,-1 0-1,1-1 1,0 0 0,0 0-1,1 0 1,0 0-1,-1-1 1,2 0 0,-1-1-1,0 0 1,1 0-1,-1 0 1,1-1 0,5 1-27,-9-3-452,0 0 0,0 0 0,-1 0 1,1 0-1,0-1 0,0 1 0,0-1 1,-1 0-1,1 0 0,0-1 0,-1 1 1,1-1-1,-1 0 0,0 0 1,1 0-1,-1 0 0,0 0 0,0-1 1,0 1-1,-1-1 0,1 0 0,-1 0 1,1 0-1,-1 0 0,0 0 0,0-1 1,0 1-1,-1-1 0,1 1 0,-1-1 1,0 0-1,0 1 0,0-1 0,0-4 452,11-73-6317,-9 40 3791</inkml:trace>
  <inkml:trace contextRef="#ctx0" brushRef="#br0" timeOffset="1238.111">1148 1 6785,'0'0'1061,"0"0"287,0 0 2679,0 0-1458,0 0-606,0 0 156,7 9 204,56 135 1941,-56-121-4079,0 0 1,2-1-1,1 0 1,1 0 0,0-1-1,2 0 1,10 12-186,-12-25-975,-1-16-14596,-10-3 8224</inkml:trace>
  <inkml:trace contextRef="#ctx0" brushRef="#br0" timeOffset="1474.993">1093 227 6753,'0'0'1353,"0"0"4280,0 0-3929,0 0-695,0 0-137,0 0 200,123-34-480,-79 26-232,0 0-88,-2-1-216,-9 5-56,-5-4-272,-10 1-3465,-6 3-3032</inkml:trace>
  <inkml:trace contextRef="#ctx0" brushRef="#br0" timeOffset="1960.017">1549 49 7274,'0'0'7800,"0"0"-4217,0 0-1650,0 0-381,0 0-248,0 0-150,1 11-270,60 178-58,-81-201-2923,18 7 2015,-1 1 0,1-1 1,0 0-1,0 0 0,1 0 0,0 0 0,0 0 0,0 0 0,0 0 1,1-1-1,0 1 0,0 0 0,0 0 0,1 0 0,-1-1 0,1 1 1,1 0-1,-1 0 0,1 0 0,-1 0 0,1 1 0,1-1 0,-1 0 1,1 1-1,0-1 0,0 1 0,0 0 0,0 0 0,1 0 0,0 1 1,0-1-1,0 1 0,0 0 0,0 0 0,1 0 0,-1 1 0,1-1 1,0 1-1,-1 0 0,1 1 0,0-1 0,1 1 82,2 3 216,1 1 1,-1 0-1,0 1 1,1 0-1,-1 0 0,-1 1 1,1 0-1,-1 0 0,0 0 1,0 1-1,0 1 0,-1-1 1,0 1-1,0 0 0,-1 0 1,0 0-1,0 1 0,-1 0 1,0 0-1,1 2-216,11 15 511,78 92 1018,-69-111-6313,14-13-8367,-20-4 7729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25:37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113 460 10162,'0'0'1084,"0"0"2939,0 0-1740,0 0-451,0 0 566,0 0-443,-16-4-964,6 2-879,9 1-97,-1 0 1,0 0-1,0 0 1,0 0 0,0 0-1,0 0 1,0 0-1,0 1 1,0-1 0,0 1-1,0 0 1,0 0 0,-1-1-1,1 1 1,0 1-1,0-1 1,0 0 0,0 0-1,0 1 1,0-1-1,0 1 1,0 0 0,0 0-1,0-1 1,0 1-1,0 0 1,0 1 0,0-1-1,1 0 1,-1 1-1,0-1 1,1 0 0,-1 1-1,1 0 1,0-1-1,-1 1 1,1 0 0,0 0-1,0 0 1,0 0-1,0 0 1,1 0 0,-1 0-1,1 0 1,-1 0-1,1 1-15,-2 17 97,2-1-1,0 1 0,2 0 1,0 0-1,1 0 0,1-1 0,1 0 1,0 1-1,2-2 0,2 6-96,-5-16 11,0 0 0,0-1 1,0 0-1,1 0 0,0 0 0,0 0 1,1-1-1,0 0 0,0 0 0,0 0 0,1-1 1,0 0-1,0 0 0,0-1 0,1 0 0,-1 0 1,1-1-1,0 0 0,0 0 0,0 0 1,0-1-1,1-1 0,-1 0 0,1 0 0,4 0-11,-9-1 2,0 0-1,0 0 1,1 0-1,-1 0 1,0-1 0,0 0-1,0 0 1,0 0-1,0 0 1,0-1-1,0 1 1,0-1-1,-1 0 1,1 0-1,-1-1 1,1 1-1,-1-1 1,0 1-1,0-1 1,0 0-1,0-1 1,0 1-1,-1 0 1,0-1 0,1 1-1,-1-1 1,0 0-1,-1 1 1,1-1-1,-1 0 1,0 0-1,0 0 1,0 0-1,0-1 1,0-1-2,13-195-492,-13 193 453,-1 0 1,-1 0 0,1 0 0,-1 0 0,-1 0-1,1 0 1,-1 0 0,-1 1 0,1-1 0,-1 1 0,-1 0-1,1 0 1,-1 0 0,-1 0 0,1 0 0,-1 1-1,0 0 1,0 0 0,-1 0 0,0 1 0,0 0-1,0 0 1,-1 0 0,0 1 0,1 0 0,-1 0-1,-1 1 1,1 0 0,-1 0 0,1 0 0,-1 1 0,0 0-1,-2 1 39,3 0-51,0 0 0,0 1 0,0 0-1,0 0 1,0 1 0,0 0 0,0 0-1,0 0 1,0 1 0,1 0 0,-1 1-1,1-1 1,0 1 0,-1 0-1,1 1 1,0 0 0,1 0 0,-1 0-1,1 0 1,0 1 0,0 0 0,0 0-1,0 0 1,1 1 0,0 0 0,0 0-1,1 0 1,0 0 0,0 0 0,0 0-1,1 1 1,0 0 0,0-1 0,0 1-1,1 0 1,0 0 0,1 0 0,-1 0-1,1 3 52,3-5-532,0-1 0,0 1 0,0 0 0,0-1 0,1 0 0,0 0 0,0 0 0,0 0 0,0 0 0,1-1 0,-1 0 0,1 0 0,0 0 0,0-1 0,0 1 0,0-1 0,0 0 0,1-1 0,-1 1 0,0-1 0,1 0 0,0-1 0,-1 1 0,1-1 0,-1 0 0,1 0 0,-1-1 0,4 0 532,-7 1-274,41 1-7658</inkml:trace>
  <inkml:trace contextRef="#ctx0" brushRef="#br0" timeOffset="310.717">360 514 7722,'0'0'1260,"0"0"2277,0 0-734,0 0-1004,0 0-104,1 20 220,-2 13-1083,-1-19-609,1 0 1,0 1 0,1-1-1,1 0 1,0 1-1,0-1 1,2 0-1,0 0 1,0 0 0,1 0-1,1-1 1,0 1-1,1-1 1,1-1-1,0 1 1,8 10-224,-12-21 0,1 1 1,0 0-1,0-1 1,0 0-1,1 0 1,-1 0-1,0 0 0,1-1 1,-1 0-1,1 0 1,0 0-1,-1 0 0,1-1 1,0 0-1,-1 0 1,1 0-1,0-1 0,-1 1 1,1-1-1,0 0 1,-1 0-1,1-1 0,-1 1 1,0-1-1,1 0 0,49-56-5790,-43 23-375</inkml:trace>
  <inkml:trace contextRef="#ctx0" brushRef="#br0" timeOffset="750.529">122 33 15539,'0'0'4528,"0"0"-2532,0 0-902,0 0-251,0 0-226,0 0-283,4 14-6,81 233 221,-80-343-924,-6 65 367,-1 22 1,1-1 0,1 0 0,-1 0 0,1 0 0,1 1 0,0-1 0,0 0 0,1 1 0,1-1 0,-1 1 0,1-1 0,1 1 0,0 0 0,0 0 0,1 1 0,4-8 7,-6 16-1,0 0 0,0 1-1,1-1 1,-1 1 0,0-1-1,0 1 1,0 0 0,0 0-1,-1 0 1,1 1 0,0-1-1,0 1 1,-1-1 0,1 1-1,-1 0 1,1 0-1,-1 0 1,0 0 0,0 1-1,0-1 1,0 0 0,0 1-1,0 0 1,-1-1 0,1 1-1,-1 0 1,0 0 0,0 0-1,0 0 1,0 0 0,0 0-1,-1 0 1,1 1 1,4 6 31,106 188 1133,-40-168-3124,-19-38-7958,-28-3 49</inkml:trace>
  <inkml:trace contextRef="#ctx0" brushRef="#br0" timeOffset="1156.947">772 433 680,'0'0'6635,"0"0"-755,0 0-1917,0 0-2016,0 0-116,0 0-17,-8-1-647,2 1-1143,-16-1 919,36 1 169,198-19-266,-211 22-7876,-8 8 75,-7 0-5334</inkml:trace>
  <inkml:trace contextRef="#ctx0" brushRef="#br0" timeOffset="1451.943">744 655 7162,'0'0'3404,"0"0"229,0 0-1486,0 0-88,0 0 411,0 0-141,23-1-845,174-13 710,-106 8-2644,-61 6-3779,-1 0-4899,-15 0 1574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25:34.8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0 7706,'0'0'4683,"0"0"-1739,0 0-1124,0 0-184,0 0-42,0 0-395,-3 3-528,-2 6-539,1 1 0,1 0 0,0 0 1,0 0-1,1 0 0,0 1 0,1-1 0,0 1 1,1-1-1,0 1 0,0-1 0,1 1 0,1-1 1,1 5-133,-2 9 189,-2-13-151,1 0 0,0 0 0,0 0 0,1 0 0,0 0 0,1 0 0,1 0 0,-1-1 0,2 1-1,-1-1 1,1 1 0,1-1 0,0 0 0,1-1 0,-1 1 0,2-1 0,-1 0 0,1-1 0,1 0 0,0 0 0,0 0 0,0-1-1,1 0 1,0-1 0,0 0 0,1 0 0,-1-1 0,1 0 0,1-1 0,-1 0 0,1-1 0,-1 0-38,-2-3 12,0 0 1,0 0 0,0-1-1,0 0 1,0 0 0,-1-1-1,1 0 1,-1 0 0,1-1-1,-1 0 1,0-1 0,0 1-1,0-1 1,0-1 0,-1 1-1,0-1 1,0 0 0,0-1 0,0 1-1,-1-1 1,0 0 0,0 0-1,-1-1 1,1 0 0,-2 1-1,1-2 1,-1 1 0,0 0-1,0 0 1,-1-1 0,0 0-1,0 1 1,-1-1 0,0 0-1,0 0 1,-1-1-13,2-1-13,-1-1 0,-1 1 0,0 0 1,0 0-1,-1-1 0,0 1 0,-1 0 1,0 0-1,-1 0 0,0 0 0,0 0 0,-1 1 1,-1-1-1,1 1 0,-1 0 0,-1 1 0,0-1 1,0 1-1,-1 0 0,0 0 0,0 1 0,0 0 1,-1 1-1,0-1 0,-1 1 0,1 1 0,-1-1 1,0 2-1,-1-1 0,1 1 0,-1 1 0,-4-2 13,9 4-60,1 0-1,-1 0 0,0 0 0,1 1 1,-1-1-1,0 1 0,0 0 0,0 1 1,1-1-1,-1 1 0,0 0 0,1 0 1,-1 0-1,1 1 0,-1 0 0,1 0 0,0 0 1,-1 0-1,1 1 0,0-1 0,1 1 1,-1 0-1,0 0 0,1 1 0,0-1 1,0 1-1,0-1 0,0 1 0,-2 3 61,-18 91-4399,23-95 4117,0 0 0,0 0 0,1-1 0,-1 1 0,1 0 0,0 0 0,0 0 0,0-1 0,0 1 0,0 0-1,0-1 1,1 1 0,-1-1 0,1 1 0,0-1 0,0 0 0,0 0 0,0 0 0,0 0 0,0 0 0,0 0 0,1-1 0,-1 1 0,1-1 0,-1 1 0,1-1 0,0 0-1,0 0 283,21 9-3908</inkml:trace>
  <inkml:trace contextRef="#ctx0" brushRef="#br0" timeOffset="264.523">289 117 6937,'0'0'867,"0"0"234,0 0 2306,0 0-857,0 0-474,0 0-163,10 17-109,33 55-164,-34-61-1490,1 0-1,0-1 1,0 0-1,1 0 1,1-1-1,-1 0 1,2-1-1,-1-1 1,1 0-1,0-1 1,0 0-1,1-1 1,0 0-1,0-1 1,0-1-1,0 0 1,1-1-1,-1 0 1,1-1-1,6-1-149,-16 0 64,40-3-2078,-21-32-5134,-23 15 2059</inkml:trace>
  <inkml:trace contextRef="#ctx0" brushRef="#br0" timeOffset="2331.108">969 174 7258,'0'0'6421,"0"0"-3170,0 0-1640,0 0-370,0 0 222,0 0-314,-2-4-587,-12-5-314,7 37-209,4 48 323,4-76-330,-1-1 0,0 1-1,0-1 1,0 1 0,0-1 0,1 1 0,-1-1-1,0 1 1,1-1 0,-1 1 0,0-1 0,1 1-1,-1 0 1,0-1 0,1 1 0,-1-1 0,1 1-1,-1 0 1,1 0 0,-1-1 0,1 1 0,-1 0-1,1 0 1,-1-1 0,1 1 0,-1 0 0,1 0-1,-1 0 1,1 0 0,-1 0 0,1 0 0,0 0-1,-1 0 1,1 0 0,-1 0 0,1 0-1,-1 0 1,1 0 0,-1 1 0,1-1 0,-1 0-1,1 0 1,-1 0 0,1 1 0,-1-1 0,1 0-1,-1 1 1,1-1 0,-1 0 0,0 1 0,1-1-1,-1 1 1,0-1 0,1 1 0,-1-1 0,0 1-1,1-1 1,-1 1 0,0-1 0,0 1 0,0-1-1,0 1 1,1-1-32,-1-3-8,1-1-1,-1 1 1,0-1-1,0 0 1,0 1 0,0-1-1,0 1 1,-1-1-1,0 1 1,0-1-1,0 1 1,0-1 0,0 1-1,-1 0 1,1-1-1,-1 1 1,0 0-1,0 0 1,0 0-1,0 0 1,-1 1 0,1-1-1,-1 1 1,0-1-1,0 1 1,0 0-1,0 0 1,0 0 0,0 0-1,0 1 1,0-1-1,-1 1 1,1 0-1,-1 0 1,1 0 0,-1 0-1,-2 1 9,-15 22-3597,36 11-4400,6-17-16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25:48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0 898 7210,'0'0'661,"0"0"149,0 0 1513,0 0-395,0 0-342,1-11 117,3-53 2383,-4 64-2850,0 4-501,0 29-459,21 206 1120,-19-230-1382,1 1-1,0-1 0,1 0 0,0 0 1,1 0-1,-1 0 0,2-1 1,-1 0-1,1 0 0,1 0 0,-1-1 1,1 0-1,0 0 0,1 0 1,0-1-1,0-1 0,0 1 0,1-1 1,0 0-1,-1-1 0,2 0 1,8 2-14,-1-1-18,1-1 1,-1 0 0,1-2 0,0 0 0,0-1 0,0-1 0,-1 0 0,1-2 0,0 0 0,0-1 0,-1 0 0,15-6 17,-23 6-70,-1 1-1,1-2 1,-1 1 0,0-1-1,0-1 1,-1 1 0,1-1-1,-1-1 1,0 1 0,0-1-1,-1-1 1,0 1-1,0-1 1,0 0 0,-1 0-1,0-1 1,0 1 0,-1-1-1,0 0 1,0 0 0,-1-1-1,0 1 1,-1-1-1,0 0 1,0 1 0,0-4 70,-1 1-18,1 0 0,-2 0 1,0 0-1,0 0 0,-1 0 1,0 0-1,-1 0 0,0 0 0,0 1 1,-1-1-1,-1 1 0,0-1 1,-1 1-1,1 0 0,-2 1 0,0-1 1,0 1-1,0 0 0,-1 1 1,0-1-1,-1 1 0,0 1 1,0 0-1,-1 0 0,0 0 0,0 1 1,-1 0-1,1 1 0,-11-4 18,8 5 5,1 1-1,-1 1 1,0 0-1,0 1 1,0 0-1,0 0 1,0 1-1,0 1 1,0 0-1,1 1 1,-1 0-1,0 1 1,1 0-1,-1 1 1,1 0-1,0 1 1,0 0-1,1 1 1,-1 0-1,1 1 1,1-1-1,-1 2 1,1 0-1,0 0 1,1 1-1,0-1 1,0 2-1,1-1 1,0 1-1,1 0 1,0 1-1,1 0 1,0-1-1,0 2 1,1-1-1,1 0 1,0 1-1,0 5-4,3-14-152,0 1-1,1-1 1,-1 0-1,1 1 1,0-1-1,0 0 1,0 0-1,1 0 1,-1 0 0,1 0-1,0 0 1,-1 0-1,1 0 1,0-1-1,1 1 1,-1-1 0,0 1-1,1-1 1,0 0-1,-1 0 1,1 0-1,0 0 1,0 0-1,0-1 1,0 0 0,0 1-1,0-1 1,1 0-1,-1 0 1,0-1-1,1 1 1,-1-1-1,0 0 1,1 1 0,-1-2-1,1 1 153,43 4-6480</inkml:trace>
  <inkml:trace contextRef="#ctx0" brushRef="#br0" timeOffset="344.732">142 69 3745,'0'0'8774,"0"0"-5496,-21-11-1275,-65-33-787,54 30 266,29 27 98,5-4-1512,4 25 239,2-1 0,1 0-1,2 0 1,1-1 0,1 0 0,10 15-307,1 5 254,394 783 872,-414-827-2045,9 15-934,-7-18-2199,1-3-3498,-4-2-2755</inkml:trace>
  <inkml:trace contextRef="#ctx0" brushRef="#br0" timeOffset="657.891">629 749 5761,'0'0'7749,"0"0"-4494,0 0-2011,0 0-486,0 0 185,0 0 106,22 5-353,73 18-286,-89-20-371,-2-1 1,1 1-1,0 0 1,0 0 0,-1 1-1,0-1 1,1 1-1,-2 0 1,1 0 0,0 0-1,-1 1 1,0-1-1,1 1 1,-2 0 0,1 0-1,-1 0 1,1 1-40,6 12 216,25 44 431,-29-47-579,0-1 0,1 0 0,0 0 1,1-1-1,1 0 0,0 0 1,1-1-1,0 0 0,1-1 1,0 1-1,1-2 0,0 0 1,1 0-1,0-1 0,0 0 1,1-1-1,0-1 0,1 0 0,-1-1 1,1 0-1,1-1 0,-1 0 1,1-1-1,6 0-68,-16-3-102,0 0 0,0 0 0,0-1 0,0 0 0,0 0 0,0 0 0,0-1 0,1 1 0,-2-1 0,1 0 1,0-1-1,0 1 0,0-1 0,-1 0 0,1 0 0,0 0 0,-1-1 0,0 0 0,0 0 0,0 0 0,0 0 0,0-1 0,-1 1 0,1-1 0,-1 0 0,0 0 0,0 0 0,0 0 0,0-3 102,22-83-10010,-21 46 1066</inkml:trace>
  <inkml:trace contextRef="#ctx0" brushRef="#br0" timeOffset="905.109">1115 599 8850,'0'0'1185,"0"0"1968,0 0-1587,0 0-321,0 0 292,-10 25 100,-71 157 1713,-108 137-22,166-263-5094,17 1-4690,6-45-5356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25:16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1458 2721,'0'0'4187,"0"0"-2289,0 0 1284,0 0-1068,0 0-235,0 0-298,0-7-71,-3-19 42,2 19 61,17 9-86,0 8-1289,1 1 1,-1 0-1,-1 0 0,0 2 1,-1 0-1,0 1 1,-1 0-1,9 14-238,-6-10 171,92 108 936,-59-64-829,2-3 1,2-2 0,3-3 0,3-2 0,1-2 0,18 7-279,-64-49-11,0 0 1,0-1-1,1-1 0,-1-1 1,1 0-1,1-1 0,-1 0 1,1-2-1,-1 1 0,1-2 1,0 0-1,0-1 0,-1-1 1,10-1 10,-20 1-209,1 0 1,-1 0 0,0 0 0,0-1-1,0 1 1,0-1 0,0-1-1,0 1 1,-1-1 0,1 1-1,-1-1 1,0-1 0,1 1-1,-1-1 1,-1 1 0,1-1-1,-1 0 1,1-1 0,-1 1 0,1-2 207,32-104-11877,-32 66 3939</inkml:trace>
  <inkml:trace contextRef="#ctx0" brushRef="#br0" timeOffset="497.998">664 1324 7162,'0'0'652,"0"0"-388,0 0-144,0 0 599,0 0 1762,0 0-767,-2 2-723,-96 192 5940,-62 111-2898,-24 53-3014,167-302-1083,17-56 1,0 0-168,1-2-5950,6-14 657,2-2-4458</inkml:trace>
  <inkml:trace contextRef="#ctx0" brushRef="#br0" timeOffset="11578.057">1039 591 7458,'0'0'601,"0"0"49,0 0 1286,0 0-33,0 0-248,-7 1 129,-16 4 1211,47-12 1516,100-21-4492,-121 29-22,-1 1 1,0 0-1,0 0 0,0 0 1,0 1-1,0-1 1,0 0-1,0 1 1,-1-1-1,0 1 1,1 0-1,-1-1 0,0 1 1,0 0-1,0 0 1,-1 0-1,1-1 1,-1 1-1,1 0 1,-1 0-1,0 0 0,0 0 1,0 0-1,-1 0 1,1 0-1,-1 0 1,1 0-1,-1 0 0,0-1 1,0 1-1,-1 0 1,1 0-1,0-1 1,-1 1-1,1-1 1,-1 0-1,-1 1 3,-50 26 71,96-28-682,118-9 356,-158 11 250,0 0 0,0 0-1,0 1 1,0-1 0,-1 0-1,1 1 1,-1 0 0,0-1 0,0 1-1,-1 0 1,1 0 0,-1 0-1,0 0 1,0 0 0,0 1 0,0-1-1,-1 0 1,0 0 0,0 1-1,0-1 1,0 0 0,-1 0 0,1 1-1,-2 1 6,2 2 30,1-3-2,0 1 1,-1-1 0,1 1-1,-1-1 1,0 1-1,-1-1 1,1 0 0,-1 1-1,0-1 1,0 1-1,-1-1 1,0 0-1,0 0 1,0 0 0,0 0-1,-1 0 1,0 0-1,0-1 1,0 1 0,-1-1-1,1 0 1,-1 0-1,0 0 1,0-1-1,0 1 1,-1-1 0,1 0-1,-1 0 1,0 0-1,0-1 1,0 0 0,0 0-1,0 0 1,0-1-1,-1 1 1,1-1 0,-1 0-1,1-1 1,-2 1-29,-1-1 577,-6-1-4037,6-15-8622,8 8 7392</inkml:trace>
  <inkml:trace contextRef="#ctx0" brushRef="#br0" timeOffset="11895.163">1102 1077 7522,'0'0'1324,"0"0"1016,0 0-246,0 0-288,0 0 45,0 0-151,19 2-129,125 0 748,-42-20-1181,52-10-498,-55 2-3307,-65 10-5443,-27 10 1583</inkml:trace>
  <inkml:trace contextRef="#ctx0" brushRef="#br0" timeOffset="12409.945">1283 1156 7418,'0'0'1543,"0"0"1976,0 0-1077,0 0-919,0 0-350,0 0-222,6 1-109,216-31 2034,-220 32-2887,-1 1 1,1 0-1,0-1 0,-1 1 0,0 0 0,0 0 0,0 0 0,0 0 0,0 0 0,0 0 0,-1 0 0,1 0 0,-1 0 0,0 0 0,0 0 0,0 0 0,-1 0 0,1 0 0,-1 0 0,1 0 0,-1 0 0,0 0 0,-1 2 11,-104 197 995,181-194 85,161-76-306,-196 38-2359,-31-20-8778,-8 25 2044</inkml:trace>
  <inkml:trace contextRef="#ctx0" brushRef="#br0" timeOffset="54634.094">1730 134 7818,'0'0'1100,"0"0"2969,0 0-1825,0 0-1013,0 0-248,0 0 8,-4 0 77,-10-2 289,37-5-125,9-1-712,73-30 787,-67 22-1229,-1 2-1,2 2 1,0 1 0,0 2 0,1 2-1,-1 1 1,5 2-78,-40 7 8,0 0 0,-1 0-1,1 0 1,-1 1 0,0-1 0,0 1 0,0 0 0,-1-1-1,0 1 1,1 1 0,-1-1 0,0 0 0,-1 0 0,1 1-1,-1-1 1,0 1 0,0-1 0,0 1 0,-1 0 0,1-1-1,-1 1 1,0-1 0,-1 1 0,1 0 0,-1-1 0,0 1-1,0-1 1,0 1 0,-1-1 0,0 1 0,0-1 0,-2 4-8,3-1 61,-9 49 255,2 1-1,3-1 1,2 1-1,3 0 1,3 0 0,1-1-1,4 1 1,1-1 0,3-1-1,3 0 1,2-1-1,9 17-315,106 190 250,-93-194-220,-3 2 1,-3 2-1,-4 1 0,-2 1 1,-3 4-31,1 39 25,-4 1 0,-7 1 0,-4 1 0,-5 67-25,-42-190-12,13-3-1,-1 1 0,1 1 0,-1 1 0,0 1 0,0 1 0,0 1 1,0 2-1,0 0 0,0 1 0,0 2 0,0 1 0,-17 6 13,-20-1-20,-58-1 7,68-9-2364,48 0 2012,-4 0-4996,7-4-3903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25:06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492 1 7434,'0'0'713,"0"0"274,0 0 2144,0 0-846,0 0-541,0 0-412,-4 0-278,-47-1 3631,-21 32-1942,58-20-2619,0 1 0,1 0-1,1 1 1,0 0 0,1 1-1,0 0 1,1 0-1,0 1 1,2 1 0,0 0-1,0 0 1,1 0 0,1 1-1,1 0 1,1 0 0,0 1-1,1-1 1,0 11-124,2 5 95,1 0 0,2 0 0,2 0 0,0 0 0,2-1 0,2 0 0,1 0 0,1 0 1,2-1-1,1-1 0,6 9-95,363 664 868,-342-612-794,-3 2 1,-5 1 0,-4 1 0,-3 2-1,-5 1 1,-5 0 0,-3 1-1,-3 58-74,-9-146 9,-1-1 1,0 1-1,-1 0 0,1 0 0,-2 0 0,0-1 0,0 1 0,-1-1 1,0 0-1,-1 0 0,0-1 0,0 1 0,-1-1 0,-1 0 0,1 0 0,-1-1 1,-1 0-1,0 0 0,0-1 0,0 0 0,-1 0 0,0-1 0,0 0 1,-1-1-1,1 0 0,-1 0 0,-4 0-9,-33 12 30,0-2 1,-1-2-1,0-3 0,0-1 0,-1-3 1,0-2-1,-1-2 0,1-2 0,0-2 1,-2-3-31,37 5-7,1-1 0,-1-1 0,0 0 0,0 0 0,1-2 0,-1 1 0,1-2 1,0 0-1,0-1 0,1 0 0,0 0 0,0-2 7,10 6-58,0 0-1,1 0 1,-1 0-1,1-1 1,-1 1 0,1-1-1,0 1 1,0-1-1,0 1 1,1-1-1,-1 0 1,1 1 0,-1-1-1,1 0 1,0 1-1,0-1 1,0 0 0,0 0-1,1 1 1,-1-1-1,1 0 1,-1 1 0,1-1-1,0 1 1,0-1-1,0 1 1,0-1-1,1 1 1,-1 0 0,1-1 58,110-119-6683,-45 59-807</inkml:trace>
  <inkml:trace contextRef="#ctx0" brushRef="#br0" timeOffset="2606.357">1602 1054 7738,'0'0'638,"0"0"252,0 0 1971,0 0-1353,0 0-552,0 0 118,1-12 67,5-52 1484,-6 63-1064,0 1-276,-15 1 621,4 6-1895,0 0 1,0 1 0,1 0-1,0 1 1,1 0 0,0 0-1,1 1 1,-1 0 0,2 0-1,0 1 1,0 0 0,-3 7-12,-5 10 105,0 1 1,2 0 0,1 1 0,1 0 0,2 1 0,1 0-1,1 0 1,2 1 0,1 0 0,2 0 0,1 0 0,1 0-1,2 0 1,4 23-106,-1-39 30,1 0 0,0 0 0,1-1-1,1 0 1,0 0 0,1-1 0,0 0 0,1 0-1,1-1 1,0-1 0,1 1 0,0-2 0,1 0-1,0 0 1,1-2 0,0 1 0,0-2 0,1 0-1,0 0 1,1-2 0,-1 0 0,1 0 0,1-2-1,-1 0 1,1-1 0,-1 0 0,1-2 0,0 0-1,2 0-29,-10-1 3,-5 1-2,0 1 0,0-1 0,1 0 1,-1 0-1,0-1 0,0 1 0,1-1 0,-1 0 0,0 0 0,1-1 0,-1 1 0,0-1 0,0 0 0,0 0 0,1 0 0,-1-1 1,0 1-1,-1-1 0,1 0 0,0 0 0,0 0 0,-1-1 0,1 0 0,-1 1 0,0-1 0,0 0 0,0 0 0,0-1 0,-1 1 1,1 0-1,-1-1 0,0 0 0,0 0 0,0 1 0,0-1 0,-1 0 0,1-3-1,0 0 16,-1-1-1,0 0 1,0 0 0,-1 0 0,0 1-1,-1-1 1,1 0 0,-2 0-1,1 1 1,-1-1 0,0 0 0,0 1-1,-1 0 1,0-1 0,-1 1-1,1 0 1,-1 1 0,-1-1 0,1 1-1,-1 0 1,0 0 0,-1 0-1,1 1 1,-1-1 0,0 1 0,0 1-1,-1-1 1,0 1 0,1 0-1,-1 1 1,-1 0 0,1 0 0,0 0-1,-1 1 1,1 0 0,-1 0-1,-5 0-15,9 3-37,0-1-1,0 1 0,0-1 0,0 1 0,0 0 0,1 0 0,-1 1 0,0-1 0,1 1 0,-1 0 0,1 0 0,0 0 0,-1 0 0,1 1 0,0-1 0,0 1 0,1 0 0,-1 0 0,0 0 0,1 0 0,0 0 0,0 0 0,0 1 0,0-1 0,0 1 0,1 0 0,-1-1 0,1 1 0,0 0 0,1 0 0,-2 2 38,2-2-332,0-1 0,-1 1 0,1-1 0,1 1 0,-1-1-1,0 0 1,1 1 0,0-1 0,-1 0 0,1 1 0,1-1 0,-1 0-1,0 0 1,1 0 0,-1 0 0,1 0 0,0 0 0,0 0 0,1 0-1,-1-1 1,0 1 0,1-1 0,2 2 332,27 16-5865</inkml:trace>
  <inkml:trace contextRef="#ctx0" brushRef="#br0" timeOffset="3164.99">2112 1140 7210,'0'0'716,"0"0"-396,0 0-184,0 0 525,0 0 1726,0 0-303,0-5-333,0-18-279,0 18-413,14 8 310,107 129 663,-87-88-1333,3 9-254,2-2 0,3-2-1,2-1 1,1-3-1,3-1 1,44 30-445,106 40 1,-195-113-250,0 0-1,1 0 0,-1 0 0,0 0 1,0-1-1,0 1 0,1-1 1,-1 0-1,0 0 0,0 0 1,1-1-1,-1 1 0,0-1 0,0 1 1,0-1-1,0 0 0,0-1 1,0 1-1,0 0 0,0-1 0,0 1 1,0-1-1,-1 0 0,1 0 1,-1 0-1,1 0 0,-1-1 1,0 1-1,0-1 0,0 1 0,0-1 1,0 0-1,-1 0 0,1 0 1,-1 1-1,0-2 0,1 1 1,-1-1 249,12-25-4731</inkml:trace>
  <inkml:trace contextRef="#ctx0" brushRef="#br0" timeOffset="3507.48">2552 1096 7818,'0'0'4857,"0"0"-1718,0 0-1299,-19 27-474,-4 4-901,-76 142 2364,70-86-2035,5 1 0,3 1 0,4 1-1,-2 48-793,19-116-79,1-17-5600,5-5-1137</inkml:trace>
  <inkml:trace contextRef="#ctx0" brushRef="#br0" timeOffset="4164.99">2575 395 8058,'0'0'1404,"0"0"2869,0 0-2115,0 0-1079,0 0-84,0 0-19,-4-11-176,-10-85 17,25-42 3828,-11 153-4638,-1 4 76,0 1-1,1 0 0,1-1 1,1 1-1,1-1 0,0 1 1,2-1-1,0 0 0,1 0 1,1-1-1,0 0 0,10 15-82,-2-12-123,8 11 118,-17-7-5472,-6-17-491</inkml:trace>
  <inkml:trace contextRef="#ctx0" brushRef="#br0" timeOffset="4463.84">2515 579 5641,'0'0'2441,"0"0"-529,0 0 1273,0 0-1273,0 0-103,0 0-225,0 0-320,149-17 169,-100 3-265,-3-1-568,1 2-304,-10 3-296,-4 4 0,-10 1-440,-12 5-1985,-1 0-3080,-10 0-1992</inkml:trace>
  <inkml:trace contextRef="#ctx0" brushRef="#br0" timeOffset="4960.171">2771 669 8090,'0'0'1309,"0"0"2896,0 0-1555,0 0-1039,0 0-353,0 0 183,9-2-78,2 0-967,-7 0-352,0-1 0,0 2 0,1-1 0,-1 0 0,0 1 0,0 0 0,1 0 0,-1 0 0,1 0 0,-1 1 1,1 0-1,-1 0 0,1 0 0,-1 0 0,1 1 0,-1 0 0,1 0 0,-1 0 0,0 0 0,0 1 0,1 0 0,-1 0 0,0 0 0,0 0 0,-1 0 0,1 1 1,0 0-1,-1 0 0,0 0 0,1 0 0,-1 0 0,0 1 0,-1-1 0,1 1 0,-1 0 0,3 3-44,-5 3 7,0 0 0,-1-1 1,0 1-1,-1-1 0,0 0 0,0 1 0,-1-1 0,0 0 0,0 0 1,-1-1-1,0 1 0,-1-1 0,0 0 0,0 0 0,-1 0 0,0-1 1,0 1-1,-1-2 0,-3 4-7,-48 70 7,56-79-4,1 0 1,0 0-1,0 0 1,0 0-1,0 0 0,0 0 1,0 1-1,0-1 1,0 0-1,1 1 1,-1-1-1,0 0 0,1 1 1,-1-1-1,1 1 1,-1-1-1,1 1 1,0-1-1,0 1 1,0-1-1,-1 1 0,1-1 1,1 1-1,-1-1 1,0 1-1,0-1 1,1 1-1,-1-1 0,0 1 1,1-1-1,0 0 1,-1 1-1,1-1 1,0 0-1,0 1 1,-1-1-1,1 0 0,0 0 1,0 0-1,1 0 1,-1 0-1,0 0 1,0 0-1,0 0 0,1 0 1,-1 0-1,0-1 1,1 1-1,-1 0 1,1-1-1,-1 0 1,0 1-1,1-1 0,-1 0 1,1 1-1,-1-1 1,1 0-1,-1 0 1,1 0-1,0-1 0,-1 1 1,1 0-1,-1 0 1,1-1-4,179-24 2740,-110 4-1555,-71 21-1228,21-14-3090,-4 2-1752,4-2-2120</inkml:trace>
  <inkml:trace contextRef="#ctx0" brushRef="#br0" timeOffset="63246.903">1225 349 7634,'0'0'940,"0"0"2243,0 0-914,0 0-841,-17 0-373,5-1-1042,1 0 235,-1 1 0,1 0 0,-1 1 1,1 0-1,-1 0 0,1 1 0,0 1 0,0 0 1,0 0-1,0 1 0,0 1 0,-7 3-248,7-1 95,1 0 0,0 1 0,0 0 0,1 0 0,0 1 0,0 0 0,1 1 0,0 0 0,0 0 0,2 0 0,-1 1 0,1 0 0,1 1 0,0-1 0,0 1 0,1 0 0,1 0 0,0 1 0,1-1 0,0 1 0,1-1 0,0 1 0,1 0 0,0-1 0,1 1-1,1-1 1,0 1 0,2 5-95,48 114 560,5-2 0,6-3-1,6-3 1,5-3-1,50 59-559,-81-115 156,-14-22-107,-2 2 0,-2 2 0,-2 0-1,-3 1 1,-1 1 0,-3 1 0,-1 0-1,-3 1 1,-2 2-49,0 13 78,-2-10 37,1 0 0,3-1 0,2-1-1,3 0 1,23 49-115,-2-27 322,-19-43-141,-2 1 0,-1 2 0,-2-1 0,-1 1 0,7 36-181,-22-82 48,1 0 0,1 0 0,0 0 0,0 0-1,1 0 1,1 0 0,-1 0 0,1 0 0,1 1 0,0-1 0,1 1 0,-1-1-1,2 1 1,-1 0 0,1 1 0,1-1 0,-1 1 0,2 0 0,-1 0-1,1 1 1,0 0 0,0 0 0,1 0 0,0 1 0,0 1 0,1-1-1,5-2-47,252-133-249,-257 134 1218,-5 4-3526,-13 9-8787,6-3 5100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26:48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13 110 7906,'0'0'3135,"0"0"695,0 0-1957,0 0-843,0 0 28,-12 4 4230,555-19-2537,-474 13-2684,-68 2-91,-50-2-52,-490 8 1225,919-27-1159,-47-58 107,-604 79-948,265 0 704,-85 0-1924,31 0-4339,25 0-2679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26:59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1 101 9314,'0'0'1451,"0"0"3227,0 0-2307,0 0-921,0 0 404,21-7 49,29-11-1094,-11 2-494,2 1 1,0 3 0,0 1-1,1 2 1,37-3-316,-77 13-4,-1 0-1,0 0 1,1 1 0,-1-1-1,0 1 1,0-1 0,0 1-1,0-1 1,0 1-1,0 0 1,-1-1 0,1 1-1,0 0 1,-1-1 0,0 1-1,1 0 1,-1 0 0,0 0-1,0 0 1,0-1-1,0 1 1,0 0 0,0 0-1,0 0 1,-1 0 0,1-1-1,-1 1 1,1 0 0,-1-1-1,0 1 1,0 0-1,0-1 1,0 1 4,-10 22-33,-1 0 0,-1-1 1,-1-1-1,-2-1 0,0 0 0,-1 0 0,-12 10 33,-15 20-29,-26 56 439,95-106 15,1-2-300,0-1-1,0-1 1,-1-1-1,1-1 0,-1-1 1,0-1-1,0-2 1,-1 0-1,0-2 1,-1 0-1,2-3-124,84-68-7558,-80 53-266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27:01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305 123 10538,'0'0'8035,"0"0"-4485,0 0-2332,0 0-587,0 0 304,0 0 108,6 2-337,9 7-515,-13-7-175,0 0 0,0 0 0,0-1 0,0 1 1,0-1-1,0 1 0,0-1 0,0 0 0,0 0 1,1 0-1,-1 0 0,0 0 0,1 0 0,-1-1 1,1 1-1,-1-1 0,1 1 0,-1-1 0,1 0 0,-1 0 1,1 0-1,-1-1 0,1 1 0,-1-1 0,0 1 1,1-1-1,-1 0 0,1 0 0,-1 0 0,0 0 1,0 0-1,0 0 0,0-1 0,1 1 0,-2-1 1,1 1-1,0-1 0,2-2-16,-2 2-8,0-1-1,0 0 1,0 0 0,0 0 0,0 0-1,0 0 1,-1 0 0,1 0 0,-1-1-1,0 1 1,0-1 0,-1 1 0,1 0 0,0-1-1,-1 0 1,0 1 0,0-1 0,0 1-1,0-1 1,-1 1 0,0-1 0,1 1-1,-1 0 1,0-1 0,0 1 0,-1 0-1,1-1 1,-1 1 0,0 0 0,0 0-1,0 0 1,0 0 0,0 1 0,0-1 0,-1 1-1,0-1 1,1 1 0,-1 0 0,0 0-1,0 0 1,0 0 0,0 1 0,0-1-1,-1 1 1,-1-1 8,-10 3 9,-1 0-1,1 1 1,-1 1-1,1 0 1,0 2 0,0-1-1,1 2 1,-1 0-1,1 0 1,0 2-1,1 0 1,0 0 0,0 1-1,1 1 1,0 0-1,0 0 1,1 1-1,1 1 1,0 0 0,0 1-1,1-1 1,1 2-1,0-1 1,1 1-1,1 0 1,0 1 0,0-1-1,2 2-8,-3-3 34,0-1 1,1 1-1,1 1 0,0-1 1,1 1-1,1 0 0,0 0 0,1 0 1,0 0-1,1 0 0,1 0 0,0 1 1,1-1-1,0 0 0,1 0 1,1 0-1,0 0 0,1 0 0,1-1 1,0 1-1,0-1 0,1 0 0,1-1 1,1 0-1,-1 0 0,2 0 1,0-1-1,0 0 0,1-1 0,3 3-34,19 5 68,1-2 0,1-1-1,0-1 1,1-2 0,0-2 0,0-1-1,2-1 1,-1-3 0,0 0-1,1-3 1,0-1 0,0-1 0,-1-3-1,9-1-67,12 3 205,-22 0-25,0-1 0,0-1 0,0-2 1,0-1-1,-1-2 0,0-2 0,24-9-180,-57 18-13,1 0-1,-1 1 1,0-1-1,0 0 1,0 1-1,0-1 1,0 0-1,0 0 1,0 0 0,0 0-1,0 0 1,0 0-1,0-1 1,-1 1-1,1 0 1,0 0-1,-1 0 1,1-1-1,-1 1 1,1 0-1,-1-1 1,0 1-1,0 0 1,1-1-1,-1 1 1,0 0 0,0-1-1,0 1 1,-1-1-1,1 1 1,0 0-1,0-1 1,-1 1-1,1 0 1,-1-1-1,1 1 1,-1 0-1,1 0 1,-1 0-1,0-1 1,0 1-1,0 0 1,1 0 0,-1 0-1,0 0 1,0 0-1,0 0 1,-1 1-1,1-1 1,0 0-1,0 0 1,0 1-1,-1-1 14,-37-29-3873,5 12-4189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27:00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35 2881,'0'0'10123,"0"0"-5829,0 0-2376,0 0-294,0 0 322,0 0-392,2-9-629,7-16-419,6 65-14,-7-16-203,44 155 1721,-36-112-1898,3-1 0,3-1-1,3-1 1,2-1 0,31 51-112,-36-90-1332,-19-20-3273,-1-2-4311,-2-4-3192</inkml:trace>
  <inkml:trace contextRef="#ctx0" brushRef="#br0" timeOffset="249.9">0 397 6081,'0'0'6776,"0"0"-2365,0 0-2595,0 0-420,0 0 291,0 0-218,5-3-524,15-5-766,0 0-1,0 2 1,0 0 0,0 1-1,1 1 1,0 1-1,0 1 1,13 1-179,29-5 44,283-59-377,-202 20-6605,-67 16-4059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26:58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78 7642,'0'0'1495,"0"0"3523,0 0-2203,0 0-1173,0 0 182,0 0-77,11-7-826,8-4-831,1 2 0,0 0 1,0 1-1,0 1 1,1 1-1,0 1 0,0 1 1,1 0-1,15 1-90,-31 3 22,-4-1-26,-1 0 0,1 1 1,-1-1-1,1 1 0,-1-1 0,1 1 0,-1 0 0,1-1 0,-1 1 0,1 0 0,0 0 1,-1 0-1,1 0 0,-1 1 0,1-1 0,0 0 0,-1 1 0,1-1 0,-1 1 0,1-1 1,-1 1-1,0 0 0,1 0 0,-1-1 0,0 1 0,1 0 0,-1 0 0,0 0 1,0 1-1,0-1 0,0 0 0,0 0 0,0 0 0,0 1 0,0-1 0,0 1 0,-1-1 1,1 1-1,-1-1 0,1 1 0,-1-1 0,1 1 0,-1-1 0,0 1 0,0-1 0,0 1 1,0 0-1,0-1 0,0 1 0,0-1 0,-1 2 4,-3 8-3,-2 1-1,1-1 1,-2 0 0,1 0-1,-1-1 1,-1 1-1,0-2 1,-1 1 0,0-1-1,0-1 1,0 1 0,-1-2-1,-1 1 1,1-1 0,-1-1-1,0 0 1,-1-1-1,1 0 1,-13 4 3,134-54-159,-107 44 120,0 1-1,1-1 1,-1 1-1,0 0 0,0 0 1,0 1-1,0-1 0,0 1 1,0-1-1,0 1 1,0 0-1,0 0 0,0 0 1,0 1-1,0-1 0,0 1 1,-1 0-1,1-1 1,-1 1-1,1 0 0,-1 1 1,0-1-1,0 0 1,1 1-1,-2-1 0,1 1 1,0-1-1,-1 1 0,1 0 1,-1 0-1,0 0 1,0 0-1,0 0 0,0 0 1,0 0-1,-1 0 0,1 0 1,-1 0-1,0 0 1,0 0-1,0 2 40,1 3 52,0-1-1,0 0 1,-1 0 0,0 1-1,-1-1 1,1 0 0,-1 0-1,-1 0 1,1 0 0,-1 0-1,0 0 1,-1 0 0,0 0-1,0-1 1,0 1 0,-1-1-1,0 0 1,0 0 0,-1 0-1,1-1 1,-1 1 0,-1-1-1,1 0 1,-1-1 0,1 1-1,-1-1 1,-1 0 0,1-1-1,0 1 1,-1-1 0,0-1-52,-103 31-400,34-27-8121,56-6 2396</inkml:trace>
  <inkml:trace contextRef="#ctx0" brushRef="#br0" timeOffset="248.003">0 643 5217,'0'0'11563,"0"0"-7859,0 0-2127,0 0-481,0 0 256,128 0-87,-46-4-657,11-4-176,7-3-360,-5 1-40,-11-1-32,-16 1-72,-15 6-800,-13 2-1809,-15 2-3944,-15 0-3858</inkml:trace>
  <inkml:trace contextRef="#ctx0" brushRef="#br0" timeOffset="1012.099">1213 109 10098,'0'0'8898,"0"0"-4697,0 0-3457,0 0-40,0 0 721,0 0 39,51 157-648,-23-96-496,2 0 8,-4-5-280,0-5 0,-8-10-40,-4-3-16,-4-9-256,-6-6-344,-4-2-1072,0-6-2225,0-7-3065</inkml:trace>
  <inkml:trace contextRef="#ctx0" brushRef="#br0" timeOffset="1262.155">1076 543 6305,'0'0'9786,"0"0"-7145,0 0-1049,0 0 129,0 0 239,142-21-992,-75 8-368,10-1-600,35-14-160,-19 3-2592,-16 2-4618</inkml:trace>
  <inkml:trace contextRef="#ctx0" brushRef="#br0" timeOffset="1632.592">1858 484 5697,'0'0'8165,"0"0"-4386,0 0-2451,0 0-825,11-21-292,90-157 49,-63 100 124,-16 23 2754,-1 98-276,8 94-332,45 132-767,-37-235-3188,-6-54-8535,-13-2-4890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26:53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964 971 6913,'0'0'7681,"0"0"-4614,0 0-1903,0 0-206,0 0 478,0 0 105,-8-13 1052,-102 192-930,-448 541-1960,554-715-45,-16 21-2149,1-18-5224,12-7 1322</inkml:trace>
  <inkml:trace contextRef="#ctx0" brushRef="#br0" timeOffset="362.022">231 898 7210,'0'0'1987,"0"0"1435,0 0-1052,0 0 57,0 0-1174,23 1-75,-11-1-912,-2 0-41,1 0 1,-1 1-1,0 0 1,0 0-1,0 1 1,0 1-1,0-1 1,-1 2-1,1-1 1,-1 1-1,0 1 1,0 0 0,0 0-1,0 0 1,-1 1-1,0 1-225,39 43 566,-3 2 1,-2 1-1,-3 3 0,-2 1 0,-2 2 1,-3 2-1,-3 0 0,7 27-566,18 28 222,-48-101-248,0 0 0,0 0 0,2-1 0,-1 0 0,2 0 0,0-1 0,1 0 1,0-1-1,0 0 0,2 0 0,-1-1 0,2-1 0,-1 0 0,1 0 0,1-1 0,0-1 1,0-1-1,0 0 0,1 0 0,0-2 0,0 0 0,1 0 0,-1-2 0,12 2 26,26-31-3446,-26-7-2200,-24 29 4467,21-31-10064</inkml:trace>
  <inkml:trace contextRef="#ctx0" brushRef="#br0" timeOffset="1423.785">1556 31 6889,'0'0'1518,"0"0"1552,0 0-975,0 0-474,0 0-189,0 0-285,-5 0-222,-14 0-281,15 0-26,32-14 2169,-23 11-2794,0 1-1,0 0 1,-1 0-1,1 0 1,0 1-1,0-1 1,1 1-1,-1 1 1,0-1 0,0 1-1,0 0 1,1 0-1,-1 0 1,0 1-1,0 0 1,0 0-1,0 0 1,1 0-1,-2 1 1,1 0-1,0 0 1,0 0 0,-1 1-1,1 0 1,-1 0-1,0 0 1,1 0-1,-2 0 1,1 1-1,0 0 1,-1 0-1,1 0 1,-1 0-1,0 0 1,-1 1 0,1-1-1,-1 1 1,0 0-1,0 0 1,0 0-1,-1 0 1,0 0-1,0 0 1,0 0-1,0 0 1,-1 1-1,0 3 8,-4-2-59,-1 0 0,0 0-1,-1-1 1,1 0-1,-1 0 1,0-1-1,0 1 1,-1-1-1,0 0 1,0-1-1,0 0 1,0 0-1,-1-1 1,0 1 0,1-2-1,-1 1 1,-7 0 59,237-24-302,-219 22 330,-1 0-1,1 0 0,0 0 1,-1 0-1,1 1 0,-1-1 1,0 1-1,1 0 0,-1-1 1,0 1-1,0 0 1,0 1-1,0-1 0,0 0 1,-1 0-1,1 1 0,-1-1 1,1 1-1,-1-1 1,0 1-1,0 0 0,0-1 1,0 1-1,-1 0 0,1 0 1,-1 0-1,0 0 0,0-1 1,1 1-1,-2 0 1,1 0-1,0 0 0,-1 0 1,1 0-1,-1-1 0,0 1 1,0 0-1,0-1 1,0 1-1,0 0 0,-1-1 1,1 1-1,-1-1 0,0 0 1,0 0-1,-1 2-27,-9 4 35,0 0 1,0-1-1,-1 0 1,0-1-1,-1-1 0,1 0 1,-1-1-1,0 0 1,0-1-1,0 0 0,-12 0-35,-51 1-8635,56-4-1156</inkml:trace>
  <inkml:trace contextRef="#ctx0" brushRef="#br0" timeOffset="1705.286">1486 561 7098,'0'0'1216,"0"0"6337,0 0-5704,0 0-889,0 0-120,0 0 552,0 0 97,128 6-593,-63-4-536,12-2 0,7 0-152,-3 0-8,-4 0-200,-14 0 0,-17 0-432,-18 0-3801,-18 0-3792</inkml:trace>
  <inkml:trace contextRef="#ctx0" brushRef="#br0" timeOffset="2175.699">1553 898 8042,'0'0'1559,"0"0"3402,0 0-2285,0 0-1105,0 0 0,0 0 314,11-3-466,215-53 28,-223 59-1460,0 1 0,0-1 0,-1 1 0,0 0 0,1-1 0,-1 1 0,-1 0 0,1 0 0,0 0 0,-1 0 0,0 1 0,0-1 0,0 0 0,-1 0 0,0 1 0,1-1 0,-1 0 0,-1 1 0,1-1 0,-1 0 0,1 1 0,-1-1 0,-1 0 0,1 0 0,0 0 0,-1 0 0,0 0 0,0 1 13,-102 122-35,151-118 519,166-41 635,-147 4-4849,-3-11-6000,-34 16-1721</inkml:trace>
  <inkml:trace contextRef="#ctx0" brushRef="#br0" timeOffset="2456.367">2508 238 10906,'0'0'4833,"0"0"-1999,0 0-815,0 0-264,0 0-469,0 0-258,-3 13-88,-4 32-453,3 1-1,1-1 0,2 1 0,3-1 0,1 1 0,4 12-486,6 140-1245,-43-180-9563,22-19 8925,-17 1-5722</inkml:trace>
  <inkml:trace contextRef="#ctx0" brushRef="#br0" timeOffset="2643.811">2200 542 6385,'0'0'4497,"0"0"472,0 0-3480,0 0 327,156-6 561,-79-1-849,7-3-496,-2-3-640,-3-1-392,5-3-128,-19 6-3905,-19 3-4945</inkml:trace>
  <inkml:trace contextRef="#ctx0" brushRef="#br0" timeOffset="3050.262">2964 617 17532,'0'0'4215,"0"0"-2402,0 0-801,4-22-39,22-162-71,-16 71-818,4 258 503,-13-51 197,-2-46-465,2 0-1,3 0 1,1-1 0,2 0 0,2 0-1,5 7-318,-10-44-219,2 3 349,-9-10-9356,-7-3-1079</inkml:trace>
  <inkml:trace contextRef="#ctx0" brushRef="#br0" timeOffset="3984.21">1 2276 6857,'0'0'1780,"0"0"2007,0 0-1619,0 0-1130,0 0-386,0 0 172,5 2 195,112 10 815,185-26 800,277-51-2634,-490 54 256,911-130 2139,751-88 436,-1726 225-3161,-69 3-800,19 2 675,-130 9-6213,84 0 867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27:04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49 6585,'0'0'2592,"0"0"3690,0 0-3206,0 0-1069,0 0-126,0 0-499,-9 0 701,306-31-302,-291 29-2207,49-10 333,-37 10-3878,1 1-5101,-16 1 454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27:04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7498,'0'0'7281,"0"0"-5208,0 0-337,0 0 753,0 0-321,0 0-1016,123-6-664,-83-1-352,2 5-128,-3 0-8,8 2-72,-12 0-1096,-7 0-4961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27:05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58 152 7034,'0'0'796,"0"0"339,0 0 2285,0 0-1117,0 0-573,0 0-63,-9-4 162,-30-13 116,30 5 4835,34 5-7610,-23 7 1327,407-110-125,-406 109-3147,-30 6-2124,-6 5-2022</inkml:trace>
  <inkml:trace contextRef="#ctx0" brushRef="#br0" timeOffset="299.095">84 433 7770,'0'0'2320,"0"0"2353,0 0-3024,0 0-329,0 0 504,0 0 761,121-19-825,-74-2-744,-1 0-288,-2 2-463,-6 5-81,-10 1-176,-7 7-8,-10 2-112,-8 4-945,-3 0-3728,0 0-2536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27:24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3 107 7058,'0'0'1270,"0"0"1186,0 0-452,0 0-382,0 0-117,0 0-162,-2 9 3806,56-13-4353,1-3 0,-1-1 0,-1-3 0,0-3-1,21-8-795,83-21 202,-132 37-232,-24 6-78,-1 0-7,-4 0-117,-225 73-210,5-42-620,213-40-5480,11-7 376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27:32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0 7034,'0'0'1892,"0"0"4044,0 0-2307,0 0-811,0 0-739,0 0-911,-3 1-113,56 274 1699,8 95-2926,-60-366 190,-2 10-2558,-11-10-3871,-3-4-94</inkml:trace>
  <inkml:trace contextRef="#ctx0" brushRef="#br0" timeOffset="219.275">1 421 5281,'0'0'9858,"0"0"-7017,0 0-937,0 0 305,0 0-633,0 0-704,0 0 168,149 2-391,-75 0-321,5-2-328,1 0 0,-6-2-128,22-19-1745,-22 0-4992,-13 1-9483</inkml:trace>
  <inkml:trace contextRef="#ctx0" brushRef="#br0" timeOffset="701.669">1307 51 4081,'0'0'13260,"0"0"-7672,0 0-3714,0 0-519,0 0-118,0 0-449,10 3-262,68 52-154,-10 2-642,-64-91-1338,-4 29 1570,0 1 0,-1 0 0,1 0 0,-1 0 0,0 0 0,-1 0 0,1 0 0,-1 0 0,1 1 0,-1-1 0,0 0 0,-1 1 0,1-1 0,-1 1 0,1 0 0,-1 0 0,0 0 0,0 0 0,0 0 0,-1 1 0,1 0 0,0-1 0,-1 1 0,0 0-1,1 1 1,-1-1 0,0 1 0,0-1 0,0 1 0,0 0 0,0 1 0,0-1 0,-1 1 0,1-1 0,0 1 0,0 1 0,0-1 0,0 1 0,-3 0 38,-12 1 69,0 2 0,0 0 0,1 1-1,0 1 1,0 1 0,0 0 0,1 2 0,0 0 0,0 0-1,1 2 1,0 0 0,1 1 0,0 0 0,1 1 0,1 1-1,0 0 1,1 1 0,0 0 0,1 1 0,1 0-1,1 1 1,0 0 0,1 0 0,1 1 0,0 0 0,1 1-1,2-1 1,-2 12-69,4-20 25,1 0-1,1 0 1,0 1 0,0-1-1,1 0 1,1 0 0,-1 0-1,2 0 1,-1 0-1,1 0 1,1-1 0,0 1-1,0-1 1,1 0-1,0 0 1,0 0 0,1-1-1,0 0 1,1 0-1,0 0 1,0-1 0,0 0-1,1-1 1,0 1 0,1-2-1,-1 1 1,1-1-1,0 0 1,1-1 0,-1 0-1,1 0 1,-1-1-1,8 1-24,34 8 394,0-2-1,1-2 1,0-2-1,1-2 0,-1-3 1,31-4-394,-4 2 321,-82-8-1453,-14-7-1604,3 6-2183,11 8 3425,-16-11-13517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27:30.390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610 1691 7866,'0'0'281,"0"0"594,0 0 2567,0 0-896,0 0-811,0 0-276,-14 2-178,-34 6 188,93-9 639,906-113 582,-793 96-2134,112-11 907,-94 22-3404,-188 16-5560,-12 3 726</inkml:trace>
  <inkml:trace contextRef="#ctx0" brushRef="#br0" timeOffset="1638.673">1276 2859 6161,'0'0'5507,"0"0"-363,0 0-2146,24-9-507,178-59 763,-198 66-3273,1 0 1,0 0-1,0 1 0,0-1 1,0 1-1,0 0 0,0 0 1,1 1-1,-1-1 0,0 1 1,0 0-1,0 1 1,1-1-1,-1 1 0,0 0 1,0 0-1,0 1 0,0 0 1,0 0-1,0 0 0,-1 0 1,1 1-1,-1-1 1,1 1-1,-1 0 0,0 1 1,0-1-1,-1 1 0,1-1 1,-1 1-1,1 0 1,-1 1-1,0-1 0,-1 1 1,1-1-1,-1 1 0,1 3 19,-3 0-110,0-1-1,-1 1 1,0 0-1,-1 0 1,1-1-1,-2 1 1,1-1-1,-1 1 1,0-1-1,-1 0 1,1 0-1,-1 0 1,-1-1-1,1 1 1,-1-1-1,0 0 1,-1 0-1,0-1 1,1 0-1,-2 0 1,1 0-1,0-1 1,-1 0-1,0 0 1,0 0-1,0-1 1,-1 0-1,1-1 1,-4 2 110,-139 72 4206,173-69-1784,64-9-2262,-1-3 1,0-5 0,0-3-1,17-7-160,-16 3 38,97-33-1196,-163 19-4652,-19 6-4160,-2 6 1628</inkml:trace>
  <inkml:trace contextRef="#ctx0" brushRef="#br0" timeOffset="776.92">1160 2049 6129,'0'0'5305,"0"0"-701,0 0-2050,0 0-451,0 0-445,0 0-661,21-2-255,289-30 277,-339 33-1281,0 1 0,0 1 1,0 1-1,0 2 0,1 1 1,0 1-1,0 1 0,1 2 1,0 1-1,-4 3 262,29-14 28,-1 1 0,1-1 0,0 1 0,-1 0 0,1-1 0,0 1 0,0 0 0,0 0 0,1 1 0,-1-1 0,0 0 0,1 1 0,-1-1 1,1 1-1,0-1 0,0 1 0,0-1 0,0 1 0,0 0 0,1 0 0,-1-1 0,1 1 0,0 0 0,0 0 0,0 0 0,0 0 0,0-1 0,1 1 0,-1 0 0,1 0 0,0-1 0,-1 1 0,1 0 0,1-1 0,-1 1 0,0-1 0,1 1 0,-1-1 0,1 1 0,0-1 0,-1 0 0,1 0 0,0 0 0,0 0 0,1 0 0,-1-1 0,0 1 0,1-1 0,-1 1 0,1-1 0,-1 0 1,1 0-1,-1 0 0,1 0 0,0 0 0,0-1 0,-1 1 0,1-1 0,0 0 0,0 0 0,0 0 0,0 0 0,-1 0 0,1 0 0,0-1-28,1 2-18,0-1 0,0 1 1,0-1-1,0 0 0,0 0 0,-1-1 0,1 1 1,0-1-1,0 0 0,0 0 0,-1 0 0,1 0 1,0-1-1,-1 1 0,1-1 0,-1 0 1,0 0-1,1 0 0,-1-1 0,0 1 0,0-1 18,2-2-31,1 1-1,0 0 0,0 1 0,1-1 1,-1 1-1,1 0 0,-1 1 0,1-1 1,0 1-1,0 1 0,0-1 0,0 1 1,0 1-1,0-1 0,0 1 0,1 0 0,-1 1 1,0 0-1,0 0 0,0 0 0,0 1 1,0 0-1,-1 0 0,1 1 0,0 0 1,-1 0-1,0 0 0,0 1 0,0 0 1,0 0-1,-1 1 0,1 0 0,-1 0 0,0 0 1,0 0-1,-1 1 0,0 0 0,0 0 1,0 0-1,-1 0 0,0 0 0,0 1 1,0 0-1,0 2 32,-1-7-22,0 0 1,0 1-1,0-1 1,0 1-1,-1 0 1,1-1-1,-1 1 1,0 0-1,0 0 1,0 0-1,0 0 1,0 0-1,0 0 1,-1 0-1,0 0 1,1 0-1,-1 0 1,0 1-1,-1-1 1,1 0-1,0 0 1,-1 0-1,0 0 1,0 0-1,0 0 1,0 0-1,0 0 1,0 0-1,-1-1 0,1 1 1,-1 0-1,0-1 1,0 1-1,0-1 1,0 0-1,-1 0 1,1 0-1,0 0 1,-1 0-1,1 0 1,-1 0-1,0-1 1,0 0-1,0 1 1,1-1-1,-3 0 22,-227 22 1382,218-28-5318,15-17-9084,10 7 11160</inkml:trace>
  <inkml:trace contextRef="#ctx0" brushRef="#br0" timeOffset="1090.144">1169 2589 8858,'0'0'6297,"0"0"-1968,0 0-2096,0 0-497,0 0-528,0 0-720,123 2 8,-48-10-303,9-3-161,0-3-24,-5-1-8,-12 5 0,-9 1-177,-13 5-759,-13 2-1872,-11 2-2481,-14 0-3857</inkml:trace>
  <inkml:trace contextRef="#ctx0" brushRef="#br0" timeOffset="-2626.766">1081 591 8810,'0'0'1467,"0"0"2272,0 0-1135,0 0-968,0 0-643,0 0-332,-2 8-96,-9 41 392,-3 0 0,-2-2 0,-2 0 1,-2-1-1,-7 11-957,-230 355 614,203-336-2875,49-77-5911,3-12 52</inkml:trace>
  <inkml:trace contextRef="#ctx0" brushRef="#br0" timeOffset="-2284.769">548 675 7009,'0'0'5688,"0"0"-2940,0 0-1357,0 0-326,0 0 249,19 11 413,261 172 1376,-245-148-2749,-2 2-1,-2 1 0,-1 1 1,-3 2-1,17 32-353,25 35 255,-66-102-285,0 0 0,1 0 0,-1 0 0,1-1 0,1 1 1,-1-1-1,1 0 0,0 0 0,0 0 0,1-1 0,-1 0 0,1 0 0,0 0 1,0-1-1,1 1 0,-1-2 0,0 1 0,1-1 0,0 0 0,-1 0 0,1-1 1,0 1-1,0-2 0,0 1 0,0-1 0,0 0 0,0 0 0,0-1 0,0 0 0,0-1 1,0 1-1,0-1 30,54-30-2164,5-12-3471,-7 1-3235</inkml:trace>
  <inkml:trace contextRef="#ctx0" brushRef="#br0" timeOffset="-1359.501">1556 1 6993,'0'0'1354,"0"0"1232,0 0-27,0 0-661,0 0-474,0 0-320,-5 4 977,116-2 2002,-83-2-3802,-27 0-283,-1 0 4,-4 0-21,-53-3-244,-102 9 69,154-5 196,1 0 0,0 1 0,-1-1 0,1 1 0,0 0 1,0 0-1,0 0 0,1 0 0,-1 1 0,0 0 0,1-1 0,0 1 0,-1 1 0,1-1 1,0 0-1,1 1 0,-1-1 0,1 1 0,-1 0 0,1 0 0,0 0 0,1 0 0,-1 0 1,1 1-1,0-1 0,0 0 0,0 1 0,0-1 0,1 1 0,0-1 0,0 1 0,0 2-2,-1-5 14,1 1-1,-1 0 0,1-1 1,0 1-1,0 0 0,0-1 0,0 1 1,1 0-1,-1-1 0,1 1 1,-1 0-1,1-1 0,0 1 0,0-1 1,0 1-1,0-1 0,1 1 0,-1-1 1,1 0-1,-1 0 0,1 0 1,0 0-1,0 0 0,0 0 0,0 0 1,0 0-1,0-1 0,0 1 1,1-1-1,-1 0 0,1 0 0,-1 0 1,1 0-1,-1 0 0,1 0 0,-1 0 1,1-1-1,0 0 0,-1 1 1,1-1-1,0 0 0,0 0 0,-1 0 1,1-1-1,0 1 0,1-1-13,51-11-3,-47 9-11,1 0 0,-1 1 0,0 0 0,1 0 0,-1 1 0,1 0 0,-1 0 0,1 1 0,0 0 0,-1 1 0,1 0 0,-1 0 0,1 1-1,-1 0 1,1 0 0,-1 1 0,0 0 0,7 4 14,-12-6-6,0 1 0,0-1 0,1 1 0,-1 0 0,0 0 0,0 0 0,0 0 0,-1 0 0,1 1 0,-1-1 0,1 1 0,-1 0 0,0-1 0,0 1 0,0 0-1,0 0 1,0 1 0,-1-1 0,1 0 0,-1 1 0,0-1 0,0 0 0,0 1 0,-1 0 0,1-1 0,-1 1 0,0-1 0,0 1 0,0-1 0,0 1 0,-1 0 0,1-1 0,-1 1 0,0-1 0,0 0 0,0 1-1,-1-1 1,1 0 0,-1 1 0,0-1 0,0 0 0,0 0 0,0 0 0,0-1 0,-1 1 6,-132 55-120,87-45-2426,3-3-3624,31-9 1275</inkml:trace>
  <inkml:trace contextRef="#ctx0" brushRef="#br0" timeOffset="-1062.953">1379 514 6937,'0'0'8762,"0"0"-6569,0 0-825,0 0-120,0 0 353,0 0-465,0 0-272,144 4-520,-77-4-104,3 0-160,-2-8-16,-8-1-64,-11 1-24,-14 2-352,-12-3-3705,-13 3-1984,-10 2-7402</inkml:trace>
  <inkml:trace contextRef="#ctx0" brushRef="#br0" timeOffset="-577.169">1432 803 10970,'0'0'4969,"0"0"-1705,0 0-713,0 0-1115,0 0-656,0 0-139,28-15-244,93-47-157,52 20-339,-152 40 57,-20 2 34,0-1-1,0 0 1,0 1 0,0-1 0,1 1 0,-1 0 0,0-1 0,0 1-1,0 0 1,0 0 0,1-1 0,-1 1 0,0 0 0,0 0 0,0 1 0,0-1-1,1 0 1,-1 0 0,0 0 0,0 1 0,0-1 0,0 1 0,0-1-1,1 1 1,-1-1 0,0 1 0,0 0 0,0-1 0,-1 1 0,1 0-1,0 0 1,0 0 0,0-1 0,-1 1 0,1 0 0,0 0 0,-1 0 0,1 0-1,0 1 1,-1-1 0,0 0 0,1 0 0,-1 0 0,0 0 0,1 0-1,-1 1 1,0-1 0,0 0 0,0 0 0,0 0 0,0 1 0,0-1-1,-1 0 1,1 0 0,0 0 0,0 0 0,-1 1 0,1-1 0,-1 0 0,1 0-1,-1 0 1,0 0 0,1 0 0,-1 0 0,0 0 0,0 0 0,1-1-1,-1 1 1,0 0 8,-160 154-353,107-93 445,72-62 201,309-55 1604,-317 52-2888,-5 0-2994,-4 1-2494</inkml:trace>
  <inkml:trace contextRef="#ctx0" brushRef="#br1" timeOffset="12533.635">1267 3035 8442,'0'0'825,"0"0"2116,0 0-503,0 0-564,0 0-359,0 0-217,0 0 164,0 0-282,0 0-370,0 0-295,-37 0 414,-81 3-785,70 0-23,0-2-1,0-2 1,1-2-1,-1-2 1,-35-10-121,61 11 61,0-1 0,0-1 0,1-1 0,0-1 0,1 0 0,-1-2 0,2 0 0,-1-2 0,2 0 0,-1-1 0,2-1 0,-9-9-61,-100-131 50,-79-164-163,31 58 207,170 246-94,0 1 0,2-1 1,-1 0-1,1 0 0,1 0 0,1 0 1,0 0-1,1 0 0,0 0 1,1 0-1,0 0 0,1 0 0,1 1 1,0-1-1,1 1 0,1 0 0,0 0 0,4-17 35,12-51 165,52-107 109,82-18-510,-152 197-269,-15 5-4347,-2 2 1439,-12-4-5361</inkml:trace>
  <inkml:trace contextRef="#ctx0" brushRef="#br1" timeOffset="13020.529">166 1268 7042,'0'0'5317,"0"0"-2625,0 0-1225,0 0-300,0 0-223,0 0-222,-6-3-189,-28-15 673,116 16 1414,-56-2-2549,-1 3 0,1 0 0,0 1 1,-1 1-1,1 2 0,-1 1 0,1 0 1,-1 2-1,-1 1 0,1 1 0,13 7-71,-34-11 33,0 0 0,0 0 0,-1 1 0,0-1 0,1 1 0,-2-1 0,1 1 0,0 0 0,-1 0 0,0 0 0,0 0 0,-1 1 0,1-1 0,-1 1 0,0-1 0,-1 1 0,1-1 0,-1 1 0,0-1 1,0 1-1,-1-1 0,0 1 0,0-1 0,0 0 0,-1 1 0,1-1 0,-1 0 0,0 0 0,-1 0 0,0 0 0,1 0 0,-1 0 0,-1-1 0,1 0 0,-1 1 0,0-1 0,1-1 0,-2 1 0,1 0 0,0-1 0,-1 0 0,0 0 0,1 0 0,-1-1 0,-2 1-33,-6 6-78,-20 21 1159,30-1-6784,7-22-1909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25:53.635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250 1190 7458,'0'0'644,"0"0"-276,0 0-216,0 0-92,0 0 111,0 0 694,-4 3 394,3-2-1169,1-1 0,-1 1 1,0 0-1,0-1 0,0 1 0,0 0 1,0-1-1,0 1 0,0-1 0,0 0 0,0 1 1,0-1-1,0 0 0,0 1 0,0-1 1,0 0-1,0 0 0,0 0 0,0 0 0,0 0 1,0 0-1,0 0 0,0-1 0,0 1 1,0 0-1,0 0 0,0-1 0,0 1 0,0-1 1,0 1-1,0-1 0,0 1 0,0-1 1,0 0-1,0 1 0,0-1 0,1 0 0,-1 0 1,0 0-1,1 1 0,-1-1 0,0 0 1,1 0-1,-1 0 0,1 0 0,0 0 0,-1 0 1,1 0-1,0 0 0,-1 0 0,1 0 1,0 0-1,0 0 0,0-1 0,0 1 0,0 0 1,0 0-1,0 0 0,1 0 0,-1 0 1,0 0-1,0 0 0,1 0 0,-1 0 0,1 0 1,-1 0-1,1 0 0,-1 0 0,2 0-90,-1-29 762,0 3 4026,-15 48-2812,-6 25-1926,-10 13 146,3 1 1,2 1 0,3 2-1,3 0 1,2 1 0,4 1-1,2 0 1,0 42-197,10-85 26,0 1-1,2-1 1,1 0-1,1 1 1,0-1-1,2 0 1,1 0-1,0-1 1,2 0-1,0 0 1,1 0-1,2-1 1,9 15-26,22 19 141,3-2-1,1-1 1,3-3-1,2-2 1,1-2 0,16 7-141,-16-13 46,-1 3 0,-2 2 0,-2 2 0,-2 3 0,-2 1 0,30 46-46,-66-84 1,0 1 0,-1 0 0,0 0 0,-1 0-1,0 1 1,-1 0 0,0 0 0,-1 0 0,-1 1-1,0-1 1,-1 1 0,0-1 0,-1 1 0,-1-1-1,0 1 1,-1-1 0,0 1 0,-1-1 0,0 0 0,-1 0-1,-1 0 1,0-1 0,-3 5-1,-18 20 23,-2-1 0,-2-1 0,-1-2 0,-2-1 0,-22 17-23,-83 85 214,132-128-212,1 1 0,-1 0 0,1 0 0,1 0 0,-1 1 0,1 0 0,1 0 0,-1 0 0,1 0 0,1 0 0,0 1 0,0-1 0,0 1 0,1 0 0,1-1 0,-1 1 0,1 0 0,1 0 0,-1-1 0,2 1 0,-1 0 0,1-1 0,0 1 0,1-1 0,0 0 0,1 0 0,-1 0 0,1 0 0,1-1 0,-1 1 0,2-1 0,-1 0 0,1-1 0,-1 1 0,2-1 0,2 2-2,22 17 5,2-1 0,0-2 1,1-1-1,2-2 0,0-1 0,0-2 0,34 9-5,136 69-61,-203-93 61,0 1 0,0 0 1,0-1-1,0 1 0,0 0 0,0 1 0,-1-1 0,1 0 1,-1 1-1,1-1 0,-1 1 0,0 0 0,0 0 1,0 0-1,-1 0 0,1 0 0,-1 0 0,1 0 1,-1 1-1,0-1 0,0 0 0,-1 1 0,1-1 0,-1 1 1,0-1-1,0 1 0,0-1 0,0 1 0,0-1 1,-1 1-1,1-1 0,-1 0 0,0 1 0,0-1 0,-1 0 1,1 1-1,-1-1 0,1 0 0,-1 0 0,0 0 1,0-1-1,0 1 0,-1 0 0,1-1 0,-1 1 0,1-1 1,-1 0-1,0 0 0,0 0 0,0 0 0,-2 1 0,-37 26 141,34-25-119,0 0 0,0 0 0,1 1 0,0 0 0,0 1 0,0 0-1,1 0 1,-1 0 0,2 1 0,-1 0 0,1 0 0,0 0-1,0 1 1,1-1 0,0 1 0,0 0 0,1 1 0,0-1-1,0 4-21,0 3 5,1 0-1,1 0 1,1 0-1,0 0 0,0 0 1,2 0-1,0 0 0,1 0 1,0 0-1,1 0 0,1-1 1,0 0-1,1 0 0,1 0 1,0-1-1,1 0 0,0 0 1,1-1-1,6 8-4,22 22-15,-29-34 7,0 0-1,-1 0 0,1 1 1,-2 0-1,1 0 0,-1 0 1,-1 1-1,0 0 0,0 0 1,-1 0-1,0 1 0,-1-1 1,0 1-1,0 0 0,-1 0 1,-1 5 8,-5 9-2,-1-1 1,-1 0 0,-2-1-1,0 0 1,-2 0-1,0-1 1,-1 0 0,-2 0-1,0-1 1,-1-1-1,-1-1 1,-1 0-1,-1-1 1,0 0 0,-18 13 1,0 6-2,26-27 0,-4 1 6,-1 1 1,2 0-1,0 0 1,0 2-1,1-1 1,1 2-1,0-1 0,1 1 1,1 1-1,0-1 1,1 1-1,1 1 0,0-1 1,1 1-1,1 0 1,1 0-1,0 1 1,1-1-1,1 1 0,1-1 1,1 8-5,8-2 2,2-1 0,0 0 1,2-1-1,0 0 0,2-1 0,0 0 1,1-1-1,0-1 0,2-1 0,0 0 1,1-1-1,1-1 0,0-1 0,1-1 1,19 9-3,-35-19 2,37 24 18,-28-20-31,0 0 0,-1 1 1,1 0-1,-1 1 0,-1 0 1,0 1-1,0 1 0,-1 0 1,0 0-1,-1 1 0,0 1 1,-1 0-1,-1 0 0,0 0 1,0 1-1,-2 0 0,0 1 1,4 14 10,-10-3 8,-2 1 0,0 0 0,-2 0 1,-1-1-1,-2 1 0,0-1 0,-2-1 0,0 1 1,-2-2-1,-1 1 0,-1-2 0,0 0 0,-2 0 1,-2 0-9,-13 29 3,-6 9 7,8-20 59,2 2 0,2 1-1,2 2 1,2 0 0,2 0 0,2 2 0,2 0 0,3 1 0,-2 19-69,10-45 53,2 1 0,1 0 0,1 0 0,0-1 1,2 1-1,1-1 0,1 0 0,1 0 0,1 0 0,1 0 0,0-1 1,2-1-1,12 20-53,197 233 119,-44-69-162,-168-194 46,0 0 1,-1 0-1,-1 1 1,0 0 0,0 0-1,-2 0 1,1 0-1,-1 1 1,-1-1-1,0 1 1,-1-1-1,0 1 1,-1 0 0,-1 0-1,0-1 1,-1 1-1,0 0 1,0-1-1,-2 1 1,1-1-1,-2 0 1,1 0 0,-2-1-1,0 1 1,0-1-1,-1-1 1,-7 10-4,-9 15 114,1 2 1,1 0 0,3 2-1,1 0 1,1 1-1,3 0 1,1 1-1,2 1 1,2-1 0,2 2-1,-1 34-114,6-48 14,0 0 0,3 0-1,0-1 1,2 1 0,1-1-1,1 1 1,1-1 0,2-1 0,0 0-1,2 0 1,1-1 0,2 0 0,0-1-1,1-1 1,2 0 0,0-1-1,14 12-13,-29-32-44,-2-2 17,1 0 0,-1 0 0,0 0 0,0 0 1,1 0-1,-1 0 0,1 0 0,-1-1 0,1 1 0,-1 0 0,1 0 0,-1 0 0,1-1 1,0 1-1,-1 0 0,1-1 0,0 1 0,0 0 0,-1-1 0,1 1 0,0-1 0,0 1 0,0-1 1,0 0-1,0 1 0,0-1 0,0 0 0,-1 0 0,1 1 0,0-1 0,0 0 0,0 0 1,0 0-1,0 0 0,0 0 0,0 0 0,0-1 0,0 1 0,0 0 0,0 0 0,0-1 0,0 1 1,0-1-1,0 1 0,-1-1 0,1 1 0,0-1 0,0 1 0,0-1 0,-1 0 0,1 1 0,0-1 1,-1 0-1,1 0 0,-1 1 0,1-1 0,-1 0 0,1 0 27,13-179-9309,-12 134 4183,1-46-6091</inkml:trace>
  <inkml:trace contextRef="#ctx0" brushRef="#br0" timeOffset="28261.474">3014 3887 8970,'0'0'2930,"0"0"1243,0 0-2261,0 0-1117,0 0 273,0 0 663,19-13-422,102-61-539,-119 73-773,-1 0-1,0 1 0,0-1 0,0 0 0,1 1 0,-1-1 0,0 1 0,0-1 1,1 1-1,-1-1 0,1 1 0,-1 0 0,0 0 0,1 0 0,-1 0 1,1 0-1,-1 0 0,0 0 0,1 0 0,-1 0 0,1 1 0,-1-1 0,0 0 1,1 1-1,-1 0 0,0-1 0,0 1 0,1 0 0,-1-1 0,0 1 1,0 0-1,0 0 0,0 0 0,0 0 0,0 0 0,0 0 0,0 0 1,0 0-1,-1 1 0,1-1 0,0 0 0,-1 0 0,1 1 0,-1-1 0,1 0 1,-1 1 3,-7 70-184,-3-44 207,-2 0 0,-1-1 1,-1 0-1,-1-1 0,-1 0 0,-2-2 1,0 0-1,-5 2-23,16-16 42,8-9-26,0 0 0,1 1 0,-1-1-1,0 0 1,0 0 0,1 0 0,-1 0 0,1 0 0,-1 0 0,1 0-1,-1 0 1,1-1 0,-1 1 0,1 0 0,0-1 0,-1 1 0,1-1-1,0 0 1,-1 0 0,1 0 0,0 1 0,0-2 0,-1 1 0,1 0 0,0 0-1,0 0 1,-1-1 0,1 1 0,0-1 0,-1 1 0,1-1 0,-1 0-1,1 0 1,-1 0 0,1 0 0,-1 0 0,1 0-16,344-103 753,-340 103 920,-1 0-6249,-3-9-11586,-4 2 14051</inkml:trace>
  <inkml:trace contextRef="#ctx0" brushRef="#br0" timeOffset="27510.95">2941 3169 8010,'0'0'1153,"0"0"3088,0 0-2036,0 0-1132,0 0-373,0 0-106,5-11-201,5-14-295,0 0 0,-2-2 1,-1 1-1,-2 0 0,0-1 0,-1 0 0,-2-9-98,-2-3 1226,0 27 181,0 29 26,-2 19-1208,1 0 0,1 0 0,2 0 0,2 0 0,1 0 0,2 0 0,1-1 0,2 0 0,1-1 0,2 0 0,1-1 0,2 0 0,1-1 0,14 17-225,-22-33-534,-8-14-5895,-1-2 339</inkml:trace>
  <inkml:trace contextRef="#ctx0" brushRef="#br0" timeOffset="27762.831">2962 3508 7058,'0'0'5817,"0"0"-3473,133-15-463,-68-6-265,0 3 40,-4-3 73,-7 2-969,-10 4-760,-5 3-432,-8 5-1641,-3 5-975,-10 2-3234,-6 0-1199,-10 0 6473</inkml:trace>
  <inkml:trace contextRef="#ctx0" brushRef="#br0" timeOffset="28572.292">3721 3102 11602,'0'0'5718,"0"0"-2706,0 0-1398,0 0-660,0 0-74,0 0 296,9 23-125,92 321 436,-82-261-496,-13-58-3475,-2-8-5927,-8-32 1071</inkml:trace>
  <inkml:trace contextRef="#ctx0" brushRef="#br0" timeOffset="28780.445">3577 3372 9186,'0'0'776,"0"0"4953,0 0-4152,0 0-289,0 0 456,0 0-143,0 0-585,144-2-784,-86-15-208,1-4-24,-3 0-776,4-6-2065,-13 6-4816,-12 4 823</inkml:trace>
  <inkml:trace contextRef="#ctx0" brushRef="#br0" timeOffset="29218.309">4271 3320 8322,'0'0'1576,"0"0"3811,0 0-2239,0 0-1125,0 0-204,0 0-641,4-13-483,27-150-247,-31 80-475,19 92 817,63 202 2360,-76-182-2893,2 0 1,2 0-1,0-1 0,2-1 1,1 0-1,14 23-257,13-17 668,-40-72-1656,-18-15-5483,6 30-1964</inkml:trace>
  <inkml:trace contextRef="#ctx0" brushRef="#br0" timeOffset="21226.58">2355 968 8354,'0'0'935,"0"0"2951,0 0-1503,0 0-1124,0 0-360,0 0-72,0 0-98,0 0-215,0 0-190,0 0-138,0 0 146,0 0 74,0 0 23,-24 5 1286,0 13-1482,0 0 0,2 2 0,0 0 0,1 2 0,1 0 0,2 2 0,0 0 0,1 0 0,-13 27-233,13-22 81,1 1 0,1 1 0,2 0 0,1 1 0,1 0 0,2 1 0,1 0 0,2 0 0,1 1 0,1 0 0,2 0 0,2 0 0,3 33-81,-2-54 73,1 0 0,1 0 0,0-1 0,0 1 0,1 0 0,1-1 0,0 0 0,0 0 0,2 0 0,-1-1 0,1 0 0,1 0 0,0-1 0,1 0 0,0 0 0,0-1 0,1 0-1,0-1 1,0 0 0,1-1 0,0 0 0,1 0 0,9 3-73,7 2 44,1-1-1,-1-1 1,2-2-1,-1-1 1,1-1-1,0-2 1,0-1 0,1-1-1,23-2-43,-44-1 5,-1-1 0,0 0 0,1 0 0,-1-1 0,0 0-1,0-1 1,0 0 0,-1 0 0,0-1 0,1 0 0,-1 0 0,-1-1 0,1 0 0,-1-1-1,0 1 1,-1-2 0,0 1 0,0 0 0,0-1 0,-1 0 0,0-1 0,0 1 0,-1-1-1,-1 1 1,1-1 0,-1-1 0,-1 1 0,0 0 0,0-1 0,0 1 0,-2-1 0,1 1-1,-1-1 1,0 1 0,-1-1 0,-2-8-5,4 13 0,0 0-1,-1 0 1,0 1-1,0-1 1,-1 0 0,1 1-1,-1-1 1,0 0-1,0 1 1,0-1 0,-1 1-1,0 0 1,1-1-1,-2 1 1,1 0 0,0 0-1,-1 0 1,0 0-1,0 1 1,0-1 0,0 1-1,-1 0 1,1-1-1,-1 2 1,0-1 0,1 0-1,-2 1 1,1 0-1,0-1 1,0 2 0,-1-1-1,1 0 1,-4 0 0,-3 0 0,1 0 0,-1 0 0,0 1 0,0 0 0,0 1 0,0 0 0,0 1 0,0 0 0,0 1 0,1 0 0,-1 0 0,1 1 0,-1 1 0,1 0 0,0 0 0,0 1 0,0 0 0,1 1 0,0 0 0,0 1 1,1-1-1,-1 2 0,1-1 0,1 1 0,0 0 0,0 1 0,0 0 0,1 0 0,0 0 0,1 1 0,0 0 0,1 0 0,0 0 0,0 0 0,1 1 0,1 0 0,0-1 0,0 1 0,1 0 0,5 53-2616,-3-62 2075,0 1-1,0-1 0,1 1 0,-1-1 1,0 1-1,1-1 0,0 0 1,-1 0-1,1 0 0,0 0 0,0 0 1,0 0-1,0-1 0,1 1 0,-1-1 1,0 1-1,1-1 0,-1 0 0,1 0 1,-1 0-1,1 0 0,0 0 1,-1-1-1,1 1 0,0-1 0,-1 0 1,1 0-1,0 0 0,0 0 0,-1 0 1,2 0 541,23 0-3048,-1 0 1016</inkml:trace>
  <inkml:trace contextRef="#ctx0" brushRef="#br0" timeOffset="21884.344">3672 951 6913,'0'0'757,"0"0"0,0 0 1388,0 0-145,0 0-514,0 0-527,6-9-101,25-38 1021,-30 47-1130,-1 0-125,0 0-101,0 0 78,-64 178 3048,-33 50-2513,10 5 0,4 20-1136,81-245-220,-15 31-83,-10-30-5768,13-9 552</inkml:trace>
  <inkml:trace contextRef="#ctx0" brushRef="#br0" timeOffset="22210.862">3225 995 6369,'0'0'2204,"0"0"2394,0 0-2103,0 0-1191,0 0-94,0 0 478,22 21 395,148 137 238,-104-95-1856,-4 4-1,-2 2 1,-3 2 0,18 34-465,62 44-149,-123-146-1879,-6-7-2675,-1-7-1681</inkml:trace>
  <inkml:trace contextRef="#ctx0" brushRef="#br0" timeOffset="23245.216">4087 153 1856,'0'0'4805,"0"0"-3434,0 0-722,0 0 1615,0 0-322,0 0-549,0-2 2611,32-148-1501,-32 150-2391,0 0 21,0 8 344,0 391 3842,18-337-4251,-7-55-4895,5-4-5081,-17-3 2345,-1-2 4549</inkml:trace>
  <inkml:trace contextRef="#ctx0" brushRef="#br0" timeOffset="23482.721">3966 524 7826,'0'0'456,"0"0"-336,0 0 2248,0 0-487,0 0-361,125-15-528,-85 5-32,2-1 49,-3 1-177,-4 0-288,-4 5-536,-8 3-8,-4 2-816,-5 0-1897,-7 0-2776,0 0 1224</inkml:trace>
  <inkml:trace contextRef="#ctx0" brushRef="#br0" timeOffset="24047.866">4173 700 7194,'0'0'874,"0"0"164,0 0 2097,0 0-1126,0 0-682,0 0-120,5 1 1643,31-1-1820,155-30 1351,-188 85-2612,-136 82 79,133-136 171,-1 0-1,0-1 1,1 1 0,-1 0-1,1 0 1,-1-1 0,1 1-1,0 0 1,-1 0-1,1 0 1,0 0 0,0 0-1,-1-1 1,1 1-1,0 0 1,0 0 0,0 0-1,0 0 1,0 0 0,0 0-1,0 0 1,0 0-1,1 0 1,-1-1 0,0 1-1,1 0 1,-1 0-1,0 0 1,1 0 0,-1-1-1,1 1 1,-1 0 0,1 0-1,-1-1 1,1 1-1,0 0 1,-1-1 0,1 1-1,0-1 1,0 1 0,-1-1-1,1 1 1,0-1-1,0 1 1,0-1 0,0 0-1,-1 1 1,1-1-1,0 0 1,0 0 0,0 0-1,0 0 1,0 0 0,0 0-1,0 0 1,0 0-1,0 0-18,62 4 594,-56-4-574,61-8 458,-33-8-3085,-9-6-3008,0-9-4335,-11 10 3323</inkml:trace>
  <inkml:trace contextRef="#ctx0" brushRef="#br0" timeOffset="24424.853">4734 202 7009,'0'0'1641,"0"0"2652,0 0-1642,0 0-1195,0 0-525,0 0-128,-2 2 105,0 9-548,0-1-1,1 0 1,0 0-1,0 1 0,1-1 1,0 1-1,1-1 1,0 0-1,1 1 1,0-1-1,1 0 0,0 0 1,2 4-360,6 32 926,34 151-39,-43-177-2757,-9-11-4782,-6-6-442</inkml:trace>
  <inkml:trace contextRef="#ctx0" brushRef="#br0" timeOffset="24771.436">4608 451 6057,'0'0'2098,"0"0"1365,0 0-1015,0 0-833,0 0-526,0 0-78,4-3 148,215-73 2762,-153 69-10914,10-4-3958,-59 5 9267</inkml:trace>
  <inkml:trace contextRef="#ctx0" brushRef="#br0" timeOffset="25288.132">5116 371 6969,'0'0'1533,"0"0"1680,0 0-1029,0 0-933,0 0-394,0 0 33,6-13 137,50-104 274,-49 101-803,-2 0 1,0-1-1,0 0 0,-2 0 0,0 0 0,-1 0 0,-1-1 0,0 1 0,-2-12-498,0 29 83,1 0 0,-1 0 1,1 0-1,0 0 0,-1 0 1,1 0-1,-1 0 0,1 0 1,-1 0-1,1 0 0,-1 0 1,1 0-1,-1 0 0,1 0 1,0 0-1,-1 0 0,1-1 1,-1 1-1,1 0 0,-1 0 1,1 0-1,0-1 0,-1 1 1,1 0-1,0-1 0,-1 1 1,1 0-1,0-1 0,-1 1 1,1 0-1,0-1 0,0 1 1,-1-1-1,1 1 0,0-1-83,45 228 1868,-14-109-1198,16 125 110,-47-241-2937,0 0-5765,0-2 5715,0-4-5951</inkml:trace>
  <inkml:trace contextRef="#ctx0" brushRef="#br0" timeOffset="26825.4">2152 2570 7242,'0'0'641,"0"0"-308,0 0 337,0 0 1752,0 0-593,0 0-604,-9-3 564,9 2 2127,235-19 184,-82 11-3742,670-102 619,-6-36 1,77-56-978,-830 188 39,221-43-11,-296 76-2597,-40 30-5539,27-33 816</inkml:trace>
  <inkml:trace contextRef="#ctx0" brushRef="#br0" timeOffset="68878.745">1317 2698 7034,'0'0'1290,"0"0"1052,0 0-356,0 0-27,0 0-86,0 0-344,-7 2-262,-17 6 300,17-6 151,10-2-323,314-49 1941,-252 34-3093,-61 18-6753,-24 19 166,19-21 5081,-10 10-5350</inkml:trace>
  <inkml:trace contextRef="#ctx0" brushRef="#br0" timeOffset="69222.927">1400 2976 8682,'0'0'1041,"0"0"2871,0 0-1346,0 0-839,0 0 155,0 0 522,29-4-453,223-48 916,-218 41-3005,25-5 938,-18 11-8454,-41 5-119</inkml:trace>
  <inkml:trace contextRef="#ctx0" brushRef="#br0" timeOffset="73949.226">1680 6410 7314,'0'0'6594,"0"0"-3392,0 0-1108,0 0-155,0 0-413,0 0-421,0 0-266,9 0 380,387-56 1487,-432 81-14143,4-10 641</inkml:trace>
  <inkml:trace contextRef="#ctx0" brushRef="#br0" timeOffset="74245.227">1682 6676 6769,'0'0'1978,"0"0"2438,0 0-1576,0 0-1193,0 0-381,0 0 213,19-2 201,326-62 1750,-292 61-3968,7 0-9228,-43-4 4431</inkml:trace>
  <inkml:trace contextRef="#ctx0" brushRef="#br0" timeOffset="77489.915">3537 5562 6969,'0'0'1587,"0"0"1478,0 0-1441,0 0-418,0 0 77,0 0-115,-8 9 6187,1-4-7750,-17 12 513,1 1-1,1 2 0,0 0 0,2 1 1,0 1-1,1 1 0,2 1 0,0 0 1,1 1-1,2 1 0,-5 12-117,11-23 99,-1 0 1,2 0-1,0 1 1,1 0-1,0 1 0,2-1 1,0 1-1,0 0 0,2 0 1,0 0-1,1 0 1,1 1-1,0-1 0,1 0 1,1 0-1,1 0 1,0 0-1,2 0 0,-1-1 1,2 1-1,0-1 0,1 0 1,8 12-100,1-14 35,0-1 0,0 0 1,2-1-1,-1-1 0,1-1 1,1-1-1,0 0 0,0-1 1,1-1-1,0-1 0,0-1 1,0 0-1,1-2 0,-1 0 0,1-2 1,0 0-1,0-1 0,-1-1 1,17-3-36,-30 4-5,-1 1 1,1-1 0,0 0 0,-1 0 0,1-1 0,-1 0-1,1 0 1,-1-1 0,1 0 0,-1 0 0,0 0-1,0-1 1,0 0 0,0 0 0,0 0 0,-1-1-1,0 0 1,1 0 0,-1 0 0,-1-1 0,1 0 0,-1 1-1,1-2 1,-2 1 0,1 0 0,0-1 0,-1 0-1,0 0 1,-1 0 0,1 0 0,-1 0 0,0 0-1,0-1 1,-1 1 0,0-1 0,0 1 0,-1-1 0,0 0-1,0 1 1,0-1 0,-1 1 0,0-1 0,-1-4 4,-3 2 9,1 1 1,-2 0 0,1 0 0,-1 1 0,0-1 0,0 1 0,-1 1-1,0-1 1,0 1 0,-1 1 0,0-1 0,0 1 0,0 0 0,0 1-1,-1 0 1,0 0 0,0 1 0,0 0 0,0 1 0,0 0 0,-1 0-1,1 1 1,-1 0 0,1 1 0,0 0 0,-1 0 0,1 1 0,-1 1-1,1-1 1,0 1 0,-1 1 0,1 0 0,0 0 0,1 1-1,-1 0 1,-7 4-10,11-3-37,-1-1-1,0 1 1,1 0-1,0 1 1,0-1-1,1 1 1,-1 0-1,1 0 1,1 0-1,-1 1 1,1 0-1,0-1 1,0 1-1,1 0 1,0 0-1,0 1 1,1 0 37,1-5-349,0 1 0,0-1 1,0 1-1,0-1 0,1 0 0,-1 1 1,1-1-1,0 0 0,0 1 0,1-1 1,-1 0-1,0 0 0,1 0 0,0 0 1,0 0-1,0-1 0,0 1 1,0 0-1,1-1 0,-1 0 0,1 1 1,-1-1-1,1 0 0,2 1 349,32 16-9570</inkml:trace>
  <inkml:trace contextRef="#ctx0" brushRef="#br0" timeOffset="79070.528">4091 5656 7826,'0'0'1005,"0"0"2641,0 0-717,0 0-649,0 0-529,0 0 65,-6-10-364,-21-34-443,21 34-234,18 21-137,591 562 3200,-437-444-3838,-197-188-15901,16 22 4829</inkml:trace>
  <inkml:trace contextRef="#ctx0" brushRef="#br0" timeOffset="79414.308">4694 5608 10546,'0'0'3061,"0"0"-635,0 0-1247,0 0-591,-21 6 91,-67 19 417,82-22-899,0 0-1,0 0 1,0 1 0,0 0-1,1 0 1,0 0 0,-1 0-1,1 1 1,1 0 0,-1 0-1,1 1 1,0-1 0,0 1-1,1 0 1,-1 0 0,1 0-1,0 2-196,-11 16 363,-26 40 310,1 2 1,4 1-1,3 1 1,3 2-1,3 1 1,-2 16-674,23-54-3,3-20-2075,2-31-2493,0-6-1744</inkml:trace>
  <inkml:trace contextRef="#ctx0" brushRef="#br0" timeOffset="83604.131">4815 4708 7090,'0'0'1715,"0"0"2559,0 0-1894,0 0-1039,0 0-216,0 0 23,38-11 1485,131-12-2038,-167 26-602,0-1 1,0 1-1,0-1 0,-1 1 1,1-1-1,-1 1 0,1 0 1,-1 0-1,0 0 1,0 0-1,0 0 0,-1 0 1,1 0-1,-1 0 0,1 0 1,-1 0-1,0 0 1,0 0-1,-1 0 0,1 1 1,-1-1-1,1 0 0,-1 0 1,0 0-1,0 0 1,0-1-1,0 1 0,-1 0 1,0 1 6,-65 63 216,146-102-72,-75 35-159,1 0 1,-1 1-1,0-1 1,1 1-1,-1-1 0,0 1 1,1 0-1,-1 1 1,0-1-1,0 1 1,0 0-1,0 0 1,0 0-1,0 1 1,-1-1-1,1 1 0,-1 0 1,0 0-1,1 0 1,-1 0-1,-1 1 1,1-1-1,0 1 1,-1 0-1,0-1 0,0 1 1,0 0-1,0 0 1,-1 1-1,0-1 1,1 0-1,-1 0 1,-1 1-1,1 0 15,0-3 13,-1 0 0,1 0 1,-1 0-1,0 1 0,1-1 0,-1 0 0,0 1 0,0-1 1,0 0-1,-1 0 0,1 1 0,-1-1 0,1 0 1,-1 0-1,0 1 0,1-1 0,-1 0 0,0 0 0,-1 0 1,1 0-1,0 0 0,0 0 0,-1-1 0,1 1 1,-1 0-1,0-1 0,0 1 0,1-1 0,-1 0 0,0 1 1,0-1-1,0 0 0,0 0 0,0 0 0,0 0 1,-1-1-1,1 1 0,0-1 0,0 1 0,-1-1 0,1 0 1,-1 1-14,-105 8-4266,103-9 3580,-9 0-4551</inkml:trace>
  <inkml:trace contextRef="#ctx0" brushRef="#br0" timeOffset="83900.938">4862 5047 6889,'0'0'1850,"0"0"2424,0 0-1562,0 0-928,0 0-304,0 0-117,9 0-194,378-52 2199,-346 45-3902,53-6 1063,-63 12-3549,-1 3-3346,-26 0-1186</inkml:trace>
  <inkml:trace contextRef="#ctx0" brushRef="#br0" timeOffset="84401.987">5011 5204 8730,'0'0'1534,"0"0"2324,0 0-1455,0 0-965,0 0-73,0 0 258,6 0-196,259-35 1046,-261 78-2751,-10-30 281,1 0 1,-2-1-1,1 1 0,-2-2 0,0 1 1,0-1-1,-1 0 0,0 0 0,-1-1 1,0-1-1,-12 9-3,-41 48 11,118-51 52,229-46 737,-285 30-7219,-13 1-322</inkml:trace>
  <inkml:trace contextRef="#ctx0" brushRef="#br0" timeOffset="85703.152">3384 6674 6569,'0'0'1079,"0"0"-680,0 0 45,0 0 1266,0 0-94,0 0-548,-5 5-107,-12 16 236,35-18 7724,80-11-8787,552-103 1579,411-8-1713,-811 105 65,-101 8-35,-1-7-1,69-17-29,-70-10 1716,-120 35-2229,-28 4-1180,-17-2 166,8 0-3978,3-2-3058</inkml:trace>
  <inkml:trace contextRef="#ctx0" brushRef="#br0" timeOffset="86912.529">4401 6965 8002,'0'0'948,"0"0"2467,0 0-871,0 0-901,0 0-379,0 0-116,-5 0 150,-7-3 1296,41-6-383,1 1-2317,60-11 102,-78 81-233,-14-53 231,0 0 0,-1-1 0,-1 1 0,1-1 0,-1 0 0,-1 0 0,1 0 0,-1 0 0,-1-1 0,0 0 0,0 0 0,0 0 0,0-1 0,-1 0-1,0-1 1,-1 1 0,1-1 0,-1 0 0,0-1 0,0 0 0,0 0 0,-1-1 0,-3 1 6,59-12-224,-33 2 199,1 1 0,-1 1 0,1 0 0,0 1 0,0 1 0,0 0 0,0 1-1,1 1 1,-1 0 0,0 1 0,5 1 25,-17-1-6,0 0 0,1 0-1,-1 0 1,0 0 0,1 1 0,-1-1-1,0 1 1,0 0 0,0 0 0,0 0-1,-1 0 1,1 0 0,0 1 0,-1-1-1,0 1 1,1-1 0,-1 1 0,0 0-1,-1 0 1,1 0 0,0 0 0,-1 1-1,0-1 1,1 0 0,-1 1 0,-1-1-1,1 0 1,0 1 0,-1-1 0,0 1-1,0-1 1,0 1 0,0-1 0,0 1-1,-1-1 1,1 1 0,-1-1 0,0 1-1,0-1 1,-1 0 0,1 0 0,0 0-1,-1 1 1,0-1 0,0 0 0,0-1-1,0 1 1,-1 0 6,-16 7-152,1-2 1,-2-1-1,1 0 1,-1-1-1,0-2 0,0 0 1,-1-1-1,1 0 0,-1-2 1,-7-1 151,27-1-4046,1-4-2603</inkml:trace>
  <inkml:trace contextRef="#ctx0" brushRef="#br0" timeOffset="87179.403">4313 7493 8690,'0'0'544,"0"0"6249,0 0-4792,0 0-641,0 0 377,0 0-169,0 0-496,135 13-416,-56-13-368,5-3-240,-3-5 88,-9 0-136,-16 3-248,-19 3-2704,-18 2-2386,-17 0-2903</inkml:trace>
  <inkml:trace contextRef="#ctx0" brushRef="#br0" timeOffset="87805.973">4485 7698 616,'0'0'5669,"0"0"-2979,0 0 2177,0 0-2044,0 0-1163,0 0-215,0-4-72,4-1-1311,1 1 0,-1 0 0,1 0 0,-1 0 0,1 0-1,0 1 1,1 0 0,-1 0 0,0 0 0,1 1 0,0 0 0,-1 0-1,1 0 1,0 1 0,0 0 0,0 0 0,0 0 0,0 1 0,0 0 0,0 0-1,1 0 1,-1 1 0,0 0 0,0 0 0,0 1-62,7-2 19,-11 0-21,-1 0 1,1 0 0,-1 0-1,1 0 1,-1 0 0,1 1-1,-1-1 1,1 0-1,-1 1 1,0-1 0,1 1-1,-1 0 1,1-1 0,-1 1-1,0 0 1,0 0 0,1 0-1,-1 0 1,0 0-1,0 0 1,0 0 0,0 0-1,0 1 1,0-1 0,0 0-1,-1 0 1,1 1-1,0-1 1,-1 1 0,1-1-1,-1 1 1,0-1 0,1 1-1,-1-1 1,0 1-1,0-1 1,0 1 0,0-1-1,0 1 1,0-1 0,0 1-1,0-1 1,-1 1-1,1-1 1,-1 1 0,1-1-1,-1 1 1,1-1 0,-1 0-1,0 1 2,-39 69-57,-137 84 1655,176-155-1593,0 1-1,1-1 1,-1 0-1,0 1 1,0-1-1,1 0 1,-1 1-1,0-1 1,0 1-1,1-1 1,-1 1-1,0 0 1,1-1-1,-1 1 1,1 0-1,-1-1 1,1 1-1,-1 0 1,1 0-1,0-1 1,-1 1-1,1 0 1,0 0-1,0 0 1,-1-1-1,1 1 1,0 0-1,0 0 0,0 0 1,0 0-1,0 0 1,0-1-1,0 1 1,0 0-1,0 0 1,1 0-1,-1 0 1,0-1-1,1 1 1,-1 0-1,0 0 1,1-1-1,-1 1 1,1 0-1,-1 0 1,1-1-1,-1 1 1,1-1-1,0 1 1,-1 0-1,1-1 1,0 1-1,-1-1 1,1 1-1,0-1 1,0 0-1,-1 1 1,1-1-1,0 0 1,0 0-1,0 1 1,-1-1-1,1 0 1,0 0-1,0 0 1,0 0-1,0 0 1,0 0-1,-1 0 1,2 0-5,76 2 127,-65-3-82,32-3 178,-1-2 1,0-1 0,0-3-1,-1-2 1,0-1-1,31-16-223,-41 17 34,-92 19-118,5 6-514,53-28-5774,7-1-1399</inkml:trace>
  <inkml:trace contextRef="#ctx0" brushRef="#br1" timeOffset="106861.639">4124 7688 4673,'0'0'1816,"0"0"-867,0 0-540,0 0-325,0 0-32,0 0 8,-3 5 37,0-2 111,-10 22 2140,22-25 11373,-8 0-10776,-13 0-4065,-274 17 1206,285-17-86,-27 1 9,-1-1 1,0-1-1,1-2 0,-1 0 0,1-2 0,0-2 0,-21-7-9,3-5 34,1-2 1,1-1-1,1-3 0,1-2 0,-8-7-34,33 16 59,0 0 0,2 0-1,0-2 1,1 0 0,1 0 0,1-2 0,0 1 0,2-1-1,-7-20-58,10 24 12,-103-292 394,102 281-432,0-1 0,3 0 0,0 0 0,2 0-1,1 0 1,1-1 0,2 1 0,2-19 26,-2 44-2,0-15 4,1 1 0,1-1 0,1 1 0,0 0-1,2 0 1,0 0 0,1 1 0,1 0 0,1 1 0,0-1-1,1 2 1,1-1 0,10-11-2,-18 22-1064,-13 5-6890,1 1 4231,-2-1-2737</inkml:trace>
  <inkml:trace contextRef="#ctx0" brushRef="#br1" timeOffset="107390.649">2907 6377 6889,'0'0'1014,"0"0"610,0 0 880,0 0-472,0 0-457,0 0-452,-9 0-312,-2 1-506,-23 0 2510,86 17-258,-32-16-2363,0 0 0,0-2-1,1 0 1,-1-1 0,0-1 0,0-1 0,0-1 0,0-1-1,-1 0 1,0-2 0,0 0 0,4-3-194,-21 9-3,-1 0 0,0 0 1,1 1-1,-1-1 0,0 0 1,1 1-1,-1 0 0,1-1 1,-1 1-1,1 0 0,-1-1 0,1 1 1,-1 0-1,1 0 0,-1 0 1,1 1-1,-1-1 0,1 0 1,-1 0-1,0 1 0,1-1 1,-1 1-1,1 0 0,-1-1 0,0 1 1,1 0-1,-1-1 0,0 1 1,0 0-1,0 0 0,0 0 1,0 0-1,0 1 0,0-1 1,0 0-1,0 0 0,0 0 0,0 1 1,-1-1-1,1 0 0,-1 1 1,1-1-1,-1 1 0,1-1 1,-1 1-1,0-1 0,0 1 1,0-1-1,1 1 0,-2-1 0,1 1 1,0-1-1,0 1 0,0-1 1,-1 0-1,1 1 0,-1-1 1,1 1-1,-1-1 0,1 0 1,-1 1-1,0-1 0,0 1 3,1 14 142,0 112 813,2-126-1177,0 0-1,1 0 1,-1-1 0,1 1 0,-1 0 0,1-1 0,0 1 0,0-1 0,0 0 0,0 0-1,0 0 1,0 0 0,0-1 0,0 1 0,0-1 0,0 0 0,0 0 0,0 0-1,0 0 1,0 0 0,0-1 0,0 1 0,0-1 0,0 0 0,3-1 222,-6 2-46,32-7-6174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28:08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59 7114,'0'0'1660,"0"0"2019,0 0-1433,0 0-912,0 0-325,0 0 33,-8 0-93,-21 0-51,25-3 2284,20-7-2519,5 3-337,-2-1-263,1 1-1,1 1 1,-1 1-1,1 0 1,0 2-1,0 0 1,0 2 0,8 0-63,-21 64-102,-12-53 115,0 0-1,-1-1 1,-1 0-1,0 0 1,0 0-1,0 0 1,-1-1 0,-1 0-1,1-1 1,-1 0-1,0 0 1,-6 3-13,-8 9 12,76-20-143,56-12-13,-108 15 135,-1 0 0,0 0 0,0 0 0,0 0-1,0 0 1,0 0 0,0 0 0,0 0 0,0 1 0,-1-1 0,1 0-1,-1 0 1,0 1 0,0-1 0,0 0 0,0 1 0,0-1 0,0 0-1,-1 0 1,1 1 0,-1-1 0,1 0 0,-1 0 0,0 0 0,0 1-1,0-1 1,0 0 0,0 0 0,0-1 0,-1 1 0,1 0 0,-1 0-1,1-1 1,-1 1 0,-1 1 9,-169 119 31,151-102-5218,16-12-867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28:08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6857,'0'0'1918,"0"0"2483,0 0-1784,0 0-1033,0 0 190,0 0 532,22 2-483,401 5 2001,-338-7-5644,-78 4-7178,-7 2 26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28:18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8002,'0'0'7843,"0"0"-4659,0 0-1130,0 0-496,0 0-307,0 0 6,7 3-132,13 4-877,0-2 1,0-1 0,0 0 0,0-2-1,0 0 1,1-1 0,-1-1 0,1-1-1,7-2-248,34 2 311,325 1 519,-336-15-8165,-30 5 772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28:19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6 137 6905,'0'0'3813,"0"0"-1267,0 0-467,0 0-573,0 0-224,0 0-45,-1-12 374,0 4-1300,0 5-244,0 0 0,0 1 0,1-1 0,-1 0 0,1 0 0,0 0 0,0 0 0,0 0 0,0 1 0,1-1 0,-1 0 0,1 0 0,0 0 0,-1 1 0,1-1 0,0 0 0,1 1 0,-1-1 0,0 1 0,1-1 0,0 1 0,-1 0 0,1-1 0,0 1 0,0 0 0,1-1-67,10-4 83,-1 1 1,1 0-1,0 1 1,1 0-1,-1 1 1,1 1-1,0 0 1,-1 0-1,2 2 1,-1 0 0,0 0-1,0 1 1,0 1-1,1 1-83,-10-2 5,0 1 0,0 1 0,0-1 0,0 1 1,0 0-1,0 0 0,-1 0 0,1 1 0,-1-1 0,1 1 0,-1 0 0,0 1 0,0-1 0,-1 1 0,1-1 0,-1 1 0,0 0 0,0 1 1,0-1-1,0 0 0,-1 1 0,1-1 0,-1 1 0,0 0 0,-1 0 0,1 0 0,-1 4-5,15 141-3,-18-124 5,-1 0 0,0 1 0,-2-2 0,-1 1 0,-1-1 0,-2 0 0,0 0 0,-1-1 0,-2 0 0,0-1 0,-2 0 0,0-1 0,-2-1 0,0 0 0,-1-1 0,-1-1 0,-1-1 0,-5 3-2,23-18-2,-1-1 0,0 0 0,0 1 1,0-1-1,0 0 0,0 0 1,0 0-1,0 0 0,-1 0 0,1-1 1,-1 1-1,1-1 0,-1 1 0,0-1 1,1 0-1,-1 0 0,0 0 1,0-1-1,0 1 0,0-1 0,0 1 1,0-1-1,0 0 0,0 0 1,1 0-1,-1-1 0,0 1 0,0-1 1,0 1-1,0-1 0,0 0 1,0 0-1,1 0 0,-1-1 0,1 1 1,-1-1-1,1 1 0,-1-1 1,1 0-1,0 0 0,0 0 0,-1 0 1,2 0-1,-1-1 0,0 1 0,0-1 1,1 1-1,-1-1 0,1 1 1,0-1-1,0 0 0,0 0 0,0 1 1,0-1-1,1 0 0,-1 0 1,1 0-1,0 0 0,0 0 2,-1 0 1,1 0 0,0 1 0,0-1 0,0 0 0,0 0 0,0 1 0,0-1-1,1 0 1,-1 1 0,1-1 0,0 0 0,0 1 0,0-1 0,0 1 0,0-1 0,1 1 0,-1-1 0,1 1-1,-1 0 1,1 0 0,0 0 0,0 0 0,0 0 0,0 0 0,0 0 0,1 1 0,-1-1 0,0 1 0,1 0-1,-1 0 1,1 0 0,-1 0 0,1 0 0,0 0 0,-1 0 0,1 1 0,0 0 0,0-1 0,-1 1 0,1 0 0,0 0-1,0 1 1,-1-1 0,2 1-1,459 13 856,-411-7-1284,-19 4-6093,-19-4-1229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28:22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45 212 7282,'0'0'1513,"0"0"2047,0 0-1304,0 0-896,0 0-167,0 0 206,-11-2 444,4 1-1391,-19-5 692,41 2 263,745-69 1346,-699 66-2574,531-60 2293,355 15-2472,-803 52-647,-234 0-11,30 0-2870,54 0 2790,-30 0-6589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28:23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0 6409,'0'0'9418,"0"0"-5621,0 0-1764,0 0-690,0 0-75,0 0 19,19 3-304,150 9 392,-114-12-1012,7 0-3351,-82 1 2912,1 1-1,0 1 1,-1 0-1,2 2 1,-1 0-1,0 1 1,1 1-1,0 0 1,1 2-1,0 0 1,0 1-1,1 0 1,0 2-1,0 0 1,2 0-1,0 1 1,0 1-1,1 1 1,1 0-1,0 0 1,1 1-1,-6 13 77,2 63 56,85-80 169,93-90 342,-158 76-568,1 1 1,0-1-1,-1 1 0,1-1 0,0 2 1,-1-1-1,1 1 0,0 0 1,0 0-1,0 0 0,-1 1 0,1 0 1,0 0-1,0 0 0,-1 1 0,1 0 1,-1 0-1,0 0 0,1 1 0,-1 0 1,0 0-1,-1 0 0,1 0 0,0 1 1,-1 0-1,0 0 0,0 0 0,0 1 1,0-1-1,-1 1 0,0 0 0,0 0 1,0 0-1,2 5 1,0-1-7,0-1 0,0 1 0,-1-1 0,-1 1 0,1 1 0,-1-1 0,-1 0-1,1 1 1,-2-1 0,1 1 0,-1 0 0,-1-1 0,0 1 0,0 0 0,-1 0 0,0-1 0,-1 1 0,0-1 0,-1 1 0,1-1 0,-2 0 0,1 0 0,-1 0 0,-1 0 0,0-1 0,0 1 0,0-1 0,-1-1-1,-1 1 1,1-1 0,-1 0 0,0 0 0,-1-1 0,1 0 0,-9 5 7,-22 6 330,-1-1 1,-1-2-1,0-2 0,-1-1 1,0-2-1,-1-2 0,0-2 1,0-1-1,-18-3-330,59-1-47,1 0 0,-1 0 1,1 0-1,-1 0 0,1 0 1,-1 0-1,1 0 0,-1 0 1,1 0-1,-1 0 0,1-1 0,-1 1 1,1 0-1,-1 0 0,1-1 1,0 1-1,-1 0 0,1-1 1,-1 1-1,1 0 0,0-1 0,-1 1 1,1 0-1,0-1 0,-1 1 1,1-1-1,0 1 0,0-1 1,0 1-1,-1-1 0,1 1 1,0-1-1,0 1 0,0-1 0,0 1 1,0-1-1,0 1 0,0-1 1,0 1-1,0-1 0,0 1 1,0-1-1,0 1 0,0-1 0,0 1 1,1-1-1,-1 1 0,0-1 1,0 1-1,0 0 0,1-1 1,-1 1-1,0-1 0,1 1 1,-1 0-1,0-1 0,1 1 0,-1 0 1,0-1-1,1 1 0,-1 0 1,1-1-1,-1 1 0,1 0 1,-1 0-1,1 0 0,-1-1 0,1 1 1,-1 0 46,86-75-11495,-38 37 4763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28:24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457 1 11827,'0'0'8596,"0"0"-5042,0 0-2074,0 0-647,0 0-223,0 0-85,2 5-219,26 71-28,-28-76-381,-14-14-1180,2 9 1243,-1 1 0,0 1 0,-1 0 0,1 1 0,0 0 0,-1 1 1,1 0-1,-1 1 0,1 1 0,-1 0 0,1 1 0,-1 1 0,1 0 0,0 0 0,0 1 0,1 1 0,-13 6 40,12-6 44,-1 1 0,1 0 0,1 0 0,-1 1 0,1 1-1,0 0 1,1 1 0,0 1 0,0-1 0,1 1 0,0 1 0,1 0-1,0 1 1,1-1 0,0 1 0,1 1 0,0 0 0,1 0 0,1 0 0,0 1-1,0-1 1,2 1 0,0 0 0,0 0 0,1 1 0,1-1 0,0 1-1,2 11-43,8-11 87,0-1 0,1 0 0,1-1-1,0 0 1,1-1 0,0 0 0,1-1-1,0 0 1,1-1 0,0-1 0,0 0-1,1-1 1,0 0 0,1-1 0,0-1-1,0-1 1,0 0 0,1-1 0,-1 0-1,1-2 1,5 0-87,63 11 534,1-3 0,1-5 0,-1-3 0,26-5-534,-94 3 61,120-25 321,-137 24-441,-1 0-1,1 0 0,-1 0 0,1 0 0,-1 0 0,1 0 0,-1 0 0,0 0 0,1 0 0,-1 0 1,0-1-1,0 1 0,0 0 0,0 0 0,0 0 0,0 0 0,0 0 0,-1-1 0,1 1 0,0 0 1,-1 0-1,1 0 0,0 0 0,-1 0 0,1 0 0,-1 0 0,0 0 0,1 0 0,-1 0 1,0 0-1,1 1 0,-1-1 0,0 0 0,0 0 0,0 1 0,0-1 0,0 0 0,0 1 0,0-1 1,0 1-1,0-1 0,0 1 0,0 0 0,0-1 0,0 1 0,-1 0 0,1 0 0,0 0 0,0 0 1,0 0-1,0 0 0,0 0 0,-1 0 0,1 0 0,0 0 0,0 1 0,-1-1 60,-35-10-5029,0 3-4426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28:23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49 8530,'0'0'2528,"0"0"-449,0 0-110,0 0-413,3-12-74,-1 7-1164,7-27 509,6 42 1323,46 336 4802,-16-61-5790,-44-281-1224,0 5-54,1-1 0,-1 1 0,2-1 0,-1 0-1,1 0 1,0 0 0,1 0 0,0 0 0,0-1 0,1 0 0,-1 0 0,2 0 0,-1 0 0,3 1 116,-6-7-3587,-2-1-3840</inkml:trace>
  <inkml:trace contextRef="#ctx0" brushRef="#br0" timeOffset="250.17">0 509 9482,'0'0'2649,"0"0"3128,0 0-2641,0 0-1071,123-31-705,-53 23-328,9-3-247,8 1-545,6-3-240,21-16-192,-21 4-2041,-19-3-8233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28:19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484 586 7330,'0'0'5747,"0"0"-2866,0 0-1227,0 0-723,0 0 53,-16 21 676,-104 163 1302,-197 418-784,304-586-3032,0-17-5383,8-4-588</inkml:trace>
  <inkml:trace contextRef="#ctx0" brushRef="#br0" timeOffset="282.319">12 712 10306,'0'0'2491,"0"0"771,0 0-1527,0 0-286,21 17 737,140 128 1214,175 188-969,-315-309-2518,10 6-947,-5-22-6285,-15-8 526</inkml:trace>
  <inkml:trace contextRef="#ctx0" brushRef="#br0" timeOffset="1107.448">922 46 7866,'0'0'1065,"0"0"2608,0 0-1102,0 0-930,0 0-353,0 0-56,2-4-1,5-1-980,1 0 1,1 0-1,-1 1 0,1 0 0,-1 0 0,1 1 1,0 0-1,1 1 0,-1 0 0,0 0 1,1 1-1,-1 1 0,0-1 0,1 1 1,-1 1-1,4 0-251,6-2 289,7-1-161,-41 2-445,-42 3-113,46-2 408,0 1 0,0 0 0,0 0 0,1 1 0,-1 0 0,1 1 0,-1 0 0,1 1 0,0 0-1,1 1 1,-1 0 0,1 0 0,0 1 0,1 0 0,0 0 0,0 1 0,0 0 0,1 1 0,0 0 0,1 0 0,0 0 0,0 1-1,1 0 1,0 0 0,1 0 0,0 1 0,1-1 0,0 1 0,-1 7 22,5-15 1,-1 0-1,1 0 1,0 0 0,0 0 0,0-1-1,1 1 1,-1 0 0,0 0-1,1-1 1,0 1 0,0-1 0,0 0-1,0 1 1,0-1 0,0 0-1,0 0 1,1 0 0,-1-1-1,1 1 1,-1 0 0,1-1 0,0 0-1,0 1 1,-1-1 0,1 0-1,0-1 1,0 1 0,0 0 0,0-1-1,0 0 1,0 0 0,2 0-1,104 2 194,-12-44-158,-89 43-50,-1 0-1,1 1 1,-1-1 0,0 1-1,1 1 1,-1-1-1,0 1 1,0 1-1,0-1 1,-1 1-1,1 0 1,-1 1-1,0-1 1,0 1-1,-1 0 1,1 1-1,-1-1 1,-1 1 0,1 0-1,-1 1 1,0-1-1,0 1 1,0 0-1,-1-1 1,0 2-1,-1-1 1,1 0-1,-1 0 1,-1 1-1,0-1 1,0 1-1,0 0 1,-1 1 14,-3-5-1,0 1 0,0 0 0,-1-1 0,0 0 0,0 1 0,0-2 0,0 1 0,-1 0 0,1-1-1,-1 0 1,0 0 0,0 0 0,0-1 0,0 1 0,-1-1 0,1 0 0,0-1 0,-1 0 0,0 1 0,1-2 0,-1 1 0,0-1 0,1 0 0,-1 0 0,0 0 0,0-1 1,-9 3-1,-52 7-5078,37-5 343,15-2-4629</inkml:trace>
  <inkml:trace contextRef="#ctx0" brushRef="#br0" timeOffset="1376.979">855 639 6529,'0'0'10067,"0"0"-7651,0 0-295,0 0-617,0 0 16,0 0-352,132-15-503,-74 7-177,1 1-272,-1 1-120,-5 0-96,-6 4-680,-10 0-2137,-2 2-3880,-12 0-3874,-9 0 9491</inkml:trace>
  <inkml:trace contextRef="#ctx0" brushRef="#br0" timeOffset="1825.979">1027 764 6665,'0'0'1806,"0"0"1931,0 0-1426,0 0-829,0 0-289,0 0 112,6 1 28,203-21 2272,-207 70-3798,-149 115 185,48-50 17,150-105 776,307-129 1063,-295 109-1965,-36 9-3358,-22 18-14199,-5-7 13966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27:57.074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252 278 3881,'0'0'4053,"0"0"125,0 0-1788,-24 3-855,-25 0-984,-43 4 682,27 0 2440,239-49-146,64-10-2829,-235 51-697,-1 1-1,1-1 1,-1 1 0,1 0 0,-1 0 0,1 0 0,-1 0-1,1 0 1,-1 1 0,1-1 0,-1 1 0,1-1-1,-1 1 1,0 0 0,1 0 0,-1 0 0,0 0 0,0 1-1,1-1 1,-1 1 0,0-1 0,0 1 0,-1 0-1,1-1 1,0 1 0,-1 0 0,1 0 0,-1 0 0,1 1-1,-1-1 1,0 0 0,0 0 0,0 1 0,0-1-1,0 1 1,-1-1 0,1 1 0,-1-1 0,1 1-1,-1-1 1,0 1 0,0-1 0,0 1 0,-1-1 0,1 1-1,-1-1 1,1 1 0,-1-1 0,0 3-1,-3 15 44,0-1 0,-1 1 1,-1-1-1,-1 0 0,-1 0 1,0-1-1,-1 0 0,-1-1 1,-1 0-1,-1 0 0,0-1 1,-1-1-1,0 0 0,-1-1 1,-1 0-1,-1-1 0,0-1 1,0 0-1,-1-1 0,0-1 1,-12 5-45,-2-6 357,28-28-90,10 10-263,0-1-1,1 1 1,0 1 0,0-1-1,1 1 1,0 1 0,1 0-1,-1 0 1,1 1 0,1 0-1,-1 0 1,1 1 0,0 1-1,0 0 1,0 0 0,1 1 0,0 1-4,-3-1-29,0 0 0,0 1 1,0 0-1,1 0 1,-1 1-1,0 1 0,1 0 1,-1 0-1,1 0 1,-1 1-1,0 1 0,0 0 1,1 0-1,-1 0 1,-1 2-1,1-1 0,0 1 1,-1 0-1,0 0 1,1 1-1,-2 0 0,1 1 1,-1 0-1,0 0 1,7 7 28,-5-3-1,0 0 1,0 1 0,-1 0-1,-1 1 1,0-1 0,0 2-1,-1-1 1,-1 0 0,0 1-1,0 0 1,-1 0-1,-1 1 1,-1-1 0,0 1-1,0-1 1,-1 1 0,-1 0-1,0 0 1,-3 12 0,-3-18 86,-1 1 0,0-1 0,-1 0 0,0-1 0,0 0 1,-1 0-1,1 0 0,-1-1 0,-1-1 0,1 0 0,-1 0 0,0 0 0,0-2 0,-1 1 0,1-1 0,-1-1 0,0 0 0,1 0 1,-1-1-1,0 0 0,0-1 0,-10-1-86,-26 5 222,-1-2 0,1-2 0,-1-2 0,1-2 0,0-2 0,-16-6-222,59 11-318,-17-7-6,14-4-5011,7 8-1845</inkml:trace>
  <inkml:trace contextRef="#ctx0" brushRef="#br1" timeOffset="33013.207">559 58 6129,'0'0'1957,"0"0"1490,0 0-1550,0 0-616,0 0-202,0 0 41,5-10 78,16-32-6,-17 36 2711,-8 29-3332,-153 271 2679,-135 247-574,157-315-1329,135-225-1351,42-80-2815,3 37-3565,-40 38 4852,21-18-7414</inkml:trace>
  <inkml:trace contextRef="#ctx0" brushRef="#br1" timeOffset="33452.486">1009 800 7722,'0'0'8579,"0"0"-3916,0 0-2623,0 0-902,0 0 213,3 20 163,25 241 1456,1-137-2516,-14-134-2725,-12-22-3694,-2 2-3315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27:54.073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937 943 8802,'0'0'1193,"0"0"1999,0 0-1109,0 0-796,0 0-386,0 0-96,3-6 1779,19-33-2117,39-201 1610,-26 70-944,-35 170-1132,0 1 0,0-1 0,0 1-1,0 0 1,0-1 0,0 1 0,0-1 0,1 1 0,-1-1 0,0 1-1,0-1 1,0 1 0,1-1 0,-1 1 0,0-1 0,1 0 0,-1 1 0,1-1-1,-1 1 1,0-1 0,1 0 0,-1 1 0,1-1 0,-1 0 0,1 1 0,-1-1-1,1 0 1,-1 0 0,1 0 0,-1 0 0,1 1 0,-1-1 0,1 0 0,0 0-1,-1 0 1,1 0 0,-1 0 0,1 0 0,-1 0 0,1 0 0,-1-1-1,1 1 1,-1 0 0,1 0 0,0 0 0,-1 0 0,1-1 0,-1 1 0,0 0-1,1-1 1,-1 1 0,1 0-1,99 552 3729,-58-465-3776,-41-87-219,1 0-1,0 0 0,0-1 1,0 1-1,0 0 1,-1-1-1,1 1 0,0-1 1,-1 0-1,1 1 0,0-1 1,-1 0-1,1 0 1,-1 0-1,1 0 0,-1 0 1,1-1-1,-1 1 0,0 0 1,0-1-1,0 1 1,0-1-1,0 1 0,0-1 1,0 1-1,0-1 0,0 0 1,-1 1-1,1-1 1,-1 0-1,1 0 0,-1 0 1,0 1-1,0-2 267,1 2-561,9-28-7190</inkml:trace>
  <inkml:trace contextRef="#ctx0" brushRef="#br0" timeOffset="641.272">1491 627 9210,'0'0'2380,"0"0"1237,0 0-1799,0 0-830,0 0 127,0 0 249,-10-13 49,-31-39-532,40 51-859,1-1-1,-1 0 1,1 0-1,-1 0 1,1 1-1,-1-1 1,1 0 0,0 0-1,0 0 1,0 0-1,0 0 1,0 0-1,1 0 1,-1 0-1,1 1 1,-1-1 0,1 0-1,-1 0 1,1 0-1,0 1 1,0-1-1,0 0 1,0 1-1,0-1 1,0 1-1,1-1 1,-1 1 0,0-1-1,1 1 1,-1 0-1,1 0 1,-1 0-1,1 0 1,0 0-1,-1 0 1,1 0-1,0 1 1,0-1 0,0 0-1,-1 1 1,3-1-22,1-1 42,-1-1-26,0 0 0,0 0 0,1 1 0,-1 0 0,1 0 0,0 0 0,-1 0 0,1 1 0,0 0 0,0 0 0,0 0 0,0 0 0,0 1 0,0 0 0,0 0 0,0 0 0,0 1 0,0 0 0,0 0 0,-1 0 0,1 0 1,0 1-1,0 0 0,-1 0 0,1 0 0,-1 0 0,0 1 0,0 0 0,0 0 0,0 0 0,0 0 0,0 0 0,-1 1 0,0 0 0,1 0 0,-2 0 0,1 0 0,0 0 0,-1 1 0,0-1 0,0 1 0,1 2-16,6 19 17,-2 0 0,-1 1 0,-1 0 0,-1 0 1,-1 0-1,-2 1 0,-1-1 0,-1 1 0,-1-1 0,-3 13-17,2-20 9,-1 0 0,-1 0-1,0 0 1,-1-1 0,-2 0 0,0 0 0,0-1 0,-2 0 0,-1-1-1,0 0 1,-8 9-9,18-25-1,0 1 0,0-1 0,0 1 0,0-1 0,0 0-1,-1 1 1,1-1 0,-1 0 0,1 0 0,-1 0 0,1 0 0,-1 0 0,0 0-1,1 0 1,-1-1 0,0 1 0,0-1 0,0 1 0,1-1 0,-1 0 0,0 0-1,0 1 1,0-1 0,0-1 0,0 1 0,1 0 0,-1 0 0,0-1-1,0 1 1,0-1 0,1 1 0,-1-1 0,0 0 0,0 0 0,1 1 0,-1-1-1,1-1 1,-1 1 0,1 0 0,-1 0 0,1 0 0,0-1 0,0 1 0,-1-1-1,1 1 1,0-1 0,0 1 0,0-1 0,1 0 0,-1 1 0,0-1-1,1 0 1,-1 0 0,1 0 0,-1 1 0,1-1 0,0 0 0,0 0 0,0-1 1,3 0-2,-1 0 1,1 0 0,1 0-1,-1 1 1,0 0 0,0-1-1,1 1 1,-1 0 0,1 0-1,0 1 1,0-1 0,0 1-1,-1 0 1,1 0 0,0 0-1,0 1 1,1-1 0,-1 1-1,0 0 1,0 0 0,2 0 1,2-1-4,92-10-42,-57 8 25,0-2-1,0-1 1,-1-3 0,0-1 0,0-3-1,15-7 22,-110 20-15918,21 0 7935</inkml:trace>
  <inkml:trace contextRef="#ctx0" brushRef="#br0" timeOffset="1971.55">1228 1439 7154,'0'0'720,"0"0"85,0 0 1493,0 0-314,0 0-587,0 0-566,-17 7 564,14-3 1663,82 4-487,538-48-1210,-412 20-1165,1849-173 1547,-923 68-1297,-1030 119-1681,-160 25-5513,29-10-610</inkml:trace>
  <inkml:trace contextRef="#ctx0" brushRef="#br0" timeOffset="12969.268">3241 70 8682,'0'0'1494,"0"0"1418,0 0-1426,0 0-763,0 0-290,-8 15 30,-32 73 1230,4 1-1,4 2 1,4 1 0,3 4-1693,-110 313 2176,127-390-2733,-23 45 558,18-50-3112,-3-9-3305,9-5-615</inkml:trace>
  <inkml:trace contextRef="#ctx0" brushRef="#br0" timeOffset="13311.636">2776 173 2721,'0'0'7689,"0"0"-4251,0 0-1632,0 0-607,0 0-320,0 0-140,5 10 253,102 159 3998,92 79-2069,-184-228-2857,0-2 1,1 0-1,1 0 1,1-2-1,0 0 0,1-1 1,1-1-1,0-1 1,1-1-1,1-1 1,-1 0-1,2-2 0,22 7-64,-57-20-7581,-9-7-318</inkml:trace>
  <inkml:trace contextRef="#ctx0" brushRef="#br0" timeOffset="15184.423">3614 1 6313,'0'0'6334,"0"0"-2866,0 0-1587,0 0-772,0 0 92,0 0 398,11 4 944,205-1-761,-214-2-1786,0-1 0,0 1 0,0 0 1,0-1-1,0 1 0,0 0 0,-1 0 1,1 0-1,0 1 0,-1-1 0,1 0 1,-1 1-1,1-1 0,-1 1 0,1-1 1,-1 1-1,0 0 0,0-1 0,0 1 1,0 0-1,0 0 0,0 0 0,-1 0 1,1 0-1,0 0 0,-1 0 1,0 0-1,1 0 0,-1 0 0,0 0 1,0 0-1,0 0 0,0 0 0,-1 0 1,1 0-1,-1 0 0,1 0 0,-1 0 1,0 1 3,-31 76-134,-131 79 198,217-151 100,306-18 528,-389 11-5277,-7-1-4038,16 1-3223</inkml:trace>
  <inkml:trace contextRef="#ctx0" brushRef="#br1" timeOffset="35262.827">1935 238 6977,'0'0'6822,"0"0"-3652,0 0-1824,0 0-758,0 0-270,-22 11 469,17-8-717,-16 7 277,0 1-1,1 1 1,1 2-1,0-1 1,0 2-1,2 1 1,0 0-1,-7 9-346,-160 211 2075,11 8 0,-111 212-2075,247-395 21,-3-2 0,-3-2 0,-2-2 0,-10 7-21,55-63-51,1 0-1,0 0 0,-1 0 0,0-1 0,1 1 1,-1 0-1,0 0 0,0 0 0,1-1 0,-1 1 1,0 0-1,0 0 0,0 0 0,-1-1 0,1 1 1,0 0-1,0 0 0,-1 0 0,1-1 1,0 1-1,-1 0 0,1 0 0,-1 0 0,0 0 1,1 0-1,-1 0 0,0 0 0,0 0 0,1 0 1,-1 0-1,0 0 0,0 1 0,0-1 0,0 0 1,0 1-1,0-1 0,0 0 0,-1 1 0,1-1 1,0 1-1,0 0 0,0-1 0,0 1 0,-1 0 1,1 0-1,0 0 0,0 0 0,0 0 0,-1 0 1,1 0-1,0 0 0,0 0 0,-1 1 0,1-1 1,0 0-1,0 1 52,27-28-5073,5 3-3220</inkml:trace>
  <inkml:trace contextRef="#ctx0" brushRef="#br1" timeOffset="37330.129">12 474 6249,'0'0'6242,"0"0"-1989,0 0-2153,0 0-658,0 0 214,0 0-85,-1 19-285,-9 225 754,13-240-2025,0 0 0,0 0 0,0 0 0,1-1-1,-1 1 1,1-1 0,0 0 0,0 0 0,1 0 0,-1 0 0,0-1 0,1 0-1,0 0 1,-1 0 0,1 0 0,0-1 0,0 0 0,0 0 0,0 0 0,0-1 0,0 0-1,0 1 1,0-2 0,0 1 0,0-1 0,0 1 0,0-1 0,0-1-15,20 3 63,140 2 40,-157-7-637,0 0 0,-1-1 0,1 1-1,-1-2 1,0 1 0,-1-1 0,1 0 0,-1 0 0,0-1 0,-1 1 0,1-1-1,-2-1 1,1 1 0,-1-1 0,0 0 0,0 0 0,-1 0 0,1-5 534,6-15-6358</inkml:trace>
  <inkml:trace contextRef="#ctx0" brushRef="#br1" timeOffset="37595.599">357 399 8690,'0'0'1743,"0"0"2442,0 0-1475,0 0-866,0 0 243,-3 19 338,-9 393 2983,12-404-5416,0-1 0,1 1 0,0-1 0,0 1 0,1-1 0,-1 0 0,2 0 0,-1 0 0,1 0 0,0 0 0,1 0 0,-1-1 1,1 1-1,1-1 0,-1 0 0,1 0 0,0-1 8,8-2-2289,-4-4-2369,-3-5-940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29:14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28 2721,'0'0'8337,"0"0"-2319,0 0-4682,0 0-720,0 0-432,0 0-32,0 0 152,-19-17 592,19 17-359,0 0-265,0 0-272,19-2-1361,2 0-2464,2-5-4800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29:50.969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205 48 6313,'0'0'2209,"0"0"3012,0 0-2099,0 0-1196,0 0-283,0 0-219,-15-8-362,-51-26-286,63 33-749,0 0 1,0 0 0,-1 0 0,1 1-1,0-1 1,0 1 0,-1 0 0,1 0-1,0 0 1,0 0 0,-1 1 0,1-1-1,0 1 1,0 0 0,0 0 0,0 0-1,0 0 1,0 1 0,0-1 0,0 1-1,0 0 1,0-1 0,1 1 0,-1 1-1,1-1 1,0 0 0,-1 1 0,1-1-1,0 1 1,0-1 0,1 1 0,-1 0-1,1 0 1,-1 0 0,1 0 0,0 0-1,0 0 1,0 0 0,0 1 0,1-1-1,-1 0 1,1 0 0,0 4-28,-4 3 94,-13 136 540,18-142-623,0 0 0,0 0-1,0 0 1,1 0 0,-1 0-1,1 0 1,0 0-1,0-1 1,1 1 0,-1-1-1,1 1 1,0-1 0,0 0-1,0 0 1,0 0-1,0 0 1,1-1 0,-1 0-1,1 1 1,-1-1 0,1 0-1,0-1 1,0 1-1,0-1 1,0 1 0,0-1-1,1 0 1,-1-1 0,0 1-1,0-1 1,3 0-11,3 2 1,0-1 0,-1-1 0,1 1 0,0-2 0,0 1 1,-1-1-1,1-1 0,0 0 0,-1 0 0,0-1 0,1 0 0,-1 0 1,7-5-2,-10 4-7,0-1 0,1-1 0,-2 1 0,1-1 0,-1 0 0,0 0 0,0-1 0,0 1 0,-1-1 0,0 0 0,0 0 0,-1-1 0,0 1 0,0-1 1,-1 1-1,0-1 0,-1 0 0,1 0 0,-1 0 0,-1 0 0,1 0 0,-2 0 0,1 0 0,-1 0 0,-1-4 7,1 7 53,0 1 0,0-1 0,-1 0 0,0 0 0,0 1-1,0-1 1,0 1 0,-1-1 0,0 1 0,0 0 0,0 0 0,0 0 0,0 1 0,-1-1-1,0 1 1,0 0 0,0 0 0,0 0 0,0 0 0,-1 1 0,1 0 0,-1 0-1,0 0 1,1 0 0,-1 1 0,-3-1-53,-14 59 227,4 121-212,55-181-1206,-3-44-3018,-13-39-8753,-18 56 11529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29:52.282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67 7194,'0'0'941,"0"0"419,0 0 1025,0 0-621,0 0-571,0 0-256,3 10 3974,15 32-4944,-8-37 143,0-1-1,0-1 1,0 0-1,1 0 1,-1-1-1,0 0 1,1-1-1,0 0 0,-1-1 1,1 0-1,0 0 1,-1-1-1,1-1 1,-1 0-1,5-1-109,98-42 193,-112 43-185,0 0-1,-1-1 0,0 1 0,1 0 0,-1-1 1,0 1-1,0-1 0,0 1 0,-1 0 0,1-1 0,-1 1 1,1 0-1,-1-1 0,0 1 0,1 0 0,-1 0 1,-1 0-1,1-1 0,0 1 0,0 0 0,-1 1 1,1-1-1,-1 0 0,1 0 0,-1 1 0,0-1 0,0 1 1,0-1-1,0 1 0,0 0 0,0-1 0,0 1 1,0 0-1,0 1 0,-1-1 0,1 0 0,0 1 0,-1-1 1,1 1-1,0 0 0,-1-1 0,1 1 0,-1 1 1,1-1-8,-2-3 56,0 1 1,-1-1-1,1 1 1,-1 0 0,1 0-1,-1 1 1,0 0-1,0 0 1,1 0 0,-1 0-1,0 0 1,0 1 0,0 0-1,0 0 1,0 1-1,0-1 1,0 1 0,0 0-1,1 0 1,-1 1-1,0 0 1,1-1 0,-1 1-1,1 1 1,0-1 0,-1 1-1,1 0 1,0-1-1,1 2 1,-1-1 0,0 0-1,1 1 1,0 0-1,0 0 1,0 0 0,0 0-1,1 0 1,0 0 0,-1 1-1,1-1 1,1 1-1,-1 2-56,0-2-6,1 0 0,-1 1 0,1 0-1,1-1 1,-1 1 0,1 0-1,0-1 1,0 1 0,1 0 0,0-1-1,0 1 1,0-1 0,0 1 0,1-1-1,0 1 1,0-1 0,1 0-1,0 0 1,-1 0 0,2 0 0,-1-1-1,0 1 1,1-1 0,0 0 0,0 0-1,0 0 1,4 3 6,50 16-1703,-16-12-3591,1-4-7312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29:53.817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95 162 7194,'0'0'569,"0"0"-361,0 0 371,0 0 1801,0 0-523,0 0-525,0-10-382,4-51 2257,-4 61-3151,0 0-24,0 0-55,0 0-3,0 0 107,0 0 430,0 0 604,-19 8 2781,11-2-3794,2 1-1,-1-1 0,1 1 0,0 0 1,0 0-1,1 1 0,0-1 0,1 1 0,-1 1 1,1-1-1,1 0 0,0 1 0,0 0 1,1 0-1,0 0 0,0 0 0,1 0 1,0 0-1,0 0 0,1 0 0,2 10-101,2-16 8,0 1 0,1-1 0,0 1 0,0-1 0,0-1 0,0 1 0,0-1 0,0 0 0,1 0 0,-1 0 0,1-1 0,-1 0 0,1 0 0,0 0 0,-1-1 0,1 1 0,0-1 0,0-1 0,-1 1 0,1-1 0,0 0 0,-1-1 0,5-1-8,-4 0-12,1 0-1,-1-1 1,0 0-1,0 0 0,-1-1 1,1 0-1,-1 0 1,0 0-1,-1 0 1,1-1-1,-1 0 1,0 0-1,0 0 0,-1 0 1,1-1-1,-2 1 1,1-1-1,-1 0 1,0 0-1,0 0 0,-1 0 1,1 0-1,-2 0 1,1 0-1,-1 0 1,0-1-1,-1 1 1,0 0-1,0 0 0,0 0 1,-2-6 12,2 8 14,0-1 1,-1 0-1,1 1 1,-1-1-1,0 1 1,-1 0-1,1-1 1,-1 1-1,0 0 0,0 1 1,0-1-1,-1 0 1,0 1-1,0 0 1,0 0-1,0 0 1,-1 0-1,1 1 1,-1 0-1,0 0 1,0 0-1,0 0 0,-1 1 1,1 0-1,0 0 1,-1 0-1,0 1 1,1 0-1,-1 0 1,0 0-1,1 1 1,-6 0-15,8 2-105,-1 0 0,1 0 1,0 0-1,0 0 1,1 1-1,-1-1 0,0 1 1,1 0-1,0 0 1,0 0-1,0 0 0,0 0 1,0 1-1,0-1 1,1 1-1,0-1 0,0 1 1,0-1-1,0 1 1,0 0-1,1-1 0,-1 1 1,1 0-1,0 0 1,0-1-1,0 1 0,1 0 1,0-1-1,-1 1 1,1 0-1,0-1 0,1 1 1,-1-1-1,1 1 1,-1-1-1,1 0 0,2 2 105,15 19-6740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29:54.664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54 116 6769,'0'0'917,"0"0"-81,0 0 1396,0 0-151,0 0-193,0 0-342,2-5-249,12-27 1128,-14 31-1784,-3 17 722,-21 38 92,17-42-1233,1 0 0,1 0 0,0 1 0,1-1 0,0 1 0,0 0 0,2 0 0,0 0 0,0 1 0,1-1 0,1 7-222,2-17 32,1-1-1,0 1 1,0-1-1,0 1 1,1-1-1,-1 0 1,0-1-1,1 1 1,0 0 0,-1-1-1,1 0 1,0 0-1,-1 0 1,1 0-1,0-1 1,0 1-1,0-1 1,0 0-1,0 0 1,0-1-1,-1 1 1,1-1-1,0 0 1,0 0-1,-1 0 1,1 0 0,0-1-1,2-1-31,5-6 34,0 0 1,-1-1-1,-1-1 0,1 0 0,-2 0 1,1 0-1,-2-1 0,0-1 0,0 1 1,-1-1-1,0 0 0,-2 0 1,1-1-1,-1 0 0,-1 0 0,-1 1 1,0-2-1,-1 1 0,0 0 0,-1 0 1,0 0-1,-2 0 0,0-5-34,2 19 5,0-1-1,0 0 1,0 0-1,0 1 1,-1-1-1,1 0 0,0 0 1,-1 1-1,1-1 1,0 0-1,-1 0 1,1 1-1,-1-1 1,1 1-1,0-1 1,-1 0-1,0 1 0,1-1 1,-1 1-1,1-1 1,-1 1-1,0-1 1,1 1-1,-1 0 1,0-1-1,0 1 1,1 0-1,-1 0 0,0-1 1,0 1-1,1 0 1,-1 0-1,0 0 1,0 0-1,1 0 1,-1 0-1,0 0 1,0 0-1,0 0 1,1 0-1,-1 1 0,0-1 1,0 0-1,1 0 1,-1 1-1,0-1 1,1 1-1,-1-1 1,0 0-1,1 1 1,-1-1-1,0 1 0,1 0 1,-1-1-1,1 1 1,-1-1-1,1 1 1,0 0-1,-1-1 1,1 1-1,-1 0-4,-43 37-64,-2 29-1173,26-17-3419,14-21-2275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29:56.269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277 41 6481,'0'0'1809,"0"0"3435,0 0-2428,0 0-1293,0 0-328,0 0 464,-22-3-132,7-1-1240,10 2-228,0 0-1,0 1 1,0 0 0,-1 0-1,1 0 1,0 0 0,0 1-1,-1 0 1,1 0 0,0 0-1,-1 1 1,1 0 0,0 0-1,0 0 1,0 1 0,-1-1-1,2 1 1,-1 1 0,0-1-1,0 0 1,1 1 0,-1 0-1,1 0 1,-4 4-59,-2 2 146,0 1-1,0 0 1,1 1 0,1 0-1,-1 0 1,2 1-1,0 0 1,0 1 0,1-1-1,1 1 1,0 0-1,0 1 1,1-1 0,1 1-1,1 0 1,0-1-1,0 2-145,6-12 28,-1 1 0,1-1-1,0 1 1,0-1 0,0 0 0,0-1-1,0 1 1,1-1 0,-1 1-1,1-1 1,-1-1 0,1 1 0,0-1-1,0 0 1,0 0 0,0 0-1,0 0 1,0-1 0,0 0 0,0 0-1,0-1 1,0 1 0,0-1-1,0 0 1,-1 0 0,1-1-1,4-1-27,-2 1 14,-1 0-1,0-1 0,0 1 1,0-1-1,0 0 0,0-1 0,-1 0 1,1 0-1,-1 0 0,0 0 1,-1-1-1,1 0 0,-1 0 0,0 0 1,0 0-1,0-1 0,-1 0 0,1 0 1,-1 0-1,-1 0 0,1 0 1,-1 0-1,-1-1 0,1 1 0,-1-2-13,10-168 141,-11 177-153,0 0 1,-1 0 0,1 0-1,-1 0 1,0 0-1,1 0 1,-1 0 0,0 0-1,0 0 1,1 0 0,-1-1-1,0 1 1,0 0 0,0 0-1,0-1 1,0 1 0,0 0-1,0-1 1,0 1 0,-1-1-1,1 0 1,0 1 0,0-1-1,0 0 1,0 0 0,-1 0-1,1 1 1,0-1 0,0 0-1,0-1 1,0 1 0,-1 0-1,1 0 1,0 0-1,0-1 1,0 1 0,0-1-1,0 1 1,-1-1 0,1 1-1,0-1 1,0 1 0,0-1-1,0 0 1,1 0 0,-1 0-1,0 1 1,0-1 0,0 0-1,1 0 1,-1 0 0,0 0-1,1 0 1,-1 0 0,1-1-1,-1 1 1,1 0 0,0 0-1,-1 0 1,1 0-1,0 0 1,0-1 0,0 0 11,-23 65-2212,19-17-5518,3-16-5417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30:35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8938 6889,'0'0'1744,"0"0"1750,0 0-1765,0 0-283,0 0-91,0 0-92,18 1-118,134-12 1896,-52-8-2133,-99 19-838,-1 0 115,0 0 143,0 0 207,0 0-108,0 0-171,0 0-114,0 0-112,-44 0-911,126-29 1282,214 6-649,-294 23-43,3 0-1233,-4 3-5374,-1-2 522</inkml:trace>
  <inkml:trace contextRef="#ctx0" brushRef="#br0" timeOffset="328.705">215 9250 9978,'0'0'3087,"0"0"117,0 0-1864,0 0-713,0 0 269,0 0 688,14 5-141,151 13 176,9-54-2539,-65-14-9145,-71 25 1689</inkml:trace>
  <inkml:trace contextRef="#ctx0" brushRef="#br0" timeOffset="-121336.2">1625 2124 8970,'0'0'6240,"0"0"-2763,0 0-775,0 0-790,0 0-532,0 0-247,-3-1-348,-2 8-675,1 0 0,0 1-1,1 0 1,-1 0 0,1 0 0,1 0-1,0 1 1,0-1 0,0 0 0,1 1 0,1 0-1,-1-1 1,1 1 0,1-1 0,1 8-110,-4 9 169,-9 285 253,10-309-423,1 0-1,0 0 1,0 0 0,-1 1 0,1-1 0,0 0-1,0 0 1,0 0 0,0 0 0,0 0-1,0 0 1,1 0 0,-1 0 0,0 0 0,0 0-1,1 0 1,-1 0 0,1 0 0,-1 0 0,1 0-1,-1 0 1,1 0 0,0 0 0,-1 0-1,1 0 1,0 0 0,0-1 0,0 1 0,-1 0-1,1-1 1,0 1 0,0-1 0,0 1 0,0-1-1,0 1 1,0-1 0,0 1 0,0-1-1,0 0 1,1 0 0,-1 0 0,0 0 0,0 0-1,0 0 1,0 0 0,0 0 0,0 0 0,0 0-1,0 0 1,0-1 0,1 1 1,58-33 40,-37 18-40,9 0-15,2 2-1,-1 0 1,1 3-1,1 1 1,0 1-1,32-3 16,53 4-2722,-120 7 523,-3-2-3446,-2 1 3387,1 0 311,-10-3-4786</inkml:trace>
  <inkml:trace contextRef="#ctx0" brushRef="#br0" timeOffset="-120962.861">1958 1995 10242,'0'0'4664,"0"0"-1342,0 0-528,0 0-978,0 0-463,-6 31 368,4-19-1540,-4 19 123,1 0-1,1 1 1,2-1 0,1 1 0,2-1 0,1 1-1,1 1-303,127 515 1881,-95-355-1017,-35-192-824,0-1-25,-7-9-59,0-2-480,1-2 1,0 1 0,0-1 0,1 0 0,1 0-1,0 0 1,1 0 0,1-1 0,0 1-1,0-1 1,2 0 0,0 0 0,0 1 0,2-10 523,-2-4-2221,0-41-5085</inkml:trace>
  <inkml:trace contextRef="#ctx0" brushRef="#br0" timeOffset="-110752.444">7012 2581 8618,'0'0'677,"0"0"134,0 0 519,0 0-121,0 0-218,0 0 69,0 0-1331,-1 3 9449,4-2-7649,207-10-543,-2-9 0,92-24-986,-288 41-126,-9 0 620,-57 0-377,28-12-5021,25-7-2514</inkml:trace>
  <inkml:trace contextRef="#ctx0" brushRef="#br0" timeOffset="-105169.512">9352 2847 8506,'0'0'975,"0"0"2235,0 0-752,0 0-423,0 0-319,25 2 278,86 6-120,-90-8-1502,0 0 1,0-1-1,-1-1 1,1-1-1,0-1 1,-1-1-1,0-1 1,8-4-373,20-4 80,-170 7-7561,118 8 7427,-148 27-576,147-26 734,1 0-1,-1 0 1,0 0-1,0 0 1,1 1-1,-1 0 0,1 0 1,0 0-1,0 1 1,0-1-1,0 1 1,1 0-1,0 0 1,-1 0-1,1 1 0,1-1 1,-1 1-1,1 0 1,0-1-1,0 1 1,0 0-1,0 0 1,1 0-1,0 1 1,0-1-1,0 0 0,1 3-103,-1 6 172,0 0-1,1 0 0,1 0 1,0 0-1,1 0 1,0 0-1,1 0 0,1-1 1,0 1-1,1-1 0,0 0 1,1 0-1,0 0 1,1-1-1,1 0 0,7 8-171,21-65 458,-25 38-462,0 1 0,0-1 0,0 2 0,1 0 0,0 0 0,0 1 0,0 1 0,0 0 0,1 0 0,-1 1 0,1 1 0,0 0 0,-1 1 0,1 0 0,0 1 0,-1 1 0,3 0 4,-6 1-3,-1 0 1,0 1 0,0 0 0,0 0-1,0 1 1,-1 0 0,0 1 0,0-1-1,0 1 1,-1 1 0,0-1-1,0 1 1,0 0 0,-1 0 0,0 1-1,-1 0 1,1 0 0,-1 0 0,-1 0-1,0 0 1,0 1 0,-1 0 0,0-1-1,0 1 1,-1 0 0,0 0-1,0 0 1,-1 0 0,-1 0 0,1 0-1,-1 0 1,-1 0 0,0-1 0,0 1-1,0 0 1,-1-1 0,-1 0 0,0 1-1,0-1 1,-2 3 2,-6 4 184,0 0 0,-1-1-1,0 0 1,-2-1 0,1 0 0,-2-1 0,1-1-1,-2-1 1,1 0 0,-2-1 0,1 0 0,-1-2 0,0 0-1,0-1 1,-1-1 0,0-1 0,0 0 0,0-2-1,-1 0 1,1-1 0,0-1 0,-1 0 0,-11-3-184,-50-40-112,81-19-4417,71-6-8678,-27 36 9547</inkml:trace>
  <inkml:trace contextRef="#ctx0" brushRef="#br0" timeOffset="-97130.779">14038 1500 3817,'0'0'3637,"0"-17"2211,-1-153 1897,6 277-2675,5 65-3453,3-63-1047,4-1 0,5-1-1,4-1 1,40 99-570,-62-193-102,46 57-1818,-49-70 1509,1 1 0,-1-1 0,0 0 0,1 1 0,-1-1 0,0 0 0,1 0 0,-1 0 0,0 0 0,0 0 0,0 0 0,0 0-1,0 0 1,0 0 0,0 0 0,0-1 0,-1 1 0,1 0 0,0-1 0,-1 1 0,1 0 0,-1-1 0,0 1 0,1-1 0,-1 1 0,0-1 0,0 1-1,0-1 1,0 1 0,0-1 0,0 1 0,0-1 0,0 1 0,-1-1 0,1 1 0,-1-1 411,1 0-650,1-30-11629</inkml:trace>
  <inkml:trace contextRef="#ctx0" brushRef="#br0" timeOffset="-96881.078">13714 1976 4929,'0'0'10858,"0"0"-8457,0 0-1289,0 0-432,0 0 817,0 0 423,133 0-904,-52-5-352,10-7-424,4-5 48,1-4-71,-5 2-121,-8-2-96,4-4-953,-25 4-3760,-13 7-4777</inkml:trace>
  <inkml:trace contextRef="#ctx0" brushRef="#br0" timeOffset="-96302.211">15209 1540 13515,'0'0'7488,"0"0"-4226,0 0-2123,0 0-736,0 0 9,0 0 487,10 6-6,107 70-16,-113-74-879,-1-1 1,1 1 0,-1-1 0,1 0 0,0-1-1,0 1 1,-1-1 0,1 1 0,0-1 0,0 0-1,-1-1 1,1 1 0,0-1 0,0 1 0,-1-1 0,1 0-1,0 0 1,-1-1 0,1 1 0,-1-1 0,0 0-1,1 0 1,-1 0 0,0 0 0,0 0 0,0-1-1,-1 1 1,1-1 0,0 0 0,-1 0 0,0 0 0,0 0-1,0 0 1,0-1 0,0 1 0,-1-1 0,1 1-1,-1-1 1,0 0 1,4-8-93,-1-1 0,0 1 1,-1-1-1,0 1 0,-1-1 0,-1 0 0,0 0 0,0 0 0,-1 0 1,-2-12 92,0 20-19,1 0 1,-1 0 0,0 0-1,-1 1 1,1-1 0,-1 1-1,0-1 1,0 1 0,0 0-1,0 0 1,-1 0 0,0 1-1,0-1 1,0 1 0,0 0 0,0 0-1,0 0 1,-1 1 0,0 0-1,1-1 1,-1 2 0,0-1-1,0 0 1,0 1 0,0 0-1,0 0 1,0 1 0,-1-1 18,-151 10-17,127 5 83,1 1 0,1 1 0,0 1 0,1 2-1,1 0 1,1 2 0,1 1 0,1 1 0,1 1 0,1 1 0,1 0 0,1 2-1,-7 13-65,7-10 97,1 0-1,1 2 0,2 0 0,1 0 1,2 1-1,1 1 0,-4 23-96,12-45 38,0 1-1,1 0 1,0 0 0,1 0 0,1 0-1,0 0 1,1-1 0,0 1-1,1 0 1,0 0 0,1 0-1,1-1 1,0 0 0,0 0-1,2 0 1,-1 0 0,1-1 0,1 1-1,0-2 1,1 1 0,0-1-1,6 7-37,13 2 125,1 0 0,1-1 0,0-2 0,1-2-1,1 0 1,0-2 0,1-1 0,0-2 0,1-1-1,0-1 1,0-2 0,0-1 0,1-2 0,-1-1 0,1-2-1,-1-1 1,23-5-125,283-66 903,-337 72-976,-2 1-378,-11 0-2042,-13 0-1064,5 0-2638,-4 0-6305</inkml:trace>
  <inkml:trace contextRef="#ctx0" brushRef="#br0" timeOffset="-106919.397">9044 1599 7842,'0'0'1077,"0"0"2143,0 0-1500,0 0-652,0 0-128,0 0-95,2-5 4570,11-7-5206,1 2-1,0-1 1,1 2-1,0 0 0,0 0 1,1 2-1,0 0 1,0 0-1,1 2 0,0 0 1,10-1-209,-23 6 0,0 0 1,0 1 0,-1-1-1,1 1 1,0 0 0,-1 0-1,1 0 1,-1 1-1,1-1 1,-1 1 0,1 0-1,-1 0 1,0 0-1,0 0 1,0 1 0,0-1-1,-1 1 1,1-1 0,-1 1-1,1 0 1,-1 0-1,0 1 1,0-1 0,0 0-1,-1 0 1,1 1-1,-1-1 1,0 1 0,1 2-1,23 112 7,-20-94-3,-1 0-1,-1 0 1,-2 1-1,0-1 1,-2 1 0,0-1-1,-2 1 1,-1-1-1,0 0 1,-2 0-1,-1-1 1,-1 1-1,-1-2 1,-1 1 0,-1-1-1,0-1 1,-2 0-1,-1 1-3,12-20 2,1 0-1,-1 0 0,0 0 0,0 0 1,0-1-1,0 1 0,0-1 0,0 1 1,0-1-1,0 0 0,-1 1 1,1-1-1,0 0 0,-1 0 0,1-1 1,-1 1-1,1-1 0,-1 1 1,1-1-1,-1 0 0,1 0 0,-1 0 1,1 0-1,-1 0 0,0 0 1,1-1-1,-1 1 0,1-1 0,-1 0 1,1 0-1,0 0 0,-1 0 1,1 0-1,0 0 0,0-1 0,0 1 1,0-1-1,0 0 0,0 1 0,0-1 1,0 0-1,1 0 0,-1 0 1,1 0-1,-1 0 0,1-1 0,0 1 1,0 0-1,0-1 0,-1-1-1,-46-127 64,48 131-66,1 1 0,-1 0 0,1-1 0,0 1 0,-1-1 0,1 0 0,-1 1 0,1-1 0,0 1 0,-1-1 0,1 0 0,0 0 0,0 1 0,-1-1 0,1 0 0,0 0 0,0 0 0,-1 0 0,1 0 0,0 0 0,0 0 0,-1 0 0,1 0 0,0 0 0,0 0 0,-1 0 0,1 0 0,0-1 0,-1 1 0,1 0 0,0-1 0,-1 1 0,1 0 0,0-1 0,-1 1 0,1-1 0,-1 1 0,1-1 0,0 1 0,-1-1 0,0 1 0,1-1 0,-1 0 0,1 1 0,-1-1 0,0 0 0,1 1 0,-1-1 0,0 0 0,0 0 0,1 1 0,-1-1 0,0 0 0,0 1 0,0-1 2,21 20 2,2-1 0,0-1 1,0-1-1,2-1 1,0-1-1,1-1 1,0-1-1,1-2 1,0 0-1,0-2 1,1-1-1,0-1 1,18 1-3,-35-6-43,0 0 1,0-1-1,0 0 1,-1-1 0,1 0-1,0-1 1,0 0-1,-1-1 1,1 0-1,-1 0 1,0-1 0,0 0-1,0-1 1,-1 0-1,7-5 43,23-22-5413,-25 17-2390</inkml:trace>
  <inkml:trace contextRef="#ctx0" brushRef="#br0" timeOffset="-106030.766">9061 2489 6481,'0'0'1179,"0"0"-60,0 0 1914,0 0-1114,0 0-375,0 0-258,-8 4 96,-11 14 1002,61-17 478,-13-1-2662,387-23 2070,-24-28-2718,-363 62-4063,-28 32-10096,-13-30 11835</inkml:trace>
  <inkml:trace contextRef="#ctx0" brushRef="#br0" timeOffset="-100595.279">10790 1791 6449,'0'0'1986,"0"0"2352,0 0-1726,0 0-931,0 0-162,0 0 135,-2-4-135,-5-7-258,19 44-510,278 568 3817,-276-573-4553,-7-12-11,0 0 0,1-1 0,1 0 0,0 0 0,1-1 1,0 0-1,2 0 0,-1-1 0,2-1 0,-1 0 0,13 8-4,-18-59-287,-48-310-1880,33 233 1716,-6 0 1,-4 1-1,-5 1 0,-31-86 451,-76-162 184,62 209 495,137 151 9,158 6-31,-96 1-438,-1-5 1,0-6-1,114-21-219,19-31 197,-152 30-187,1 5-1,1 5 0,95-3-9,-197 21-8,10 0-1,-1 0 0,1-1 0,-1-1 0,0 0 0,0-2 0,0-1 0,0 0 0,0-1 0,16-8 9,-34 12-23,-2 30-97,-1 34 190,-2-45-21,1 0-1,0 0 1,1 0-1,2 0 1,-1 0-1,2 0 0,0 0 1,1 0-1,1-1 1,0 1-1,1-1 1,1 0-1,1 0 1,0-1-1,1 0 1,1 0-1,8 10-48,-58-24-4234,0-7-2642,4 0-2690</inkml:trace>
  <inkml:trace contextRef="#ctx0" brushRef="#br0" timeOffset="-99973.488">12245 1691 6425,'0'0'1982,"0"0"1432,0 0-1720,0 0-755,0 0-103,0 0 124,1-12 126,-1-37 3,0 49-1068,0 1-1,0-1 1,0 1-1,0-1 0,0 0 1,0 1-1,-1-1 1,1 1-1,0-1 1,0 0-1,0 1 0,0-1 1,-1 1-1,1-1 1,0 0-1,0 1 1,-1-1-1,1 0 1,0 1-1,-1-1 0,1 0 1,0 0-1,-1 1 1,1-1-1,0 0 1,-1 0-1,1 0 0,-1 1 1,1-1-1,0 0 1,-1 0-1,1 0 1,-1 0-1,1 0 0,0 0 1,-1 0-1,1 0 1,-1 0-1,1 0 1,-1 0-1,1 0 1,0 0-1,-1 0 0,1 0 1,-1-1-1,1 1 1,0 0-1,-1 0 1,1 0-1,-1-1 0,1 1 1,0 0-1,-1 0 1,1-1-1,0 1 1,0 0-1,-1-1 0,1 1 1,0 0-1,0-1 1,-1 1-1,1-1 1,0 1-1,0 0 1,0-1-1,0 1 0,-1-1-20,0 2 101,-121 235 4945,-219 445-1942,341-680-3380,-16 25 87,12-31-5802,0-43-1555,-1-25 1347,3 48 4206,-3-34-2698</inkml:trace>
  <inkml:trace contextRef="#ctx0" brushRef="#br0" timeOffset="-99676.326">11696 1835 7994,'0'0'1052,"0"0"3030,0 0-1257,0 0-1142,0 0-796,0 0 81,15 0 620,108 21 730,-99-5-2079,-1 1 0,-1 2 0,-1 0 0,0 2 0,-2 0 0,0 1 0,-1 1 0,-1 0-1,-2 1 1,0 1 0,-2 1 0,0 0 0,-2 1 0,-1 0 0,-1 0 0,-2 1 0,0 0 0,0 10-239,-3-21-42,56 140 226,-57-153-229,0 1-1,0-1 1,0 0-1,1 0 1,-1-1-1,1 1 1,0-1-1,0 0 1,0 0-1,1 0 1,-1 0-1,1-1 1,0 0-1,-1 0 1,1 0-1,0-1 1,0 1-1,0-1 1,0 0-1,0 0 1,0-1-1,0 0 1,1 0-1,-1 0 1,0 0-1,0-1 1,0 0-1,0 0 1,0 0-1,0-1 1,1 0 45,58-30-2545,-23 1-2101,0-10-4167</inkml:trace>
  <inkml:trace contextRef="#ctx0" brushRef="#br0" timeOffset="-98459.013">12457 1140 8058,'0'0'872,"0"0"2058,0 0-854,0 0-345,0 0-413,0 0 14,2 0 3666,20 0-4060,207-18 2848,-407 49-5361,172-29 1534,0-2 20,1 1 0,-1-1 1,0 2-1,1-1 0,-1 0 1,1 1-1,0 0 0,0 1 0,-1-1 1,1 1-1,1 0 0,-1 0 1,0 0-1,1 1 0,0-1 1,-1 1-1,2 0 0,-1 1 1,0-1-1,1 1 0,0-1 1,0 1-1,0 0 0,0 0 1,1 0-1,0 1 0,0-1 1,1 0-1,-1 3 21,27 123-51,-20-111 26,-5-19 29,-1 0-1,1 0 1,0 0 0,0 0 0,0 0-1,0 0 1,0 0 0,0 0 0,1 0-1,-1 0 1,0 0 0,0 0 0,1-1-1,-1 1 1,0 0 0,1 0 0,-1 0-1,1 0 1,-1 0 0,1-1 0,0 1-1,-1 0 1,1 0 0,0-1 0,-1 1-1,1-1 1,0 1 0,0 0 0,0-1-1,0 1 1,-1-1 0,1 0 0,0 1-1,0-1 1,0 0 0,0 0 0,0 1-1,0-1 1,0 0 0,0 0 0,0 0-1,0 0 1,0 0 0,0 0 0,0 0-1,0-1 1,0 1 0,0 0-1,0-1 1,0 1 0,-1 0 0,1-1-1,0 1 1,0-1 0,0 1 0,0-1-1,-1 0 1,1 1-4,32-22 20,-31 20-25,1-1 0,-1 1-1,0 0 1,1-1 0,-1 1 0,1 0 0,-1 0 0,1 1-1,0-1 1,0 1 0,0-1 0,0 1 0,0 0-1,0 0 1,1 0 0,-1 0 0,0 1 0,0-1 0,1 1-1,-1 0 1,0 0 0,0 0 0,1 0 0,-1 1-1,0-1 1,0 1 0,1 0 0,-1 0 0,0 0 0,0 0-1,0 1 1,0-1 0,0 1 0,-1 0 0,1 0-1,0 0 7,8 9-8,-2 0 0,1 0 0,-1 0 0,-1 1 0,0 1 0,-1-1 1,-1 1-1,1 1 0,-2-1 0,0 1 0,-1 0 0,0 0 1,-1 0-1,-1 1 0,0-1 0,0 14 7,-6-22 28,0 0 0,0 0 0,-1 0 0,0 0 0,0-1 0,0 0 0,-1 0 0,0-1 0,0 1 0,0-1 0,0 0 0,-1-1 0,1 0-1,-1 0 1,0 0 0,0-1 0,0 1 0,0-2 0,-1 1 0,1-1 0,0 0 0,-1-1 0,1 0 0,-2 0-28,-9 0-689,-30 4 1782,37 1-4975,7 4-4389,4-6-4827</inkml:trace>
  <inkml:trace contextRef="#ctx0" brushRef="#br0" timeOffset="-74889.018">10178 1138 7210,'0'0'861,"0"0"-573,0 0 300,0 0 1747,0 0-750,0 0-810,0 0-323,0 0 301,0 0 222,0 0-169,0 0-312,0 0-143,0 0-22,0 0 138,31-10 780,-16 4-1128,1 0 0,0 1 1,0 1-1,0 0 0,0 1 0,1 1 0,0 1 0,-1 0 0,9 1-119,-22 31-280,-12-16 284,-1 0-1,-1-1 0,0 0 0,-1-1 1,0 0-1,-1-1 0,0 0 0,-1-1 1,-8 5-4,-5 6-22,-46 52-120,137-68 123,229-29 918,-220 13-783,-73 12-4944,0 2-2488</inkml:trace>
  <inkml:trace contextRef="#ctx0" brushRef="#br0" timeOffset="-117377.656">3111 2311 5753,'0'0'6119,"0"0"-2805,0 0-1611,0 0-415,0 0-89,0 0 415,-3-6-50,-7-8 311,65 153 118,-29-73-1377,35 96 67,7-2 0,7-4 1,54 78-684,-51-132 25,-78-148 166,-6-69-178,7-242-137,7 317 62,-2-1 0,-2 0 1,-1 0-1,-3 0 0,-1-1 0,-2 1 0,-2 0 1,-1 1-1,-3-1 0,-1 1 0,-2 1 0,-5-10 62,-183-310 35,196 351-23,0-1-1,1 1 1,0-1-1,0 0 1,1 0 0,0 0-1,1-1 1,0 1-1,0 0 1,1-1 0,0 1-1,1-1 1,1-8-12,31 16-54,271 6 26,-118 3 50,0-7 0,0-9 0,-1-7 0,-1-9 0,1-8-22,54-25 6,2 11 0,210-13-6,-414 58 14,-26 3-4,0-1 1,0 0 0,0-1-1,0 0 1,0-1-1,0 0 1,0-1-1,-1 0 1,1-1-1,-1 0 1,0 0-1,0-1 1,0-1-1,8-6-10,-17 12 1,-1-1 0,1 1 0,-1-1 0,1 1 0,0 0-1,0-1 1,-1 1 0,1 0 0,0-1 0,0 1 0,-1 0 0,1 0 0,0 0 0,0 0-1,0 0 1,-1 0 0,1 0 0,0 0 0,0 0 0,0 0 0,-1 0 0,1 0-1,0 0 1,0 1 0,-1-1 0,1 0 0,0 1 0,0-1 0,-1 0 0,1 1 0,0-1-1,-1 1 1,1-1 0,-1 1 0,1-1 0,-1 1 0,1 0 0,-1-1 0,1 1-1,-1 0 1,1-1 0,-1 1 0,0 0 0,1 0 0,-1-1 0,0 1 0,0 0 0,1 0-1,-1-1 1,0 1 0,0 0 0,0 0 0,0 0 0,0-1 0,0 1 0,0 0-1,-1 0 1,1 0 0,0-1 0,0 1 0,-1 0 0,1 0 0,0-1 0,-1 1-1,2 82 98,-2-60-73,-29 247 529,30-269-556,0-1 28,0 0 42,-3-15-1310,-14 1-1341,-6 2-3720,-4 1-3855</inkml:trace>
  <inkml:trace contextRef="#ctx0" brushRef="#br0" timeOffset="-116754.83">4226 2438 7458,'0'0'581,"0"0"83,0 0 1549,0 0-45,0 0 97,0 0-289,10 18-98,83 105 1871,189 85 1399,-208-163-4945,3-4-1,1-3 1,2-3 0,1-4 0,5-3-203,-63-18-1781,-50-9-5267,25-1 6770,-32 0-7502</inkml:trace>
  <inkml:trace contextRef="#ctx0" brushRef="#br0" timeOffset="-116378.637">4991 2319 3329,'0'0'11385,"0"0"-7628,0 0-2749,0 0-205,0 0-134,0 0 101,-24 18-152,10-8-516,-7 4 57,1 2-1,0 0 0,1 0 0,1 2 1,1 0-1,1 2 0,-13 18-158,-339 534 4544,357-554-4476,3-7-60,1 0 0,0 0 0,0 0 0,2 1 0,-1 0 1,1 0-1,1 0 0,0 1 0,1 0 0,-1 12-8,27-37-9597,-11-5-646</inkml:trace>
  <inkml:trace contextRef="#ctx0" brushRef="#br0" timeOffset="-115266.635">4950 2072 6705,'0'0'1017,"0"0"-154,0 0 1138,0 0-455,0 0-702,0 0 114,-11 13 1741,67-53 698,-37 26-2992,1 2 0,0 0 0,1 1 0,0 1 0,1 1 0,0 1 0,1 1 0,-1 1 0,1 1 0,0 1 0,18-1-405,-38 8 6,-1 0 0,0 1-1,1-1 1,-1 0-1,0 1 1,-1-1 0,1 1-1,-1 0 1,1 0 0,-1-1-1,0 1 1,-1 0 0,1 0-1,-1 0 1,1 0 0,-1 0-1,0 0 1,-1 0-1,1 0 1,-1 0 0,0 0-1,0 0 1,0 0-6,1-2 20,-2 7 16,0-1 0,-1 1 0,0-1 0,0 0 0,0 0 0,-1-1 0,-1 1 0,1-1 0,-1 1 0,-1-2 1,1 1-1,-1 0 0,0-1 0,0 0 0,-1-1 0,0 1 0,-4 1-36,26-30-96,-6 18 85,0 0-1,0 1 1,1 0-1,-1 1 1,1 0-1,-1 0 1,1 1-1,0 0 1,0 1-1,0 0 1,0 1-1,0 0 1,0 0-1,0 1 1,2 1 11,-7 0 0,0 0 0,0 1 0,-1-1 0,1 1 0,-1 0 0,0 1 0,1-1-1,-1 1 1,-1 0 0,1 0 0,-1 0 0,1 0 0,-1 1 0,0-1 0,-1 1 0,1 0 0,-1 0 0,0 0 0,0 0 0,0 0 0,-1 0 0,0 1-1,0-1 1,0 0 0,-1 1 0,0-1 0,0 1 0,0-1 0,0 1 0,-1-1 0,0 0 0,0 1 0,-1-1 0,1 0 0,-1 0 0,0 0 0,-1 0-1,1 0 1,-1-1 0,-1 2 0,-103 50 1263,34-25-1625,34 1-2664,37-26-3487</inkml:trace>
  <inkml:trace contextRef="#ctx0" brushRef="#br0" timeOffset="-76556.665">2685 1770 7242,'0'0'789,"0"0"222,0 0 1472,0 0-796,0 0-616,0 0-151,0 0-209,0 0-245,0 0-228,0 0-132,0 0 2,0 0 10,0 0 65,0 0-7,26 0 287,122-4 240,-146 47-742,-85 71 119,81-113-81,0 1 0,1-1 0,-1 1 0,0 0 0,1 0 0,-1 0 0,1 0 0,0 0 0,-1 0 0,1 0 0,0 0 0,0 0 0,1 1 0,-1-1 0,0 0 0,1 1 0,-1-1 0,1 0 0,0 1 1,0-1-1,0 1 0,0-1 0,0 0 0,1 1 0,-1-1 0,1 0 0,-1 1 0,1-1 0,0 0 0,0 1 0,0-1 0,0 0 0,0 0 0,1 0 0,-1 0 0,0 0 0,1 0 1,21 0 68,0-1 1,-1-1 0,1-1-1,-1-1 1,1-1-1,-1 0 1,0-2-1,0-1 1,0-1-1,6-3-68,-81 14-3024,18 6-1731</inkml:trace>
  <inkml:trace contextRef="#ctx0" brushRef="#br0" timeOffset="-61081.364">4975 3230 7194,'0'0'576,"0"0"-576</inkml:trace>
  <inkml:trace contextRef="#ctx0" brushRef="#br0" timeOffset="-61931.352">3411 5190 7602,'0'0'234,"0"0"-59,0 0 390,0 0 1505,-6-16-513,3 5-1340,-29-72 1818,-11 30 4604,34 59-2799,25 62-3338,209 346 1789,156 176-1784,-374-579-512,4 4-34,0 0 0,-1 0 0,-1 1 1,-1 1-1,0-1 0,-1 1 0,-1 1 0,0-1 1,-1 1-1,-1 0 0,1 14 39,-6-31-3,1 0 1,-1 0-1,0-1 1,0 1-1,0 0 1,0 0-1,0-1 1,0 1-1,0 0 1,0-1-1,0 1 1,0-1-1,0 1 1,0-1-1,0 0 1,-1 1-1,1-1 1,0 0-1,0 0 1,0 0-1,0 0 1,-1 0-1,1 0 1,0 0-1,0 0 1,0-1-1,-1 1 1,1 0-1,0-1 1,0 1-1,0-1 1,0 1-1,0-1 0,0 1 1,0-1-1,0 0 1,0 0-1,0 1 1,0-1-1,1 0 1,-1 0-1,0 0 1,0 0-1,1 0 1,-1 0-1,1 0 1,-1 0-1,1 0 1,-1 0-1,1 0 1,0-1-1,-1 1 3,-9-27-41,2 1-1,0-1 0,2-1 0,1 1 1,1-1-1,1 0 0,2 0 1,2-23 41,-5-46-199,-3-2 19,-4-1-1,-5 2 1,-4 0 0,-29-79 180,-122-194-138,94 222 142,69 132-4,0-1-1,2 0 0,0-1 1,1 1-1,1-1 0,1 0 1,1 0-1,1-1 0,0 1 1,2-8 0,63 27-16,283 49 30,-251-47 10,-1-5 0,1-3 0,80-18-24,1547-283-22,-1610 291 327,-102 64 1001,44 142-111,-111-196-4171,15 0-2910,-1 1-3870</inkml:trace>
  <inkml:trace contextRef="#ctx0" brushRef="#br0" timeOffset="-60266.257">4761 5441 6185,'0'0'2229,"0"0"2402,0 0-2085,0 0-1127,-9 19 26,-131 307 3974,42-23-5576,77-282-4338,-12-21-6303,13-5 2998</inkml:trace>
  <inkml:trace contextRef="#ctx0" brushRef="#br0" timeOffset="-59937.584">4377 5527 6905,'0'0'6370,"0"0"-3972,0 0-1562,0 0 101,0 0 565,0 0 484,22 13-502,186 102 507,-185-103-1865,-1 1-1,-1 2 1,0 0-1,-1 0 1,-1 2-1,0 1 0,-1 0 1,-1 1-1,-1 1 1,-1 1-1,0 0 1,-2 1-1,9 19-125,-16-30-295,-3-13-3449,-2-23-6393,-2 16 7803,1-22-3427</inkml:trace>
  <inkml:trace contextRef="#ctx0" brushRef="#br0" timeOffset="-59165.972">4782 5062 7162,'0'0'464,"0"0"241,0 0 1693,0 0-31,0 0-461,0 0-769,-6 3-235,-17 10-11,17-10-99,6-3-147,33-1 2008,87-21-1011,-101 86-1758,-16 113 574,59-165 467,34-30-528,-89 22-12629,-5 6 4148,-2-10 7526,0 11-1600</inkml:trace>
  <inkml:trace contextRef="#ctx0" brushRef="#br0" timeOffset="-58648.445">5220 5684 8474,'0'0'1348,"0"0"1971,0 0-809,0 0-768,0 0 30,0 0 504,-3 6-385,-6 20-594,7-20-358,2-6-65,0-35 1319,0 36-2189,-1-1-1,1 1 1,0 0-1,0 0 1,-1 0-1,1 0 1,-1 0-1,1 0 0,0 0 1,-1-1-1,0 1 1,1 0-1,-1 0 1,1-1-1,-1 1 0,0 0 1,0-1-1,1 1 1,-1-1-1,0 1 1,0-1-1,0 1 0,1-1 1,-1 0-1,0 1 1,0-1-1,0 0 1,0 1-1,0-1 1,0 0-1,0 0 0,0 0 1,0 0-1,0 0 1,0 0-1,0 0 1,0-1-1,0 1 0,1 0 1,-1 0-1,0-1 1,0 1-1,0 0 1,0-1-1,0 1 0,1-1 1,-1 1-1,0-1 1,0 0-1,1 1 1,-1-1-1,0 0 1,1 1-1,-1-1 0,1 0 1,-1 0-1,1 0 1,-1 1-1,1-1-3,-1 2-2,0 0 0,0 1 0,0-1-1,0 0 1,0 1 0,0-1 0,1 1 0,-1 0-1,0-1 1,1 1 0,0 0 0,-1-1-1,1 1 1,0 0 0,0-1 0,0 1 0,0 0-1,0-1 1,0 1 0,0 0 0,1-1 0,-1 1-1,0 0 1,1-1 0,0 1 0,-1-1 0,1 1-1,0 0 1,0-1 0,0 0 0,0 1 0,0-1-1,0 0 1,0 1 0,0-1 0,1 0 0,-1 0-1,0 0 1,1 0 0,-1 0 0,1 0-1,-1-1 1,1 1 0,0 0 0,-1-1 0,1 1-1,-1-1 1,1 0 0,0 1 0,0-1 0,-1 0-1,1 0 1,0 0 0,-1 0 0,1-1 2,0-53-7,-30 4-897,11 33-7513,16 17 1583,1 0-855,0 0 5920</inkml:trace>
  <inkml:trace contextRef="#ctx0" brushRef="#br0" timeOffset="-58227.126">5306 5381 8346,'0'0'3283,"0"0"1253,0 0-1956,0 0-458,0 0-20,0 0-394,-9-15-411,-26-42-419,35 57-867,0 1 0,1-1-1,-1 0 1,0 0 0,1 0-1,-1 1 1,0-1-1,1 0 1,-1 0 0,1 0-1,-1 0 1,0 0-1,1 0 1,-1 0 0,1 0-1,-1 0 1,1 0 0,-1 0-1,0 0 1,1 0-1,-1 0 1,1 0 0,-1 0-1,0 0 1,1 0 0,-1 0-1,1-1 1,-1 1-1,0 0 1,1 0 0,-1-1-1,0 1 1,1 0 0,-1 0-1,0-1 1,1 1-1,-1 0 1,0-1 0,0 1-1,1 0 1,-1-1-1,0 1 1,0-1 0,0 1-1,0 0 1,0-1 0,1 1-1,-1-1 1,0 1-1,0-1 1,0 1 0,0 0-1,0-1 1,0 1 0,0-1-1,0 1 1,0-1-1,-1 1 1,1 0 0,0-1-1,0 1 1,0-1 0,0 1-1,-1 0 1,1-1-1,0 1-10,1 0 52,12 5 53,-1 0 1,1 1 0,-1 1-1,0 0 1,0 0 0,-1 1 0,0 1-1,0 0 1,-1 0 0,-1 1 0,1 1-1,-1 0-105,26 24 400,-10-12-227,1-1 0,1-1 0,0-1-1,2-2 1,0 0 0,1-2 0,1-1 0,0-2 0,1-1 0,0-2 0,13 3-173,-37-12-201,-6-1-99,1 0-1,-1 0 1,0 1-1,0-1 1,0 0 0,0 1-1,0-1 1,0 1 0,0 0-1,0-1 1,0 1-1,0 0 1,0 0 0,0 0-1,0 1 1,-1-1-1,1 0 1,0 1 0,-1-1-1,1 1 1,-1 0-1,0-1 1,1 1 0,-1 0-1,0 0 1,0 0 0,0 0-1,0 0 1,-1 0-1,1 0 1,0 0 300,-3-7-11082,-2-3 7469,-4-10 2346,3-5 96</inkml:trace>
  <inkml:trace contextRef="#ctx0" brushRef="#br0" timeOffset="-57916.035">5823 5190 4889,'0'0'2870,"0"0"2284,0 0-2493,0 0-1453,-21 4-398,-68 16 285,19 41 1723,61-48-2400,-185 357 3067,132-190-2770,62-179-1223,0-1-1933,0 0-3649</inkml:trace>
  <inkml:trace contextRef="#ctx0" brushRef="#br0" timeOffset="-47002.896">4728 5094 6369,'0'0'998,"0"0"-617,0 0-277,0 0 211,0 0 1171,0 0 163,-3 2-715,-1 1-2591,-10 2 9985,12-14-9717,2 1-4895</inkml:trace>
  <inkml:trace contextRef="#ctx0" brushRef="#br0" timeOffset="-35027.32">4598 5929 1344,'0'0'5986,"0"0"-5314,0 0-400,0 0-264,0 0 2936,0 0-1223,0 0-705,7 4-112,-5-4-24,-2 0-7,7 0-361,-4-2-416,-3 0-96,0-2-344,0 2-1777,0 0-3792</inkml:trace>
  <inkml:trace contextRef="#ctx0" brushRef="#br0" timeOffset="-34232.459">3050 8295 7114,'0'0'2777,"0"0"181,0 0-733,0 0-691,0 0-324,0 0 259,26 3 661,-5-1-1667,-9-2-246,1 1 0,0 0 0,-1 1 1,0 1-1,1 0 0,-1 1 0,0 0 0,-1 0 0,1 1 0,-1 1 0,0 0 0,9 7-217,524 417 5432,-397-329-5143,-136-81-3397,-39-37-3375,10-11 719,3-3-1093</inkml:trace>
  <inkml:trace contextRef="#ctx0" brushRef="#br0" timeOffset="-33810.461">3716 8159 5753,'0'0'1615,"0"0"307,0 0 365,0 0-586,0 0-415,0 0-148,-5-3-275,4 2-830,1 1-1,-1-1 1,0 0 0,0 1 0,0-1-1,0 1 1,0-1 0,0 1 0,0-1-1,0 1 1,0 0 0,0-1 0,0 1-1,0 0 1,0 0 0,0 0-1,0 0 1,0 0 0,0 0 0,0 0-1,0 0 1,0 0 0,0 0 0,0 1-1,0-1 1,0 0 0,0 1 0,0-1-1,0 1 1,0-1 0,0 1 0,1-1-1,-1 1 1,0 0 0,0-1 0,0 1-1,1 0 1,-1 0 0,0 0 0,1-1-1,-1 1 1,1 0 0,-1 0-1,1 0 1,-1 0 0,1 0 0,0 0-1,-1 0 1,1 0 0,0 0 0,0 0-1,0 0 1,0 0 0,0 0 0,0 0-1,0 0 1,0 0 0,0 0 0,0 1-1,1-1-32,-153 316 7133,1-4-4900,50-64-1898,101-248-246,-3 4-1924,8-6-5397,9-7-1658</inkml:trace>
  <inkml:trace contextRef="#ctx0" brushRef="#br0" timeOffset="-36010.562">2086 7898 4353,'0'0'5897,"0"0"44,0 0-3441,0 0-1069,0 0-390,0 0-295,0 11-230,37 283 1939,-6 76-1888,-29-369-562,0 1 1,1 0-1,-1 0 1,1-1-1,-1 0 0,1 1 1,0-1-1,-1 0 1,1 0-1,0 0 1,0-1-1,0 1 1,0-1-1,0 0 0,0 1 1,0-1-1,-1 0 1,1-1-1,0 1 1,0-1-1,0 1 0,0-1 1,0 0-1,-1 0 1,1 0-1,0 0 1,0 0-1,-1-1 1,1 1-1,-1-1 0,0 0 1,1 0-1,-1 0 1,0 0-1,0 0 1,0 0-1,0 0 1,-1-1-1,1 1-5,9-5-8,18-9 35,1 1 1,0 1 0,1 2-1,0 1 1,1 2-1,0 1 1,21-3-28,70 2-2387,-122 9 923,-2-3-2856,2-4 2427,-1 4 217,0-9-3978</inkml:trace>
  <inkml:trace contextRef="#ctx0" brushRef="#br0" timeOffset="-35665.505">2473 7973 6329,'0'0'6730,"0"0"-3544,0 0-1879,0 0-402,3 18 608,93 431 6086,-75-289-7025,-16-97-301,4-1 0,1 0 0,4-1 0,2 0 0,22 50-273,-21-77 0,-57-88-1678,25-10-1240,9 16-2514,5-6-5070</inkml:trace>
  <inkml:trace contextRef="#ctx0" brushRef="#br0" timeOffset="-32080.538">4063 8256 6857,'0'0'4168,"0"0"-1558,0 0-658,0 0-459,0 0-308,0 0 158,1 23 435,36 160 510,-12-131-2063,3 0-1,2-2 0,2-1 1,2-2-1,2-1 0,2-2 1,3-1-1,0-3 0,3-1 1,17 10-225,-76-87-206,1 5 159,2 0 1,1-2-1,1 1 0,3-1 0,0 0 1,3-1-1,0-15 47,-10-54-60,12 91 60,-8-65-23,-3 0-1,-3 1 1,-4 1 0,-3 1-1,-3 1 1,-4 2-1,-17-29 24,38 86-20,1 7 13,2-1 0,0 0 0,0 0-1,0 0 1,1-1 0,1 0 0,0 0 0,1 0 0,0 0 0,0 0-1,1-1 1,1 1 0,0-1 0,0 0 0,1 1 0,1-9 7,4 16-5,0 0 0,-1 0 0,1 1 1,1-1-1,-1 1 0,0 0 0,1 1 1,0-1-1,-1 1 0,1 0 1,0 1-1,0-1 0,0 1 0,0 1 1,1-1-1,-1 1 0,4 0 5,2-2 2,538-62 190,232-135 197,-778 200-335,1-1 0,-1 1 0,1 0-1,-1 0 1,1 0 0,-1 1 0,1-1-1,-1 1 1,0 0 0,0 1 0,0-1-1,0 1 1,0-1 0,-1 1 0,1 0-1,-1 1 1,0-1 0,0 0-1,0 1 1,0 0 0,0 0 0,-1 0-1,0 0 1,0 0 0,0 0 0,0 1-1,-1-1 1,0 0 0,1 1 0,-2-1-1,1 1 1,0 0 0,-1-1 0,0 1-1,0 0 1,0-1 0,-1 1-1,0 3-53,5 15 256,13 82 595,-14-72-686,2 0 0,1-1 0,1 1-1,2-1 1,2-1 0,0 0 0,6 7-165,-7-31-761,-22-27-1358,-14 3-1656,7 8-2368,-6 1-4242</inkml:trace>
  <inkml:trace contextRef="#ctx0" brushRef="#br0" timeOffset="-31535.531">4912 8341 5817,'0'0'2319,"0"0"1530,0 0-2180,0-22-908,-2-73-334,20 3 354,-10 60 815,-4-5 3670,-4 37-4109,0 10 40,6 15-916,1 1 1,1-1 0,1 0-1,1-1 1,1 0-1,1 0 1,2-2 0,0 1-1,1-2 1,1 0 0,1-1-1,1 0 1,1-2-1,0 0 1,1-1 0,1-1-1,22 13-281,259 170 639,-293-198-4103,-20-22 672,-11-55-8648,15 38 2848</inkml:trace>
  <inkml:trace contextRef="#ctx0" brushRef="#br0" timeOffset="-31205.96">5341 8099 3793,'0'0'4063,"0"0"2347,0 0-3532,0 0-1453,0 0-23,0 0 364,-16 14-193,8-7-1356,-3 2-1,2 0 0,-1 1 0,1 0 0,1 0 0,-1 1 1,2 0-1,0 0 0,0 1 0,1 0 0,-4 9-216,-219 484 3174,214-450-3695,61-97-10230,-20 11-478</inkml:trace>
  <inkml:trace contextRef="#ctx0" brushRef="#br0" timeOffset="-26024.667">7559 8421 6513,'0'0'4893,"0"0"-1162,0 0-1775,0 0-538,0 0 298,-13 0 2376,71 3-3361,0-2 1,1-3-1,-1-3 0,0-2 1,-1-3-1,47-14-731,-35 4 139,162-25-590,-163 32-7246,-32-1 1890</inkml:trace>
  <inkml:trace contextRef="#ctx0" brushRef="#br0" timeOffset="-24996.597">9633 7556 6793,'0'0'5440,"0"0"-2103,0 0-1129,0 0-312,0 0 55,0 0-546,1-4-550,4-1-823,-1 0 0,1 0 0,0 0 0,0 0 0,1 1 0,-1 0 0,1 0 0,0 1 0,0-1 0,0 1 0,0 1 0,1-1 0,-1 1 0,1 0 0,0 1 0,-1-1 0,1 1 0,0 1 0,0-1 0,0 1 0,0 0 0,-1 1 0,8 0-32,-9 2-1,1 0 0,0 0 0,-1 1 0,1 0 0,-1 0 0,0 0 0,-1 0 0,1 1 0,-1-1 0,1 1 0,-1 1 0,-1-1 0,1 0 0,-1 1 0,0 0 0,0 0 0,-1 0 0,0 0 0,0 0 0,0 0 0,0 1 0,-1-1-1,-1 0 1,1 1 0,-1-1 0,0 1 0,0-1 0,-1 1 0,1-1 0,-2 1 0,0 2 1,4 14 34,-2-1 0,0 1 0,-2 0 0,0-1 0,-2 1 0,0-1 0,-1 0 0,-2 0 0,0-1 0,-1 0 0,-1 0-1,-1 0 1,-1-2 0,-1 1 0,-1-1 0,0-1 0,-1 0 0,-6 4-34,20-21 1,-1 0 0,0 0-1,0 1 1,0-1 0,0 0 0,0 0-1,0 0 1,0 0 0,0 0 0,-1 0-1,1 0 1,0-1 0,-1 1-1,1 0 1,0-1 0,-1 1 0,1-1-1,-1 1 1,1-1 0,-1 0 0,1 1-1,-1-1 1,1 0 0,-1 0 0,1 0-1,-1 0 1,1-1 0,-1 1 0,1 0-1,-1-1 1,1 1 0,-1-1 0,1 1-1,-1-1 1,1 1 0,0-1 0,0 0-1,-1 0 1,1 0 0,0 0 0,0 0-1,0 0 1,0 0 0,0 0 0,0 0-1,0-1 1,0 1 0,0 0 0,1-1-1,-1 1 1,0 0 0,1-1 0,-1 1-1,1-1 1,0 1 0,-1-1 0,1 1-1,0-1 1,0 1 0,0-1 0,0 1-1,0-1 1,0 1 0,1-1 0,-1 1-1,0-1 1,1 1 0,0-1-1,-2-14-13,-1 13 14,1 0 0,0 0-1,0 1 1,1-1 0,-1 0 0,1 0 0,-1 0 0,1 0 0,0 0 0,0 0 0,0 1 0,0-1-1,0 0 1,1 0 0,0 0 0,-1 0 0,1 0 0,0 1 0,0-1 0,1 0 0,-1 1 0,0-1-1,1 1 1,0-1 0,-1 1 0,1 0 0,0 0 0,0 0 0,0 0 0,1 0 0,-1 0 0,0 0-1,1 1 1,-1-1 0,1 1 0,0 0 0,-1-1 0,1 1 0,0 1 0,0-1 0,0 0 0,-1 1-1,1-1 1,3 1-1,327 29 1011,-297-28-1112,91-8 538,-56-30-4025,-74 14-12549,-14 20 12815</inkml:trace>
  <inkml:trace contextRef="#ctx0" brushRef="#br0" timeOffset="-24681.379">9601 8373 8562,'0'0'1716,"0"0"3420,0 0-1958,0 0-716,0 0-330,0 0-415,8-4-402,54-18-816,1 3 1,1 3-1,0 2 1,48-2-500,21-7 221,-55 8-365,68-12 399,-48 11-3138,-95 16 1979,13-3-3366,-7-3-6310,-9 3 981</inkml:trace>
  <inkml:trace contextRef="#ctx0" brushRef="#br0" timeOffset="-23842.192">9824 8670 2761,'0'0'13264,"0"0"-7430,0 0-3996,0 0-1019,0 0-67,0 0-48,24-17-262,82-50-222,27 42-36,98 17-83,-315 6-1284,-169 15 842,245-11 402,1 0 0,0 0 1,0 0-1,0 1 0,0-1 0,0 2 1,1-1-1,-1 1 0,1 0 0,0 0 1,0 1-1,1 0 0,-1 0 0,1 0 1,0 1-1,1-1 0,-1 1 0,1 1 1,0-1-1,0 0 0,1 1 0,0 0 1,0 0-1,1 0 0,0 0 1,0 0-1,0 0 0,1 0 0,0 1 1,1-1-1,0 8-61,0 0 67,2 0 1,0 1 0,1-1 0,1 0-1,0 0 1,1 0 0,0-1-1,1 0 1,1 0 0,0 0-1,1-1 1,1 0 0,0 0-1,0-1 1,10 9-68,-1 3 36,-7-3-16,-6-26 174,-5 4-192,6-6-3,0 0 1,0 0-1,0 1 1,1 0 0,0 0-1,0 1 1,0 0-1,1 0 1,0 1-1,0 0 1,0 0-1,0 1 1,1 0 0,-1 0-1,6 0 1,-6-2-6,0 1 1,1 1-1,-1 0 0,1 0 0,0 0 0,0 1 1,0 1-1,0-1 0,0 1 0,0 1 1,0 0-1,0 0 0,1 1 0,-1 0 0,0 0 1,0 1-1,-1 1 0,1-1 0,0 1 1,-1 1-1,1 0 0,-1 0 0,0 0 0,0 1 1,-1 0-1,0 1 0,3 2 6,-2 11-7,-2 0 0,0 0 0,-1 1-1,-1 0 1,-1 0 0,-1 0 0,0 1 0,-2-1 0,0 0 0,-1 1-1,-3 11 8,2-19 7,0-1 0,-1 0-1,0 0 1,-1 0-1,0 0 1,0-1 0,-2 1-1,1-1 1,-2 0 0,1-1-1,-1 1 1,-1-1-1,0-1 1,0 1 0,-1-2-1,0 1 1,-1-1 0,0 0-1,0-1 1,-1 0-1,1-1 1,-11 4-7,-4 3 67,-1-2-1,0-1 1,0-2-1,-1 0 1,0-1-1,0-2 1,-1-1-1,1-1 1,-24-1-67,31-2-24,15 2 10,0-1 0,0-1-1,0 1 1,0-1 0,0 0-1,0 0 1,-1 0 0,1-1 0,0 0-1,0 0 1,0 0 0,0 0-1,0-1 1,1 0 0,-1 0 0,0 0-1,1-1 1,-1 0 0,1 0-1,0 0 1,0 0 0,0 0 0,0-1-1,1 0 1,-1 1 0,-2-5 14,-3-89-4933,11 47-3344</inkml:trace>
  <inkml:trace contextRef="#ctx0" brushRef="#br0" timeOffset="-18547.389">11032 7663 5369,'0'0'1733,"0"0"-1059,0 0 176,0 0 2189,0 0-450,-4-1-513,19 32 5677,69 76-6137,-70-91-991,76 96 361,-8-8-555,4-4-1,75 66-430,-137-147-1598,-41-43-3677,0 2 2909,-7-10-2391,1 0-856</inkml:trace>
  <inkml:trace contextRef="#ctx0" brushRef="#br0" timeOffset="-18250.551">11503 7638 7882,'0'0'1207,"0"0"3218,0 0-1846,0 0-1136,0 0-302,0 0 388,-18 17 275,9-8-1566,-100 139 1937,24 46-643,-9-4 0,-24 24-1532,112-199-155,8-14-8885,9-6 1430</inkml:trace>
  <inkml:trace contextRef="#ctx0" brushRef="#br0" timeOffset="-17113.6">11444 7144 8122,'0'0'749,"0"0"2033,0 0-1434,0 0-521,0 0 93,0 0 371,-6 5 79,-19 14-279,19-14-270,6-5 25,26-1 1208,174-35 129,-196 39-2171,0 0 0,0 0-1,-1 1 1,1-1 0,-1 1 0,0 0 0,0 0 0,0 0 0,-1 1 0,1-1-1,-1 1 1,0-1 0,0 1 0,-1 0 0,1 0 0,-1 0 0,0-1 0,0 1-1,-1 0 1,1 1 0,-1-1 0,-1 0 0,1 0 0,-1 0 0,1 0-1,-1 0 1,-1-1 0,1 1 0,-1 0 0,0 1-12,-49 98 400,44-95-359,1-1-1,0 1 0,1 0 1,0 0-1,0 1 1,1-1-1,1 1 0,-1 0 1,1 0-1,1 1 0,0-1 1,1 1-1,0-1 1,0 8-41,73 3 326,102-34 349,-77 17-5881,-68 1 383,10-1-5378</inkml:trace>
  <inkml:trace contextRef="#ctx0" brushRef="#br0" timeOffset="-7134.192">12296 7768 6857,'0'0'1601,"0"0"2140,0 0-1237,0 0-840,0 0-445,-5-9-258,-15-25-133,21 46 3464,10 58-3372,20 42-304,4-2 1,5-2 0,5-1-1,5-2 1,13 14-617,-37-86 75,-26-55 74,2-153-630,3 36 126,-7-1-1,-5 1 0,-6 0 0,-7 1 1,-12-32 355,-3 88-102,35 81 104,0 0 2,0 1-23,0 0-42,0 0 37,0 0 5,0 0 7,0 0-3,27 1 29,70 5 22,0-3 0,-1-5 1,1-4-1,88-18-36,-91 13 79,-1-2 69,-2-3-1,0-4 1,-1-4 0,43-20-148,-128 41 21,0 0 0,-1 1 1,1 0-1,0 0 0,0 0 1,0 0-1,0 1 0,0 0 1,0 0-1,1 0 0,-1 1 1,0-1-1,1 1 0,-1 1 1,0-1-1,0 1 0,1 0 1,-1 0-1,0 0 0,0 1 1,0 0-1,0 0 0,0 0 1,-1 0-1,1 1 0,2 2-21,1 9 55,-1 0 0,0 1-1,-1 0 1,-1 0 0,0 1-1,-2-1 1,1 1 0,-2 0-1,1 16-54,22 86 533,-17-104-387,-9-14-210,1 0-1,0 1 1,-1-1 0,1 0 0,-1 0-1,1 0 1,0 0 0,-1 0 0,1 0 0,0 0-1,-1 1 1,1-1 0,0 0 0,-1 0-1,1 0 1,0 1 0,-1-1 0,1 0 0,0 1-1,0-1 1,-1 0 0,1 0 0,0 1 0,0-1-1,0 1 1,0-1 0,-1 0 0,1 1-1,0-1 1,0 0 0,0 1 0,0-1 0,0 0-1,0 1 1,0-1 0,0 1 0,0-1-1,0 0 1,0 1 0,0-1 0,0 1 0,0-1-1,0 0 1,0 1 0,1-1 0,-1 0-1,0 1 1,0-1 0,0 0 0,1 1 0,-1-1-1,0 0 1,0 1 0,1-1 0,-1 0 0,0 0 64,-14-7-5912,0-1-3353</inkml:trace>
  <inkml:trace contextRef="#ctx0" brushRef="#br0" timeOffset="-5510.589">13051 7759 7378,'0'0'929,"0"0"1576,0 0 471,0 0-762,0 0-826,0 0-175,-5-4 179,-5-7 1662,51 41-1646,390 411 2490,-318-359-3807,-113-82-150,0 0-263,-28-92-14770,16 59 8144</inkml:trace>
  <inkml:trace contextRef="#ctx0" brushRef="#br0" timeOffset="-5071.674">13581 7688 6737,'0'0'5422,"0"0"-3054,0 0-1162,0 0-249,0 0 174,0 0-73,-13 0-245,4-1-631,6 0-128,0 1-1,1-1 1,-1 1-1,0-1 1,0 1-1,0 0 1,0 1-1,0-1 1,0 0-1,0 1 1,0-1-1,0 1 1,0 0 0,1 0-1,-1 0 1,0 1-1,1-1 1,-1 0-1,1 1 1,-1 0-1,1 0 1,0-1-1,-1 2 1,1-1-1,0 0 1,0 0-1,1 1-53,-308 519 6131,251-395-5647,57-127-463,1 0 22,-6-38-1554,3 14-2479,0 11-2248</inkml:trace>
  <inkml:trace contextRef="#ctx0" brushRef="#br0" timeOffset="-56697.329">12201 3467 7666,'0'0'353,"0"0"-53,0 0 826,0 0 1280,0 0-483,0 0-240,-11 2-262,-31 6 13,30-10 3595,40 403-83,10-52-3956,-42-376-11511,-8-31 2857,-8 11 1896,-3 3 3477</inkml:trace>
  <inkml:trace contextRef="#ctx0" brushRef="#br0" timeOffset="-56370.839">11943 3850 7602,'0'0'1551,"0"0"3746,0 0-2639,0 0-1431,0 0-47,0 0 652,13 20-278,207 296 456,-215-309-1990,0-1 1,1 1-1,0-1 1,0 0-1,0-1 1,1 1-1,0-1 1,0 0-1,0-1 1,1 0-1,-1 0 1,1-1 0,0 0-1,0 0 1,1-1-1,-1 0 1,0 0-1,1-1 1,-1 0-1,1 0 1,-1-1-1,1 0 1,5-1-21,-7-3 12,-1 1-1,1-1 1,-1 0 0,0 0 0,0-1-1,0 0 1,-1 0 0,0 0 0,0 0-1,0-1 1,-1 0 0,0 0 0,0-1-1,0 1 1,-1-1 0,3-6-12,23-32-26,101-81-1518,-62 104-8861,-59 24 5355,-6 8 2417</inkml:trace>
  <inkml:trace contextRef="#ctx0" brushRef="#br0" timeOffset="-54764.491">11742 5205 6305,'0'0'1571,"0"0"1374,0 0-1713,0 0-884,-19-2-116,-9-1-14,-71-3 2709,126 24 4640,37 80-6067,89 199 924,-96-178-2134,5-3 1,4-2 0,16 10-291,-5-24-67,-76-151-192,-45-195-951,18 136 1003,-24-168 121,-63-244-34,43 302 206,122 217-101,178 41 94,-109-35-96,0-4 0,0-6 0,0-6 0,-1-4 0,52-18 17,50-5 31,644-114 128,-330 64 557,-471 153 1134,-65-63-1847,0 5 211,-3-4-9338,-10-1-3044</inkml:trace>
  <inkml:trace contextRef="#ctx0" brushRef="#br0" timeOffset="-54017.856">12869 5332 6313,'0'0'2317,"0"0"2608,0 0-2379,0 0-1405,0 0-106,-14 24 726,-91 162 1625,88-150-2894,-10 14-144,3 1 0,2 1-1,2 1 1,3 1 0,-11 55-348,24-125-14141,2-13 8619,-4-9 2395</inkml:trace>
  <inkml:trace contextRef="#ctx0" brushRef="#br0" timeOffset="-53752.697">12590 5431 6633,'0'0'7922,"0"0"-5921,0 0-289,0 0 568,123 138-95,-90-94-1017,-1 0-488,-1 0-440,-4-2-120,-1-7-104,0-7-32,-1-10 16,1-5 0,-3-7 0,0-6-416,1-2-1040,-10-17-3313,-5-4-2433</inkml:trace>
  <inkml:trace contextRef="#ctx0" brushRef="#br0" timeOffset="-53175.855">13027 5075 6385,'0'0'1781,"0"0"1578,0 0-1246,0 0-326,0 0-364,0 0-124,1-4-159,6-1-912,1 0 0,-1 0 0,0 0 1,1 1-1,0 1 0,0-1 0,0 1 0,1 0 1,-1 1-1,1 0 0,-1 0 0,1 1 0,0 0 1,0 1-1,-1 0 0,1 0 0,5 1-228,52-1 471,-61 34-479,-126 98 63,110-121-17,5-7 58,1 0-1,-1 1 1,1-1 0,0 1-1,0 0 1,0 1 0,1-1 0,0 1-1,0 0 1,0 0 0,1 1-1,-1-1 1,2 1 0,-1-1-1,1 1 1,0 0 0,0 0-1,1 0 1,0 0 0,0 0 0,1 0-1,0 1 1,0 0-96,4-5 58,1 1 0,-1-1-1,1 0 1,0-1 0,0 1 0,0-1 0,0 0-1,1 0 1,-1 0 0,0-1 0,1 0 0,-1 0 0,1 0-1,-1-1 1,1 0 0,0 0 0,-1 0 0,1-1 0,4 0-58,2 0 61,108 1 419,-121 0-520,1 0 0,-1-1 0,1 1 0,-1 0-1,1 0 1,-1 0 0,1-1 0,0 1 0,-1 0 0,1 0-1,-1-1 1,1 1 0,-1 0 0,1-1 0,0 1 0,-1-1 0,1 1-1,0 0 1,-1-1 0,1 1 0,0-1 0,0 1 0,0-1-1,-1 1 1,1-1 0,0 1 0,0-1 0,0 1 0,0-1-1,0 1 1,0-1 0,0 1 0,0-1 0,0 1 0,0-1 0,0 1-1,0-1 1,0 0 0,0 1 0,1 0 0,-1-1 0,0 1-1,0-1 1,1 1 0,-1-1 0,0 1 0,0-1 0,1 1-1,-1 0 1,1-1 0,-1 1 0,0 0 0,1-1 40,-60 1-6161,20 10-1058,13 2-411</inkml:trace>
  <inkml:trace contextRef="#ctx0" brushRef="#br0" timeOffset="-52597.355">13772 5152 6705,'0'0'5694,"0"0"-2616,-11 18-1062,-299 487 5946,310-505-7963,-11 16-80,2 1 0,0 1 0,1-1 0,1 1 0,0 1 0,2-1 0,0 1 0,1 0 0,-1 10 81,5-28-2202,1-6-2348,11-53-7402,-9 23 9780</inkml:trace>
  <inkml:trace contextRef="#ctx0" brushRef="#br0" timeOffset="-52287.338">13425 5190 6249,'0'0'7761,"0"0"-4715,0 0-1114,15 22 226,90 137 1156,-49-57-1692,-32-55-1355,2-1 1,2-1 0,2-2 0,2 0 0,19 18-268,1-26-411,-52-46-2487,-58-154-16622,35 111 17144</inkml:trace>
  <inkml:trace contextRef="#ctx0" brushRef="#br0" timeOffset="-51738.667">13754 4989 8330,'0'0'1256,"0"0"1347,0 0-958,0 0-370,0 0-302,0 0-107,-5-15-104,-11-46-92,17 58-592,-1 1 0,1-1 0,0 0 1,0 0-1,0 1 0,0-1 0,0 0 0,0 1 1,1 0-1,-1-1 0,1 1 0,0 0 0,-1-1 0,1 1 1,0 0-1,1 0 0,-1 1 0,0-1 0,0 0 0,1 1 1,-1-1-1,1 1 0,-1 0 0,1 0 0,0 0 1,-1 0-1,1 0 0,0 1 0,0-1 0,0 1 0,-1 0 1,1-1-1,0 1 0,0 1 0,0-1 0,0 0 0,-1 1 1,1-1-1,0 1 0,0 0-78,0-1 183,3 1-135,-1 1 1,0-1-1,0 1 0,1 0 0,-2 1 1,1-1-1,0 1 0,0 0 1,-1 0-1,1 1 0,-1-1 1,0 1-1,0 0 0,-1 0 1,1 0-1,-1 0 0,0 1 0,0-1 1,0 1-1,-1 0 0,1 0 1,-1 0-1,0 0 0,-1 0 1,1 1-1,-1-1 0,0 1 1,0-1-1,-1 0 0,0 1 0,0-1 1,0 1-1,-1-1 0,1 1 1,-1-1-1,0 0 0,-1 1 1,0-1-1,1 0 0,-2 0 1,1 0-1,0 0 0,-1 0 0,0-1 1,-3 4-49,-89 149 2139,94-156-2129,0 0 0,1 0 1,-1 1-1,1-1 0,0 0 0,-1 1 0,1-1 1,0 0-1,0 1 0,-1-1 0,1 0 1,0 1-1,0-1 0,1 0 0,-1 1 0,0-1 1,0 0-1,1 1 0,-1-1 0,1 0 1,-1 0-1,1 1 0,-1-1 0,1 0 0,0 0 1,-1 0-1,1 0 0,0 0 0,0 0 1,0 0-1,0 0 0,0 0 0,0 0 0,0-1 1,0 1-1,1 0 0,-1-1 0,0 1 1,0 0-1,1-1 0,-1 0 0,0 1 0,0-1 1,1 0-1,-1 0 0,0 1 0,1-1-10,78 1 179,-56-3-103,77-20 740,-119 40-6492,19 5-7325,4-12 6933</inkml:trace>
  <inkml:trace contextRef="#ctx0" brushRef="#br0" timeOffset="-51129.954">14322 5087 4865,'0'0'8929,"0"0"-5074,0 0-2372,0 0-424,0 0 909,10 19 92,141 197 1471,241 148-1369,-372-367-14339,-18-58 3805,-2 48 5782,0-21 314</inkml:trace>
  <inkml:trace contextRef="#ctx0" brushRef="#br0" timeOffset="-50818.323">14778 5064 5705,'0'0'8562,"0"0"-5515,0 0-2046,0 0-48,-21 16 986,-4 0-1254,13-9-433,1 0 1,1 1-1,-1 0 0,1 1 0,1 0 0,0 0 0,0 1 0,1 0 0,0 1 0,0 0 0,0 2-252,-41 65 1007,3 2 0,4 2 0,3 2 0,3 6-1007,18 26-664,14-109-2124,-4-7-3583,5 0 2244,-3 0-7583</inkml:trace>
  <inkml:trace contextRef="#ctx0" brushRef="#br0" timeOffset="-49713.069">14247 4486 6849,'0'0'782,"0"0"-375,0 0 136,0 0 1354,0 0-391,0 0-421,8 9 97,-5-5-1013,0-1 0,1 1 0,-1-1 1,1 0-1,0 0 0,0 0 0,0 0 0,0-1 0,0 0 1,1 0-1,-1 0 0,1 0 0,-1 0 0,1-1 0,0 0 0,-1 0 1,1 0-1,0-1 0,0 0 0,0 0 0,0 0 0,0 0 0,-1-1 1,2 0-170,255-95 5574,-201 78-5143,2 3 0,0 3-1,0 3 1,1 2 0,0 3 0,6 3-431,78-21 128,-145 22-100,0 1 1,-1-1-1,1 1 1,-1 0 0,1 0-1,-1 0 1,1 0-1,-1 0 1,1 0-1,-1 0 1,0 0 0,0 1-1,1-1 1,-1 1-1,0-1 1,0 0 0,0 1-1,-1 0 1,1-1-1,0 1 1,-1-1-1,1 1 1,-1 0 0,1 0-1,-1-1 1,0 1-1,1 0 1,-1 0 0,0-1-1,0 1 1,-1 0-1,1 0-28,2 6 81,37 427 1914,-38-423-1975,2 9 191,-2-31-201,14-72-3174,-7 53-443,1-12-6120</inkml:trace>
  <inkml:trace contextRef="#ctx0" brushRef="#br0" timeOffset="-13283.317">12885 6296 6753,'0'0'6018,"0"0"-2950,0 0-1361,0 0-588,0 0 148,0 0 100,0-7 184,-14 141 907,20-140-2346,232-219-123,-132 128-2839,-4-1-4834,-44 36-3590</inkml:trace>
  <inkml:trace contextRef="#ctx0" brushRef="#br0" timeOffset="-12435.155">13700 6166 6161,'0'0'1294,"0"0"-841,0 0-318,0 0 344,0 0 1235,-20 1-74,14 1 5988,-7 63-4096,-15 149-1473,28-214-2015,7-4 341,81-138-85,81-22-4215,-112 112-1494</inkml:trace>
  <inkml:trace contextRef="#ctx0" brushRef="#br0" timeOffset="-6443.671">15271 5295 2633,'0'0'4881,"0"0"-4353,0 0 2488,0 0-1255,0 0-921,0 0-432,0 0-312,-4 2 208,4-2-224,0 0-8,-3 0-72,-1 0-832,-3 6-4321</inkml:trace>
  <inkml:trace contextRef="#ctx0" brushRef="#br0" timeOffset="4910.508">1532 7653 8042,'0'0'911,"0"0"2429,0 0-651,0 0-1146,0 0-658,0 0-296,-19 9 88,-2 0-431,-87 64 1260,84-47-1236,2 1 0,1 1-1,1 1 1,1 1 0,2 0-1,1 1 1,1 1 0,2 1-1,1 0 1,2 1 0,1 0-1,2 0 1,1 1 0,1 13-270,3-28 19,1 0 1,1 0 0,1 0-1,1 0 1,1 0-1,0-1 1,2 1 0,0-1-1,1 0 1,5 10-20,203 315 1665,-164-277-1432,-3 2-1,-4 2 0,-3 1 1,-2 2-1,-1 11-232,10 67-23,-6 2 0,14 126 23,-21-109 17,-17-54 12,-4 0 0,-5 1 1,-7 78-30,-1-195 0,0 0-1,0 1 1,0-1 0,1 0-1,-1 0 1,0 0 0,1 1-1,-1-1 1,0 0 0,1 0-1,0 0 1,-1 0 0,1 0-1,0 0 1,-1 0 0,1 0-1,0 0 1,0 0 0,0 0-1,0 0 1,0-1 0,0 1-1,0 0 1,0-1 0,0 1-1,0-1 1,0 1 0,0-1-1,0 1 1,1-1 0,-1 0-1,0 0 1,0 1 0,0-1-1,1 0 1,-1 0 0,0 0-1,0 0 1,1 0 0,-1-1-1,0 1 1,0 0 0,0-1-1,1 1 1,-1-1 0,0 1-1,0-1 1,0 1 0,0-1 0,58-29-16,270-249-1811,-289 254 1822,1 3 1,2 1 0,0 2-1,1 2 1,1 1 0,0 3-1,1 2 1,1 2-1,-1 2 1,1 1 0,28 2 4,381 22 61,-256-3 504,1-9 0,57-11-565,-120-9 458,-2-6 0,118-34-458,-137 26-22,2 5 1,0 6-1,1 4 0,8 5 22,-87 8-1,0 1 0,0 2-1,0 2 1,-1 1 0,28 9 1,169 48 23,2-10 1,3-11 0,1-10-1,15-10-23,146-18 66,-328-13-56,-2-3 0,0-4 1,0-3-1,-2-4 1,0-2-1,-2-3 1,14-11-11,157-58 28,-221 90-26,1 0-1,0 0 1,-1 2 0,2 1 0,-1 1-1,0 0 1,1 2 0,0 0-1,-1 2 1,1 0 0,-1 1 0,1 1-1,-1 2 1,0 0 0,-1 1 0,1 1-1,1 1-1,551 255-58,-491-230 49,3-4 1,0-4-1,1-4 1,2-3 0,-1-4-1,2-4 1,2-3 8,-17-7 25,-1-3 1,0-2-1,0-5 0,0-2 1,30-11-26,878-246 272,-716 182-350,-186 56 63,2 4 1,0 3-1,2 4 0,0 4 1,1 3-1,6 4 15,-51 7 5,1 3 0,-1 1 0,0 2 0,1 1-1,-2 3 1,1 1 0,-1 1 0,4 4-5,43 18-4,3 2-6,1-3 0,2-5 1,42 5 9,104 8 25,-234-76 91,-3 37-116,-1-10 4,0 1 0,0-1 0,1 1-1,1-1 1,0 1 0,0-1 0,1 1 0,0 0 0,1-1-1,0 1 1,0 0 0,1 0 0,0 1 0,0-1 0,1 1 0,0 0-1,1 0 1,4-5-4,28-17 8,0 2-1,2 2 0,1 1 1,1 2-1,1 2 1,0 2-1,2 1 0,0 3 1,1 2-1,1 1 1,28-2-8,33-9 9,0 4 1,1 6-1,0 4 1,1 4-1,0 6 1,0 4-1,4 6-9,220 12-21,-330-23 21,0 1-1,0-1 1,0 0-1,0 0 1,0 0-1,-1 0 1,1-1 0,0 0-1,0 1 1,0-2-1,-1 1 1,1 0-1,0-1 1,-1 1 0,1-1-1,-1 0 1,0 0-1,1-1 1,-1 1-1,0-1 1,0 1-1,-1-1 1,1 0 0,-1 0-1,1 0 1,-1 0-1,0-1 1,0 1-1,0-1 1,-1 1 0,1-1-1,-1 1 1,0-1-1,0 0 1,0 0-1,0 0 1,-1 0 0,0 1-1,1-1 1,-2-3 0,-2-19-9,-1 0 0,-1 0 0,-1 1 0,-2 0 0,0 0 0,-2 1 1,-1 0-1,0 1 0,-2 0 0,-1 0 0,0 2 0,-2 0 0,0 0 0,-12-9 9,-28-45-5,26 37 6,1-1 1,2-1-1,2-2 0,1 0 0,3-2 0,1 0 0,2-1 0,2-1 0,3-1 0,1 0 1,3-1-1,-1-17-1,7 12 73,2-1 0,3 0 0,2 1 0,2-1 0,3 1 0,11-34-73,6 2 39,-10 39-30,-2 0 0,-3-1 0,-1-1 1,-2 0-1,-2 0 0,-3-6-9,-5 21-7,-1 0 0,-2 1-1,-2 0 1,0 0 0,-3 1 0,-11-28 7,-10-35-12,-4-175-40,19 88 40,2 72 100,-47 102 96,-69 13-208,98-2 23,1-1 0,-1-2 0,0-1 1,0-2-1,0-1 0,1-2 0,-1 0 0,-28-11 1,19 5 0,-1 2 0,0 2 0,0 2 0,0 1 0,-1 2 0,0 2-1,-28 5 1,-35-3 5,-36-1-12,0-7 0,-97-18 7,86 3 26,-2 7 1,-111 5-27,224 14-14,0 1 1,1 2-1,0 2 0,1 2 0,0 2 0,1 1 1,1 2-1,0 2 0,-4 5 14,-59 23-7,88-43 9,0-1 0,0-1 0,-1 0 0,1-1 0,-1 0 0,0-1 0,1-1 0,-1 0 0,1-1 0,-1 0 0,-8-4-2,-35-3-6,-822-43-152,253 12 92,573 40 50,0 2 0,0 2-1,1 3 1,0 2-1,0 2 1,0 2 0,1 3 16,-354 150 25,372-160-19,-1 0 1,0-3-1,0-1 1,0-1-1,0-2 0,0-1 1,0-2-1,-14-4-6,-130-7 21,176 15-21,-103-2-125,1 4 1,-1 5-1,1 5 0,-80 20 125,-297 98-795,424-123 795,0-4 0,0-1 0,0-4-1,-1-1 1,2-4 0,-1-1 0,1-3-1,-26-10 1,-209-30 33,236 43-42,-1 2 0,0 2 0,0 3 0,1 3 0,-1 2 0,0 2 0,1 3 0,0 2 0,1 2 0,1 3 0,0 2 0,-2 4 9,53-20-7,0 0 1,-1-1-1,1 1 0,0 0 1,-1-1-1,0 1 0,1-1 1,-1 0-1,0 0 0,1 0 1,-1 0-1,0 0 0,0-1 1,0 1-1,0-1 0,1 0 1,-1 0-1,0 0 0,0 0 1,0 0-1,0-1 0,0 1 1,0-1-1,1 0 0,-1 0 1,0 0-1,0 0 0,1 0 1,-1-1-1,1 1 0,-1-1 1,1 0-1,0 1 0,0-1 1,-1-1 6,-24-13 0,-1 1 0,0 2-1,-1 0 1,0 2 0,-1 2 0,0 0 0,-1 2 0,0 1 0,0 2 0,0 0 0,-1 3 0,1 0 0,0 2-1,-1 2 1,-22 4 0,-21 3 36,0 3 0,1 4 0,0 2 0,-27 14-36,-49 34-170,72-68 224,-239-105-112,218 107-59,-1 4 0,1 5 0,1 4 0,0 4 0,-78 26 117,164-41-9,-151 47-79,52-79 6,40 10 56,0 4 1,0 3 0,-2 3-1,1 3 1,-1 3 0,0 3-1,-4 4 26,24 0 1,1 1-1,-1 3 1,2 2-1,-1 3 0,2 1 1,0 3-1,1 2 1,0 3-1,-19 12 0,21-3-69,2 1 0,1 2-1,2 3 1,-26 28 69,-13 11-1347,-6-71 1135,7 1-1041,29 9-4024,24-2-1291</inkml:trace>
  <inkml:trace contextRef="#ctx0" brushRef="#br0" timeOffset="39930.574">697 1283 6969,'0'0'1091,"0"0"1059,0 0-782,0 0-557,0 0-337,-17-13 4053,29 101 4201,30 56-8587,-19-71 734,379 1083 1707,-81-193-1932,-295-856-602,-4 1 0,-5 0-1,1 78-47,-4-56-62,-11-129 14,0 0 1,-1 0-1,1 0 1,0 0-1,0 0 1,0-1-1,0 0 1,1 1-1,-1-1 1,0 0-1,0 0 1,0-1-1,0 1 1,0-1 0,0 1-1,0-1 1,0 0-1,0 0 1,-1-1-1,1 1 1,0 0-1,0-1 1,0 0 47,2 0-94,147-40-90,-69 6 146,1 4 0,2 4 0,0 4 0,2 3 0,1 5 0,0 3 0,18 3 38,19 0 1,0-5-1,-1-5 1,29-13-1,96-17-2,1548-284 34,-1570 299-32,18-2 8,177-53-8,-49 12 42,-182 33-47,161 15-93,147 14 98,-459 19 5,0 2 1,0 1-1,0 3 0,-1 1 1,-1 2-1,23 11-5,96 26 8,180 74 48,-301-110-59,0-1-1,0-2 0,1-1 1,0-2-1,1-2 1,2-1 3,144 26-27,-101-12 3,1-3-1,1-5 1,0-3 0,36-4 24,118 47-23,30-48 8,-71-17-42,-158 9 48,-4 2 14,0-1 0,0-2 0,0-2-1,-1-1 1,-1-2 0,0-1 0,-1-2-1,0-1 1,-1-1 0,19-15-5,-18 7-16,-2 0 0,0-3 0,-2 0 1,-2-2-1,0-1 0,-2-1 0,6-12 16,41-82 39,203-74-54,-238 182 24,1 2 1,0 2-1,1 1 0,0 2 0,1 2 1,0 2-1,36-1-9,62-14 19,226-75-22,-329 92 11,0 1 0,1 2 0,-1 2 0,0 1 0,0 2 0,0 2-1,0 1 1,0 1 0,3 4-8,36 0-27,2-3-1,0-4 1,-1-3 0,22-4 27,32 0 0,72-5 22,-1-10 1,31-13-23,-213 28 0,1015-96 1,-679 76-30,142 17 29,-443 6-4,81-7 62,-1-5 0,99-24-58,10-1-39,-184 31 32,-1-3 0,-1-2 0,0-3 0,52-19 7,-105 28 2,0 1 0,-1-1 0,0 1-1,1-1 1,-1 0 0,-1 0-1,1-1 1,-1 1 0,0-1-1,0 1 1,-1-1 0,1 1-1,-1-1 1,0 0 0,-1 0-1,0 1 1,0-1 0,0 0-1,0 0 1,-1 0 0,0 1-1,0-1 1,-2-5-2,1-23 7,3-486 43,-68 265-65,15 91 56,17-45 1,31 163-40,-2-1 0,-3 1 1,-1 1-1,-2-1 0,-2 2 0,-2 0 0,-18-34-2,-4 12-15,16 31-1,2-1 0,1-1 0,2-1 0,1-1 0,3 0 0,0-4 16,4 2-13,6 18 12,-1-1-1,0 1 0,-2 0 1,-1 0-1,0 0 0,-2 1 0,0 0 1,-2 1-1,0 0 0,-2 1 1,0 0-1,-1 1 0,-1 0 1,-1 1-1,-16-14 2,14 24-6,-1 0-1,1 1 1,-2 1 0,1 1-1,-1 1 1,1 1 0,-1 0-1,0 1 1,0 2 0,-1 0-1,1 1 1,-17 3 6,-11-2-11,-453 25 14,-615 4-222,-39 0-50,-37 45-1668,221-72 1839,825 4 86,0 6 1,0 7 0,-33 14 11,-28 2-6,-101 16 8,-768 108 68,-700 67 183,299-10-122,348-53-66,-265-4 204,1069-130-186,-353-5 245,134-39-343,543 13 42,1 0-56,0 3 13,-1 26 16,-1 1 0,-1-1 1,-1 0-1,-2-1 0,-1 1 1,-1-1-1,-1 0 0,-2-1 0,-8 16 0,-16-78-137,248 51-8134,-114-11-183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42:19.56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 48 16436,'0'0'3556,"0"0"-1997,0 0-959,0 0-79,0 0 16,0 0-12,0 18-7,-4 259 1034,4-272-1527,0 0-1,0 0 0,1 0 1,0 1-1,0-1 1,0 0-1,1 0 1,0 0-1,0-1 0,0 1 1,1 0-1,-1-1 1,1 1-1,0-1 0,0 0 1,1 0-1,-1 0 1,1 0-1,0-1 0,0 1 1,0-1-1,0 0 1,1 0-1,-1-1 1,1 1-1,-1-1 0,1 0 1,0 0-1,0-1 1,0 0-1,0 1 0,1-2 1,-1 1-1,0 0 1,0-1-1,0 0 1,1 0-1,-1-1 0,4 0-24,23 2-245,-1 0 0,0-2-1,1-1 1,-1-2-1,0-1 1,-1-1 0,7-4 245,16-33-6620,-45 26 2124</inkml:trace>
  <inkml:trace contextRef="#ctx0" brushRef="#br0" timeOffset="312.621">189 0 14475,'0'0'2686,"0"0"-876,0 0-7,7 25-43,45 161 1179,103 358 717,-150-508-3993,-6-32-3431,-1-5-3815,-7-12-5665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42:18.34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439 2 15483,'0'0'2458,"0"0"-1216,0 0-811,-9 22 157,-120 345 4453,25-59-4005,69-192-1145,18-145-7218,10-1 1711</inkml:trace>
  <inkml:trace contextRef="#ctx0" brushRef="#br0" timeOffset="279.312">1 161 12043,'0'0'2892,"0"0"-731,0 0-617,0 0-162,0 0 102,0 0-374,8 6-221,405 353 2943,-227-241-5146,-173-114-1666,-4-7-2830,-3-5 179</inkml:trace>
  <inkml:trace contextRef="#ctx0" brushRef="#br0" timeOffset="591.547">920 0 17108,'0'0'4207,"0"0"-2229,0 0-1198,0 0 7,6 19 412,63 291 1496,-63-273-2684,0 1-1,3-1 1,1-1 0,2 0-1,1 0 1,2-1 0,16 27-11,-25-45-686,-8-15-8821,-9-9 2385</inkml:trace>
  <inkml:trace contextRef="#ctx0" brushRef="#br0" timeOffset="859.615">653 425 5817,'0'0'2445,"0"0"2663,0 0-2196,0 0-1083,0 0-268,0 0 249,25-2-350,153-8 575,90-18 874,-96-23-8293,-147 42-2211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42:17.30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1 701 11498,'0'0'2453,"0"0"-726,0 0-956,0 0-286,0 0 223,0 0 262,9-26 3946,12-33-4613,-3-1 1,-3 0-1,-2-1 1,-3 0 0,-2-1-1,-4 0 1,-2 0-1,-4-45-302,1 80 69,2 74 37,1 0 0,3-1 0,1 1 1,3-1-1,4 12-107,-9-43 30,1 1 0,0-1 0,1 0 1,0 0-1,1 0 0,1-1 0,0 0 1,1-1-1,1 1 0,0-2 0,1 0 0,0 0 1,0-1-1,2 0 0,-1-1 0,1 0 0,3 0-30,-11-6 9,1-1 0,-1 1 0,1-1 0,0 0 0,0-1 0,1 0 0,-1 0 0,0 0 0,1 0 0,-1-1 0,1 0 0,0-1 0,-1 0 0,1 0 0,0 0 0,-1 0 0,1-1 0,-1-1 0,1 1 0,-1-1 0,0 0 0,1 0 0,-1-1 0,0 1 0,0-1 0,-1-1 0,1 1 0,-1-1 0,1 0 0,-1 0 0,0-1 0,-1 0 0,1 1 0,-1-2 0,0 1 0,0 0 0,-1-1 0,1 0 0,-1 1 0,0-2 0,1-4-9,3-22-5,-1 0 1,-2 0-1,-1 0 1,-2 0 0,-1-1-1,-2 1 1,-3-20 4,-43-168-100,49 274-223,6-9 349,3 1-1,1-2 1,2 1-1,2-2 1,2 0-1,2-1 1,20 33-26,-30-59 30,1-2 0,0 1 0,1-1 0,0-1 0,1 0 0,0-1 0,1 0 0,1-1 0,-1 0 0,2-1 0,-1-1 0,1 0 0,0-1 0,1-1 0,0 0 0,0-1 0,0 0 0,0-2 0,1 0 0,-1-1 1,1 0-1,0-1 0,14-2-30,-22 1-64,115-18 454,-122 17-516,1-1 0,-1 1 0,1-1 0,-1 0 0,0 0-1,1 0 1,-1 0 0,0 0 0,0 0 0,0-1 0,-1 1-1,1 0 1,-1-1 0,1 0 0,-1 1 0,0-1 0,0 0 0,0 0-1,0 0 1,0 0 0,-1 0 0,1 0 0,-1 0 0,0 1-1,0-4 127,0-15-3215,0 1-2344</inkml:trace>
  <inkml:trace contextRef="#ctx0" brushRef="#br0" timeOffset="434.669">1351 117 12275,'0'0'2659,"0"0"-919,0 0-131,0 0 444,0 0 153,0 0-377,19 4-321,195 13 943,63-69-1900,-308 64-6354,1 3-71</inkml:trace>
  <inkml:trace contextRef="#ctx0" brushRef="#br0" timeOffset="699.628">1425 387 12467,'0'0'2416,"0"0"-1006,0 0-122,0 0 418,0 0 480,0 0-463,19 3-374,20 3-848,0-2-1,0-1 1,0-2-1,0-2 1,1-1 0,8-4-501,41-10-339,-50 10-2523,-1-1-4722,-17 3-2939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42:37.49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282 1 7826,'0'0'3095,"0"0"-855,0 0-551,0 0-240,0 0-155,0 0-206,0 37 1549,3 20-1727,3 0 0,2 0 0,3-1 1,2-1-1,2 0 0,19 43-910,-25-76-70,5 17 263,-11-14-3258,-3-24-1078,-4-1-1188</inkml:trace>
  <inkml:trace contextRef="#ctx0" brushRef="#br0" timeOffset="468.842">0 401 12187,'0'0'2533,"0"0"-1115,0 0-411,0 0 224,0 0 249,0 0-185,24 11-399,171 90 497,14-1-650,-206-99-761,0 0 0,0-1 0,0 0 0,0 1 0,0-1 1,0 0-1,1-1 0,-1 1 0,0-1 0,0 1 1,0-1-1,0 0 0,0 0 0,0 0 0,-1 0 0,1-1 1,0 1-1,0-1 0,-1 0 0,1 0 0,-1 0 1,0 0-1,1 0 0,-1 0 0,0-1 0,0 1 0,-1-1 1,1 1-1,0-1 0,-1 0 0,1 1 0,-1-1 1,0 0-1,0 0 0,0 0 0,-1 0 0,1-2 18,14-25-55,-7 16-113,50-59-3245,-46 72 155,-9 1 344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42:32.91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39 556 1584,'0'0'7522,"0"0"-4400,0 0 163,0 0-1553,-19 7 351,13 19-1656,1 1-1,1 0 0,1 0 1,2 0-1,1 0 0,1 0 1,3 18-427,-1-37 52,0 1 1,0-1 0,1 1-1,0-1 1,1-1-1,0 1 1,0 0 0,0-1-1,1 0 1,0-1 0,1 1-1,-1-1 1,1 0-1,1-1 1,-1 0 0,1 0-1,0 0 1,0-1 0,0 0-1,0-1 1,1 0-1,0 0 1,-1-1 0,1 0-1,0 0 1,0-1 0,0 0-1,0-1 1,0 0-1,0 0 1,0-1 0,0 0-1,0-1 1,0 0 0,7-2-54,-8 2 9,-1 1 0,0-1-1,0 0 1,0-1-1,0 1 1,0-2-1,-1 1 1,1-1 0,-1 0-1,0 0 1,0 0-1,0-1 1,-1 0-1,1 0 1,-1-1-1,0 1 1,-1-1 0,1 0-1,-1-1 1,-1 1-1,1-1 1,-1 1-1,0-1 1,0 0-1,-1 0 1,0 0 0,-1-1-1,1 1 1,-1 0-1,0-1 1,-1 1-1,0-1 1,0 1-1,-1 0 1,0-1 0,0 1-1,-1 0 1,1-1-1,-2 1 1,1 0-1,-1 0 1,0 1-1,0-1 1,-1 1 0,0-1-8,-6-3-11,0 0 0,0 1 1,-1 0-1,-1 1 1,1 0-1,-1 0 0,0 2 1,-1-1-1,0 2 1,0 0-1,0 0 0,0 1 1,-1 1-1,0 0 1,0 1-1,0 0 0,0 1 1,0 1-1,0 0 1,0 1 10,8 1-6,-1 1 0,1 0 1,0 0-1,0 0 1,0 1-1,1 0 1,-1 0-1,1 0 0,0 1 1,0 0-1,1 0 1,-1 0-1,1 0 1,0 1-1,0 0 0,1 0 1,0 0-1,0 0 1,0 0-1,1 1 1,0-1-1,0 1 0,1 0 1,-1-1-1,1 1 1,1 0-1,-1 0 1,1 0-1,1-1 0,-1 1 1,1 0-1,0 0 1,1-1-1,1 5 6,-1-6-205,0 0 1,0 0-1,1-1 0,0 1 0,0-1 1,0 1-1,1-1 0,-1 0 0,1 0 1,0 0-1,0-1 0,0 0 0,1 1 1,-1-2-1,1 1 0,0 0 0,0-1 1,0 0-1,0 0 0,0 0 0,0-1 1,0 0-1,0 0 0,1 0 0,-1 0 1,1-1-1,-1 0 0,0 0 0,1 0 1,-1-1-1,0 0 0,1 0 0,2-1 205,5 2-997,27 0-3099</inkml:trace>
  <inkml:trace contextRef="#ctx0" brushRef="#br0" timeOffset="338.366">116 12 13219,'0'0'2000,"0"0"-482,0 0-370,0 0-20,0 0 119,0 0-184,-4-5-229,-3-2-32,24 30-94,35 52 390,-10 2-388,-5 3 0,-2 0 1,-4 3-1,2 22-710,72 180 413,-101-278-1101,10 22 1113,-8-22-3485,1-5-3709,-7-2 909</inkml:trace>
  <inkml:trace contextRef="#ctx0" brushRef="#br0" timeOffset="776.281">661 485 12939,'0'0'3689,"0"0"-1944,0 0-959,0 0-186,0 0 256,0 0 347,0 17-113,36 185 505,-34-195-1565,0 1-1,1-1 0,0 0 1,1 0-1,-1-1 1,1 1-1,1-1 1,-1 1-1,1-1 1,0-1-1,0 1 1,1-1-1,0 0 1,0 0-1,0 0 1,0-1-1,1 0 0,-1 0 1,1-1-1,0 0 1,0 0-1,1-1 1,-1 1-1,0-2 1,1 1-1,0-1 1,-1 0-1,3-1-29,-8 1 7,0-1 1,0 0-1,1 0 0,-1 0 0,0 0 1,1 0-1,-1 0 0,0-1 1,0 1-1,1-1 0,-1 1 0,0-1 1,0 0-1,0 0 0,0 0 1,0 0-1,0 0 0,0-1 0,0 1 1,0-1-1,-1 1 0,1-1 0,0 0 1,-1 1-1,0-1 0,1 0 1,-1 0-1,0 0 0,0 0 0,0 0 1,0 0-1,0 0 0,0-1 0,-1 1 1,1 0-1,-1 0 0,0-1 1,0 1-1,1 0 0,-1-1 0,-1 1 1,1 0-1,0 0 0,0-1 1,-1 1-1,0-2-7,3-32-2,-2-1 0,-1 0 0,-2 0-1,-1 0 1,-2 1 0,-2-1 0,-4-7 2,8 61-6436,10-4 467</inkml:trace>
  <inkml:trace contextRef="#ctx0" brushRef="#br0" timeOffset="1682.438">325 1071 8162,'0'0'1921,"0"0"-524,0 0-341,0 0 299,0 0-36,0 0-235,-6 4-241,-20 10-160,19-11-150,10-3 163,172-14 3852,83-43-2768,-170 33-1809,146-32 1163,-74 42-7016,-160 35-3673,-15-9 30</inkml:trace>
  <inkml:trace contextRef="#ctx0" brushRef="#br0" timeOffset="3602.928">1392 860 11258,'0'0'3453,"0"0"-1914,0 0-724,0 0 171,0 0 603,0 0 294,18 0-470,205-29 1827,-99 1-4053,-124 32-804,-19 30-4467,-1-15 553</inkml:trace>
  <inkml:trace contextRef="#ctx0" brushRef="#br0" timeOffset="3867.891">1494 1077 12635,'0'0'2904,"0"0"-855,0 0-17,0 0 625,0 0-857,0 0-248,0 0-615,151 15-185,-118-15-448,-5-2-80,-5 0-224,-9 0-144,-2 2-336,-5 0-656,2-2-745,-2 2-2192,0-2-680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42:35.19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90 407 7098,'0'0'6330,"0"0"-3533,0 0-1361,0 0-177,0 0 399,0 0-245,-10 2-751,4-1-596,3-1-53,1 0-1,0 0 1,-1 0-1,1 0 1,0 1-1,-1 0 0,1-1 1,0 1-1,0 0 1,-1 0-1,1 0 1,0 0-1,0 0 1,0 0-1,0 1 1,0-1-1,1 1 0,-1 0 1,0-1-1,1 1 1,-1 0-1,1 0 1,-1 0-1,1 0 1,0 0-1,0 0 1,0 0-1,0 0 0,0 1 1,1-1-13,-4 5 63,1 0 1,1 1-1,-1-1 0,1 0 1,1 1-1,-1-1 0,1 1 1,1 0-1,-1-1 1,1 1-1,1 0 0,-1-1 1,1 1-1,0-1 0,1 1 1,0-1-1,0 1 1,1-1-1,0 0 0,0 0 1,0 0-1,1-1 0,0 1 1,1-1-1,-1 0 0,1 0 1,0 0-1,1-1 1,-1 1-1,1-1 0,0-1 1,1 1-1,-1-1 0,1 0 1,0 0-64,6 0 5,-1-1 1,1 0-1,-1 0 1,1-2-1,0 1 1,0-2-1,0 1 1,0-2 0,-1 0-1,1 0 1,0-1-1,0-1 1,-1 0-1,1-1 1,-1 0-1,0-1 1,-1 0-1,1-1 1,-1-1-1,0 1 1,0-2-1,-1 1 1,0-2-1,0 1 1,-1-1 0,0-1-1,3-4-5,-10 11-23,0 0-1,0 0 1,0-1 0,0 1 0,0-1-1,-1 0 1,0 1 0,0-1-1,0 0 1,0 0 0,0 1-1,-1-1 1,0 0 0,0 0-1,0 0 1,0 0 0,0 0-1,-1 0 1,0 0 0,1 1-1,-2-1 1,1 0 0,0 0-1,-1 1 1,0-1 0,1 1-1,-1 0 1,-1-1 0,1 1 0,0 0-1,-1 0 1,0 0 0,1 1-1,-1-1 1,0 1 0,-1-1-1,1 1 1,0 0 0,-1 0-1,1 0 1,-1 1 0,0-1 23,-165-32 970,162 32-943,0 1 0,0 1 0,0-1 0,0 1 0,0 1 0,0-1 0,0 1 0,0 0 0,1 1 0,-1-1 0,0 1 0,1 1 0,-1-1 0,1 1 0,0 0 0,0 1 0,0-1 0,0 1 0,0 1 0,1-1 0,0 1 0,0 0 0,0 0 0,0 1-27,5-4-19,0-1 0,0 1 1,0 0-1,1-1 0,-1 1 0,0 0 1,1-1-1,-1 1 0,1-1 1,0 1-1,0-1 0,-1 1 0,1-1 1,0 1-1,0-1 0,0 0 0,1 1 1,-1-1-1,0 0 0,0 0 0,1 0 1,-1 0-1,0 0 0,1 0 0,-1-1 1,1 1-1,-1 0 0,1-1 1,0 1-1,-1-1 0,1 1 0,0-1 1,-1 0-1,1 0 0,0 0 0,-1 0 1,1 0-1,0 0 0,-1 0 0,2-1 19,105 5-5479,-60-4 412</inkml:trace>
  <inkml:trace contextRef="#ctx0" brushRef="#br0" timeOffset="297.401">186 1 12827,'0'0'4633,"0"0"-1791,0 0-1330,0 0-811,0 0 144,10 23 504,82 162 640,157 238-1404,-232-411-3415,-6-16-7643,-6-7-1283</inkml:trace>
  <inkml:trace contextRef="#ctx0" brushRef="#br0" timeOffset="545.313">912 135 14459,'0'0'2690,"0"0"-1168,0 0-709,-8 21 505,-165 330 3265,87-238-5834,63-118-6015,18-12 2913</inkml:trace>
  <inkml:trace contextRef="#ctx0" brushRef="#br0" timeOffset="825.975">579 221 8514,'0'0'3945,"0"0"-1575,0 0-966,0 0-296,0 0 431,0 0 360,14 15-256,254 250 2681,-118-136-4112,-149-129-332,-1 1 0,1-1 0,0 0-1,-1 0 1,1 0 0,0 0 0,-1 0 0,1 0 0,0 0 0,-1 0 0,1 0 0,0 0 0,-1 0 0,1 0 0,0 0 0,-1 0 0,1 0-1,-1-1 1,1 1 0,0 0 0,-1-1 0,1 1 0,-1 0 0,1-1 0,-1 1 0,1-1 0,-1 1 0,1-1 0,-1 1 0,1-1 0,-1 1-1,1-1 1,-1 1 0,0-1 0,0 1 0,1-1 0,-1 0 0,0 1 0,0-1 0,1 0 0,-1 1 0,0-1 0,0 0 0,0 1-1,0-1 1,0 0 0,0 1 0,0-1 0,0 0 0,-1 1 0,1-1 0,0 0 0,0 1 0,0-1 0,-1 1 0,1-1 0,0 0 0,-1 1-1,1-1 1,0 1 0,-1-1 0,0 0 120,1-7-1365,1-21-3948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42:40.05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0 283 8938,'0'0'1772,"0"0"-606,0 0-213,0 0 418,0 0 70,0 0-285,7 17 2663,0-21-3706,0 1-1,0-1 1,0-1-1,0 1 1,-1-1-1,0-1 1,0 1 0,0-1-1,-1 0 1,0 0-1,0 0 1,0-1-1,-1 0 1,0 0-1,0 0 1,-1 0-1,0-1 1,0 1-1,-1-1 1,0 0-1,0 0 1,-1 0-1,0 0 1,0-1-113,2-1 129,20-120 566,9 174-439,22 106 725,-33-84-459,3-1 1,4-2 0,1 0 0,16 19-523,-26-66-958,-11-63-5867,7 22-234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42:41.38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187 1 10138,'0'0'2023,"0"0"-302,0 0-361,0 0-110,0 0-44,0 0-227,0 4-264,49 198 4708,-21-120-4236,43 131-221,-74-192-2665,-32-20-6197,27-2 6301,-24-4-9366</inkml:trace>
  <inkml:trace contextRef="#ctx0" brushRef="#br0" timeOffset="358.782">1 363 11963,'0'0'2413,"0"0"-830,0 0-132,0 0 147,0 0 10,0 0-379,16 18-611,54 58-367,30 147 317,-93-219-553,1 0 0,-1 0 0,1-1 1,-1 0-1,1-1 0,0 0 0,0 0 0,0-1 0,0 0 0,1 0 0,-1-1 0,0 0 0,0 0 0,0-1 0,1 0 0,-1 0 0,0-1 0,0 0 0,-1-1 0,1 0 0,0 0 0,-1 0 0,0-1 1,1 0-1,-2-1 0,1 1 0,0-1 0,0-1-15,117-134-1334,-50 96-6782,-58 42 5593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42:40.58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54 0 9314,'0'0'2801,"0"0"-398,0 0-666,0 0-300,0 0-117,0 0-122,5 4-157,7 10-638,0 2-1,-1-1 0,0 2 1,-1-1-1,-1 1 0,-1 1 1,-1 0-1,0 0 0,-1 0 0,-1 1 1,2 13-403,0-8 286,76 202-1026,-82-225-1914,-1-1-3271,0-4-4630</inkml:trace>
  <inkml:trace contextRef="#ctx0" brushRef="#br0" timeOffset="266.521">1 268 13171,'0'0'2679,"0"0"-1167,0 0-687,0 0-23,0 0 325,0 0-82,11-5 383,207-9 1463,-121-3-4064,-37-10-5461,-39 10 1988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42:43.11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82 95 2457,'0'0'6945,"0"0"-4603,0 0-1267,0 0 1,0 0 318,0 0-71,-6-7-158,-18-20-179,24 26-962,-1 1 1,0-1 0,1 1-1,-1 0 1,0 0 0,0 0-1,1-1 1,-1 1 0,0 0-1,1 0 1,-1 0 0,0 0-1,0 0 1,1 0 0,-1 0-1,0 0 1,0 1 0,1-1-1,-1 0 1,0 0 0,1 1-1,-1-1 1,0 0 0,1 1-1,-1-1 1,1 0 0,-1 1-1,0-1 1,1 1 0,-1-1-1,1 1 1,-1-1 0,1 1-1,-1 0 1,1-1 0,0 1-1,-1 0 1,1-1 0,0 1-1,0 0 1,-1-1 0,1 1-1,0 0 1,0-1 0,0 1-1,0 0 1,0 0 0,0-1-1,0 1 1,0 0 0,0 0-1,0-1 1,0 1-1,0 0 1,1-1 0,-1 1-1,0 0-23,0 2 124,-5 6-21,1 1 0,0 0 0,1 0 1,0 0-1,0 0 0,1 1 1,0-1-1,1 1 0,1-1 0,-1 1 1,2-1-1,-1 1 0,1-1 0,1 1 1,0-1-1,1 1 0,0-1 0,0 0 1,1 0-1,0-1 0,1 1 0,0-1 1,0 0-1,1 0 0,1 0 1,-1-1-1,1 0 0,1 0 0,-1-1 1,1 0-1,0-1 0,1 1 0,4 1-104,-8-4 12,0-1-1,1 0 0,-1 0 0,1 0 1,0-1-1,0 0 0,0 0 0,0 0 1,0-1-1,0 0 0,0 0 0,0-1 1,1 1-1,-1-1 0,0-1 0,0 1 1,0-1-1,1 0 0,-1-1 0,0 1 1,0-1-1,-1 0 0,1-1 0,0 1 1,-1-1-1,1 0 0,-1-1 1,0 1-1,0-1 0,0 0 0,-1-1 1,1 1-1,-1-1 0,0 1 0,0-1 1,-1 0-1,1-1 0,-1 1 0,0-1 1,-1 1-1,1-2-11,0-12 14,-1-1 0,-1 0 0,0 0-1,-1 0 1,-2 0 0,0 0 0,-1 0 0,-1 0 0,0 1 0,-2 0 0,0 0 0,-1 0 0,-1 1 0,-3-3-14,9 18 13,0-1 1,0 1 0,0 1 0,0-1 0,-1 0 0,1 0 0,-1 1 0,0-1-1,0 1 1,0 0 0,0 0 0,0 0 0,0 0 0,-1 1 0,1-1 0,-1 1-1,1 0 1,-1 0 0,1 0 0,-1 1 0,0-1 0,1 1 0,-1 0 0,0 0-1,1 0 1,-1 0 0,0 1 0,1-1 0,-1 1 0,0 0 0,1 0 0,-1 0-1,1 1 1,0-1 0,-1 1 0,1 0 0,0 0 0,0 0 0,0 0 0,0 1-14,-4 1-81,0 1 1,1 1 0,-1-1 0,1 1 0,0 0 0,1 1 0,0-1 0,0 1 0,0 0 0,1 1 0,0-1 0,0 1 0,1-1 0,0 1 0,0 0 0,1 1 0,-1 4 80,3 57-5578,5-45 230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42:47.80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41 11210,'0'0'2893,"0"0"-918,0 0-293,0 0 302,0 0 122,0 0-408,7 0-349,52 1-522,1-3 0,-1-2 0,-1-3 0,1-2 0,5-5-827,-35 9 121,-24 5-5045,-56 40-2856,23-19 973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42:48.11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 1 10786,'0'0'2736,"0"0"-1032,0 0-524,0 0 298,0 0 75,0 0-175,-3 17 1383,190-9 1369,-36-25-4330,-150 17-339,-1 0 38,-24 11-3114,15-10-461,2 0-1480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42:44.76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166 436 9234,'0'0'2258,"0"0"-360,0 0-501,0 0-113,0 0-61,0 0-252,-20 7-264,-61 26 124,78-31-749,0 1 1,0-1-1,1 1 1,-1-1-1,1 1 1,-1 0-1,1 0 1,0 0-1,0 0 1,0 0-1,0 1 0,1-1 1,-1 1-1,1-1 1,0 1-1,0-1 1,0 1-1,1 0 1,-1 0-1,1-1 1,0 1-1,0 0 1,0-1-1,0 1 1,1 0-1,0 0 0,-1 0-82,1 11 268,1-7-217,1 0 0,-1 0 0,2-1 1,-1 1-1,1-1 0,0 0 0,0 0 1,1 0-1,0-1 0,0 0 0,0 0 1,1 0-1,0 0 0,0-1 0,1 0 1,0 0-1,-1-1 0,1 0 0,1 0 1,-1-1-1,1 0 0,-1 0 0,1 0 0,0-1 1,0 0-1,0-1 0,0 0 0,0 0 1,0-1-1,0 0 0,1 0 0,-1-1 1,0 0-1,0 0 0,0-1 0,0 0 1,-1 0-1,3-2-51,-6 1-8,1 0 0,-1 0 0,1 0-1,-1-1 1,0 0 0,0 0 0,-1 0 0,1 0 0,-1-1 0,0 1 0,0-1 0,-1 0 0,1 0-1,-1 0 1,0 0 0,0 0 0,-1 0 0,0-1 0,1 1 0,-2 0 0,1-1 0,-1 1-1,0-1 1,0 1 0,0-1 0,-1 1 0,0-1 0,0 1 0,0 0 0,-1-1 0,1 1 0,-1 0-1,-1 0 1,1 0 0,-1 0 0,0 1 0,0-1 0,0 1 0,-1-1 8,1-2-20,-2 0 1,1 1-1,-1-1 0,0 1 1,0 0-1,-1 0 0,0 1 1,0-1-1,0 1 0,0 1 1,-1-1-1,0 1 0,0 0 1,0 1-1,0 0 1,-1 0-1,1 0 0,-1 1 1,0 0-1,0 1 0,0-1 1,-5 1 19,10 4-38,1 0 0,-1 0 0,1 0 0,0 0 0,0 0 0,0 0 0,0 1 0,0-1 0,1 1 0,-1-1 0,1 1 0,0 0 0,0 0 0,1-1 0,-1 1 0,1 0 0,0 0 0,0 0 1,0-1-1,0 1 0,1 0 0,-1 0 0,1 0 0,0-1 0,0 1 0,2 3 38,0-4-360,1-1 1,-1 1-1,1-1 0,0 0 1,-1 0-1,1 0 0,0 0 1,0-1-1,0 1 0,1-1 1,-1 0-1,0-1 1,0 1-1,0-1 0,1 1 1,-1-1-1,0-1 0,1 1 1,-1 0-1,2-2 360,9 2-2417,22 0-5617</inkml:trace>
  <inkml:trace contextRef="#ctx0" brushRef="#br0" timeOffset="313.376">173 0 10426,'0'0'2910,"0"0"-889,0 0-810,0 0-319,0 0 28,0 0-173,8 0 680,124 274 2404,16 38-2908,-129-291-2916,0-18-5792,-12-3 2025</inkml:trace>
  <inkml:trace contextRef="#ctx0" brushRef="#br0" timeOffset="673.596">560 298 14107,'0'0'2823,"0"0"-1205,0 0-216,0 0 467,0 0-319,9 22-462,31 72-365,-38-87-685,1 0-1,0 0 1,0-1-1,0 0 1,1 1-1,0-1 1,0-1-1,0 1 1,1 0-1,0-1 1,0 0-1,0 0 1,1-1-1,0 1 1,0-1-1,0-1 1,0 1-1,0-1 1,1 0-1,0 0 1,-1-1-1,1 0 1,0 0-1,0 0 1,0-1-1,0 0 1,1-1-1,-1 1 1,0-1-1,0-1 1,0 0-1,0 0 1,0 0-1,1-1-37,-3-2-12,-1 0 1,1-1-1,-1 0 0,0 0 1,0 0-1,-1-1 0,0 1 1,0-1-1,0 0 0,0 0 0,-1 0 1,0 0-1,0 0 0,-1-1 1,0 1-1,0 0 0,0-1 1,-1 1-1,0-1 0,0 1 1,-1 0-1,0-1 0,0 1 1,0-1-1,-2-4 12,1-4-56,0 1-1,-1 0 1,-1 0 0,0 1 0,-1-1-1,0 1 1,-1 0 0,-1 0-1,0 0 1,-7-9 56,12 76-4970,8-21 744</inkml:trace>
  <inkml:trace contextRef="#ctx0" brushRef="#br0" timeOffset="1049.672">1 1014 5961,'0'0'7657,"0"0"-4889,0 0-1786,0 0-147,21 0 326,354-45 2379,-122-6-1728,69-12-1691,-108 32-3395,-192 30-760,-21 1 36</inkml:trace>
  <inkml:trace contextRef="#ctx0" brushRef="#br0" timeOffset="1628.333">464 1320 13171,'0'0'3947,"0"0"-1765,0 0-1152,0 0-328,-21 19 153,-64 65-34,81-79-773,1 0 0,-1 1 0,1-1 1,0 1-1,1-1 0,-1 1 0,1 0 1,0 0-1,1 0 0,-1 0 0,1 0 1,0 1-1,1-1 0,-1 0 0,1 0 1,1 1-1,-1-1 0,1 0 1,0 0-1,1 1-48,0 11 105,0-12-79,1 1 0,1-1 0,-1 0 0,1-1 0,0 1 0,0-1 0,1 1 0,-1-1-1,1-1 1,0 1 0,1-1 0,-1 1 0,1-2 0,0 1 0,0 0 0,0-1 0,0-1-1,0 1 1,1-1 0,0 0 0,-1 0 0,1-1 0,0 1 0,0-2 0,-1 1 0,1-1-1,0 0 1,0 0 0,0-1 0,0 0 0,-1 0 0,1-1 0,0 0 0,4-1-26,-7 1-6,1 1 1,-1-1-1,1 0 1,-1 0 0,0-1-1,0 1 1,0-1-1,0 0 1,0 0-1,-1 0 1,1-1 0,-1 1-1,0-1 1,0 0-1,0 0 1,-1 0 0,1 0-1,-1 0 1,0-1-1,0 1 1,0-1-1,-1 1 1,0-1 0,0 0-1,0 0 1,0 1-1,-1-1 1,1 0-1,-1 0 1,-1 0 0,1 0-1,-1 1 1,1-1-1,-1 0 1,-1 0 0,1 1-1,-1-1 1,0 1-1,0-1 1,0 1-1,0 0 1,-1 0 0,0 0-1,0 0 1,0 0-1,0 1 1,0-1 0,-3-1 5,-91-38-48,94 42 25,1 0-1,-1 1 1,0-1 0,0 1 0,0 0-1,0 0 1,1-1 0,-1 2 0,0-1-1,0 0 1,0 1 0,1-1 0,-1 1-1,0 0 1,0 0 0,1 0 0,-1 0-1,1 0 1,-1 1 0,1-1 0,-1 1-1,1 0 1,0-1 0,0 1 0,0 0-1,0 0 1,0 0 0,0 1 0,1-1-1,-1 0 1,1 1 0,-1-1 0,1 1-1,0 0 1,0-1 23,0-1-157,1 1-1,0-1 0,-1 0 1,1 0-1,0 0 1,0 0-1,-1 0 1,1 1-1,0-1 1,0 0-1,1 0 1,-1 0-1,0 0 1,0 1-1,0-1 1,1 0-1,-1 0 1,1 0-1,-1 0 1,1 0-1,-1 0 1,1 0-1,-1 0 1,1 0-1,0 0 0,0 0 1,-1 0-1,1-1 1,0 1-1,0 0 1,0 0-1,0-1 1,0 1-1,0-1 1,0 1-1,0-1 1,0 1-1,0-1 1,0 1-1,1-1 1,-1 0-1,0 0 1,0 0 157,24 2-4697</inkml:trace>
  <inkml:trace contextRef="#ctx0" brushRef="#br0" timeOffset="1894.839">543 1035 12883,'0'0'3446,"0"0"-1548,0 0-1056,0 0 295,3 22 982,29 147 1093,63 172-1486,-69-302-3021,4-38-7057,-18-12 2306</inkml:trace>
  <inkml:trace contextRef="#ctx0" brushRef="#br0" timeOffset="2145.21">1069 1242 16091,'0'0'2881,"0"0"-1217,0 0-247,0 0 103,0 0-24,-39 128-655,13-92-385,1-1-384,-1-3-32,3-5-40,4-4 0,0-9-88,3-1-609,0-7-703,-3-6-1512,5 0-1073,0 0-1296</inkml:trace>
  <inkml:trace contextRef="#ctx0" brushRef="#br0" timeOffset="2411.958">783 1265 12683,'0'0'2958,"0"0"-1209,0 0-695,0 0 481,0 0 331,0 0-459,14 14-374,240 248 1506,-190-198-2383,-25-52-2237,-5-36-4960,-22 2-87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42:49.98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0 459 9154,'0'0'1484,"0"0"-710,0 0-66,0 0 807,0 0 280,0 0-319,0 0-269,8-18 1891,10-13-2864,-1 0 0,-2-1-1,-1-1 1,-2-1 0,-1 0 0,-2 0-1,-1-1 1,-2 0 0,-1 0 0,-1-1-1,-3-34-233,14 124 565,10 75 1234,59 207 947,-54-291-2373,-20-72-10143,1 12 1245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42:53.53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81 430 10018,'0'0'2775,"0"0"-808,0 0-860,0 0-388,0 0-168,0 0 22,-11 18 56,8-14-572,-6 9 174,1 1-1,1 0 1,0 0 0,0 1-1,2 0 1,0 0-1,0 0 1,2 0-1,0 1 1,-1 10-231,3-21 70,0 0 1,0-1-1,1 1 1,-1 0-1,1 0 1,0 0-1,0-1 1,1 1-1,0 0 1,0 0-1,0 0 1,0-1-1,0 1 1,1-1-1,0 1 1,0-1-1,0 0 1,1 1-1,-1-1 1,1 0-1,0-1 1,0 1-1,1 0 1,-1-1-1,1 0 1,-1 0-1,1 0 1,0 0-1,0-1 1,1 1-1,-1-1 1,0 0-1,1 0 1,-1-1-1,1 1 1,0-1-1,0 0-70,154 0 532,-154-2-555,0 0-1,0 0 1,0-1-1,0 1 1,-1-1-1,1-1 0,-1 1 1,1 0-1,-1-1 1,0 0-1,0 0 1,0 0-1,0-1 1,-1 1-1,0-1 1,1 0-1,-1 0 1,0 0-1,-1 0 0,1-1 1,-1 1-1,0-1 1,0 1-1,0-1 1,-1 0-1,1 0 1,-1 0-1,0 0 1,0-5 23,-1 2-50,1 0 0,-1 0 0,-1 0 0,0 0 0,0 0 0,0 0 0,-1 0 0,0 0 0,-1 0 0,1 1 1,-1-1-1,-1 1 0,0-1 0,0 1 0,0 1 0,-1-1 0,0 1 0,0-1 0,-1 1 0,0 1 0,0-1 0,0 1 1,0 0-1,-1 0 0,0 1 0,0 0 0,0 0 0,-5-1 50,8 3-15,0-1 0,0 1 1,0 0-1,0 0 0,0 1 0,0-1 0,-1 1 1,1 0-1,0 0 0,-1 1 0,1-1 0,-1 1 1,1 0-1,-1 0 0,0 0 0,1 1 1,0 0-1,-1-1 0,1 2 0,-1-1 0,1 0 1,0 1-1,0 0 0,0 0 0,0 0 0,0 0 1,0 1-1,1 0 0,-1 0 0,1 0 0,0 0 1,-1 0-1,2 0 0,-1 1 0,0 0 0,1-1 1,-1 1-1,1 0 0,0 0 0,0 0 0,1 1 1,-1-1-1,1 0 0,0 1 0,0-1 1,1 1-1,-1-1 0,1 1 0,0-1 0,0 1 1,0-1-1,1 1 0,0-1 0,0 3 15,1-4-219,-1 0 0,1 0 0,0-1 0,0 1-1,1 0 1,-1-1 0,1 1 0,-1-1 0,1 0 0,0 0-1,0 0 1,-1 0 0,1 0 0,1-1 0,-1 1 0,0-1 0,0 0-1,1 0 1,-1 0 0,0 0 0,1-1 0,-1 0 0,1 1 0,-1-1-1,0 0 1,2-1 219,1 2-833,29 2-3469</inkml:trace>
  <inkml:trace contextRef="#ctx0" brushRef="#br0" timeOffset="280.475">151 1 12587,'0'0'2254,"0"0"-921,0 0-497,0 0 537,8 21 426,146 384 3704,-136-353-5223,-9-23-336,1-1-1,1 0 1,1 0-1,1-1 1,2-1-1,1 0 0,16 19 57,-32-44-704,3 2 739,-2-2-6948,-1-1 2057</inkml:trace>
  <inkml:trace contextRef="#ctx0" brushRef="#br0" timeOffset="690.749">546 380 9130,'0'0'5889,"0"0"-3030,0 0-1624,0 0-334,0 0 500,0 18 58,0-17-1442,20 189 2372,-19-182-2352,1 0 1,0 0-1,0-1 0,1 1 1,0 0-1,0-1 0,1 0 1,0 0-1,0 0 0,1 0 1,0-1-1,0 1 1,1-1-1,-1-1 0,1 1 1,0-1-1,1 0 0,-1 0 1,1-1-1,0 0 0,1 0 1,-1 0-1,0-1 0,1 0 1,3 0-38,-6-1-10,-1 0 0,0 0 1,1-1-1,0 0 1,-1 0-1,1 0 1,0 0-1,-1-1 0,1 1 1,0-1-1,0 0 1,-1-1-1,1 1 1,0-1-1,-1 0 1,1 0-1,-1-1 0,1 1 1,-1-1-1,1 0 1,-1 0-1,0-1 1,0 1-1,0-1 0,0 0 1,-1 0-1,1 0 1,-1 0-1,1-1 1,-1 1-1,0-1 0,-1 0 1,1 0-1,-1 0 1,1 0-1,-1-1 1,-1 1-1,1-1 0,0 1 1,0-4 9,1-188-471,-36 114 802,33 81-342,0 1-72,16 21-5499,0-9-758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42:56.68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0 610 12523,'0'0'2526,"0"0"-658,0 0-446,0 0 383,0 0 284,0 0-454,15 3-362,3 2-1080,0-1-1,0-1 1,0 0-1,0-2 1,0 0-1,1-1 0,-1-1 1,0-1-1,0 0 1,0-1-193,84-33 46,-113 41-5643,-33 20-952,12-6-2360</inkml:trace>
  <inkml:trace contextRef="#ctx0" brushRef="#br0" timeOffset="249.15">87 838 13411,'0'0'3225,"0"0"-1425,0 0 120,0 0 609,0 0-521,0 0-431,0 0-609,93 15-440,-56-15-120,0 0-232,-4-3-128,-8-1-48,-4 0-152,-2 0-616,-3 0-440,5-11-1081,-5 2-2256,-2 1-1280</inkml:trace>
  <inkml:trace contextRef="#ctx0" brushRef="#br0" timeOffset="658.31">703 549 15251,'0'0'3882,"0"0"-2135,0 0-784,0 0 330,-5 20 187,0-4-1178,0-4-131,1 0 1,1 0-1,0 1 1,0-1 0,1 1-1,1 0 1,0-1-1,1 1 1,0 0 0,2 12-172,2-21 14,-1 1 0,1-1 0,0 1 0,0-1 0,0 0 0,1-1 0,-1 1 0,1-1 1,0 0-1,0 0 0,0 0 0,1-1 0,-1 0 0,0 0 0,1 0 0,0-1 0,-1 1 0,1-1 1,0-1-1,0 1 0,-1-1 0,1 0 0,0 0 0,0-1 0,0 0 0,-1 0 0,6-1-14,1 1 1,-5 2-40,-1-1-1,1-1 1,-1 1-1,0-1 1,1 0 0,-1-1-1,0 1 1,0-1-1,0-1 1,0 1-1,0-1 1,0 0 0,0 0-1,-1 0 1,0-1-1,0 0 1,0 0 0,0 0-1,0-1 1,-1 0-1,0 0 1,0 0-1,0 0 1,-1-1 0,0 1-1,0-1 1,0 0-1,-1 0 1,1 0-1,-2 0 1,1 0 0,0 0-1,-1-1 1,-1 1-1,1 0 1,-1-1-1,0 1 1,0-1 0,-1 1-1,1 0 1,-3-6 39,-2 3-37,-1 0 0,0 1-1,-1 0 1,0 0 0,0 0 0,-1 1 0,0 0 0,0 1 0,-1 0 0,0 0-1,0 0 1,0 1 0,0 1 0,-1 0 0,0 0 0,0 1 0,0 0 0,0 0-1,-1 2 1,1-1 0,0 1 0,-1 0 0,1 1 0,-10 1 37,16-2 2,-1 0 0,1 1 0,-1-1 0,0 1 0,1 0 0,-1 0 1,1 0-1,-1 1 0,0-1 0,1 1 0,-1 1 0,1-1 0,0 0 0,-1 1 0,1 0 0,0 0 0,0 0 0,0 1 1,0-1-1,0 1 0,1 0 0,-1 0 0,1 0 0,0 1 0,0-1 0,0 1 0,0 0 0,0-1 0,1 1 0,0 1 1,0-1-1,0 0 0,0 0 0,1 1 0,0-1 0,0 1 0,0-1 0,0 1 0,0 4-2,1-7-67,1 1 0,-1 0 0,0-1 0,1 1 0,0 0 0,-1-1 0,1 1 0,0-1 0,0 1 0,1-1 0,-1 1 0,0-1 0,1 0 0,-1 1 0,1-1 0,0 0 0,0 0 0,0 0 0,0-1 0,0 1 0,0 0 0,1-1 0,-1 1 0,0-1 0,1 0-1,-1 0 1,1 0 0,-1 0 0,4 0 67,85 12-5868,-82-12 4974,44 0-5651</inkml:trace>
  <inkml:trace contextRef="#ctx0" brushRef="#br0" timeOffset="956.822">801 0 14579,'0'0'2929,"0"0"-677,0 0-591,0 0-260,0 0 130,9 27 112,64 186 440,90 222-780,-115-373-3814,4-57-6755,-34-16 2567</inkml:trace>
  <inkml:trace contextRef="#ctx0" brushRef="#br0" timeOffset="1270.268">1539 201 17516,'0'0'3874,"0"0"-2040,0 0-667,-3 19 196,-44 133 749,-218 256-2501,266-414-5432,-3-6 2646,2 3-763,0-17-9821</inkml:trace>
  <inkml:trace contextRef="#ctx0" brushRef="#br0" timeOffset="1519.744">1253 321 11330,'0'0'4304,"0"0"-2012,0 0-790,0 0 407,0 0-260,0 0-423,0 4-227,70 162 2247,126 182-1901,-185-327-1909,-9-17-3280,-2-3-3862,-2-1-4053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42:55.45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99 124 6409,'0'0'841,"0"0"-841</inkml:trace>
  <inkml:trace contextRef="#ctx0" brushRef="#br0" timeOffset="377.499">99 124 9874,'-62'0'1397,"26"0"2050,36 0-2588,16 0 92,125 3 202,0-6 1,0-7-1,-1-5 1,6-8-1154,270-52 692,-385 75-1547,-38 12-544,-46 19-1669,49-29 2821,-29 15-4167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42:56.30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284 223 13779,'0'0'2291,"0"0"-928,0 0-216,0 0 609,0 0-126,0 0-504,4-2-438,7-6-628,0 0 0,0 0 0,-1-1 0,0 0 0,-1-1 0,0 0 0,0-1 0,-1 0 0,-1 0 0,0-1 0,0 0 0,4-10-60,35-54 247,-44 75-212,0 1 1,1-1 0,-1 1 0,0-1-1,0 1 1,1 0 0,-1 0 0,0 0-1,0 0 1,1 0 0,-1 0 0,0 0-1,0 1 1,1-1 0,-1 1 0,0 0-1,0 0 1,0 0 0,0 0 0,0 0-1,0 0 1,0 0 0,0 1 0,-1-1-1,1 1 1,0-1 0,-1 1 0,1-1-1,-1 1 1,1 0 0,-1 0 0,0 0-1,0 0 1,0 0 0,0 0 0,0 0-1,-1 0 1,1 1 0,0-1 0,-1 0-1,0 0 1,1 3-36,0-3 31,123 280 1985,-116-231-1735,-6-37-2730,29-102-4755,-6 36 1196</inkml:trace>
  <inkml:trace contextRef="#ctx0" brushRef="#br0" timeOffset="5553.069">1916 1347 14899,'0'0'3825,"0"0"-3017,0 0-208,0 0 641,0 0 431,0 0-704,0 0-480,161-8-472,-110-1 184,-7-1-184,-7 4-32,-11-1-352,-7 5-840,-10 0-1121,-9 2-351,0 0-1633,0 0-4121</inkml:trace>
  <inkml:trace contextRef="#ctx0" brushRef="#br0" timeOffset="5852.171">1942 1563 10066,'0'0'6153,"0"0"-4488,0 0-649,0 0 1185,0 0 47,0 0-408,118-6-879,-80-1-425,-3 3-392,-3 0-144,-2 0-96,1 0-488,-1-3-473,14-7-799,-7-1-2201,-2 0-3080</inkml:trace>
  <inkml:trace contextRef="#ctx0" brushRef="#br0" timeOffset="6211.658">2656 1230 8162,'0'0'7419,"0"0"-4479,0 0-1481,0 0 264,0 0-410,0 0-440,-4 13-302,1-6-506,2-4-43,-1 1-1,1-1 1,-1 1-1,1 0 1,0 0 0,1-1-1,-1 1 1,0 0-1,1 0 1,0 0 0,0 0-1,0 0 1,1 0-1,-1-1 1,1 1-1,0 0 1,0 0 0,0-1-1,1 1 1,-1 0-1,1-1 1,1 4-22,4 1 3,0-1 0,0 1 0,1-1-1,0 0 1,0-1 0,0 1 0,1-2 0,0 1 0,0-1-1,0-1 1,1 1 0,-1-2 0,1 1 0,0-2 0,0 1-1,1-1 1,-1 0 0,0-1 0,1-1 0,-1 0 0,0 0 0,1 0-1,7-3-2,-12 0-17,0-1 0,0 0 0,0 0 0,-1-1 0,1 1-1,-1-1 1,-1 0 0,1-1 0,-1 1 0,1-1-1,-1 0 1,-1 0 0,1 0 0,-1 0 0,-1-1 0,1 0-1,-1 1 1,0-1 0,0 0 0,-1 0 0,0 0 0,0 0-1,-1 0 1,0 0 0,0 0 0,0 0 0,-1 0 0,0 0-1,-1 0 1,1 0 0,-1 0 0,-2-2 17,1 2-23,-1 1 0,0 0 0,-1 0 0,0 0 0,0 0 0,0 1 0,0 0 0,-1 0 0,0 0 0,0 1 0,0 0 0,-1 0 0,1 0 0,-1 1 0,0 0 0,0 0 0,0 1 0,0 0 0,0 0 0,-1 1 0,1 0 0,-1 0 0,1 0 0,-1 1 0,1 1 0,-1-1 0,1 1 0,0 0 0,-1 1 0,1 0 0,0 0-1,0 0 1,0 1 0,0 0 0,0 0 0,1 1 0,-1 0 0,1 0 0,-3 3 23,-1-1-37,0 0 0,0 1-1,1 0 1,0 0-1,0 1 1,0 0-1,1 1 1,1 0 0,-1 0-1,1 1 1,1 0-1,0 0 1,0 1-1,1-1 1,1 1 0,-1 3 37,5-11-172,1-1 0,-1 1 0,1-1 0,0 0 0,0 1 1,0-1-1,0 0 0,1 0 0,-1 1 0,1-1 0,-1 0 1,1-1-1,0 1 0,-1 0 0,1 0 0,0-1 0,0 1 0,0-1 1,1 1-1,-1-1 0,0 0 0,0 0 0,1 0 0,-1 0 1,1-1-1,-1 1 0,1 0 0,-1-1 0,1 0 0,-1 0 1,1 0-1,-1 0 0,1 0 0,-1 0 0,1 0 0,-1-1 0,1 1 1,-1-1-1,3-1 172,5 3-1215,43-1-4822</inkml:trace>
  <inkml:trace contextRef="#ctx0" brushRef="#br0" timeOffset="6539.782">2675 654 13955,'0'0'2465,"0"0"-762,0 0-651,0 0-83,0 0 185,0 0-94,1 20 131,34 160 869,-7-102-1663,4-2 0,4-1 0,2-2 0,4-2 0,2-2 0,16 14-397,-59-81-94,34 33-879,-6-27-7316,-24-11 2898,0-10-4620</inkml:trace>
  <inkml:trace contextRef="#ctx0" brushRef="#br0" timeOffset="6917.001">3117 920 14211,'0'0'2663,"0"0"-1157,0 0-360,0 0 569,0 0-90,11 23-437,83 178 638,-90-186-1732,1 0 1,1-1-1,0 1 0,0-1 1,2-1-1,0 1 0,0-1 1,1-1-1,1 1 0,0-2 0,1 1 1,0-1-1,0-1 0,1 0 1,1-1-1,0 0 0,0-1 1,1 0-1,-1-1 0,2-1 0,-1 0 1,1-1-1,0 0 0,14 2-94,-17-7 62,64-7-1675,-38-31-5323,-17-17-352,-14 29 2010</inkml:trace>
  <inkml:trace contextRef="#ctx0" brushRef="#br0" timeOffset="7134.361">3434 941 10426,'0'0'4017,"0"0"-2777,0 0-584,0 0 217,0 0 951,0 0 32,0 0-535,-9 119-625,-12-66-104,-7 1-88,-5 1 32,-2-5-320,3-2-128,1-6-80,6-7-8,-3 3-144,7-9-1288,5-8-4601</inkml:trace>
  <inkml:trace contextRef="#ctx0" brushRef="#br0" timeOffset="4524.631">587 1307 9090,'0'0'2434,"0"0"-312,0 0-585,0 0-271,0 0-97,0 0-270,-11-3-143,-19 118 739,31 72 663,0-182-2134,0 0 0,0 0 0,1 0 1,0 0-1,0 0 0,1 0 0,-1 0 0,1-1 0,0 1 0,0-1 1,0 0-1,1 1 0,0-2 0,0 1 0,0 0 0,0-1 0,0 0 1,1 0-1,-1 0 0,1 0 0,0-1 0,0 0 0,0 0 0,0 0 0,0-1 1,0 1-1,0-1 0,1 0 0,-1-1 0,0 1 0,1-1 0,4-1-24,-4 2 8,0-1-1,0 0 0,0-1 0,0 1 0,0-1 0,0-1 1,0 1-1,0-1 0,-1 0 0,1 0 0,0-1 1,-1 1-1,0-1 0,0 0 0,0-1 0,0 1 0,0-1 1,0 0-1,-1-1 0,0 1 0,0-1 0,0 1 1,-1-1-1,1 0 0,-1 0 0,1-4-7,3-5-36,-1-1-1,0 0 1,-1 0-1,-1 0 1,0 0 0,-1-1-1,-1 0 1,0 0-1,-1 1 1,-1-1-1,-1 0 1,0 0 0,-3-13 36,1 21-21,0 1 1,0-1 0,-1 1-1,0 0 1,0 0-1,-1 1 1,1-1 0,-2 1-1,1 0 1,-1 0 0,0 1-1,0 0 1,0 0 0,-1 0-1,1 0 1,-1 1 0,-1 1-1,1-1 1,0 1-1,-1 0 1,0 1 0,1-1-1,-1 2 1,0-1 0,0 1-1,0 0 1,0 1 0,0 0-1,0 0 1,0 1-1,0 0 1,0 0 0,0 1-1,0 0 1,0 0 0,0 1-1,1 0 1,0 0 0,-1 1-1,1 0 1,-5 4 20,6-3-8,-1 1 1,1 0 0,0 1-1,1 0 1,-1-1 0,1 2-1,1-1 1,-1 1 0,1-1-1,1 1 1,0 0-1,0 0 1,0 1 0,1-1-1,0 1 1,1-1 0,-1 1-1,2-1 1,-1 1-1,1 0 1,1 0 7,-1-6-94,0 0 1,1 1-1,-1-1 0,1 1 0,0-1 0,0 0 1,0 0-1,0 0 0,1 1 0,-1-1 0,1 0 1,0-1-1,0 1 0,0 0 0,0 0 1,0-1-1,1 1 0,-1-1 0,1 0 0,-1 0 1,1 0-1,0 0 0,0 0 0,0-1 0,0 1 1,0-1-1,0 0 0,3 1 94,98 14-5969,-48-15 936</inkml:trace>
  <inkml:trace contextRef="#ctx0" brushRef="#br0" timeOffset="4914.145">717 966 2881,'0'0'8551,"0"0"-5304,0 0-1655,0 0-194,0 0 224,0 0 139,-10-17-402,-30-51-702,48 106 263,257 487 2806,-188-409-5764,-76-122-3428,1-16 1907,0 6 0,1-10-2972</inkml:trace>
  <inkml:trace contextRef="#ctx0" brushRef="#br0" timeOffset="5211.616">1106 1190 13835,'0'0'3450,"0"0"-2066,0 0-447,0 0 998,0 24 44,0-21-1912,21 202 2741,-19-197-2758,0 0 1,0 1 0,0-1-1,1 0 1,1 0-1,-1-1 1,1 1 0,0-1-1,1 1 1,0-1 0,0-1-1,1 1 1,-1-1 0,1 0-1,1 0 1,-1 0 0,1-1-1,0 0 1,0-1-1,1 1 1,-1-2 0,1 1-1,0-1 1,0 0 0,0 0-1,2-1-50,-6 0 5,0 0-1,0 0 1,0-1-1,0 0 1,0 0-1,0 0 0,1 0 1,-1-1-1,0 0 1,1 0-1,-1 0 1,0 0-1,0 0 1,1-1-1,-1 0 1,0 0-1,0 0 0,0-1 1,0 1-1,0-1 1,0 0-1,0 0 1,0 0-1,-1-1 1,1 1-1,-1-1 1,0 0-1,0 0 1,0 0-1,0 0 0,0-1 1,-1 1-1,1-1 1,-1 1-1,0-1 1,0 0-1,0 0 1,0-2-5,0-11-1,-1 0 0,-1-1 1,0 1-1,-1 0 1,-1 0-1,-1 0 0,0 0 1,-1 0-1,-1 1 0,-1-1 1,0 1-1,-1 1 1,0-1-1,-2 1 0,-1-1 1,11 16-71,-1 0 0,1 0-1,-1 0 1,0 0 0,1 0-1,-1 0 1,1 1 0,-1-1-1,0 0 1,1 0 0,-1-1-1,1 1 1,-1 0 0,0 0-1,1 0 1,-1 0 0,1 0-1,-1 0 1,0 0 0,1-1-1,-1 1 1,1 0 0,-1 0-1,0 0 1,0-1 0,1 1-1,-1 0 1,0-1 0,1 1-1,-1 0 1,0-1 0,0 1-1,1 0 1,-1-1 0,0 1-1,0 0 1,0-1 0,0 1-1,1-1 1,-1 1 0,0 0-1,0-1 1,0 1 0,0-1-1,0 1 1,0 0 0,0-1-1,0 1 1,0-1 0,0 1-1,-1 0 1,1-1 0,0 1-1,0-1 1,0 1 0,0 0-1,-1-1 1,1 1 0,0 0-1,0-1 1,0 1 0,-1 0 0,1-1-1,0 1 1,-1 0 0,1 0 71,5 0-915,20 0-4330</inkml:trace>
  <inkml:trace contextRef="#ctx0" brushRef="#br0" timeOffset="8920.376">3129 484 6009,'0'0'0,"0"0"-1600</inkml:trace>
  <inkml:trace contextRef="#ctx0" brushRef="#br0" timeOffset="12099.035">3238 321 8386,'0'0'1667,"0"0"-326,0 0 60,0 0 292,0 0-122,0 0-178,-9 1 5638,-48 0-6481,24 0-541,0 1 1,-1 2-1,2 1 0,-1 2 0,1 1 0,0 2 0,0 1 0,1 1 0,1 1 0,0 2 1,1 1-1,-22 17-9,-267 192 1,252-246 95,51 11-81,-4 0-7,-1 1 0,0 2-1,0 0 1,0 0 0,-1 2 0,0 1 0,0 1 0,0 0 0,-1 2 0,1 0 0,-1 1 0,1 2 0,0 0 0,0 1 0,-19 6-8,-14 5 35,2 2 0,0 3 0,2 1 0,0 4 0,-30 18-35,61-31 11,1 0-1,0 1 1,1 1-1,0 1 1,1 0-1,0 1 1,1 1-1,-10 14-10,-19-54 357,29 17-367,-1 2 0,0 0 0,0 0 0,0 2 0,-1 0 0,1 1 0,-1 0 0,0 1 0,0 1 0,1 1 0,-11 2 10,-22-2-10,-190 32 8,235-33-2,0 0-1,0-1 0,0 1 0,0-1 1,0 0-1,0 0 0,1 0 1,-1 0-1,0-1 0,1 1 1,-1-1-1,1 0 0,-1 0 1,1 0-1,0-1 0,0 1 1,0-1-1,0 0 0,0 0 0,1 0 1,0 0-1,-1 0 0,-1-3 5,-21-21-67,2 9 65,-1 1-1,-1 1 1,0 2-1,-1 0 1,0 2-1,-1 0 0,-1 2 1,0 1-1,0 2 1,-1 0-1,1 2 1,-1 1-1,-1 1 0,1 2 1,-21 2 2,42-1-2,1 0 1,0 1-1,-1 0 1,1 0 0,0 1-1,0 0 1,0 0-1,0 1 1,0 0-1,1 0 1,-1 0 0,1 1-1,0 0 1,0 0-1,0 1 1,0-1-1,1 2 1,0-1-1,0 0 1,0 1 0,1 0-1,0 0 1,0 0-1,0 0 1,1 1-1,0 0 1,0-1-1,1 1 1,0 0 0,0 0-1,0 1 1,1-1-1,0 0 1,1 0-1,-1 1 1,2-1-1,-1 6 2,0 33 32,-53-56 117,48 8-150,-1 1 0,1-1 0,-1 2 0,1-1 1,-1 0-1,1 1 0,-1 0 0,1 1 1,-1-1-1,1 1 0,-1 0 0,1 0 1,0 1-1,-1-1 0,1 1 0,0 0 0,0 1 1,0-1-1,0 1 0,1 0 0,-1 0 1,1 1-1,0-1 0,0 1 0,0 0 1,0 0-1,1 0 0,-1 1 0,1-1 0,0 1 1,0 0-1,1 0 0,0 0 0,-1 0 1,2 0-1,-1 0 0,1 1 0,-1-1 1,2 1-1,-2 4 1,2 5 1,0-1 1,1 0-1,0 1 1,1-1-1,1 0 0,0 0 1,1 0-1,0-1 1,1 1-1,1-1 1,0 0-1,1 0 0,0-1 1,1 0-1,0 0 1,1-1-1,0 0 1,11 9-2,34 54 5,92 153 105,-142-217-111,0-1 1,-1 1-1,-1 0 0,1 0 0,-2 0 0,1 0 1,-2 0-1,1 0 0,-1 1 0,-1-1 0,0 0 1,0 0-1,-1 0 0,0 0 0,-1 0 0,0 0 1,-4 7 0,-8 52-4,-1 151-84,19-212 41,1-1 1,-1 0-1,1 0 1,0 0-1,1 0 0,0-1 1,0 0-1,0 0 1,0 0-1,1-1 1,0 1-1,1-1 1,-1-1-1,5 3 47,35 33-298,6 63 365,-49-100-73,1 0 0,-1-1 0,1 1 0,0-1 1,0 1-1,0-1 0,0-1 0,0 1 0,0 0 0,1-1 0,-1 0 0,0 0 1,1 0-1,-1-1 0,1 1 0,-1-1 0,1 0 0,-1 0 0,1-1 0,-1 0 0,1 1 1,-1-1-1,1-1 0,-1 1 0,0-1 0,0 1 0,0-1 0,0 0 0,0-1 1,0 1-1,0-1 0,-1 0 0,1 1 0,1-3 6,38-26-1,-17 10 3,1 1-1,1 1 0,0 1 0,2 2 0,0 1 0,1 1 0,0 2 1,1 0-1,0 3 0,0 0 0,34-3-1,-59 11 1,1 0 1,0 0 0,0 1-1,-1 0 1,1 1-1,0-1 1,0 1-1,-1 1 1,1 0-1,-1 0 1,1 0 0,-1 1-1,0 0 1,0 0-1,0 1 1,0 0-1,-1 0 1,0 0-1,0 1 1,0 0-1,0 1 1,0-1 0,-1 1-1,0 0 1,-1 0-2,20 24 1,-20-22 0,1-1 0,0 1 1,0-1-1,0 0 0,1-1 1,0 1-1,1-1 0,-1-1 0,1 1 1,0-1-1,1 0 0,-1 0 0,1-1 1,0 0-1,0-1 0,0 0 1,1 0-1,-1 0 0,1-1 0,-1-1 1,9 2-2,7-7 24,1 0 1,-1-1 0,-1-2-1,1 0 1,-1-1 0,-1-2-1,1 0 1,-2-1 0,1-2-1,-2 0 1,0-1 0,0-1 0,8-9-25,73-47 61,-94 69-66,-1 0 0,0 1 0,1-1 0,0 1-1,-1 1 1,1-1 0,0 1 0,-1 0 0,1 0 0,0 1-1,-1 0 1,1 0 0,-1 1 0,1 0 0,-1 0-1,0 0 1,0 1 0,1 0 5,47 12-17,17-8 186,1-3 0,-1-3 1,0-3-1,0-4 1,29-6-170,-98 11-1,4 1-30,0 0 0,0 0 0,0-1 0,0 0-1,0 0 1,0-1 0,0 0 0,0 0 0,0 0-1,-1-1 1,1 0 0,-1 0 0,0 0 0,0-1-1,0 1 1,0-1 0,0 0 0,-1-1 0,0 1-1,2-3 32,-4 2 4,0 0-1,1-1 0,0 1 1,0 1-1,0-1 1,0 0-1,1 1 0,0-1 1,0 1-1,0 0 0,0 1 1,1-1-1,0 1 0,-1 0 1,1 0-1,1 0 0,-1 1 1,0-1-1,0 1 1,1 0-1,-1 1 0,1 0 1,0 0-1,-1 0 0,1 0 1,0 1-1,0 0 0,-1 0 1,1 0-1,0 1 0,0 0 1,-1 0-1,5 2-3,188 82 88,-140-73 19,0-3 1,1-3-1,0-2 0,1-3 1,36-4-108,7 2-334,-97 1 311,-1 0 0,0-1 0,1 1 0,-1-1 1,0 0-1,0-1 0,0 1 0,0-1 0,0 0 1,0 0-1,0-1 0,-1 1 0,1-1 0,-1 0 0,1 0 1,-1-1-1,0 1 0,-1-1 0,1 0 0,-1 0 0,1 0 1,-1 0-1,0-1 0,-1 1 0,1-2 23,-2 6 0,-1-1 1,8-12 6,0 1 1,0 0 0,1 0-1,0 1 1,1 0-1,1 0 1,0 1 0,0 0-1,1 1 1,0 1 0,0 0-1,1 0 1,0 1 0,0 1-1,1 0 1,0 1-1,0 1 1,0 0 0,1 1-1,8-1-7,32 1 139,1 2 0,-1 3-1,0 2 1,0 3 0,14 4-139,-56-59 880,-11 34-877,-1 0-1,0 0 1,-1 0 0,0 0-1,-1 0 1,-1 0 0,0 0-1,-1 1 1,0-1 0,-2 0-1,1 1 1,-1 0 0,-1 0-1,-2-3-2,-51-90-73,16 32 75,3-1 0,4-2 1,-21-67-3,54 129 22,0 0 0,1 0-1,1 0 1,0 0 0,1-1 0,1 1 0,0 0 0,1 0 0,1 0 0,0 0 0,2-3-22,6-43 49,-7-67-58,-6 121-20,-1 1 0,-1 0 0,1-1-1,-1 1 1,0 0 0,0 1 0,-1-1 0,0 1 0,0 0-1,0 0 1,-1 0 0,1 1 0,-1 0 0,0 0 0,-1 0 29,-16-14-66,-122-143 161,5 69-368,135 85 187,-2 1 1,1 0 0,0 1 0,-1 0-1,0 0 1,0 0 0,-1 0 0,1 1-1,-1 1 1,0-1 0,0 1-1,0 1 1,-1-1 0,1 1 0,0 1-1,-1 0 1,1 0 0,-1 0 0,0 1-1,1 1 1,-1-1 0,1 1 0,-1 1-1,1 0 1,-1 0 0,1 0-1,0 1 1,0 0 0,0 1 0,1 0-1,-4 2 86,7-3-239,1 1-1,1-1 1,-1 0 0,0 1-1,1 0 1,0 0-1,0-1 1,0 1-1,0 0 1,1 1-1,-1-1 1,1 0-1,0 0 1,0 1 0,1-1-1,-1 0 1,1 1-1,0-1 1,0 0-1,1 1 1,-1-1-1,1 1 1,0-1-1,0 0 1,0 0-1,1 0 1,0 2 239,24 27-4222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43:18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10458,'0'0'2822,"0"0"-875,0 0-544,0 0 26,0 0-33,0 0-36,6 1-160,180 16 2542,97-58-2795,-192 21-1315,-103 41-6732,-14-1 1707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43:18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 11258,'0'0'2668,"0"0"-1044,0 0-422,0 0 215,0 0 4,0 0-409,10 1-316,74 4 352,0-3 0,1-5 0,-1-3 0,0-4 0,55-14-1048,-124 22-32,9-2-90,28-5-2040,-20-4-4266,-17 3 44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43:56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0 460 8546,'0'0'1920,"0"0"1748,0 0-1720,14 9 406,135-4 2499,306-43-1950,-96 1-4206,-325 37-1985,-32 0 1381,-2 0-613,0 0-1411</inkml:trace>
  <inkml:trace contextRef="#ctx0" brushRef="#br0" timeOffset="422.79">130 658 11306,'0'0'2112,"0"0"-1147,0 0-491,0 0 336,0 0 32,0 0-99,10 2-93,58 4 711,0-2 0,1-3 0,-1-4 0,16-4-1361,280-42 1612,-363 49-1611,282-53-92,-291 52-9068,2 1 4092</inkml:trace>
  <inkml:trace contextRef="#ctx0" brushRef="#br0" timeOffset="1018.547">845 1 9274,'0'0'4528,"0"0"-2477,0 0-1284,0 0-297,0 0 218,0 0 630,12 10 305,226 156 800,225 37-1496,-457-199-934,0 0 1,1 0-1,-2 1 0,1 0 1,0 0-1,-1 0 0,0 1 1,0 0-1,-1 0 0,0 0 1,0 0-1,0 1 0,-1 0 1,0 0-1,0-1 0,0 2 1,-1-1-1,0 0 0,-1 0 1,0 1-1,0-1 0,0 1 1,-1-1-1,0 1 0,-1-1 1,1 1-1,-2 1 7,-3 1 87,-1 0 1,0 0-1,0-1 1,-1 0-1,0 0 0,-1 0 1,0-1-1,-1 0 0,1-1 1,-1 0-1,-1 0 0,1-1 1,-1 0-1,0 0 1,-1-1-1,-2 0-87,4 0 104,-375 166-895,346-158-4245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44:00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913 1160 9722,'0'0'1883,"0"0"110,0 0-425,0 0-515,0 0-194,0 0-135,8-15-89,74-206 1519,-58-2-215,-24 222-1954,1 15-99,2 6 122,-2 4 84,1 0 1,1 0-1,0 0 1,2-1-1,1 1 1,1-1-1,1-1 1,1 1-1,1-2 1,1 1-1,1-1 1,0-1-1,2 0 1,0-1-1,2 0 1,0-1-1,13 11-92,-26-26-4,1 0-1,0-1 1,0 1-1,0-1 1,0 1 0,0-1-1,1-1 1,-1 1-1,1 0 1,-1-1-1,1 0 1,0 0 0,-1-1-1,1 1 1,0-1-1,0 0 1,-1 0-1,1 0 1,0-1 0,-1 0-1,1 0 1,0 0-1,-1 0 1,1-1-1,-1 0 1,0 0 0,1 0-1,-1 0 1,0-1-1,0 1 1,-1-1 0,1 0-1,0 0 1,-1-1-1,0 1 1,0-1-1,0 1 1,0-1 0,0 0-1,-1 0 1,0-1-1,0 1 1,0 0-1,1-5 5,8-60-644,-2-1-1,-4 0 1,-3-1-1,-3-4 645,1 51-594,19 106-92,-12-45 1166,1 0-1,2-1 1,1-1-1,3 0 0,0 0 1,12 17-480,-21-42 17,1 0 0,1-1 0,0 0 0,0 0 0,1 0 0,0-1 1,0 0-1,1 0 0,0-1 0,1-1 0,-1 1 0,1-1 0,0-1 0,1 0 0,-1 0 1,1-1-1,0-1 0,0 0 0,1 0 0,-1-1 0,0 0 0,1-1 0,3 0-17,71-16-4719,-65-1-261</inkml:trace>
  <inkml:trace contextRef="#ctx0" brushRef="#br0" timeOffset="393.91">2132 888 13235,'0'0'2730,"0"0"-1005,0 0-603,0 0 130,0 0-101,0 0-36,16 6-5,176 32 1546,-175-38-2513,267-21 1507,-287 19-9792,-7 0 2862</inkml:trace>
  <inkml:trace contextRef="#ctx0" brushRef="#br0" timeOffset="844.508">2875 635 14539,'0'0'3590,"0"0"-2271,0 0-1015,0 0-40,0 0 546,-2 23 257,-8 175-132,13-99-729,84-95 1228,-53-12-2034,149-30 3201,-121 31-5008,1 4-4633,-69 3 2853</inkml:trace>
  <inkml:trace contextRef="#ctx0" brushRef="#br0" timeOffset="1126.739">3189 576 13019,'0'0'4014,"0"0"-1863,-7 19-541,-45 214 3169,50-184-4222,2 1 0,2 0 0,2 0 0,3 0 0,11 39-557,-15-72 253,-2-17-403,-1 0 0,1-1 0,-1 1 0,1 0 0,-1 0 0,1 0 1,-1 0-1,1 0 0,-1 0 0,1 0 0,-1 0 0,1 0 0,-1 0 0,1 1 1,-1-1-1,1 0 0,-1 0 0,1 0 0,-1 1 0,1-1 0,-1 0 0,1 0 1,-1 1-1,0-1 0,1 1 0,-1-1 0,0 0 0,1 1 0,-1-1 1,0 1-1,1-1 0,-1 0 0,0 1 0,0-1 0,1 1 0,-1-1 0,0 1 1,0 0 149,7-22-6160</inkml:trace>
  <inkml:trace contextRef="#ctx0" brushRef="#br0" timeOffset="1456.082">3895 773 14347,'0'0'3834,"0"0"-1749,0 0-796,0 0-147,0 0-37,0 0-274,-7 8 227,80 17 596,147-11-57,-158-16-6378,-90 6-39,-8 2-1806</inkml:trace>
  <inkml:trace contextRef="#ctx0" brushRef="#br0" timeOffset="1771.322">3788 1016 9090,'0'0'4913,"0"0"-2769,0 0-215,0 0 303,0 0-87,0 0-529,153 31-256,-109-31-503,5 0-537,0 0 0,-2 0-320,-5-6 0,0 2-536,-3-2-889,22-5-479,-8 5-2777,-2 0-1376</inkml:trace>
  <inkml:trace contextRef="#ctx0" brushRef="#br0" timeOffset="2148.895">4826 691 7682,'0'0'6553,"0"0"-3595,0 0-1867,0 0-496,0 0 354,0 0 368,5-4-211,0 1-1055,0 0 0,0 0 0,1 0 0,0 0 0,-1 1 0,1 0 0,0 1 0,0-1 0,0 1 0,0 0 0,0 0 0,0 1 0,0 0 0,0 0 0,0 0 0,0 1 0,0 0 0,0 0 0,0 0 0,0 1 0,0 0 0,0 0 0,-1 0 0,1 1 0,-1 0-1,0 0 1,0 1 0,2 1-51,90 174 1117,-91-159-916,1-1-1,0-1 1,2 1 0,0-1 0,2 0 0,-1-1-1,2-1 1,0 1 0,1-2 0,1 0 0,0 0-1,7 3-200,-6-10 106,0-2 0,1 0-1,-1 0 1,1-2-1,0 0 1,0 0 0,1-2-1,-1 0 1,1-1-1,-1-1 1,1 0 0,-1-1-1,10-2-105,-18 3 9,1-1-102,1 1 0,-1-1 0,1-1 0,-1 0 0,0 0 0,0-1 0,0 0 0,0-1 0,0 1 0,-1-2 0,1 1 0,-1-1 0,0-1 0,-1 1 0,2-3 93,20-31-3438,-16-12-3503,-12 24 203</inkml:trace>
  <inkml:trace contextRef="#ctx0" brushRef="#br0" timeOffset="2525.916">5338 543 10018,'0'0'3430,"0"0"-2088,0 0-833,0 0 143,0 0 349,0 0 82,-9 22-66,-126 308 4262,96-259-4575,23-46-554,2 1 0,0 0 0,2 0 0,1 2 0,2-1 0,0 1 1,-2 15-151,11-21-557,16-29-4194,-2-11-1200</inkml:trace>
  <inkml:trace contextRef="#ctx0" brushRef="#br0" timeOffset="4908.045">5764 84 6361,'0'0'5644,"0"0"-3478,0 0-1482,0 0-144,0 0 292,0 0 187,-7 5-268,-27 17-228,12-6 128,-1 0 1,-1-2 0,0-1 0,-1-1 0,-1-1 0,0-1 0,0-1-1,-1-1-651,-416 39 710,293-37-398,-1074 56 17,21 0-347,697-30-232,-47-22 250,-118-43-1115,75 28 1045,445-18 136,149 18-71,7 58-147,159 426 1538,-81-180-413,15 153-973,-85-371 36,29-102-129,-27 10 77,0 2 0,1 0 0,-1 1 0,1 0 0,0 1 0,0 1 1,1 0-1,-1 2 0,0-1 0,0 2 0,16 2 16,23-1-8,767-1 114,-225 35-192,-126-33 2005,348-47-1919,-290 10 266,47 24-266,16-20 85,-26 11 4,-343-76-27,-64 52-786,-146-43 495,-14 28 271,-3 1 0,-2-1 0,-3 1 1,-11-39-43,-122-305 414,130 359-398,-2 0 0,-2 1 0,-2 1 0,-1 1 0,-13-18-16,-73-181 59,82 95-3,4 86-373,12 57-4890,0-2-3032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44:17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6361,'0'0'2062,"0"0"1775,0 0-1679,0 0-825,0 0-219,31 6 3001,242-25 1421,-249 14-5921,56-9 1493,-32 10-7791,-101 4-5155,25 0 6441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44:17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 6465,'0'0'5049,"0"0"-2507,0 0-748,0 0-343,23 0-31,170-17 2643,-30-14-2415,-127 28-4731,1 2-3544,-29-1-329,3-7 4239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40:14.745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05" units="cm"/>
      <inkml:brushProperty name="height" value="0.05" units="cm"/>
      <inkml:brushProperty name="color" value="#AB008B"/>
    </inkml:brush>
    <inkml:brush xml:id="br2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68 185 7154,'0'0'4175,"0"0"-61,0 0-2000,0 0-943,0 0-352,0 0-88,-11 2 109,4 0-702,5-2-107,-1 0 1,1 0 0,0 1 0,0-1 0,0 0-1,0 1 1,0 0 0,0-1 0,0 1 0,0 0-1,0 0 1,0 0 0,1 0 0,-1 1 0,0-1-1,1 0 1,-1 1 0,1-1 0,-1 1 0,1 0 0,0-1-1,-1 1 1,1 0 0,0 0 0,0 0 0,0 0-1,1 0 1,-1 0 0,0 0 0,1 0 0,-1 0-1,1 0 1,0 0 0,0 0 0,0 2-32,5 18 104,2 0 0,1 0 0,0-1 0,2 0 1,0 0-1,1-1 0,1-1 0,1 0 0,1-1 0,1 0 1,0-1-1,1 0 0,1-2 0,0 0 0,2-1 1,-1 0-1,1-2 0,12 6-104,47 38 130,-45-36-115,-1 2 1,-1 2 0,-1 0 0,-2 2-1,0 2 1,-2 0 0,21 29-16,-43-51-14,1 0 1,-1 1-1,0 0 0,-1 0 0,0 0 1,0 0-1,0 0 0,-1 0 1,0 1-1,0-1 0,-1 1 1,0 0-1,0-1 0,-1 1 1,0 0-1,0 0 0,-1-1 1,0 1-1,0 0 0,-1-1 1,0 1-1,-1-1 0,1 0 0,-1 0 1,0 0-1,-1 0 0,0 0 1,0-1-1,-1 1 0,1-1 1,-1 0-1,-1-1 0,1 1 1,-1-1-1,0 0 0,0 0 1,0-1-1,-1 0 0,1 0 0,-1-1 1,0 1-1,-4 0 14,5-1-1,0 0-1,0 0 1,0-1 0,0 0-1,-1 0 1,1 0 0,0-1-1,-1 0 1,1 0 0,-1 0-1,0-1 1,1 0 0,-1-1-1,1 1 1,-1-1 0,1-1-1,-1 1 1,1-1 0,0 0-1,0 0 1,0-1 0,0 0-1,0 0 1,0 0 0,1-1-1,-1 0 1,1 0 0,0 0-1,0-1 1,1 1 0,-1-1-1,1 0 1,0-1 0,1 1-1,-1-1 1,1 0 0,0 1-1,0-1 1,1-1 0,0 1-1,0 0 1,-1-6 1,1-23-114,1 0-1,2 0 1,1 0 0,2 1-1,1-1 1,2 1 0,1 0-1,2 0 1,1 1-1,2 0 1,1 1 0,4-5 114,48-135-820,-61 162 721,0 0 0,-1-1 0,0 1 0,0-1 0,-1 0 0,-1 0 0,0-1 0,0 1 0,-1 0 0,0 0 0,-1-1 0,-1 1 0,0-1 0,0 1 0,-1 0 0,0 0 0,-1 0 0,-1 0 0,1 0 0,-2 1 0,1-1 0,-2 1 0,1 0 0,-1 1 0,-1-1 0,0 1 0,0 0 0,0 1 0,-1 0 0,-1 0 0,1 1 0,-1 0 0,-1 0 0,1 1 0,-9-4 99,9 7 33,-1 1 1,1 1-1,-1-1 1,0 1-1,0 1 0,1 0 1,-1 0-1,0 1 1,1 0-1,-1 1 0,0 0 1,1 1-1,0-1 1,-1 2-1,1-1 0,1 2 1,-1-1-1,0 1 1,1 0-1,0 1 0,0 0 1,1 0-1,0 0 1,0 1-1,0 0 0,1 1 1,0 0-1,0 0 1,1 0-1,0 0 0,1 1 1,0 0-1,0 0 1,0 0-1,1 0 0,1 1 1,0-1-1,0 1 1,1-1-1,0 1 1,0 7-34,1-9-103,0 0 0,1-1 0,-1 1 0,1-1 0,1 1 0,-1-1 0,1 0 0,1 1 0,-1-1 0,1 0 0,1 0 0,-1-1 0,1 1 0,4 5 103,49 47-5328,-5-21 326</inkml:trace>
  <inkml:trace contextRef="#ctx0" brushRef="#br0" timeOffset="532.094">585 44 6345,'0'0'2277,"0"0"1158,0 0-1432,0 0-542,0 0-228,0 0-47,-9-7-267,5 4-808,3 3-102,1 0-1,-1 0 1,0 1-1,0-1 0,0 0 1,1 0-1,-1 0 1,0 0-1,0-1 1,0 1-1,1 0 1,-1 0-1,0 0 0,0-1 1,0 1-1,1 0 1,-1-1-1,0 1 1,1-1-1,-1 1 1,0-1-1,1 1 0,-1-1 1,1 1-1,-1-1 1,1 0-1,-1 1 1,1-1-1,-1 0 1,1 1-1,-1-1 1,1 0-1,0 1 0,0-1 1,-1 0-1,1 0 1,0 0-1,0 1 1,0-1-1,0 0 1,0 0-1,0 0 0,0 1 1,0-1-1,0 0 1,0 0-1,0 0 1,0 1-1,1-1 1,-1 0-1,0 0 1,1 1-1,-1-1 0,0 0 1,1 0-1,-1 1 1,1-1-1,-1 1 1,1-1-1,0 0 1,-1 1-1,1-1 0,-1 1 1,1-1-9,16 5 143,0 0 1,-1 1-1,0 1 0,0 0 1,-1 1-1,1 1 0,-2 0 1,1 1-1,-1 1 0,0 0 1,-1 1-1,-1 0 1,1 1-1,-2 0 0,0 1 1,8 11-144,26 28 220,-2 3 0,-3 1 0,-2 2 0,-2 1 0,-4 2 0,-2 1 0,-2 2 0,-4 0 0,-2 2 0,-3 1 0,-3 0 0,-3 1 0,-3 0 0,-3 7-220,-3-34 97,-3-1 0,-1 1-1,-2-1 1,-1 0-1,-2 1 1,-3-2 0,0 1-1,-3-1 1,-9 21-97,-81 133-1619,82-174-2431,6-13-1824,5-5-64</inkml:trace>
  <inkml:trace contextRef="#ctx0" brushRef="#br0" timeOffset="184851.965">266 4098 9706,'0'0'2186,"0"0"-643,0 0-300,0 0-4,0 0-63,0 0-249,-24-3 599,-42 89 633,55-67-1975,1 1 0,1 1 0,1 0 0,1 0 1,0 0-1,2 1 0,1 0 0,0 0 0,2 0 0,0 1 1,2-1-1,0 1 0,2-1 0,0 0 0,1 0 1,2 0-1,0 0 0,1-1 0,5 10-184,296 620 2445,-298-634-2414,11 16-5,-2 0 1,-1 1-1,-2 1 1,-1 0 0,-2 1-1,-1 0 1,-2 1 0,-1 0-1,-3 1 1,1 17-27,-6-35 55,-1-1 1,-1-1-1,0 1 1,-2 0-1,0 0 1,-1-1-1,0 0 1,-2 0-1,0 0 1,-1-1-1,-1 0 1,-1-1-1,-6 8-55,3-5 19,0-2-1,-2 0 1,0-1-1,-1-1 0,-1 0 1,0-1-1,-1 0 0,0-2 1,-1 0-1,0-1 0,-1-1 1,-1-1-1,1-1 0,-1-1 1,0 0-1,-1-2 0,0 0 1,0-2-1,0 0 1,0-2-1,-21 0-18,-4-8-83,55-16-2825,14 8-1135,3-1-1436</inkml:trace>
  <inkml:trace contextRef="#ctx0" brushRef="#br0" timeOffset="186715.049">1085 4800 8834,'0'0'1907,"0"0"-735,0 0-417,0 0 92,0 0 62,0 0 73,0-13-51,0-53 768,0 65-940,-2 9 513,-32 247 2215,-58 123-2883,88-361-1058,-4 18 322,-3-24-9641,6-11-2082</inkml:trace>
  <inkml:trace contextRef="#ctx0" brushRef="#br0" timeOffset="187074.288">815 4773 11442,'0'0'2900,"0"0"-1120,0 0-834,0 0-262,0 0 183,0 0 322,14 9-87,224 194 2399,105 149-1213,-326-337-2380,1 1-1837,-6-7-3432,-6-8 359</inkml:trace>
  <inkml:trace contextRef="#ctx0" brushRef="#br0" timeOffset="188572.711">1630 4833 9402,'0'0'2180,"0"0"-594,0 0-384,0 0 7,0 0 48,0 0-195,0 17 311,14 23-614,2 0 0,1-1 1,2-1-1,2-1 0,2 0 0,5 4-759,-8-9 199,1-1 0,1 0 0,2-2 0,1-1 0,1-1 0,2-1 0,20 15-199,-123-190-995,-2-109 160,63 197 855,-3 0-1,-2 1 1,-3 2 0,-13-23-20,-66-145-36,100 196 378,1 30-222,20-2 463,169-9-221,0-8-1,-1-9 0,152-43-361,-149 31 357,-40 18-349,-150 22-23,17 43 95,31 300 2211,-45-326-2462,-12-27-776,1 1 478,-7-12-2121,2 0-2391</inkml:trace>
  <inkml:trace contextRef="#ctx0" brushRef="#br1" timeOffset="192566.462">2200 5202 9178,'0'0'1768,"0"0"-590,0 0-253,0 0 280,0 0 126,0 0-436,6-17-182,21-148 2740,-70-46-1006,109 397-2295,-58-165-141,-2-3-3,0 0 0,0 0 0,2 0 0,0-1-1,1 0 1,1-1 0,1 0 0,0 0 0,1-1 0,0 0 0,1-1-1,1-1 1,11 8-8,-22-19 18,0 0 0,0 0 0,1 0 0,-1-1 0,0 1-1,1-1 1,0 0 0,-1 0 0,1 0 0,0-1 0,-1 1-1,1-1 1,0 0 0,-1 0 0,1 0 0,0-1 0,0 1-1,-1-1 1,1 0 0,-1 0 0,1 0 0,-1 0 0,1-1 0,-1 0-1,1 1 1,-1-1 0,0 0 0,0-1 0,0 1 0,0 0-1,-1-1 1,1 0 0,-1 1 0,1-1 0,-1 0 0,0 0-1,0-1 1,0 1 0,-1 0 0,1-1 0,-1 1 0,1-1-1,-1 1 1,-1-1 0,1-1-18,6-32 189,-1-1 0,-3 0 0,-1 0 0,-1 0 0,-2 1 0,-5-27-189,3 35 9,-1 1-1,-2-1 1,0 1 0,-2 0 0,-1 0-1,-2 1 1,-3-7-9,6 89-379,7-34 386,0-1-1,1 1 1,1-1-1,1 0 1,1 1-1,0-1 1,2 0-1,0-1 1,1 1-1,1-1 0,1 0 1,1-1-1,0 0 1,2 0-1,0-1 1,1 0-1,0-1 1,1-1-1,1 0 1,14 12-7,-15-19 62,1 1-1,0-2 1,0 0 0,1-1 0,-1 0 0,2-1 0,-1-1-1,0 0 1,1-1 0,0-1 0,-1 0 0,1-2 0,0 1 0,0-2-1,0 0 1,6-2-62,-22 2-29,-1 1 0,0-1 0,1 0 0,-1 1 0,0-1 1,1 0-1,-1 0 0,1 1 0,-1-1 0,1 0 0,0 0 0,-1 0 0,1 0 0,0 0 0,0 0 0,0 1 0,-1-1 0,1 0 0,0 0 0,0 0 0,0 0 0,0 0 0,1 0 0,-1 0 0,0 0 0,0 0 0,0 0 1,1 0-1,-1 1 0,1-1 0,-1 0 0,0 0 0,1 0 0,-1 1 0,1-1 0,0 0 0,-1 0 0,1 1 0,0-1 0,-1 1 0,1-1 0,0 0 0,0 1 0,0-1 0,-1 1 0,1 0 0,0-1 0,0 1 0,0 0 1,0-1-1,0 1 0,0 0 29,-43 0-5766,33 6 424</inkml:trace>
  <inkml:trace contextRef="#ctx0" brushRef="#br0" timeOffset="10190.857">6614 1585 7362,'0'0'993,"0"0"2583,0 0-1224,0 0-614,0 0-450,0 0-446,-6-3-77,4 2-744,0 0-1,1 1 1,-1-1-1,1 0 1,-1 1-1,0 0 1,0-1-1,1 1 1,-1 0-1,0 0 1,1 0-1,-1 0 1,0 1-1,0-1 1,1 0-1,-1 1 1,0-1-1,1 1 1,-1-1-1,1 1 1,-1 0-1,0-1 1,1 1-1,0 0 1,-1 0 0,1 0-1,0 1 1,-1-1-1,1 0 1,0 0-1,0 1 1,0-1-1,0 1 1,0-1-1,0 1 1,0-1-1,1 1 1,-1-1-1,1 1 1,-1 0-1,1-1 1,-1 1-1,1 0 1,0-1-1,0 1 1,0 0-1,0 0 1,0-1-1,0 1 1,0 0 0,1-1-1,-1 1 1,1 0-1,-1-1 1,1 1-1,-1 0 1,1-1-21,-5 21 345,0 0 0,2-1 0,0 1 0,1 0 0,1 0 0,2 0 1,0 0-1,2 8-345,-2-24 34,-1 1 0,1 0 1,0-1-1,1 0 0,-1 1 0,1-1 1,0 0-1,1-1 0,0 1 1,0 0-1,0-1 0,0 0 0,1 0 1,0 0-1,0-1 0,0 0 0,1 0 1,-1 0-1,1 0 0,0-1 0,0 0 1,0 0-1,1-1 0,-1 1 1,0-1-1,1-1 0,0 1 0,5-1-34,-1 1-31,1 0-1,-1-1 1,0 0-1,1-1 0,-1-1 1,0 0-1,0 0 0,1-1 1,-1 0-1,0-1 1,0 0-1,-1-1 0,1 0 1,-1-1-1,0 0 0,0-1 1,0 0-1,-1 0 1,0-1-1,0 0 0,-1-1 1,1 0-1,-2 0 0,1-1 1,-1 0-1,-1 0 1,0-1-1,0 1 0,0-1 1,-2-1-1,1 1 0,-1-1 1,-1 0-1,0 0 1,2-9 31,-4 12-72,0 0 0,0-1 1,-1 1-1,0-1 0,0 1 1,-1 0-1,0-1 1,0 1-1,-1 0 0,0 0 1,-1-1-1,1 2 1,-2-1-1,1 0 0,-1 1 1,0-1-1,-1 1 1,0 0-1,0 1 0,0-1 1,-1 1-1,0 0 0,0 0 1,0 1-1,-1 0 1,0 0-1,0 0 0,0 1 1,-1 0-1,1 1 1,-1-1-1,0 2 0,-4-2 72,5 0 32,-1 1-1,1 0 0,-1 1 1,1-1-1,-1 2 0,0-1 1,0 1-1,0 0 1,0 1-1,0-1 0,1 2 1,-1-1-1,0 1 0,0 0 1,0 1-1,0 0 0,1 0 1,-1 1-1,1 0 1,-1 0-1,1 0 0,0 1 1,1 0-1,-1 1 0,1 0 1,-1 0-1,1 0 0,1 0 1,-1 1-1,1 0 0,0 0 1,0 1-1,1 0 1,0-1-1,0 1 0,1 0 1,-2 5-32,3-7-33,1 1 1,0-1 0,0 1 0,1-1-1,0 1 1,0-1 0,0 1 0,0-1-1,1 1 1,0-1 0,0 0 0,1 1 0,-1-1-1,1 0 1,0 0 0,1 0 0,-1 0-1,1 0 1,0 0 0,0-1 0,0 0-1,1 1 1,0-1 0,0 0 0,0-1-1,0 1 1,0-1 0,1 1 32,97 31-6088,-42-32 1253,-11-3 2286</inkml:trace>
  <inkml:trace contextRef="#ctx0" brushRef="#br0" timeOffset="10523.122">6677 825 7242,'0'0'6952,"0"0"-4779,0 0-1384,0 0-223,0 0 165,0 0 273,-12-12-141,4 4-719,-23-23 63,36 53 134,56 96 1113,-6 3 0,-5 3 0,28 107-1454,103 245 1445,-174-460-1648,15 27-14,-3-23-3876,-15-25-5325,-4 3 8003,0-13-1704</inkml:trace>
  <inkml:trace contextRef="#ctx0" brushRef="#br0" timeOffset="10948.372">7264 1407 14875,'0'0'2113,"0"0"-738,0 0-682,0 0-134,0 0 164,0 0 8,18 2-198,-5-2-413,-7 0-79,-1 0 0,0 0 0,0 0 0,0 0 0,1 1 0,-1 0 0,0 0 0,0 0 0,0 1-1,0-1 1,0 1 0,-1 1 0,1-1 0,0 1 0,-1-1 0,0 1 0,0 1 0,0-1-1,0 0 1,0 1 0,-1 0 0,2 1-41,74 130 1146,-69-111-1060,0-2 1,2 1-1,1-2 1,0 0 0,2 0-1,0-1 1,2-1-1,0-1 1,1 0 0,0-1-1,2-1 1,0-1-1,0 0 1,2-2 0,11 5-87,-16-10-22,0-2 1,0 0-1,1-1 1,-1-1-1,1 0 1,0-1-1,0-2 1,0 1-1,1-2 1,3-1 21,-16-3-579,0 0-1,0 0 1,-1 0 0,0-1 0,0 0-1,0 0 1,0-1 0,-1 1 0,0-1-1,0 0 1,-1 0 0,1 0-1,-1-1 1,-1 1 0,1-1 0,-1 1-1,0-1 1,-1 0 0,1 0 0,-1 0-1,-1 0 1,1 0 0,-1 0-1,-1 0 1,0-4 579,2-34-2600,-1 5 1815</inkml:trace>
  <inkml:trace contextRef="#ctx0" brushRef="#br0" timeOffset="11244.16">7757 1336 5857,'0'0'1809,"0"0"1735,0 0-1791,0 0-589,0 0-281,0 0 32,-7-2-14,6 1-858,0 1-1,-1-1 1,1 1-1,0-1 1,0 1-1,0-1 1,0 1-1,-1 0 0,1 0 1,0 0-1,0-1 1,-1 1-1,1 0 1,0 1-1,0-1 1,-1 0-1,1 0 1,0 0-1,0 1 1,0-1-1,-1 1 0,1-1 1,0 1-1,0-1 1,0 1-1,0 0 1,0-1-1,0 1 1,0 0-1,0 0 1,0 0-1,0 0 1,1 0-1,-1 0 0,0 0 1,1 0-1,-1 0 1,0 0-1,1 0 1,0 0-1,-1 1 1,1-1-1,-1 0 1,1 0-1,0 1 1,0-1-1,0 0 1,0 0-1,0 1 0,0-1 1,0 0-1,0 0 1,1 1-1,-1-1 1,0 0-1,1 0 1,-1 0-1,1 0 1,0 1-43,-3 12 274,-12 58 642,-4 0 1,-2-1 0,-4-1-1,-4 1-916,-36 114 132,45-100-338,21-51-2494,14-24-6248,-3-9 6176</inkml:trace>
  <inkml:trace contextRef="#ctx0" brushRef="#br0" timeOffset="3419.029">2235 390 3145,'0'0'3810,"0"0"1815,0 0-2888,0 0-1542,0 0-238,0 0 213,0-7 343,-2-18 25,-3 19 1226,-15 9-2022,8 6-709,-1 1 1,2 0-1,-1 1 0,2 0 0,-1 1 0,2 0 1,-1 1-1,2 0 0,0 0 0,0 1 1,1 0-1,1 1-33,-3 10 34,1 0 1,1 0-1,2 0 1,0 1-1,2-1 1,0 1-1,2 0 0,1 0 1,1 0-1,2 0 1,0 0-1,2 0 1,0-1-1,2 0 1,1 0-1,1-1 0,1 0 1,1 1-35,193 360 1518,-130-260-1076,-7 3 0,-5 3 1,12 47-443,-51-104 59,-4 2 0,-2 0 0,-4 1 0,-4 0 0,-2 1 0,-5 60-59,-1-127 4,-1 0 0,-1 0 0,0 0 0,-1 0 0,0-1 0,0 1 0,-1-1 0,-1 1 0,0-1 0,0 0 0,-1 0 0,0-1 0,0 1 0,-1-1 0,-1 0 0,1-1 0,-2 1 0,1-1 0,-1-1 0,0 0 0,-1 0 0,1 0 0,-1-1 0,-1 0 0,1-1 0,-1 0 0,0 0 0,-7 1-4,-20 5 4,0-2 0,-1-1-1,-1-2 1,1-1 0,-1-3-1,1-1 1,-1-1 0,-15-4-4,36 4-72,-1-1 0,1-1 0,-1-1 0,1 0 0,0-2 0,0 0 0,1 0 0,-1-2 0,1 0-1,1-2 1,-1 1 0,1-2 0,1 0 0,-4-4 72,4-46-4569,72-17-8448,-25 49 7993</inkml:trace>
  <inkml:trace contextRef="#ctx0" brushRef="#br0" timeOffset="3980.432">3204 1527 6665,'0'0'5138,"0"0"-2430,0 0-1181,0 0-603,0 0-225,0 0 147,0 6 28,-59 305 4078,-89 118-4232,140-414-1331,-14-22-12545,14-10 11499,-1-10 86</inkml:trace>
  <inkml:trace contextRef="#ctx0" brushRef="#br0" timeOffset="4322.017">2806 1535 8050,'0'0'1396,"0"0"3001,0 0-2457,0 0-1307,0 0-84,0 0 459,16 19 224,106 126 1049,260 313 792,-369-445-3196,13 16 274,-11-21-3081,-14-13-3358,-1-6 4003,0 11 1640,0-17-2800</inkml:trace>
  <inkml:trace contextRef="#ctx0" brushRef="#br0" timeOffset="5972.015">3527 1544 6169,'0'0'2732,"0"0"1162,0 0-1738,0 0-1034,0 0-421,0 0 170,15 18 271,145 224 2745,-126-184-3253,4 12-416,2-3 0,3-1 1,3-2-1,3-2 0,3-2 0,16 11-218,-68-70-89,-52-120-1051,-180-628-158,130 414 1261,97 299 21,5 33 48,-2 1-16,2 0 8,0 0-47,0 0 23,0 0 4,38-2 15,163-15 70,0-9 0,-2-9 1,-2-8-1,18-15-89,761-209 315,-920 249-328,-56 17 38,0 1 15,0 0-5,0 0 13,28 0-15,18 0 248,-45 0-231,-1 0 83,0 0-9,0 0-23,2 7 26,84 463 3223,-83-462-3397,-4-8 43,1 0 0,-1 0 0,1 0-1,0 0 1,-1 0 0,1 1 0,-1-1 0,1 0 0,-1 0 0,1 0 0,0 0 0,-1 0 0,1 1 0,-1-1 0,1 0 0,0 0 0,-1 1-1,1-1 1,0 0 0,-1 0 0,1 1 0,0-1 0,0 1 0,-1-1 0,1 0 0,0 1 0,0-1 0,-1 0 0,1 1 0,0-1 0,0 1-1,0-1 1,0 1 0,0-1 0,0 0 0,0 1 0,0-1 0,0 1 0,0-1 0,0 1 0,0-1 0,0 0 0,0 1 0,0-1 0,0 1-1,0-1 1,1 1 4,-33-33-4680,9-6-5040,13 17 6238</inkml:trace>
  <inkml:trace contextRef="#ctx0" brushRef="#br0" timeOffset="8014.089">4454 1665 4177,'0'0'2694,"0"0"-1626,0 0-607,0 0 797,0 0 352,0 0-161,13-13-55,42-40-182,-42 39-89,-13 14 36,0 0-107,0 0-206,0 6 303,-51 151-239,-58 242-1701,104-389-2672,-5-11-4330,4-6 5880</inkml:trace>
  <inkml:trace contextRef="#ctx0" brushRef="#br0" timeOffset="8278.613">4230 1717 6281,'0'0'5698,"0"0"-4482,0 0 408,0 0-504,107 109-223,-74-73-9,0-1-312,4-1 0,0-3-368,0-6-16,-2-4-184,0-4 32,-5-4-40,-4-3-216,-10-4-1448,-11-6-3289,0 0 888,-5 0 2969</inkml:trace>
  <inkml:trace contextRef="#ctx0" brushRef="#br0" timeOffset="8589.555">4852 1537 1384,'0'0'10118,"0"0"-6539,0 0-2214,0 0-146,3 25 39,-2-15-1208,3 41 888,3 0 1,3-1-1,1 0 1,2 0-1,10 19-938,-18-57-160,0 1 1,1-1-1,1 0 0,0 0 1,0 0-1,1-1 0,1-1 1,-1 1-1,2-1 0,0-1 1,2 3 159,-12-14-6896,0-2 3638,-3-13 617,-9-6 561</inkml:trace>
  <inkml:trace contextRef="#ctx0" brushRef="#br0" timeOffset="8808.273">4691 1814 7738,'0'0'728,"0"0"4065,0 0-3785,0 0-552,0 0 136,0 0 128,0 0-87,59 12-57,-27-14-200,5-10-80,3-5-168,-1-2 16,-1 2-144,-6 3-56,-4 3-832,0 1-3337,-5 1-816,-4 3 3576</inkml:trace>
  <inkml:trace contextRef="#ctx0" brushRef="#br0" timeOffset="9275.371">5266 1525 6753,'0'0'6347,"0"0"-3694,0 0-1601,0 0-548,0 0 334,4 20 302,48 266 2581,-52-284-3713,1 0-1,-1 0 1,0-1 0,1 1 0,-1 0 0,1-1 0,0 1 0,-1 0 0,1-1 0,0 1 0,0-1 0,0 1 0,0-1 0,0 0 0,0 1 0,1-1 0,-1 0 0,0 0 0,1 0 0,-1 0-1,1 0 1,-1 0 0,1 0 0,-1-1 0,1 1 0,0 0 0,-1-1 0,1 1 0,0-1 0,-1 0 0,1 1 0,0-1 0,0 0 0,-1 0 0,1 0 0,0-1 0,0 1 0,-1 0 0,1-1-1,0 1 1,0-1-8,13 1-53,214-33 41,-131 1-5462,-95 18-2123,-8 9 6042</inkml:trace>
  <inkml:trace contextRef="#ctx0" brushRef="#br0" timeOffset="9607.637">5457 1487 8514,'0'0'1727,"0"0"2371,0 0-1797,0 0-1229,0 0-312,0 0 468,4 26 531,32 170 666,78 222 9,-109-399-7677,-7-26-2837,-1-10 3399</inkml:trace>
  <inkml:trace contextRef="#ctx0" brushRef="#br1" timeOffset="191080.159">4673 2490 9754,'0'0'1906,"0"0"-437,0 0-256,0 0-256,0 0-119,0 0-58,1-20 700,18 33-888,-4-1-245,1-1 1,0 0-1,1-2 1,0 0-1,0 0 1,1-2-1,0 0 1,0-1-1,0-1 1,1-1 0,4 0-348,-5-2 50,0 0 0,1-2 0,-1 0 1,0-1-1,0-1 0,-1-1 1,1 0-1,0-1 0,-1-1 1,0-1-1,0 0 0,0-1 0,-1-1 1,10-7-51,13-10 92,-35 20-96,0 1 1,1-1 0,-1 1-1,1-1 1,0 1 0,0 1-1,0-1 1,1 1-1,0 0 1,-1 0 0,1 1-1,0-1 1,0 1 0,0 1-1,0-1 1,1 1-1,-1 0 1,0 0 0,1 1-1,-1 0 1,0 0 0,1 1-1,-1-1 1,0 1-1,1 1 1,-1-1 0,0 1-1,0 0 1,0 0 0,0 1-1,-1 0 1,1 0-1,-1 0 1,5 4 3,78 140 29,-86-144-37,-1-3 30,-1 0 42,-17-30 125,15 26-186,-1-1 0,1 0 0,0 1 0,0-1 0,1 0 0,-1 0 0,1 0 1,0-1-1,1 1 0,-1 0 0,1 0 0,0 0 0,0-1 0,1 1 0,-1 0 0,1 0 0,0 0 0,1 0 0,-1 0 0,1 0 0,0 0 0,0 0 0,0 1 0,1-1 1,0 1-1,0-1 0,0 1 0,0 0 0,1 0 0,0 1 0,-1-1 0,1 1 0,1 0 0,-1 0 0,0 0 0,1 0 0,-1 1 0,1-1 0,0 1 0,0 1 0,4-2-3,174-4-87,-73 12 28,-107-6 60,1-1 1,-1 1-1,0-1 1,1 0-1,-1 0 1,0 0 0,0-1-1,0 1 1,0-1-1,-1 1 1,1-1-1,-1 0 1,1 0-1,-1 0 1,0-1-1,0 1 1,0 0 0,-1-1-1,1 1 1,-1-1-1,0 0 1,0 1-1,0-1 1,0 0-1,-1 1 1,0-1-1,0 0 1,0 0 0,0 0-1,0 0 1,-1 1-1,1-1 1,-1 0-1,0 1 1,0-1-1,-1 0 1,1 1-1,-2-4-1,-40-12-4271,29 19-57</inkml:trace>
  <inkml:trace contextRef="#ctx0" brushRef="#br1" timeOffset="195986.24">7503 2260 7210,'0'0'1306,"0"0"-157,0 0 90,0 0-188,0 0 142,0 0-30,12 12-279,-3-4-826,0-1 241,-1 1 0,0 0 0,0 0 0,-1 1 0,0 0 0,0 0 0,-1 1-1,0 0 1,-1 0 0,0 0 0,3 11-299,-3 225 2762,-7-221-2626,-2 0 0,0-1 0,-2 1-1,0-1 1,-2 0 0,0-1 0,-2 0-1,-1 0 1,0-1 0,-2-1 0,0 0 0,-1 0-1,-2-2 1,0 0 0,-1 0 0,-11 8-136,-17 3 45,-1-2 0,-1-2 0,-1-2 1,-1-2-1,-1-3 0,-1-1 0,-1-3 1,0-2-1,-1-3 0,0-1 0,-1-3 0,-8-2-45,-290 43 10,-268 27-2,526-61-3,-214 46-12,78 0-35,94 24 4,122-66 30,1 1 0,0 0 0,2 1 0,0 1 0,1-1 0,1 2 0,1-1 0,0 1 0,-1 11 8,9-30 2,-73 249 717,68-282-2184,5 11-1963,-4 3-1511</inkml:trace>
  <inkml:trace contextRef="#ctx0" brushRef="#br1" timeOffset="196503.192">4654 3872 10082,'0'0'3700,"0"0"-2168,0 0-852,0 0 174,1 19 258,7 60 1,-5-70-955,0 1-1,1-1 0,0-1 1,0 1-1,1 0 0,0-1 1,1 0-1,0-1 0,0 1 0,1-1 1,-1 0-1,2 0 0,-1-1 1,1 0-1,0 0 0,0-1 1,0 0-1,1-1 0,0 0 0,7 3-157,89 14 489,-103-62-590,-1 36 91,0 0-1,0 1 0,0-1 0,0 1 0,1-1 0,0 1 1,0 0-1,0 0 0,1 0 0,-1 0 0,1 0 0,0 0 1,0 1-1,0-1 0,0 1 0,1 0 0,-1 0 0,1 0 1,0 1-1,0-1 0,0 1 0,0 0 0,0 0 0,1 0 1,-1 1-1,1-1 0,-1 1 0,1 0 0,1 0 11,6-3 64,32 1-5983,-32 3 1228</inkml:trace>
  <inkml:trace contextRef="#ctx0" brushRef="#br1" timeOffset="199011.928">4391 4689 11811,'0'0'2297,"0"0"-1076,0 0-603,0 0-29,0 0 113,-13 19-40,-38 63-213,34 26 310,19-83-498,-1-20-203,-1-1-1,1 1 1,0-1-1,0 1 0,1-1 1,-1 1-1,1-1 0,0 0 1,0 1-1,1-1 1,-1 0-1,1-1 0,0 1 1,0 0-1,0-1 0,0 1 1,0-1-1,1 0 1,0 0-1,0-1 0,0 1 1,0-1-1,0 0 0,0 0 1,0 0-1,1 0 1,-1-1-1,1 0 0,2 1-57,140 12 878,-142-16-863,-1 0 0,1 0 0,-1 0-1,1-1 1,-1 0 0,0 0 0,0 0-1,-1 0 1,1-1 0,-1 1 0,1-1 0,-1 0-1,0 0 1,0 0 0,-1 0 0,1-1-1,-1 1 1,0-1 0,0 1 0,-1-1-1,1 0 1,-1 0 0,0 0 0,0 0 0,-1 0-1,1 0 1,-1 0 0,0 0 0,-1 0-1,1 0 1,-1 0 0,0 1 0,0-1-1,-1 0 1,1 0 0,-1 1 0,0-1 0,0 0-1,-1 1 1,1 0 0,-2-2-15,-90-94 198,91 98-203,0 0 1,0-1-1,-1 1 1,1 0-1,-1 0 1,1 1-1,-1-1 1,1 1 0,-1 0-1,0 0 1,0 0-1,1 0 1,-1 0-1,0 1 1,0 0-1,0 0 1,0 0-1,0 0 1,0 1-1,0 0 1,1-1 0,-1 1-1,0 0 1,0 1-1,1-1 1,-1 1-1,1 0 1,-1 0-1,1 0 1,0 0-1,0 0 1,0 1-1,0-1 5,-3 4-134,0 0 0,0 0 0,0 0-1,1 1 1,0 0 0,1 0-1,-1 0 1,1 0 0,1 1-1,0 0 1,0 0 0,0-1 0,1 2-1,0-1 1,0 0 0,1 0-1,0 4 135,31-6-4511,-3-6 188</inkml:trace>
  <inkml:trace contextRef="#ctx0" brushRef="#br1" timeOffset="199418.221">4386 4322 9602,'0'0'1738,"0"0"-343,0 0-103,0 0-162,0 0-285,0 0-453,-13-9-185,-42-31 24,42 31-19,13 24 42,3 13 374,1-1-1,2 1 0,0-1 1,2 0-1,1-1 0,1 0 1,5 8-628,-1 0 345,3 11-136,3 0-1,1-2 0,3 0 0,1-1 0,2-2 1,1-1-1,3-1 0,9 7-208,-4 13-428,-65-66-6441,24-8 2977,2-2-1122</inkml:trace>
  <inkml:trace contextRef="#ctx0" brushRef="#br1" timeOffset="200002.9">4808 4674 11723,'0'0'2485,"0"0"-883,0 0-551,0 0 79,0 0-304,0 0-384,-4 6-330,2 7-11,0 0 0,1-1 0,0 1 0,1 0 1,1 0-1,0 0 0,1 0 0,0 0 0,1-1 0,0 1 1,1-1-1,0 0 0,1 0 0,0 0 0,1-1 0,1 0 1,0 0-1,0 0 0,1-1 0,0 0 0,6 5-101,-9-10 108,1-1 0,0 1 0,0-1 0,0-1 0,0 1 0,1-1 0,0 0 0,0 0 0,0-1 0,0 0 0,0 0 0,0 0 0,0-1 0,0 0 0,1-1 0,-1 0 0,0 0-1,1 0 1,-1-1 0,1 0-108,-4-2 17,1-1 0,-1 1 0,0 0 0,-1-1 0,1 0 0,-1 0 0,1 0 0,-1 0 0,-1-1 0,1 1 0,0-1 0,-1 0 0,0 0 0,0 1 0,-1-1 0,1-1 0,-1 1 0,0 0 0,0 0 0,-1 0 0,0-1 0,0 1 0,0 0 0,0 0 0,-1 0 0,0-1 0,0 1 0,0 0 0,-1-1-17,1-15 20,1 2-25,2 5-5,-1 0 0,-1 1 0,0-1-1,-1 0 1,0 0 0,-1 1 0,-1-1-1,0 1 1,-1-1 0,0 1 0,-1 0-1,-1 1 1,0-1 0,-1 1 0,0 0-1,-7-8 11,19 3-8332,6 13 5509</inkml:trace>
  <inkml:trace contextRef="#ctx0" brushRef="#br0" timeOffset="244211.71">573 6511 5513,'0'0'1594,"0"0"1532,0 0-1290,0 0-786,0 0-222,0 0 172,-35-4 2057,26 9-2785,0 0 0,0 1 1,1-1-1,0 2 0,0-1 1,1 1-1,-1 0 0,2 1 1,-1 0-1,1 0 0,0 0 1,1 1-1,0 0 0,0 0 1,0 3-273,-2 7 222,1 1 1,1 0 0,1 0 0,1 0-1,1 0 1,0 0 0,2 1-1,0-1 1,2 0 0,0 0 0,4 18-223,7 7 311,2 0 1,2-2 0,2 0 0,1 0 0,3-2-1,6 6-311,61 125 378,-30-35-132,-5 3 0,31 133-246,-80-250 65,-2 0-1,0 1 1,-1-1 0,-2 1-1,0 0 1,-2-1-1,0 1 1,-2 0 0,0-1-1,-2 1 1,-1-1-1,0-1 1,-2 1 0,-1-1-1,0 0 1,-6 8-65,3-6 14,-1-1 0,-1 0 0,-1 0 0,-1-2 0,-1 0 0,-1 0 0,0-2 0,-2 0 0,0-1 0,-1-2 0,-1 0 0,0-1 0,-1-1 0,-1-1 0,0-1 0,0-1 0,-2-1 0,1-2 0,-1 0 0,0-2 0,0 0 0,-1-2 0,-23 0-14,-131-12-1250,180 6 1142,1 0 1,-1 0 0,0 1 0,1-1 0,-1 0 0,1 0 0,0 0 0,0 0 0,-1 0 0,1 0 0,1 0 0,-1 0 0,0 0 0,0 0 0,1 0 0,-1 1 0,1-1 0,-1 0 0,1 0 0,0 0 0,0 1 0,0-1 0,0 0 0,0 1-1,0-1 1,0 1 0,1-1 0,-1 1 0,0-1 0,1 1 0,-1 0 0,1 0 0,0 0 0,-1 0 0,1 0 0,0 0 0,0 0 107,1-1-216,40-35-3608,5-2-1301</inkml:trace>
  <inkml:trace contextRef="#ctx0" brushRef="#br0" timeOffset="244977.938">1374 5939 6177,'0'0'646,"0"0"402,0 0 1893,0 0-1264,0 0-295,0 0 29,0-4 3689,10 234-415,-3-172-4372,1 1 1,4-1-1,2-1 0,18 49-313,-26-87-916,-26-32-14181,8 0 14115,-12-10-1239,0 0 1030</inkml:trace>
  <inkml:trace contextRef="#ctx0" brushRef="#br0" timeOffset="245387.09">1206 6335 5281,'0'0'1199,"0"0"-179,0 0 1331,0 0-646,0 0-460,0 0 68,7 21-246,26 70-318,-30-84-656,1-1 1,0 0-1,0 0 0,0 0 1,1 0-1,0-1 0,0 0 1,0 0-1,1 0 0,0 0 1,0-1-1,0 0 0,0-1 1,1 1-1,-1-1 0,1 0 0,0-1 1,0 1-1,0-1 0,1 0-93,-7-2 8,110 6 1695,-98-80-1320,-10 68-406,2 0 1,-1 0-1,1 0 1,-1 1-1,1 0 1,1 0-1,-1 0 1,1 1-1,0 0 1,0 0-1,0 0 1,1 1 0,-1 0-1,1 0 1,3-1 22,37-5-2639,-46 9 481,-1-1-1546,0 0 1502,0 1 618</inkml:trace>
  <inkml:trace contextRef="#ctx0" brushRef="#br0" timeOffset="246948.312">1206 7204 5753,'0'0'670,"0"0"-389,0 0 250,0 0 1575,0 0-326,0 0-670,-9-11 1968,-63 158 226,61-113-2620,2-1 1,1 1-1,1 0 0,2 1 0,2-1 0,1 1 0,2 0 0,2 23-684,2-45 43,0 0-1,1 1 1,0-2-1,1 1 1,1-1-1,-1 0 0,2 0 1,0 0-1,0-1 1,1-1-1,1 1 0,0-2 1,0 1-1,1-1 1,0-1-1,0 0 0,1 0 1,0-1-1,0-1 1,1 0-1,0-1 0,0 0 1,0-1-1,0 0 1,14 1-43,-22-10-10765,-10-12 5932,5 16 4405,-8-17-1579</inkml:trace>
  <inkml:trace contextRef="#ctx0" brushRef="#br0" timeOffset="247644.386">1348 7790 5297,'0'0'2147,"0"0"2558,0 0-2114,0 0-1045,0 0-396,0 0-211,1-4-230,66-226 459,-67 119 425,8 209 298,-7-90-1877,0 0 1,1 0-1,0 0 1,1-1-1,0 1 1,0-1-1,0 0 1,1 0-1,0 0 1,1 0-1,-1-1 1,1 1-1,0-1 1,1-1-1,0 1 1,-1-1-1,2 0 1,-1 0-1,1 0 1,-1-1-1,1 0 1,1 0-1,-1-1 1,0 0-1,1-1 1,0 1-1,-1-1 1,1-1-1,0 1 0,2-1-14,4-64-101,-22-95-262,7 157 358,0 15 17,1-1 1,0 0-1,0 1 0,2-1 1,0 1-1,0-1 1,1 0-1,1 0 0,0 0 1,1-1-1,0 1 0,1-1 1,0 0-1,1-1 0,0 1 1,1-1-1,0-1 0,1 0 1,0 0-1,1 0 0,0-1 1,0-1-1,2 1-12,-10-7-2,1-1 1,0 1-1,-1-1 0,1 0 0,0 0 1,0 0-1,-1 0 0,1-1 1,0 1-1,0-1 0,0 0 0,0 1 1,0-1-1,0-1 0,0 1 0,0 0 1,0-1-1,0 1 0,0-1 1,-1 0-1,1 0 0,0 0 0,0 0 1,-1-1-1,1 1 0,-1-1 0,1 0 1,-1 1-1,0-1 0,1 0 0,-1 0 1,0-1-1,0 1 0,-1 0 1,1-1-1,0 1 0,-1-1 0,0 1 1,1-1-1,-1 0 2,13-35-2534,-5-3-3401,-4 22 1325,1-5 1383</inkml:trace>
  <inkml:trace contextRef="#ctx0" brushRef="#br0" timeOffset="247988.98">1947 7497 6585,'0'0'7654,"0"0"-4900,0 0-1859,0 0-434,0 0 179,0 0 273,4 1-53,19 1-482,1-1 0,-1-1 0,0-1 0,0-1 0,0-1-1,-1-1 1,1-1 0,-1-1 0,0-1 0,8-4-378,-29 10-3112,-5 0-7230,1 0 5340,-7-3 2486</inkml:trace>
  <inkml:trace contextRef="#ctx0" brushRef="#br0" timeOffset="248380.611">2333 7183 5233,'0'0'7415,"0"0"-4224,0 0-1889,0 0-343,-2 20 189,-21 302 3168,61-321-4095,190-49-164,-223 48 550,3 0-2461,-3-10-6602,-5 3 3087</inkml:trace>
  <inkml:trace contextRef="#ctx0" brushRef="#br0" timeOffset="248677.42">2475 7210 6809,'0'0'6870,"0"0"-4043,0 0-1808,0 0-67,0 0 455,4 24 423,46 186 1060,13-13-1781,-61-210-12480,-2-5-2139</inkml:trace>
  <inkml:trace contextRef="#ctx0" brushRef="#br0" timeOffset="249255.488">2596 6969 5705,'0'0'768,"0"0"-449,0 0-244,0 0-50,0 0 549,0 0 1761,-3-1-783,68 36 4175,156 122-4346,-196-137-1199,-1 0 1,0 2-1,-1 0 0,-2 1 0,0 2 0,-2 0 0,0 1 0,-2 1 1,-1 0-1,-1 1 0,-2 1 0,0 1 0,-2-1 0,-2 2 0,0 0 1,-2 0-1,-2 0 0,0 0 0,-2 6-182,-2-25 62,0-1 0,-1 1 0,-1-1 1,1 1-1,-2-1 0,0 1 0,0-1 0,-1 0 0,0 0 0,-1 0 1,0 0-1,-1-1 0,0 0 0,-1 0 0,0 0 0,0 0 0,-1-1 0,0 0 1,-1 0-1,0-1 0,0 0 0,-9 5-62,10-11-1808,7-2-1869</inkml:trace>
  <inkml:trace contextRef="#ctx0" brushRef="#br0" timeOffset="250523.37">2706 5518 5705,'0'0'1710,"0"0"1597,0 0-1545,0 0-679,0 0 146,0 0 104,17 0-202,18 0-819,-12-1 70,1 0 1,0 2 0,-1 0 0,0 2-1,1 0 1,-1 2 0,0 1 0,-1 0-1,1 2 1,12 6-383,-15 2 171,1 1 0,-2 1 0,0 1 0,-2 1-1,0 0 1,-1 1 0,-1 1 0,11 20-171,41 55 471,73 129 220,-85-151-396,-54-74-217,-1-1-44,-16-38-4971,-6 19-1561,-1 4-2409</inkml:trace>
  <inkml:trace contextRef="#ctx0" brushRef="#br0" timeOffset="251112.488">3064 6056 6689,'0'0'1570,"0"0"2998,0 0-2065,0 0-1244,0 0-431,0 0-196,7-1-2,3 0-472,0 0 0,0 0 1,0 1-1,0 0 1,0 1-1,0 0 0,0 1 1,0 0-1,0 1 1,0 0-1,-1 0 0,1 1 1,3 2-159,252 126 1348,-257-132-1337,0 0-1,0 0 1,0-1-1,0 0 1,-1 0 0,1-1-1,0 0 1,-1-1-1,1 1 1,-1-1-1,0-1 1,0 1 0,0-1-1,0-1 1,-1 1-1,0-1 1,1 0 0,-2 0-1,1-1 1,-1 0-1,0 0 1,0 0-1,0-1 1,-1 1 0,0-1-1,0 0 1,-1 0-1,0-1 1,0 1 0,-1-1-1,1-2-10,38-156 15,-37 151-2700,-19-8-10312,8 20 9475</inkml:trace>
  <inkml:trace contextRef="#ctx0" brushRef="#br0" timeOffset="254031.49">3818 7729 6769,'0'0'829,"0"0"426,0 0 1901,0 0-913,0 0-773,0 0-174,9-17-39,8-21-514,-1-1 0,-2 0 0,-2-1 0,-1-1 0,-2 0 0,-2-3-743,-5-243 1032,5 318-1010,2 0 0,0-1 0,3 1-1,0-2 1,2 0 0,1-1 0,2 0 0,8 10-22,98 119 153,-116-151-142,-1 0 0,1-1 0,-1 0 0,1 0 0,1 0-1,-1-1 1,1 0 0,0 0 0,0-1 0,0 0 0,0 0 0,0-1 0,1 0 0,-1-1 0,1 0 0,-1 0 0,1-1 0,0 0 0,-1 0 0,1-1 0,7-1-11,-13-1 3,0 0 0,0 0 0,0-1 1,0 1-1,-1 0 0,1-1 0,-1 0 1,0 0-1,0 1 0,0-1 1,-1 0-1,1-1 0,-1 1 0,0 0 1,0 0-1,0 0 0,-1-1 1,1 1-1,-1 0 0,0-1 0,-1 1 1,1 0-1,-1-1 0,0 1 1,0-3-5,0-10 5,-2-27-59,-2-1 1,-2 1-1,-1 0 0,-3 0 0,-2 1 1,-1 1-1,-15-30 55,24 63-15,33 79-134,-27-69 149,11 29 18,2 1 1,0-2-1,3 0 0,0-1 0,2 0 0,1-2 1,1 0-1,1-1 0,1-1 0,1-2 1,1 0-1,1-1 0,1-2 0,1-1 0,9 4-18,-17-18-820,-3-32-7528,-15 22 7909,5-30-5045,0-1 2762</inkml:trace>
  <inkml:trace contextRef="#ctx0" brushRef="#br0" timeOffset="257855.297">4466 6523 6737,'0'0'637,"0"0"-116,0 0 546,0 0 444,0 0-306,2 3-66,-1-3-1048,0 1 0,0-1 0,0 1-1,1-1 1,-1 0 0,0 1 0,0-1 0,0 0-1,0 0 1,1 1 0,-1-1 0,0 0-1,0 0 1,0-1 0,0 1 0,1 0-1,-1 0 1,0 0 0,0-1 0,0 1-1,0-1 1,0 1 0,0-1 0,0 1 0,0-1-1,0 0 1,0 1 0,0-1 0,0 0-1,0 0 1,0 0 0,0 1 0,-1-1-1,1 0 1,0 0 0,-1 0 0,1 0-1,-1-1 1,1 1 0,-1 0 0,1 0 0,-1 0-1,0 0 1,0 0 0,0-1 0,1 1-1,-1 0 1,0 0 0,0 0 0,0 0-1,-1-1-90,30-138 2538,-17 153-1875,152 286 1767,-158-283-2881,-7-9-2986,-1-3-1845</inkml:trace>
  <inkml:trace contextRef="#ctx0" brushRef="#br0" timeOffset="258135.661">4470 6781 7562,'0'0'1979,"0"0"2262,0 0-1992,0 0-1042,0 0-361,0 0 45,19-3 134,355-71 2156,-366 72-3463,29-1 201,-20 8-5196,-16 0-189</inkml:trace>
  <inkml:trace contextRef="#ctx0" brushRef="#br0" timeOffset="258684.501">4633 7007 7098,'0'0'1759,"0"0"1359,0 0-1169,0 0-482,0 0-46,0 0-177,20-7-179,127-46 637,-145 52-1701,0 0-1,0 0 1,-1 0-1,1 1 1,0-1-1,0 0 1,0 1-1,0 0 1,0-1-1,0 1 1,0 0-1,0 0 1,0 0-1,0 0 1,0 0-1,0 1 1,0-1 0,0 0-1,0 1 1,-1 0-1,1-1 1,0 1-1,0 0 1,0 0-1,-1 0 1,1 0-1,0 0 1,-1 0-1,1 1 1,-1-1-1,1 0 1,-1 1-1,0 0 1,0-1-1,0 1 1,1-1-1,-2 1 1,1 0 0,0 0-1,0 0 1,0 0-1,-1-1 1,1 1-1,-1 0 1,0 0-1,1 0 1,-1 0-1,0 0 1,0 0-1,0 0 1,-1 2-1,-34 159 49,24-135-6,72-17 678,49-34 582,-2 0-4118,-98 21-1161,1 0-4413</inkml:trace>
  <inkml:trace contextRef="#ctx0" brushRef="#br0" timeOffset="259259.945">5716 7189 4425,'0'0'3038,"0"0"2206,0 0-2636,0 0-1290,0 0-390,0 0-2,-7-5-302,7 5-614,-1-1 1,1 0-1,-1 1 1,1-1-1,-1 1 1,1-1-1,-1 1 1,0-1 0,1 1-1,-1-1 1,0 1-1,1-1 1,-1 1-1,0 0 1,0-1-1,1 1 1,-1 0-1,0 0 1,0-1-1,1 1 1,-1 0 0,0 0-1,0 0 1,0 0-1,1 0 1,-1 0-1,0 0 1,0 0-1,0 1 1,1-1-1,-1 0 1,0 0-1,0 1 1,1-1-1,-1 0 1,0 1 0,1-1-1,-1 1 1,0-1-1,1 1 1,-1-1-1,1 1 1,-1-1-1,1 1 1,-1 0-1,1-1 1,-1 1-1,1 0 1,-1-1-1,1 1 1,0 0-11,13 60 748,-8-52-673,0 0 0,0-1 0,0 1 0,1-1-1,1 0 1,0 0 0,0-1 0,0 0 0,1 0 0,-1-1-1,2 0 1,-1 0 0,1-1 0,0 0 0,0-1 0,0 1-1,1-2 1,-1 1 0,1-2 0,0 1 0,0-1 0,0-1-1,0 0 1,0 0 0,0-1 0,0 0 0,1-1-1,9-1-74,-17 2-2,1-1 0,0 1 0,-1-1 0,1 0 0,0 0 0,-1 0 0,1-1 0,-1 1 0,0-1 0,1 0 0,-1 0 0,0 0 0,0 0 0,0 0 0,0-1 0,-1 1 0,1-1 0,-1 0 0,1 0 0,-1 0 0,0 0-1,0 0 1,0 0 0,-1-1 0,1 1 0,-1-1 0,1 1 0,-1-1 0,-1 1 0,1-1 0,0 0 0,-1 1 0,0-1 0,0 0 0,0-1 2,1-3-15,-2 0 0,1-1-1,-1 1 1,0 0 0,-1 0 0,0 0 0,0 0 0,-1 0 0,0 0-1,0 1 1,-1-1 0,0 1 0,0 0 0,-1 0 0,-3-4 15,2 4 17,-1 0 0,0 1 1,0 0-1,-1 0 1,1 0-1,-1 1 0,-1 1 1,1-1-1,-1 1 0,1 0 1,-1 1-1,0 0 1,0 1-1,-1 0 0,1 0 1,0 1-1,-1 0 0,1 0 1,-1 1-1,1 1 0,-1 0 1,1 0-1,0 0 1,-1 1-1,1 1 0,0 0 1,0 0-1,0 0 0,1 1 1,-1 1-1,1 0 0,0 0 1,0 0-1,1 1 1,-1 0-1,1 0 0,1 1 1,-1 0-1,1 0 0,0 1 1,1-1-1,0 1 1,0 1-1,-1 3-17,4-10-25,0 0-1,0 0 1,1 1 0,-1-1 0,1 0-1,-1 1 1,1 0 0,0-1 0,0 1-1,0 0 1,1-1 0,-1 1 0,0 0-1,1 0 1,0 0 0,0-1-1,0 1 1,0 0 0,0 0 0,1 0-1,-1 0 1,1-1 0,-1 1 0,1 0-1,0 0 1,0-1 0,1 1 0,-1-1-1,0 1 1,1-1 0,0 0 0,-1 1-1,1-1 1,0 0 0,0 0 0,0 0-1,0 0 1,1-1 0,-1 1-1,0 0 1,1-1 0,-1 0 0,1 1-1,0-1 1,-1 0 0,1-1 0,0 1-1,0 0 1,-1-1 0,1 1 0,0-1 25,7 0-874,1 1 0,-1-2 1,0 1-1,0-2 1,0 1-1,0-1 0,0-1 1,0 0-1,-1 0 1,1-1-1,-1 0 0,0-1 1,0 0-1,0 0 1,-1-1-1,1 0 1,-2 0-1,7-7 874,25-19-2535</inkml:trace>
  <inkml:trace contextRef="#ctx0" brushRef="#br0" timeOffset="259617.727">5755 6626 7186,'0'0'1005,"0"0"1937,0 0-1011,-18-20-162,-55-63-243,38 33 4073,60 64-4113,-3 10-1244,0 1 1,-2 1-1,-1 0 1,-1 2 0,-1 0-1,-1 1 1,3 11-243,9 14 554,-12-24-253,22 45 15,4-1-1,3-3 1,3-1 0,2-3-1,12 7-315,-58-69-1018,13 12 2092,-13-15-5432,-2-4-5356,-2-9 3613</inkml:trace>
  <inkml:trace contextRef="#ctx0" brushRef="#br0" timeOffset="260055.659">6279 6998 13523,'0'0'2176,"0"0"-1161,0 0-351,0 19 446,-1 4-622,-2-12-312,1 0 1,0 1-1,1-1 1,1 1-1,0-1 1,0 1 0,1-1-1,0 1 1,1-1-1,1 1 1,0-1-1,0 0 1,1 0-1,0-1 1,1 1-1,0-1 1,1 0-1,0 0 1,1 0 0,0-1-1,0 0 1,1-1-1,0 0 1,0 0-1,1 0 1,0-1-1,1 0-176,-4-4 13,-1-1-1,1 0 1,0 0-1,0 0 1,0 0-1,0-1 1,0 0-1,0-1 1,0 1-1,0-1 0,0 0 1,0-1-1,0 1 1,0-1-1,0 0 1,0-1-1,0 1 1,-1-1-1,1-1 1,0 1-1,-1-1 0,0 0 1,1 0-1,-1 0 1,0-1-1,-1 0 1,1 0-1,-1 0 1,1 0-1,-1-1 1,-1 1-1,1-1 1,-1 0-1,1-1 0,-2 1 1,1 0-1,0-1 1,0-3-13,0-4-4,-1 0 0,0 0 1,-1 0-1,-1 0 0,0 0 0,0 0 1,-1 0-1,-1 0 0,-1 0 0,1 1 1,-2-1-1,0 1 0,0-1 0,-1 1 1,-1 0-1,0 1 0,-1 0 0,0 0 1,0 0-1,-1 1 0,-3-3 4,12 13-79,-1 0 0,1 0 0,-1 0 0,0 0 0,1 0 0,-1 0-1,1 0 1,-1 0 0,0 0 0,1 0 0,-1-1 0,0 1 0,1 0 0,-1 0 0,0-1-1,1 1 1,-1 0 0,0 0 0,1-1 0,-1 1 0,0 0 0,0-1 0,1 1 0,-1 0 0,0-1-1,0 1 1,0 0 0,0-1 0,1 1 0,-1 0 0,0-1 0,0 1 0,0-1 0,0 1-1,0 0 1,0-1 0,0 1 0,0-1 0,0 1 0,0 0 0,0-1 0,0 1 0,0 0 0,-1-1-1,1 1 1,0-1 0,0 1 0,0 0 0,-1-1 0,1 1 0,0 0 0,0-1 0,0 1-1,-1 0 81,3 0-333,15 0-4511</inkml:trace>
  <inkml:trace contextRef="#ctx0" brushRef="#br2" timeOffset="288657.995">4750 7922 6553,'0'0'4931,"0"0"-2773,0 0-869,0 0-289,0 0 123,0 0-49,0 5 4520,4 20-5328,10 334 2014,-18-342-2190,0-1-1,-1 0 0,-1 0 0,0-1 1,-1 0-1,-1 0 0,0-1 0,-1 0 1,-1 0-1,0-1 0,-1 0 0,0-1 1,-1 0-1,0 0 0,-7 3-89,-39 32 54,-2-1-1,-3-4 0,-1-2 1,-1-3-1,-21 5-53,29-20 20,-1-3 0,-1-2 0,-1-3 0,0-2 0,-1-3 1,0-3-1,-1-3 0,-51-3-20,-45 6 19,-195 10-384,318-16 203,1-1 1,-1-1 0,1-2 0,0-2-1,0-1 1,0-1 0,-10-6 161,-69-15-316,103 27 295,-170-35-409,1-8 0,-45-24 430,-55-48 44,271 111-33,0 0 1,0 0-1,1-1 1,-1-1-1,2 1 1,-1-1 0,1 0-1,0 0 1,0-1-1,1 0 1,1 0-1,-1 0 1,1-1-1,1 1 1,0-1-1,0 0 1,-1-9-12,-46-98 149,7 64 125,43 53-210,0 0 26,0 0-31,0 0 57,0 0-79,0 0-5,0 0 24,0 0-77,0 0-34,0 0-49,-2 8-6725,2-6-4888,2-2 8716</inkml:trace>
  <inkml:trace contextRef="#ctx0" brushRef="#br2" timeOffset="289296.321">2047 8171 4153,'0'0'8531,"0"0"-5212,0 0-1990,0 0-468,0 0 135,0 0 151,-15 0-285,-71 0-213,-70 73 578,-80 40-967,234-109-231,1 0 0,-1 0 0,1 0-1,0 1 1,0-1 0,1 0 0,-1 1-1,1-1 1,0 0 0,0 1 0,1-1-1,-1 0 1,1 0 0,0 1 0,0-1-1,0 0 1,1 0 0,-1 0 0,1 0-1,0 0 1,0 0 0,1-1 0,-1 1-1,1-1 1,2 3-29,0 5 69,11 23 111,6 15 24,2-1 0,1-1 0,3-1 1,2-1-1,23 25-204,18-21 1520,-70-49-1196,-1 0-110,0 1-65,19 5-15241,-14-6 12792,20 0-3405</inkml:trace>
  <inkml:trace contextRef="#ctx0" brushRef="#br2" timeOffset="290616.223">4370 7767 3409,'0'0'2684,"0"0"-1837,0 0-695,0 0 36,0 0 992,0 0 1756,4 0-1320,13 0-505,-12 0 137,-5 0-26,0 0-323,0 0-294,0 0-89,0 0-104,0 0-54,-2 11 386,-127 151 1468,78-112-2083,-2-4-1,-2-1 0,-2-3 1,-1-2-1,-36 16-128,6-14 148,-3-4 1,0-4-1,-3-3 1,0-5-1,-96 13-148,166-33 19,-221 13 2135,64-78-1708,166 52-430,0 0 0,1-2 0,-1 1 0,2-2 0,0 1 0,0-2 0,0 0 0,2-1 1,-1 0-1,2 0 0,-1-1 0,2-1 0,0 1 0,-4-10-16,-76-86 931,89 109-907,0 0-5,0 0 15,0 0-22,0 0-24,0 0-24,0 0 10,0 0-57,0 0-243,0 0-519,0 0-1185,0-4-5576,1-9-198,5 4 4130</inkml:trace>
  <inkml:trace contextRef="#ctx0" brushRef="#br2" timeOffset="291462.711">2815 7870 5233,'0'0'1933,"0"0"1517,0 0-1598,0 0-736,0 0-170,0 0 18,-7 1-60,-73 15 2082,-93 29-1240,170-44-1746,0 0-1,1 0 1,-1 0 0,0 1 0,0-1 0,1 1-1,-1-1 1,1 1 0,0 0 0,-1 0 0,1 0 0,0 0-1,0 0 1,0 1 0,0-1 0,1 0 0,-1 1-1,1 0 1,-1-1 0,1 1 0,0 0 0,0 0-1,0-1 1,0 1 0,1 0 0,-1 0 0,1 0-1,0 0 1,0 0 0,0 0 0,0 0 0,0 0-1,1 0 1,-1 1 0,19 245 1203,37 23 619,-54-303-10955,-2 12 2392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45:08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7490,'0'0'1549,"0"0"1657,0 0-1356,0 0-879,0 0-215,0 0 76,11 7 148,95 32 809,219-43 1852,-319 6-3525,-3 0-2909,0-2-7989,-3 0 8114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45:08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7098,'0'0'2173,"0"0"984,0 0-1078,0 0-433,23 4-207,164 17 3542,-88-20-3154,50 1-2710,-55-9-5901,-39-5-815,-5-4 2258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45:21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61 6057,'0'0'1470,"0"0"2375,0 0-1529,0 0-833,0 0-683,-8 3-131,-21 10-96,28-13-541,1 1 0,0 0 1,0-1-1,-1 1 0,1 0 0,0-1 0,0 1 0,0 0 1,0-1-1,0 1 0,0 0 0,0-1 0,0 1 1,0 0-1,0 0 0,0-1 0,0 1 0,1 0 0,-1-1 1,0 1-1,0-1 0,1 1 0,-1 0 0,0-1 1,1 1-1,-1-1 0,1 1 0,-1-1 0,1 1 0,-1-1 1,1 1-1,-1-1 0,1 1 0,-1-1 0,1 0 1,0 1-1,-1-1 0,1 0 0,-1 0 0,1 1 0,0-1 1,-1 0-1,1 0 0,0 0 0,0 0 0,-1 0 1,1 0-1,0 0 0,-1 0 0,1 0 0,0 0 1,-1 0-1,1 0 0,0-1 0,-1 1 0,1 0 0,0-1-32,-1 1 22,32 4 458,1-2-1,-1-1 0,0-2 1,1-1-1,-1-2 0,0-1 0,0-1 1,-1-2-1,14-6-479,89-17 158,-124 28-11473,-1-5 8826,-2 1 882,13-9-490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45:21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19 103 15187,'0'0'2397,"0"0"-1216,0 0-762,0 0 383,-2 23 770,-14 323 55,16-344-1615,0 0 1,0 0-1,0 0 0,1 0 1,-1 0-1,1 0 0,-1 0 1,1 0-1,0 0 1,0-1-1,0 1 0,0 0 1,0-1-1,0 1 0,1-1 1,-1 1-1,0-1 0,1 1 1,-1-1-1,1 0 1,-1 0-1,1 0 0,0 0 1,-1 0-1,1 0 0,0 0 1,0 0-1,0-1 0,0 1 1,0-1-1,0 1 1,0-1-1,0 0 0,-1 0 1,1 0-1,0 0 0,0 0 1,0 0-1,0-1 0,0 1 1,0-1-1,0 1 1,2-1-13,94-28 710,-89 25-700,356-106 888,-265 83-2505,-79-9-13135,-21 23 12894</inkml:trace>
  <inkml:trace contextRef="#ctx0" brushRef="#br0" timeOffset="327.566">331 0 6281,'0'0'5951,"0"0"-3180,0 0-1201,0 0-214,0 0 279,0 0 92,2 6-653,72 272 2194,-57-77-1597,-16-152-1476,2 1 1,2 0 0,2-1-1,3 0 1,1-1-1,3 0 1,7 16-196,-41-108-11455,8 13 2799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45:51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1525 6265,'0'0'1691,"0"0"1709,0 0-1133,0 0-575,0 0-605,0 0-1242,-5-2 8821,9-144-7904,0 76-815,-4-1-1,-2 0 0,-4 0 0,-2-1 54,15 173-228,0-66 237,-5-9 4,2 0 1,0-1-1,2 0 0,0 1 0,2-2 0,1 1 0,1-1 0,1-1 0,1 0 0,1 0 0,1-1 0,1-1 0,10 11-13,-21-29 2,-1 1 0,1-1 0,0 1 0,0-1 0,0 0 0,0-1 0,1 1 0,-1-1 0,1 0 0,0 0 0,-1 0 0,1-1 0,0 1 0,0-1 0,0 0 0,0-1-1,0 1 1,0-1 0,0 0 0,0 0 0,0-1 0,0 1 0,0-1 0,0 0 0,0-1 0,0 1 0,0-1 0,-1 0 0,1 0 0,0-1 0,-1 1 0,0-1 0,0 0 0,0 0 0,0 0 0,0-1 0,-1 1 0,1-1 0,-1 0 0,0 0 0,1-2-2,2-16-14,0-1 0,-2 0-1,-1 0 1,-1-1 0,-1 1 0,0-1 0,-2 1-1,-3-14 15,3 7-31,0 14-10,0-1 1,-1 1 0,-1-1-1,0 1 1,-2 0-1,1 0 1,-2 1-1,0-1 1,-1 1 0,-3-4 40,11 58-258,4-9 266,2-1 1,1 1-1,1-1 0,2 0 0,1-1 0,1-1 0,1 0 0,1 0 0,2-2 1,1 0-1,2 2-8,-13-18 0,-1-1 1,1 1 0,1-1-1,0-1 1,0 0 0,0 0-1,1 0 1,0-1 0,0 0-1,0-1 1,1 0 0,0 0-1,0-1 1,0-1 0,1 0-1,-1 0 1,1-1 0,-1 0-1,1-1 1,4 0-1,29-51-5676,-34 21 695</inkml:trace>
  <inkml:trace contextRef="#ctx0" brushRef="#br0" timeOffset="702.73">622 507 6785,'0'0'907,"0"0"-197,0 0 846,0 0 155,0 0-237,0 0 133,5 5 63,-4-4-1625,0 0 0,0-1 0,0 1 0,0 0 1,0-1-1,0 1 0,0 0 0,1-1 0,-1 1 1,0-1-1,0 0 0,1 1 0,-1-1 0,0 0 1,0 0-1,1 0 0,-1 0 0,0 0 0,1 0 1,-1 0-1,0 0 0,1-1 0,-1 1 0,0 0 1,0-1-1,1 1 0,-1-1 0,0 1 0,0-1 1,0 0-1,0 0 0,0 1 0,0-1 0,0 0 1,0 0-1,0 0 0,0 0 0,0 0 0,-1 0 1,1 0-1,0 0 0,-1 0 0,1-1 0,-1 1 1,1 0-1,-1 0 0,1 0 0,-1-1 0,0 1 1,0 0-1,0-1 0,1 1 0,-1 0 0,0-1 1,-1 1-1,1 0 0,0 0 0,0-1 0,-1 1 1,1 0-1,0 0 0,-1-1 0,1 1 0,-1 0 1,0 0-1,0-1-45,9-193 1184,-17 166-203,2 55 248,4-12-1194,2 1 0,-1 0 1,2 0-1,0 0 0,1 0 1,1 0-1,0-1 0,1 1 0,0-1 1,1 1-1,1-1 0,0 0 1,1-1-1,0 1 0,2-1 0,-1 0 1,1-1-1,1 0 0,0 0 1,1-1-1,0 0 0,1-1 0,0 0 1,3 1-36,41-2-3319,-49-9 1889,7 0-4262</inkml:trace>
  <inkml:trace contextRef="#ctx0" brushRef="#br0" timeOffset="1013.529">638 735 8314,'0'0'1221,"0"0"1000,0 0 195,0 0-570,0 0-580,0 0-150,1 1 2416,13 1-3107,53-7-9,0-3 0,0-2 0,-1-4 0,63-20-416,-113 29-48,7-1-1439,-9 1-3481,-12 4 341</inkml:trace>
  <inkml:trace contextRef="#ctx0" brushRef="#br0" timeOffset="1548.011">820 865 7922,'0'0'1680,"0"0"875,0 0-689,0 0-702,0 0-336,0 0-55,7 4 970,125-18-391,-130 15-1344,0 1-1,0-1 1,1 1 0,-1 0 0,-1-1-1,1 1 1,0 0 0,0 0 0,-1 1-1,1-1 1,-1 0 0,0 0 0,1 1-1,-1-1 1,0 1 0,-1-1 0,1 1-1,0-1 1,-1 1 0,1-1 0,-1 1-1,0 0 1,0-1 0,0 1 0,0 0-1,0-1 1,-1 1 0,1-1 0,-1 1-1,0-1 1,0 2-8,1 9 23,-2 5-5,0 0 1,-1 0 0,-2 0 0,1 0-1,-2-1 1,0 0 0,-1 0 0,-1 0-1,-5 7-18,-19 47 134,32-70-88,0 0 1,0 1-1,0-1 0,1 0 0,-1 0 0,0 1 0,1-1 0,-1 0 0,1 0 0,-1 0 0,1 0 0,0 0 0,-1 0 1,1 0-1,0 0 0,0 0 0,0 0 0,0 0 0,-1 0 0,1 0 0,1-1 0,-1 1 0,0 0 0,0-1 0,0 1 1,0-1-1,0 1 0,0-1 0,1 1 0,-1-1 0,0 0 0,0 0 0,1 0 0,-1 0 0,0 1 0,1-2 1,-1 1-1,0 0 0,0 0 0,1 0 0,-1-1 0,0 1 0,0 0 0,0-1 0,1 1 0,-1-1 0,0 0 0,0 1 1,0-1-1,1-1-46,77-16 1040,98-32 1261,-177 50-2439,0 0-79,0 0-665,0 0-1142,0 0-2617,0 0-2797</inkml:trace>
  <inkml:trace contextRef="#ctx0" brushRef="#br0" timeOffset="3787.064">1292 0 5857,'0'0'1727,"0"0"2105,0 0-1897,0 0-774,0 0-342,0 0-33,0 14 194,30 123 1167,180 244 1403,-130-249-3280,-6 3 0,-7 4 0,39 115-270,-85-188 121,-4 1 0,-2 1 0,-3 0 0,-3 1 0,-3 0 1,-3 40-122,-7-76 191,-1-1 0,-2 0 0,-1 0 1,-1 0-1,-2-1 0,-1-1 1,-1 0-1,-2-1 0,-1 0 1,-1-1-1,-13 14-191,-65 69 616,97-128-1389,33-71-7228,-10 40-1210</inkml:trace>
  <inkml:trace contextRef="#ctx0" brushRef="#br0" timeOffset="4267.798">2344 1200 4017,'0'0'9907,"0"0"-6629,0 0-2049,0 0-315,-19-10 696,-61-32-278,58 42-171,23 11-1148,1-1 1,0 1 0,0 0-1,1 0 1,0-1 0,1 0-1,0 0 1,1 0 0,0 0-1,1 0 1,0-1 0,0 0-1,1-1 1,0 1 0,0-1-1,1 0 1,0-1 0,1 0-1,-1 0 1,1-1 0,1 0-1,-1-1 1,1 0 0,0 0-1,0-1 1,0 0 0,1-1-1,-1 0 1,1-1 0,0 0-1,0-1 1,9 0-14,-10 2-16,0-2-1,0 1 1,1-2 0,-1 1-1,1-2 1,-1 1 0,0-1-1,1-1 1,-1 0 0,0 0 0,0-1-1,0 0 1,0-1 0,-1 0-1,1 0 1,-1-1 0,0-1-1,-1 1 1,1-1 0,-1-1-1,0 0 1,-1 0 0,1 0-1,-1-1 1,-1 0 0,0 0-1,0-1 1,0 0 0,-1 0-1,-1 0 1,1-1 0,-1 1-1,2-9 17,-6 6-37,0 0 1,-1 0-1,0 1 0,-1-1 0,0 1 0,0-1 0,-2 1 1,1 0-1,-1 0 0,-1 0 0,0 0 0,-1 1 0,0 0 0,0 0 1,-1 1-1,0-1 0,-1 1 0,0 1 0,0 0 0,-1 0 1,0 0-1,0 1 0,-1 1 0,0 0 0,0 0 0,-1 0 0,-4 0 37,9 2 2,-1 0 0,0 0 0,0 1 1,0 0-1,-1 0 0,1 1 0,-1 0 0,0 0 0,1 1 0,-1 0 0,0 0 0,0 1 0,0 0 0,1 0 0,-1 1 0,0 0 0,0 0 0,1 1 0,-1 0 0,0 0 0,1 1 0,0 0 0,0 0 0,0 1 0,0 0 0,0 0 0,1 0 0,0 1 0,0 0 0,0 1 0,0-1 0,1 1 0,0 0 0,0 0 0,1 1 0,-1-1 0,2 1 0,-1 0 0,1 0 0,0 0 0,0 1 0,1-1 0,0 1 0,0 0 0,0 5-2,11 79-1946,64-38-3701,-30-43-472</inkml:trace>
  <inkml:trace contextRef="#ctx0" brushRef="#br0" timeOffset="4657.759">2363 354 7498,'0'0'5303,"-14"-20"-3150,-43-66-642,-15-24 4303,71 109-4963,3 4-488,3 5-307,140 234 3585,64 153-3641,-172-313 252,-13-25 59,2-1 0,2-1 0,3-2 0,36 47-311,8-50-1208,-73-52 902,0 1-1,0-1 1,0 0 0,0 0-1,0 0 1,0 0 0,0 0-1,-1 0 1,1 0-1,-1-1 1,0 1 0,1-1-1,-1 1 1,0-1 0,-1 1-1,1-1 1,0 0 0,-1 1-1,1-1 1,-1 0 0,0 0-1,0 1 1,0-1 0,0 0-1,-1-1 307,2 0-868,1-34-4368</inkml:trace>
  <inkml:trace contextRef="#ctx0" brushRef="#br0" timeOffset="5017.873">2889 767 5457,'0'0'2622,"0"0"2971,0 0-2507,0 0-980,9 22-147,43 138 570,-51-151-2481,-1 0 1,2 0 0,-1 0 0,1 0-1,0 0 1,1 0 0,0-1-1,1 1 1,-1-1 0,1 0 0,1 0-1,0 0 1,0-1 0,0 0-1,1 0 1,0 0 0,1 0 0,-1-1-1,1 0 1,1-1 0,-1 0 0,1 0-1,-1 0 1,2-1 0,-1 0-1,0 0 1,1-1 0,-1 0 0,1-1-1,8 1-48,-8-1 4,1-2 0,-1 0 0,1 0 0,-1-1 0,1 0-1,-1 0 1,0-1 0,0 0 0,1-1 0,-2 0 0,1 0 0,0-1-1,-1 0 1,1-1 0,-1 0 0,0 0 0,-1-1 0,1 0 0,-1 0-1,0 0 1,-1-1 0,0 0 0,0-1 0,0 1 0,-1-1 0,0 0-1,0-1 1,2-7-4,-3 2-1,-1 0-1,0 0 0,-2 0 1,1-1-1,-2 1 1,0 0-1,-1 0 0,0-1 1,-1 1-1,0 0 1,-1 0-1,-1 0 0,-1 1 1,0-1-1,0 1 0,-1 0 1,-1 1-1,0-1 1,-2-1 1,-8-32-59,17 46-424,0 0-1492,0 0-2921,2 0-3420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45:10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552 108 6241,'0'0'706,"0"0"786,0 0 853,0 0-801,0 0-600,0 0 26,-16 0 61,-53 0-17,63 1-879,0 0 0,-1 0 0,1 1-1,0-1 1,1 1 0,-1 1 0,0-1-1,0 1 1,1 0 0,0 0-1,-1 1 1,1-1 0,1 1 0,-1 0-1,0 1 1,1-1 0,0 1-1,0 0 1,0 0 0,1 0 0,0 0-1,-2 4-134,-3 3 230,-1 2-18,1 0-1,0 1 0,2 0 0,-1 0 0,2 0 0,0 1 0,1 0 0,1 0 0,0 0 0,1 1 0,1-1 0,0 1 0,1-1 0,1 0 1,1 1-1,0-1 0,4 14-211,96 264 1539,-57-187-1281,-4 2 0,-6 2 0,-4 1 0,1 31-258,1 24 104,-10-64 24,-4 1 0,-5 1-1,-1 84-127,-16-165 54,-2 0-1,-1 0 0,-1 0 1,-1-1-1,-1 0 1,0 0-1,-2-1 0,-1 0 1,-1-1-1,-1-1 1,0 0-1,-1 0 0,-2-2 1,0 0-1,0-1 1,-2-1-1,0 0 0,-1-2 1,0 0-1,-2-1 0,1-1 1,-1-1-1,-1-1 1,0-1-1,0-1 0,-1-1 1,0-1-1,0-1 1,-12 0-54,28-3-12,1 0 1,-1-1 0,0 1-1,1-1 1,-1-1 0,0 0-1,0 0 1,0 0 0,0-1-1,1 0 1,-1-1 0,0 0-1,1 0 1,-1 0 0,1-1-1,0 0 1,0-1 0,0 0-1,0 0 1,1 0 0,-1-1-1,1 1 1,0-2 0,0 0 11,39-47-6282,-11 30 1883</inkml:trace>
  <inkml:trace contextRef="#ctx0" brushRef="#br0" timeOffset="4532.343">1050 1624 6009,'0'0'898,"0"0"455,0 0 1169,0 0-864,0 0-684,0 0 134,-2 9 3898,63-422-1497,-59 252-2754,-2 160-595,0 20 14,-2 79-82,15 184 62,-9-266-148,1 0 1,0 0-1,2 0 1,-1 0-1,2-1 1,0 0-1,1-1 1,0 0-1,1 0 1,5 4-7,-11-13 2,1 1 0,0-1 0,0-1 0,0 1 0,0-1 0,1 1 0,0-2 0,0 1 0,0-1 0,0 0 1,0 0-1,1 0 0,0-1 0,-1 0 0,1 0 0,0-1 0,0 0 0,0 0 0,-1-1 0,1 0 0,0 0 0,0 0 0,0-1 0,0 0 1,0 0-1,2-2-2,0-2 11,-1-2 0,0 1 0,0-1 1,-1 0-1,1-1 0,-2 0 0,1 0 1,-1 0-1,0-1 0,-1 0 0,0 0 1,0-1-1,-1 1 0,-1-1 0,1 0 1,-1 0-1,-1 0 0,0 0 0,0 0 1,-1-1-1,-1 1 0,0-1 0,0-4-11,2-30 0,-1 0-1,-3-1 1,-2 1 0,-1 0-1,-3 0 1,-11-38 0,4 23 24,15 58-47,9 25-125,11 27 93,107 203 21,-120-242 34,1 0 1,0-1-1,0 0 1,1-1-1,0 0 0,1 0 1,0-1-1,0 0 0,1-1 1,-1 0-1,2 0 1,-1-1-1,1-1 0,0 0 1,0-1-1,0 0 0,1-1 1,0 0-1,-1-1 1,4 0-1,-10-1-64,-2 0 1,0 0 0,0 0 0,0 0 0,1 0 0,-1-1 0,0 1 0,0-1 0,1 0 0,-1-1 0,0 1 0,0-1 0,0 0 0,1 0 0,-1 0 0,0 0 0,0-1 0,0 1 0,0-1 0,-1 0 0,1 0 0,-1-1 1,1 1-1,-1-1 0,0 0 0,1 0 0,-1 0 0,-1 0 0,1 0 0,0-1 0,-1 1 0,0-1 0,0 0 0,0 0 0,1-2 63,23-117-13361,-17 81 11345</inkml:trace>
  <inkml:trace contextRef="#ctx0" brushRef="#br0" timeOffset="6177.097">1567 196 6769,'0'0'167,"0"0"-98,0 0 161,0 0 895,0 0 821,0 0-640,-4 8 1387,5-8 4236,7-5-6886,1 1 0,-1 1 1,1-1-1,0 1 0,0 1 1,0 0-1,0 0 0,0 0 0,0 2 1,1-1-1,-1 1 0,0 0 1,1 1-44,46-1-18,-56 53-127,-125 61 170,128-119-13,1 1 0,0 0 0,0 0 0,0 1 0,1-1 0,-1 1 0,1 0 0,0 0 0,0 0 0,0 1 0,0 0 0,1 0 0,-1 0 0,0 1 0,1-1 0,-1 1 0,1 0 0,-1 1 0,1 0-1,0 0 1,-1 0 0,1 0 0,0 1 0,-1 0 0,1 0 0,-1 0 0,0 1 0,1 0 0,-1 0 0,1 1-12,-1 3-5,0 1 1,-1-1-1,1 1 0,-1 0 0,-1 1 1,1-1-1,-1 1 0,-1-1 1,1 1-1,-1 0 0,-1 0 0,1 0 1,-1 0-1,-1 0 0,0 8 5,-75 17-522,27-27-2778,-22-6-5787,47-2 7034</inkml:trace>
  <inkml:trace contextRef="#ctx0" brushRef="#br0" timeOffset="6508.125">1502 556 5521,'0'0'1678,"0"0"1819,0 0-1457,0 0-557,0 0-55,20 1-113,179-13 1238,-19-11-1795,-103 19-4413,-73 2-4440,-4 0 6461</inkml:trace>
  <inkml:trace contextRef="#ctx0" brushRef="#br0" timeOffset="7150.782">1679 692 4153,'0'0'2771,"0"0"1809,0 0-2332,0 0-938,0 0-178,0 0-45,2 2 1755,218-15-1319,-225 75-1706,-134 104 309,140-164-120,0-1 0,0 1 0,0-1 0,0 1 0,0-1 0,1 0 0,-1 0 0,0 0 0,1 1 0,-1-1 0,1-1 0,0 1 0,-1 0 0,1 0 0,0-1 0,-1 1 0,1 0 0,0-1 0,0 0 0,0 1 0,-1-1 0,1 0 0,0 0 0,0 0 0,0 0 0,-1-1 0,1 1 0,0 0 0,0-1 0,0 1 0,-1-1 0,1 0 0,0 1 0,-1-1-6,8 0 52,141-21 1389,-136 14-8654,11-14-328,-25 22 7528,14-15-1801</inkml:trace>
  <inkml:trace contextRef="#ctx0" brushRef="#br0" timeOffset="44682.58">913 1 6185,'0'0'611,"0"0"-9,0 0 1159,0 0-160,0 0-772,0 0-322,0 0-43,0 0 164,0 0 138,0 0 4,-1 2-95,-27 115 328,5 0 1,5 1-1,5 1 0,6 1 0,4-1 0,8 25-1003,-5-68 408,-3 1-201,4 0 1,4-1-1,3 1 1,3-1-1,3-1 0,4 0 1,3-1-1,3-1 0,3-1 1,9 12-208,-12-46 169,2-1 0,2-1-1,1-1 1,2-1 0,28 24-169,-5-4 247,293 283 2544,-338-325-2729,-7-14-579,-3-11-162,1-13-2123,0-3-2672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45:58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 6953,'0'0'1621,"0"0"2048,0 0-1730,0 0-678,0 0-48,0 0-79,10 1 121,244-26 3801,-118 15-6089,-127 17-6422,-8-3-1813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45:58.5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8058,'0'0'1433,"0"0"829,0 0-577,0 0 32,0 0-304,21 2-171,174 8 2606,59 7-2521,-219-12-2446,-7-21-4158,-19 0 234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46:06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77 16452,'0'0'3352,"0"0"-1623,0 0-604,0 0-22,0 0-168,0 0-492,11-11-349,39-36-4,37 29-56,-65 19-39,-16-2-3,-1 1 1,1 0-1,0 0 1,-1 0-1,1 1 0,-1 0 1,1 0-1,-1 0 0,0 0 1,1 1-1,-1 0 0,0 0 1,0 1-1,0-1 1,0 1-1,-1 0 0,1 1 1,-1-1-1,0 1 0,0-1 1,0 1-1,0 1 1,-1-1-1,1 0 0,-1 1 1,0 0-1,-1 0 0,1 0 1,-1 0-1,0 0 0,0 0 1,0 0-1,-1 1 1,0-1-1,0 1 0,0-1 1,-1 1-1,0-1 0,0 1 1,0-1-1,-1 1 1,0-1-1,0 1 0,0-1 1,0 1-1,-1-1 0,-2 5 8,-15 10-30,-1-1 0,0-1-1,-1-1 1,-1 0 0,-1-2-1,-1 0 1,0-2 0,0 0-1,-16 4 31,-30 19 33,107-30 62,2-7 98,0-3-1,0-1 1,0-2-1,-1-1 1,0-2-1,-1-2 1,0-2 0,-1-1-1,-1-1 1,8-7-193,39-35-854,-37 10-2713,-14 12-3647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46:08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18 134 9738,'0'0'3594,"0"0"-1499,0 0-438,0 0-344,0 0-338,0 0 200,-5 0-27,-8-1-127,46-1-369,28-3-140,478-110 1796,-537 115-2405,-2 0-382,-18-5-5530,5-1 841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46:06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6665,'0'0'1057,"0"0"1433,0 0-418,0 0-754,0 0-62,0 0 81,41 4 2708,106-12-1919,-142 11-2128,-1 0 0,-1 0 0,1 1 0,0-1-1,-1 1 1,0 0 0,0 0 0,0 0 0,0 0 0,0 0 0,-1 1-1,0-1 1,0 1 0,0 0 0,-1-1 0,1 1 0,-1 0 0,0 0 0,-1 0-1,1 0 1,-1 0 0,0 0 0,0 0 0,0 0 0,-1 0 0,0 0-1,0 0 1,0 0 2,0 9-1,2-6 13,-2 0 0,1 0 0,-1 0 1,0 0-1,-1 0 0,0 0 0,0 0 1,-1 0-1,0-1 0,0 0 0,0 1 0,-1-1 1,0 0-1,-1-1 0,0 1 0,0-1 0,0 0 1,-1 0-1,1 0 0,-2-1 0,1 0 1,0 0-1,-1-1 0,0 1 0,0-1 0,0-1 1,-1 0-1,1 0 0,-1 0 0,0-1 1,-6 1-13,17-30 86,3 20-107,0 0 0,1 1 0,0 0 0,0 0 0,0 1 0,1 0 0,0 0 0,0 1 0,0 0 0,0 0 0,1 1 0,-1 0 0,1 0 0,0 1 0,0 1 0,0-1 0,0 1 0,0 1 0,1-1 0,-1 2 0,0-1 0,0 1 0,8 2 21,-9 0 4,1 0-1,-1 1 0,0-1 1,0 2-1,0-1 0,-1 1 1,0 0-1,0 1 0,0-1 1,0 2-1,-1-1 0,0 1 1,0-1-1,-1 2 0,0-1 1,0 1-1,0-1 0,-1 1 1,-1 0-1,1 1 0,-1-1 1,0 1-1,-1-1 0,0 1 1,-1 0-1,0 0 0,0 0 1,-1 0-1,0 0 0,-1 5-3,-1-10 32,-1 1-1,0-1 1,0 0-1,0 0 1,-1 0-1,0 0 0,0-1 1,0 0-1,0 1 1,0-1-1,0-1 0,-1 1 1,0-1-1,1 1 1,-1-1-1,0-1 0,0 1 1,0-1-1,-1 1-31,4-2 14,-129 33-64,42-28-3557,59-5-1123</inkml:trace>
  <inkml:trace contextRef="#ctx0" brushRef="#br0" timeOffset="315.496">28 789 14251,'0'0'2473,"0"0"-1289,0 0-344,0 0 1024,0 0-223,0 0-649,0 0-464,100 4 168,-42-12-304,10-9-184,-1-2-24,3 0-176,0 2 0,-5 1-8,-2 1-240,14 2-960,-19 5-2449,-11 4-2096</inkml:trace>
  <inkml:trace contextRef="#ctx0" brushRef="#br0" timeOffset="1155.785">1027 92 7009,'0'0'8066,"0"0"-5329,0 0-1537,0 0-248,0 0 1345,44 125-537,-21-66-280,8 2-719,-3 1-369,-3-3-216,-2-7-176,-2-8 72,-4-8-72,-6-7-144,-4-8-480,-4-6-1337,-3-7-3336,0-8-4257</inkml:trace>
  <inkml:trace contextRef="#ctx0" brushRef="#br0" timeOffset="1360.779">952 471 12123,'0'0'4521,"0"0"-3529,0 0-112,0 0 944,0 0-215,163-49-857,-114 35-448,2 1-304,3 1-48,9-3-680,-12 4-1553,-11 1-2352</inkml:trace>
  <inkml:trace contextRef="#ctx0" brushRef="#br0" timeOffset="1783.156">1700 368 16660,'0'0'3839,"0"0"-2208,0 0-657,0 0-65,0 0-166,0 0-422,4-20-183,36-162-58,-39 171-99,-2 10 15,1 0 0,-1 0 0,0 0 0,1 0 0,-1 0 0,1 0 0,0-1 0,-1 1 0,1 0 0,0 0 0,0-1 1,0 1-1,-1 0 0,1 0 0,1-1 0,-1 1 0,0 0 0,0 0 0,0-1 0,1 1 0,-1 0 0,0 0 0,1 0 0,-1 0 1,1-1-1,0 1 0,-1 0 0,1 0 0,0 0 0,0 0 0,0 0 0,-1 1 0,1-1 0,0 0 0,0 0 0,0 0 0,0 1 1,1-1-1,-1 0 0,0 1 0,0-1 0,0 1 0,0 0 0,1-1 0,-1 1 0,0 0 0,0 0 0,1 0 0,-1 0 0,0 0 1,0 0-1,1 0 0,-1 0 0,0 0 0,0 0 0,1 1 0,-1-1 0,1 1 4,10 16 87,0 1 1,-1 1-1,-1 0 1,-1 1-1,-1-1 0,0 2 1,-2-1-1,2 9-87,4 7 192,72 210 727,-79-244-6507,-5-8 4006,0-12-6936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46:01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1496 8002,'0'0'313,"0"0"274,0 0 1589,0 0-382,0 0-382,8-24-303,39-170 2159,-43-72 82,-47 146-3174,42 142-88,94 257 1233,21-68-863,-108-203-444,1 0 0,0 0-1,1 0 1,0-1 0,0 0 0,0-1-1,1 0 1,0 0 0,0-1-1,1 0 1,0 0 0,-1-1 0,1 0-1,1-1 1,-1 0 0,0-1 0,1 0-1,-1-1 1,1 0 0,0-1 0,1 0-14,-4-1 5,1-1 1,-1 0 0,0 0 0,0-1 0,0 0 0,0 0 0,0-1 0,-1 0-1,1-1 1,-1 1 0,0-2 0,-1 1 0,1-1 0,-1 0 0,0 0-1,0 0 1,-1-1 0,0 0 0,0 0 0,-1 0 0,1-1 0,-2 1 0,3-7-6,4-8 15,-1 0 1,-1-1-1,-1 0 1,0 0-1,-2-1 1,-1 0 0,1-24-16,-4 19-6,0-1 0,-2 1 0,-1 0 1,-1 0-1,-2 0 0,-1 0 0,-1 0 1,-1 1-1,-2 0 0,-8-16 6,-45-70-162,63 114 156,0 0 1,0 0 0,-1 1-1,1-1 1,0 0 0,0 0-1,0 0 1,0 0 0,-1 1-1,1-1 1,0 0 0,0 0-1,0 0 1,-1 0 0,1 0-1,0 1 1,0-1 0,-1 0-1,1 0 1,0 0 0,0 0-1,-1 0 1,1 0 0,0 0-1,0 0 1,-1 0 0,1 0-1,0 0 1,0 0 0,-1 0-1,1 0 1,0 0 5,0 1-16,91 275 219,-73-227-167,2 0 1,2-1 0,2-1 0,2-1 0,2-1-1,23 26-36,-41-57 7,2-1 0,0 0 0,1-1 0,0 0 0,1-1 0,0 0 0,1-1-1,0-1 1,0 0 0,1-1 0,0-1 0,1 0 0,0-1 0,0-1 0,0-1 0,0 0-1,1-1 1,0-1 0,-1-1 0,1 0 0,8-2-7,-23 1-23,0 0 0,-1-1 0,1 1 0,0-1 1,-1 0-1,1 0 0,-1 0 0,1 0 0,-1 0 0,0 0 0,0-1 0,1 1 0,-1-1 1,0 1-1,0-1 0,0 0 0,0 0 0,-1 0 0,1 0 0,0 0 0,-1-1 1,0 1-1,1 0 0,-1-1 0,0 1 0,0 0 0,0-1 0,-1 0 0,1 1 0,0-2 23,7-54-4018,-8 51 3151,1-39-6282</inkml:trace>
  <inkml:trace contextRef="#ctx0" brushRef="#br0" timeOffset="1070.391">983 99 7162,'0'0'1090,"0"0"-143,0 0 1288,0 0 137,0 0-720,0 0-473,-10-7 3390,18 2-4519,1 0 0,0 1 0,0 0 1,1 1-1,-1-1 0,1 2 0,-1-1 0,1 2 0,0-1 1,0 1-1,0 1 0,0-1 0,0 2 0,0-1 1,0 2-1,1-1-50,-8 2 5,0 0 0,0 0 0,-1 0 1,1 0-1,0 1 0,-1-1 0,0 1 0,0-1 1,0 1-1,0 0 0,-1 0 0,1 0 1,-1 0-1,0 0 0,0 0 0,0 0 0,-1 1 1,0-1-1,1 0 0,-2 0 0,1 0 1,0 1-1,-1-1 0,0 0 0,0 0 0,0 0 1,0 0-1,-1 0 0,1 0 0,-1 0 1,0-1-1,0 1 0,0-1 0,-1 1 0,0-1 1,0 1-6,-62 53 824,117-70-827,58 3-502,-107 13 498,0 0 0,0-1 1,0 1-1,-1 1 0,0-1 0,1 0 1,-1 1-1,0-1 0,0 1 0,-1-1 1,1 1-1,-1 0 0,0 0 0,0 0 1,0 0-1,-1 0 0,1 0 0,-1 0 1,0 0-1,0 0 0,0 0 0,-1 0 1,1 0-1,-1 0 0,0 0 0,0 0 1,0-1-1,-1 1 0,1 0 0,-1-1 1,0 1-1,0-1 0,-1 1 1,1-1-1,-2 2 7,-76 39-345,40-40-3300,30-4-311</inkml:trace>
  <inkml:trace contextRef="#ctx0" brushRef="#br0" timeOffset="1380.654">1004 562 12699,'0'0'2888,"0"0"-1615,0 0-377,0 0-16,0 0 128,0 0-144,142-25-400,-86 12-279,0 1-9,-3 1-112,-6 5-56,-7 2-16,-1 4-473,-11 0-1367,-7 0-3729</inkml:trace>
  <inkml:trace contextRef="#ctx0" brushRef="#br0" timeOffset="1834.642">1239 733 10938,'0'0'2301,"0"0"-677,0 0-473,0 0-85,0 0-225,0 0-306,10 0-210,124-31 186,-133 34-503,0-1-1,1 0 1,-1 1 0,0-1-1,-1 1 1,1-1 0,0 1-1,-1-1 1,1 1-1,-1 0 1,0-1 0,0 1-1,0-1 1,0 1 0,0 0-1,-1-1 1,1 1-1,-1-1 1,0 1 0,0-1-1,1 1 1,-2-1 0,1 1-1,0-1 1,0 0-1,-1 0 1,1 1 0,-1-1-1,0 0 1,0-1 0,0 1-1,0 1-7,-27 42 173,22-36 52,0 0 0,1 0-1,0 1 1,1-1 0,0 1-1,1 1 1,0-1 0,0 1-1,1-1 1,0 1 0,0 10-225,57-8 463,-34-15-483,-1-1 0,1 0 1,-1-2-1,0 0 1,0-2-1,0 0 0,-1 0 1,0-2-1,0 0 1,-1-2-1,-1 0 0,0 0 1,0-1-1,-1-1 1,0-1-1,8-11 20,-10 10-4285,-6 4-4222</inkml:trace>
  <inkml:trace contextRef="#ctx0" brushRef="#br0" timeOffset="2177.482">1784 1 10730,'0'0'5694,"0"0"-3813,0 0-1487,0 0 199,6 26 1074,51 176 748,89 117-1597,-150-322-6798,-4-6 3063,-7-7-3704</inkml:trace>
  <inkml:trace contextRef="#ctx0" brushRef="#br0" timeOffset="2476.022">1665 375 10474,'0'0'1833,"0"0"-569,0 0 368,0 0-175,0 0-657,124 0 48,-78-10-416,5-5-184,1-4-104,1 1-88,5-14-56,-11 7-1256,-12 2-7250</inkml:trace>
  <inkml:trace contextRef="#ctx0" brushRef="#br0" timeOffset="2773.775">2389 260 13299,'0'0'2600,"0"0"-1049,0 0-242,0 0 820,0 0-195,0 0-930,6-14-650,51-206-294,-43 273-391,-11-29 459,3 35 178,3-1 1,2 0-1,3-1 0,2 0 1,3-1-1,2-1 1,7 10-307,3 8-198,-39-71-6247,-5-2-683</inkml:trace>
  <inkml:trace contextRef="#ctx0" brushRef="#br0" timeOffset="3520.457">1 2118 7034,'0'0'1414,"0"0"1124,0 0-701,0 0-457,0 0-70,0 0-81,17-1-67,318-29 4885,119-33-6047,740-179 2129,-285 50-1403,-536 121-773,-462 71-7213,50 0 1428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46:18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80 9978,'0'0'2561,"0"0"-758,21-7-344,160-56 2039,-102 54-3177,-77 13-305,0 0 0,0 0 1,0 0-1,0 0 0,0 0 0,-1 1 0,0-1 0,0 1 0,0-1 0,-1 1 0,1-1 1,-1 1-1,0-1 0,0 1 0,-1-1 0,1 1 0,-1-1 0,0 1 0,-1-1 1,1 1-1,-1-1 0,1 0 0,-2 1-16,-10 22 35,-2-1 0,-1 0 0,-1-1 0,-1-1 1,-1-1-1,-1 0 0,-1-1 0,-1-2 0,-2 2-35,62-28 340,295-143 2718,-273 112-4029,-25 7-3999,-13 9-2672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46:10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1209 1736,'0'0'4088,"0"0"-2276,0 0 1573,0 0-1317,0 0-559,0 0-456,8 16 781,43 500 3847,-40-446-5499,100-105 180,-72 22-570,0 2-1,2 2 1,-1 1-1,1 2 0,0 2 1,0 1-1,13 3 209,-35-32-5736,-12 16 2145</inkml:trace>
  <inkml:trace contextRef="#ctx0" brushRef="#br0" timeOffset="312.484">315 1142 6737,'0'0'1374,"0"0"3087,0 0-2036,0 0-1261,0 22 35,28 186 2616,24-55-1196,7-3-1,66 119-2618,-88-191 160,-24-62-1400,-30-71-4741,13 45 3648,-8-30-9124</inkml:trace>
  <inkml:trace contextRef="#ctx0" brushRef="#br0" timeOffset="2879.17">1236 1701 2601,'0'0'4427,"0"0"-2891,0 0-393,0 0 135,0 0-524,0 0-241,0 13 513,0-14 3741,11-163-2939,-6 133-1595,-2-1 1,0 1 0,-2-1-1,-2 1 1,0-1-1,-3 1 1,0-1-1,-2 1 1,-1 0 0,-2 1-1,-6-16-233,-28-32 584,46 101-598,159 273 415,-151-276-392,4 11 8,1-1 1,2 0 0,1-1 0,2-1-1,0-1 1,2-1 0,1-1-1,1-1 1,12 9-18,-33-30-17,0 0 1,0 0-1,1 0 0,-1 0 0,1-1 1,0 0-1,0 1 0,0-2 1,0 1-1,0-1 0,0 1 0,0-2 1,0 1-1,1 0 0,-1-1 0,0 0 1,0 0-1,1-1 0,-1 1 1,0-1-1,0 0 0,0-1 0,0 1 1,0-1-1,0 0 0,0 0 0,0-1 1,-1 1-1,1-1 0,-1 0 1,0 0-1,0-1 0,0 1 0,0-1 1,0 0-1,-1 0 0,0 0 0,0 0 1,0-1-1,0 1 0,-1-1 1,1 0-1,-1 0 0,-1 0 0,1 0 1,-1 0-1,1 0 0,-1-4 17,3-15-601,-1-1-1,-2 1 1,0-1-1,-1 1 0,-2-1 1,0 1-1,-2 0 1,-1-1-1,0 2 1,-3-4 601,-95-233-27,52 143 1073,25 64 535,132 296-800,-96-220-649,8 21 137,1 0 0,2-2-1,2 0 1,2-2 0,2 0 0,1-2-1,2-1 1,24 22-269,-44-52 6,0 0-1,0 0 1,1-1 0,0 0-1,0-1 1,0 0-1,0-1 1,1-1 0,0 1-1,0-2 1,0 0-1,0 0 1,0-1 0,0 0-1,11-2-5,-19 1-217,0-1 1,0 1-1,-1-1 0,1 0 0,0 0 0,-1 0 1,1-1-1,-1 1 0,1-1 0,-1 0 0,0 0 1,1 0-1,-1 0 0,0-1 0,-1 1 0,1-1 1,0 0-1,-1 0 0,1 0 0,-1 0 0,0 0 1,0 0-1,0-2 217,14-23-5233</inkml:trace>
  <inkml:trace contextRef="#ctx0" brushRef="#br0" timeOffset="4306.923">1765 266 1672,'0'0'4381,"0"0"-2332,0 0 471,0 0-607,0 0-490,0 0-55,0 20 1694,30-156-2322,-31 100-501,0 4 682,5 41-55,145 417 489,-148-424-1582,0 3 446,0-3-4052,-1-2-2448</inkml:trace>
  <inkml:trace contextRef="#ctx0" brushRef="#br0" timeOffset="4542.968">1728 589 10066,'0'0'2345,"0"0"-713,0 0 96,0 0-39,118-25-433,-69 8-272,7 0-328,5-4-312,1 5-296,-3 1-48,-3 4-440,-17 5-1080,-11 4-3809</inkml:trace>
  <inkml:trace contextRef="#ctx0" brushRef="#br0" timeOffset="5014.806">2023 765 12827,'0'0'2371,"0"0"-1169,0 0-517,0 0-72,0 0-122,0 0-259,9-8-149,-3 3-76,0-1 1,1 1-1,-1 0 0,1 1 1,0 0-1,1 0 1,-1 0-1,1 1 0,0 0 1,-1 1-1,1 0 1,0 0-1,0 0 0,1 1 1,7 0-8,-15 1 1,0-1 0,0 1 0,1 0 0,-1 0-1,0 0 1,0 0 0,0 0 0,1 0 0,-1 0 0,0 0 0,0 1 0,0-1 0,1 0 0,-1 1 0,0-1 0,0 1 0,0-1 0,0 1 0,0 0 0,0-1 0,0 1 0,0 0 0,0 0 0,0-1 0,-1 1 0,1 0 0,0 0 0,0 0 0,-1 0 0,1 0 0,0 0 0,-1 0-1,1 0 1,-1 1 0,0-1 0,1 0 0,-1 0 0,0 0 0,0 0 0,0 1 0,0-1 0,0 0 0,0 0 0,0 0 0,0 1 0,0-1 0,0 0 0,-1 0 0,1 0 0,0 0 0,-1 1-1,1 7-1,-60 176 703,123-178 707,69-40-938,-83 4-4708,-35 18-928</inkml:trace>
  <inkml:trace contextRef="#ctx0" brushRef="#br0" timeOffset="5313.426">2580 99 8730,'0'0'5272,"0"0"-2802,0 0-1072,0 0-451,0 0-260,0 0 13,4 17 635,89 237 832,-25-72-2691,-78-181-5893,-3-1-666</inkml:trace>
  <inkml:trace contextRef="#ctx0" brushRef="#br0" timeOffset="5515.561">2454 390 13811,'0'0'2432,"0"0"-1503,0 0-337,0 0 416,0 0 616,0 0-351,142-8-937,-82-7-128,3-6-200,21-8-16,-16 1-1369,-17 5-3728</inkml:trace>
  <inkml:trace contextRef="#ctx0" brushRef="#br0" timeOffset="6013.499">3152 206 3289,'0'0'3647,"0"0"-2447,0 0-178,0 0 2409,0 0-870,1-20-1171,2-78-93,-2 11 2997,30 121-2821,131 353 827,-155-374-2452,12 48-2004,-31-54-4220</inkml:trace>
  <inkml:trace contextRef="#ctx0" brushRef="#br0" timeOffset="6887.737">305 2423 8250,'0'0'1205,"0"0"-382,0 0 489,0 0-98,0 0-214,27-4-169,652-150 1335,1931-338 4701,-2382 460-6683,-376 31-955,31 16-2901,67-6-758</inkml:trace>
  <inkml:trace contextRef="#ctx0" brushRef="#br0" timeOffset="7560.671">1479 2712 11002,'0'0'2544,"0"0"-796,0 0-654,0 0-196,0 0-100,0 0-193,-3-21-242,-7-67-127,34-41 1191,1 159-693,31 98 948,5-3 0,74 109-1682,-135-233-210,5 6-324,-1-3-4951,-3-4-2025</inkml:trace>
  <inkml:trace contextRef="#ctx0" brushRef="#br0" timeOffset="7814.432">1513 3020 11306,'0'0'2385,"0"0"-745,0 0-255,124-40 207,-66 17 200,12-2-111,7-2-897,2 0-112,-5 4-328,-11 2-224,-7 6-120,-19 9-264,-20 6-1480,-10 4-2729,-7 13-4305</inkml:trace>
  <inkml:trace contextRef="#ctx0" brushRef="#br0" timeOffset="8643.453">2531 2503 10802,'0'0'5898,"0"0"-4458,0 0-896,0 0 832,0 0 817,72 161-697,-46-98-560,-3-2-216,-2-3-207,2-5-321,-4-12-32,-3-7-104,-2-11-48,-2-6-8,-5-7-72,-5-10-296,0 0-1585,-2 0-3320</inkml:trace>
  <inkml:trace contextRef="#ctx0" brushRef="#br0" timeOffset="8952.958">2382 2865 13203,'0'0'3785,"0"0"-2745,0 0-392,0 0 232,0 0 993,0 0-441,0 0-536,146-10-632,-83-3-136,5-4-72,-1-4-56,-2 0-144,12-14-2248,-14 6-2305,-14 3-7666</inkml:trace>
  <inkml:trace contextRef="#ctx0" brushRef="#br0" timeOffset="9261.054">3204 2748 14899,'0'0'2906,"0"0"-1007,0 0-636,0 0 35,0 0-259,0 0-510,8-21-337,65-161-61,-71 175-143,7-22 124,4 37 97,0 48 129,3-2-1,2 0 0,3-1 1,1-1-1,3-1 1,3-1-1,12 15-337,-36-53-4625,-8-12-4126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46:22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8586,'0'0'731,"0"0"2009,0 0-975,1 28 88,30 203 1652,37 28 565,63 117-2617,-126-360-1301,0 2-1075,-1-12-8214,-12-13-3458</inkml:trace>
  <inkml:trace contextRef="#ctx0" brushRef="#br0" timeOffset="281.639">0 497 8130,'0'0'5921,"0"0"-4249,0 0-783,0 0-145,0 0-128,0 0 56,0 0-144,49 36-80,-19-30-136,12-6-80,7 0-120,9 0-56,22-19-56,-15-2-512,-12 2-3265</inkml:trace>
  <inkml:trace contextRef="#ctx0" brushRef="#br0" timeOffset="878.174">806 252 14347,'0'0'4065,"0"0"-2315,0 0-1070,0 0 53,0 0 301,0 0-118,5 12-397,-3-8-467,-1 2-23,1 0 1,0 0-1,1 0 0,0-1 1,-1 1-1,2-1 0,-1 1 1,1-1-1,-1 0 0,1 0 1,1-1-1,-1 1 0,1-1 1,0 0-1,3 2-29,-5-60 1067,-5 49-1062,1 1 0,0-1-1,-1 1 1,0 0 0,0-1 0,0 1 0,-1 0 0,0 0-1,1 0 1,-1 1 0,0-1 0,-1 1 0,1 0 0,-1-1 0,1 1-1,-1 1 1,0-1 0,0 1 0,0-1 0,-1 1 0,1 0-1,0 1 1,-1-1 0,0 1 0,1 0 0,-1 0 0,1 0 0,-1 1-1,0-1 1,0 1 0,1 0 0,-1 1 0,0-1 0,1 1-1,-1 0 1,0 0 0,1 0 0,-1 1 0,1 0 0,0-1 0,-1 2-1,1-1 1,0 0 0,0 1 0,0 0 0,1 0 0,-1 0-1,1 0 1,-1 1 0,1-1 0,0 1 0,0 0-5,-6 20 7,0 1 0,2-1 0,1 1 0,1 1 0,1-1 0,1 1 0,2-1 0,0 1 0,2 0 1,3 21-8,-3-36 10,1-1 1,0 0 0,1 0 0,0 0-1,1 0 1,0 0 0,0-1 0,1 0-1,1 0 1,-1 0 0,1-1 0,1 1-1,-1-1 1,2-1 0,-1 0 0,1 0-1,0 0 1,0-1 0,1 0 0,-1 0-1,1-1 1,1 0 0,-1-1 0,8 3-11,5 1 102,1-1 1,-1 0 0,1-2 0,1-1-1,-1 0 1,1-2 0,-1-1 0,1 0-1,0-2 1,13-2-103,82-41 1395,-127 37-5373,2-1-2062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47:17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13 5329,'0'0'2514,"0"0"1542,0 0-2191,0 0-862,0 0 85,0 0 162,8 0 116,172-12 4323,-221 14-7474,34-2 1656,-1 0 0,0 0 0,1 0 0,-1 1 0,0 0 0,1 0 0,-1 1 0,1 0 0,0 0 0,0 1 1,-1 0-1,2 0 0,-1 1 0,0 0 0,1 0 0,0 1 0,-6 4 129,7-4 3,1-1 1,0 1-1,1 0 1,-1 0-1,1 0 1,0 1-1,0-1 1,1 1-1,-1-1 1,1 1-1,1 0 1,-1 0-1,1 0 1,0 0-1,0 0 1,1 0-1,-1 0 1,1 1-1,1-1 1,-1 0-1,2 5-3,0-10 26,1 1-1,-1-1 0,1 0 1,-1 0-1,1 0 0,-1 0 1,1 0-1,-1-1 0,1 1 0,0-1 1,-1 0-1,1 0 0,0 0 1,0 0-1,-1 0 0,1 0 1,0-1-1,-1 1 0,1-1 1,0 0-1,-1 0 0,1 0 1,-1 0-1,0 0 0,1 0 0,0-1-25,16-3-55,-10 4 33,1 0 0,0 0-1,-1 1 1,1 0 0,0 1-1,-1 0 1,1 1 0,0 0 0,-1 1-1,0-1 1,1 2 0,-1-1-1,-1 2 1,1-1 0,0 1-1,-1 0 1,0 1 0,0-1 0,-1 2-1,0-1 1,0 1 0,0 0-1,-1 1 1,0-1 0,0 1 0,-1 0-1,0 1 1,2 6 22,-8-11-8,0 0 0,-1 0-1,0 0 1,0-1 0,0 1 0,0 0 0,-1-1-1,0 1 1,1-1 0,-1 0 0,0 0 0,-1 0 0,1 0-1,0-1 1,-1 1 0,0-1 0,1 0 0,-1 0-1,0 0 1,0 0 0,0-1 0,0 0 0,-1 1-1,1-2 1,0 1 0,0 0 0,-1-1 0,1 0-1,0 0 1,-1 0 0,1 0 0,-2-1 8,-27 7-42,0-2-2491,26-4-1710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48:04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0 6545,'0'0'582,"0"0"687,0 0 3034,0 0-1167,0 0-1007,0 0-177,3 4-477,10 20-961,0 0 1,-2 1-1,-1 0 0,-1 1 0,-1 0 0,-1 0 1,-1 1-1,-2 0 0,1 20-514,-2-26 209,24 441 761,-25-439-1250,-2-22-2508,-13-48-4777,-72-86-4674,53 90 10233</inkml:trace>
  <inkml:trace contextRef="#ctx0" brushRef="#br0" timeOffset="265.274">1 404 6369,'0'0'1003,"0"0"71,0 0 2189,0 0-1137,0 0-598,0 0-221,120 0 2771,172-24-1289,-171-1-3981,-34 0-3858,-1-5-5159,-52 17 8564</inkml:trace>
  <inkml:trace contextRef="#ctx0" brushRef="#br0" timeOffset="690.277">995 155 3137,'0'0'7477,"0"0"-2892,0 0-2428,0 0-490,0 0 371,0 0-185,14 19-560,45 59-499,-7 11 176,-34-142-774,-17 47-222,0-1 1,0 0-1,-1 0 0,0 0 0,0 1 1,-1-1-1,0 0 0,0 0 1,-1 1-1,0-1 0,0 1 1,0-1-1,-1 1 0,0 0 1,0 0-1,0 0 0,-1 0 1,0 1-1,0 0 0,-1-1 0,1 1 1,-1 1-1,0-1 0,-1 1 1,1 0-1,-1 0 0,1 0 1,-1 1-1,0 0 0,-1 0 1,1 0-1,0 1 0,-1 0 1,1 0-1,-1 1 0,0 0 0,0 0 1,-6 0 25,8 1-6,-1 0 1,1 0-1,-1 1 1,0 0-1,1 0 1,-1 0 0,1 0-1,-1 1 1,1 0-1,0 0 1,0 1-1,0-1 1,0 1-1,0 0 1,1 0-1,-1 1 1,1 0 0,0-1-1,0 1 1,0 1-1,1-1 1,-1 0-1,1 1 1,0 0-1,0 0 1,1 0-1,-1 0 1,1 0 0,0 0-1,0 1 1,1-1-1,-1 5 6,-15 185 417,17-188-392,0 0-1,1 0 0,0-1 1,0 1-1,1 0 0,0-1 1,0 0-1,0 1 0,1-1 1,0 0-1,0 0 0,1 0 1,0-1-1,0 1 0,0-1 1,0 0-1,1 0 0,0 0 1,0-1-1,0 1 0,1-1 1,-1-1-1,1 1 0,0-1 1,0 0-1,0 0 0,1-1 1,-1 0-1,1 0 0,1 1-24,208 12 148,-181-20-238,-1-1-1,0-2 1,0-1 0,-1-2 0,0-1 0,0-2-1,-2-1 1,0-1 0,0-2 90,16-27-3151,-52 5-8273,-12 24 1332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47:21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1839 5473,'0'0'1256,"0"0"-554,0 0 616,0 0 1219,0 0-412,0 0-630,4 0 6642,32 0-7932,437-37 1464,-416 36-2569,-57 1 241,-2-17-9614,0-2 4438,2 5 2962</inkml:trace>
  <inkml:trace contextRef="#ctx0" brushRef="#br0" timeOffset="41505.382">2535 2678 3393,'0'0'3287,"0"0"766,0 0-1475,0 0-570,0 0-645,0 0-471,-5 3 33,-10 8 65,26-12-308,50-18 45,-25 7-475,76-3 193,-111 17-429,0-1 1,0 1-1,0 0 0,-1-1 0,1 1 0,0 0 0,-1 0 0,1 0 0,-1 0 0,0 0 1,0 0-1,1 0 0,-1 0 0,-1-1 0,1 1 0,0 0 0,0 0 0,-1 0 0,1 0 1,-1 0-1,1 0 0,-1-1 0,0 1 0,0 0 0,0 0 0,0-1 0,0 1 0,0-1 1,0 1-1,-1-1 0,1 1 0,0-1 0,-1 0 0,1 0 0,-1 1 0,0-1-16,-95 63 581,95-63-596,1-1-25,8 0-37,51-9-43,-51 7 115,-1 0 0,1 1-1,0-1 1,-1 1 0,1 0 0,0 1 0,0 0 0,-1 0 0,1 0 0,0 1-1,0 0 1,-1 0 0,1 0 0,0 1 0,-1 0 0,0 1 0,1-1-1,3 4 6,-2-1 10,-1 0-1,-1 0 1,1 1-1,-1 0 0,0 0 1,0 1-1,-1-1 1,1 1-1,-2 1 0,1-1 1,-1 1-1,0-1 1,0 1-1,-1 0 0,-1 1 1,1-1-1,-1 0 1,0 1-1,-1 0 0,0-1 1,0 1-1,-1 7-9,-5-12 96,0 1-1,0-1 0,0 0 1,0 0-1,-1 0 1,0-1-1,0 1 1,0-1-1,0-1 0,0 1 1,0-1-1,-1 0 1,1-1-1,-1 0 0,1 0 1,-1 0-1,1-1 1,-1 0-1,0 0 1,0 0-96,-128-1-1965,125-4-2012,4-4-5226,6 7 7271</inkml:trace>
  <inkml:trace contextRef="#ctx0" brushRef="#br0" timeOffset="41848.404">2512 3164 4849,'0'0'2593,"0"0"2514,0 0-2429,0 0-1359,0 0-345,0 0 162,-5 7 247,1-3-1101,5-4-249,-1 0-1,1 0 0,-1 0 1,1 0-1,0 0 1,-1 0-1,1 0 1,-1 0-1,1 1 1,-1-1-1,1 0 1,0 0-1,-1 1 1,1-1-1,-1 0 1,1 0-1,-1 1 0,1-1 1,-1 1-1,1-1 1,-1 0-1,0 1 1,1-1-1,-1 1 1,0-1-1,1 1 1,-1-1-1,0 1 1,1 0-1,-1-1 1,0 1-1,0-1 0,0 1 1,0 0-1,1-1 1,-1 1-1,0-1 1,0 1-1,0 0 1,0-1-1,-1 1 1,1-1-1,0 1 1,0 0-1,0-1 1,0 1-1,0-1 1,-1 1-1,1-1 0,0 1 1,-1-1-1,1 1 1,0-1-1,-1 1 1,1-1-1,-1 1 1,1-1-1,0 1 1,-1-1-1,1 0 1,-1 1-1,1-1 1,-1 0-1,1 1 0,-2-1-32,339-27 2316,-128 10-3337,-189 27-1993,-15 47-10155,-15-42 11379</inkml:trace>
  <inkml:trace contextRef="#ctx0" brushRef="#br0" timeOffset="42491.733">2628 3524 4913,'0'0'2254,"0"0"1640,0 0 11,0 0-1479,0 0-658,0 0-318,3-1-470,3-4-919,0 1 1,0 0-1,1 0 1,-1 1-1,1 0 1,0 0-1,0 1 1,0 0-1,0 0 1,1 0-1,-1 1 1,1 0-1,-1 1 1,1-1-1,-1 2 1,0-1-1,1 1 1,-1 0-1,1 0 1,-1 1-1,0 0 1,0 0-1,0 1 1,0 0-1,0 0 1,-1 1-1,1 0 1,-1 0-1,5 4-61,-5-1 4,0 0 0,-1 1 0,0 0 0,0 0 0,0 1 0,-1-1 0,-1 1 0,1 0 0,-1 0 0,-1 0 0,0 0 0,0 0 1,-1 0-1,0 1 0,0-1 0,-1 1 0,-1-1 0,0 1 0,0-1 0,0 0 0,-1 0 0,-1 1 0,1-1 0,-2 0 0,1-1 0,-1 1 0,0-1 0,-1 0 0,0 0 0,0 0 0,-1 0 0,0-1 0,-2 2-4,0-1 52,-1-1-1,1 1 1,-1-2-1,0 1 1,-1-1-1,0-1 1,0 0-1,0 0 1,0-1-1,-1 0 1,0-1-1,0 0 1,0-1-1,0 0 1,0 0-1,0-1 1,0-1-1,-10-1-51,19-1 35,0 0-1,1 0 1,-1-1-1,1 1 1,0 0-1,-1-1 1,1 0 0,0 1-1,1-1 1,-1 0-1,0 1 1,1-1-1,-1 0 1,1 0-1,0 0 1,0 1-1,0-1 1,0 0-1,1 0 1,-1 1 0,1-1-1,0 0 1,-1 0-1,1 1 1,1-1-1,-1 1 1,0-1-1,0 1 1,1-1-1,1-1-34,6-2 4,0 1-1,0 0 1,1 1-1,-1 0 1,1 0-1,0 1 0,0 0 1,0 1-1,1 0 1,-1 0-1,0 1 1,1 1-1,-1 0 0,1 0 1,-1 1-1,1 0 1,-1 1-1,0 0 0,4 2-3,56 1 1,-39-4-48,0-1 0,-1-1 0,1-2 0,-1-1 1,1-2-1,-1-1 0,-1-1 0,26-10 47,-42 9-1184,0 0 0,0 0 0,-1-1-1,0 0 1,-1-1 0,0-1 0,-1 0 0,0 0 0,-1-1-1,0 0 1,0-3 1184,20-24-3299,7-8 1313</inkml:trace>
  <inkml:trace contextRef="#ctx0" brushRef="#br0" timeOffset="456.531">1353 1215 13331,'0'0'1772,"0"0"-869,0 0-279,-3 19 532,-41 325 3776,121-382-5029,-42 29-289,-1 1 0,1 3-1,0 0 1,1 3 0,-1 0 0,35 5 386,-13-3-652,-56 0 335,1 0-1,-1 0 1,1 0-1,-1 0 0,1-1 1,0 1-1,-1 0 1,1-1-1,-1 1 1,1-1-1,-1 0 0,0 0 1,1 1-1,-1-1 1,0 0-1,1 0 1,-1 0-1,0 0 0,0 0 1,0-1-1,0 1 1,0 0-1,0 0 1,0-1-1,0 1 1,-1-1-1,1 1 0,0 0 1,-1-1-1,1 1 1,-1-1-1,0 0 1,1 1-1,-1-1 0,0 1 1,0-1-1,0 1 1,0-1-1,0 0 1,0 1-1,-1-1 318,2-19-2527</inkml:trace>
  <inkml:trace contextRef="#ctx0" brushRef="#br0" timeOffset="831.526">1671 1083 7682,'0'0'1581,"0"0"2968,0 0-2022,0 0-1276,0 0-296,0 0 370,2 21 466,68 364 1735,-41-9-1554,-27-352-1992,0-35-617,-2 7 495,3-77-5341,8 29-4081,-2 24 5613</inkml:trace>
  <inkml:trace contextRef="#ctx0" brushRef="#br0" timeOffset="37787.593">2568 1759 5129,'0'0'2395,"0"0"1973,0 0-1937,0 0-945,0 0-303,0 0 8,-1-4 2724,19-34-3691,-1-2 1,-2 0-1,-1-1 0,-2 0 1,-2-1-1,-2 0 0,-2 0 1,-2-1-1,-1-9-224,-2 38 11,2-39 30,-2 1 1,-2-1 0,-3 1 0,-2-1 0,-4-9-42,5 131 6,11-31 16,1-1 0,2-1 0,1 1 0,2-2 0,2 1 0,0-2 0,3 0 0,19 29-22,-30-53-27,0 1 0,1-2-1,1 1 1,0-1 0,0 0 0,1-1 0,0 0 0,0 0 0,1-1 0,0 0 0,0 0 0,0-1 0,1-1 0,0 0 0,0 0 0,1-1 0,-1-1 0,1 0 0,0 0 0,0-1 0,0-1 0,0 0 0,0-1 0,0 0 0,0 0 0,1-2 27,-10 0-48,-1 0 0,1 0-1,-1-1 1,0 1 0,0-1 0,0 1 0,0-1 0,0 0 0,-1 0 0,1 0 0,-1 0 0,0 0 0,0 0-1,0 0 1,0 0 0,0-1 0,-1 1 0,1 0 0,-1-1 0,0 1 0,0 0 0,0-1 0,-1 1 0,1 0-1,-1 0 1,0-1 0,0 1 0,0 0 48,0-14-142,-31-308 560,66 386-171,2 6 117,-24-40-307,2 0 0,0-1-1,2 0 1,1-2-1,0 0 1,2 0 0,1-2-1,1-1 1,1 0-1,13 9-56,-30-27-16,1 1 0,0-1-1,0 0 1,0 0-1,0-1 1,0 0 0,1 0-1,-1 0 1,1-1-1,0 0 1,-1 0 0,1-1-1,0 0 1,-1 0-1,1 0 1,0-1-1,-1 0 1,1 0 0,-1-1-1,1 0 1,-1 0-1,0 0 1,0-1 0,0 0-1,0 0 1,0-1-1,0 0 1,-1 1 0,0-2-1,0 1 1,0-1-1,0 0 1,-1 0-1,0 0 1,0 0 0,0-1 16,46-89-5804,-33 49-194</inkml:trace>
  <inkml:trace contextRef="#ctx0" brushRef="#br0" timeOffset="39705.994">3790 637 7898,'0'0'1412,"0"0"2126,0 0-1224,0 0-847,0 0-582,0 0-31,7-1 757,236-19 819,-247 71-2486,-196 132 14,199-181 48,0 0 0,1 0 0,-1 0 0,1 1 0,0-1 0,-1 0 0,1 0 0,0 0 0,0 0 0,1 0 0,-1 0 0,0 0-1,1 0 1,-1 0 0,1 0 0,-1 0 0,1 0 0,0 0 0,0 0 0,0 0 0,0 0 0,1-1 0,-1 1 0,0 0 0,1-1 0,-1 1-1,1-1 1,-1 0 0,1 1 0,0-1 0,-1 0 0,1 0 0,0 0 0,0 0 0,0 0 0,0 0 0,0-1 0,0 1 0,0-1 0,0 1-1,0-1 1,0 0 0,0 0 0,0 0 0,0 0 0,1 0 0,-1 0 0,0-1 0,0 1 0,0-1 0,0 1 0,0-1 0,0 0 0,1-1-6,37 7 64,1-2 1,-1-2 0,1-2 0,-1-1 0,1-2 0,-1-2-1,0-2 1,17-6-65,-44 3-2758,-12-1-4557,-1 6 1231</inkml:trace>
  <inkml:trace contextRef="#ctx0" brushRef="#br0" timeOffset="40633.402">1515 2188 7530,'0'0'2249,"0"0"-1044,0 0-652,0 0-277,-15 5 28,-50 16 147,37-8 1553,38-7 522,39-4-126,-46-2-2763,115-7 2398,0-4-1,112-26-2034,-55 7 497,666-86 2457,105 30-2954,-454 53-521,-576 31-6373,17-1-2879,31 3 1266</inkml:trace>
  <inkml:trace contextRef="#ctx0" brushRef="#br0" timeOffset="38879.321">3538 88 6569,'0'0'689,"0"0"-404,0 0 352,0 0 1800,0 0-654,0 0-600,-2-12 1460,11 4-2402,0 1 0,0 1 0,1-1 0,0 2 0,0-1 0,1 1 0,0 1 0,-1 0 0,1 1 0,1 0 0,9-2-241,-19 4 9,0-1-1,0 1 1,0 0-1,1-1 0,-1 1 1,0 0-1,1 0 1,-1 1-1,1-1 1,-1 0-1,1 1 0,0 0 1,-1-1-1,1 1 1,-1 0-1,1 0 1,0 1-1,-1-1 0,1 0 1,-1 1-1,1 0 1,-1-1-1,1 1 1,-1 0-1,1 0 0,-1 0 1,0 1-1,0-1 1,1 1-1,-1-1 1,0 1-1,0 0 0,-1-1 1,1 1-1,0 0 1,-1 0-1,1 1 1,-1-1-1,1 0 0,-1 0 1,0 1-1,0-1 1,0 1-1,0 1-8,-2 3 26,0 0 0,-1 0 1,0 0-1,-1 0 0,0 0 0,0 0 0,0-1 0,-1 1 1,1-1-1,-2 0 0,1 0 0,-1-1 0,1 1 1,-2-1-1,1 0 0,0 0 0,-1-1 0,0 1 0,0-1 1,-1-1-1,1 1 0,-1-1 0,1 0 0,-2 0-26,6-3 0,1 0-40,46-7-78,144-25-77,-184 32 191,-1 2 1,1-1 0,-1 0-1,0 1 1,0 0 0,0 0-1,0 0 1,0 0-1,0 1 1,-1 0 0,1-1-1,-1 1 1,0 1 0,1-1-1,-1 0 1,-1 1-1,1 0 1,-1-1 0,1 1-1,-1 0 1,0 0 0,0 0-1,-1 1 1,1-1-1,-1 0 1,0 1 0,0-1-1,-1 0 1,1 1 0,-1-1-1,0 1 1,0-1-1,0 1 1,-1-1 0,1 1-1,-1-1 1,0 1 0,-1-1-1,1 0 1,-1 1-1,0-1 1,0 0 0,0 0-1,0-1 1,-1 1 0,0 0-1,1-1 1,-1 1-1,-3 1 4,-105 30-4604,35-41-5492,52-4 5439</inkml:trace>
  <inkml:trace contextRef="#ctx0" brushRef="#br0" timeOffset="39208.755">3569 488 6001,'0'0'2049,"0"0"2001,0 0-1754,0 0-795,19 0-270,131-5 741,17-28-105,18-3-1569,-62 19-4798,-107 16-1664,-11 1 1252,-5 0 3056</inkml:trace>
  <inkml:trace contextRef="#ctx0" brushRef="#br0" timeOffset="55907.432">2456 3702 6305,'0'0'659,"0"0"317,0 0 1950,0 0-1375,0 0-776,0 0 103,-33 24 5383,-49 15-4118,46-21-2044,-1 0 0,0-3 0,-1-1 0,0-2 0,-1-1 0,-10 0-99,-16-4 291,-1-2 1,0-4 0,1-2 0,-1-3 0,1-3 0,0-3 0,0-2 0,-54-19-292,92 19 155,0-1 1,1-1 0,1-1 0,0-1-1,1-2 1,0 0 0,2-1 0,0-2-1,-5-7-155,-45-37 6,20 20 21,1-1 0,3-3 0,2-2-1,2-2 1,2-1 0,3-3 0,3-1 0,1-1 0,4-2 0,-16-45-27,34 74-6,2 0 0,1-1 0,2 0 0,1 0 0,1-1 0,2 0 0,1 0 0,2 0-1,2-11 7,5 20-60,0 1 0,2-1 0,1 1 0,1 1 0,1 0-1,1 0 1,1 1 0,14-18 60,-9 17-6,1 2 0,1 1-1,1 0 1,1 2 0,0 0 0,1 1 0,1 2 0,19-10 6,28-20-8,136-96 17,-206 133-9756,-17-5 5968,13 11 2354,-13-11-2023,2 1 569</inkml:trace>
  <inkml:trace contextRef="#ctx0" brushRef="#br0" timeOffset="56625.523">1041 1885 6481,'0'0'1441,"0"0"2010,0 0-1449,0 0-631,0 0-303,0 0-185,0 2 3479,10 19-4187,135 290 1066,-141-374-1012,-82-193-720,37 185 125,40 70 297,1 1-3,68 60-333,175 44 365,-242-104 54,0 0 0,0 1 0,0-1 0,0 0 1,0 1-1,0-1 0,0 1 0,0-1 0,0 1 0,0 0 1,0-1-1,0 1 0,-1 0 0,1 0 0,0 0 1,-1 0-1,1-1 0,0 1 0,-1 0 0,1 0 1,-1 0-1,0 0 0,1 0 0,-1 0 0,0 0 1,1 0-1,-1 1 0,0-1 0,0 0 0,0 0 0,0 0 1,0 0-1,0 0 0,0 0 0,0 0 0,-1 0 1,1 0-1,0 0 0,-1 0 0,1 0 0,-1 0 1,1 0-1,-1 0 0,1 0 0,-1 0 0,0 0 1,1 0-1,-1-1 0,0 1 0,0 0 0,0 0 0,1-1 1,-1 1-1,0-1 0,0 1 0,0 0-14,-64 37 1251,53-32-1256,-62 46-1655,80-49-8079,-4-3 8066,15 0-1659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47:17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2382 7 3209,'0'0'4937,"0"0"523,0 0-3133,0 0-1188,0 0-387,0 0 41,8 0 306,209-3 1452,15 0-9439,-196 3 2719</inkml:trace>
  <inkml:trace contextRef="#ctx0" brushRef="#br0" timeOffset="1267.498">1029 1515 6913,'0'0'1199,"0"0"1389,0 0-436,0 0-724,0 0-307,0 0-84,3-1-54,150-2 2194,759-46 461,-202 4-1794,3 40-2871,-793 5-5315,2 0-3572,62 0 7356,-28 0 816</inkml:trace>
  <inkml:trace contextRef="#ctx0" brushRef="#br0" timeOffset="3169.755">2184 2736 7114,'0'0'1601,"0"0"3979,0 0-2423,0 0-1229,0 0-308,0 0-302,6-4-439,4-4-838,0 1 0,1 0 0,0 1 1,1 0-1,0 1 0,-1 0 0,2 0 0,-1 2 1,0 0-1,1 0 0,-1 1 0,1 0 0,0 1 0,0 1 1,0 0-1,4 1-41,-10 4-14,0-1 1,0 2 0,0-1 0,0 1-1,-1 0 1,0 0 0,-1 1-1,1 0 1,-1 0 0,0 0 0,-1 1-1,0-1 1,0 1 0,-1 0-1,0 0 1,0 0 0,-1 1 0,0-1-1,0 1 1,-1-1 0,0 1-1,0 0 1,-1-1 0,-1 1 0,1 0-1,-1-1 1,-2 5 13,5-1-1,-1 0 0,-1 0 0,0-1 0,-1 1 0,0 0 0,-1 0 0,0-1 0,-1 1 0,0-1 0,-1 0 0,0 0 0,-1 0 1,0 0-1,-1-1 0,0 1 0,0-2 0,-1 1 0,-1-1 0,1 0 0,-1 0 0,-1-1 0,0 0 0,0-1 0,-1 0 0,-6 4 1,-3-3 116,0-1 1,-1-1-1,0-1 1,0-1-1,0 0 1,0-2-1,-1 0 1,1-1-1,-1-2 0,-6 0-116,7 1 115,17 1-95,0-1 1,1 0-1,-1 1 0,0-1 1,0 0-1,1 0 0,-1 0 1,0-1-1,0 1 0,1-1 1,-1 1-1,0-1 0,1 0 1,-1 0-1,0 0 0,1 0 1,-1-1-1,1 1 0,0-1 1,0 1-1,-1-1 0,1 0 1,0 0-1,0 0 0,1 0 1,-1 0-1,0 0 0,1-1 1,-1 1-1,1-1 0,0 1 1,0-1-1,0 1 0,0-1 1,0 0-1,0 1 0,1-1 1,-1 0-1,1 0 0,0 1 1,0-1-1,0 0 0,0 0 1,0 1-1,1-1 0,-1 0 1,1 0-1,0 1 0,1-3-20,5-3 15,1 0-1,0 1 1,1 0 0,0 1-1,0 0 1,0 0-1,1 1 1,0 0 0,0 0-1,0 1 1,1 1-1,-1-1 1,1 2 0,0 0-1,-1 0 1,1 1-1,0 0 1,0 1 0,8 0-15,425-21 302,-410 5-3114,27-58-10264,-49 56 10392,12-16 809</inkml:trace>
  <inkml:trace contextRef="#ctx0" brushRef="#br0" timeOffset="2176.797">1947 1954 7242,'0'0'796,"0"0"2330,0 0-470,0 0-835,0 0-429,0 0 126,17 0 291,138-14 812,-42-7-2669,-112 21-702,-1 0-627,-17 0-897,8-2 2258,0 0 0,1 1 0,-1 0 0,0 1 0,0 0 0,1 0 1,-1 1-1,0 0 0,1 0 0,-1 1 0,1 0 0,-1 1 0,1 0 0,0 0 0,0 1 0,0 0 0,1 0 1,-1 1-1,1 0 0,0 0 0,0 1 0,1 0 0,-1 0 0,2 0 0,-1 1 0,0 0 0,1 0 0,1 0 0,-1 1 1,-1 4 15,4-7 61,-1 0 1,1 0 0,0 0 0,1 0 0,-1 1 0,1-1 0,0 0 0,1 1 0,-1-1-1,1 1 1,0-1 0,0 1 0,1-1 0,0 1 0,0-1 0,0 1 0,0-1 0,1 0-1,0 0 1,0 1 0,0-1 0,1-1 0,0 1 0,0 0 0,0-1 0,0 1 0,1-1-1,0 0 1,0 0 0,0-1 0,0 1 0,3 2-62,37-41 834,-21 6-859,-13 23-4,0 0 0,0 1 0,0 1 0,1 0 0,0 0 0,0 1 0,0 0 1,0 1-1,0 0 0,0 1 0,1 0 0,-1 1 0,1 0 0,-1 1 0,0 0 0,0 1 0,1 0 0,-1 1 0,0 0 0,-1 1 0,1 0 0,-1 1 0,0 0 0,0 0 0,0 1 0,0 0 0,0 2 29,-7-4-11,0 0 1,-1-1 0,1 1 0,-1 0 0,0 0 0,-1 0-1,1 1 1,-1-1 0,1 0 0,-1 1 0,-1-1 0,1 0-1,-1 1 1,1-1 0,-1 1 0,-1-1 0,1 1-1,0-1 1,-1 1 0,0-1 0,0 1 0,-1-1 0,1 0-1,-1 0 1,0 0 0,0 0 0,0 0 0,0 0 0,-1 0-1,0-1 1,1 1 0,-1-1 0,-1 0 0,1 1 0,0-2-1,-1 1 1,0 0 0,1-1 0,-1 1 0,0-1 0,0 0-1,0-1 1,-1 1 10,-175 51 1708,57-54-3534,117-9-7459,6 2 6746</inkml:trace>
  <inkml:trace contextRef="#ctx0" brushRef="#br0" timeOffset="2454.275">1875 2541 6665,'0'0'8698,"0"0"-6313,0 0-849,0 0-400,0 0 433,0 0-657,0 0-160,102 0-360,-44-2-32,5-7-240,-2-1-48,-3-1-72,-5-1-288,-2 1-408,-4 1-2009,0-5-1167,-13 5-3290,-6 1 4722</inkml:trace>
  <inkml:trace contextRef="#ctx0" brushRef="#br0" timeOffset="-1378.229">1211 1075 6345,'0'0'6048,"0"0"-3683,0 0-1325,0 0-248,0 0 268,0 0 465,4-4 210,81-108 963,46-205-2437,-115 254-290,-3 0 0,-3-1 0,-3 0 0,-3-1 0,-2 0-1,-4-15 30,22 149-310,100 467 555,-119-525-241,1 0 1,0 0-1,1 0 1,0-1-1,1 0 0,0 1 1,0-1-1,1 0 1,1-1-1,-1 1 0,2-1 1,-1-1-1,1 1 1,0-1-1,1 0 0,0 0 1,0-1-1,1 0 1,0-1-1,0 0 0,1 0 1,-1-1-1,1 0 1,0-1-1,1 0 0,-1-1 1,8 2-5,-13-4-9,0-1-1,1 1 1,-1-1 0,0-1 0,0 1 0,1-1 0,-1 0 0,0 0-1,0 0 1,0-1 0,0 1 0,0-1 0,0-1 0,-1 1 0,1-1 0,-1 0-1,0 0 1,1 0 0,-1 0 0,0-1 0,-1 1 0,1-1 0,-1 0-1,0 0 1,0-1 0,0 1 0,0-1 0,-1 1 0,1-1 0,-1 0-1,-1 0 1,1 0 0,-1 0 0,1-2 9,16-66-161,-2-1 1,-4 0-1,-4-1 1,-2 0-1,-4 0 1,-5-40 160,3 60-116,-11-71 1,12 196-225,37 315 923,-34-355-485,1 0 1,1-1-1,2 0 1,1 0-1,1-1 0,1 0 1,3 2-99,-10-21 24,1-1 0,0 0 0,0 0 0,0-1 0,1 1 0,0-1 0,1-1 0,-1 1 1,1-1-1,1 0 0,-1-1 0,1 1 0,0-1 0,0-1 0,0 0 0,1 0 0,0-1 0,-1 0 1,1 0-1,0-1 0,1 0 0,-1 0 0,0-1 0,2-1-24,4 1-49,-12 0-8,0 0 1,0 0-1,0-1 1,0 1-1,0-1 1,0 0-1,0 0 1,0 0-1,0 0 1,0-1-1,0 1 1,0-1-1,0 0 1,0 0-1,-1 0 1,1 0-1,0 0 1,0 0-1,-1-1 1,1 1-1,-1-1 1,1 0-1,-1 0 1,0 0-1,0 0 1,1 0-1,-1-2 57,7-68-8594,-9 37 1331</inkml:trace>
  <inkml:trace contextRef="#ctx0" brushRef="#br0" timeOffset="546.392">2526 200 6409,'0'0'5192,"0"0"-2230,0 0-1406,0 0-446,0 0 74,0 0 34,17-3 441,191-47-794,-205 53-901,-1 0 0,1-1-1,-1 1 1,1 0 0,-1 0-1,0 0 1,0 1-1,-1-1 1,1 0 0,-1 1-1,1-1 1,-1 1 0,0-1-1,-1 1 1,1 0-1,0-1 1,-1 1 0,0 0-1,0 0 1,0-1 0,-1 1-1,1 0 1,-1-1-1,1 1 1,-1 0 0,-1-1-1,1 1 1,0-1 0,-1 1 36,-110 125-40,198-120 393,6-15 379,-24 1-2241,-21 4-6224,-47 1-1186</inkml:trace>
  <inkml:trace contextRef="#ctx0" brushRef="#br0" timeOffset="57548.696">1823 3010 5353,'0'0'1447,"0"0"-451,0 0 1090,0 0-664,0 0-514,3 16 5145,-2-4-5810,-91 73 1626,79-77-1666,-24 11-162,-1-2 0,-1-1-1,0-2 1,0-1 0,-1-3-1,-1 0 1,-10-1-41,24-4 3,-21 4 27,0-2-1,0-2 0,0-2 1,-1-2-1,1-2 0,-2-2-29,-167-64 34,183 59 24,1-1 0,0-2 0,0-1 0,1-1 0,1-2 0,0-1 0,1-1 0,-15-13-58,3-3 119,1-1 0,2-2 0,2-1 0,1-2 0,1-1 0,3-2 0,1-1 0,3-1 0,-21-47-119,-1-5-11,21 46-184,3 0 0,2-1 0,2-1 0,2-1-1,3-1 1,0-6 195,-10-392-2478,24 380 2631,-1 45-64,1 0-1,1 0 1,1 0 0,2 0-1,0 0 1,2 0 0,1 1 0,1 0-1,8-17-88,21-26 35,3 2-1,4 2 1,2 1-1,14-10-34,38-57 46,-15 38 61,-81 92-128,-1 1-70,-4 6-7831,-13-35-881,10 10 6941</inkml:trace>
  <inkml:trace contextRef="#ctx0" brushRef="#br0" timeOffset="58174.019">406 547 7642,'0'0'769,"0"0"2284,0 0-831,0 0-437,0 0-580,0 0-457,0-10 35,55 135 437,41 23-1020,-110-222-648,10-91 577,20 201-127,0-2-1,2 0 1,2-1 0,1-1-1,1-1 1,2-1 0,1 0-1,14 10-1,-39-38 56,0 1 0,1-1-1,-1 0 1,-1 1-1,1-1 1,0 0-1,-1 0 1,1 1-1,-1-1 1,0 0-1,1 0 1,-1 0-1,0 0 1,0 0 0,0 0-1,-1 0 1,1 0-1,-1 0 1,1 0-1,-1-1 1,1 1-1,-1 0 1,0-1-1,0 0 1,1 1-1,-1-1 1,0 0 0,-1 0-1,1 0 1,0 0-1,0 0 1,0-1-1,0 1 1,-1-1-1,1 1 1,0-1-1,0 0 1,-1 0-1,0 0-54,-28 17 253,14 12-3199,21-7-4184,7-7 254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48:36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49 5905,'0'0'1939,"0"0"1972,0 0-1546,0 0-759,0 0-452,0 0 67,18 0 107,223-23 2300,-129 0-3048,-157 21-1666,-218 6 774,259-4 357,-1 1-1,0 1 1,0-1-1,1 1 1,-1-1-1,0 1 1,1 1-1,0-1 1,0 1-1,-1-1 1,2 1-1,-1 0 1,0 1-1,0-1 1,1 1-1,0-1 0,0 1 1,0 0-1,0 0 1,1 1-1,-1-1 1,1 0-1,0 1 1,0-1-1,1 1 1,-1 0-1,1 0 1,0-1-1,1 1 1,-1 0-1,1 0 1,0 0-1,0 0 1,0 0-1,1 3-44,45 171 1189,-6-76-1055,-6-142-104,-27 24-35,-2 9-9,0 0 0,0 0 0,0 0 0,1 1 0,-1-1 1,1 2-1,1-1 0,-1 1 0,1-1 0,-1 2 0,1-1 0,0 1 0,0 0 0,1 0 0,-1 1 0,1 0 0,-1 1 0,1-1 1,0 1-1,-1 1 0,1 0 0,0 0 0,0 0 0,-1 1 0,1 0 0,0 0 0,-1 1 0,1 0 0,-1 1 0,0-1 1,0 1-1,5 3 14,-1 0-23,0 0 1,0 1-1,-1 1 0,1 0 1,-2 0-1,1 1 1,-1 0-1,-1 1 1,1 0-1,-2 0 1,1 1-1,-2 0 0,1 0 1,-1 0-1,-1 1 1,0 0-1,-1 0 1,0 0-1,-1 1 1,0-1-1,-1 1 1,-1 0 22,-1-6-12,0 1 0,0-1 0,-1 0 0,0 1 0,-1-1 0,1 0 0,-1 0 0,-1 0 1,0 0-1,0-1 0,0 1 0,0-1 0,-1 0 0,0 1 0,-1-2 0,1 1 1,-1 0-1,0-1 0,0 0 0,-1 0 0,0-1 0,-5 4 12,-8 8 76,-1-2-1,-1-1 0,0 0 1,0-2-1,-1 0 0,-1-1 1,1-1-1,-2-2 1,1 0-1,-1-1 0,0-2 1,0 0-1,-1-2 1,1 0-1,0-2 0,-1-1 1,-14-2-76,-24-40-171,61 19-2578,18-1-3645,19-7-1267,-19 17 5742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48:37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3 118 7810,'0'0'868,"0"0"1778,0 0-842,0 0-306,0 0-274,0 0-112,-2 16 1197,50-11 14,324-28 1187,-323 23-3537,-48 0-13,-1 0 24,-3 1 11,-55 16 9,-1-3 0,0-2-1,-1-3 1,0-2 0,0-3 0,-34-3-4,93-1-92,11 0-66,36-4-14,-1-1 1,1-3-1,-2-2 0,1-1 0,-1-2 0,-1-3 0,3-3 172,9-10-4810,-21-19-5432,-28 31 8229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48:48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17 6569,'0'0'1545,"0"0"2180,0 0-1610,0 0-727,0 0-477,0 0-94,-8 5 57,-25 18-79,65-21 1036,39-20-1708,-51 11 4,1 1 1,0 1-1,0 1 0,1 1 0,-1 1 1,1 0-1,-1 2 0,5 1-127,-21 2 30,0 1 1,0 0-1,0 0 0,-1 0 0,0 0 0,0 1 0,0-1 0,0 1 0,-1 0 1,1 1-1,-1-1 0,-1 0 0,1 1 0,-1 0 0,0-1 0,0 1 1,0 0-1,-1 0 0,0 0 0,0 0 0,-1 0 0,0 1 0,0-1 0,0 0 1,-1 0-1,0 0 0,0 0 0,0 0 0,-1 0 0,0 0 0,0-1 1,-2 5-31,-1 0 74,0 0 1,0-1 0,-1 1 0,0-1 0,-1 0 0,0-1 0,-1 0 0,1 0 0,-1 0 0,-1-1 0,0 0 0,0-1 0,0 0 0,-1 0 0,1-1 0,-1-1 0,-1 1 0,1-2 0,-1 1 0,1-1 0,-1-1 0,0 0 0,-2 0-75,22-40 37,4 28-50,1 2 0,0-1 0,0 2 0,1 0 0,0 0 0,0 1 0,0 1 0,1 1 0,0 0 0,0 1 0,0 1 0,0 1 0,0 0 0,0 0 0,1 2 0,-1 0 0,0 1-1,7 2 15,-15-1-15,1 0 1,-1 1-1,0 0 1,-1 0-1,1 1 1,-1 0-1,1 0 1,-2 0-1,1 1 1,-1 0-1,1 1 1,-2 0-1,1-1 1,-1 2-1,0-1 1,0 1-1,-1-1 1,0 1-1,-1 0 1,0 1-1,0-1 1,0 0-1,-1 1 1,-1 0-1,1 0 1,-1-1-1,-1 1 1,0 0-1,0 0 1,0 0-1,-1-1 1,-1 1-1,1 0 1,-2-1-1,-1 6 14,-2 1 26,-1-1 0,-1 1 0,-1-1 0,0 0 0,0-1 0,-2 0 0,1 0 0,-2-1 0,0-1 0,0 0 0,-1-1 0,0 0 0,-1-1 0,0 0 0,-6 2-26,-13 6 203,-1-1 0,0-2 1,-1-2-1,-1 0 0,0-3 1,-1-1-1,1-2 0,-1-1 1,0-2-1,-1-1 0,-10-3-203,48 1-100,44-66-14100,-32 57 11498,15-12-2859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48:49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135 117 6241,'0'0'6383,"0"0"-3594,0 0-1440,0 0-371,0 0 134,0 0 559,7 13 56,89 293 1872,-26-57-3146,2-85-699,-72-163-9419,-9-11 5016,-24-30 82,3 12 2065</inkml:trace>
  <inkml:trace contextRef="#ctx0" brushRef="#br0" timeOffset="254.302">0 601 8250,'0'0'1825,"0"0"1836,0 0-1704,0 0-1060,0 0 130,26-2 397,163-22 1473,-110 6-2045,218-67-1484,-227 48-6185,-29 4-921,-14 10 671</inkml:trace>
  <inkml:trace contextRef="#ctx0" brushRef="#br0" timeOffset="771.422">1213 136 10730,'0'0'4717,"0"0"-2552,0 0-742,0 0 126,0 0-78,0 0-286,7-5-463,-1 1-665,-1 2-17,0-1 0,0 0 1,0-1-1,0 1 0,0-1 1,-1 0-1,0 0 0,0-1 1,0 1-1,0-1 0,0 0 1,-1 1-1,0-2 1,0 1-1,-1 0 0,1-1 1,-1 1-1,0-1 0,-1 0 1,1 1-1,-1-1 0,0 0 1,0-6-41,-53 3-39,40 16 40,0 0 0,1 1 0,0 0 0,1 1 0,-1 0 0,2 1 1,-1 0-1,1 0 0,1 1 0,0 0 0,1 0 0,0 1 0,0 0 0,1 1 0,1-1 0,-3 11-1,2-12 34,-1 0-1,2 0 0,0 1 0,0 0 0,1 0 1,1 0-1,0 0 0,0 1 0,1 0 1,1-1-1,0 1 0,1 0 0,0-1 0,1 1 1,0 0-1,1-1 0,1 1 0,0-1 1,1 0-1,0 1 0,0-2 0,2 1 0,-1-1 1,1 1-1,1-2 0,0 1 0,1-1 1,0 0-1,0 0 0,1-1 0,0 0 0,1-1 1,0 0-1,2 1-33,9-1 59,0-1 0,0-1 0,0-1 0,0 0 0,1-2 0,0 0 0,0-2 0,0-1 0,0 0 0,0-1 0,15-4-59,-33 4-38,1 0 0,0 0 0,0 0-1,-1 0 1,1-1 0,-1 0-1,1 0 1,-1 0 0,0 0 0,0-1-1,0 0 1,0 0 0,0 0 0,-1 0-1,1 0 1,-1-1 0,0 0-1,0 1 1,0-1 0,0 0 0,-1-1-1,0 1 1,0 0 0,0-1 0,0 1-1,-1-1 1,1 0 0,-1 1-1,0-1 1,-1-3 38,-22 8-5922,0 0-160,1 0-300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48:21.672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 1126 6889,'0'0'1669,"0"0"3006,0 0-2195,0 0-1332,0 0-449,0 0-16,-3-4-58,2 1-567,1 0 1,-1-1-1,0 1 1,1 0-1,0-1 0,0 1 1,0-1-1,0 1 0,0 0 1,1-1-1,-1 1 0,1-1 1,0 1-1,0 0 1,0 0-1,0 0 0,1-1 1,-1 1-1,1 0 0,0 1 1,0-1-1,0 0 1,0 1-1,1-1 0,-1 1 1,1-1-1,-1 1 0,1 0 1,0 0-1,0 0 0,1 0-58,101-63 724,-96 61-717,0 1 1,0 0-1,0 0 1,0 1-1,0 1 1,1-1-1,-1 1 1,0 1-1,1 0 1,-1 0-1,0 1 1,1 0-1,-1 1 1,0-1-1,0 2 1,0 0-1,0 0 1,0 0-1,-1 1 1,1 0-1,-1 1 0,0 0 1,0 0-1,-1 1 1,1 0-1,-2 0 1,1 1-1,0 0 1,1 3-8,2 2 4,-1 1 1,-1 0 0,0 0-1,-1 1 1,-1 0-1,0 0 1,-1 0-1,0 1 1,-1 0-1,-1 0 1,0 0-1,-1 0 1,0 0-1,-2 0 1,0 1 0,0-1-1,-2 0 1,0 1-1,0-1 1,-1 0-1,-1 0 1,-1-1-1,0 1 1,-1-1-1,-1 1-4,-5 11 9,0 0 0,-2-1-1,0-1 1,-2 0 0,-1-2 0,0 1-1,-2-2 1,-1-1 0,0 0 0,-1-1-1,-1-1 1,-1-2 0,-10 6-9,-87 8 72,116-32-70,1-1-1,-1 0 1,1 0 0,0 0 0,0 0 0,1-1 0,-1 1 0,1-1 0,-1 0 0,1 1-1,0-1 1,0 0 0,1 0 0,-1 0 0,1-1 0,0 1 0,0 0 0,0 0 0,1-1-1,0 1 1,0 0 0,0-1 0,0 1 0,0-1 0,1 1 0,0 0 0,0 0 0,1-3-2,-2-8 25,-1 11-24,0 0 0,1-1-1,-1 1 1,1 0-1,0 0 1,0-1 0,1 1-1,-1 0 1,1 0 0,0-1-1,0 1 1,0 0-1,1 0 1,-1 0 0,1 0-1,0 0 1,0 1-1,0-1 1,1 0 0,-1 1-1,1 0 1,0-1-1,0 1 1,0 0 0,1 1-1,-1-1 1,0 1 0,1-1-1,0 1 1,0 0-1,-1 0 1,1 1 0,0-1-1,1 1 1,-1 0-1,0 0 1,4-1-1,5 3 3,-1 0-1,1 1 1,-1 0-1,1 1 1,-1 0-1,0 1 1,0 1-1,-1 0 1,1 0-1,-1 1 1,0 0-1,-1 1 1,2 2-3,16 7 2,-8-3-3,0-1 1,0-1-1,2 0 1,-1-2-1,1-1 1,0 0 0,1-2-1,0-1 1,0 0-1,0-2 1,1 0-1,1-2 1,-18 0-1,1 0-1,-1 0 1,1-1-1,-1 0 1,1-1-1,-1 1 1,1-2-1,-1 1 1,0-1-1,0 0 1,0 0-1,0-1 1,0 0-1,0 0 1,0 0-1,-1-1 1,0 0-1,0-1 1,0 1-1,0-1 1,-1 0-1,0-1 1,0 1-1,0-1 1,0 0-1,-1 0 1,0-1-1,-1 1 1,1-1-1,-1 0 1,0 0 0,-1 0-1,2-5 2,0-95-6473,-4 70-514</inkml:trace>
  <inkml:trace contextRef="#ctx0" brushRef="#br0" timeOffset="5955.572">1175 716 6785,'0'0'4408,"0"0"-2159,0 0-1011,0 0-449,0 0-191,0 0 225,0-7-32,-1 4-796,0-9 1581,21 98 1466,60 85-1752,7-4 0,7-4 0,78 98-1290,-172-262 0,1 1 0,-1 0 0,0-1 0,1 1 0,-1 0 0,1 0-1,-1-1 1,1 1 0,-1 0 0,1 0 0,-1 0 0,1-1 0,-1 1 0,1 0 0,-1 0 0,1 0-1,-1 0 1,1 0 0,-1 0 0,1 0 0,-1 0 0,1 0 0,-1 1 0,1-1 0,-1 0-1,1 0 1,-1 0 0,1 0 0,-1 1 0,1-1 0,-1 0 0,1 1 0,-1-1 0,0 0-1,1 1 1,-1-1 0,0 0 0,1 1 0,-1-1 0,0 1 0,1-1 0,-1 1 0,0-1-1,0 0 1,1 1 0,-1-1 0,0 1 0,0-1 0,0 1 0,0-1 0,0 1 0,-8-48-152,-27-95-131,-90-448-217,81 150 316,43 423 201,1 16-14,-1 0 0,1 0 0,0 0 0,0 0-1,-1 0 1,1 0 0,0 0 0,0 1 0,0-1-1,0 0 1,0 0 0,0 0 0,1 0 0,-1 0-1,0 0 1,0 0 0,1 0 0,-1 0 0,0 0 0,1 0-1,-1 1 1,1-1 0,-1 0 0,1 0 0,0 0-1,-1 1 1,1-1 0,0 0 0,-1 1 0,1-1-1,0 1 1,0-1 0,0 1 0,0-1 0,-1 1-1,1-1 1,0 1 0,0 0 0,0 0 0,0-1-1,0 1 1,0 0 0,0 0 0,0 0 0,0 0-1,0 0 1,0 0 0,0 0-3,283-31-81,2-11 145,-56 32-123,439-49 30,-251-33 142,-54 46 215,-363 45-324,0 1-1,1 0 0,-1 0 1,0 0-1,0-1 0,0 1 1,0 1-1,1-1 1,-1 0-1,0 0 0,0 0 1,0 0-1,0 1 1,1-1-1,-1 1 0,0-1 1,0 1-1,0-1 0,0 1 1,0 0-1,0-1 1,0 1-1,0 0 0,-1 0 1,1 0-1,0-1 1,0 1-1,-1 0 0,1 0 1,0 0-1,-1 0 0,1 0 1,-1 1-1,1-1 1,-1 0-1,0 0 0,0 0 1,1 0-1,-1 0 1,0 1-1,0-1 0,0 0 1,0 0-1,0 0 0,0 1 1,-1-1-4,5 20 20,23 138 303,-38-186-5519,-12-17-3792,8 17 3618</inkml:trace>
  <inkml:trace contextRef="#ctx0" brushRef="#br0" timeOffset="10228.072">2391 1262 640,'0'0'4968,"0"0"-3558,0 0-1102,0 0 420,0 0 1281,-25 10 4749,65-117-450,-32-88-7177,-8 146 1378,-1 4-430,0-1-172,10 83-32,5 50 137,57 222 570,-68-302-573,0 1 1,0 0-1,1-1 1,0 1 0,0-1-1,0 0 1,1 0 0,0-1-1,1 1 1,-1-1-1,1-1 1,1 1 0,-1-1-1,1 0 1,0 0-1,0-1 1,0 0 0,0 0-1,1 0 1,0-1-1,0-1 1,0 1 0,0-1-1,0 0 1,0-1-1,0 0 1,1 0 0,-1-1-1,0 0 1,1-1 0,-1 0-1,0 0 1,0 0-1,3-2-9,-3-3 9,0-1-1,0 0 1,-1 0-1,0-1 1,-1 0-1,0 0 1,0 0-1,0-1 1,-1 0-1,-1 0 1,1 0-1,-1-1 1,-1 1-1,0-1 1,0 0-1,-1 0 1,-1 0-1,1 0 1,-1 0-1,-1 0 1,0-1-1,-1 1 1,0 0-1,0 0 1,-2-5-9,3-2-14,-48-169-107,19 106 101,29 80 16,0 0 1,1 0 0,-1 0 0,0 0-1,1-1 1,-1 1 0,0 0 0,1 0-1,-1 0 1,0-1 0,1 1-1,-1 0 1,0 0 0,0-1 0,1 1-1,-1 0 1,0-1 0,0 1 0,0 0-1,1-1 1,-1 1 0,0 0-1,0-1 1,0 1 0,0-1 0,0 1-1,0 0 1,0-1 0,0 1 0,0 0-1,0-1 1,0 1 0,0-1-1,0 1 1,0 0 0,0-1 0,0 1 3,22 30-95,50 158 39,-65-162 52,0 0 0,1 0 0,2-1 0,1 0 1,0-1-1,2 0 0,11 15 4,-20-35-127,0 1-1,0-1 1,0 0-1,0 0 1,1 0-1,-1 0 1,1-1 0,0 0-1,0 0 1,0 0-1,1 0 1,-1-1-1,1 0 1,-1 0 0,1-1-1,0 1 1,-1-1-1,3 0 128,1-1-410,-1 0-1,1-1 0,-1 0 1,0 0-1,1-1 1,-1 0-1,0 0 0,0-1 1,0 0-1,0-1 0,-1 1 1,1-2-1,-1 1 1,0-1-1,0 0 0,-1 0 1,1-1-1,-1 0 0,0 0 1,-1 0-1,1-1 1,-1 0-1,-1 0 0,1 0 1,-1 0-1,-1-1 1,1 0-1,-1 0 0,0 0 411,3-28-5738</inkml:trace>
  <inkml:trace contextRef="#ctx0" brushRef="#br0" timeOffset="11479.832">3087 498 7522,'0'0'840,"0"0"2522,0 0-1371,0 0-753,0 0-82,-3 4 89,7 13 1137,33-35-694,-27 13-1630,67-31 1368,-158 47-929,74-6-495,0 0-1,1 0 1,-1 0-1,1 1 1,0 0-1,1 0 1,0 0-1,0 1 1,0-1-1,0 1 1,1 1 0,1-1-1,-1 0 1,1 1-1,0 0 1,1 0-1,0 0 1,0 0-1,0 0 1,1 0-1,1 0 1,-1 1 0,1-1-1,1 0 1,0 6-2,-1-12 25,0-1 0,0 0 0,1 1 0,-1-1 0,0 1 1,0-1-1,1 0 0,-1 1 0,1-1 0,-1 0 0,1 0 0,0 1 1,0-1-1,-1 0 0,1 0 0,0 0 0,0 0 0,0 0 1,0 0-1,0 0 0,0 0 0,0 0 0,0 0 0,1-1 0,-1 1 1,0 0-1,0-1 0,1 1 0,-1-1 0,0 0 0,1 1 1,-1-1-1,1 0 0,-1 0 0,0 0 0,1 0 0,-1 0 0,1 0 1,-1 0-1,0 0 0,1 0 0,-1-1 0,0 1 0,1-1 0,-1 1 1,0-1-1,1 1 0,-1-1 0,0 0 0,0 1 0,0-1 1,0 0-1,0 0 0,0 0 0,0 0 0,0 0 0,1-1-25,5-5-12,0 0 0,0 0-1,1 1 1,-1 1 0,2-1 0,-1 1-1,0 0 1,1 1 0,0 0-1,0 1 1,0-1 0,1 2 0,-1-1-1,1 1 1,-1 1 0,1 0-1,0 0 1,0 1 0,-1 0-1,1 1 1,0 0 0,-1 0 0,10 3 12,-14-2-13,-1 0 1,1 0-1,-1 1 1,0-1-1,1 1 1,-1 0-1,-1 0 1,1 0-1,0 1 1,-1-1-1,1 1 1,-1 0-1,0 0 1,-1 0-1,1 0 1,-1 1-1,1-1 1,-1 1-1,-1-1 1,1 1-1,-1 0 1,0 0-1,0 0 1,0-1-1,0 1 1,-1 0-1,0 0 1,0 0-1,0 0 1,-1 0-1,1 0 1,-1 0-1,-1 0 1,1-1 0,-1 1-1,1 0 1,-1-1-1,-1 1 1,1-1-1,-1 0 1,1 1-1,-1-1 1,0-1-1,-3 4 13,0-1-37,0 0 0,-1 0 0,1 0 0,-1-1 0,0 0 0,-1 0 0,1-1 0,-1 0 0,0 0 0,0-1 0,0 0 0,-1 0 0,-5 0 37,14-3-1426,0 0-1897,0 0-2801,0-4-1766</inkml:trace>
  <inkml:trace contextRef="#ctx0" brushRef="#br0" timeOffset="13616.419">165 2324 7914,'0'0'668,"0"0"543,0 0 477,0 0-701,0 0-511,0 0-84,-7 21 3366,151-13-1893,174-58-207,-193 23-1212,1922-314 1848,-970 178-1886,-1059 160-472,9-1-156,-41 7-11,-37 12-1643,-18 2-6769,44-15 2463</inkml:trace>
  <inkml:trace contextRef="#ctx0" brushRef="#br1" timeOffset="33985.365">2281 1465 7522,'0'0'814,"0"0"2118,0 0-802,0 0-663,0 0-609,0 0-124,-4 21 3908,55-47-263,-16-82-3927,-28 77-96,9-42-209,-4-1 1,-3 0 0,-3-1 0,-3 1-1,-5-27-147,2 101 0,0 0 64,0 0-5,0 0-14,0 0-25,0 0-5,0 0 21,0 0-8,0 25-18,0 0 3,1 0 1,1 0-1,1 0 1,2-1-1,0 1 1,2-1-1,0 0 1,2-1-1,0 0 1,2 0 0,1-1-1,0 0 1,2-1-1,0-1 1,1 0-1,1-1 1,1 0-1,1-2 1,10 8-14,-24-21 8,1 0 0,0-1 0,0 0 0,1 0 0,-1 0 0,1 0 0,-1-1 0,1 0 0,0 0 0,0 0 0,0-1 0,0 0 0,0 0 0,0-1 0,0 0 0,0 0 0,0 0 0,0 0 0,0-1 0,0 0 0,0-1 0,0 1 0,0-1 0,0 0 0,-1-1 0,1 1 0,-1-1 0,0 0 0,1 0 0,-1-1 0,-1 0 0,1 0 0,0 0 0,-1 0 0,0-1 0,0 1 0,0-1 0,-1 0 0,0 0 0,0-1 0,0 1 0,0-2-8,6-15-5,-2-1-1,0 0 1,-2 0-1,0 0 1,-2-1-1,0 1 1,-2-1-1,-1 0 1,0 1-1,-2-1 1,-1 0 5,-66-173-140,46 183-109,156 206 245,-100-138 30,-21-30 3,2-1 1,0 0 0,2-1 0,1 0 0,0-1 0,1-2 0,2 1-1,0-2 1,1 0-30,-15-15 33,-1 1-1,1-1 0,1 0 0,-1 0 1,0-1-1,1 0 0,-1 0 1,1 0-1,0-1 0,-1 0 1,1 0-1,0-1 0,0 1 0,0-2 1,0 1-1,-1-1 0,1 0 1,0 0-1,-1-1 0,1 0 1,0 0-1,-1-1 0,0 1 0,0-1 1,0-1-1,0 1 0,0-1 1,-1 0-1,1-1 0,-1 1 1,0-1-1,-1 0 0,1 0 0,-1 0 1,0-1-1,0 0 0,-1 1 1,1-1-1,-1-1 0,-1 1 1,3-6-33,17-12-7730,-6 16-173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48:41.469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95 883 7530,'0'0'2139,"0"0"733,0 0-1246,0 0-648,0 0-172,0 0 181,-16 3-56,-46 12-221,61-15-668,-1 1 1,1 1-1,0-1 1,0 0-1,0 0 1,0 0-1,0 1 1,0-1 0,0 0-1,0 1 1,0-1-1,1 1 1,-1-1-1,0 1 1,1-1-1,-1 1 1,1-1-1,0 1 1,0 0 0,0-1-1,-1 1 1,1 0-1,1-1 1,-1 1-1,0 0 1,0-1-1,1 1 1,-1-1-1,0 1 1,1-1-1,0 1 1,-1-1 0,1 1-1,0-1 1,0 1-1,1 0-42,-1 0 86,137 222 2604,94 207-1596,-230-429-1093,0 0 1,-1 0 0,1 0 0,0 0-1,-1 0 1,1 0 0,-1 1-1,0-1 1,0 0 0,0 1 0,0-1-1,0 1 1,0 0 0,-1-1-1,1 1 1,-1-1 0,0 1 0,0 0-1,0-1 1,0 1 0,0 0-1,0-1 1,-1 1 0,0-1-1,1 1 1,-1 0 0,0-1 0,0 0-1,0 1 1,0-1 0,-1 1-1,1-1 1,-1 0 0,1 0 0,-1 0-1,0 0 1,0 0 0,0 0-1,0-1 1,0 1 0,0-1-1,0 1 1,-1-1 0,1 0 0,0 1-1,-1-1 1,1-1 0,-1 1-1,1 0 1,-3 0-2,-7 2 5,-1 0 0,1-1 0,0 0 0,-1-1 0,1 0 0,-1-1 0,0 0 0,1-1-1,-1-1 1,1 0 0,0 0 0,0-1 0,0-1 0,0 0 0,0-1 0,1 0 0,-1-1 0,1 0 0,1-1 0,-1 0-1,1 0 1,1-1 0,-1-1 0,1 1 0,1-2 0,-1 1 0,2-1 0,-1 0 0,0-3-5,7 4 5,0-1 0,1 1 0,0 0 0,0-1 0,1 1 0,0-1 0,0 1 0,1 0 0,1-1 0,0 1 0,0 0 0,0 1 0,1-1 0,0 1 0,1-1 0,0 1 0,1 1 0,-1-1 0,1 1 0,1 0 0,-1 0 0,1 0 0,0 1 0,1 0 0,0 1 0,0 0 1,0 0-1,0 1 0,1-1-5,45-40-3,-35 29-36,-2 0 1,1-1 0,-2-1 0,0-1 0,-2 0 0,0-1-1,0 0 1,-2-1 0,-1-1 0,-1 0 0,0 0 0,-2-1 0,-1 0-1,0 0 1,-2-1 0,-1 0 0,-1 0 0,0-2 38,-3 18-3,1 0 1,-1 0-1,0 0 0,-1 0 1,1 0-1,-2 0 1,1 0-1,-1 0 1,0 0-1,-1 1 0,0-1 1,0 1-1,0 0 1,-1 0-1,0 0 1,-1 0-1,0 1 0,0-1 1,0 1-1,-1 1 1,1-1-1,-1 1 1,-1 0-1,1 0 1,-1 0-1,0 1 0,-6-3 3,7 3 5,-1 1 0,0 0-1,0 0 1,0 0-1,0 1 1,-1 0 0,1 0-1,-1 1 1,1 0 0,-1 0-1,1 1 1,-1 0-1,0 0 1,1 1 0,-1 0-1,1 0 1,-1 1-1,1 0 1,-1 0 0,1 0-1,0 1 1,0 1 0,1-1-1,-1 1 1,1 0-1,-1 0 1,1 1 0,0 0-1,1 0 1,-1 0 0,1 1-1,0 0 1,1 0-1,-1 0 1,1 0 0,0 1-1,1 0 1,-1 0-1,1 0-4,-28 136-1619,52-50-2938,9-43-1014</inkml:trace>
  <inkml:trace contextRef="#ctx0" brushRef="#br0" timeOffset="2383.614">1044 730 5961,'0'0'1885,"0"0"2360,0 0-1753,0 0-1134,0 0-794,0 0-221,4 16 366,160 476 5471,-159-479-6143,9 32 80,2-1 0,2 0-1,1-1 1,3-1 0,1-2 0,2 0 0,2-1 0,6 4-117,-39-122-160,-100-488-461,-3-16 693,84 511 840,27-1-352,36 37-547,418 18-157,280-10 131,-595 8 14,227-32 46,74-33-47,-435 84 1,6-3-3,1 0-1,-1 1 1,1 1-1,0 0 1,0 1-1,0 0 1,0 1-1,0 1 1,0 0-1,7 2 3,88 2 344,-106-3-341,0 1 0,0 0-1,0 0 1,-1 0 0,0 1 0,1-1-1,-1 1 1,0-1 0,0 1 0,-1 0-1,1 0 1,-1-1 0,0 1 0,0 0-1,0 0 1,-1 1 0,1-1 0,-1 0-1,0 0 1,0 0 0,0 1-3,2 10 2,15 71 49,-16-85-51,0 0-3,-1-1-106,0 0-489,0 0-1285,-5 0-3958,-3 0 1573,-10 0-2556</inkml:trace>
  <inkml:trace contextRef="#ctx0" brushRef="#br0" timeOffset="3697.755">2339 1454 6529,'0'0'787,"0"0"335,0 0 2307,0 0-1548,0 0-874,0 0-87,-3-7 58,-3-28-275,1 0 0,2 0 0,1 0 0,2 0 0,1-1 0,3-11-703,0-65 799,-15-133 184,88 426-427,-65-153-456,-6-8-56,0 0-1,2-1 1,1 0-1,0 0 1,1-1-1,1 0 1,1 0-1,0-1 1,1-1 0,1 0-1,1-1 1,0-1-1,1 0 1,0-1-1,1 0 1,0-2-1,16 8-43,-31-18 4,1 1-1,-1-1 1,1 1-1,0-1 1,0 0-1,0 0 1,0-1-1,0 1 1,0-1-1,0 1 1,0-1-1,0 0 1,0 0-1,0 0 1,0 0-1,0-1 1,0 1 0,0-1-1,0 0 1,-1 0-1,1 0 1,0 0-1,0-1 1,-1 1-1,1-1 1,0 1-1,-1-1 1,0 0-1,1 0 1,-1 0-1,0 0 1,0 0-1,0-1 1,0 1-1,-1-1 1,1 1-1,-1-1 1,1 1-1,-1-1 1,0 0 0,0 0-1,0 0 1,0 0-1,-1 0 1,1 0-1,-1 0 1,0 0-1,1 0 1,-1 0-1,-1-1-3,4-393-1587,-14 330 1119,6 73 291,5 21 312,0-1 1,2 1-1,0-1 1,2 1 0,1-1-1,1 0 1,2-1-1,0 1 1,2-2 0,0 1-1,2-1 1,0-1-1,2 0 1,1-1-1,0 0 1,2-1 0,0-1-1,2-1 1,0 0-1,1-2 1,13 10-136,-24-20 11,1 0 1,-1-1-1,1 0 1,0-1-1,1 0 1,-1-1-1,1 0 1,0 0 0,0-1-1,0 0 1,1-1-1,-1-1 1,0 0-1,1 0 1,-1-1-1,3-1-11,-10-1-382,-1-1 0,1 0 0,-1 0 0,0-1 0,0 1 0,0 0 0,-1-1-1,1 0 1,-1 0 0,0 1 0,0-1 0,0-1 0,0 1 0,-1 0 0,1 0 0,-1-1 0,-1 1 0,1 0 0,0-1 0,-1 1 0,0-1 0,0 1-1,0-1 1,-1 1 0,0-1 0,1 1 0,-1 0 0,-1-1 0,0 0 382,2-3-709,-10-53-4463,-9 2 2710</inkml:trace>
  <inkml:trace contextRef="#ctx0" brushRef="#br0" timeOffset="4607.346">2921 510 7802,'0'0'574,"0"0"1866,0 0-23,0 0-479,0 0-601,0 0-99,-14 3 1822,63-44-1559,-38 32-1395,-6 5-81,-1-1 0,1 1 0,0 0 0,0 0 0,0 1 0,0-1 0,1 1 1,-1 0-1,1 1 0,0-1 0,0 1 0,0 0 0,0 1 0,0-1 0,0 1 0,0 0 1,4 1-26,-8 3 3,0 1 1,1 0 0,-2 0 0,1 0 0,0 0 0,-1 1-1,0-1 1,1 0 0,-2 1 0,1-1 0,-1 0-1,1 1 1,-1-1 0,0 1 0,-1-1 0,1 1 0,-1-1-1,0 0 1,0 1 0,0-1 0,0 0 0,-1 0 0,-2 4-4,-46 24-59,49-32 6,1 0-11,36-17-326,-21 11 375,0 0 1,1 1-1,0 1 0,0 0 1,0 1-1,0 1 0,1 1 1,-1 0-1,1 1 0,10 1 15,-23 1 16,-1 1-1,1-1 0,-1 0 0,1 1 0,-1 0 1,0 0-1,0 0 0,0 0 0,-1 0 0,1 0 1,-1 1-1,0-1 0,0 1 0,0 0 0,0 0 1,-1-1-1,1 1 0,-1 0 0,0 0 0,0 1 1,0-1-1,-1 0 0,0 0 0,1 0 0,-2 0 1,1 1-1,0-1 0,-1 0 0,0 0 0,0 0 1,0 0-1,0 0 0,-1 0 0,1 0 1,-1 0-1,0-1 0,0 1 0,0 0 0,-1-1 1,1 0-1,-1 0 0,0 1 0,0-2 0,0 1 1,-2 1-16,-98 29 2750,75-30-4116,-2-2-4168,1 0-5902,29-1 4626</inkml:trace>
  <inkml:trace contextRef="#ctx0" brushRef="#br0" timeOffset="6087.54">309 2185 6649,'0'0'739,"0"0"1,0 0 1360,0 0-400,0 0-809,0 0-435,3 3 212,12 1-316,0 0 0,-1-1 0,1-1-1,0 0 1,1-1 0,-1 0 0,0-2 0,0 1 0,0-2 0,0 0-1,0-1 1,10-3-352,1519-324 4491,-1134 256-4415,2 19 0,108 12-76,-270 29 29,222-43-29,-463 55-959,-20 0-7058,-2 1 3645,2-3 1612</inkml:trace>
  <inkml:trace contextRef="#ctx0" brushRef="#br1" timeOffset="16269.415">2395 1417 6281,'0'0'1714,"0"0"2796,0 0-1522,0 0-1048,0 0-564,0 0 18,2-19 3089,5-65-4380,-35-234 191,-7 106-68,31 202 620,7 20-677,10 22-147,157 289 454,-170-318-472,0-1 0,1 1 0,0 0 0,0 0 0,0-1 0,0 1 0,0 0 0,0-1 1,1 1-1,-1-1 0,1 0 0,0 1 0,0-1 0,0 0 0,0 0 0,0 0 0,0 0 0,0-1 0,0 1 0,1 0 1,-1-1-1,1 0 0,0 1 0,-1-1 0,1 0 0,0-1 0,-1 1 0,1 0 0,0-1 0,0 1 0,0-1 1,0 0-1,-1 0 0,1 0 0,0 0 0,0-1 0,0 1 0,0-1 0,-1 0 0,1 1 0,0-1 0,-1-1 1,1 1-1,0 0 0,-1-1 0,1 0-4,12-26 1,-2 0 0,-1-1 1,-2 0-1,-1-1 0,-1 0 0,-1-1 1,-2 1-1,-1-1 0,-1-1 0,-2 1 1,-1 0-1,-2 0 0,-1-2-1,2-15 9,6 75 9,1-1-1,1 1 1,2-1-1,0-1 1,1 1-1,2-2 1,1 1-1,0-2 0,4 4-17,-11-15 31,0-1-1,1 1 0,0-1 0,0 0 0,1-1 0,1 0 0,0 0 0,0-1 0,1 0 0,0 0 0,0-1 0,1-1 0,0 0 0,0 0 0,1-1 0,0-1 0,0 0 0,1 0 0,-1-1 0,1-1 0,0 0 0,0-1 0,7 1-30,-13-3 60,2 2-25,0-1-1,1 0 1,-1-1 0,0 1 0,0-2-1,1 0 1,-1 0 0,0 0-1,0-1 1,0 0 0,0-1-1,-1 0 1,1-1 0,-1 0-1,1 0 1,-1 0 0,-1-1-1,3-2-34,-9 6 6,0 0 0,1 1-1,-1-1 1,0 0 0,0 0-1,0 0 1,-1 0 0,1 0-1,0 0 1,0 0 0,0 0-1,-1 0 1,1 0 0,-1-1-1,1 1 1,-1 0-1,1 0 1,-1-1 0,0 1-1,1 0 1,-1 0 0,0-1-1,0 1 1,0 0 0,0-1-1,0 1 1,0 0 0,-1-1-1,1 1 1,0 0 0,-1-1-1,1 1 1,0 0 0,-1 0-1,0-1 1,1 1-1,-1 0 1,0 0 0,0 0-1,1 0 1,-1 0 0,0 0-1,0 0 1,0 0 0,0 1-1,0-1 1,-1 0 0,1 0-1,0 1 1,0-1 0,0 1-1,-1-1 1,1 1 0,0-1-1,0 1 1,-1 0 0,1 0-1,0 0 1,-1 0-1,0 0-5,-46-7-2027,7 6-7142,35 1 6002,-5 0-3806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50:03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7242,'0'0'1036,"0"0"3193,0 0-2094,0 0-962,7 4-136,1 0-655,1-1 0,0-1 0,0 1 0,1-1 0,-1-1 0,0 0 0,1 0 0,-1-1 0,0 0 0,1 0 1,-1-1-1,1-1 0,-1 1 0,5-3-382,259-42 1820,-272 46-2883,-22 1-5905,-11 9 954,11-2 1070,-10 0 2192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50:03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93 6689,'0'0'4361,"0"0"-1964,0 0-859,0 0-365,0 0 82,0 0 63,15 2 62,119-4 223,-98-8-1069,57-18-4075,-6-15-9719,-70 32 11766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50:04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1122 6753,'0'0'1475,"0"0"2037,0 0-1657,0 0-791,0 0-228,0 0 190,9-11-51,34-33-243,-40 41-686,1 0 0,0 1 1,0-1-1,0 1 0,0 0 0,0 0 1,0 0-1,1 1 0,-1 0 0,1 0 1,-1 0-1,1 0 0,-1 1 0,1-1 1,-1 1-1,1 0 0,-1 1 0,1-1 1,-1 1-1,1 0 0,-1 0 0,1 0 0,-1 1 1,0-1-1,0 1 0,1 0 0,-1 0 1,-1 1-1,1-1 0,0 1 0,0 0 1,-1 0-1,0 0 0,0 1 0,0-1 1,0 1-1,0-1 0,-1 1 0,1 0 1,0 2-47,7 15 161,-1 0-1,-1 1 1,-1 0 0,-1 0 0,-1 1 0,-1 0 0,-1 0 0,-1 0 0,0 0 0,-2 0-1,-1 0 1,-1 0 0,-1 0 0,-4 15-161,5-25-3,0-1 0,0 1 1,-1-1-1,-1 0 0,0 0 0,-1 0 0,0 0 0,-1-1 0,0 0 1,0 0-1,-2-1 0,1 1 0,-1-2 0,-1 1 0,1-1 0,-2 0 1,1-1-1,-1 0 0,0 0 0,-1-1 0,0-1 0,0 0 0,-1 0 1,1-1-1,-1-1 0,0 0 0,0 0 0,-5 0 3,13-3-20,0 0 1,0 0-1,-1 0 0,1-1 0,0 1 0,-1-1 1,1 0-1,0-1 0,-1 1 0,1-1 0,0 1 1,-1-1-1,1-1 0,0 1 0,0 0 0,0-1 1,0 0-1,0 0 0,0 0 0,0-1 0,1 1 1,-1-1-1,1 0 0,0 0 0,0 0 0,0 0 1,0 0-1,0-1 0,1 0 0,0 1 1,0-1-1,0 0 0,0 0 0,0 0 0,1 0 1,-1 0-1,1-1 0,0 1 0,1 0 0,-1 0 1,1-1-1,0 1 0,0-1 0,0 0 20,5 0-40,0 0 0,0 0-1,1 1 1,-1 0 0,1 0 0,0 1-1,0-1 1,0 1 0,1 1-1,-1-1 1,1 1 0,0 0 0,-1 0-1,1 1 1,0 0 0,0 1-1,0-1 1,0 1 0,0 0 0,0 1-1,0 0 1,0 0 0,-1 0-1,6 2 41,269 89 861,-46-74 85,-185-37-3958,-24-6-2470,-26 25 5449,20-23-7314</inkml:trace>
  <inkml:trace contextRef="#ctx0" brushRef="#br0" timeOffset="10343.98">1294 720 5857,'0'0'1946,"0"0"1939,0 0-1919,0 0-872,0 0-181,-13 5 1008,-81 125 681,85-115-2428,0 1 0,1 0 0,0 0 0,1 1 0,1-1-1,1 2 1,1-1 0,0 0 0,1 1 0,1 0 0,0 0 0,1 0 0,1-1-1,1 1 1,1 0 0,0 0 0,2 0 0,0-1 0,0 0 0,2 0-1,0 0 1,1 0 0,1-1 0,0 0 0,1-1 0,1 0 0,7 9-174,6-2 139,2-1 1,0-1 0,2-1 0,0-1-1,1-1 1,0-2 0,24 9-140,-30-12 27,7 10-76,-31-11-2786,-11-15-6427,10-29 4436,3 31 4408,1-34-2687,5 1 1197</inkml:trace>
  <inkml:trace contextRef="#ctx0" brushRef="#br0" timeOffset="10622.55">1808 837 8650,'0'0'1778,"0"0"2350,0 0-2239,0 0-1089,-8 22 196,-153 382 3509,154-390-4948,-29 51 985,4-49-7277,22-23 806,1-8-3740</inkml:trace>
  <inkml:trace contextRef="#ctx0" brushRef="#br0" timeOffset="10892.339">1478 902 6913,'0'0'1708,"0"0"2658,0 0-1766,0 0-1202,0 0-617,0 0-244,9 8 559,376 318 2846,-321-244-8299,-59-82-6179,-5-4 8603,0 3 2171,0-12-1990</inkml:trace>
  <inkml:trace contextRef="#ctx0" brushRef="#br0" timeOffset="11218.827">2046 888 7114,'0'0'7256,"0"0"-4109,0 0-1576,0 0-244,0 0 224,6 24-19,62 308 736,-54-219-3589,-14-111-328,0-8-4857,-1-19 2385,-22-51-3143,5 40 5224</inkml:trace>
  <inkml:trace contextRef="#ctx0" brushRef="#br0" timeOffset="11470.302">1899 1135 6665,'0'0'1209,"0"0"1389,0 0-719,0 0-440,0 0-118,21 0-30,174-1 2443,-159-2-3553,105-16 274,-97 5-4736,-5-6-4478,-24 10 5340</inkml:trace>
  <inkml:trace contextRef="#ctx0" brushRef="#br0" timeOffset="11735.276">2479 839 6513,'0'0'6943,"0"0"-4174,0 0-1504,0 0-384,0 0 308,0 0 450,-4 18-309,-23 238 458,27-241-1762,-1-13-20,0 0 1,1 0-1,-1 0 1,1 0-1,-1 1 1,1-1-1,0 0 1,0 0-1,0 1 1,0-1-1,0 0 1,0 0-1,1 1 1,-1-1-1,1 0 1,-1 0-1,1 0 1,0 0-1,0 0 1,0 0-1,0 0 1,0 0-1,0 0 1,1 0-1,-1-1 1,1 1-1,-1 0 1,1-1-1,0 1 1,0-1-1,-1 0 1,1 1-1,0-1 1,0 0-1,0 0 1,0 0-1,0-1 1,1 1-1,-1 0 1,0-1-1,1 1-6,159-56-265,-127 51-1387,4-1-3941,-11-13-5303,-24 10 9798</inkml:trace>
  <inkml:trace contextRef="#ctx0" brushRef="#br0" timeOffset="12015.192">2555 710 5825,'0'0'7466,"0"0"-4462,0 0-1498,0 0-476,0 0-23,0 0 334,6 19-198,40 271 732,-48-218-1480,20 176-403,-3-227-2456,18-30-9990,-21-5 9876,0-10 163</inkml:trace>
  <inkml:trace contextRef="#ctx0" brushRef="#br0" timeOffset="12451.447">2600 427 6633,'0'0'1346,"0"0"2137,0 0-1341,0 0-705,0 0-399,0 0-127,14 15-140,236 192 544,-233-195-1304,-1 1 0,-1 0-1,0 1 1,-1 1 0,-1 0 0,0 1 0,-1 0-1,-1 1 1,0 0 0,-1 1 0,-1 0 0,-1 1 0,0-1-1,-2 2 1,0-1 0,-1 1 0,-1 0 0,-1 0-1,0 0 1,-2 5-11,2 1-69,-1 0 0,-1 0 1,-2 0-1,0 0 0,-2-1 0,-1 1 0,-1 0 0,-1-1 1,-1 0-1,-1 0 0,-2-1 0,0 0 0,-2-1 1,0 0-1,-1-1 0,-2 0 0,0-1 0,-6 5 69,21-43-5970,12-10 1795,7-5 2076</inkml:trace>
  <inkml:trace contextRef="#ctx0" brushRef="#br0" timeOffset="13062.624">2846 14 7058,'0'0'462,"0"0"580,0 0 2933,0 0-1606,0 0-1052,0 0-183,-10 0 957,227-14 1189,-215 18-3273,0 0 0,0-1 1,0 1-1,0 0 1,0 1-1,-1-1 0,0 0 1,0 0-1,0 1 0,-1-1 1,1 0-1,-1 1 1,0-1-1,0 1 0,0-1 1,-1 0-1,0 1 1,0-1-1,0 0 0,0 0 1,0 1-1,-2 1-7,-51 202 872,56-204-852,1 0 0,0 0 0,0-1 0,0 1 0,1-1 0,-1 0-1,1 0 1,0 0 0,-1 0 0,1 0 0,0-1 0,1 0 0,-1 0-1,0 0 1,1 0 0,-1-1 0,1 0 0,-1 0 0,1 0-1,0 0 1,-1-1 0,1 0 0,0 0 0,0 0 0,-1 0 0,1-1-1,0 0 1,-1 0 0,4-1-20,6 2 27,43 0-77,-49 19-10282,-4-9 542</inkml:trace>
  <inkml:trace contextRef="#ctx0" brushRef="#br0" timeOffset="14967.337">3368 663 6385,'0'0'1551,"0"0"1919,0 0-1661,0 0-1038,0 0-139,0 0 405,7 20 62,42 136 556,-37-114-1007,-3 1-289,2-1 1,2 0 0,1-1-1,3 0 1,1-1 0,2-1 0,1-1-1,2 0 1,20 22-360,-37-54 18,0 1 0,0-1 1,1 0-1,0 0 0,1-1 0,-1 1 0,1-2 0,0 1 0,0-1 1,0-1-1,1 1 0,0-1 0,-1-1 0,1 0 0,0 0 1,0 0-1,0-1 0,2-1-18,-1-51 176,-75-293-49,53 241-178,5 0 1,4 0 0,5 0-1,6-24 51,-6 106 10,-3 17-53,1-1-1,-1 1 0,1-1 1,0 1-1,0-1 0,0 1 1,1-1-1,-1 1 0,1 0 1,0-1-1,1 1 0,-1 0 1,1 0-1,0-1 0,0 1 1,0 1-1,0-1 0,1 0 1,0 0-1,-1 1 0,1 0 1,0-1-1,1 1 0,-1 0 1,1 1-1,-1-1 0,1 0 1,0 1-1,0 0 0,0 0 1,0 0-1,0 1 0,2-1 44,625-7 47,18-105 398,-643 112-346,0 0-1,1 0 1,-1 1-1,0 0 1,1 1-1,0-1 0,-1 1 1,1 0-1,-1 1 1,1 0-1,-1 0 1,1 0-1,-1 0 1,0 1-1,0 0 0,0 1 1,0 0-1,0-1 1,0 2-1,0-1 1,-1 1-1,0 0 1,0 0-1,0 0 0,0 1 1,-1 0-1,1-1 1,-1 2-1,0-1 1,-1 0-1,1 1 1,-1 0-1,0 0-98,20 167 2841,-21-169-2957,1 3 239,-3-5-5620,-9-2-3227</inkml:trace>
  <inkml:trace contextRef="#ctx0" brushRef="#br0" timeOffset="15591.847">4215 743 7794,'0'0'304,"0"0"939,0 0 2085,0 0-931,0 0-926,0 0-511,-2 6 282,-67 234 1631,17-93-1632,45-135-4249,-2-33-6460,6 12 6815,-6-14-2006</inkml:trace>
  <inkml:trace contextRef="#ctx0" brushRef="#br0" timeOffset="15874.265">4043 676 6665,'0'0'2382,"0"0"2906,0 0-2938,0 0-1382,0 0-429,0 0 441,6 17 700,109 165 452,176 127-1996,-279-297-2421,2-29-10909,-12 4 12052,-2 11 1407,4-21-2644</inkml:trace>
  <inkml:trace contextRef="#ctx0" brushRef="#br0" timeOffset="16140.444">4576 768 10058,'0'0'2053,"0"0"1938,0 0-2216,0 0-929,0 0 327,0 0 642,5 19-417,7 29-789,-4-7-421,2 0-1,2 0 1,2-1 0,2 0-1,1-1 1,10 13-188,-11-37-2447,-4-27-6053,-10-19 53,-4 12 6092,-7-12-44</inkml:trace>
  <inkml:trace contextRef="#ctx0" brushRef="#br0" timeOffset="16448.836">4408 896 3913,'0'0'6729,"0"0"-3872,0 0-1393,0 0-280,0 0-103,0 0 7,0 0-256,163 29-280,-111-29-208,-4-10 64,1-3-232,-7-4-176,-5 3-8,-11-1-1608,-7-4-1401,-10 5-4232,-4 3 2192</inkml:trace>
  <inkml:trace contextRef="#ctx0" brushRef="#br0" timeOffset="16700.137">4953 731 3937,'0'0'7099,"0"0"-2865,0 0-2650,0 0-704,0 0 35,0 0 244,2 9 147,11 269 1537,-10-272-2830,0 0-1,0-1 1,1 0-1,-1 0 1,1 0-1,1 0 1,-1-1 0,1 0-1,-1 1 1,1-2-1,1 1 1,-1-1-1,0 1 1,1-1-1,-1-1 1,1 1 0,0-1-1,0 0 1,0 0-1,0-1 1,1 0-1,-1 0 1,0 0-1,0-1 1,1 0-1,-1 0 1,0-1 0,0 1-1,1-1 1,-1-1-1,0 1 1,0-1-1,0 0 1,5-3-13,66-21-4452,-11-17-7697,-50 29 8783</inkml:trace>
  <inkml:trace contextRef="#ctx0" brushRef="#br0" timeOffset="16950.954">5156 684 8242,'0'0'768,"0"0"4281,0 0-3449,0 0-351,0 0-25,-3 118 736,6-62-271,4 7-505,2 4-648,0-2-280,1-6-200,1-7 16,1-8-72,-1-6 0,-4-7-776,-4-8-3593,-3-8-2929</inkml:trace>
  <inkml:trace contextRef="#ctx0" brushRef="#br0" timeOffset="22005.363">653 1901 6481,'0'0'570,"0"0"-353,0 0 265,0 0 1315,-8 4-379,-39 19 237,47-19 2674,24 2-3848,362-9 2583,1199-119-937,-1395 113-2060,1432-111 1985,-1561 109-1741,-6 2-602,-16 5-2794,-108-15-10566,33 7 6691</inkml:trace>
  <inkml:trace contextRef="#ctx0" brushRef="#br0" timeOffset="23131.148">2874 2025 7474,'0'0'14,"0"0"829,0 0 2834,0 0-867,0 0-1090,0 0-516,-4 0 98,-5-1 2236,30-1-2538,50-8-973,-5-9 210,-97 19 396,46 0-81,53-1-311,195-31-130,-361 28-785,73 3 643,-1 1 1,1 1-1,0 2 0,0 0 0,0 2 1,0 1-1,0 0 0,1 2 0,1 1 0,-1 1 1,1 1-1,-3 3 31,23-10 2,-1 0 0,1 0 1,0 1-1,0-1 0,1 1 0,-1 0 1,1 0-1,0 0 0,0 0 0,1 0 1,-1 0-1,1 0 0,0 0 0,1 1 1,-1-1-1,1 0 0,0 1 0,1-1 1,-1 1-1,1-1 0,0 0 0,0 0 1,1 0-1,-1 1 0,1-1 0,0-1 1,1 1-1,-1 0 0,1 0 0,0-1 0,0 0 1,3 4-3,9 28-79,33-49-278,-41 6 345,1 0 1,0 1 0,1 0-1,-1 1 1,1 0 0,0 0-1,1 1 1,-1 0 0,1 1-1,-1 0 1,1 1-1,0-1 1,0 2 0,0 0-1,1 0 1,-1 0 0,0 1-1,0 1 1,0 0 0,1 0-1,-1 1 1,-1 1 0,1-1-1,0 2 1,0-1-1,-1 1 1,0 1 0,0-1-1,1 2 12,3 6-17,-1 0-1,-1 1 1,0 0-1,0 0 1,-2 1-1,1 0 1,-2 1 0,0 0-1,-1 1 1,0-1-1,-2 1 1,0 1-1,0-1 1,-1 1-1,-2-1 1,1 1-1,-2 0 1,0 7 17,-5-15 22,-1-1 1,0 1 0,0-1 0,0 0 0,-1 0-1,-1 0 1,1-1 0,-1 0 0,0-1 0,-1 1-1,0-1 1,0-1 0,0 1 0,-1-1 0,1-1-1,-1 0 1,0 0 0,0-1 0,-1 0 0,1 0-1,-9 0-22,-8 5 117,0-1 0,-1-2-1,1-1 1,-1-1-1,0-1 1,-1-2 0,-15-1-117,41 1-44,-1 0 0,1 0 0,-1 0 0,0-1 1,1 1-1,-1-1 0,1 0 0,-1 1 1,1-1-1,-1 0 0,1 0 0,0-1 0,-1 1 1,1 0-1,0-1 0,0 0 0,0 1 1,0-1-1,0 0 0,1 0 0,-1 0 0,0 0 1,1 0-1,0 0 0,-1-1 0,1 1 1,0 0-1,-1-2 44,1-2-729,0 0 0,0 0 0,1 0 0,0 0 0,0-1 0,0 1 0,0 0 0,1 0 0,0 0 0,1 0 0,-1 1 0,1-1 0,0 0 0,1 0 0,-1 1 0,1 0 0,0-1 1,1 0 728,21-28-2782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50:54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4568 1929 6553,'0'0'9610,"0"0"-7449,0 0 15,0 0-951,0 0 119,0 0-256,0 0-304,151-32-472,-102 24-128,0-1-104,0 1-32,-5 4-48,-9 0-120,-9-1-624,-10 5-1528,-14 0-2241,-2 0-1200,0 0-3321</inkml:trace>
  <inkml:trace contextRef="#ctx0" brushRef="#br0" timeOffset="233.77">4677 2104 8026,'0'0'2360,"0"0"3393,0 0-4424,0 0-81,0 0 656,0 0-143,0 0-489,40 7-552,-1-7-416,10 0-216,5 0-64,2-11-24,11-12-1032,-13 2-3881,-15 2-5633</inkml:trace>
  <inkml:trace contextRef="#ctx0" brushRef="#br0" timeOffset="-3002.88">1216 1910 6369,'0'0'1611,"0"0"2536,0 0-1610,0 0-939,0 0-447,-8-2-65,-31-7 1279,31 19-1610,-14 44-487,2 1-1,3 0 0,2 1 0,3 1 1,2 0-1,3 1 0,0 38-267,6-78 92,0 0 0,1 0 0,1-1 0,1 1 0,0 0 0,1-1 0,1 1 0,1-1-1,0 0 1,2 0 0,-1-1 0,2 0 0,0 0 0,1-1 0,1 0 0,0 0 0,1-1 0,1-1-1,0 0 1,1 0 0,0-1 0,1 0-92,2 0-60,0-1 0,1-1 0,0 0 0,0-2 0,1 0-1,1 0 1,-1-2 0,1 0 0,4-1 60,61 3-3924,-63-12-902,-8-7-2001</inkml:trace>
  <inkml:trace contextRef="#ctx0" brushRef="#br0" timeOffset="-2611.739">1898 2021 5697,'0'0'6379,"0"0"-3504,0 0-1489,0 0-386,0 0-104,0 0-149,-14 19 35,-82 158 1451,-19 194-1068,110-356-4894,10-50-2866,-2 19 5201,0-21-3927</inkml:trace>
  <inkml:trace contextRef="#ctx0" brushRef="#br0" timeOffset="-2407.601">1637 2117 4369,'0'0'2662,"0"0"-2027,0 0 486,0 0 2119,0 0-1448,0 0-618,19-4 91,-7 0-984,-8 2-186,0 1 1,0-1-1,1 1 0,-1 0 0,0 0 0,0 0 1,1 0-1,-1 1 0,1 0 0,-1 0 0,0 0 0,1 1 1,-1-1-1,1 1 0,-1 0 0,0 0 0,0 0 0,0 1 1,1 0-1,-2 0 0,1 0 0,0 0 0,0 0 0,0 1 1,-1-1-1,0 1 0,1 0 0,-1 1-95,71 98 1825,78 79-1268,-74-148-1167,-23-28-2673,-18-5-2431</inkml:trace>
  <inkml:trace contextRef="#ctx0" brushRef="#br0" timeOffset="-2143.104">2421 1822 8554,'0'0'6897,"0"0"-4117,0 0-1780,0 0-351,0 0 391,7 26 159,35 168 347,-39 60-1037,1-272-10397,-4-5 883</inkml:trace>
  <inkml:trace contextRef="#ctx0" brushRef="#br0" timeOffset="-1924.035">2317 2190 6705,'0'0'6594,"0"0"-4522,0 0-639,121-21-265,-82 13 176,-1 0 417,-1 1-337,-2-1-456,2-2-192,0 1-464,3-1-144,-1-1-160,-1 1-8,-3-1-208,-3 1-792,3-9-2721,-7 4-792,-9-1-2576</inkml:trace>
  <inkml:trace contextRef="#ctx0" brushRef="#br0" timeOffset="-1515.231">3022 1805 6585,'0'0'6396,"0"0"-3490,0 0-1335,0 0-241,0 0 232,0 0-417,7 1-590,-3 0-498,-1 0 0,0 0 0,1 1 1,-1-1-1,0 1 0,0 0 0,0 0 0,-1 0 0,1 0 0,0 1 1,-1-1-1,1 1 0,-1 0 0,0-1 0,0 1 0,0 0 0,0 0 1,-1 0-1,1 1 0,-1-1 0,0 0 0,1 0 0,-2 1 0,1-1 0,0 1 1,-1-1-1,1 1 0,-1-1 0,0 1 0,0-1 0,-1 1 0,1 0-57,24 226 1501,-20-227-1495,1-1 0,-1 0 0,0 0 1,1 0-1,-1-1 0,1 1 0,-1-1 1,1 0-1,0-1 0,0 1 0,-1-1 0,1 0 1,0 0-1,0 0 0,-1-1 0,1 0 0,0 1 1,-1-2-1,1 1 0,0-1 0,-1 1 1,0-1-1,1 0 0,-1-1 0,0 1 0,0-1 1,0 0-1,-1 0 0,1 0 0,-1 0 1,1-1-1,1-2-6,-3 5 1,36-26-202,76-46-506,-33 35-6599,-80 38 6910,5-3-2392,-3 0-2604,-2 1-756</inkml:trace>
  <inkml:trace contextRef="#ctx0" brushRef="#br0" timeOffset="-1281.563">3360 1719 6913,'0'0'7666,"0"0"-5898,0 0-807,0 0 143,0 0 1080,25 168-679,-11-101-673,-2 0-512,2-4-128,-3-9-144,3-8-48,-2-10 0,2-9-256,2-10-352,15-17-1897,-4 0-1632,-1-11-3744</inkml:trace>
  <inkml:trace contextRef="#ctx0" brushRef="#br0" timeOffset="-953.403">3499 1340 1280,'0'0'11649,"0"0"-7562,0 0-2742,0 0-694,0 0-294,0 0-95,21 15 46,22 17-150,-1 2 1,-2 1-1,-1 3 1,-2 1-1,4 8-158,-13-7 185,-1 0 0,-2 2 0,-2 1 0,-2 1 0,-1 1-1,-3 0 1,-1 1 0,-3 1 0,-2 1 0,-2-1 0,-1 2 0,-3-1 0,-3 1 0,-1 6-185,0-49-32,0-1 0,0 1 1,-1 0-1,0 0 1,0 0-1,0 0 0,-1 0 1,0-1-1,0 1 1,-1 0-1,1 0 0,-1-1 1,0 1-1,-1-1 1,1 0-1,-1 0 0,0 0 1,-1 0-1,1 0 1,-1 0-1,0-1 0,0 0 1,0 0-1,-1 0 1,1 0-1,-1-1 0,0 1 1,0-1-1,0-1 1,0 1-1,-1-1 0,1 0 1,-5 2 31,-16-4-2994,6-2-2390</inkml:trace>
  <inkml:trace contextRef="#ctx0" brushRef="#br0" timeOffset="-327.786">3979 984 6025,'0'0'7487,"0"0"-4720,0 0-1705,0 0-102,0 0 577,0 0 60,13 0 1206,53 0-2058,38 0-405,-102 3-352,0-1 0,0 1 0,0 0 0,0 0-1,-1 0 1,1 0 0,-1 0 0,0 1 0,0-1 0,0 0 0,0 1 0,0-1 0,-1 0 0,1 1 0,-1-1 0,0 1 0,0-1 0,0 1 0,-1-1 0,1 0 0,-1 1 0,0-1 0,0 0-1,0 1 1,0-1 0,-1 0 0,0 2 12,-95 102 175,96-107-191,12 0-84,-4 0 100,0 0 0,1 0-1,-1 0 1,0 1 0,0 0 0,0 0 0,0 1-1,0 0 1,0 0 0,-1 1 0,1 0 0,-1 0-1,1 1 1,-1-1 0,0 1 0,0 1 0,-1-1-1,1 1 1,-1 0 0,0 0 0,-1 0 0,1 1-1,-1 0 1,0 0 0,0 0 0,-1 0 0,0 1-1,0-1 1,0 1 0,-1 0 0,0 0 0,0 0-1,0 4 1,0-7 25,0 1 0,0-1 1,-1 1-1,1-1 0,-1 1 0,0 0 0,-1 0 0,1-1 0,-1 1 0,0 0 0,0 0 0,0 0 0,-1-1 0,0 1 0,0 0 0,0-1 0,0 1 0,-1 0 1,0-1-1,0 0 0,0 1 0,0-1 0,-1 0 0,1 0 0,-1 0 0,0-1 0,-1 1 0,1-1 0,0 1 0,-1-1 0,0 0 0,0 0 0,0-1 1,-2 2-26,-99 45-1110,103-46-1421,5-1-3389,8-2-2947</inkml:trace>
  <inkml:trace contextRef="#ctx0" brushRef="#br0" timeOffset="796.768">6034 1290 5937,'0'0'7449,"0"0"-4434,0 0-2064,0 0-474,-28 26 369,14-13-664,-7 5 136,0 1 1,2 1 0,0 1-1,1 1 1,1 0 0,2 2-1,0-1 1,1 2 0,-9 23-319,8-8 375,1 2 1,2 0 0,2 0-1,2 1 1,1 0 0,3 1 0,1 35-376,3-71 58,0 0 1,1 0 0,0 0-1,0 0 1,1 0 0,0 0-1,0-1 1,1 1 0,0-1-1,0 1 1,1-1 0,0 0-1,0 0 1,1-1 0,-1 1-1,2-1 1,-1 0 0,1 0-1,0-1 1,0 0 0,0 0-1,1 0 1,6 3-59,7 7-17,1-2 0,0 0 0,0-2 0,1 0 0,1-1 0,0-2 0,0 0 0,1-1 0,0-2 0,0 0 0,0-1-1,1-2 1,-1 0 0,20-3 17,-32 0-725,1 0 0,-1-2-1,0 1 1,1-2 0,-2 1-1,1-2 1,0 0-1,-1 0 1,0-1 0,0 0-1,9-7 726,10-16-5731</inkml:trace>
  <inkml:trace contextRef="#ctx0" brushRef="#br0" timeOffset="1044.041">6558 1451 9074,'0'0'5609,"0"0"-2800,0 0-1177,0 0-904,0 0-432,0 0 1465,-93 151-73,51-71-544,-2 3-496,4-3-239,5-11-409,7-13 8,10-12-8,4-14-89,9-16-223,5-14-1088,0-8-2833,0-17-1760</inkml:trace>
  <inkml:trace contextRef="#ctx0" brushRef="#br0" timeOffset="1262.121">6279 1460 6369,'0'0'1033,"0"0"4352,0 0-3105,0 0-415,93 125-497,-56-68 776,3-3-503,2-1-281,0-7-640,-3-9-344,1-7-360,-5-9-16,-5-9-168,0-6-1024,7-6-2449,-4-2-1112,-7-12-2592</inkml:trace>
  <inkml:trace contextRef="#ctx0" brushRef="#br0" timeOffset="1511.77">6956 1434 14619,'0'0'2841,"0"0"-2049,0 0 48,0 0 1617,5 134-673,-3-75-688,1 0-328,1-3-368,3-8-400,2-8 32,3-11-32,0-8-336,-1-8-872,-6-13-2985,-5 0-1096,0 0-6305</inkml:trace>
  <inkml:trace contextRef="#ctx0" brushRef="#br0" timeOffset="1751.538">6810 1734 3529,'0'0'7849,"0"0"-3768,0 0-2944,0 0-169,130-21-120,-81 17 208,2-3-72,3-3-263,-1 0-433,1-5-288,8-14-232,-13 1-2473,-9 3-3376</inkml:trace>
  <inkml:trace contextRef="#ctx0" brushRef="#br0" timeOffset="1967.839">7440 1413 4521,'0'0'7986,"0"0"-3620,0 0-2750,0 0-430,0 0 698,0 0 15,0 17-398,-4 215 542,5-229-2050,1 0 0,0 0 0,-1 0-1,1 0 1,0-1 0,1 1 0,-1-1 0,0 1 0,1-1 0,0 0 0,-1 0 0,1 0 0,0 0 0,0 0 0,0-1 0,0 1 0,0-1 0,1 0-1,-1 0 1,0 0 0,0-1 0,1 1 0,-1-1 0,1 1 0,-1-1 0,0 0 0,1 0 0,-1-1 0,1 1 0,-1-1 0,0 0 0,0 0 0,1 0-1,1-1 8,17 1-209,-22 1 207,91-11-3327,-44-32-5781,-37 20 2177</inkml:trace>
  <inkml:trace contextRef="#ctx0" brushRef="#br0" timeOffset="2174.297">7608 1336 6569,'0'0'7242,"0"0"-5298,0 0-471,0 0 71,0 0 785,9 136-825,1-88-320,-1 3-560,-2-5-264,0-2-360,2-3 96,1-3-96,6-4-64,2-7-256,3-4-952,3-13-1529,-3-5-3552,-5-5-1265</inkml:trace>
  <inkml:trace contextRef="#ctx0" brushRef="#br0" timeOffset="2501">7557 978 1408,'0'0'10904,"0"0"-7434,0 0-2732,22 7-322,43 12-26,-1 4 0,-2 2 0,0 3 0,-2 3 1,27 19-391,-76-42 45,1 1-1,-2 0 1,1 0 0,-1 1 0,-1 0 0,1 1-1,-2 0 1,0 1 0,0-1 0,-1 1 0,0 1-1,-1 0 1,-1 0 0,0 0 0,-1 0 0,0 1-1,-1-1 1,-1 1 0,0 0 0,0 10-45,-2 32 240,-2-1-1,-3 0 1,-3 1-1,-2-2 1,-2 1 0,-2-2-1,-3 0 1,-2-1-1,-10 16-239,6-23-395,9-30-2758,13-14-2187</inkml:trace>
  <inkml:trace contextRef="#ctx0" brushRef="#br0" timeOffset="3063.016">7890 318 8786,'0'0'3045,"0"0"777,0 0-1965,0 0-907,0 0-1,0 0 97,4-2 1252,3 1-2257,1 1 0,-1-1 1,1 1-1,0 1 0,-1-1 0,1 1 1,-1 1-1,1-1 0,-1 1 0,0 1 1,0-1-1,0 1 0,0 1 0,0-1 1,0 1-1,-1 0 0,0 1 0,0-1 1,0 1-1,0 0 0,-1 1 0,0-1 1,0 1-1,0 0 0,-1 1 0,0-1 1,0 1-1,-1-1 0,3 6-41,-5 10 9,-1-1 0,-1 0 0,0 0 0,-2 0 0,-1 0 0,0 0 0,-1-1 0,-2 1 0,-5 12-9,10-28 28,-3 5 89,1 1 1,0 0 0,0 0 0,1 0 0,1 1 0,0-1 0,0 1 0,1-1-1,1 1 1,0 0 0,0-1 0,1 2-118,69 0 630,-44-13-1002,42 5 901,-34 26-7197,-25-14 887,-2 0-3700</inkml:trace>
  <inkml:trace contextRef="#ctx0" brushRef="#br0" timeOffset="3549.955">8735 1168 3241,'0'0'4261,"0"0"712,-26 25-2349,2-4-2070,8-7-213,0 0-1,1 1 0,0 0 1,1 1-1,1 1 1,1 0-1,0 0 1,2 2-1,0-1 0,-1 5-340,-3 12 716,2 2 1,1-1-1,2 1 0,1 1 0,2-1 0,2 1 0,2 0 0,1 6-716,1-22 121,0-1 0,2 1 0,1 0 0,1-1 0,0 1 0,2-1 0,0 0 0,2-1 0,0 1 0,1-1 0,1-1 0,1 0 0,0 0 0,14 14-121,56 23-211,-16-60-3625,-5-61-5652,-35 26 2888</inkml:trace>
  <inkml:trace contextRef="#ctx0" brushRef="#br0" timeOffset="3800.626">9086 1344 10234,'0'0'7410,"0"0"-5482,0 0-704,0 0 105,-102 141 279,53-58-160,-2 7-591,2 1-537,9-12-224,8-14-96,11-17-72,9-14-408,10-15-945,2-19-2968,11-7-744,8-18-4233</inkml:trace>
  <inkml:trace contextRef="#ctx0" brushRef="#br0" timeOffset="4098.613">8860 1357 6753,'0'0'6738,"0"0"-4434,0 0-127,21 119-129,-9-62-55,2 1-441,2 1-176,5-2-776,0-7-287,2-6-201,-2-11-104,-2-8-8,-3-8-465,1-8-1047,4-9-2993,-5 0-1248,-2-15-7018</inkml:trace>
  <inkml:trace contextRef="#ctx0" brushRef="#br0" timeOffset="4345.914">9240 1353 9898,'0'0'3929,"0"0"-1753,0 0-623,-21 109-65,9-49 657,3 5-449,2 4-288,7-4-640,0-6-480,0-11-144,0-8-136,9-13-16,1-10-56,-3-9-680,0-8-1360,-3-10-2369,-1-11-2457</inkml:trace>
  <inkml:trace contextRef="#ctx0" brushRef="#br0" timeOffset="4594.055">8977 1631 7946,'0'0'824,"0"0"2785,0 0-1265,0 0-623,0 0-681,151 21-264,-100-21-280,3 0-176,-1-12-320,-1-7-48,-3-4-728,-1-17-776,-13 4-1225,-11 3-2344</inkml:trace>
  <inkml:trace contextRef="#ctx0" brushRef="#br0" timeOffset="4752.056">9508 1332 3369,'0'0'3945,"0"0"1673,0 0-3072,0 0-1467,0 0 264,0 0 495,0 18 29,-14 246 2647,10-135-3965,6-127-571,0 0 0,0 0 0,0-1 1,0 1-1,0 0 0,0-1 0,1 0 0,-1 0 0,0 0 0,1 0 0,-1 0 0,1 0 0,-1 0 0,1-1 0,0 1 0,-1-1 0,1 0 0,0 0 0,-1 0 0,1 0 0,-1 0 0,1-1 0,0 1 0,-1-1 0,1 1 0,-1-1 0,1 0 1,-1 0-1,0 0 0,1-1 0,-1 1 0,0 0 0,0-1 0,0 0 0,1 0 22,9-3-167,67-17-832,-62 19 329,0-1 0,-1 0 0,0-2 0,0 0 0,0 0 0,-1-2 0,0 1 0,0-2 0,5-4 670,-4-28-4630,-22 11-1201,-12 7-1732</inkml:trace>
  <inkml:trace contextRef="#ctx0" brushRef="#br0" timeOffset="5017.941">9677 1413 6305,'0'0'4561,"0"0"-2883,0 0-738,0 0 473,0 0 324,0 0 54,0 19-6,-12 184 2019,3-161-3194,-20 192 658,30-233-1369,1 1-1,-1-1 1,1 0 0,0 1-1,-1-1 1,1 0-1,0 0 1,0 0 0,0-1-1,0 1 1,0 0 0,0-1-1,0 1 1,0-1-1,0 1 1,0-1 0,0 0-1,0 0 1,1 0-1,-1 0 1,0-1 0,0 1-1,0 0 1,0-1-1,0 0 1,0 1 0,0-1-1,0 0 1,0 0-1,0 0 1,-1 0 0,1 0-1,0-1 1,-1 1 0,1 0-1,1-2 102,24-23-6343,-5-5-5907</inkml:trace>
  <inkml:trace contextRef="#ctx0" brushRef="#br0" timeOffset="5300.393">9740 1039 6081,'0'0'4996,"0"0"-3042,0 0-951,22 21 333,133 139 1682,-136-135-2254,-2 0 1,0 1-1,-2 0 1,-1 2-1,-1-1 1,9 30-765,-15-36 126,-1 1-1,-1-1 1,-1 1 0,0 0 0,-2 0 0,-1 0 0,0 0 0,-2 1-1,0-1 1,-2 0 0,0 0 0,-2-1 0,0 1 0,-1-1 0,-6 13-126,-167 260 634,105-187-2725,8 2-4483,41-58-3841</inkml:trace>
  <inkml:trace contextRef="#ctx0" brushRef="#br0" timeOffset="7964.097">7059 2272 6209,'0'0'1573,"0"0"1946,0 0-1704,0 0-455,20 13-193,155 105 1505,-110-60-1872,-2 2 0,-3 4 0,-3 2 0,-3 3 0,-3 1 1,-4 3-1,9 23-800,47 69 341,-9 5 1,62 154-342,-139-269 27,-2 0 0,-3 2 1,-2-1-1,-3 1 1,-2 1-1,-3-1 0,-2 1 1,-3-1-1,-5 24-27,-51 608 76,49-108 462,10-577-530,1-1 1,-1 0-1,0 0 0,1 0 1,0 0-1,0 0 1,0 1-1,0-1 1,0-1-1,1 1 0,-1 0 1,1 0-1,0 0 1,0-1-1,0 1 1,0-1-1,0 0 0,0 1 1,1-1-1,-1 0 1,1 0-1,2 1-8,-5-3 44,-6-164-878,-5 57-6723,5 83 934</inkml:trace>
  <inkml:trace contextRef="#ctx0" brushRef="#br0" timeOffset="8419.441">7559 5084 14619,'0'0'2193,"0"0"-1287,0 0-476,0 0 466,0 0 535,23 9-141,-2-1-1018,-8-4-133,0 1 1,-1 0 0,1 0-1,-1 2 1,0-1 0,-1 2-1,0 0 1,0 0-1,0 1 1,8 9-140,83 103 811,87 80-542,-184-197-265,0 0 0,0 0-1,0 0 1,1-1 0,-1 0 0,1 0-1,0 0 1,0-1 0,0 0 0,0 0-1,0 0 1,1-1 0,-1 0 0,1 0-1,-1-1 1,0 1 0,1-1 0,-1-1-1,1 1 1,-1-1 0,1-1 0,-1 1-1,0-1 1,0 0 0,0 0 0,0-1-1,0 0 1,0 0 0,-1 0 0,1 0-1,0-2-3,215-219-1741,-239 227-5377,3 0 3144,-13 8-6542</inkml:trace>
  <inkml:trace contextRef="#ctx0" brushRef="#br0" timeOffset="13267.929">66 2117 6225,'0'0'1090,"0"0"457,0 0 665,0 0-486,0 0-28,0 0-150,-11-13 18,-33-39-118,33 40-188,21 34 47,91 218 867,-58-130-1555,4-2 1,6-2-1,36 52-619,-76-137-68,1 0 1,0-1 0,2-1-1,0 0 1,1-1-1,1-1 1,1-1 0,0 0-1,1-1 1,1-2-1,21 12 68,-41-25-45,0 0-1,0 1 1,0-1 0,0 0-1,0 0 1,0 0-1,0 1 1,0-1-1,0 0 1,0 0 0,0-1-1,0 1 1,0 0-1,0 0 1,0 0-1,0-1 1,0 1 0,0 0-1,0-1 1,0 1-1,0-1 1,0 1-1,-1-1 1,1 0 0,0 1-1,0-1 1,0 0-1,-1 0 1,1 1-1,0-1 1,-1 0 0,1 0-1,-1 0 1,1 0-1,-1 0 1,1 0-1,-1 0 1,0 0 0,1 0-1,-1 0 1,0 0-1,0 0 1,0 0-1,0 0 1,0 0 0,0 0-1,0 0 1,0 0-1,0 0 1,0 0-1,-1 0 46,-3-68-721,3 64 556,-54-283-1953,18 61 1422,-64-213 696,-15 0 175,111 423-242,4 10 172,0 1 0,0-1-1,0 1 1,-1 0 0,0-1 0,0 1 0,-1 0 0,0 0 0,0 0-1,0 0 1,-1 1 0,1 0 0,-1-1 0,-1 1 0,1 0 0,-1 1-1,0-1 1,0 1 0,0 0 0,0 0 0,-5-1-105,15 44 619,2-34-571,1-1 0,1 0 1,-1-1-1,0 0 0,1 0 0,-1-1 1,1 0-1,0 0 0,0-1 1,0 0-1,0-1 0,0 0 0,0 0 1,0-1-1,0 0 0,6-2-48,3 2 91,35-6 40,-1-2 0,0-3 0,-1-2 0,0-2 0,9-6-131,8-1 31,315-93 223,4 16-1,108-1-253,11 1 224,395-63-88,-889 161-80,0 1-1,-1-1 0,1 2 1,0 0-1,0 0 1,0 1-1,0 1 0,0 0 1,-1 0-1,1 1 0,-1 1 1,0 0-1,0 0 1,0 1-1,1 2-55,61 14 1421,-59-18-3153,-17-2-4414,17-1-2767</inkml:trace>
  <inkml:trace contextRef="#ctx0" brushRef="#br0" timeOffset="15398.975">5152 1271 7602,'0'0'2519,"0"0"99,0 0-482,0 0-869,0 0-429,13 22 245,93 215 2109,39 310-234,-136-516-2919,1-1 0,2 0 1,0-1-1,2 0 0,2-1 0,0-1 0,2 0 0,1-2 0,14 17-39,41-7-132,-66-84-771,-50-124-58,12 84 375,9-14 446,4-1-1,4 0 0,5-1 0,5-1 0,5-7 141,-3 70 14,-2-1 1,-1 1-1,-2 0 0,-2 0 0,-3 0 1,0 2-1,-3-1 0,-2 2 0,-8-16-14,15 38 67,0-2 0,2 1 0,0-1 0,1 0 0,1-1 0,1 1 0,1-1 0,1 0 0,0-15-67,2 10 28,21-113 275,39 137 52,261-44-223,1138-216 2,-911 165 966,409-14-1100,-479 76 55,-392 46 491,120-49 292,0 21 208,-33-31-763,-53 78-115,-180-35-3506,34-3-2841,3 4-3572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51:13.312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404 54 7914,'0'0'984,"0"0"1548,0 0-1119,0 0-386,0 0-48,-20 22 1,-66 73 44,78-86-919,1 0 0,0 1-1,1 0 1,0 0 0,0 0 0,1 1 0,0 0-1,1 0 1,0 0 0,1 1 0,0-1 0,1 1-1,1-1 1,-1 1 0,2 0 0,0 0 0,0 0-1,1 0-104,-1-7 20,1-1 13,1-1 0,-1 1 0,1 0 0,0-1 1,0 0-1,0 1 0,1-1 0,-1 0 0,1 0 1,0 0-1,0 0 0,0-1 0,0 1 0,0-1 1,0 0-1,1 0 0,-1 0 0,1 0 0,-1 0 0,1-1 1,0 0-1,0 0 0,0 0 0,0 0 0,0 0 1,0-1-1,0 0 0,0 0 0,0 0 0,0 0 1,0-1-1,-1 1 0,1-1 0,0 0 0,0 0 0,0 0 1,0-1-1,-1 1 0,1-1 0,-1 0 0,1 0 1,-1-1-1,0 1 0,2-2-33,1 0-38,0-1 0,-1 0 0,1-1 0,-1 1 1,0-1-1,-1 0 0,0 0 0,1 0 0,-2 0 0,1-1 0,-1 0 0,0 0 0,0 0 1,-1 0-1,0 0 0,-1 0 0,1-1 0,-1 1 0,0-1 0,-1 1 0,0-1 0,0 0 38,-1 5-17,0-1 0,1 1-1,-1 0 1,-1 0-1,1-1 1,0 1-1,-1 0 1,1 0-1,-1 0 1,0 1-1,0-1 1,0 0-1,-1 1 1,1-1-1,-1 1 1,1 0-1,-1 0 1,0 0-1,1 0 1,-1 0-1,0 1 1,0-1-1,0 1 1,-1 0 0,1 0-1,0 0 1,0 0-1,-1 0 1,1 1-1,-1 0 1,1-1-1,-1 1 18,-116 2 95,105 3 1,1 0-1,-1 1 0,1 1 1,1 0-1,-1 0 0,1 2 1,0-1-1,1 2 1,0 0-1,1 0 0,0 1 1,0 0-1,1 1 0,1 0 1,0 1-1,1 0 0,0 0 1,1 1-1,0 0 0,1 0 1,1 1-1,0-1 0,1 1 1,1 1-96,2-13 28,1 0 1,0 0-1,1 0 0,-1 0 1,1-1-1,-1 1 0,1 0 1,0 0-1,0 0 0,0 0 1,0 0-1,1-1 0,-1 1 1,1-1-1,-1 1 0,1-1 1,0 1-1,0-1 0,0 0 1,1 0-1,-1 0 0,0 0 1,1-1-1,-1 1 1,1 0-1,-1-1 0,1 0 1,0 0-1,0 1 0,0-2 1,0 1-1,0 0 0,-1-1 1,1 1-1,0-1 0,0 0 1,0 0-1,2 0-28,122-12 917,-111 8-864,0-1 0,-1 0 0,1 0 1,-1-2-1,-1 0 0,1-1 0,-1 0 0,-1-1 1,0-1-1,0 0 0,0 0 0,-2-1 1,1-1-1,-1 0 0,-1-1 0,0 0 0,-1 0 1,0-1-1,-1-1 0,-1 1 0,0-1 1,3-14-54,-9 19 26,0-1 0,-1 0 1,0 1-1,-1-1 0,-1 0 1,1 1-1,-2-1 0,1 1 1,-1 0-1,-1 0 0,0 0 1,0 0-1,-1 0 0,-1 1 1,1 0-1,-1 0 1,-1 1-1,0-1 0,0 1 1,0 1-1,-1 0 0,0 0 1,-1 0-1,1 1 0,-1 0 1,-1 1-1,1 0 0,-1 0 1,-2 0-27,9 4 7,-1 1 0,1 0 0,0 0 0,-1 0 0,1 1 0,-1-1 0,1 1 0,0-1 0,0 1 0,-1 0 0,1 0 0,0 1 0,0-1 0,0 1 0,0-1 0,0 1 0,0 0 0,1 0 0,-1 1 0,1-1 0,-1 0 0,1 1 0,0-1 0,0 1 0,0 0 0,0 0 0,0 0 1,1 0-1,-1 0 0,1 0 0,0 0 0,0 0 0,0 1 0,0-1 0,1 0 0,-1 1 0,1-1 0,0 0 0,0 1 0,0-1 0,0 1 0,1-1 0,-1 0 0,1 1 0,0-1 0,0 0 0,1 2-7,-3 7 0,6 196-430,-4-202 341,0 1 1,1-1-1,-1 0 0,1 0 1,1 0-1,-1 0 1,1-1-1,0 1 0,0-1 1,1 1-1,0-1 0,0 0 1,0-1-1,0 1 0,1-1 1,0 1-1,-1-1 1,2-1-1,-1 1 0,0-1 1,1 0-1,0 0 0,-1 0 1,1-1-1,0 0 1,0 0-1,1-1 0,-1 0 1,0 0-1,0 0 0,2 0 89,3-1 12,0-1 0,-1 0 0,1 0 0,0-1-1,-1-1 1,1 0 0,-1 0 0,0-1-1,0 0 1,0-1 0,0 0 0,-1 0 0,0-1-1,0 0 1,-1-1 0,1 0 0,-1 0-1,-1-1 1,1 0 0,-2 0 0,1-1-1,-1 0 1,0 0 0,-1 0 0,0-1 0,0 0-1,-1 0 1,0 0 0,-1-1 0,-1 1-1,1-1 1,-1 1 0,-1-1 0,0 0 0,-1 0-1,0 0 1,0 1 0,-1-1 0,-1 0-1,0 0 1,0 1 0,-1-1 0,0 1 0,-1 0-1,0 0 1,-1 0 0,-2-3-12,0 3 0,-1 1 0,1 0 0,-2 0 0,1 1 0,-1 0 0,0 1 0,-1 0 0,0 0 0,0 1 0,0 1 0,-1-1 0,1 2 0,-2-1 0,1 2 0,0-1 0,-1 1 0,1 1 0,-1 0 0,0 1 0,-145 28-5957,86 5-1841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51:14.363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126 95 7778,'0'0'734,"0"0"1319,0 0-39,0 0-315,0 0-266,0 0-299,-20 18-26,-60 60 43,77-74-1048,0 0 0,0 1 0,1-1 0,-1 1 0,1 0 0,0 0 0,0 0 0,1 0-1,-1 0 1,1 0 0,0 0 0,1 0 0,-1 1 0,1-1 0,0 0 0,0 0 0,1 1 0,-1-1 0,1 0 0,0 0 0,1 0 0,1 5-103,2-4 60,0-1 0,0 0 0,1 0 0,-1 0 1,1-1-1,0 0 0,1 0 0,-1 0 1,1-1-1,-1 0 0,1 0 0,0-1 0,0 0 1,0 0-1,0-1 0,1 1 0,-1-1 1,0-1-1,1 0 0,-1 0 0,0 0 0,1-1 1,-1 0-1,0 0 0,0-1 0,1 0-60,0-3 15,0 1-1,0-1 1,0 0 0,-1-1-1,0 0 1,0 0-1,0-1 1,-1 0-1,0 0 1,-1 0 0,1-1-1,-1 1 1,-1-1-1,1 0 1,-2-1 0,1 1-1,-1-1 1,0 0-1,-1 0 1,0 0-1,0 0 1,-1 0 0,0 0-1,-1-1 1,0 1-1,0 0 1,-1 0 0,0 0-1,-1 0 1,0-1-15,2 7 8,0 0 1,0-1-1,-1 1 1,1 0-1,-1 0 0,0 0 1,0 0-1,0 0 1,0 0-1,-1 0 1,1 0-1,-1 1 1,1-1-1,-1 1 1,0-1-1,0 1 1,0-1-1,-1 1 1,1 0-1,-1 0 1,1 0-1,-1 0 0,1 1 1,-1-1-1,0 1 1,0-1-1,0 1 1,0 0-1,0 0 1,0 0-1,0 1 1,0-1-1,0 1 1,0 0-1,-1-1 1,0 2-9,-4-2 21,0 1 0,0 0 0,1 1 1,-1 0-1,0 0 0,0 0 1,0 1-1,1 1 0,-1-1 0,1 1 1,0 0-1,0 1 0,0 0 0,-4 2-21,3 0 5,0 1 0,0-1 0,0 1 0,1 1-1,0-1 1,1 1 0,-1 0 0,2 1-1,-1 0 1,1 0 0,0 0 0,1 0 0,0 1-1,1-1 1,0 1 0,0 0 0,1 0-1,0 0 1,1 0 0,0 1 0,1-1 0,0 0-1,1 1 1,0 1-5,4-5 15,0 1 1,1-2-1,0 1 0,1-1 0,-1 0 1,1 0-1,0 0 0,0-1 1,1 0-1,0-1 0,0 0 0,0 0 1,0-1-1,0 1 0,1-2 0,0 1 1,-1-1-1,1-1 0,0 0 0,0 0 1,0-1-1,0 0 0,0 0 0,0-1 1,0 0-1,-1 0 0,6-2-15,-7 3 15,0 0-1,0-1 0,1 1 0,-1-1 1,0 0-1,0-1 0,0 0 1,0 0-1,0-1 0,-1 1 1,1-1-1,-1-1 0,1 1 1,-1-1-1,0-1 0,-1 1 1,1-1-1,-1 0 0,0 0 1,0 0-1,0-1 0,-1 1 0,0-1 1,0 0-1,0-1 0,-1 1 1,0-1-1,0 1 0,0-1 1,0-6-15,-2 2 36,-1 0 0,-1 0 0,0 0 0,0 0 1,-1 0-1,0 0 0,-1 1 0,0-1 0,-1 1 1,0-1-1,-1 1 0,0 0 0,-1 1 0,0-1 1,0 1-1,-1 1 0,0-1 0,0 1 0,-1 0 1,0 0-1,-1 1 0,1 1 0,-1-1 0,-1 1 1,1 1-1,-1-1 0,0 2 0,-10-4-36,18 7-4,-1 0 0,0 0-1,0 0 1,0 0 0,1 1-1,-1-1 1,0 1 0,0 0-1,0 0 1,0 0 0,0 0-1,0 0 1,0 0 0,1 1-1,-1 0 1,0-1 0,0 1-1,0 0 1,1 1 0,-1-1-1,0 0 1,1 1 0,0-1 0,-1 1-1,1 0 1,0 0 0,0 0-1,-1 0 1,2 0 0,-1 0-1,0 1 1,0-1 0,1 1-1,-1-1 1,1 1 0,0-1-1,0 1 1,0 0 0,0 0-1,0-1 1,1 1 0,-1 0-1,1 0 1,0 0 0,0 0-1,0 0 1,0 0 0,0 0 0,0 0-1,1 1 5,-1 89-2354,10-26-3224,11 3-5529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51:28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83 7930,'0'0'2362,"0"0"2305,0 0-1905,0 0-921,0 0-164,0 0-251,-3-5-210,2 4-1190,0 0 0,1 0-1,-1-1 1,1 1 0,0 0 0,-1-1-1,1 1 1,0-1 0,0 1 0,0 0-1,0-1 1,0 1 0,0-1 0,0 1-1,0 0 1,1-1 0,-1 1 0,1 0-1,-1-1 1,1 1 0,-1 0 0,1-1-1,0 1 1,-1 0 0,1 0 0,0 0-1,0 0 1,0 0 0,0 0 0,0 0-1,0 0 1,0 0 0,0 0 0,0 1-1,1-1 1,-1 0 0,0 1 0,1-1-1,-1 1 1,0-1 0,1 1-1,-1 0 1,0-1 0,1 1 0,-1 0-1,1 0 1,-1 0 0,0 0 0,1 0-1,-1 0 1,0 1 0,1-1 0,-1 0-1,1 1 1,-1-1 0,0 1 0,1 0-26,0-1 2,262-34 115,-261 35-119,-1 0 0,0-1 1,1 2-1,-1-1 0,0 0 0,0 0 0,1 1 0,-1-1 1,0 1-1,-1 0 0,1 0 0,0-1 0,0 1 0,-1 0 0,1 1 1,-1-1-1,0 0 0,1 0 0,-1 1 0,0-1 0,0 0 1,-1 1-1,1-1 0,0 1 0,-1-1 0,0 1 0,1-1 0,-1 1 1,0 0-1,0-1 0,-1 1 0,1-1 0,0 1 0,-1-1 1,1 1-1,-1-1 0,0 1 0,0-1 0,0 0 0,0 1 1,-1-1-1,1 0 0,0 0 0,-1 0 0,0 0 0,1 0 0,-3 1 2,-3 5 6,0-1-1,-1 0 1,1 0-1,-1-1 1,-1 0-1,1 0 0,-1-1 1,0 0-1,-1-1 1,1 0-1,-1 0 1,0-1-1,0 0 0,0-1 1,-5 1-6,14-3 21,1 0 14,57-16-43,-40 11-24,0 1 0,1 1 0,-1 0 1,1 1-1,0 2 0,-1-1 0,1 2 0,0 0 0,-1 2 1,3 0 31,-13-2-19,-1 1 0,0 0 1,0 0-1,0 1 1,0-1-1,0 1 0,-1 1 1,1-1-1,-1 1 1,0 0-1,0 0 0,0 0 1,-1 1-1,1 0 1,-1 0-1,0 0 0,0 0 1,-1 0-1,0 1 1,0 0-1,0 0 0,0 0 1,-1 0-1,0 0 1,-1 0-1,1 0 0,-1 1 1,0-1-1,-1 2 19,1-3 19,0 0-1,-1 1 1,0-1-1,0 1 0,0-1 1,0 1-1,-1-1 1,0 0-1,0 1 1,-1-1-1,0 0 1,0 0-1,0 0 0,0 0 1,-1 0-1,1 0 1,-1-1-1,-1 1 1,1-1-1,-1 0 1,1 0-1,-1 0 0,0 0 1,0-1-1,-1 1 1,1-1-1,-1-1 1,0 1-1,0 0 1,0-1-1,0 0 0,0 0 1,0-1-1,0 1 1,-5 0-19,-15 5 182,-1 0 0,1-2 0,-1 0 1,0-2-1,-1-1 0,1-1 0,0-1 0,-26-4-182,48 4-39,0 0 1,0 0-1,1-1 0,-1 1 0,0-1 0,0 0 0,1 0 0,-1 0 0,1 0 0,-1-1 0,1 0 0,-1 1 0,1-1 1,0 0-1,0-1 0,0 1 0,0 0 0,0-1 0,1 0 0,-1 1 0,1-1 0,-1-2 39,-6-33-7392,9 18-2018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51:30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264 106 11386,'0'0'5888,"0"0"-2976,0 0-1223,0 0-220,0 0-202,0 0-371,8 0-428,1 0-427,-6 1-32,-1-1 0,1 1 1,0-1-1,0 0 0,0 0 0,0 0 0,0 0 0,0 0 0,0-1 1,-1 1-1,1-1 0,0 0 0,0 0 0,0 0 0,-1 0 0,1 0 1,-1-1-1,1 1 0,-1-1 0,1 0 0,-1 1 0,0-1 1,0 0-1,0 0 0,0-1 0,0 1 0,0 0 0,-1-1 0,1 1 1,-1-1-1,1 1 0,-1-1 0,0 0 0,0 1 0,0-2-9,0 2-6,-1 0 0,1 1 0,-1-1 0,1 0 0,-1 0 0,0 1 0,0-1 0,0 0 0,0 0 0,0 0 1,0 1-1,0-1 0,0 0 0,-1 0 0,1 1 0,-1-1 0,1 0 0,-1 1 0,0-1 0,0 0 0,1 1 0,-1-1 0,0 1 0,0-1 0,-1 1 0,1 0 0,0 0 0,0-1 0,-1 1 0,1 0 0,-1 0 0,1 0 0,-1 0 0,1 0 0,-1 1 0,0-1 0,1 0 0,-1 1 0,0-1 0,1 1 0,-1 0 0,0-1 0,0 1 0,1 0 0,-1 0 0,0 0 0,0 0 0,0 1 0,1-1 0,-1 0 0,0 1 0,1-1 0,-1 1 0,0 0 0,1-1 0,-1 1 0,0 0 0,1 0 0,0 0 0,-1 0 0,1 0 1,-1 1 5,-18 9 11,0 1 0,2 1 1,-1 1-1,2 0 1,0 2-1,0 0 1,2 0-1,0 2 1,1-1-1,1 2 0,0 0 1,-4 12-12,6-15 18,1 0 1,0 0-1,2 1 0,0 1 1,1 0-1,1 0 1,0 0-1,1 0 0,1 1 1,1 0-1,1 0 1,1 0-1,0 0 0,2 7-18,0-19 5,0-1-1,1 0 1,0 0-1,1 1 1,-1-1-1,1-1 1,0 1 0,1 0-1,-1-1 1,1 0-1,0 0 1,1 0-1,-1 0 1,1 0-1,0-1 1,0 0-1,0 0 1,0-1-1,1 1 1,0-1-1,0 0 1,0 0-1,0-1 1,0 0-1,0 0 1,7 1-5,172 17 250,-135-19 19,0-3 0,0-2-1,-1-2 1,0-2-1,36-11-268,-68 2-1860,-40-12-15338,9 21 13786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51:29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0 14723,'0'0'2811,"0"0"-845,0 0-496,0 0-366,0 0-186,0 0-262,9 11 73,6 18-555,-2 0 1,-1 1-1,-1 0 0,-2 1 0,-1 0 0,-1 1 0,-2-1 1,-1 1-1,-1 0 0,-2 9-174,12 74 209,-9-77-770,33 97-6617,-34-133 1320</inkml:trace>
  <inkml:trace contextRef="#ctx0" brushRef="#br0" timeOffset="250.889">12 354 8314,'0'0'1064,"0"0"6138,0 0-5226,0 0-496,0 0-263,0 0-113,0 0 32,-12 0-352,66 0-216,23 0-336,13-2-88,15-9-64,2-1-80,0-3-24,17-14-1520,-29 6-3993,-18 0-5193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50:28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1617 6425,'0'0'3437,"0"0"292,0 0-1743,0 0-799,0 0 118,0 0 452,-7 12 1741,298-18-1727,-574 30-458,278-23-1306,4-1-222,29-1-2489,69-23-7704,-50 3 3009</inkml:trace>
  <inkml:trace contextRef="#ctx0" brushRef="#br0" timeOffset="2116.422">570 474 7258,'0'0'2791,"0"0"1504,0 0-2316,0 0-1004,0 0-30,-20 2 424,-61 12 39,78-12-1336,1 0 0,-1 0 0,0 0-1,1 0 1,-1 1 0,1-1-1,0 1 1,-1-1 0,1 1 0,1 0-1,-1 0 1,0 0 0,1 0-1,-1 0 1,1 0 0,0 0 0,0 1-1,0-1 1,1 0 0,-1 1-1,1-1 1,-1 0 0,1 1 0,0-1-1,1 1 1,-1-1 0,1 0-1,-1 1 1,1-1 0,1 3-72,-1 6 165,4 8-110,0-1 0,2 0 0,0 0 0,1-1-1,1 0 1,1-1 0,0 0 0,1 0 0,1-1 0,1 0 0,0-1 0,1-1 0,1 0 0,0-1-1,0-1 1,1 0 0,1-1 0,4 1-55,67 62-68,-84-71 53,0 0 0,0 1 0,0-1 0,-1 1 0,0-1 0,0 1 0,0 0 0,0 0 0,0 1-1,-1-1 1,0 0 0,0 1 0,0 0 0,0-1 0,-1 1 0,0 0 0,0 0 0,0 0 0,-1 0 0,1 0 0,-1 0 0,0 0-1,-1 1 16,-1-3 3,-1-1 0,1 1-1,-1-1 1,0 1 0,0-1-1,0 0 1,0 0 0,0 0-1,0 0 1,0-1 0,-1 1-1,1-1 1,-1 0-1,1 0 1,-1 0 0,1 0-1,-1-1 1,0 0 0,1 1-1,-1-1 1,1 0 0,-1-1-1,0 1 1,1-1 0,-1 0-1,-1 0-2,-7 1 10,-1 0-4,0 0-1,1-1 1,-1 0-1,0 0 1,1-2 0,0 0-1,-1 0 1,1-1-1,0 0 1,1-1-1,-1-1 1,1 0 0,0 0-1,0-1 1,1 0-1,0-1 1,-4-4-6,13 7-21,0 1 1,1 0 0,-1-1-1,1 1 1,0-1 0,0 1-1,0-1 1,1 1 0,0 0-1,0-1 1,0 1 0,0 0-1,1 0 1,-1 0 0,1 0-1,0 0 1,0 0-1,1 0 1,-1 0 0,1 1-1,0-1 1,-1 1 0,2 0-1,-1 0 1,0 0 0,1 0-1,-1 1 1,1-1 0,0 1-1,0 0 1,0 0 0,0 0-1,0 1 1,0-1 0,5 0 20,15-14-46,-8 6 3,0 0 0,-1-1 0,0-1 0,0 0 0,-1-1 0,-1 0 0,0-1 0,-1 0 0,-1-1 0,0-1 0,-1 0 0,0 0 0,-2-1 0,0 0 0,-1-1 0,0 0 0,-2 0 0,0 0 0,-1-1 43,-3 14 29,0-1 1,-1 1-1,1-1 0,-1 1 1,-1-1-1,1 1 0,-1-1 1,0 1-1,0-1 1,-1 1-1,1 0 0,-1-1 1,0 1-1,-1 0 0,1 0 1,-1 1-1,0-1 1,0 0-1,0 1 0,-1 0 1,0 0-1,0 0 0,0 0 1,0 0-1,0 1 1,-1 0-1,0 0 0,0 0 1,1 1-1,-1-1 0,-1 1 1,1 0-1,0 1 1,0-1-1,-1 1 0,0 0-29,2-1-20,0 0-1,0 1 1,0-1 0,0 1-1,0 0 1,0 0-1,-1 1 1,1-1-1,0 1 1,0 0 0,-1 0-1,1 1 1,0-1-1,-1 1 1,1 0-1,0 0 1,0 0 0,0 0-1,0 1 1,0 0-1,0 0 1,0 0-1,1 0 1,-1 0-1,1 1 1,-1 0 0,1 0-1,0 0 1,0 0-1,0 0 1,0 0-1,1 1 1,0-1 0,-1 1-1,1 0 1,0 0-1,1 0 1,-1 0-1,1 0 1,-1 1 20,-3 37-2881,2 3-3381,3-7-3199</inkml:trace>
  <inkml:trace contextRef="#ctx0" brushRef="#br0" timeOffset="7522.519">1259 386 7258,'0'0'129,"0"0"738,0 0 2143,0 0-1027,-17 18-359,-52 64-405,62-73-991,1 1 0,0 0 0,0 1 0,1 0 0,1-1 0,-1 2 0,2-1 0,0 0 0,0 1 0,1-1 0,0 1 0,1 0 0,1 5-228,-2-3 234,-1 6-3,1 0-1,0 0 1,2 1-1,0-1 1,1 0-1,2 0 1,0 0 0,0 0-1,2 0 1,1 0-1,0-1 1,1 0-1,2-1 1,-1 1 0,2-2-1,1 1 1,7 9-231,115 87 30,-130-124-7231,6-44-1090,-3 26 5434</inkml:trace>
  <inkml:trace contextRef="#ctx0" brushRef="#br0" timeOffset="7867.464">1685 559 6601,'0'0'1442,"0"0"1865,0 0-1646,0 0-436,-8 19 22,-167 351 3782,130-307-4907,38-74-7436,2-27 2990,5 36 3670,-4-30-1857,1 3 497</inkml:trace>
  <inkml:trace contextRef="#ctx0" brushRef="#br0" timeOffset="8117.333">1427 618 6977,'0'0'2234,"0"0"1734,0 0-1798,0 0-866,0 0-35,0 0 242,20 22-69,145 145 172,-89-57-1340,-51-58-5239,-16-50-4257,-4-7 6330,0-6 1025</inkml:trace>
  <inkml:trace contextRef="#ctx0" brushRef="#br0" timeOffset="8850.848">1960 543 4601,'0'0'6723,"0"0"-2717,0 0-2494,0 0-428,0 0 418,3 19 275,52 327 1902,-46-326-3827,-2-19-6810,-8-23-742,-6 2 6232,-29-43-3165,-10 7 3700,-11 16 3563,-13 24 3425,75 45-479,7-24-5432,0-1-1,0 0 0,0 0 1,1-2-1,-1 1 1,1-2-1,0 0 1,-1 0-1,1-1 1,0-1-1,7-1-143,16 2 10,18-7 242,-46 5-1188,1-1 0,-1 0-1,0-1 1,0 1-1,0-1 1,-1-1-1,0 0 1,0 0-1,0 0 1,0-1-1,-1 0 1,0 0-1,0 0 1,0-1-1,1-2 937,22-47-2059,-28 53 3009,17-30 3692,-7 29 1906,1 44-2778,-10 38-1103,-3-67-2525,0 0-1,0 0 1,1 0-1,1 0 1,0 0-1,1 0 1,0 0-1,0-1 1,1 1-1,1-1 1,0 1-1,4 8-141,-5-16-73,1 0 1,0 0-1,-1 0 0,1 0 0,0 0 0,0-1 0,0 0 0,1 0 1,-1 0-1,1 0 0,-1-1 0,1 1 0,-1-1 0,1 0 1,0-1-1,-1 1 0,1-1 0,0 0 0,0 0 0,-1 0 0,1-1 1,0 0-1,-1 0 0,1 0 0,0 0 0,-1-1 0,1 0 0,-1 0 1,0 0-1,0 0 0,0-1 0,0 1 0,1-2 73,41-30-5117,-17-7-3808,-24 25 6938</inkml:trace>
  <inkml:trace contextRef="#ctx0" brushRef="#br0" timeOffset="9121.084">2407 543 7042,'0'0'4875,"0"0"-2197,0 0-1176,0 0-251,0 0 122,-1 21 286,21 229 1666,-18-239-3312,1 1-1,0-1 1,1 0 0,0 0-1,1 0 1,0 0 0,0-1-1,1 0 1,1 0 0,0-1-1,0 1 1,1-2 0,0 1-1,8 6-12,-14-14-389,0-1 0,0 0-1,0 1 1,0-1 0,0 0-1,1 0 1,-1 0 0,0-1-1,0 1 1,0 0 0,0-1-1,0 1 1,0-1 0,0 0-1,0 0 1,0 1-1,0-1 1,0-1 0,0 1-1,-1 0 1,1 0 0,0-1-1,-1 1 1,1-1 0,-1 1-1,0-1 1,1 0 0,-1 1-1,0-1 1,0 0 0,0 0-1,0 0 1,0 0 0,0 0-1,-1 0 1,1 0 0,-1 0-1,0 0 1,1 0-1,-1-1 390,8-26-4515</inkml:trace>
  <inkml:trace contextRef="#ctx0" brushRef="#br0" timeOffset="9449.47">2395 155 7114,'0'0'5478,"0"0"-2988,0 0-1563,0 0-544,21 15-47,135 106 274,-131-95-559,-1 1 0,-1 2-1,-1 0 1,-1 1-1,-2 1 1,-1 1 0,-2 1-1,-1 0 1,-2 1-1,-1 1 1,-1 0 0,-3 0-1,0 1 1,-2 0-1,-2 1 1,-2-1 0,-1 1-1,-2 17-50,1-53-36,1 18 25,0 0 1,-1 0 0,-1 0-1,-1 0 1,0-1-1,-1 1 1,-2 0-1,0-1 1,0 0-1,-2-1 1,0 1 0,-4 5 10,-77 40-7382,53-54 3580,4-6 1859</inkml:trace>
  <inkml:trace contextRef="#ctx0" brushRef="#br0" timeOffset="12588.804">2972 310 6313,'0'0'793,"0"0"-447,0 0 249,0 0 1670,0 0-345,0 0-589,0 5 971,13 198 3967,54 95-4779,67-5-1210,-133-292-198,-1-1-24,0 0 86,-63-523-316,10 196-390,18 151-543,126 144 1508,156-1-251,242 32 53,-338-17-349,-150 18-287,-1 0-609,-9 0-2450,-53 7-7284,43-3 8361</inkml:trace>
  <inkml:trace contextRef="#ctx0" brushRef="#br0" timeOffset="56821.995">3478 490 7466,'0'0'221,"0"0"414,0 0 1889,0 0-253,0 0-738,0 0-516,1-2 5556,-4 8-6720,-24 43 317,-6 4 202,3 2-1,2 1 1,3 2 0,2 0-1,3 2 1,-6 31-372,24-66-1744,2-11-839,-1-27-206,1-19-2348,0-4-1070</inkml:trace>
  <inkml:trace contextRef="#ctx0" brushRef="#br0" timeOffset="57135.695">3256 622 7394,'0'0'118,"0"0"782,0 0 2525,0 0-1300,0 0-766,0 0-334,-6-12 489,59 28 226,-45-6-1571,0 0 1,0 1-1,-1 0 0,0 0 1,-1 0-1,-1 1 0,0 0 0,0 0 1,-1 1-1,0-1 0,0 9-169,44 98 551,-16-101-2921,9-49-11649,-33 12 11132</inkml:trace>
  <inkml:trace contextRef="#ctx0" brushRef="#br0" timeOffset="57382.924">3620 555 8858,'0'0'3275,"0"0"946,0 0-2555,0 0-845,0 0 446,0 0 314,-2 18-228,8 198 182,-5-207-1969,6 29 252,4-26-6553,-11-16-3240,-4-15 4510,-8 1 3983</inkml:trace>
  <inkml:trace contextRef="#ctx0" brushRef="#br0" timeOffset="57571.876">3461 673 6585,'0'0'5057,"0"0"-2400,0 0-1177,0 0-695,0 0 111,0 0-64,0 0-304,107-7-376,-62-1-152,-1-3-312,9-10-1352,-11 5-2729,-11-1-3841</inkml:trace>
  <inkml:trace contextRef="#ctx0" brushRef="#br0" timeOffset="57899.455">3813 480 5801,'0'0'2105,"0"0"2100,0 0-1485,0 0-1196,0 0-294,0 0 276,-8 19 237,-44 168 661,51-184-2394,1-1 0,-1 1 1,1 0-1,0 0 0,0-1 0,0 1 0,0 0 0,0 0 0,1-1 0,-1 1 0,1 0 0,0-1 1,0 1-1,0-1 0,0 1 0,0-1 0,0 1 0,1-1 0,-1 0 0,1 0 0,0 1 0,-1-1 1,1 0-1,0-1 0,0 1 0,0 0 0,1 0 0,-1-1 0,0 0 0,1 1 0,-1-1 0,1 0 1,-1 0-1,1 0 0,-1 0 0,1-1 0,0 1 0,-1-1 0,1 1 0,0-1 0,0 0 0,-1 0 0,1-1 1,0 1-1,0 0 0,-1-1 0,1 1 0,-1-1 0,2-1-10,2 3-569,0-1-1,0 0 1,0-1-1,0 0 1,0 0-1,0 0 1,0 0-1,-1-1 1,1 0 0,0 0-1,-1-1 1,0 1-1,1-1 1,-1-1-1,0 1 1,0-1-1,-1 1 1,1-1-1,-1-1 1,0 1 0,0 0-1,0-1 1,-1 0-1,0 0 1,2-4 569,9-39-6426,-13 27 5643</inkml:trace>
  <inkml:trace contextRef="#ctx0" brushRef="#br0" timeOffset="58149.617">3976 453 5753,'0'0'1465,"0"0"4056,0 0-3489,0 0-311,0 0-153,0 0 760,-10 121-375,8-73-881,0 3-528,2 1-416,0-6-56,0-2-72,0-9-288,9-3-848,0-9-3497,-4-8-3961</inkml:trace>
  <inkml:trace contextRef="#ctx0" brushRef="#br0" timeOffset="59249.098">831 1640 6249,'0'0'919,"0"0"-504,0 0 112,0 0 1026,21 2-510,139 10 187,260-69 1852,1100-140 2884,-597 102-3398,-804 82-3759,-121 8-6746,-8-6 1116,-1 4 2187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51:34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19 304 6129,'0'0'1057,"0"0"-553,0 0-424,0 0-64,-18-106 32,18 72-48,0 1 104,7-18-104,7 10 0,0 3-2609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49:00.819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1424 2743 5737,'0'0'1939,"0"0"1506,0 0-1208,0 0-472,0 0-368,0 0-211,0-19 2677,2 15-3829,-1 0 1,1 0 0,0 0 0,1 0-1,-1 0 1,0 1 0,1 0 0,0-1-1,0 1 1,0 0 0,0 0 0,1 0-1,-1 1 1,1-1 0,-1 1 0,1 0-1,0 0 1,0 0 0,0 0 0,0 1-1,0 0 1,0 0 0,0 0 0,1 0-1,-1 0 1,0 1 0,1 0 0,-1 0-1,0 0 1,1 1 0,-1-1 0,0 1-1,1 0 1,-1 0 0,0 1 0,0-1-1,1 1-34,4 9-1,0 0 0,-1 1 0,-1-1 1,1 2-1,-2-1 0,0 1 0,0 0 0,-1 0 0,-1 1 0,0-1 0,-1 1 0,0 0 0,-1 0 0,-1 0 0,0 0 1,-1 13 0,5 25 11,-1 1 1,-2 0-1,-3-1 1,-3 1-1,-1-1 1,-3 0-1,-2 0 1,-13 38-12,22-87-14,1-1 1,-1 0-1,0 0 0,0 0 1,0 0-1,0 0 1,0 0-1,0 0 1,0 0-1,-1 0 1,1 0-1,-1-1 1,1 1-1,-1 0 1,0-1-1,0 0 1,1 1-1,-1-1 1,0 0-1,0 0 1,0 0-1,-1 0 1,1 0-1,0 0 1,0-1-1,0 1 1,0-1-1,-1 0 0,1 1 1,0-1-1,-1 0 1,1 0-1,0-1 1,0 1-1,-1 0 1,1-1-1,0 1 1,0-1-1,0 0 1,0 0-1,-1 0 1,1 0-1,0 0 1,1 0-1,-1 0 1,0-1-1,0 1 1,0-1-1,1 1 1,-1-1-1,1 0 0,-1 1 1,1-1-1,0 0 1,0 0-1,0 0 1,0 0-1,-1-2 14,-10-12 5,2 0 1,-1-1-1,2 0 0,0-1 0,1 0 0,1 0 0,1 0 0,0-1 0,2 0 0,0 0 0,-1-12-5,7 29 8,-1 0 0,0 0 0,1 1 0,-1-1-1,1 0 1,0 1 0,-1-1 0,1 1-1,0-1 1,0 1 0,0 0 0,0 0-1,0 0 1,0 0 0,0 0 0,1 1 0,-1-1-1,0 1 1,0-1 0,1 1 0,-1 0-1,0 0 1,1 0 0,-1 0 0,0 0 0,0 0-1,1 1 1,-1-1 0,0 1 0,0-1-1,1 1 1,-1 0-8,14 0 22,352-2-11,-366 1-103,96-18 37,-70 3-3119,-9-7-4566,-14 7 1765</inkml:trace>
  <inkml:trace contextRef="#ctx0" brushRef="#br0" timeOffset="9536.563">2511 2533 7042,'0'0'6518,"0"0"-4100,0 0-1456,0 0-425,0 0 74,0 0-56,-5 0-62,4 0-470,0 0-1,0 0 1,1 1 0,-1-1-1,0 0 1,0 1 0,0-1-1,1 0 1,-1 1 0,0-1-1,0 1 1,1-1 0,-1 1 0,0 0-1,1-1 1,-1 1 0,1 0-1,-1-1 1,1 1 0,-1 0-1,1 0 1,0-1 0,-1 1-1,1 0 1,0 0 0,-1 0-1,1 0 1,0 0 0,0-1-1,0 1 1,0 0 0,0 0-1,0 0 1,0 0 0,0 0-1,0-1 1,0 1 0,1 0-1,-1 0 1,0 0 0,1 0-1,-1-1 1,0 1 0,1 0-1,-1 0 1,1-1 0,-1 1-1,1 0 1,-1-1 0,1 1-1,0 0 1,-1-1 0,1 1-1,0 0-22,40 77 1554,-22-44-1163,65 141 842,-60-117-1119,1-1 0,3-1 0,3-1 1,2-2-1,2-1 0,3-2 0,1-1 0,3-3 0,15 12-114,-57-58 2,0-1 0,0 1 0,0-1 0,0 1-1,1-1 1,-1 1 0,0 0 0,0-1 0,0 1 0,1-1-1,-1 1 1,0 0 0,0-1 0,1 1 0,-1 0 0,0-1-1,1 1 1,-1 0 0,0 0 0,1-1 0,-1 1 0,0 0-1,1 0 1,-1 0 0,1-1 0,-1 1 0,0 0 0,1 0-1,-1 0 1,1 0 0,-1 0 0,1 0 0,-1 0 0,1 0-1,-1 0 1,0 0 0,1 0 0,-1 0 0,1 0 0,-1 0-1,1 0 1,-1 1 0,0-1 0,1 0 0,-1 0 0,1 0-1,-1 1 1,0-1 0,1 0 0,-1 0 0,0 1 0,1-1-1,-1 0 1,0 1-2,-18-48 29,15 38-27,-38-108 19,6-1 0,6-2 0,4-4-21,4 17-36,-4 1-1,-5 2 1,-4 1-1,-14-22 37,38 81 61,8 43-46,2 1-20,0 0-6,0 0 31,0 0-23,0 0 7,0 0 10,0 0 22,0 0 5,0 0-21,0 0-4,0 0 19,0 0-21,631 0 114,-301-29-48,589-108 761,-471 41-799,-82 11-10,185-11 346,-547 97-336,0 0 0,0 0 0,0 1 1,0 0-1,-1 0 0,1 0 0,-1 0 0,1 1 1,-1-1-1,0 1 0,0 0 0,0 0 1,0 0-1,-1 0 0,1 0 0,-1 1 1,0-1-1,0 1 0,0-1 0,0 1 0,-1 0 1,1 0-1,-1 0 0,1 3-42,9 15 104,40 92 92,-32-195-9150,-9 25 294,1-2-1129</inkml:trace>
  <inkml:trace contextRef="#ctx0" brushRef="#br1" timeOffset="11667.626">3524 2582 1256,'0'0'4717,"0"0"-2724,0 0 998,0 0-1485,0 0-441,0 0-157,-1-6-309,-8-26 1358,-12 66-709,-5 43-1311,12-43 504,1 2 0,2 0-1,1 0 1,2 0 0,2 1-1,1 0 1,1 1 0,3-1-1,2 21-440,3-48 34,0 0 0,1 0 0,0-1-1,1 1 1,0-1 0,0 0 0,1-1-1,0 1 1,1-2 0,0 1 0,0-1-1,1 0 1,-1 0 0,2-1 0,-1 0-1,1-1 1,-1 0 0,1-1 0,1 0-1,-1 0 1,1-1 0,-1-1 0,1 1-1,0-2 1,0 0 0,1 0-34,48-21-16308,-46 5 11083</inkml:trace>
  <inkml:trace contextRef="#ctx0" brushRef="#br1" timeOffset="12058.047">3950 2596 13971,'0'0'1618,"0"0"-929,0 0-502,-10 10-126,8 99 1330,0-82-870,-2 1-1,-1-1 1,-2 0 0,0-1-1,-2 1 1,0-2-1,-2 1 1,-12 20-521,-44 126 291,62-175-10070,3-36 4529,0 9 2815,-1-6-466</inkml:trace>
  <inkml:trace contextRef="#ctx0" brushRef="#br1" timeOffset="12353.915">3701 2621 7090,'0'0'5315,"0"0"-2917,0 0-1354,0 0-517,0 0-52,0 0 677,13 15 148,95 83 841,-60-70-1828,-2 2 0,-1 1 0,-1 3 0,-2 1 1,10 14-314,-12-20-2415,7-31-11206,-36-10 10378</inkml:trace>
  <inkml:trace contextRef="#ctx0" brushRef="#br1" timeOffset="12667.368">4381 2485 8954,'0'0'2610,"0"0"915,0 0-1817,0 0-781,0 0-119,0 0 239,4 13 136,25 82 492,96 236-194,-107-305-1378,-15-23-6544,-31-61-6114,7 27 10203</inkml:trace>
  <inkml:trace contextRef="#ctx0" brushRef="#br1" timeOffset="12852.775">4232 2785 7394,'0'0'368,"0"0"4089,0 0-3737,0 0 824,0 0-224,0 0 193,0 0-601,151 50-192,-104-65-112,4-4 280,0-4-111,-4-2-465,-3-2-312,0-11-1457,-11 9-2728,-10 4-4112</inkml:trace>
  <inkml:trace contextRef="#ctx0" brushRef="#br1" timeOffset="13260.908">4895 2485 3649,'0'0'7347,"0"0"-1730,0 0-3375,0 0-1382,0 0-187,0 0 48,-3 13 79,1 131 253,49-8-935,43-128 326,-64-11-484,0-3 0,-1 0 0,1-1 0,-1-1 0,0-2 0,-1-1 0,10-6 40,-20 6-1835,-25-18-12581,-7 21 8231</inkml:trace>
  <inkml:trace contextRef="#ctx0" brushRef="#br1" timeOffset="13558.818">5012 2439 10490,'0'0'2545,"0"0"1068,0 0-2190,0 0-987,0 0 354,-3 22 992,-3 26-1232,3 1-1,1 0 1,3-1 0,1 1-1,3 0 1,2-1 0,8 26-550,-14-70-142,31 63 385,-12-54-3274,-17-61-8366,-3 43 9555,0-24-3091</inkml:trace>
  <inkml:trace contextRef="#ctx0" brushRef="#br1" timeOffset="14073.702">5102 2240 6905,'0'0'1274,"0"0"1299,0 0-972,0 0-931,0 0-277,0 0 195,14 6 234,21 7-351,-1 2-1,-1 1 1,-1 1 0,0 2 0,-1 2-1,26 22-470,-36-22 234,0 0 0,-1 2 0,-1 0 0,-2 1 0,0 1 0,-2 1 0,0 0 0,-2 1-1,-1 1 1,-1 0 0,-1 0 0,-2 1 0,-1 0 0,-1 0 0,-1 1 0,-1 18-234,-4-41 4,0-1 0,0 0 0,-1 1 1,0-1-1,0 0 0,-1 0 0,1 1 0,-2-1 1,1 0-1,0-1 0,-1 1 0,0 0 1,-1-1-1,1 0 0,-1 1 0,0-1 1,0-1-1,0 1 0,-1-1 0,0 1 1,0-1-1,0-1 0,0 1 0,-1-1 1,1 0-1,-1 0 0,0 0 0,-1-1-4,-5-32-10547,12 5 5808</inkml:trace>
  <inkml:trace contextRef="#ctx0" brushRef="#br0" timeOffset="17461.595">5689 2140 6689,'0'0'931,"0"0"482,0 0 1050,0 0-706,0 0-523,0 0-4,5 0-38,183-25 3038,-188 25-4244,0 0-26,0 0 26,0 0 32,0 0 38,1 0-26,2 0 28,-2 0-12,-1 0-16,0 0-30,-3-2-18,0 1 1,-1 0 0,1 0 0,0 0 0,-1 0 0,1 1 0,0-1 0,-1 1-1,1 0 1,0 0 0,-1 0 0,1 1 0,-1-1 0,1 1 0,0-1 0,-1 1-1,1 0 1,0 1 0,0-1 0,0 0 0,0 1 0,0 0 0,0 0 0,0 0-1,1 0 1,-1 0 0,0 0 0,1 1 0,0-1 0,0 1 0,0 0 0,0-1-1,0 1 1,0 0 0,1 0 0,-1 0 0,1 1 0,0-1 0,0 0 0,0 0-1,0 1 1,1-1 0,-1 0 0,1 4 17,2 95 217,33-103 2432,-28-4-2677,0 1-1,0-1 1,0 1-1,1 1 1,0-1-1,-1 1 1,1 0-1,0 1 1,0 0 0,1 0-1,-1 1 1,0 0-1,0 0 1,1 1-1,-1 0 1,1 1-1,-1 0 1,0 0-1,0 1 1,0 0 0,1 0-1,-2 0 1,1 1-1,0 1 1,-1-1-1,1 1 1,-1 1-1,0-1 1,0 1-1,5 6 29,-5-3-61,-2 0-1,1 1 0,-1 0 0,0 0 1,-1 1-1,0-1 0,0 1 0,-1 0 0,-1 0 1,1 0-1,-2 0 0,1 0 0,-1 1 0,-1-1 1,0 0-1,-1 1 0,0-1 0,0 2 62,-3-7 47,0-1 1,0 0-1,-1 0 0,1 0 0,-1 0 1,0-1-1,0 1 0,0-1 0,0-1 1,-1 1-1,1-1 0,-1 0 0,0 0 1,1 0-1,-1-1 0,0 0 0,0 0 0,0-1 1,0 1-1,0-1 0,0-1 0,0 1 1,0-1-1,-4-1-47,3 2 49,-123 0 345,121 5-3264,31-2-1923,-3-7-1174</inkml:trace>
  <inkml:trace contextRef="#ctx0" brushRef="#br0" timeOffset="18983.808">2011 4209 7274,'0'0'413,"0"0"-228,0 0-141,0 0 179,0 0 699,0 0 253,-7 8 1366,7-1 3666,223 3-1589,452-58-3773,-428 27-801,0-11 0,110-34-44,1322-254 84,-1498 291-78,-22 6 12,0-8 0,89-32-18,-203 47 831,62-16-69,-56 22-772,-50 10-30,-4 0-40,-25 0-533,-47 0-2007,23 2-1922,5 2-2277</inkml:trace>
  <inkml:trace contextRef="#ctx0" brushRef="#br0" timeOffset="19955.528">4441 4406 6465,'0'0'1589,"0"0"2140,0 0-1252,0 0-700,0 0-469,0 0 48,6 3 477,10 2-1419,1 0 1,0-1 0,0-1-1,0 0 1,0-1 0,1-1-1,-1-1 1,0-1-1,1 0 1,-1-1 0,13-3-415,-18-1 109,-32 2-159,-36 1-65,45 3 111,0 1 0,1 1 0,-1 0 0,0 0 0,1 1 0,-1 1 0,1-1 0,0 2 0,0-1 0,1 2 0,-1-1 0,1 1 0,0 0 0,1 1 0,0 0 0,0 1 0,0-1 0,1 2 0,0-1 0,0 1 0,1 0 0,0 0 0,1 0 0,0 1 0,0 0 0,1 0 0,1 0 0,0 1 0,0-1 0,1 1 0,0 0 0,1 0 0,0-1 0,0 1 0,2 6 4,-1-10 1,0 0 0,0 1 0,1-1 1,0 0-1,0 0 0,1 0 1,0 0-1,0 0 0,1 0 0,0-1 1,0 1-1,0-1 0,1 0 0,0 0 1,0 0-1,1 0 0,-1-1 0,1 1 1,3 1-2,-8-6-7,1 0 0,0 0 1,-1 0-1,1 0 0,0 0 1,0 0-1,0 0 1,0-1-1,0 1 0,0 0 1,0 0-1,0-1 0,0 1 1,0 0-1,0-1 0,0 1 1,0-1-1,0 0 0,1 1 1,-1-1-1,0 0 0,0 0 1,0 0-1,1 0 1,-1 0-1,0 0 0,0 0 1,1 0-1,-1 0 0,0 0 1,0-1-1,0 1 0,1-1 1,-1 1-1,0-1 0,0 1 1,0-1-1,0 1 1,0-1-1,0 0 0,0 0 1,0 0-1,0 1 0,-1-1 1,1 0-1,0 0 0,0 0 1,-1 0-1,1 0 0,0-1 1,-1 0 6,6-3 35,2-3-48,1 0 0,0 1 0,0 1 0,0-1 0,1 1 0,0 1 0,0 0 0,0 0 0,1 1 0,-1 1 0,1-1 0,0 2 0,0 0 0,1 0 1,-1 1-1,0 0 0,0 0 0,1 2 0,-1-1 0,0 2 0,0-1 0,0 2 0,0-1 0,0 1 0,0 1 0,0 0 0,-1 1 0,0 0 0,0 0 1,9 7 12,-8-4-204,0 1 1,-1 0 0,0 0-1,0 1 1,-1 1 0,0 0-1,-1 0 1,-1 0 0,1 1-1,-2 0 1,0 1 0,0-1-1,-1 1 1,0 1 0,-2-1-1,1 0 1,-1 1 0,-1 0 0,-1-1-1,0 1 1,-1 0 0,-1 14 203,-4-16 78,-2 0 0,1 0 1,-2 0-1,1-1 1,-2 0-1,1 0 0,-1-1 1,-1 0-1,0-1 1,0 0-1,-1-1 1,0 0-1,-1 0 0,0-1 1,0-1-1,0 0 1,-1-1-1,1 0 0,-1-1 1,-6 1-79,-24 10 154,-1-3 1,-1-1-1,0-3 0,-1-1 1,1-2-1,-1-3 0,0-1 1,-4-3-155,47 3-28,1 0 1,0 0-1,0-1 1,-1 1-1,1-1 1,0 0-1,-1 1 1,1-1-1,0 0 1,-1-1-1,1 1 1,0 0-1,-1-1 1,1 1-1,0-1 1,0 1-1,0-1 1,-1 0-1,1 0 1,0 0-1,0-1 1,0 1 0,0 0-1,1-1 1,-1 1-1,0-1 1,0 0-1,1 1 1,-1-1-1,1 0 1,0 0-1,-1 0 1,1 0-1,0 0 1,0 0-1,0 0 1,1-1-1,-1 1 1,0 0-1,1 0 1,0-1-1,-1 1 1,1 0-1,0-2 28,43-44-5269,-17 23-163</inkml:trace>
  <inkml:trace contextRef="#ctx0" brushRef="#br0" timeOffset="37955.968">11097 3901 4441,'0'0'6109,"0"0"-2761,0 0-1389,0 0-683,0 0-256,0 0 130,-14 7 1553,45-8-1341,207-34-542,-233 38-815,1-1 0,-1 1 1,0 1-1,0-1 0,0 1 0,0 0 0,-1 0 1,1 0-1,-1 0 0,0 1 0,0 0 1,-1 0-1,1 0 0,-1 0 0,0 0 0,-1 1 1,1-1-1,-1 1 0,0 0 0,-1 0 1,1 0-1,-1 0 0,0 0 0,-1 0 1,1 0-1,-1 0 0,0 0 0,-1 0 0,1 0 1,-1 0-1,-1 0 0,1 0 0,-1 0 1,0 0-1,0 0 0,-1-1 0,1 1 1,-2-1-6,-4 16 114,-1-1 0,-1-1 0,-2 1 1,1-2-1,-2 0 0,0 0 1,-2-1-1,0-1 0,0 0 0,-2-1 1,1-1-1,-2 0 0,-16 9-114,-17-5 751,50-18-571,1 0-11,10-9 50,0 2-234,1 0 0,0 1 0,0 0 0,0 0 0,1 1 0,-1 1 0,1 0 0,1 0-1,-1 1 1,0 1 0,1 0 0,-1 1 0,1 0 0,-1 1 0,1 0 0,0 1 0,-1 0 0,1 1 0,-1 1 0,0 0 0,0 0-1,0 2 1,4 1 15,-3 1-42,-1 1 0,0 1 0,0 0 0,-1 0-1,0 2 1,-1-1 0,0 1 0,0 0 0,-1 1-1,-1 0 1,0 1 0,-1 0 0,0 0 0,-1 0-1,0 1 1,-1 0 0,-1 0 0,0 0 0,-1 1-1,0-1 1,-1 1 0,-1-1 0,-1 1 0,0 0 0,-1 9 42,-5-10 32,0-1 0,-1 0 0,-1-1 0,0 0 0,-1 0 1,0 0-1,-1-1 0,0 0 0,0-1 0,-1 0 0,-1-1 1,1 0-1,-2-1 0,1-1 0,-1 1 0,0-2 0,-1 0 1,1 0-1,-1-2 0,0 0 0,0 0 0,-1-1 0,1-1 1,-1 0-1,-2-1-32,-25 6 125,-1-2 0,0-2 1,-1-1-1,1-3 0,-40-5-125,77 6-54,0 0-1,0 0 1,-1-1-1,1 1 1,0-1-1,0-1 0,0 1 1,0-1-1,0 0 1,0 0-1,1-1 1,-1 0-1,1 0 0,0 0 1,-1 0-1,1-1 1,1 0-1,-1 0 0,0 0 1,1-1-1,0 0 1,0 1-1,1-2 1,-1 1-1,1 0 0,0 0 1,0-1-1,1 0 1,0 0-1,0 1 0,0-1 1,1 0-1,-1-1 1,2 1-1,-1 0 1,1 0-1,-1 0 0,2-1 1,-1 1-1,1 0 1,0-1 54,17-47-2869,12-2-3438,5 3-2466</inkml:trace>
  <inkml:trace contextRef="#ctx0" brushRef="#br0" timeOffset="20994.065">7318 3338 5873,'0'0'2213,"0"0"2317,0 0-1947,0 0-1122,0 0-178,0 0 75,4 5 203,-3-2-1462,1-1 1,0 1-1,0-1 1,0 1-1,1-1 1,-1 0-1,1 0 0,-1 0 1,1 0-1,0 0 1,-1-1-1,1 1 1,0-1-1,0 0 1,0 0-1,0 0 1,0 0-1,1 0 0,-1-1 1,0 1-1,0-1 1,0 0-1,1 0 1,-1 0-1,0 0 1,1-1-100,52 1 517,-1-3 1,0-2-1,0-2 0,45-13-517,20-7-740,-108 6-6707,25-34-1624,-14 26 5509</inkml:trace>
  <inkml:trace contextRef="#ctx0" brushRef="#br0" timeOffset="21714.019">8520 2305 4017,'0'0'3181,"0"0"1386,0 0-2100,0 0-856,0 0-430,0 0-85,-12-4-75,-35-14-3,38 25 92,129 194 897,5-44-1311,-86-113-593,-2 2 1,-2 1-1,-2 2 1,-2 2-1,15 36-103,-42-83 1,0 1 0,-1 0-1,0 0 1,0 1 0,0-1 0,-1 1-1,0-1 1,0 1 0,0 0-1,0 0 1,-1 0 0,0-1 0,-1 1-1,1 0 1,-1 1 0,0-1 0,0 0-1,-1 0 1,0 0 0,0-1-1,0 1 1,-1 0 0,0 0 0,0 0-1,-1-1 1,1 1 0,-1-1 0,0 0-1,0 0 1,-1 0 0,0 0-1,0-1 1,0 1 0,0-1 0,-1 0-1,1 0 1,-1-1 0,0 1-1,0-1 1,-1 0 0,1-1 0,0 1-1,-1-1 1,0 0 0,0 0 0,-1 0-1,1 0 4,-1 0 1,0 0-1,0 0 1,0-1 0,0 0-1,0 0 1,0-1 0,0 0-1,-1 0 1,1-1-1,0 0 1,0 0 0,0-1-1,0 0 1,0 0-1,1 0 1,-1-1 0,1 0-1,-1 0 1,1-1 0,0 1-1,0-2 1,0 1-1,1 0 1,0-1 0,0 0-1,0-1 1,0 1-1,1-1 1,0 1 0,0-1-1,0-1 1,1 1 0,0 0-1,0-1 1,1 0-1,0 0 1,0 1 0,-1-8-5,4-10-3,1-1 0,1 1 1,1-1-1,1 1 1,2 0-1,0 1 0,1 0 1,2 0-1,0 1 1,1 0-1,2 0 0,8-10 3,40-86-218,-52 97 185,-2 1-1,0-1 1,-1 0-1,-1 0 1,-1-1-1,0 1 1,-2-1-1,-1 0 1,-1 0-1,-1-4 34,-3 14 37,-1 1 0,-1-1 0,0 1-1,0 0 1,-1 0 0,0 0-1,-1 1 1,-1 1 0,1-1 0,-2 1-1,1 1 1,-1-1 0,0 2-1,-1-1 1,0 2 0,0-1-1,0 2 1,-1-1 0,0 1 0,0 1-1,0 0 1,-1 1 0,1 0-1,-1 1 1,-8 0-37,18 0-12,0 1-1,1-1 1,-1 1 0,0 0-1,0 0 1,0 0 0,0 0-1,0 1 1,0-1-1,0 1 1,0 0 0,0-1-1,0 1 1,0 1 0,0-1-1,0 0 1,0 1 0,0 0-1,0-1 1,0 1 0,0 0-1,0 1 1,0-1-1,1 0 1,-1 1 0,0 0-1,1-1 1,0 1 0,-1 0-1,1 0 1,0 1 0,0-1-1,0 0 1,0 1 0,0-1-1,1 1 1,-1-1-1,1 1 1,-1 0 0,1 0-1,0 0 1,0 0 0,0 0-1,1 0 1,-1 0 0,1 0-1,0 0 1,0 0 0,0 0 12,32 101-5544,0-59-316</inkml:trace>
  <inkml:trace contextRef="#ctx0" brushRef="#br0" timeOffset="23459.083">9423 2159 7058,'0'0'1246,"0"0"2142,0 0-1530,0 0-281,0 0-222,0 0-232,-11-7-43,-32-16-94,38 31-263,187 293 1505,-93-117-1896,-63-122-305,2-1 1,3-1 0,3-1 0,2-2 0,3-2 0,2-1 0,2-3 0,11 8-28,-53-58 60,-30-32 295,-5-22-340,3-1 0,2-2 0,2-1 0,3 0 0,2-2 0,3-1 0,2 0 0,3-2 0,3 1 0,1-18-15,5 50 7,-110-630 16,111 640-10,0 0-1,-2 0 1,0 0 0,-1 1 0,-1 0-1,0 1 1,-2 0 0,0 0 0,0 1 0,-2 0-1,0 1 1,-12-12-13,174 85 196,-19-50-103,0-6 0,0-5 1,0-6-1,105-22-93,-62 9 7,979-74 49,-792 46 389,138-46-445,-311 58 49,-183 39-25,0 1 0,-1 0 0,1 0 0,-1 0 0,1 1 0,-1 0 0,0-1 0,0 2 0,0-1 0,0 0 0,-1 1 0,1-1 0,-1 1 0,0 0 1,0 0-1,0 1 0,-1-1 0,0 0 0,1 1 0,-1 0 0,-1-1 0,1 1 0,-1 1-24,5 4 17,106 251 400,-140-304-2848,-1-4-5141,-1 2-2150</inkml:trace>
  <inkml:trace contextRef="#ctx0" brushRef="#br1" timeOffset="26713.828">10536 1987 6617,'0'0'1254,"0"0"1616,0 0-1370,0 0-202,0 0 312,0 0-460,-9 5-469,3-2-577,1 1 1,0 0 0,0 0-1,1 0 1,-1 0 0,1 1-1,0 0 1,0 0 0,0 0 0,1 0-1,0 0 1,0 1 0,0 0-1,1-1 1,-1 1 0,1 0-1,1 0 1,-1 3-105,-4 11 244,2 0-1,0 1 1,1 0 0,1-1-1,1 1 1,1 0 0,1 0-1,0 0 1,2-1 0,0 1-1,2-1 1,0 1-1,1-1 1,1-1 0,1 1-1,1-1 1,0-1 0,2 0-1,0 0 1,0-1 0,2 0-1,0-1 1,12 11-244,-10-12-46,1-1 0,0 0 0,1-2 0,1 1-1,0-2 1,0 0 0,1-2 0,0 0 0,11 3 46,-23-15-4994,-3-12 1743,-2 9 1753,20-70-8219,-13 40 8741</inkml:trace>
  <inkml:trace contextRef="#ctx0" brushRef="#br1" timeOffset="27040.421">11101 2087 6225,'0'0'1763,"0"0"2192,0 0-1638,0 0-822,0 0-510,0 0-405,-9 14 120,-51 101 1131,-1 140-109,48-231-2983,-10-28-6015,2-22 214,11 7 6180,9 19 966,-13-26-1771</inkml:trace>
  <inkml:trace contextRef="#ctx0" brushRef="#br1" timeOffset="27321.225">10852 2104 7418,'0'0'1070,"0"0"2534,0 0-1345,0 0-597,0 0-662,0 0-103,5 0 234,8 4-864,-1 0 0,0 1 0,0 1 0,0 0 0,-1 0 0,1 1 0,-2 0 0,1 1 0,-1 1 0,0-1 0,-1 2 0,0-1 0,6 9-267,6 3 341,248 233 336,-247-242-1653,-7-26-13079,-14-4 11816,-1-5 20</inkml:trace>
  <inkml:trace contextRef="#ctx0" brushRef="#br1" timeOffset="27588.271">11504 2018 6617,'0'0'7626,"0"0"-4747,0 0-1878,0 0-65,0 0 1118,8 22-430,2 8-1236,7 21-103,1-1 0,3-1 0,1 0-1,3-2 1,31 44-285,-46-80 2288,3-2-9382,-12-13-3176,-12-7 6912,-9-8 1860</inkml:trace>
  <inkml:trace contextRef="#ctx0" brushRef="#br1" timeOffset="27917.887">11441 2251 6177,'0'0'1722,"0"0"1699,0 0-957,0 0-682,0 0-599,0 0-344,18-4 124,13-1-502,147-32-2488,-69-17-7942,-73 28 4388,-5 1 4146</inkml:trace>
  <inkml:trace contextRef="#ctx0" brushRef="#br1" timeOffset="28151.896">11963 1943 6545,'0'0'4169,"0"0"71,0 0-2220,0 0-878,0 0 340,0 18 215,1 145 690,-1-157-2352,1-1 0,-1 0 0,1 0 0,0 0 0,1 0 0,-1 0 0,1 0 0,0 0 0,0 0 0,0-1 0,1 1 0,0-1 0,0 1 0,0-1 0,0 0 0,1 0 0,-1 0 0,1-1 0,0 0 0,0 1 0,1-1 0,-1 0 0,0-1 0,1 1 0,0-1 0,0 0 0,-1 0 0,1-1 0,0 1 0,0-1 0,1 0 0,-1 0 0,0-1 0,4 0-35,118-37-1172,-129 29-10758,-11-19 7409,3 7 2835,3 4 620</inkml:trace>
  <inkml:trace contextRef="#ctx0" brushRef="#br1" timeOffset="28417.7">12086 1968 6369,'0'0'1982,"0"0"3081,0 0-2220,0 0-1128,0 0-412,0 0 201,-5 6-137,3-1-1239,0-1 0,0 0 0,1 1 0,-1 0 0,1-1 0,0 1-1,0 0 1,0-1 0,1 1 0,0 0 0,0 0 0,0 0 0,0-1 0,1 1 0,0 0 0,0 0 0,0-1-1,0 1 1,1-1 0,0 1 0,0-1 0,0 0 0,1 1-128,92 254 991,-90-253-7564,-3-38-2265,-2 27 6688,0-20-6240</inkml:trace>
  <inkml:trace contextRef="#ctx0" brushRef="#br1" timeOffset="28808.814">12063 1731 6361,'0'0'6747,"0"0"-4429,0 0-1375,0 0-334,0 0 110,0 0 19,45 27 48,-7 2-601,-1 2 0,-1 1-1,-2 2 1,-1 1-1,-2 2 1,-1 1-1,-3 1 1,0 1 0,-3 2-1,3 10-184,-21-38-1,0 0 0,-1 1 0,-1-1 0,0 1 0,-1 0 0,-1 0 0,0 0 0,-1 0 0,-1 0 0,0 1 0,-1-1 0,0 0 0,-2 0 1,0 0-1,0 0 0,-1 0 0,-1-1 0,-1 0 0,0 0 0,-1 0 0,0-1 0,-1 0 0,0 0 0,-1-1 0,-1 0 0,-10 10 1,4-13-3268,-2-8-5372,12-3 5059</inkml:trace>
  <inkml:trace contextRef="#ctx0" brushRef="#br0" timeOffset="33699.793">12444 1654 6993,'0'0'705,"0"0"-445,0 0 196,0 0 1383,0 0-608,-4 1-518,-6 2-1495,0-1 6192,19-13-2077,3 0-3163,0-1 0,1 1 0,0 1 1,1 1-1,0 0 0,0 0 0,1 1 0,0 1 1,0 1-1,1 0 0,2 0-170,-16 8 10,0 0 0,0 0 0,0 0 0,0 0 0,-1 0 0,1 1 0,0-1 0,-1 0 0,0 1 0,0-1 0,1 1 0,-1-1-1,-1 1 1,1 0 0,0 0 0,-1-1 0,1 1 0,-1 0 0,0 0 0,0-1 0,0 1 0,0 0 0,0 0 0,-1-1 0,1 1 0,-1 0 0,0 0 0,0 1-10,0 9 77,-36 125 253,40-143-333,0 1 0,0-1 0,0 1 0,0 0 0,1 0 1,0 0-1,0 0 0,0 0 0,0 1 0,0 0 0,1 0 1,-1 0-1,1 1 0,0-1 0,0 1 0,0 0 0,0 0 1,0 1-1,0 0 0,1 0 0,-1 0 0,0 0 1,1 1-1,-1 0 0,1 0 0,-1 1 0,0-1 0,1 1 1,-1 0-1,0 0 0,0 1 0,0 0 0,0 0 0,0 0 1,0 0-1,0 1 0,-1 0 0,1 0 0,-1 0 0,0 0 1,0 1-1,3 2 3,-3-2 7,-1 1 0,1 0 0,0 0 0,-1 0 0,0 0 0,-1 0 0,1 1 0,-1-1 0,0 1-1,0-1 1,0 1 0,-1 0 0,0 0 0,0 0 0,-1 0 0,0 0 0,0 0 0,0 0 0,0-1 0,-1 1 0,0 0 0,0 0 0,-1 0 0,0-1 0,0 1 0,0 0 0,-1-1 0,1 0 0,-1 0 0,-1 0 0,1 0 0,-1 0 0,0 0 0,0-1 0,0 0 0,0 0 0,-1 0 0,1 0 0,-1-1-1,0 0 1,-1 0 0,1 0 0,0 0 0,-1-1 0,1 0 0,-1 0 0,0-1 0,0 1 0,-3-1-7,-120 4 247,132-7-5579,6-3 1217,8 1-3934</inkml:trace>
  <inkml:trace contextRef="#ctx0" brushRef="#br0" timeOffset="37055.066">8617 3338 5753,'0'0'983,"0"0"-591,0 0-288,0 0 466,0 0 1527,0 0-771,-3 3-703,1-2-522,1 0 0,0-1 0,0 1 0,0 0 0,0 0-1,1 0 1,-1 0 0,0 0 0,0 0 0,1 0 0,-1 1 0,0-1 0,1 0 0,-1 0 0,1 0 0,-1 1 0,1-1 0,0 0 0,0 1-1,-1-1 1,1 0 0,0 0 0,0 1 0,0-1 0,1 0 0,-1 1 0,0-1 0,0 0 0,1 1 0,-1-1 0,1 0 0,-1 0 0,1 0 0,-1 1-1,1-1 1,0 0 0,-1 0 0,1 0 0,0 0 0,0 0 0,0 0 0,0 0 0,0 0 0,0-1 0,0 1 0,0 0 0,0-1 0,1 1 0,-1 0-1,0-1 1,0 1 0,1-1 0,-1 0 0,0 0 0,0 1 0,1-1 0,-1 0 0,0 0 0,1 0 0,-1 0 0,0 0 0,1 0 0,-1-1-101,121 13 506,1-5 0,-1-5 1,1-6-1,-1-5 0,0-6 1,24-10-507,959-102 1884,6-26-999,-219 49-228,-654 80-987,240 8 330,-477 16 106,-1 0-70,-19-12-3807,12 7-417,-5-3-3630</inkml:trace>
  <inkml:trace contextRef="#ctx0" brushRef="#br0" timeOffset="38807.955">14593 2324 5537,'0'0'7933,"0"0"-5037,0 0-1520,0 0-247,0 0 182,0 0 134,-2-9-338,-7-20-405,8 50-194,66 352 1762,28 185-1748,-99-553-10217,-19-35 1768,21 25 6093,-18-25-5070</inkml:trace>
  <inkml:trace contextRef="#ctx0" brushRef="#br0" timeOffset="39055.464">14351 2785 8162,'0'0'1859,"0"0"2590,0 0-2118,0 0-1124,0 0-386,0 0 373,16 0 578,117 1-437,-41 3-692,1-5 0,-1-3 1,-1-5-1,81-18-643,-131 9-3642,-25-6-5434,-15 8 588</inkml:trace>
  <inkml:trace contextRef="#ctx0" brushRef="#br0" timeOffset="39664.187">15552 2425 10778,'0'0'5016,"0"0"-2611,0 0-765,0 0-208,0 0 143,0 0 24,11-10-226,34-28-525,-44 38-837,0-1 0,-1 1 0,1 0 1,0-1-1,0 1 0,0 0 0,0 0 1,0 0-1,-1 0 0,1 0 0,0 0 1,0 0-1,0 0 0,0 0 0,0 0 1,-1 0-1,1 1 0,0-1 0,0 0 1,0 0-1,0 1 0,-1-1 0,1 1 1,0-1-1,0 1 0,-1-1 0,1 1 1,0-1-1,-1 1 0,1 0 1,-1-1-1,1 1 0,-1 0 0,1-1 1,-1 1-1,1 0 0,-1 0 0,0 0 1,1-1-1,-1 1 0,0 0 0,0 0 1,0 0-1,1 0 0,-1-1 0,0 1 1,0 0-1,0 0 0,-1 1-11,3 4 78,107 226 936,-109-230-1010,0-1 1,0 0 0,0 0-1,0 1 1,1-1 0,-1 0 0,0 0-1,1 1 1,-1-1 0,1 0-1,-1 0 1,1 0 0,0 0-1,-1 0 1,1 0 0,0 0-1,0 0 1,0 0 0,0 0 0,0 0-1,0-1 1,0 1 0,0 0-1,0-1 1,0 1 0,0-1-1,0 1 1,1-1 0,-1 1-1,0-1 1,0 0 0,0 0-1,1 1 1,-1-1 0,0 0 0,1 0-1,-1 0 1,0 0 0,0-1-1,1 1 1,-1 0 0,0-1-1,0 1 1,0 0 0,1-1-1,-1 1 1,0-1 0,0 0-1,0 1 1,0-1 0,0 0 0,0 0-1,0 1 1,0-1 0,0 0-1,-1 0 1,1 0 0,0 0-1,-1 0 1,1-1 0,0 1-1,0-1-4,2-4-9,-1-1 0,1 1 0,-1-1-1,0 0 1,-1 0 0,0 0-1,0 0 1,0 0 0,-1 0-1,0 0 1,0 0 0,-1 0-1,0 0 1,0 0 0,-1 0 0,0 0-1,0 0 1,0 1 0,-1-1-1,0 1 1,0-1 0,-1 1-1,0 0 1,0 0 0,0 1-1,-1-1 1,0 1 0,0 0 0,0 0-1,0 1 1,-1 0 0,0 0-1,0 0 1,0 0 0,0 1-1,-1 0 1,1 0 0,-1 1-1,0 0 1,0 0 0,0 1 0,0-1-1,0 2 1,0-1 0,0 1-1,-7 0 10,-1 6-3,0 0 0,-1 1 0,2 1 0,-1 0 0,1 1 0,1 1 0,0 0 0,0 1 0,1 0 0,0 1 0,1 0 0,0 1 0,1 0 0,0 1 0,2 0 0,-8 15 3,1-6 2,1 1-1,1 1 1,1 0 0,2 1-1,0 0 1,2 0-1,1 1 1,0 0-1,3 0 1,0 1-1,2-1 1,0 11-2,3-26 11,0 0 1,0 0-1,1 0 0,1 0 0,0 0 1,0-1-1,1 1 0,1-1 1,0 0-1,1 0 0,0 0 0,0-1 1,1 0-1,0 0 0,1-1 0,0 0 1,1 0-1,0-1 0,0 0 1,1-1-1,0 0 0,0 0 0,0-1 1,1 0-1,0-1 0,5 2-11,19 7 136,0-2 0,1-1 0,0-1 0,0-3 0,1 0 1,0-3-1,0-1 0,5-2-136,184-3 915,-223 2-974,1-1 1,-1 0 0,1 0 0,-1 0 0,1 0 0,-1 0 0,1-1 0,-1 0 0,0 1 0,0-1 0,0 0 0,0-1 0,0 1 0,-1 0 0,1-1 0,-1 0 0,1 1 0,-1-1 0,0 0 0,0 0 0,0 0 0,0-1 0,-1 1 0,1 0 0,-1-1 0,0 1 0,0-1 0,0 1 0,-1-1 0,1-2 58,2-33-4334,-4-1-4249,1 35 7066,-2-20-6666</inkml:trace>
  <inkml:trace contextRef="#ctx0" brushRef="#br0" timeOffset="44423.704">717 1796 8058,'0'0'1380,"0"0"1174,0 0-978,0 0-319,0 0-376,0 0-233,-11-17 59,-31-55 62,39 69-652,0 0 0,0 0 0,0 0 0,0 0 0,-1 0 0,1 1 0,-1-1 0,0 1 0,1 0-1,-1 0 1,0 1 0,0-1 0,0 1 0,-1 0 0,1 0 0,0 0 0,0 0 0,-1 1 0,1 0-1,0 0 1,0 0 0,-1 0 0,1 1 0,0-1 0,-1 1 0,1 0 0,0 1 0,0-1 0,-2 1-117,-13 8 78,0 1 1,1 0-1,0 1 1,1 1-1,0 0 1,1 2-1,1 0 1,0 0-1,-8 13-78,5-9 56,-29 30 110,3 3-1,2 1 0,2 2 1,3 2-1,2 1 1,0 9-166,23-44 10,1 1 1,2 0 0,0 1 0,2-1-1,1 2 1,0-1 0,2 1 0,1-1-1,2 1 1,0 0 0,1 0 0,2 0-1,0 0 1,2 0 0,1-1 0,1 0-1,8 20-10,174 333 471,-124-264 28,550 1085 741,-525-1015-945,-28-66-227,-4 3 1,-6 1-1,-6 4 0,-5 0 0,16 96-68,-37 1 235,-18-170-168,2 0-1,3 0 1,2 0 0,2-1-1,7 15-66,-16-59 12,2 0-1,-1 0 1,1 0-1,1 0 1,-1-1-1,1 1 0,1-1 1,-1 0-1,1 0 1,0-1-1,1 1 1,0-1-1,0 0 0,2 1-11,-7-6 44,-1-1-13,0-4 20,5-33-235,2 0 0,2 0 0,1 0 0,1 1 0,3 1 0,0 0-1,3 0 1,0 2 0,3 0 0,0 1 0,17-17 184,49-49-776,-83 96 766,-1 0 0,1 0 0,0 0 0,0 1 1,0-1-1,0 1 0,0 0 0,0 0 0,1 0 0,-1 0 0,0 1 0,1-1 0,-1 1 1,0 0-1,1 0 0,-1 0 0,0 0 0,1 0 0,-1 1 0,0 0 0,0-1 0,1 1 1,-1 1-1,0-1 0,0 0 0,0 1 0,0-1 0,0 1 0,-1 0 0,1 0 0,0 0 1,-1 1-1,0-1 0,1 0 0,-1 1 0,1 1 10,63 69-2,-37-38 80,1-2 1,2-1-1,1-1 0,1-2 1,1-1-1,13 5-78,23-1 149,1-2 0,1-3 0,2-4 0,0-3 0,2-3-1,0-4 1,0-3 0,1-3 0,0-4 0,0-3 0,65-10-149,-19 1 59,0-6 0,-1-5 0,0-5 0,-3-6 0,0-5 0,-2-5 0,54-29-59,-138 52 2,1 3 0,0 1 0,1 1 0,0 2 1,1 2-1,1 1 0,-1 2 0,1 2 0,0 1 0,0 2 0,0 1 0,0 3 0,16 3-2,261 51 327,-148-61-161,-1-6 1,91-20-167,-31 3 59,139-23-11,233-66-48,-551 104-11,0 3-1,1 1 1,0 3 0,1 2 0,-1 2 0,1 2 0,-1 2-1,6 3 12,294 133 22,-269-120-8,0-3 0,0-4 0,1-4 0,1-3 0,-1-3 0,16-5-14,-56 3 1,380-16 106,79-28-107,-317 27-27,566-94 31,-435 57 198,-243 43-84,1 2 0,0 5 0,0 2 0,0 3 0,0 3 0,0 4 0,44 10-118,65 11 88,1-9-1,1-7 0,166-11-87,-290-3 2,2 2-4,-1-2 0,0-3 0,0-3 0,0-3 0,44-12 2,178-72-200,-5-12 1,145-82 199,-371 162 10,1 2 0,0 3 0,1 2 1,2 2-1,-1 3 0,2 2 0,0 2 0,51-2-10,14 17-31,-1 5 0,-1 6 0,0 4 0,34 15 31,50 15 0,2-10 0,1-8 0,156 2 0,-321-30 6,0-3-1,-1-1 1,1-2 0,0-2-1,0-1 1,-1-2-1,0-2 1,-1-2-1,0-1 1,0-2-1,-2-1 1,19-12-6,-36 15-16,0 0 0,-1-2 0,0 0 0,-1-1 0,-1-1 0,0 0 0,-1-1 0,-1-1 0,0 0 0,-2-1 0,0 0 0,-1-1 0,-1-1 0,-1 1 0,-1-2 0,0 1 0,-2-2 16,15-53-150,-18 58 144,1 1 0,0-1 0,1 1 0,1 0 1,1 0-1,0 1 0,1 0 0,1 0 0,0 1 0,1 0 0,1 0 0,1 1 0,11-11 6,22-6-21,2 3 0,1 1 0,1 3 0,1 2-1,1 2 1,1 2 0,0 2 0,48-6 21,238-31-80,-338 53 80,-1 0 0,1-1 0,-1 1 0,1 0 1,0 0-1,-1 0 0,1 0 0,0-1 0,-1 1 0,1 0 0,0 0 1,0-1-1,-1 1 0,1 0 0,0-1 0,0 1 0,-1 0 0,1-1 1,0 1-1,0 0 0,0-1 0,0 1 0,-1 0 0,1-1 0,0 1 1,0-1-1,0 1 0,0 0 0,0-1 0,0 1 0,0-1 0,0 1 1,0 0-1,0-1 0,0 1 0,1-1 0,-1 1 0,0 0 0,0-1 1,0 1-1,0 0 0,1-1 0,-1 1 0,0 0 0,0-1 0,1 1 1,-1 0-1,0 0 0,0-1 0,1 1 0,-1 0 0,0 0 0,1-1 1,-1 1-1,0 0 0,1 0 0,-1 0 0,0 0 0,1-1 0,-45-18 100,37 15-107,-7-2 14,0-1 0,1-1 0,1-1-1,-1 0 1,1 0 0,1-1 0,-1 0 0,2-1 0,0-1-1,0 0 1,1 0 0,0 0 0,1-1 0,1-1-1,0 1 1,0-1 0,2-1 0,-4-10-7,-47-148 28,7-3-1,-25-179-27,71 342 6,-106-594 68,53 449-51,-7 2 0,-7 3 0,-6 4 0,-7 2 0,-6 5 0,-43-46-23,78 107 3,20 30-7,-2 0-10,2-2-1,3-1 0,2-1 0,-17-48 15,33 63-9,13 33 4,-1-1 0,0 0 0,-1 0 0,0 1 0,0-1 0,-1 1 0,0 0 0,0 0 0,0 0 0,-1 0 0,0 0 0,0 1 0,-1 0 0,0-1 0,0 2 0,-1-1 0,1 1 0,-1 0 0,0 0 0,-1 0 0,1 1 0,-1 0 0,0 0 0,0 1 0,0 0 1,0 0-1,0 0 0,-1 1 0,1 0 0,-1 1 5,-338 74-82,308-67 92,1-1-1,0-1 0,-1-3 1,0-1-1,0-1 0,-26-6-9,51 3 5,0-1 0,1 0 0,-1 0 0,1-1 0,1-1 0,-1 0 0,1-1 1,0 0-1,1-1 0,0 0 0,0 0 0,1-1 0,1 0 0,-1-1 0,1 0 0,-5-10-5,-96-200 30,104 208-26,-31-80 1,25 57-4,-2 1 1,-1 0-1,-2 1 1,-1 0-1,-2 2 1,-1 0-1,-1 1 1,-2 1-1,-1 1 1,-2 0-2,8 18-3,0 1 0,-1 0 0,0 2 1,-1 0-1,0 1 0,0 1 0,-1 0 0,1 2 0,-1 1 1,0 0-1,0 1 0,0 2 0,0 0 0,0 1 1,0 1-1,0 1 0,-19 5 3,-50 12-26,0 4 0,2 4 0,0 4 0,-79 42 26,5 3-17,112-49 16,0-2 1,-1-3-1,-1-1 0,-2-4 1,0-1-1,0-3 0,-2-2 1,1-2-1,-40 0 1,-591-82-256,562 68 255,0 5-1,0 6 1,0 5 0,2 5-1,0 6 1,1 5 0,-22 13 1,-1 8-28,3 7 1,-86 49 27,216-99-1,-1 3 3,-1-1 0,0 0 0,0-1 0,-1 0 0,0-2 0,0 1 0,-1-2 0,1 1 0,-1-2 0,0 0 0,0-1 0,0-1 0,0 0 0,0-1 0,0 0 0,0-1 0,0-1 0,0-1 0,0 0 0,-4-2-2,-113-68-48,97 51 16,-1 1 0,-1 2 0,-1 1 1,-1 2-1,0 2 0,-30-6 32,-2 10-35,-1 4 0,0 3 0,0 2 0,0 4-1,1 4 1,-58 12 35,-338 64-8,-217 79 8,-254 143-305,930-303 303,-27 12-35,-2-2 0,0-1 0,0-3 1,0 0-1,-1-3 0,0-1 0,-1-2 0,1-1 1,-3-2 36,-168-91-2,149 80-14,1 3 1,-2 2-1,1 3 0,-1 2 0,-37 5 16,-26-2-23,-18-3 27,-5-2 13,1 6 0,-95 17-17,141 0 8,1 5-1,2 4 1,0 4-1,3 5 1,0 3 0,-38 26-8,88-46-26,0 2 1,1 1 0,1 3-1,1 1 1,2 2 0,1 2-1,1 1 1,1 2 0,-12 17 25,46-51 4,0 1 1,0-1 0,0-1 0,0 1-1,0 0 1,0 0 0,0-1 0,0 1-1,0-1 1,0 0 0,0 1 0,0-1-1,0 0 1,0 0 0,0 0 0,1-1-1,-1 1 1,0 0 0,1-1 0,-1 1-1,1-1 1,-1 1 0,1-1 0,0 0 0,0 1-1,0-1 1,0 0 0,0 0 0,0 0-1,0-1-4,-5-4 10,-7-9-8,-1 1 0,-1 0 1,0 1-1,-1 1 1,-1 1-1,0 0 0,0 1 1,-1 0-1,-1 2 1,0 0-1,0 1 1,0 1-1,-1 1 0,0 1 1,0 0-1,-5 1-2,-32-3-7,0 3 0,-1 2-1,1 2 1,-1 3 0,1 2-1,0 3 1,1 3 0,-1 2-1,2 2 1,-39 17 7,-351 193-251,345-168 227,98-56 25,0-1 0,-1 1-1,1-1 1,-1 1 0,1-1-1,-1 0 1,1 0 0,0 0 0,-1 0-1,1-1 1,-1 1 0,1-1 0,0 1-1,-1-1 1,1 0 0,0 0-1,-1 0 1,1 0 0,0 0 0,0 0-1,0-1 1,0 1 0,0-1 0,0 0-1,1 1 1,-1-1 0,1 0-1,-1 0 1,1 0 0,-1 0 0,1 0-1,0 0 1,0 0 0,0-1-1,0 1 0,-15-18 5,-7 1-60,-1 2 0,0 1 1,-1 1-1,0 2 0,-1 0 1,-1 1-1,0 2 0,0 1 1,-1 1-1,0 1 1,-1 1-1,1 2 0,-1 1 1,0 1-1,0 2 0,0 0 1,0 2-1,-10 3 55,-3-5-21,-263 33-757,12 58-4218,275-86 4855,-1 0 0,0 0 0,0-2 0,0-1 1,0 0-1,-1-1 0,1-1 0,0-1 0,-4-1 141,-34 1-427,20 0-55,-100 11-843,66 41-7899,65-38 5828</inkml:trace>
  <inkml:trace contextRef="#ctx0" brushRef="#br0" timeOffset="154135.658">13217 2963 4049,'0'0'2552,"198"0"-2552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24:12.75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6809,'0'0'0,"0"0"-1560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24:14.26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86 0 6185,'0'0'800,"0"0"-141,0 0 475,0 0-513,0 0-337,0 0 54,2 6 4660,-50-3-3062,26 2-6530,4 0 1139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24:14.92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17 6529,'0'0'4328,"0"0"-2561,0 0-905,0 0-268,0 0-108,0 0 90,40 0 328,-12-8-7165,-19-1 3117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24:16.14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 0 5937,'0'0'739,"0"0"-400,0 0-218,0 0-38,0 0 550,0 0 1164,0 3-2186,-6 21 9093,44-5-11950,-37-19 1515,-1 0-2038,0 0-4913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24:22.06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 13 7434,'0'0'488,"0"0"3705,0 0-3169,0 0-656,0 0-240,0 0-112,-3 0-32,3 0 8,0 0-456,0 0-776,0 0-593,0-4-823,0-5 1055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24:22.51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7346,'0'0'176,"0"0"334,0 0 1643,0 0-357,0 0-678,0 0-361,7 8 1921,17-9-9633,-13-2 4642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24:22.92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 34 5457,'0'0'1488,"0"0"3834,0 0-4050,0 0-808,0 0-344,0 0-40,0 0-160,-4 0 40,4 0-1040,7-2-1841,7-12-1288,4-3 3313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24:24.97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9 6345,'0'0'897,"0"0"655,0 0 432,0 0-551,0 0-391,0 0-51,0 0 330,1-1-10709,0-1 9495,-1-4-1326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24:26.38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14 27 6361,'0'0'636,"0"0"-319,0 0-255,0 0-11,0 0 332,-12 15 7341,10-21-6995,11-17-6663,-9 23 5909,5-13-2981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24:53.309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303 274 6185,'0'0'2677,"0"0"-185,0 0-1090,0 0-479,0 0-120,0 0-343,-14-4-157,-44-12-14,20 52 23,33-25-243,-4 8 125,1 1-1,0-1 0,2 1 0,0 1 0,2-1 0,0 1 1,1 0-1,1 0 0,1 0 0,1 0 0,1 0 0,1 0 1,1 5-194,0-20 24,0-1 1,0 0 0,1 1 0,-1-1 0,1-1 0,0 1 0,1-1 0,-1 1-1,1-1 1,0 0 0,0-1 0,0 1 0,0-1 0,1 0 0,0 0 0,-1-1-1,1 0 1,0 0 0,0 0 0,0-1 0,0 0 0,0 0 0,0 0 0,1-1-1,-1 0 1,0 0 0,0 0 0,1-1 0,-1 0 0,0 0 0,0-1 0,0 0-1,0 0 1,-1 0 0,1 0 0,0-1 0,-1 0 0,0-1 0,1 1-1,0-2-24,7-2 48,0-2-1,0 0 0,-1 0 0,0-1 1,0-1-1,-1 0 0,0-1 0,-1 0 1,-1 0-1,0-1 0,-1 0 0,0-1 1,-1 1-1,0-2 0,-1 1 0,-1-1 1,0 0-1,-1 0 0,2-13-47,-5 18 38,-1 0-1,0 0 1,0 0 0,-1 0-1,0 0 1,-1 0 0,0 0-1,-1 0 1,0 0-1,0 1 1,-1 0 0,0 0-1,-1 0 1,0 0 0,0 0-1,-1 1 1,0 0 0,0 0-1,-1 1 1,0 0 0,0 0-1,-8-5-37,9 6 46,0 0-1,-1 1 0,0-1 1,0 1-1,0 1 0,-1-1 1,1 2-1,-1-1 0,0 1 1,0 0-1,-1 0 0,1 1 1,0 0-1,-1 1 0,1-1 1,-1 2-1,0-1 0,1 1 1,-1 1-1,0 0 0,1 0 1,-1 0-1,1 1 0,0 0 1,-1 1-1,1 0 0,0 0 1,1 1-1,-1 0 0,0 0-45,-1 10 20,0 0-1,1 1 1,0 0-1,1 0 1,1 1-1,0 0 1,1 0-1,1 0 1,1 1-1,0-1 0,1 1 1,1 0-1,0-1 1,1 1-1,1 0 1,1 0-1,2 12-19,-2-21 4,-1-1 0,1 1 0,0 0 0,1-1 0,0 1 0,0-1 0,1 0 0,0 0 0,0 0 0,0-1 0,1 1 0,0-1 0,1 0 0,-1-1 0,1 1 0,0-1 0,0 0 0,1 0 0,-1-1 0,1 0 0,0 0 0,0-1 0,1 0 0,-1 0 0,1 0 0,-1-1 0,1 0 0,0-1 0,0 0 0,0 0 0,0-1 0,0 0 0,0 0 0,0 0 0,-1-1 0,4-1-4,-2 1 10,0 0 0,1 0 1,-1-1-1,0 0 1,0 0-1,0-1 0,0-1 1,0 1-1,-1-1 0,0-1 1,0 0-1,0 0 1,0 0-1,-1-1 0,0 0 1,0-1-1,0 0 0,-1 0 1,0 0-1,0 0 1,-1-1-1,0 0 0,-1 0 1,1-1-1,-1 1 0,-1-1 1,0 0-1,0 0 1,-1 0-1,1-8-10,-4-3 5,-2 0 1,0 1-1,-1 0 1,-2-1-1,1 1 1,-2 1-1,-1-1 1,0 1-1,-1 1 1,-1-1-1,-1 2 1,0-1-1,-1 2 0,-1-1 1,0 2-1,-1 0 1,-1 0-1,0 1 1,-1 1-1,0 1 1,-12-7-6,24 14 26,-1 0 0,1 0 0,-1 0 0,0 0 0,0 1 0,-1 0 0,1 0 1,0 0-1,-1 1 0,0 0 0,1 0 0,-1 0 0,0 1 0,0 0 0,0 0 0,0 0 1,0 1-1,-1 0 0,1 0 0,0 0 0,0 1 0,0 0 0,0 0 0,0 1 0,0 0 0,-3 1-26,0 8 15,1 0 0,0 1-1,1-1 1,0 2 0,1-1-1,0 1 1,1 0 0,1 0 0,0 0-1,0 1 1,0 6-15,-9 46 22,2 0 1,3 1-1,3 0 0,3 30-22,1-89-1,1 0-1,0 1 0,1-1 1,0 0-1,0 0 0,1 0 1,0 0-1,0 0 0,1 0 1,0-1-1,0 1 0,1-1 1,0 1-1,0-1 0,1-1 1,0 1-1,0-1 0,1 0 1,-1 0-1,1 0 0,1-1 1,-1 1-1,1-2 0,0 1 1,7 3 1,-4-4 14,0 0 0,0-1 1,0 0-1,0-1 0,1 0 0,0-1 1,-1 0-1,1 0 0,0-1 1,-1-1-1,1 1 0,-1-2 0,1 0 1,-1 0-1,1-1 0,-1 0 0,0 0 1,0-1-1,0-1 0,-1 0 0,0 0 1,0-1-1,0 0 0,0 0 0,-1-1 1,0 0-1,-1-1 0,1 0 1,-2 0-1,1 0 0,-1-1 0,0 0 1,-1 0-1,0-1 0,0 1 0,-1-1 1,0 0-1,-1 0 0,0-1 0,-1 1 1,0-1-1,-1 1 0,0-1 1,0 0-1,-1 1 0,0-1 0,-1 1 1,-1-1-1,0 0 0,0 1 0,-1 0 1,0-1-1,0 1 0,-1 0 0,-1 1 1,-3-7-15,-121-151 300,123 160-272,-1 1 0,0 0 0,0 0 0,0 1 0,0 0 0,-1 0 0,0 1 0,0 0 0,0 1 0,0-1 1,-1 1-1,1 1 0,-1 0 0,0 0 0,0 1 0,1 0 0,-1 0 0,0 1 0,0 0 0,0 0 0,0 1 0,-4 2-28,2 3 0,1 0 0,1 1 0,-1 0 0,1 1 0,0 0-1,1 0 1,0 1 0,0 0 0,1 1 0,0 0 0,0 0 0,1 0-1,1 1 1,0-1 0,0 1 0,1 1 0,1-1 0,0 1 0,-1 7 0,-2-4-61,2 1 1,0 1 0,1-1-1,1 0 1,0 1 0,1 0-1,1-1 1,1 1 0,0-1-1,1 5 61,0-15-406,-1-1 0,1 1-1,0-1 1,0 1 0,1-1-1,0 0 1,0 0-1,0 0 1,0 0 0,1-1-1,-1 1 1,1-1-1,1 0 1,-1 0 0,0 0-1,1-1 1,0 0-1,0 1 1,4 1 406,38 12-7123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24:54.901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426 140 6433,'0'0'1481,"0"0"3434,-20-1-2402,-69 3-1205,80 1-1128,0-1-1,0 1 0,1 1 1,-1 0-1,1 0 0,0 1 0,0-1 1,0 2-1,1-1 0,0 1 1,0 0-1,0 1 0,1 0 1,0 0-1,0 0 0,1 1 1,0-1-1,0 1 0,1 1 1,0-1-1,0 0 0,1 1 1,0 0-1,1 0 0,-1 0 1,2 0-1,-1 0 0,1 5-179,-2-3 56,1 0 0,-1 0-1,2 0 1,0 0 0,0 0-1,1 1 1,0-1-1,1 0 1,0 0 0,1 0-1,0 0 1,1 0 0,0 0-1,1 0 1,0-1 0,1 0-1,0 1 1,0-2 0,1 1-1,0-1 1,1 0 0,0 0-1,1-1 1,-1 0 0,2 0-1,-1 0 1,1-1-1,0-1 1,0 0 0,1 0-1,0-1 1,0 0 0,10 3-56,-11-4 7,0 0 0,0-1 1,0-1-1,1 0 0,-1 0 1,1 0-1,0-2 0,-1 1 1,1-1-1,0 0 0,-1-1 0,1 0 1,0-1-1,-1 0 0,0 0 1,1-1-1,-1 0 0,0-1 1,0 0-1,-1 0 0,1-1 1,-1 0-1,0-1 0,0 1 1,-1-2-1,0 1 0,0-1 1,0 0-1,-1 0 0,0-1 0,0 0 1,-1 0-1,0 0 0,-1-1 1,1 0-1,-2 0 0,1 0-7,-3-8 29,-1 0-1,-1 0 1,0 0-1,-2 0 1,1 1-1,-2-1 1,0 1-1,-1 0 1,-1 0-1,-1 0 1,0 1-1,-1 0 1,0 0-1,-1 1 1,-1 0-1,0 0 1,-1 1-1,0 1 1,-1 0-1,-1 0 1,0 1-1,0 1 1,-1 0-1,0 1 1,-1 0-1,0 2 1,0-1-1,-1 2 1,0 0-1,0 1 1,0 1-1,-1 0 1,0 1-1,0 1 1,1 0-1,-1 1 1,0 1-1,-2 1-28,11 0 29,0 1-1,-1 0 0,2 1 1,-1-1-1,0 1 0,0 1 1,1 0-1,0 0 1,-1 0-1,2 1 0,-1 0 1,0 0-1,1 1 0,0-1 1,0 1-1,1 1 0,0-1 1,0 1-1,0 0 0,1 0 1,0 1-1,0-1 1,1 1-1,0 0 0,1-1 1,-1 1-1,0 6-28,-1 3 14,0 1 1,1 0-1,0 0 0,2 1 1,0-1-1,1 0 0,1 0 1,1 1-1,0-1 0,1 0 1,2-1-1,2 9-14,-2-15-8,1 0-1,0 0 1,1 0 0,0-1 0,1 0 0,0 0 0,0-1-1,1 0 1,1-1 0,-1 0 0,1 0 0,1-1 0,-1 0-1,1-1 1,0 0 0,1-1 0,-1 0 0,1-1-1,0 0 1,0-1 0,0 0 0,1-1 0,-1 0 0,1-1-1,-1 0 1,1-1 0,0-1 0,-1 0 0,0-1 0,1 0-1,-1-1 1,0 0 0,0-1 0,0 0 0,0-1-1,-1 0 1,0-1 0,0 0 0,0-1 0,-1 0 0,0-1-1,0 0 1,-1-1 0,0 0 0,-1 0 0,0-1-1,0 0 1,-1 0 0,0 0 0,-1-1 0,0 0 0,-1-1-1,2-6 9,-3 3 6,-1 1 0,-1-1 0,0 0 0,-1 0 0,-1 0 0,0-1 0,-1 1 0,0 0 0,-2 0 0,1 1 0,-2-1 0,0 1 0,-1-1 0,0 1 0,-1 0 0,-1 1 0,0-1 0,-1 2 0,0-1-1,-1 1 1,-1 0 0,1 1 0,-2 0 0,0 0 0,0 1 0,-1 1 0,0 0 0,0 0 0,-1 1 0,0 1 0,-1 0 0,0 1 0,0 1 0,0 0 0,-1 1 0,1 0 0,-1 1 0,0 1 0,0 0 0,0 1-1,-8 0-5,18 2 21,-1 1 1,1-1-1,0 1 0,0-1 0,0 2 0,0-1 0,0 0 0,0 1 0,0 0 0,1 0 0,0 0 0,-1 1 0,1 0 0,0-1 0,1 1 0,-1 1 0,1-1 0,0 0 0,0 1 0,0 0 0,0 0 0,1 0 0,0 0 0,0 0 0,0 0 0,1 0 0,0 1 0,0 1-21,-15 154 278,15-148-271,1 0-1,0 0 1,1 0-1,0 0 1,1 0-1,0 0 1,1-1-1,1 1 1,0-1-1,1 0 1,0 0-1,0 0 1,2-1-1,-1 0 1,1 0-1,1 0 1,0-1-1,0 0 1,1-1-1,1 0 1,-1 0-1,1-1 1,1 0-1,-1-1 1,1 0-1,1 0 1,-1-2-1,1 1 1,0-1-1,1-1 1,6 1-7,-8-4 7,0 0 1,1-1 0,-1 0-1,1-1 1,-1-1 0,1 0-1,-1 0 1,0-1 0,0-1-1,0 1 1,-1-2 0,1 0 0,-1 0-1,0-1 1,0 0 0,-1 0-1,0-1 1,0-1 0,0 1-1,-1-1 1,0-1 0,-1 0-1,0 0 1,0 0 0,-1-1-1,0 0 1,-1 0 0,0 0-1,-1-1 1,0 0 0,0 0-1,-1 0 1,1-8-8,-1 5-23,0 0 0,0-1 0,-2 1 0,0 0 0,-1-1 0,0 1 0,-1-1 0,0 1 0,-1 0 0,-1-1 0,-1 1 0,0 1 0,0-1-1,-1 0 1,-1 1 0,-1 0 0,1 0 0,-2 1 0,0 0 0,0 0 0,-1 1 0,-1 0 0,0 1 0,0 0 0,-1 0 0,0 1 0,-1 0 0,0 1 0,0 1 0,-1 0 0,0 0 0,0 1 0,-1 1 0,1 1 0,-1-1 0,-6 1 23,8 1 39,-1 1 1,1 0 0,-1 1 0,0 0-1,0 1 1,1 0 0,-1 1-1,0 1 1,1 0 0,-1 0 0,1 2-1,-1-1 1,1 2 0,0-1 0,1 2-1,-1-1 1,1 2 0,0 0 0,1 0-1,0 0 1,0 2 0,0-1-1,1 1 1,0 0 0,1 1 0,0 0-1,1 1 1,0-1 0,0 1 0,1 1-1,1-1 1,0 1 0,0 0 0,0 5-40,0-3 5,1 0 0,1 1 0,0-1 0,1 1 0,0-1 0,1 1 0,1 0 0,1 0 0,0-1 1,0 1-1,2-1 0,0 1 0,0-1 0,2 0 0,-1 0 0,2 0 0,0-1 0,0 0 1,2 0-1,-1 0 0,2-1 0,-1 0 0,2-1 0,-1 0 0,2 0 0,-1-1 0,2-1 0,-1 1 1,6 2-6,2 0-32,0 0 0,1-1 0,0-1 0,1-1 0,0-1 0,0 0 0,0-2 0,1 0 0,0-2-1,1 0 1,-1-2 0,0 0 0,1-2 0,-1 0 0,1-2 0,-1 0 0,0-1 0,1-2 0,-2 0 0,1-1 0,16-7 32,-32 10-9,0-1 0,0 1-1,0-1 1,-1 0-1,1-1 1,-1 1-1,0-1 1,0 0-1,-1 0 1,1-1 0,-1 1-1,0-1 1,-1 0-1,1 0 1,-1 0-1,-1-1 1,1 1-1,-1-1 1,0 1 0,0-1-1,-1 0 1,0 0-1,0 0 1,-1 0-1,0 0 1,0 1-1,0-1 1,-1 0 0,0 0-1,0 0 1,-1 0-1,0 1 1,0-1-1,-1 1 1,1-1-1,-2 1 1,0-2 9,-5-6 9,0 0 0,0 1 0,-2 0 0,0 1 0,0 0 0,-1 0 0,0 1 0,-1 1 0,0 0 0,-1 1 0,0 1 0,0 0 0,-1 0 0,0 2 0,0 0 0,-1 0 0,1 2 0,-1 0-1,0 1 1,-1 0 0,1 1 0,-4 1-9,16 2-99,1-1 1,0 1-1,0 0 0,0 0 0,0 1 0,0-1 0,0 1 0,0-1 0,0 1 0,1 0 1,-1 0-1,1 0 0,-1 0 0,1 0 0,0 1 0,0-1 0,0 1 0,0 0 0,0-1 1,0 1-1,1 0 0,0 0 0,-1 0 0,1 0 0,0 0 0,0 1 0,1-1 0,-1 2 99,-9 102-8208,9-84 5058,1 42-2850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24:59.456"/>
    </inkml:context>
    <inkml:brush xml:id="br0">
      <inkml:brushProperty name="width" value="0.2" units="cm"/>
      <inkml:brushProperty name="height" value="0.4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284 168 9194,'0'0'2362,"0"0"-511,0 0-800,0 0-430,-22-5-174,-71-8 116,90 13-525,-1 1 1,1-1-1,0 1 1,0 0 0,0 0-1,-1 0 1,1 1-1,0-1 1,0 1-1,0 0 1,1-1-1,-1 1 1,0 0 0,1 1-1,-1-1 1,1 0-1,0 1 1,0-1-1,0 1 1,0 0 0,0 0-1,1 0 1,-1 0-1,1 0 1,-1 0-1,1 2-38,-5 6 73,-6 15 103,0 0 0,2 1-1,1 0 1,1 0 0,1 1 0,2 0 0,0 1 0,2-1 0,2 1 0,0-1 0,2 4-176,-1-27 45,-1-1 0,1 1-1,1-1 1,-1 1 0,1-1 0,0 1 0,0-1 0,0 0 0,0 1 0,1-1 0,-1 0 0,1 0-1,0 0 1,1 0 0,-1 0 0,1-1 0,-1 1 0,1-1 0,0 1 0,1-1 0,-1 0 0,0 0-1,1-1 1,0 1 0,0-1 0,-1 0 0,1 1 0,0-2 0,1 1 0,-1 0 0,0-1 0,1 0-1,-1 0-44,22 0 158,0-1 0,1-1 0,-1-2 0,0-1 0,0 0 0,-1-2 0,0-1-1,0-1 1,0-1 0,-1-1 0,0-2 0,-1 0 0,0-1 0,-1-1 0,-1-2 0,0 0-1,-1-1 1,4-5-158,-15 16 9,1 1-1,-1-2 1,0 1-1,-1-1 1,0-1-1,0 0 0,0 0 1,-1 0-1,0-1 1,-1 0-1,0 0 1,0-1-1,-1 1 0,0-1 1,-1-1-1,0 1 1,0 0-1,-1-1 1,-1 0-1,0 0 0,0 0 1,-1 0-1,-1 0 1,0 0-1,0 0 1,-1 0-1,0 0 0,-1 0 1,0 0-1,-1 1 1,0-1-1,-1 1 1,0-1-1,-1 1 1,0 0-1,0 1 0,-1-1-8,-6-3 22,0 2 0,0 0-1,-1 0 1,-1 1 0,0 1-1,0 0 1,-1 1 0,0 1-1,0 0 1,0 1-1,-1 0 1,0 1 0,0 1-1,-1 1 1,1 0 0,-1 1-1,0 1 1,1 1 0,-1 0-1,0 1 1,1 1 0,-7 1-22,14 0 16,0 1 1,0 0 0,0 0 0,1 1 0,0 0 0,-1 0 0,2 1-1,-1 0 1,1 0 0,0 1 0,0 0 0,0 0 0,1 1 0,0-1-1,1 1 1,0 1 0,0-1 0,1 1 0,0 0 0,0 0 0,-1 9-17,-2 4 27,1 0-1,0 0 1,2 0 0,1 1 0,1-1 0,1 1 0,1 0 0,2 21-27,2-32 5,-1-1-1,2 1 1,-1-1-1,2 0 1,-1 0-1,2-1 1,-1 1-1,1-1 1,1-1 0,0 1-1,0-1 1,1-1-1,0 0 1,1 0-1,-1 0 1,1-1 0,1-1-1,-1 0 1,1 0-1,0-1 1,1-1-1,-1 0 1,1 0-1,0-1 1,0 0 0,0-1-1,0-1 1,0 0-1,1 0 1,-1-2-1,0 1 1,0-1 0,0-1-1,0 0 1,0-1-1,0 0 1,0-1-1,3-2-4,-7 3-31,1-1 0,-2 1 0,1-1 0,0-1 0,-1 0 0,0 0 0,0 0-1,0-1 1,-1 0 0,1 0 0,-2-1 0,1 0 0,-1 0 0,0 0 0,0 0 0,-1-1 0,0 0-1,0 0 1,-1 0 0,0 0 0,0-1 0,-1 1 0,0-1 0,-1 0 0,0 1 0,0-1-1,-1 0 1,0 0 0,0 0 0,-1 1 0,0-1 0,-1 0 0,0 1 0,0-1 0,-1 1-1,0 0 1,-1-1 0,1 2 0,-2-1 0,-4-7 31,-2-2-6,-2 0 0,0 0 0,-1 1 0,0 1 0,-1 0 0,-1 1-1,0 1 1,-1 1 0,-13-8 6,23 16 29,-1-1 0,1 1-1,-1 1 1,0 0 0,0 0-1,0 0 1,0 1-1,-1 0 1,1 1 0,0 0-1,-1 0 1,1 1 0,-1 0-1,0 0 1,1 1 0,0 0-1,-1 0 1,1 1 0,0 0-1,0 1 1,0 0 0,0 0-1,0 1 1,0 0 0,-5 4-29,-7 10 39,-1 0 0,2 2 1,1 0-1,0 2 1,2 0-1,0 0 0,2 2 1,0 0-1,1 0 1,2 1-1,1 1 0,1 0 1,1 0-1,1 1 1,1 0-1,1 0 0,2 0 1,1 0-1,1 1 1,1 2-40,-1-25 0,1 1 0,-1 0 1,1 0-1,1 0 0,-1 0 0,1-1 1,0 1-1,0 0 0,0-1 1,1 1-1,0 0 0,0-1 1,0 0-1,1 1 0,0-1 0,0 0 1,0 0-1,1-1 0,-1 1 1,1-1-1,0 0 0,0 0 1,1 0-1,-1 0 0,1-1 0,0 0 1,0 0-1,0 0 0,1 0 1,-1-1-1,0 0 0,1 0 1,-1 0-1,1-1 0,0 0 0,3 0 0,-2 1-10,-1 0 0,0-1 0,0 0 0,1 0 0,-1 0 0,1-1 0,-1 0 0,1 0 0,-1-1 0,1 0 0,-1 0 0,0 0 0,1-1 0,-1 0 0,0 0 0,0 0 0,0-1 0,-1 0 0,1 0 0,0-1 0,-1 0 0,0 0 0,0 0 0,0 0 0,-1-1 0,1 1 0,-1-1 0,0 0 0,-1-1 0,1 1 0,-1-1 0,0 0 0,0 1 0,-1-1 0,1-1 0,-1 1 0,-1 0 0,2-6 10,-30-86-4055,-56 39-6194,54 46 8310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25:01.586"/>
    </inkml:context>
    <inkml:brush xml:id="br0">
      <inkml:brushProperty name="width" value="0.2" units="cm"/>
      <inkml:brushProperty name="height" value="0.4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141 68 5817,'0'0'1164,"0"0"1061,0 0-585,0 0-1006,0 0-314,0 0-55,-20 11 409,5-5-445,9-4-153,1 0 0,-1 0 0,1 0 0,0 0 0,0 1 0,0 0 0,0 0 1,0 1-1,1-1 0,-1 1 0,1 0 0,0 0 0,0 0 0,1 1 0,-1-1 0,1 1 0,0 0 0,0 0 0,0 0 1,1 0-1,0 0 0,0 1 0,0-1 0,0 3-76,-7 232 2986,10-230-2932,0 0 0,0 0 0,1 0 0,1-1 0,-1 1 0,2-1 0,-1 1 0,1-1 0,1 0-1,-1 0 1,2-1 0,-1 0 0,1 0 0,0 0 0,1 0 0,0-1 0,0 0 0,0 0 0,1-1 0,0 0 0,1-1 0,7 5-54,-6-7 15,1 0-1,-1 0 1,1-1 0,0-1 0,0 0 0,0 0 0,0-1-1,0 0 1,0-1 0,0 0 0,0-1 0,-1 0-1,1-1 1,-1 0 0,1-1 0,-1 0 0,0 0 0,0-1-1,-1-1 1,1 1 0,-1-2 0,0 1 0,-1-1 0,0 0-1,0-1 1,0 0 0,-1 0 0,0-1 0,-1 0 0,0 0-1,0 0 1,-1-1 0,0 0 0,-1 0 0,0 0 0,-1-1-1,0 1 1,0-1 0,-1 0 0,-1 0 0,1 0-1,-2-7-13,1 1 32,0-1 1,-2 0 0,0 1-1,-1-1 1,-1 1 0,0-1-1,-2 1 1,0 0 0,-1 0 0,0 1-1,-1 0 1,-1 0 0,-1 0-1,0 1 1,-1 1 0,-1-1-1,0 2 1,0-1 0,-2 2 0,0 0-1,0 0 1,-2 0-34,11 9 14,-1 0 1,0 0-1,0 1 1,0-1-1,-1 1 0,1 0 1,0 0-1,-1 1 1,1 0-1,-1 0 0,0 0 1,1 1-1,-1-1 1,0 1-1,1 1 0,-1-1 1,0 1-1,1 0 1,-1 0-1,0 1 0,1-1 1,0 1-1,-1 0 1,1 1-1,0-1 1,0 1-1,0 0 0,1 1 1,-1-1-1,1 1 1,0 0-1,0 0 0,0 0 1,0 0-1,1 1 1,-1 0-1,1-1 0,1 1 1,-1 0-1,0 1-14,-8 13-12,0 1 0,1 1 0,1-1-1,1 2 1,1-1 0,1 1 0,1 0-1,0 0 1,2 1 0,1-1 0,0 1 0,2-1-1,1 11 13,0-28 4,1 1 0,-1-1-1,1 1 1,0-1 0,0 0-1,0 0 1,1 0 0,-1 0-1,1 0 1,1 0 0,-1-1-1,1 0 1,-1 1 0,1-1-1,1-1 1,-1 1-1,0-1 1,1 1 0,0-1-1,0-1 1,0 1 0,0-1-1,0 1 1,0-1 0,0-1-1,1 1 1,-1-1 0,6 1-4,160 7 156,-163-8-157,0-1 1,0 0-1,0 0 0,0-1 0,-1 0 1,1 0-1,0-1 0,0 0 1,0 0-1,-1-1 0,1 0 0,-1 0 1,0-1-1,0 0 0,0 0 0,-1-1 1,1 1-1,-1-2 0,0 1 0,-1-1 1,1 1-1,-1-2 0,0 1 1,-1 0-1,1-1 0,-1 0 0,0 0 1,-1 0-1,0-1 0,0 1 0,-1-1 1,0 0-1,0 1 0,0-1 0,-1 0 1,-1 0-1,1 0 0,-1 0 1,0 0-1,-1-3 1,-4-1 2,-1 0 1,1 1-1,-2 0 1,1 1-1,-2-1 0,1 1 1,-1 0-1,-1 1 1,0 0-1,0 0 1,-1 1-1,0 0 1,0 1-1,-1 0 0,1 1 1,-2 0-1,1 1 1,-1 0-1,0 0 1,0 1-1,0 1 1,0 0-1,-1 1 1,-2 0-4,12 1-34,-1 1 0,1 0 0,-1-1-1,0 1 1,1 0 0,-1 1-1,0-1 1,1 1 0,-1 0-1,1-1 1,-1 2 0,1-1-1,-1 0 1,1 1 0,0-1 0,0 1-1,0 0 1,0 0 0,0 0-1,0 1 1,0-1 0,1 1-1,-1-1 1,1 1 0,-1 0-1,1 0 1,0 0 0,1 0 0,-1 0-1,0 1 1,1-1 35,-16 79-4129,15-24-2346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25:06.599"/>
    </inkml:context>
    <inkml:brush xml:id="br0">
      <inkml:brushProperty name="width" value="0.2" units="cm"/>
      <inkml:brushProperty name="height" value="0.4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82 14 7066,'0'0'630,"0"0"568,0 0 286,0 0-761,0 0-430,-10-1-79,9 1-214,-1-1 28,1 0 0,-1 1 0,0-1 0,0 1 0,0 0 0,0 0 0,0-1 0,0 1 0,0 0 1,0 1-1,0-1 0,0 0 0,0 0 0,1 1 0,-1-1 0,0 1 0,0 0 0,0 0 0,0-1 0,1 1 0,-1 0 0,0 0 0,1 1 0,-1-1 0,1 0 1,-1 0-1,1 1 0,0-1 0,0 1 0,-1-1 0,1 1 0,0 0 0,0-1 0,1 1 0,-1 0 0,0 0 0,0-1 0,1 1 0,-1 0 0,1 0 1,0 0-1,-1 0 0,1 0 0,0 0 0,0 2-28,-8 207 3120,8-206-3089,1 0-1,-1 0 1,1 1-1,1-1 0,-1 0 1,1 0-1,0 0 1,0 0-1,0-1 1,0 1-1,1-1 0,0 1 1,0-1-1,0 0 1,1 0-1,-1 0 0,1 0 1,0-1-1,0 1 1,0-1-1,1 0 1,-1-1-1,1 1 0,-1-1 1,1 1-1,0-1 1,0-1-1,0 1 0,0-1 1,0 0-1,1 0 1,-1 0-1,0-1 0,0 0 1,1 0-1,-1 0 1,0-1-1,0 1 1,0-1-1,1-1 0,0 0-30,3-2 68,-1-1 0,1 0-1,-2 0 1,1-1 0,0 0 0,-1-1-1,0 1 1,-1-1 0,0-1-1,0 1 1,0-1 0,-1 0 0,0 0-1,0-1 1,-1 1 0,-1-1-1,1 0 1,-1 0 0,-1-1 0,1 1-1,-2-1 1,2-7-68,-1 11 11,0 0-1,0 0 1,-1-1 0,0 1-1,0 0 1,0 0-1,-1-1 1,0 1 0,0-1-1,-1 1 1,1 0 0,-1 0-1,-1-1 1,1 1 0,-1 0-1,0 0 1,0 0-1,-1 0 1,0 1 0,0-1-1,0 1 1,-1 0 0,0 0-1,0 0 1,0 0 0,0 0-1,-1 1 1,0 0-1,0 0 1,0 0 0,0 1-1,-1 0 1,1 0 0,-1 0-1,0 0 1,0 1 0,0 0-1,0 0 1,0 1-1,-2-1-10,2 3-2,0-1-1,0 1 0,0 0 0,0 1 1,0-1-1,0 1 0,1 0 0,-1 1 0,1-1 1,0 1-1,-1 0 0,1 1 0,1-1 1,-1 1-1,0 0 0,1 0 0,0 0 1,0 1-1,0-1 0,0 1 0,1 0 0,0 0 1,0 0-1,0 1 0,1-1 0,-1 1 1,1-1-1,1 1 0,-1 0 0,1 0 0,0 0 1,0 0-1,1 0 0,0 0 0,0 0 1,0 0-1,1 0 0,0 3 3,37 30-3137,-10-31-2572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25:09.065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278 0 2697,'0'0'3856,"0"0"1630,0 0-3185,0 0-1011,0 0-555,0 0-56,-21 13 142,5-4-598,8-5-98,-1 0 0,1 0 0,0 1 0,0 1 0,1-1 0,-1 1 0,1 1 0,1-1 0,-1 1 0,1 0 0,0 1 0,1 0 0,0-1 0,0 2 0,0-1 0,0 4-125,-4 13 314,1 1 0,2 0 0,0 0 0,2 1 0,1 0 0,1-1 0,1 9-314,3-29 36,0 0 1,0 0-1,0 0 0,1-1 0,-1 1 0,1-1 1,1 0-1,-1 1 0,1-1 0,0-1 0,0 1 1,0-1-1,1 1 0,-1-1 0,1 0 1,0-1-1,0 1 0,1-1 0,-1 0 0,1-1 1,-1 1-1,1-1 0,0 0 0,0 0 0,0-1 1,0 0-1,0 0 0,0 0 0,1-1 1,-1 0-1,0 0 0,0 0 0,0-1 0,0 0 1,0 0-1,0-1 0,0 0 0,0 0 0,4-2-36,-2-1-6,-1-1-1,1-1 0,-1 1 1,0-1-1,-1 0 0,0-1 1,0 0-1,0 0 0,-1 0 1,-1 0-1,1-1 0,-1 0 1,-1 0-1,1 0 0,-1 0 1,-1-1-1,0 1 0,-1-1 1,1 1-1,-2-1 0,1 0 1,-1 1-1,-1-1 0,0 0 1,0 1-1,-1-1 0,-2-6 7,4 9 4,0 0-1,-1 0 1,0 0-1,0 0 0,-1 0 1,0 0-1,0 0 1,-1 0-1,1 0 1,-2 1-1,1 0 0,-1-1 1,0 1-1,0 0 1,0 1-1,-1-1 1,0 1-1,0 0 0,0 0 1,-1 1-1,1-1 1,-1 1-1,-1 0 0,1 1 1,0-1-1,-1 1 1,1 1-1,-1-1 1,0 1-1,0 0 0,0 1 1,0 0-1,0 0 1,-1 0-1,1 1 1,0 0-1,0 0 0,0 1 1,0 0-1,-1 0 1,1 1-1,0 0 0,1 0 1,-1 1-1,0-1 1,1 2-1,-1-1 1,1 1-1,0 0 0,0 0 1,1 0-1,-1 1 1,-3 4-4,-3 7 20,2 0 0,0 1 1,0 1-1,2 0 0,0 0 1,1 1-1,1 0 0,1 0 1,0 0-1,1 1 0,2-1 1,0 1-1,1 0 0,1 0 0,0 0 1,2-1-1,1 9-20,-1-19 5,0 1 1,0-1-1,1-1 0,0 1 0,0 0 1,1-1-1,0 0 0,1 0 0,-1 0 1,2 0-1,-1-1 0,1 1 1,0-1-1,1-1 0,-1 0 0,1 1 1,1-2-1,-1 1 0,1-1 0,0 0 1,0-1-1,0 0 0,1 0 0,-1-1 1,1 0-1,0-1 0,0 0 0,0 0 1,0-1-1,1 0 0,-1 0 0,0-1 1,0 0-1,1-1 0,-1 0 0,0 0 1,0-1-1,0-1 0,0 1 1,-1-1-1,1-1 0,0 1 0,-1-2 1,0 1-1,0-1 0,-1 0 0,1-1 1,-1 0-1,0 0 0,0 0 0,-1-1 1,0 0-1,0 0 0,4-8-5,-3-1 15,-1 0 0,0-1 0,-2 0 0,1 0 0,-2-1 0,-1 1 0,0-1-1,-1 1 1,0-1 0,-2 0 0,0 1 0,-1-1 0,-1 1 0,0 0 0,-2-1 0,0 1 0,0 1 0,-2-1 0,0 1-1,-1 0 1,-1 1 0,-2-3-15,11 17 16,-1 0-1,0-1 0,0 1 0,1 0 1,-1 0-1,0 0 0,0 0 1,0 0-1,-1 0 0,1 0 0,0 0 1,0 0-1,0 1 0,-1-1 1,1 0-1,0 1 0,-1-1 0,1 1 1,-1-1-1,1 1 0,0 0 1,-1 0-1,1-1 0,-1 1 0,1 0 1,-1 0-1,1 1 0,-1-1 1,1 0-1,-1 0 0,1 1 1,0-1-1,-1 1 0,1-1 0,0 1 1,-1 0-1,1-1 0,0 1 1,0 0-1,-1 0 0,1 0 0,0 0 1,0 0-1,0 0 0,0 0 1,0 0-1,0 0 0,1 1-15,-40 68 31,35-57-24,0-8-40,1 0 1,0 1-1,1-1 0,-1 1 0,1 0 0,0 0 0,1 0 0,-1 1 0,1-1 0,0 1 0,1-1 0,0 1 0,0-1 0,0 1 0,1 0 0,0 0 0,0-1 0,1 1 0,0 0 0,0-1 1,0 1-1,1-1 0,0 1 0,0-1 0,1 0 0,-1 0 0,2 0 0,-1 0 0,0 0 0,1-1 0,0 1 0,1-1 0,-1 0 0,5 3 33,2-4-207,0 0 0,1 0-1,0-1 1,-1 0 0,1-1 0,0-1-1,1 0 1,-1-1 0,0 0 0,0 0 0,0-1-1,0-1 1,0 0 0,0-1 0,-1 0-1,1-1 1,-1 0 0,1-1 0,-1 0-1,0-1 208,-8 3 35,0 0-1,-1 0 1,1 0 0,0-1-1,-1 1 1,0 0-1,0-1 1,0 0 0,0 1-1,-1-1 1,0 0-1,1 0 1,-1 0 0,-1 0-1,1 0 1,0 0-1,-1 0 1,0 0-1,0 0 1,0 0 0,-1 0-1,1 0 1,-1 0-1,0 0 1,0 0 0,0 0-1,-1 0 1,1 0-1,-1 0 1,0 1 0,0-1-1,0 1 1,-1 0-1,1-1 1,-1 1 0,0 0-1,0 0 1,0 1-1,0-1 1,0 1-1,0-1 1,-1 1 0,0 0-1,1 0 1,-1 1-1,0-1 1,-3 0-35,-4-1 179,-1 0 0,0 1 0,0 0-1,0 1 1,0 0 0,0 1 0,0 0 0,0 1 0,0 1-1,0-1 1,0 2 0,1 0 0,-1 0 0,1 1-179,-53 48-1021,58 37-5471,19-63-7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28:48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33 867 6057,'0'0'1022,"0"0"2201,0 0-1249,0 0-620,-5 0-368,-22 4 830,27-4-994,0 0-226,0 0-15,0 0 23,33-7 855,287-158-635,477-149 322,-152 67-620,-366 109 324,-307 158-6680,-2 3-1836,2-7 4291</inkml:trace>
  <inkml:trace contextRef="#ctx0" brushRef="#br0" timeOffset="921.661">231 875 5193,'0'0'1407,"0"0"1020,0 0-1045,0 0-781,0 0-205,0 0 250,3 5 269,9 14-401,0-1 1,2 0 0,0-1-1,1 0 1,0-1-1,1-1 1,1 0 0,16 10-515,62 30 1301,2-4 0,3-4 0,1-4 0,19 1-1301,131 56 1034,437 203 880,0-89-60,-640-195-1921,-47-19 80,-1 0 25,-21 2 144,25-14-3111,11-6-3129,3-4-2897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29:17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1 803 1488,'0'0'4704,"0"0"26,0 0-2144,0 0-1059,0 0-361,0 0 149,7-10 252,-2 2-1427,-5 9-85,0 0 1,0 0 0,0 0-1,0 0 1,1 0 0,-1 1-1,0-1 1,0 0 0,1 0-1,-1 0 1,1 0 0,-1 0-1,1 0 1,-1 0 0,1 0-1,0-1 1,-1 1 0,1 0-1,0 0 1,0 0 0,-1-1-1,1 1 1,0 0 0,0-1 0,0 1-1,0-1 1,0 1 0,0-1-1,0 1 1,0-1 0,0 0-1,0 1 1,0-1 0,1 0-1,-1 0 1,0 0 0,0 0-1,0 0 1,0 0 0,0 0-1,0 0 1,0 0 0,1-1-1,-1 1 1,0 0 0,0-1-1,0 1 1,0-1 0,0 1-1,0-1 1,0 0 0,-1 1-1,1-1 1,0 0 0,0 0-1,0 1 1,-1-1 0,1 0-1,0 0 1,-1 0 0,1 0-1,-1 0-55,3 13 126,-1-1-1,2 1 0,-1-1 1,2 0-1,-1 0 0,1 0 1,1 0-1,0-1 0,1 0 1,0 0-1,0-1 0,1 0 1,0 0-1,0-1 1,1 0-1,1 0 0,-1-1 1,1 0-1,0-1 0,1 0 1,-1-1-1,1 0 0,0 0 1,0-1-1,12 2-125,-19-4 6,1-1 0,-1 1 0,1-1 0,0 0 0,-1-1 0,1 1 0,0-1 0,0 0-1,0 0 1,-1 0 0,1-1 0,0 0 0,-1 0 0,1 0 0,0 0 0,-1-1 0,1 1 0,-1-1 0,0-1 0,1 1 0,-1 0 0,0-1-1,-1 0 1,1 0 0,0 0 0,-1 0 0,1-1 0,-1 1 0,0-1 0,-1 0 0,1 0 0,0 0 0,-1 0 0,2-5-6,-1-1-17,-1-1 1,0 1-1,0-1 1,-1 0-1,-1 1 1,0-1-1,0 0 1,-1 0 0,0 1-1,-1-1 1,0 1-1,-1-1 1,0 1-1,0 0 1,-1 0-1,-1 0 1,0 0-1,0 1 1,-1 0 0,0 0-1,-4-4 17,9 13-4,1-1 0,-1 1 1,0 0-1,0 0 0,1 0 0,-1 0 0,0 0 0,0 0 0,1 1 0,-1-1 1,0 0-1,0 0 0,1 0 0,-1 1 0,0-1 0,1 0 0,-1 1 0,0-1 1,1 1-1,-1-1 0,1 0 0,-1 1 0,1-1 0,-1 1 0,1 0 0,-1-1 1,1 1-1,-1-1 0,1 1 0,0 0 0,-1-1 0,1 1 0,0 0 0,-1 0 1,1-1-1,0 1 0,0 0 0,0-1 0,0 1 0,0 0 0,0 0 0,0-1 1,0 1-1,0 0 0,0 0 0,0-1 0,0 1 0,1 0 0,-1 0 1,0-1-1,1 1 0,-1 0 0,0-1 0,1 1 0,-1-1 0,1 1 0,-1 0 1,1-1 3,-1 5-3,1 8 3,0-1-1,1 0 0,0 0 0,1 0 0,1 0 0,0 0 1,0 0-1,1-1 0,1 0 0,0 0 0,0-1 0,1 1 0,0-1 1,1-1-1,0 1 0,1-1 0,0-1 0,0 0 0,2 1 1,39 37 5,80 98 14,-128-140-16,0 0 0,0 0-1,0 1 1,-1-1-1,1 1 1,-1-1 0,0 1-1,0-1 1,-1 1-1,0 0 1,1-1 0,-1 1-1,-1 0 1,1-1 0,-1 1-1,0 0 1,0-1-1,0 1 1,0-1 0,-1 1-1,0-1 1,0 0-1,0 0 1,0 0 0,-1 0-1,0 0 1,0 0-1,0-1 1,0 1 0,0-1-1,-1 0 1,1 0-1,-1 0 1,0 0 0,0-1-1,0 0 1,0 0-1,0 0 1,-1 0 0,1 0-1,0-1 1,-1 0-1,-3 1-2,-156 12 742,162-14-794,-1-1 1,1 1-1,0-1 1,0 0-1,0 1 0,0-1 1,0 0-1,0 0 1,0 0-1,1 0 1,-1-1-1,0 1 0,0 0 1,1-1-1,-1 1 1,1-1-1,-1 0 0,1 1 1,0-1-1,0 0 1,0 0-1,0 0 0,0 0 1,0 0-1,0 0 1,1 0-1,-1 0 1,1 0-1,-1 0 0,1-1 1,0 1-1,0 0 1,0 0-1,0 0 0,0-2 52,27-70-7005,10 27 478,5 0 3544</inkml:trace>
  <inkml:trace contextRef="#ctx0" brushRef="#br0" timeOffset="988.736">957 814 6577,'0'0'2186,"0"0"1751,0 0-1627,0 0-867,0 0-58,25-16-184,80-54-348,-93 60-851,0-1 0,-1 0 0,0-1 0,-1 0 0,0 0 0,-1-1-1,0-1 1,-1 1 0,-1-2 0,0 1 0,-1-1 0,-1 0 0,0 0 0,-1 0-1,0-1 1,-1 1 0,-1-1 0,-1 0 0,0 0 0,-1 0 0,-1 1 0,-2-15-2,-1 1 77,-2 0 0,0 1 1,-2 0-1,-1 0 1,-2 0-1,0 2 1,-2-1-1,-1 1 1,-1 1-1,-1 1 1,-1 0-1,-1 1 0,-16-15-77,4 31 734,26 53-493,6 1 16,1-1-1,3 0 0,2 0 1,2 0-1,2-1 1,2 0-1,1-1 0,3-1 1,1-1-1,3 0 0,1-2 1,2 0-1,15 17-256,117 124 245,-155-184-249,0 0-1,0 0 1,0 0-1,0 0 1,0 0-1,-1 0 1,1-1-1,-1 1 1,0 0-1,0-1 1,0 1-1,-1-1 1,1 0-1,-1 1 1,0-1-1,0 1 1,0-1-1,0 1 1,-1-1-1,0 1 1,1-1-1,-1 1 1,-1-3 3,2-7-40,0 6 18,-1 3-25,0 0-1,0 1 0,0-1 0,1 0 0,0 0 0,-1 1 0,1-1 0,1 0 0,-1 0 0,1 0 0,-1 1 0,1-1 0,0 0 0,0 1 0,1-1 0,-1 1 1,1-1-1,0 1 0,0 0 0,0 0 0,0 0 0,0 0 0,1 0 0,-1 0 0,1 0 0,0 1 0,0 0 0,0-1 0,0 1 0,0 0 0,1 0 0,-1 1 1,0-1-1,1 1 0,-1 0 0,3-1 49,0 1-20,0 0-1,0 1 1,0-1 0,0 1 0,0 0 0,0 1 0,0 0-1,0 0 1,0 0 0,0 0 0,0 1 0,0 0 0,-1 1 0,1-1-1,-1 1 1,0 0 0,1 0 0,-1 1 0,-1-1 0,1 1 0,0 0-1,-1 0 1,0 1 0,0 0 0,0-1 0,-1 1 0,1 0-1,-1 1 1,0-1 0,-1 1 0,1-1 0,-1 1 0,0 0 0,-1 0-1,1-1 1,-1 5 20,0-5-8,-1 0-1,1 0 1,0 1-1,0-1 1,1 0-1,-1-1 1,1 1-1,0 0 0,1 0 1,-1-1-1,1 1 1,0-1-1,0 0 1,0 0-1,0 0 1,1 0-1,0-1 1,0 1-1,0-1 1,0 0-1,0 0 1,1 0-1,-1-1 1,1 0-1,-1 1 0,1-2 1,0 1-1,0 0 1,0-1-1,0 0 1,0 0-1,0-1 1,1 0-1,-1 1 1,0-2-1,0 1 1,0 0-1,3-2 9,-2-3-20,0 0-1,-1 0 0,1-1 1,-1 0-1,-1 0 0,1-1 1,-1 1-1,0-1 0,0 0 1,-1 0-1,0 0 0,0 0 1,-1-1-1,0 1 0,0-1 1,-1 0-1,0 1 1,0-1-1,-1 0 0,0 0 1,0 0-1,-1 1 0,0-1 1,0-2 20,1 9-1,0-49-21,0 69-41,-2-13 74,2-1 0,-1 1 1,1 0-1,-1 0 0,2 0 0,-1-1 1,1 1-1,-1 0 0,2 0 1,-1-1-1,1 1 0,-1-1 1,1 1-1,1-1 0,-1 0 0,1 0 1,0 0-1,0 0 0,1 0 1,-1-1-1,1 1 0,0-1 0,1 0 1,-1 0-1,0 0 0,1-1 1,0 0-1,0 0 0,0 0 1,0 0-1,0-1 0,4 1-11,-4 0 13,1 0-1,-1 0 0,0-1 1,1 0-1,-1 0 1,1 0-1,0-1 1,0 0-1,-1 0 0,1 0 1,0-1-1,0 0 1,0 0-1,0 0 0,0-1 1,0 0-1,-1 0 1,1 0-1,0-1 1,-1 0-1,1 0 0,-1 0 1,1-1-1,-1 0 1,0 0-1,0 0 1,0-1-1,-1 1 0,1-1 1,-1 0-1,0-1 1,0 1-1,0-1 1,-1 1-1,0-1 0,0 0 1,0-1-1,0 1 1,-1 0-1,0-1 1,1-2-13,-2 3 2,0 0 0,-1 0 0,0 0 0,1 1 0,-2-1 1,1 0-1,-1 0 0,1 1 0,-1-1 0,-1 0 0,1 1 1,-1-1-1,1 1 0,-1-1 0,-1 1 0,1 0 0,0 0 1,-1 0-1,0 0 0,0 0 0,0 1 0,-1-1 0,1 1 1,-1 0-1,0 0 0,1 0 0,-1 1 0,-1-1 1,1 1-1,0 0 0,-1 0 0,1 0 0,-1 1 0,1-1 1,-5 1-3,-1-1-66,1 1 0,-1 1 0,1-1 0,-1 2-1,0-1 1,1 1 0,-1 1 0,1 0 0,0 0 0,-1 1 0,1 0 0,0 1 0,1 0 0,-1 0 0,1 0 0,-1 2 0,1-1 0,1 1 0,-1 0 0,1 0 0,0 1 0,-3 4 66,-30 80-10435,38-51 7581</inkml:trace>
  <inkml:trace contextRef="#ctx0" brushRef="#br0" timeOffset="2003.094">2193 711 13659,'0'0'1678,"0"0"-922,0 0-87,0 0 345,-8 19 74,-28 62-244,35-78-819,1 0 0,0 0 0,0 0 0,0 0 0,0 1 0,0-1 0,1 0 0,-1 0 0,1 0 0,0 0 0,0 0 0,0 0 0,0 0 0,1 0 0,-1 0 0,1 0 0,0-1 0,-1 1 0,1 0 0,1-1 0,-1 0 0,0 1 1,0-1-1,1 0 0,-1 0 0,1-1 0,0 1 0,0 0 0,-1-1 0,1 0 0,0 1 0,0-1 0,0 0 0,1-1 0,-1 1 0,0-1 0,0 1 0,0-1 0,0 0 0,1 0 0,-1 0 0,0 0 0,0-1 0,0 1 0,3-2-25,-3 2 13,3 2-91,0 0 0,0 0 0,-1-1 0,2 1 0,-1-2 0,0 1 0,0-1 0,0 0-1,0 0 1,0 0 0,0-1 0,0 0 0,0 0 0,0-1 0,0 0 0,0 0 0,0 0 0,-1-1 0,1 1 0,-1-1 0,0-1 0,0 1 0,0-1-1,0 0 1,-1 0 0,1 0 0,-1-1 0,0 1 0,0-1 0,-1 0 0,1 0 0,-1 0 0,0-1 0,-1 1 0,1-1 0,-1 0 0,1-4 78,0-157 1629,-3 177-1556,1 0 1,0 0-1,1 1 0,0-1 0,1-1 0,0 1 0,0 0 1,1-1-1,0 1 0,1-1 0,0 0 0,0-1 0,1 1 1,0-1-1,1 0 0,0-1 0,0 0 0,0 0 0,1 0 1,0-1-1,1 0 0,-1 0 0,1-1 0,0 0 0,0-1 1,1 0-1,-1-1 0,1 1 0,0-2 0,0 1 0,0-2 1,0 1-1,0-1 0,0-1 0,1 0 0,-1 0 0,5-1-73,-10-1-1,1 0 0,0 0 1,0-1-1,-1 0 0,1 1 0,-1-2 0,0 1 0,0-1 0,0 0 0,-1 0 0,1 0 0,-1 0 0,0-1 0,0 0 0,0 0 0,-1 0 0,0 0 0,0 0 0,0-1 0,-1 1 0,1-1 0,-1 0 0,-1 0 0,1 0 0,-1-2 1,15-157-469,-17 139 406,-2 0 0,-1 1 1,-1-1-1,-2 1 0,0 1 0,-1-1 1,-2 1-1,0 0 0,-2 1 0,0 1 1,-2 0-1,0 0 0,-1 1 0,-2 1 0,-3-3 63,20 22 19,0 0 0,-1 0-1,1 1 1,0-1-1,0 0 1,-1 0-1,1 0 1,-1 0 0,1 1-1,-1-1 1,1 0-1,-1 1 1,1-1-1,-1 0 1,1 1-1,-1-1 1,0 0 0,0 1-1,1-1 1,-1 1-1,0 0 1,0-1-1,1 1 1,-1-1 0,0 1-1,0 0 1,0 0-1,0-1 1,1 1-1,-1 0 1,0 0-1,0 0 1,0 0 0,0 0-1,0 0 1,0 0-1,0 1 1,1-1-1,-1 0 1,0 0-1,0 1 1,0-1 0,0 0-1,1 1 1,-1-1-1,0 1 1,0-1-1,1 1 1,-1-1 0,0 1-1,1 0 1,-1-1-1,1 1 1,-1 0-1,1-1 1,-1 1-1,1 0 1,-1 0 0,1-1-1,-1 2-18,-3 60 393,5-47-309,-2 10 28,0 0 0,2-1 0,1 1 0,1 0 0,1-1-1,2 0 1,0 0 0,1 0 0,1-1 0,2 0 0,0 0-1,1-1 1,2 0 0,0-1 0,1-1 0,1 0-1,1-1 1,0-1 0,2 0 0,8 6-112,-21-20-29,1 0 0,-1 0 0,1 0 0,0-1 0,0 0 0,0-1 0,0 1 0,0-1 0,0 0 0,1 0 0,-1-1 0,1 0 0,0 0 0,-1-1 0,1 0 0,-1 0 0,1 0 0,0-1 0,-1 0 0,1 0 0,-1-1 1,1 1-1,-1-1 0,0-1 0,0 1 0,0-1 0,0 0 0,0-1 0,-1 0 0,1 1 0,-1-2 0,0 1 0,0 0 0,-1-1 0,1 0 0,-1 0 0,0-1 0,0 1 0,-1-1 0,2-2 29,1-11-329,-1 0-1,0 0 1,-1 0 0,-1-1 0,-1 1-1,-1-1 1,0 1 0,-2-1 0,-1-11 329,2 29-2,0 0 37,0-1-1,1 1 1,-1 0-1,0-1 1,0 1-1,-1 0 1,1-1-1,0 1 1,-1 0-1,0-1 1,1 1-1,-1 0 1,0 0-1,0 0 1,0 0-1,0 0 1,0 0-1,-1 0 1,1 0-1,-1 0 1,1 0-1,-1 1 1,0-1-1,0 1 1,1-1-1,-1 1 1,0 0-1,0-1 1,0 1-1,-1 0-34,-16 80 1305,17-50-1012,1 1 0,1-1 1,1 1-1,2-1 1,1 0-1,7 27-293,-8-47 17,-1-1 1,1 1-1,0-1 1,0 0-1,1 0 1,0-1-1,1 1 1,0-1-1,0 0 1,0 0-1,1-1 1,0 1-1,1-1 1,-1 0-1,1-1 1,0 0-1,0 0 1,1 0-1,-1-1 1,1 0-1,0-1 1,0 0-1,1 0 1,-1 0-1,7 0-17,-10-1 14,0-1 0,1 1 0,-1-1 0,1-1 0,-1 1 0,1-1 0,-1 0 0,1 0 0,0 0 0,-1-1 0,1 0 0,-1 0 0,0 0 0,1-1 0,-1 0 0,0 0 0,0 0 0,0-1 0,0 0 0,0 1 0,-1-2 0,1 1 0,-1 0 0,0-1 0,0 0 0,0 0 0,0 0 0,-1-1 0,0 1 0,0-1 0,0 0 0,0 0 0,-1 0 0,0 0 0,0 0 0,0 0 0,1-5-14,0 5 11,-1 0 1,1 0 0,-1 0-1,0 0 1,0 0-1,0-1 1,-1 1 0,0-1-1,0 1 1,0-1 0,0 1-1,-1-1 1,0 0-1,-1 1 1,1-1 0,-1 1-1,0-1 1,0 0-1,-1 1 1,0 0 0,1-1-1,-2 1 1,1 0-1,-1 0 1,0 0 0,0 1-1,0-1 1,0 1 0,-1-1-1,0 1 1,0 0-1,0 0 1,-1 1 0,-3-3-12,-4 3-49,-1 1 0,0 1 1,0 0-1,0 1 1,1 0-1,-1 1 0,0 1 1,0 0-1,1 0 1,-1 1-1,1 1 0,0 0 1,0 1-1,0 0 1,1 1-1,-1 0 0,2 1 1,-1 0-1,1 1 1,0 0-1,0 0 0,1 1 1,0 0-1,0 1 1,0 2 48,-2 18-2470,26-6-6223,9-21 3915</inkml:trace>
  <inkml:trace contextRef="#ctx0" brushRef="#br0" timeOffset="2346.45">3302 715 6889,'0'0'5660,"0"0"-3324,0 0-1292,0 0-321,0 0 295,0 0 232,1-13-251,5-42-462,-5 54-509,0 1 0,0-1-1,0 0 1,0 1 0,0-1-1,0 1 1,0-1 0,0 1-1,0 0 1,0-1 0,0 1-1,0 0 1,0 0-1,0-1 1,1 1 0,-1 0-1,0 0 1,0 0 0,0 1-1,0-1 1,0 0 0,0 0-1,1 1 1,-1-1 0,0 0-1,0 1 1,0-1 0,0 1-1,0-1 1,0 1 0,-1 0-1,1-1 1,0 1 0,0 0-1,0 0 1,0 0-1,-1-1 1,1 1 0,0 0-1,-1 0 1,1 0 0,-1 0-1,1 0 1,-1 0 0,0 0-1,1 1 1,-1-1 0,0 0-1,1 1-27,-1-2 23,28 45 900,-25-38-838,0 1-1,1-1 1,0 0 0,0 0-1,0 0 1,1 0 0,0-1-1,1 0 1,-1 0 0,1 0 0,0-1-1,0 1 1,1-2 0,0 1-1,-1-1 1,2 0 0,-1 0-1,0-1 1,1 0 0,-1 0-1,1-1 1,0 0 0,0 0-1,7 0-84,-13-2-83,-1 0 0,1 0 0,0-1 0,-1 1 0,1 0 0,-1-1 0,1 1 0,-1-1 0,1 0 0,-1 0 0,1 1 0,-1-1 0,0 0 0,1 0 1,-1 0-1,0 0 0,0-1 0,0 1 0,0 0 0,0 0 0,0-1 0,0 1 0,0-1 0,0 1 0,-1-1 0,1 1 0,-1-1 0,1 1 0,-1-1 0,1 1 0,-1-1 0,0 0 0,0 1 0,0-1 0,0 1 0,0-1 0,0 0 0,0 1 0,-1-1 0,1 0 0,0 1 0,-1-1 0,1 1 0,-1-1 0,0 1 83,-34-69-9431,-3 38 5889</inkml:trace>
  <inkml:trace contextRef="#ctx0" brushRef="#br0" timeOffset="2862.883">2156 194 6009,'0'0'448,"0"0"96,0 0 1650,0 0 163,0 0-430,4-7-555,15-21-345,-18 28-946,0-1 1,0 1-1,0 0 0,1 0 1,-1-1-1,0 1 0,0 0 1,0 0-1,1 0 1,-1 0-1,0 1 0,0-1 1,0 0-1,1 1 0,-1-1 1,0 0-1,0 1 0,0-1 1,0 1-1,0 0 0,0-1 1,0 1-1,0 0 0,0-1 1,0 1-1,0 0 0,-1 0 1,1 0-1,0 0 0,0 0 1,-1 0-1,1 0 0,-1 0 1,1 0-1,-1 0 0,1 1 1,-1-1-1,0 0 1,1 0-1,-1 0 0,0 1-81,1 1 226,98 217 5157,20 37-3650,-98-227-2232,24 44 1131,-39-26-8747,-11-42 559,-3-5 1596</inkml:trace>
  <inkml:trace contextRef="#ctx0" brushRef="#br0" timeOffset="4497.313">3814 652 5145,'0'0'1543,"0"0"947,0 0-162,0 0-594,0 0-264,0 0-382,0-9-113,0-46 704,0 55-1214,0 0 13,0 3-245,97 248 1938,-97-250-2204,0-1-138,-25-17-2203,21 14 2365,1 0 0,-1-1 0,1 0 0,0 0 0,0 0 0,0 0 0,0 0-1,1 0 1,0-1 0,0 1 0,0-1 0,0 0 0,1 1 0,0-1 0,0 0-1,0 0 1,0 0 0,1 0 0,0 0 0,0 0 0,0 0 0,1 0 0,-1 0-1,1 0 1,0 1 0,1-1 0,-1 0 0,1 0 0,0 1 0,0-1 0,1 1-1,-1 0 1,1-1 0,0 1 0,0 0 0,0 1 0,1-1 0,-1 1 0,1-1-1,0 1 1,0 0 0,0 0 0,0 1 0,0-1 0,1 1 0,-1 0-1,1 0 1,0 1 0,-1-1 0,1 1 0,2 0 9,-1 4 55,-1 0 1,1 1-1,0 0 1,-1 0-1,0 1 1,0 0-1,-1-1 1,1 1-1,-1 1 1,0-1-1,0 1 1,-1 0-1,1 0 1,-1 0-1,-1 0 1,1 0-1,-1 1 1,0-1-1,1 5-55,8 17 302,24 29 118,-14-94-60,-18 25-368,1 0-1,0 0 1,0 1-1,1 0 0,0 0 1,1 0-1,1 0 0,0 1 1,0 0-1,0 0 1,2 1-1,-1 0 0,1 0 1,0 1-1,2 0 9,-8 8-2,0 1 0,0-1 0,0 1-1,1-1 1,-1 1 0,0 0 0,0 1 0,0-1 0,0 0-1,-1 1 1,1 0 0,0-1 0,0 1 0,-1 0 0,0 0-1,1 1 1,-1-1 0,0 0 0,0 1 0,0 0-1,0-1 1,0 1 0,-1 0 0,1 0 0,-1 0 0,0 0-1,0 0 1,0 0 0,0 0 0,-1 0 0,1 1 0,-1-1-1,0 3 3,10 17 55,-8-15-44,1-1 0,1 0 0,-1 0 1,1 0-1,0-1 0,1 1 0,0-1 1,0 0-1,0 0 0,1-1 0,-1 0 1,1 0-1,1 0 0,-1 0 0,1-1 0,-1 0 1,1-1-1,0 1 0,1-2 0,-1 1 1,0-1-1,1 0 0,0 0 0,-1 0 1,1-1-1,4-1-11,-6 1-74,-1 0 1,0 0-1,1-1 1,-1 0-1,1 0 1,-1 0-1,1-1 1,-1 0-1,0 0 1,1 0-1,-1-1 1,0 0-1,0 0 1,0 0-1,0 0 1,0-1-1,-1 0 1,1 0-1,-1 0 1,0-1-1,1 1 1,-2-1-1,1 0 1,0 0-1,-1-1 1,0 1-1,0 0 1,0-1 0,0 0-1,-1 0 1,0 0-1,0 0 1,0 0-1,-1 0 1,1-1-1,-1 1 1,0-2 73,-1 3-28,1-1 36,0 0 0,0 0 0,0 0 0,-1-1 0,0 1-1,0 0 1,0 0 0,-1-1 0,0 1 0,0 0-1,0 0 1,0 0 0,-1 0 0,0 0 0,0 0 0,0 0-1,-1 1 1,1-1 0,-4-3-8,-4 41 1990,9-29-1954,1 1 1,-1-1 0,1 1 0,0-1 0,0 1-1,0-1 1,0 1 0,1-1 0,0 1-1,0-1 1,0 0 0,0 1 0,1-1 0,0 0-1,0 0 1,0 0 0,0 0 0,1 0-1,-1-1 1,1 1 0,0-1 0,0 1 0,0-1-1,1 0 1,-1 0 0,1-1 0,0 1-1,-1-1 1,1 0 0,0 0 0,0 0-1,1 0 1,-1-1 0,0 1 0,1-1 0,-1 0-1,0 0 1,1-1 0,-1 0 0,4 1-37,6 0 103,-11 0-94,1 0 0,-1 0 0,0 0 0,1 0 0,-1 0 0,0-1 0,1 1 0,-1-1 0,1 0 0,-1 0-1,1-1 1,-1 1 0,1-1 0,-1 1 0,0-1 0,1 0 0,-1 0 0,0-1 0,0 1 0,1-1 0,-1 1 0,0-1 0,-1 0 0,1 0 0,0 0-1,-1-1 1,1 1 0,-1-1 0,1 1 0,-1-1 0,0 0 0,1-2-9,-3-1-9,1-1 0,-2 1 0,1-1 0,0 1 0,-1-1 0,0 1 0,-1-1 1,0 1-1,0 0 0,0 0 0,0 0 0,-1 0 0,0 0 0,0 0 0,-1 1 0,0-1 0,0 1 0,0 0 0,0 0 0,-1 0 0,0 1 0,0 0 0,0 0 0,0 0 0,-1 1 0,0-1 1,0 1-1,1 1 0,-2-1 0,1 1 0,-2-1 9,3 1-71,0 1 1,1-1-1,-1 1 1,0 0-1,0 0 1,0 1-1,0-1 1,0 1 0,0 0-1,0 1 1,-1-1-1,1 1 1,1 0-1,-1 0 1,0 1-1,0-1 1,0 1-1,1 0 1,-1 0-1,1 1 1,-1-1-1,1 1 1,0 0 0,0 0-1,0 1 1,1-1-1,-1 1 1,1-1-1,0 1 1,0 0-1,0 1 1,0-1-1,1 0 1,0 1-1,0 0 1,0-1 0,-1 5 69,3-6-290,1 0-1,-1 0 0,1 0 0,0 0 1,0 0-1,0 0 0,0 0 0,1-1 0,-1 1 1,1 0-1,0-1 0,-1 1 0,1-1 0,0 0 1,1 0-1,-1 1 0,0-1 0,1-1 1,-1 1-1,1 0 0,-1 0 0,1-1 0,0 0 1,0 1-1,-1-1 0,1 0 0,0-1 0,0 1 1,0 0-1,0-1 0,0 1 0,0-1 0,1 0 1,1-1 291,48 9-1963</inkml:trace>
  <inkml:trace contextRef="#ctx0" brushRef="#br0" timeOffset="4920.631">5266 498 4281,'0'0'4198,"0"0"70,0 0-2038,-22-6-878,10 3-1192,-5-3 101,1 2 0,-1 0 1,0 1-1,0 1 0,-1 1 0,1 0 1,0 1-1,-1 1 0,1 0 0,-11 3-261,19-2 54,-1 1-1,0-1 0,1 2 1,-1-1-1,1 1 0,0 1 1,0-1-1,1 1 1,-1 1-1,1 0 0,0 0 1,1 1-1,-1 0 0,1 0 1,1 0-1,-1 1 0,1 0 1,1 0-1,-1 1 0,1 0 1,1 0-1,-1 2-53,7-7 10,0-1 0,0 0 0,1 0-1,-1 0 1,1 0 0,0 0 0,0 0 0,0-1 0,0 0 0,0 1-1,1-1 1,-1 0 0,1 0 0,-1-1 0,1 1 0,0-1 0,0 0-1,-1 0 1,1 0 0,0 0 0,0-1 0,0 0 0,0 1 0,0-1-1,0-1 1,2 1-10,0 0 1,179 18 182,-181-14-155,1 0-1,-1 0 0,0 1 1,0 0-1,-1-1 1,0 2-1,1-1 1,-2 0-1,1 0 0,0 1 1,-1-1-1,0 1 1,-1 0-1,1 0 1,-1 0-1,0 0 1,0 0-1,-1 0 0,0 0 1,0 0-1,0 0 1,-1 0-1,0 0 1,0 0-1,-1-1 1,1 1-1,-1 0 0,0 0 1,-1-1-1,1 0 1,-1 1-1,0-1 1,-1 1-28,-3 2 69,0-1 0,-1 1 0,1-1 0,-1 0 0,-1-1 0,1 0 1,-1 0-1,0-1 0,-1 0 0,1 0 0,-1-1 0,0-1 0,0 0 0,0 0 1,0-1-1,-1 0 0,1 0 0,-1-1 0,-1-1-69,-47 12-599,56-11-1442,6-3-2366,8-7-2134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29:13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43 492 5673,'0'0'3145,"0"0"320,-7 19-1666,2-6-1565,0-2-40,0 1-1,0 0 1,1 1-1,1-1 1,0 1-1,1 0 1,0 0-1,1-1 1,0 1-1,1 0 1,2 13-194,2-20 86,1 0 0,0-1 0,0 1 0,0-1 0,1 0 0,0 0 0,0-1 0,0 0 1,0 0-1,1 0 0,-1-1 0,1 0 0,0 0 0,0-1 0,0 0 0,0 0 0,1 0 0,-1-1 0,1 0 0,-1-1 1,0 0-1,1 0 0,-1 0 0,1-1 0,-1 0 0,4-2-86,-1 3 66,-4 1-23,0-1-1,0 1 0,0-2 0,0 1 1,0-1-1,0 0 0,0 0 1,0 0-1,0-1 0,0 0 1,-1 0-1,1-1 0,-1 0 0,1 0 1,-1 0-1,0 0 0,0-1 1,0 0-1,-1 0 0,0 0 0,1 0 1,-1-1-1,-1 0 0,1 0 1,-1 0-1,1 0 0,-2 0 0,1-1 1,0 1-1,-1-1 0,0 0 1,-1 0-1,1 0 0,-1 0 0,0 0 1,-1 0-1,1 0 0,-1 0 1,0 0-1,-1 0 0,1 0 1,-1 0-1,-1 0 0,1 0 0,-2-5-42,-2 5 36,1 0 0,-1 0 0,0 0 0,0 0 0,-1 1 0,1-1 0,-1 2 0,-1-1-1,1 1 1,0-1 0,-1 2 0,0-1 0,0 1 0,0 0 0,-1 1 0,1-1 0,0 1-1,-1 1 1,0 0 0,1 0 0,-1 0 0,0 1 0,1 0 0,-1 0 0,0 1 0,1 0 0,-1 0-1,0 1 1,1 0 0,0 1 0,-1-1 0,1 1 0,0 1 0,1-1 0,-7 5-36,8-5-45,1 0 0,-1 0 0,1 1 0,0-1 0,0 1 0,1 0 0,-1 0 0,1 0 0,-1 0 0,1 0 1,1 1-1,-1 0 0,1-1 0,-1 1 0,2 0 0,-1 0 0,0 1 0,1-1 0,0 0 0,0 0 0,0 1 0,1-1 1,0 0-1,0 1 0,0-1 0,1 0 0,0 1 0,0-1 0,0 0 0,0 0 0,1 0 0,0 0 0,0 0 0,1 0 1,-1 0-1,1-1 0,0 1 0,0-1 0,0 0 0,1 0 0,-1 0 0,1 0 0,0-1 0,4 3 45,4-2-706,0-1-1,0-1 0,0 0 0,1 0 1,-1-2-1,0 1 0,1-2 0,-1 1 1,1-2-1,-1 1 0,0-2 0,0 0 1,0 0-1,0-1 0,-1-1 0,1 0 1,2-2 706,32-21-1437</inkml:trace>
  <inkml:trace contextRef="#ctx0" brushRef="#br0" timeOffset="857.217">290 66 1720,'0'0'4908,"0"0"1400,0 0-3641,0 0-1329,0 0 6,0 0-240,-8-10-458,4 6-580,-20-25 118,23 46 157,178 410 1608,-173-413-1936,0-1-1,1 0 0,1 0 0,0 0 0,1-1 0,0 0 0,1-1 0,0 1 0,1-1 0,0-1 0,1 0 0,0 0 0,1-1 0,0 0 0,0-1 0,1 0 0,0-1 1,0 0-1,1-1 0,-1 0 0,1-1 0,1-1 0,-1 0 0,1-1 0,1 0-12,-11-2 1,0 0-1,0 0 1,0-1 0,0 1 0,1-1-1,-1 0 1,0-1 0,0 1 0,1-1-1,-1 0 1,0 0 0,0 0 0,0 0-1,0-1 1,0 1 0,0-1 0,0 0-1,-1 0 1,1-1 0,-1 1 0,0-1-1,1 0 1,-1 0 0,0 0 0,0 0-1,-1 0 1,1-1 0,-1 1 0,0-1-1,0 0 1,0 1 0,0-1 0,0 0-1,-1 0 1,0 0 0,0-1 0,0 1-1,0 0 1,-1 0 0,0 0 0,0-3-1,3-5-34,-1 0 1,0 1 0,-1-1 0,0 0 0,-1 0-1,0 0 1,-1 1 0,-1-1 0,0 0 0,0 1-1,-1-1 1,0 1 0,-1 0 0,-1 0 0,0 0-1,0 0 1,-1 1 0,0 0 0,-2-2 33,7 11 6,-1-1 1,1 1-1,-1-1 1,0 1-1,1 0 1,-1-1-1,0 1 0,0 0 1,0 0-1,0 0 1,0 0-1,0 1 1,0-1-1,0 0 1,0 1-1,0 0 1,0-1-1,0 1 1,0 0-1,-1 0 0,1 0 1,0 0-1,0 1 1,0-1-1,0 1 1,0-1-1,0 1 1,0 0-1,0-1 1,0 1-1,0 0 1,0 0-1,0 1 0,0-1 1,1 0-1,-1 0 1,0 1-1,1-1 1,-1 1-1,1 0 1,0-1-1,0 1 1,-1 0-1,1 0 0,0 0 1,0 1-7,-33 96 406,32-93-406,1 0 1,-1 1 0,1-1 0,0 0-1,0 1 1,1-1 0,-1 1 0,2-1-1,-1 1 1,1-1 0,0 1 0,0-1 0,0 0-1,1 1 1,0-1 0,1 0 0,-1 0-1,1-1 1,0 1 0,0 0 0,1-1-1,0 0 1,0 0 0,0 0 0,1 0 0,-1-1-1,1 1 1,0-1 0,0 0 0,1-1-1,-1 1 1,1-1 0,5 2-1,87 7-1722,-89-12 887,0-1-1,1-1 1,-1 0-1,0 0 1,0 0-1,0-1 1,0-1-1,-1 1 1,1-2-1,-1 1 1,0-1-1,0 0 1,0-1-1,-1 1 0,2-3 836,33-48-2630,-21 7 2457,-5 8 821,-2 18 2558,0 19 1808,0 27-3717,-13-21-1106,20 49 1148,68 107-252,-74-168-5483,-19-66 4508,2 60-129,0 11 41,1 1 0,0-1 0,0 1-1,0-1 1,0 0 0,1 1-1,0-1 1,0 0 0,0 0 0,0 1-1,1-1 1,0 0 0,0 1-1,0-1 1,1 1 0,-1-1 0,1 1-1,0 0 1,0 0 0,1 0 0,-1 0-1,1 0 1,0 0 0,0 1-1,0-1 1,1 1 0,-1 0 0,1 0-1,-1 0 1,1 0 0,0 1-1,0-1 1,1 1 0,-1 0 0,0 0-1,1 1 1,-1-1 0,1 1-1,-1 0 1,1 0 0,0 1 0,2-1-24,-2 2 33,0 0 1,0 0-1,1 0 1,-1 1 0,0 0-1,0 0 1,-1 0 0,1 0-1,0 1 1,-1 0-1,1 0 1,-1 0 0,0 0-1,0 1 1,0 0 0,-1 0-1,1 0 1,-1 0-1,0 0 1,0 1 0,-1-1-1,1 1 1,-1 0 0,0 0-1,0 0-33,0 0 2,0 0 0,0 0 0,1 0 0,-1-1 0,1 1 0,0-1 0,1 0 0,-1 0 0,0 0 0,1 0 0,0-1 0,0 1 0,0-1 0,1 0 0,-1 0 0,1-1-1,-1 1 1,1-1 0,0 0 0,0 0 0,0 0 0,0-1 0,0 0 0,0 0 0,1 0-2,19-14-6655,-19 1 4550</inkml:trace>
  <inkml:trace contextRef="#ctx0" brushRef="#br0" timeOffset="1184.561">1170 211 9354,'0'0'5104,"0"0"-3487,0 0-1228,0 0-147,0 0 205,0 0 85,22 6-149,71 17-316,-89-23-105,1-1 0,-1 1 1,0-1-1,0 0 0,0 0 0,-1-1 1,1 1-1,0-1 0,0 0 1,-1 0-1,1 0 0,-1 0 1,1-1-1,-1 1 0,0-1 1,0 0-1,0 0 0,-1 0 1,1 0-1,-1 0 0,1-1 1,-1 1-1,0-1 0,0 0 1,-1 1-1,1-1 0,-1 0 1,0 0-1,0 0 0,0 0 1,-1 0-1,1 0 0,-1 0 1,0-1-1,0 1 0,0 0 1,-1 0-1,1 0 0,-1 0 1,0 0-1,0 0 0,-1 0 1,1 0-1,-1-1 38,0 0 63,1-1-1,-1 1 1,0-1 0,0 1-1,-1 0 1,1 0 0,-1 0-1,0 0 1,-1 1 0,1-1-1,-1 1 1,0 0 0,0 0-1,0 0 1,0 1 0,-1-1-1,0 1 1,1 0 0,-1 0-1,0 1 1,-1-1 0,1 1-1,0 0 1,-1 1 0,1-1 0,-1 1-1,1 0 1,-1 0 0,0 1-1,1 0 1,-1 0 0,0 0-1,1 1 1,-1 0 0,0 0-1,1 0 1,-1 0 0,1 1-1,0 0 1,-1 0 0,1 1-1,0 0 1,0-1 0,1 2-1,-1-1 1,1 0 0,-4 5-63,1 0-41,2 1-1,-1 0 1,1 0 0,1 1 0,0 0-1,0 0 1,1 0 0,0 0 0,0 0-1,1 0 1,1 1 0,0-1 0,0 1-1,1 0 1,1-1 0,-1 1 0,2 3 41,44 106-6577,-5-68 1722</inkml:trace>
  <inkml:trace contextRef="#ctx0" brushRef="#br0" timeOffset="1814.303">1736 393 6793,'0'0'2288,"0"0"2131,0 0-2037,0 0-1254,0 0-214,0 0 175,16 16 256,135 120 603,-49-62-1665,-100-108-198,-5 10-88,1 20 1,1-1 0,-1 1 0,0 0 0,1 0-1,0-1 1,0 1 0,1-1 0,-1 1 0,1 0 0,0-1 0,0 1 0,0-1 0,1 1 0,0-1-1,-1 1 1,2-1 0,-1 1 0,0 0 0,1 0 0,0 0 0,0 0 0,0 0 0,0 0-1,1 0 1,0 0 0,-1 1 0,1 0 0,0-1 0,1 1 0,-1 0 0,1 1 0,-1-1-1,1 0 1,0 1 0,0 0 0,0 0 0,0 0 0,0 1 0,2-1 2,2 0-2,-1 1 0,1 0 0,0 0 1,-1 0-1,1 1 0,0 1 0,0-1 1,-1 1-1,1 0 0,0 1 0,-1 0 0,0 0 1,1 1-1,-1 0 0,0 0 0,0 0 1,0 1-1,-1 0 0,1 1 0,-1-1 0,0 1 1,0 0-1,-1 1 0,0-1 0,1 1 1,-2 0-1,5 7 2,-6-8 2,-1-1-1,2 1 1,-1-1 0,0 1 0,1-1 0,0 0 0,0 0-1,0-1 1,0 1 0,1-1 0,-1 0 0,1 0 0,0-1-1,0 1 1,0-1 0,0 0 0,0-1 0,1 1 0,-1-1-1,0 0 1,1 0 0,-1 0 0,1-1 0,2 0-2,5-65 47,-12 37-10,0 25-47,0-1 1,1 0 0,-1 0-1,-1 0 1,1 0-1,-1 0 1,1 0 0,-1 0-1,0 0 1,0 0-1,-1 0 1,1 0 0,-1 0-1,0 0 1,0 0-1,0 0 1,-1 1 0,1-1-1,-1 0 1,0 1-1,0-1 1,0 1 0,-1 0-1,1-1 1,-1 1-1,0 0 1,1 1 0,-1-1-1,-1 0 1,1 1-1,0 0 1,-1-1 0,1 1-1,-1 1 1,1-1-1,-1 1 1,0-1 0,0 1-1,0 0 1,0 0 0,0 1-1,0-1 10,-4 1-14,0 0 0,0 1 0,0 0 0,0 0 1,0 1-1,0 0 0,0 0 0,0 1 0,0 0 0,1 0 0,0 1 0,0 0 0,0 0 0,0 1 1,0-1-1,1 2 0,0-1 0,-3 4 14,-22 53-2732,46-10-6485,13-31 6624</inkml:trace>
  <inkml:trace contextRef="#ctx0" brushRef="#br0" timeOffset="2064.246">2558 452 8794,'0'0'7065,"0"0"-5192,0 0-1089,0 0-112,0 0 136,0 0 40,0 0-255,20 75-297,13-56-56,2-6-232,0-3-8,-5-4-208,-2-6-1625,-2 0-1055,-10-8-3698,-4-9 3626</inkml:trace>
  <inkml:trace contextRef="#ctx0" brushRef="#br0" timeOffset="3015.261">2793 328 7922,'0'0'6125,"0"0"-3500,0 0-1237,2 19-99,38 137 1480,15-71-2816,-50-95-2878,-5-20 2772,0 26-21,16-105 147,-15 106 35,-1 0 0,1 0 0,0 0 1,0 0-1,0 1 0,0-1 0,0 1 1,1-1-1,-1 1 0,1-1 0,-1 1 1,1 0-1,0-1 0,0 1 0,0 0 1,0 0-1,1 1 0,-1-1 0,0 0 1,1 1-1,-1-1 0,1 1 0,0 0 0,-1 0 1,1 0-1,0 0 0,0 0 0,0 1 1,-1-1-1,1 1 0,0 0 0,0 0 1,0 0-1,0 0 0,3 1-8,-1 2 68,0 1-1,0 0 1,-1 1-1,1-1 1,-1 1 0,0-1-1,0 1 1,0 1-1,0-1 1,-1 0 0,0 1-1,-1 0 1,1 0-1,-1 0 1,0 0 0,0 0-1,0 2-67,2 3 34,47 124 505,-30-178 1130,30-96-1565,-49 138-101,0-1-1,1 1 0,-1 0 0,0 0 0,1 0 0,-1 0 0,1 1 1,0-1-1,-1 1 0,1-1 0,0 1 0,-1 0 0,1 0 0,-1 0 1,1 0-1,0 1 0,-1-1 0,1 1 0,-1 0 0,1-1 0,-1 1 1,1 0-1,-1 1 0,1-1 0,-1 0 0,0 1 0,0-1 0,0 1 1,0-1-1,0 1 0,0 0 0,0 0 0,0 0 0,-1 0 0,1 0 1,-1 1-1,1-1 0,-1 0 0,0 1 0,0-1 0,0 1 0,0-1 1,-1 1-1,1-1 0,-1 1 0,1 0 0,-1-1-2,7 9 58,-4-5-16,1 1 1,0 0-1,1-1 0,-1 0 0,1 0 0,0 0 1,1-1-1,-1 0 0,1 0 0,0 0 1,1-1-1,-1 1 0,1-2 0,0 1 0,0-1 1,0 0-1,0 0 0,0-1 0,1 0 0,-1 0 1,1-1-1,0 0 0,4 0-42,-8-1-2,0 1 0,0-1 0,-1-1-1,1 1 1,0 0 0,0-1 0,0 0 0,0 0 0,-1 0-1,1 0 1,0-1 0,-1 0 0,1 1 0,-1-1 0,0 0-1,1-1 1,-1 1 0,0-1 0,0 1 0,-1-1 0,1 0 0,-1 0-1,1 0 1,-1 0 0,0 0 0,0-1 0,0 1 0,0-1-1,-1 1 1,0-1 0,1 0 0,-1 0 0,-1 1 0,1-1-1,0 0 1,-1 0 0,0-1 2,5-68-143,-5 73 135,19 30-62,-16-22 83,0 0 1,0 0-1,1 0 1,0 0-1,0-1 1,1 0-1,0 0 1,0 0-1,1 0 1,0-1 0,0 0-1,0 0 1,1 0-1,0-1 1,0 0-1,0-1 1,1 1-1,-1-1 1,1-1-1,0 0 1,0 0-1,1 0 1,-1-1 0,0 0-1,1-1 1,0 1-1,7-1-13,-12-1 13,0 0 0,-1 0 0,1-1 0,0 1 0,0-1 0,0 0 0,0 0 1,-1 0-1,1 0 0,0-1 0,-1 1 0,1-1 0,-1 0 0,1 0 0,-1-1 0,0 1 0,0-1 0,0 1 0,0-1 0,-1 0 0,1 0 0,-1 0 0,0 0 0,0 0 0,0-1 0,0 1 0,0-1 1,-1 1-1,1-1 0,-1 0 0,0 0 0,0 0 0,0-1-13,1 1-1,0 0 0,-1 1 0,1-1 0,-1 0 0,0 0 0,0 0 0,0 0 0,-1 0 0,1-1 0,-1 1 0,0 0 0,0 0 0,0 0 0,-1 0 0,1 0 0,-1 0 0,0 0 0,0 0 0,-1 0 0,1 0 0,-1 0 0,0 0 1,0 1-1,0-1 0,0 1 0,-1-1 0,0 1 0,1 0 0,-1 0 0,0 0 0,0 1 0,-1-1 0,1 1 0,0-1 0,-1 1 0,0 0 0,1 0 0,-1 1 0,0-1 0,0 1 0,0 0 0,0 0 0,0 0 0,-2 0 1,-154 3 201,154-2-272,1 1-1,0 0 1,0 1-1,0-1 1,0 1-1,0 0 1,1 0-1,-1 1 0,1-1 1,-1 1-1,1 0 1,0 0-1,0 1 1,0-1-1,0 1 1,1 0-1,0 0 1,0 0-1,0 0 0,0 1 1,0-1-1,1 1 1,0-1-1,0 1 1,0 0-1,0 0 1,1 0-1,0 0 0,0 2 72,19 40-10124,5-35 6479</inkml:trace>
  <inkml:trace contextRef="#ctx0" brushRef="#br0" timeOffset="3454.049">4178 324 6681,'0'0'2053,"0"0"2887,0 0-2556,0 0-1326,0 0-57,0 0 257,-15-6-30,6 3-1116,3 0-7,-1-1 0,0 2 1,0-1-1,0 1 1,0 0-1,0 0 0,0 1 1,-1 0-1,1 1 0,-1-1 1,1 1-1,0 1 1,-1-1-1,1 1 0,0 1 1,0-1-1,-1 1 1,-4 3-106,10-5 3,1 0 1,-1 0 0,1 0 0,-1 0 0,1 0 0,-1 1 0,1-1 0,0 1 0,-1-1 0,1 1 0,0 0 0,-1-1 0,1 1 0,0 0 0,0 0 0,-1 0 0,1 0 0,0 0 0,0 0 0,0 0 0,0 0 0,1 1 0,-1-1 0,0 0-1,0 1 1,1-1 0,-1 0 0,1 1 0,-1-1 0,1 1 0,-1-1 0,1 1 0,0-1 0,0 1 0,0-1 0,0 1 0,0-1 0,0 0 0,0 1 0,0-1 0,1 1 0,-1-1 0,0 1 0,1-1 0,0 1 0,-1-1 0,1 0 0,0 1-1,-1-1 1,1 0 0,0 0 0,0 0 0,0 1 0,0-1 0,0 0 0,0 0 0,1-1 0,-1 1 0,0 0 0,0 0 0,1 0 0,-1-1 0,1 1-4,53 17 35,-48-18-25,0 1 0,0 0 0,0 0 0,0 1 0,0 0 0,-1 0 1,1 1-1,-1 0 0,1 0 0,-1 1 0,0-1 0,0 1 0,0 0 0,-1 1 0,0 0 0,1 0 0,-2 0 0,1 0 0,0 1 0,-1-1 0,0 1 0,-1 0 0,1 1 0,-1-1 0,0 1 0,-1-1 1,0 1-1,0 0 0,1 5-10,-2-7 6,0 0 1,0 0-1,-1-1 1,1 1-1,-1 0 1,-1 0-1,1 0 1,0-1-1,-1 1 1,0 0-1,0-1 1,-1 1 0,1 0-1,-1-1 1,0 0-1,0 1 1,-1-1-1,1 0 1,-1 0-1,0 0 1,0 0-1,0-1 1,-1 1-1,1-1 1,-1 0-1,0 0 1,0 0-1,0-1 1,0 1 0,0-1-1,0 0 1,-1 0-1,1 0 1,-1-1-1,1 1 1,-1-1-1,0 0 1,0-1-1,-2 1-6,2 0-126,-62 8 309,28-14-3918,32-4-854,6-4-1096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29:46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0 215 960,'0'0'6778,"0"0"-2177,0 0-2661,0 0-892,0 0-197,0 0 119,6-3-158,115-59 1320,-108 98-863,-10 18-224,31 182 1319,-31-228-2329,0 0-1,0 0 0,0 0 1,1-1-1,0 1 0,0-1 1,1 0-1,0 0 0,0 0 1,1-1-1,0 0 0,0 0 1,0-1-1,1 1 0,0-1 1,0 0-1,0-1 0,1 0 1,-1 0-1,1-1 0,0 0 0,0 0 1,0-1-1,1 0 0,-1 0 1,0-1-35,0 1 15,-1 0 0,0 0 0,1-1 1,-1 0-1,0 0 0,1-1 0,-1 0 1,1-1-1,-1 1 0,1-2 0,-1 1 0,0-1 1,0 0-1,0 0 0,0-1 0,0 0 1,0 0-1,0 0 0,-1-1 0,0 0 0,0-1 1,0 1-1,0-1 0,-1 0 0,0 0 0,0-1 1,0 0-1,0 0 0,-1 0 0,0 0 1,-1-1-1,1 1 0,-1-1 0,2-6-15,4-35-47,-2 0 0,-2 0 0,-2 0 0,-2-1 0,-5-33 47,2-16-316,2 10 226,-4 189 30,3-73 183,26 274 1189,-23-288-1244,2 0 1,0-1 0,0 1 0,2-1-1,-1 0 1,2-1 0,-1 1 0,2-1-1,0 0 1,0-1 0,1 0 0,0-1-1,1 1 1,0-2 0,1 0 0,0 0-1,0 0 1,1-2 0,0 1 0,4 0-69,-12-5 29,-1-1-1,1 0 1,0 0 0,0 0 0,0-1 0,0 1 0,1-1 0,-1 0-1,0 0 1,0 0 0,1-1 0,-1 1 0,1-1 0,-1 0 0,0-1-1,1 1 1,-1-1 0,0 1 0,1-1 0,-1-1 0,0 1 0,0-1-1,0 1 1,0-1 0,0 0 0,0-1 0,-1 1 0,1 0-1,-1-1 1,1 0 0,-1 0 0,0 0 0,0-1-29,24-29 411,-14 21-2749,-11 10 1491,33-49-15563,-23 36 11434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29:23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142 656 2921,'0'0'8235,"0"0"-3425,0 0-2842,0 0-721,0 0-144,-21 2-129,-65 11-322,83-11-621,0 0-1,0 0 1,1 1-1,-1-1 1,1 1 0,0 0-1,0 0 1,0 0-1,0 0 1,0 0 0,1 0-1,-1 0 1,1 1-1,0-1 1,0 1 0,0-1-1,0 1 1,1-1-1,-1 1 1,1-1-1,0 1 1,0-1 0,0 1-1,1-1 1,-1 1-1,1-1 1,0 1 0,0 0-31,0 12 113,2-9-93,-1 0 0,2 0 0,-1 0 0,1-1 0,0 1 0,0-1 0,1 0 0,-1 0 0,1-1 0,1 1 0,-1-1 0,1 0 0,0-1 0,0 1 0,0-1 0,1 0 0,0-1 0,-1 1 0,1-1 0,1-1 0,-1 1 0,0-1 0,0-1 1,1 1-1,-1-1 0,1-1 0,-1 1 0,1-1 0,0 0 0,-1-1 0,1 0 0,-1 0 0,0-1 0,1 0 0,-1 0 0,0 0 0,1-1-20,0-2-11,-1 0 0,0 0 0,0-1 0,0 0 0,-1 0 0,0 0 0,0-1 0,0 0 0,-1 0 0,0-1-1,-1 1 1,1-1 0,-1 0 0,-1 0 0,0 0 0,0-1 0,0 1 0,-1-1 0,-1 0 0,1 1 0,-1-1 0,-1 0 0,0 0 0,0 0 0,0 0 0,-1 0 0,-1 1 0,0-4 11,0 6-17,0-1 0,0 1 0,-1-1 0,0 1 0,0 0 0,0 0 0,-1 0 0,0 0 0,0 1 0,0-1 1,-1 1-1,0 0 0,0 0 0,0 1 0,-1 0 0,1 0 0,-1 0 0,0 0 0,0 1 0,0 0 0,-1 0 0,1 1 1,-1 0-1,0 0 0,1 0 0,-1 1 0,0 0 0,0 1 0,0-1 0,0 1 0,0 0 0,0 1 0,1 0 0,-1 0 0,0 0 1,0 1-1,1 0 0,-1 0 0,1 1 0,-1 0 0,1 0 0,0 0 0,0 1 0,1 0 0,-1 0 0,1 1 0,0-1 1,-2 3 15,1-1-11,0 0-1,0 1 0,1 0 0,0 0 1,0 1-1,0-1 0,1 1 0,0 0 1,1 0-1,0 0 0,0 0 0,1 1 0,-1 4 13,3-10-159,-1 0 0,1 0 0,0 0-1,0 0 1,0 0 0,1 0-1,-1 0 1,1 0 0,0 0 0,-1 0-1,1 0 1,1 0 0,-1 0-1,0-1 1,1 1 0,-1 0 0,1-1-1,0 0 1,0 1 0,0-1-1,0 0 1,0 0 0,0 0-1,0 0 1,1 0 0,2 1 159,105 32-8347,-58-29 5640</inkml:trace>
  <inkml:trace contextRef="#ctx0" brushRef="#br0" timeOffset="360.868">161 1 5089,'0'0'2583,"0"0"1278,0 0-2337,0 0-770,0 0 138,0 0 255,4 3 393,2 3-1232,-1 1 1,0 0-1,-1 0 0,0 1 0,0-1 0,0 1 0,-1 0 0,0 0 0,-1 0 0,0 1 0,0-1 0,0 0 0,-1 1 0,-1 5-308,8 25 659,-8-36-622,17 84 646,3 0 0,5-1 0,3-1 0,3-1 0,33 58-683,-60-134 1100,2-8-18188,-6-18 15000</inkml:trace>
  <inkml:trace contextRef="#ctx0" brushRef="#br0" timeOffset="24527.08">543 256 6265,'0'0'993,"0"0"2246,0 0-904,0 0-723,0 0-617,0 0-127,28-8 1852,-21 19-2465,-1 0 0,1 1 0,-2 0 0,0 0 0,0 0 0,-1 1 1,-1-1-1,0 1 0,0 0 0,-2 0 0,0 0 0,0 0 0,-1 1 0,0 0-255,0-6 63,2 44 226,17 104 589,-17-151-857,0 1 1,0-1 0,1 0-1,0 0 1,0 0-1,1 0 1,-1-1-1,1 1 1,0-1-1,0 0 1,0 0-1,1 0 1,-1-1 0,1 0-1,0 0 1,0 0-1,0 0 1,1-1-1,-1 1 1,0-1-1,1-1 1,0 1-1,-1-1 1,1 0 0,4 0-22,-5 1 5,0 0-1,-1-1 1,1 0 0,0 0 0,0 0 0,0 0 0,-1-1 0,1 0 0,0 0 0,0 0 0,0-1 0,0 1 0,0-1 0,0 0 0,-1-1 0,1 1 0,0-1 0,-1 0 0,0 0 0,1 0 0,-1-1 0,0 1 0,0-1 0,0 0 0,0 0 0,-1-1 0,1 1 0,-1-1 0,0 0 0,0 0 0,0 0 0,0 0 0,-1 0 0,0-1-5,7-27 3,-2 0 1,0 0-1,-3-1 0,-1 0 1,-1 0-1,-2 0 0,-1 0 1,-4-24-4,-20-17 48,25 74 13,0 0-120,0 0 29,5 10-98,42 287 233,-44-286-96,1 1-1,1-1 1,0 0 0,0 0 0,1 0 0,1-1-1,0 0 1,0 0 0,1 0 0,0-1 0,1-1-1,0 1 1,0-1 0,0-1 0,1 0-1,1 0 1,-1-1 0,1 0 0,0-1 0,0 0-1,1-1 1,-1 0 0,1-1 0,0 0-1,0-1 1,0 0 0,0-1 0,0 0 0,8-1-9,-18 0 3,4 1 3,0 0 0,0 0 0,0-1 0,0 0 0,0 0 0,0 0 0,0-1 0,0 1 0,0-1-1,0-1 1,-1 1 0,1-1 0,0 0 0,-1-1 0,1 1 0,-1-1 0,0 0 0,0 0 0,0-1 0,0 1 0,-1-1-1,1 0 1,-1-1 0,0 1 0,0-1 0,0 0 0,-1 0 0,3-4-6,19-67 221,-23 70-3333,-2-1-8103,0 2 8867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29:50.804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482 124 9842,'0'0'4242,"0"0"-2393,0 0-741,-17 18-45,-108 128 1692,103-114-2197,9-17-424,1-1 0,1 2 0,0 0 0,1 0 0,1 1 0,1 0 0,0 0 0,1 1 0,1 0 0,0 0 0,2 0 1,0 1-1,1 0 0,1 0 0,0 12-134,5-26 14,1-1 1,0 0 0,0 0-1,0 0 1,1-1 0,-1 0-1,1 1 1,0-1 0,0-1-1,0 1 1,0-1 0,0 0-1,0 0 1,1-1 0,-1 1-1,1-1 1,-1 0 0,1-1-1,0 1 1,-1-1 0,1 0-1,-1-1 1,1 1 0,0-1-1,-1 0 1,3-1-15,6 2 17,-2-1-22,-1 1-1,0-2 0,0 0 0,0 0 0,-1-1 0,1 0 1,0 0-1,-1-1 0,0-1 0,0 0 0,0 0 0,-1-1 0,0-1 1,0 1-1,0-1 0,-1-1 0,0 1 0,0-2 0,-1 1 1,0-1-1,0 0 0,-1 0 0,-1-1 0,1 1 0,-2-1 0,1-1 1,-1 1-1,-1-1 0,0 1 0,0-1 0,-1 0 0,0 0 1,-1 0-1,-1-3 6,2 7-14,0 1 0,-1-1 0,0 1 0,0-1 1,0 1-1,-1-1 0,0 0 0,-1 1 0,1-1 1,-1 1-1,0-1 0,-1 1 0,0-1 0,0 1 1,0 0-1,-1 0 0,1 0 0,-2 0 0,1 0 1,-1 1-1,1 0 0,-1-1 0,-1 1 0,1 1 0,-1-1 1,0 0-1,0 1 0,0 0 0,-1 1 0,1-1 1,-3 0 13,-2 1 7,-1 1 0,1 0 1,-1 1-1,0 0 0,1 1 1,-1 0-1,0 0 0,0 1 1,1 1-1,-1-1 0,1 2 1,-1 0-1,1 0 0,0 1 1,0 0-1,0 0 0,1 1 1,-1 1-1,1 0 0,1 0 1,-3 2-8,-151 164 354,140-141-243,2 1 0,0 1 0,2 1 0,2 0 0,1 1 0,-2 12-111,13-38 9,1 1 0,0 1 0,1-1 0,0 0 0,0 1 0,1-1 0,0 1 0,1-1 0,1 1 0,-1-1 0,2 1 0,-1-1 0,1 0 0,1 0 0,0 1 0,0-2 0,1 1 0,1 0 0,-1-1 0,1 1 0,1-2 1,0 1-1,0 0 0,6 5-9,3-5-3,-1-2 0,1 1 0,0-2 0,1 0 0,-1-1 0,1 0-1,0-2 1,0 0 0,1 0 0,-1-2 0,1 0 0,-1-1 0,0 0 0,1-1 0,-1-1 0,1-1 0,-1 0 0,0-1 0,-1-1 0,1-1 0,-1 0 0,0 0 0,1-2 3,4 1-18,0 0-1,-1-1 1,0-1-1,0-1 0,-1-1 1,0 0-1,-1-1 1,-1-1-1,0-1 1,0 0-1,-1-1 0,-1-1 1,-1 0-1,0-1 1,-1 0-1,-1-1 1,0 0-1,-2-1 1,0 0-1,-1 0 0,-1-1 1,-1 0-1,0 0 1,-2-1-1,0 0 19,-3 13-8,0-1 0,0 1-1,-1 0 1,0-1 0,0 1 0,-1 0 0,0 0-1,0-1 1,-1 1 0,0 0 0,0 0-1,-1 0 1,0 1 0,-1-1 0,0 1 0,0-1-1,0 1 1,-1 0 0,0 1 0,0-1-1,-1 1 1,0 0 0,0 1 0,0-1 0,-1 1-1,0 0 1,0 1 0,0 0 0,0 0-1,-1 0 1,1 1 0,-1 0 0,0 1 0,0-1-1,0 1 1,-5 0 8,-4 0 68,-1 0 0,0 1 0,1 0 1,-1 2-1,0 0 0,1 1 0,-1 1 0,1 0 0,0 1 0,0 1 1,0 1-1,0 1 0,1 0 0,0 1 0,1 0 0,0 1 0,0 1 0,1 1 1,0 0-1,1 1 0,0 0 0,1 1 0,0 0 0,1 1 0,0 0 1,2 1-1,-1 0 0,2 1 0,0 0 0,1 0 0,1 0 0,0 1 0,1 0 1,0 6-69,4-15-2,1 0-1,0 0 1,0 0 0,1 0 0,0-1 0,0 1 0,1 0 0,0 0 0,1-1 0,-1 1 0,2-1 0,-1 0 0,1 0 0,0 0 0,0 0 0,1 0 0,0-1 0,0 0-1,0 0 1,1-1 0,0 1 0,0-1 0,0 0 0,1-1 0,-1 1 0,1-1 0,1-1 0,-1 1 0,0-1 0,1-1 0,-1 1 0,1-1 0,0-1 0,0 1 0,3-1 2,18 5-3,1-1 0,0-2 1,-1 0-1,1-3 0,0 0 1,0-2-1,0-1 0,-1-1 1,1-2-1,-1 0 0,0-3 1,-1 0-1,0-2 0,-1 0 1,0-2-1,0-2 0,-2 0 1,0-1-1,0-2 0,11-12 3,-26 20 1,0-1 0,-1 0 0,-1 0 0,0-1 1,0 0-1,-1-1 0,-1 0 0,0 0 0,-1 0 0,-1-1 0,1 1 0,-2-1 0,0 0 0,-1 0 0,0-1 0,-1 1 0,-1 0 0,0 0 0,-1-1 0,-1 1 0,0 0 1,-1 0-1,0 0 0,-1 0 0,-1 1 0,0-1 0,-1 1 0,0 0 0,-1 1 0,0 0 0,-1 0 0,0 0 0,-1 1 0,-1 0 0,0 1 0,0 0 0,-1 1 1,0 0-1,0 0 0,-1 1 0,0 1 0,-1 0 0,0 0 0,-4 0-1,-5 0 71,0 1 0,0 1 0,0 1 0,-1 1 0,1 1 1,-1 1-1,0 1 0,1 1 0,-1 1 0,1 1 0,-1 1 0,1 1 0,0 1 0,1 1 0,0 1 1,0 0-1,0 2 0,1 0 0,0 2 0,1 0 0,1 1 0,-3 3-71,7-4 20,1 0 0,0 1 0,1 0 0,1 1 0,0 0 0,1 1 0,0 0 0,1 1 0,1-1 0,1 2 0,0-1 0,1 1 0,1 0 0,0 1 0,1-1 0,1 1 0,1 0 0,0 6-20,2-19-16,-1 0 1,1 0-1,0 0 0,1 0 0,-1 0 0,1 0 0,0-1 1,0 1-1,0 0 0,1 0 0,0-1 0,0 1 0,0-1 1,0 1-1,1-1 0,0 0 0,0 0 0,0 0 0,0 0 1,0-1-1,1 1 0,0-1 0,-1 0 0,1 0 0,1 0 1,-1-1-1,0 1 0,0-1 0,1 0 0,0 0 0,-1-1 1,4 1 15,13 3-130,0-1 0,0 0 1,1-2-1,-1-1 1,1 0-1,-1-2 1,1 0-1,-1-2 1,0 0-1,0-2 1,0 0-1,0-1 1,-1-1-1,0-1 1,0 0-1,15-11 130,-22 12-38,0-1 1,-1-1-1,1-1 0,-2 0 1,1 0-1,-1-1 0,-1 0 1,0-1-1,-1 0 0,0-1 0,-1 0 1,0 0-1,-1-1 0,0 0 1,-2 0-1,1 0 0,-2-1 1,0 0-1,0 0 0,-2 0 0,0 0 1,0 0-1,-2-1 0,0 1 1,0-1-1,-2 1 0,0 0 1,0 0-1,-2 0 0,-3-12 38,1 14 67,-1-1 0,0 1-1,-1 0 1,0 0 0,-1 1 0,0 1 0,-1-1-1,-1 1 1,1 1 0,-2 0 0,1 1-1,-1 0 1,-1 0 0,0 1 0,0 1 0,0 0-1,-1 1 1,0 1 0,0 0 0,-1 1-1,1 0 1,-1 1 0,0 1 0,0 0 0,0 1-1,0 1 1,0 0 0,-12 2-67,23-3-75,0 1 0,1-1 0,-1 1 0,0-1-1,0 1 1,0 0 0,0 1 0,0-1 0,0 1 0,0-1 0,1 1 0,-1 0 0,0 1 0,0-1-1,1 1 1,-1 0 0,1-1 0,0 2 0,-1-1 0,1 0 0,0 1 0,0-1 0,0 1 0,1 0 0,-1 0-1,1 0 1,-1 0 0,1 0 0,0 1 0,0-1 0,1 1 0,-1-1 0,1 1 0,-1-1 0,1 1-1,0 0 1,1 0 0,-1 0 0,1 0 0,-1 0 0,1 0 0,1 2 75,9 45-6260,30-8-1311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29:52.621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409 95 13579,'0'0'2330,"-22"6"-1015,-149 68 288,157-66-1342,1 1 0,-1 0 0,1 1 0,1 0 0,0 1 1,0 1-1,2 0 0,-1 0 0,1 1 0,1 1 0,0-1 0,1 1 0,0 1 1,2-1-1,-1 2 0,-1 6-261,9-17 21,-1-1 1,0 0-1,1 1 0,0-1 1,0 1-1,1-1 0,-1 0 1,1 0-1,0 0 0,0 0 1,0 0-1,0 0 0,1-1 1,-1 1-1,1-1 0,0 1 1,0-1-1,1 0 0,-1 0 1,0 0-1,1-1 1,0 1-1,0-1 0,0 0 1,0 0-1,0 0 0,0-1 1,0 0-1,0 1 0,2-1-21,137 29 313,-97-24-270,1-2-1,-1-2 0,0-2 0,1-3 1,27-4-43,-59 5 9,1-1 1,-1-1 0,0 0-1,-1-1 1,1 0-1,-1-1 1,0-1 0,0 0-1,-1-1 1,1 0-1,-2-1 1,0-1 0,0 0-1,0 0 1,-1-2-1,-1 1 1,0-1 0,4-7-10,-8 11 37,-1 0 1,1-1 0,-2 1 0,1-1 0,-1 0 0,-1 0 0,0-1 0,0 1 0,0-1 0,-1 1 0,-1-1 0,0 0 0,0 0 0,-1 1 0,0-1 0,-1 0 0,0 0 0,0 0 0,-1 1 0,0-1 0,-1 1 0,0-1 0,-1 1-1,0 0 1,0 0 0,-1 1 0,0-1 0,0 1 0,-1 0 0,0 0 0,-1 1 0,1 0 0,-2 0 0,1 0 0,-1 1 0,0 0 0,0 1 0,0 0 0,-1 0-38,-17-3 124,0 2 1,-1 0 0,0 2-1,1 1 1,-1 1-1,0 2 1,0 0 0,0 2-1,0 1 1,1 1-1,-1 1 1,-22 8-125,26-8 60,0 1-1,0 1 1,1 1 0,0 1 0,0 0 0,1 2 0,0 1-1,1 0 1,0 2 0,1 0 0,1 1 0,0 1 0,1 1-1,-6 8-59,20-19-5,-1 1-1,1 0 0,1 0 0,-1 0 0,1 0 0,0 0 0,1 0 1,0 1-1,0-1 0,0 0 0,1 1 0,0-1 0,1 1 1,-1-1-1,1 1 0,1-1 0,0 0 0,0 0 0,0 0 1,1 0-1,0 0 0,0 0 0,0-1 0,1 1 0,0-1 0,1 0 1,-1 0-1,1-1 0,0 1 0,1-1 0,-1 0 0,1 0 1,0-1-1,0 0 0,0 0 0,1 0 0,0-1 0,-1 0 1,1 0-1,0-1 0,1 0 0,4 1 6,33 12-8,0-3 1,1-2-1,1-2 1,0-2-1,0-2 1,0-2-1,0-2 1,12-3 7,-31 3-41,0-2 0,0-1 1,0-1-1,0-1 0,-1-2 0,0-1 0,0-1 0,-1-1 1,23-12 40,-39 17-43,1-1 0,-1-1 0,0 1 0,-1-2 0,1 1 0,-1-1 0,-1 0 0,0-1 0,0 0 0,0-1 0,-1 1 0,-1-1 1,0-1-1,0 1 0,-1-1 0,0 0 0,-1 0 0,0-1 0,-1 1 0,0-1 0,-1 0 0,-1 1 0,1-1 0,-2-3 43,1 9-14,-2-1 0,1 1 0,-1 0 0,0-1 0,0 1 0,0 0 0,-1 0 0,0 0 0,-1 0 0,1 0 0,-1 0 0,0 1 0,0-1-1,-1 1 1,0 0 0,0 0 0,0 0 0,0 0 0,-1 1 0,0 0 0,0 0 0,0 0 0,0 1 0,0-1 0,-1 1 0,0 0 0,0 1 0,1-1 0,-1 1 0,-1 1-1,1-1 1,0 1 0,0 0 0,-1 0 0,-2 1 14,-41-3 66,1 2-1,-1 2 0,1 2 1,0 3-1,0 1 0,0 3 1,1 2-1,0 2 0,2 2 1,0 2-1,0 2 0,2 2 1,-12 10-66,45-28 19,1 0 0,0 1 1,0 0-1,0 1 0,1 0 0,-1 1 1,2 0-1,-1 0 0,1 1 1,0 0-1,0 1 0,1 0 1,0 0-1,1 0 0,0 1 0,0 0 1,1 0-1,1 0 0,-1 0 1,2 1-1,-1 0 0,2 0 0,-1 0 1,1 0-1,1 1 0,0-1 1,1 0-1,0 0 0,1 1 1,0-1-20,4-2-1,1-1 1,0 0-1,1 0 1,0 0-1,0-1 1,0-1 0,1 1-1,0-1 1,0 0-1,1-1 1,0 0-1,-1 0 1,2-1 0,-1 0-1,0 0 1,1-1-1,0-1 1,0 1 0,0-2 0,63 18 33,1-5 0,1-2 1,0-3-1,1-4 0,-1-3 1,1-4-1,57-8-33,-106 6 22,-1 0 0,0-2 0,0 0 0,0-2 0,-1-1-1,0-1 1,22-12-22,-38 17 4,1 0-1,-1-1 1,-1 0-1,1 0 1,-1 0 0,0-1-1,0-1 1,-1 0-1,0 1 1,0-2-1,-1 1 1,0-1-1,0 0 1,-1-1-1,0 1 1,-1-1-1,0 0 1,-1 0-1,0 0 1,1-6-4,-4 11-9,1 0 1,-1 0-1,1-1 0,-2 1 0,1 0 1,0-1-1,-1 1 0,0 0 1,0 0-1,-1 0 0,0 0 0,1 0 1,-2 0-1,1 0 0,0 1 1,-1-1-1,0 1 0,0-1 1,0 1-1,-1 0 0,0 0 0,1 1 1,-1-1-1,0 1 0,-1 0 1,1 0-1,-1 0 0,1 1 0,-1-1 1,0 1-1,0 0 0,0 0 1,0 1-1,-5-1 9,-192-21 81,197 23-79,-34-2 54,-1 2 0,0 2 0,0 2 0,0 1 0,1 2 0,0 2 0,0 1 0,1 2 0,0 2 0,2 2 0,-1 1 0,2 1 0,-15 12-56,38-20 39,1 1 0,0 0 0,1 1 0,0 0 0,0 0 0,2 1 0,0 0 0,0 1 0,1-1 0,1 2 0,0-1 0,1 1 0,1-1 0,0 1 0,1 1 0,0-1 0,1 8-39,1-16-1,1 0 1,0 0 0,1 0-1,0 0 1,0 0 0,0 0 0,1 0-1,0 0 1,0 0 0,1 0 0,0-1-1,0 0 1,0 1 0,1-1 0,0 0-1,0-1 1,1 1 0,0-1-1,-1 0 1,2 0 0,-1 0 0,1-1-1,-1 1 1,1-1 0,0-1 0,1 1-1,-1-1 1,1 0 0,0 0 0,18 6 23,-1 0 0,1-2 0,1-1 0,-1 0 0,1-2 0,0-1 0,13-1-23,-6 0 35,0-2 1,0-1-1,0-1 1,0-2-1,0-1 1,-1-2-1,2-2-35,-26 7-3,1 0-1,-1-1 1,0 0-1,-1-1 1,1 0-1,0 0 1,-1-1-1,0 1 1,0-1 0,-1-1-1,1 0 1,-1 0-1,0 0 1,-1 0-1,1-1 1,-1 0-1,-1 0 1,1-1-1,-1 1 1,0-1 0,-1 0-1,0 0 1,0 0-1,-1 0 1,0 0-1,0-1 1,-1 1-1,0-1 1,-1-3 3,0 8-18,1-1-1,-1 1 1,-1 0-1,1 0 1,-1 0-1,1 0 1,-1-1 0,-1 1-1,1 0 1,0 1-1,-1-1 1,0 0 0,0 0-1,0 1 1,0-1-1,-1 1 1,1-1-1,-1 1 1,0 0 0,0 0-1,0 0 1,0 1-1,-1-1 1,1 1 0,-1 0-1,1 0 1,-1 0-1,0 0 1,0 0 0,0 1-1,-4-1 19,-134-10-65,137 12 73,-35 3 14,-1 1 1,1 2 0,1 2-1,-1 1 1,1 2 0,1 2 0,0 2-1,1 1 1,1 2 0,-28 18-23,-8 31 165,71-66-166,-1 1 0,1 0 0,0-1 0,-1 1 0,1 0 0,0 0 0,0 0 1,0 0-1,1 0 0,-1 0 0,0 1 0,1-1 0,0 0 0,-1 0 0,1 0 0,0 1 0,0-1 0,0 0 0,0 0 0,1 0 0,-1 1 0,0-1 0,1 0 0,0 0 0,-1 0 0,1 0 0,0 0 0,0 0 0,0 0 0,1 0 0,-1 0 0,0-1 0,1 1 0,-1 0 0,1-1 0,-1 1 0,1-1 0,0 0 0,-1 1 0,1-1 0,1 0 1,12 6-8,-1-2 0,1 0 0,1 0 0,-1-2 0,1 0 0,-1-1 0,1 0 0,0-1 0,-1-1 0,1 0 0,5-2 8,10 2-12,-8-2-8,1 0 1,0-1-1,-1-1 0,0-1 1,0-1-1,-1-1 1,1-1-1,-1-1 0,-1-1 1,0-1-1,0-1 0,-2-1 1,9-7 19,-15 11-29,-2 0 0,1-1 0,-1 0 0,-1-1 0,0 0 1,0-1-1,-1 0 0,-1 0 0,0-1 0,-1 0 0,0 0 0,-1-1 0,0 0 0,-1 0 1,-1-1-1,0 1 0,-1-1 0,-1 0 0,0 1 0,-1-1 0,0-9 29,-2 20 2,-1 0 0,1 0 0,-1 0 0,1 0 0,-1 0 0,0 1 0,0-1 0,-1 0 0,1 1-1,-1 0 1,0 0 0,1 0 0,-1 0 0,-1 0 0,1 0 0,0 1 0,-1-1 0,1 1 0,-1 0 0,0 0 0,0 1-1,0-1 1,0 1 0,0 0 0,0 0 0,0 0 0,0 0 0,0 1 0,0-1 0,-1 1 0,1 0 0,0 1 0,0-1-1,0 1 1,0 0 0,-1 0 0,1 0 0,0 0 0,0 1-2,-55 4 72,-1 3-1,2 3 1,-1 2 0,2 2-1,0 4 1,-47 22-72,83-34 30,-216 100 276,228-104-290,1 0 1,0 1-1,0 1 1,0-1-1,1 1 1,0 0 0,0 1-1,0 0 1,1 0-1,0 0 1,0 1 0,1 0-1,0 0 1,1 0-1,-1 1 1,2 0-1,-1 0 1,1 0 0,1 0-1,-1 0 1,1 0-1,1 1 1,-1 7-17,3-12-7,0-1 0,0 1 1,1-1-1,-1 0 0,1 1 0,0-1 0,0 0 0,0 0 1,1 0-1,0-1 0,-1 1 0,1 0 0,0-1 1,1 0-1,-1 0 0,1 0 0,-1 0 0,1 0 1,0-1-1,0 0 0,0 0 0,0 0 0,0 0 1,1 0-1,-1-1 0,0 0 0,1 0 0,-1 0 1,3 0 6,50 11-6,1-2 1,0-3 0,0-2-1,1-3 1,-1-2 0,39-6 5,-93 6 0,15 1 3,0-1 0,0 0 0,0-2 0,0 0 0,0-1 0,-1-1 1,1-1-1,-1 0 0,0-1 0,0-1 0,-1-1 0,0-1 1,0 0-1,-1-1 0,0-1 0,-1 0 0,0-1 0,0-1 0,-2 0 1,0-1-1,0 0 0,8-14-3,-19 24-4,1-1-1,-1 0 1,0-1 0,0 1 0,0 0-1,0 0 1,-1-1 0,0 1-1,-1-1 1,1 1 0,-1-1 0,0 0-1,0 1 1,0-1 0,-1 1-1,0-1 1,0 1 0,-1 0 0,1-1-1,-1 1 1,0 0 0,-1 0 0,1 0-1,-1 0 1,0 0 0,0 1-1,-1-1 1,1 1 0,-1 0 0,0 0-1,0 0 1,0 1 0,-1-1-1,1 1 1,-1 0 0,-4-2 4,-11-6 3,-1 0 0,1 2 0,-2 0 0,0 2 0,0 0 0,0 1 0,0 2 1,-10-1-4,22 3-61,-2-1-55,0 0-1,-1 1 1,1 0 0,0 0-1,-1 2 1,1-1 0,-1 2-1,1 0 1,-1 0 0,1 1 0,-1 0-1,1 1 1,0 1 0,0 0-1,1 1 1,-1 0 0,0 1 116,-1 19-4234,11-2-6263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28:56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195 700 5801,'0'0'320,"0"0"575,0 0 2095,0 0-1073,0 0-296,0 0-367,-19-9-67,-57-25 153,74 33-1283,0 1 0,0 0-1,0 0 1,0 0 0,0 0-1,0 0 1,0 1 0,0-1 0,0 1-1,0-1 1,0 1 0,1 0 0,-1-1-1,0 1 1,0 0 0,1 0 0,-1 0-1,0 1 1,1-1 0,-1 0 0,1 0-1,-1 1 1,1-1 0,0 1-1,0 0 1,0-1 0,0 1 0,0 0-1,0-1 1,0 1 0,0 0 0,1 0-1,-1 0 1,1 0 0,-1 0-57,-2 6 268,-3 0-198,1 0 0,0 0 1,1 0-1,0 1 0,0-1 0,1 1 1,0 0-1,0 0 0,1 1 0,1-1 1,-1 0-1,1 1 0,1-1 0,0 1 1,0-1-1,1 1 0,0-1 0,1 0 1,0 0-1,0 1 0,1-1 0,0 0 1,1-1-1,0 1 0,0-1 0,1 1 1,0-1-1,0-1 0,1 1 0,0-1 1,0 0-1,1 0 0,0-1 0,0 0 1,0 0-1,1 0 0,0-1 0,0 0 1,0-1-1,1 0 0,0 0 0,-1-1 1,7 2-72,3-3 27,0 0 0,0-1-1,0-1 1,0 0-1,0-2 1,-1 0-1,1 0 1,0-2-1,-1 0 1,0-2-1,0 0 1,11-5-26,-21 8-2,1-1 0,-1 0-1,0-1 1,0 1 0,-1-1 0,1-1 0,-1 1 0,0-1 0,0 0 0,-1 0-1,0-1 1,0 1 0,-1-1 0,1 0 0,-2-1 0,1 1 0,-1-1-1,0 0 1,0 1 0,-1-1 0,0 0 0,-1-1 0,1 1 0,-2 0 0,1 0-1,-1-1 1,0 1 0,-1-3 2,-2 1-2,-1 0-1,0 1 1,0-1-1,-1 1 1,0 0-1,-1 0 1,0 0-1,0 1 1,-1 0-1,0 0 1,0 1-1,-1 0 1,0 0 0,0 0-1,-1 1 1,1 1-1,-1-1 1,-1 1-1,1 1 1,-1 0-1,0 0 1,0 1-1,0 0 1,0 1-1,0 0 1,0 1-1,-1 0 1,1 0-1,-1 1 1,1 1-1,-1 0 1,1 0-1,0 1 1,-1 0 0,-3 2 2,6 1-16,1 1 0,-1-1 1,1 2-1,1-1 1,-1 1-1,1 0 1,0 0-1,1 1 0,-1 0 1,1 0-1,1 0 1,0 0-1,0 1 1,1 0-1,0 0 0,0 0 1,1 0-1,0 0 1,1 0-1,0 1 1,0-1-1,1 2 16,19 74-3769,-15-81 3293,0 0 0,1 0-1,-1-1 1,0 1 0,1-1 0,0 0 0,0 0-1,0 0 1,0-1 0,0 0 0,1 0 0,-1 0-1,1-1 1,-1 1 0,1-1 0,0-1 0,-1 1-1,1-1 1,0 0 0,-1 0 0,1-1 0,4 0 476,-8 1-113,41 0-1641</inkml:trace>
  <inkml:trace contextRef="#ctx0" brushRef="#br0" timeOffset="62375.163">481 139 3209,'0'0'2015,"0"0"-1150,0 0-185,0 0 1050,0 0-347,0 0-547,1-11-265,3-58 1190,-2 11 4372,-2 58-5369,0 0-149,0 0-103,0 8 80,0 38-375,-2 105 771,6 0 1,8 0-1,23 111-988,-28-227 198,66 205 978,-83-250-1322,35-52-14368,-8 44 10994</inkml:trace>
  <inkml:trace contextRef="#ctx0" brushRef="#br0" timeOffset="66608.524">800 472 5537,'0'0'554,"0"0"68,0 0 1129,0 0-157,0 0-556,0 0-33,5 0 10744,0 5-12470,385 469 4983,-399-462-7197,-5-13 2271,13 1 362,-1 0 1,0-1-1,0 1 1,1 0-1,-1-1 0,0 1 1,1-1-1,-1 1 1,0-1-1,1 0 1,-1 0-1,1 0 1,-1 0-1,1 0 0,0 0 1,-1 0-1,1 0 1,0-1-1,0 1 1,0 0-1,0-1 0,0 1 1,0-1-1,0 1 1,0-1-1,1 1 1,-1-1-1,0 0 1,1 1-1,0-1 0,-1 0 1,1 1-1,0-1 1,0 0-1,0 0 1,0 1-1,0-1 1,0 0-1,0 0 0,1 1 1,-1-1-1,1 0 1,-1 1-1,1-1 1,0 0 301,-1-6-661,2-16-1290</inkml:trace>
  <inkml:trace contextRef="#ctx0" brushRef="#br0" timeOffset="67495.575">1489 367 5265,'0'0'736,"0"0"-444,0 0-180,0 0 741,0 0 2030,0 0-1415,5-19 2852,-37 39 2494,-7 46-7259,24-38 1108,-10 11-356,2 1-1,2 0 1,2 2 0,2 1 0,1 0-1,3 1 1,-7 38-307,-31 30 321,45-103-284,2-8 102,7-28-775,-5-3-1123,-1 8-2447,-4-3-5292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30:09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12939,'0'0'2762,"0"0"-899,0 0-90,5 19 152,24 136 1008,-30 230-1959,1-385-1368,-1 3-841,1-2-5620,0-1-860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30:19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112 312 4889,'0'0'6692,"0"0"-3271,0 0-1155,0 0-254,0 0-239,0 0-240,19 0 1229,110 205 724,-95-140-3072,-5-10-319,-13-21-19,1 0 0,2-1 0,2-1 0,1 0 0,1-2 0,1-1-1,2 0 1,21 16-76,-48-46-1,1 0 0,0 1 0,0-1 0,-1 0-1,1 1 1,0-1 0,0 0 0,0 0 0,0 1 0,0-1-1,0 0 1,0 0 0,0 0 0,0 1 0,0-1 0,0 0-1,0 0 1,0 1 0,1-1 0,-1 0 0,0 1-1,1-1 1,-1 0 0,0 0 0,1 1 0,-1-1 0,1 1-1,-1-1 1,1 1 0,0-1 0,-1 0 0,1 1 0,-1 0-1,1-1 1,0 1 0,-1-1 0,1 1 0,0 0-1,-1-1 1,1 1 0,0 0 0,0 0 0,-1 0 0,1 0-1,0 0 1,0 0 0,0 0 0,-1 0 0,1 0 0,0 0-1,0 0 1,-1 0 0,1 0 0,0 0 0,0 1-1,-1-1 1,1 0 0,0 1 0,-1-1 0,1 0 0,0 1-1,-1-1 2,0-17-8,47-298-576,-36 267 553,29-367 117,-17 299-221,-18 136-328,1 3-1630,-4-7-2949,-1-3-5859</inkml:trace>
  <inkml:trace contextRef="#ctx0" brushRef="#br0" timeOffset="1484.639">0 352 5513,'0'0'620,"0"0"553,0 0 1907,0 0-1379,0 0-696,0 0 7,3-9-145,11-39 492,5 34 2789,47-3-1870,-65 17-2042,18 11 1568,23 34-1289,-1 2 0,-3 1 0,-2 2 0,-2 2 0,0 5-515,90 142 223,-46-72-195,-70-238 53,42-34-91,-26 80 10,-3 0 0,-3-1 1,-3-1-1,0-16 0,11-129 201,-21 174 130,-5 33-3656,0 6-3634,-2 3-2037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30:15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34 802 6313,'0'0'6380,"0"0"-3802,0 0-1057,0 0 12,0 0-202,0 0-29,-6 15-218,1-5-885,2-4-115,0-1 0,0 1 1,0 0-1,1 0 0,0 1 1,0-1-1,1 1 1,0-1-1,0 1 0,0-1 1,1 1-1,0-1 0,0 1 1,0-1-1,1 1 0,0 0-84,5 5 52,1 0-1,0-1 0,0 1 1,1-1-1,1-1 0,0 1 1,0-2-1,1 1 0,0-1 1,1-1-1,-1 0 1,2 0-1,-1-1 0,1 0 1,0-1-1,1-1 0,-1 0 1,1 0-1,0-1 0,1-1 1,-1 0-1,0-1 0,1-1 1,-1 0-1,1-1 0,-1 0 1,1-1-1,7-1-51,-17 2 7,0-1 0,0 1 0,-1-1 0,1 0 0,0 0 0,-1 0-1,1 0 1,-1-1 0,0 0 0,1 1 0,-1-1 0,0 0 0,0-1 0,0 1 0,0 0 0,0-1 0,-1 0 0,1 0 0,-1 1-1,0-1 1,1-1 0,-2 1 0,1 0 0,0 0 0,0-1 0,-1 1 0,0-1 0,0 0 0,0 1 0,0-1 0,-1 0 0,1 1-1,-1-1 1,0 0 0,0-3-7,-23-135-1,-32 44-37,52 138 95,12-16-56,1 0 0,1 0 0,1-1-1,1-1 1,1 0 0,1-1 0,1 0 0,15 15-1,26 36-2,-44-55-24,-1 0-1,-1 0 1,0 1-1,-1 0 1,-1 1 0,-1 0-1,0 1 1,-2 0-1,0 0 1,-1 0-1,-1 1 1,-1-1-1,-1 1 1,-1 11 26,-2-26 9,0 1 0,0-1 1,-1 1-1,0-1 0,-1 0 1,1 0-1,-1 0 0,0 0 1,0 0-1,-1-1 0,0 1 1,0-1-1,0 0 0,-1 0 1,1-1-1,-1 1 0,0-1 1,-1 0-1,1 0 0,-1-1 1,1 0-1,-1 0 0,0 0 1,0 0-1,-1-1 0,1 0 1,-5 0-10,-181 28 284,189-31-441,0 0 0,1 0 0,-1 0 0,1 0 1,-1-1-1,1 1 0,-1-1 0,1 1 0,0-1 1,0 0-1,0 0 0,0 0 0,0 0 0,0 0 0,0 0 1,1-1-1,-1 1 0,1-1 0,0 1 0,-1-1 0,1 1 1,1-1-1,-1 0 0,0 0 0,0 1 0,1-1 1,0 0-1,-1 0 0,1 0 0,0 1 0,1-1 0,-1 0 1,0 0-1,1 0 0,-1 1 0,1-1 0,0 0 0,0 1 1,0-1-1,0 1 0,1-1 0,-1 1 0,1-1 1,-1 1-1,1 0 0,0 0 0,0 0 0,0 0 0,0 0 157,35-58-6062,8 3 2352</inkml:trace>
  <inkml:trace contextRef="#ctx0" brushRef="#br0" timeOffset="1017.248">912 869 6617,'0'0'4697,"0"0"-2252,20-16-865,15-12-1163,0-1-1,-2-2 0,-1-1 0,-2-1 1,-1-2-1,-2-1 0,5-11-416,-23 28-163,-1-2 0,-1 1 0,0-1 0,-2 0 0,0 0 0,-2-1-1,0 1 1,-1-1 0,-2 0 0,0 0 0,-1 1 0,-1-1 0,-1 0 0,-2-4 163,1 6 309,-1 1 1,-1 0-1,-1 0 1,-1 1 0,0-1-1,-1 2 1,-1-1-1,-1 2 1,-11-15-310,22 29 54,-1 1 0,0-1 0,1 0 0,-1 1 1,0-1-1,0 1 0,0-1 0,0 1 0,0-1 0,0 1 0,0 0 0,0 0 0,-1-1 0,1 1 1,0 0-1,-1 0 0,1 0 0,-1 0 0,1 0 0,-1 1 0,0-1 0,1 0 0,-1 1 1,0 0-1,0-1 0,1 1 0,-1 0 0,0-1 0,0 1 0,1 0 0,-1 0 0,0 1 0,0-1 1,1 0-1,-1 1 0,0-1 0,1 1 0,-1-1 0,0 1 0,1 0 0,-1-1 0,1 1 0,-1 0 1,1 0-1,-1 0 0,1 1 0,0-1 0,-1 0 0,1 0 0,0 1 0,0-1 0,0 1 1,0-1-1,0 1 0,0-1 0,1 1 0,-1-1 0,0 2-54,-4 20 154,1 1 1,1 0-1,1 1 0,1-1 1,2 0-1,0 0 0,1 1 1,2-1-1,0 0 0,2-1 0,0 1 1,2-1-1,0-1 0,2 1 1,9 16-155,14 21 164,3-2 0,2-2 0,3-1 0,2-2 0,6 2-164,-21-25-169,-28-30 66,-13-32-394,12 27 415,-1-1 0,1 0 0,0 1 0,1-1 0,0 0 0,-1 0 0,2 0 0,-1 1 0,1-1 0,0 0 0,0 0 0,0 1 0,1-1 0,0 1 0,0-1 0,0 1 0,1 0 0,0 0 0,0 0 0,0 0 0,1 1 0,-1-1 0,1 1 0,0 0 0,0 0 0,1 0 0,-1 0 0,1 1 0,0 0 0,0 0 0,0 0 0,0 1 0,0-1 0,1 1 0,-1 0 0,1 1 0,0-1 0,-1 1 0,1 1 0,0-1 0,0 1 0,-1 0 0,6 0 82,-5 5 49,0-1 0,-1 1 0,1 0 0,-1 0 0,0 1 0,-1 0 0,1 0 0,-1 0 0,0 0 0,-1 1 0,1-1 0,-1 1 0,-1 0 0,1 0 0,-1 0 0,-1 0 0,1 0 0,-1 1 0,0 0-49,6 18 109,-5-21-95,-1 1 1,1 0-1,0-1 1,1 1-1,-1-1 0,1 0 1,0 0-1,0 0 0,1 0 1,-1 0-1,1-1 1,0 1-1,0-1 0,1 0 1,-1-1-1,1 1 0,0-1 1,0 0-1,0 0 1,1 0-1,-1-1 0,0 1 1,1-1-1,0-1 1,-1 1-1,1-1 0,0 0 1,0 0-1,0-1 0,0 0 1,0 0-1,0 0 1,-1-1-1,1 0 0,0 0 1,0 0-1,4-2-14,-3-1-10,1 0 0,-1-1 0,0 0-1,0 0 1,-1-1 0,0 0 0,0 0 0,0 0-1,0-1 1,-1 1 0,0-2 0,-1 1 0,0 0 0,0-1-1,0 0 1,-1 0 0,0 0 0,-1 0 0,0 0 0,0 0-1,0-1 1,-1 1 0,-1-1 0,1 1 0,-1-1-1,-1 0 1,0 1 0,0-1 0,0 1 0,-3-6 10,4 14 24,0 1 0,-1 0 1,1-1-1,0 1 0,0-1 0,-1 1 1,1-1-1,0 1 0,-1-1 0,1 1 1,0-1-1,-1 1 0,1-1 0,-1 0 1,1 1-1,-1-1 0,1 0 1,-1 1-1,1-1 0,-1 0 0,1 0 1,-1 1-1,0-1 0,1 0 0,-1 0 1,1 0-1,-1 0 0,1 0 0,-1 0 1,0 0-1,1 0 0,-1 0 1,1 0-1,-1 0 0,0 0 0,1 0 1,-1 0-1,1 0 0,-1-1 0,0 1 1,1 0-1,-1 0 0,1-1 0,-1 1 1,1-1-1,-1 1-24,-1 6 11,-1 1 1,1-1 0,1 1-1,-1 0 1,1-1-1,0 1 1,1 0-1,-1 0 1,2 0-1,-1-1 1,1 1-1,0 0 1,0 0-1,0 0 1,1-1-1,0 1 1,1-1-1,0 0 1,-1 1-1,2-1 1,-1 0-1,1-1 1,0 1-1,0-1 1,1 0 0,-1 0-1,1 0 1,0 0-1,1-1 1,-1 0-1,1 0 1,0 0-1,0-1 1,0 0-1,0 0 1,0 0-1,1-1 1,-1 0-1,2 0-11,-3-1 10,0 0 0,1 0-1,-1-1 1,1 0 0,-1 0-1,0 0 1,1-1 0,-1 1-1,0-1 1,1 0-1,-1-1 1,0 1 0,0-1-1,0 0 1,0-1 0,0 1-1,-1-1 1,1 0 0,-1 0-1,0 0 1,1-1-1,-1 1 1,-1-1 0,1 0-1,-1 0 1,1 0 0,-1-1-1,0 1 1,-1-1 0,1 0-1,-1 0 1,0 0 0,0 0-1,0 0 1,-1 0-1,0 0 1,0-1 0,0 1-1,-1-4-9,3 3-8,0 0 0,-1 0 0,0 0-1,0 0 1,-1 0 0,1 0 0,-1 0-1,-1 0 1,1 0 0,-1-1 0,0 1-1,0 0 1,-1 0 0,0-1 0,0 1-1,-1 0 1,1 0 0,-1 0-1,-1 0 1,1 0 0,-1 1 0,0-1-1,0 1 1,0 0 0,-1 0 0,0 0-1,0 0 1,0 0 0,-1 1 0,0 0-1,0 0 1,0 0 0,0 1 0,0-1-1,-1 1 1,0 0 8,-2 2-26,-1 0-1,0 1 1,0 0-1,1 0 1,-1 1-1,0 0 1,1 1-1,-1 0 1,1 0-1,-1 1 1,1 0-1,0 0 1,0 1-1,0 0 1,1 0-1,-1 1 1,1 0-1,0 0 1,0 1-1,1 0 1,0 0-1,0 0 1,0 1-1,1 0 1,0 0-1,0 1 1,1-1-1,0 1 1,0 0-1,1 0 1,0 0-1,0 0 1,1 1-1,0-1 1,0 1-1,1 7 28,1-13-421,0 0 1,0 0-1,1 0 1,-1 0 0,1 0-1,0 0 1,0 0 0,0 0-1,0 0 1,0-1 0,1 1-1,-1 0 1,1-1 0,0 1-1,0-1 1,0 0-1,0 1 1,0-1 0,0 0-1,1 0 1,-1-1 0,1 1-1,-1 0 1,1-1 0,0 1-1,0-1 1,-1 0-1,1 0 1,0 0 0,0-1-1,2 1 420,26 9-1865</inkml:trace>
  <inkml:trace contextRef="#ctx0" brushRef="#br0" timeOffset="1267.405">2097 624 4889,'0'0'1956,"0"0"2727,0 0-2463,0 0-823,0 0-208,7 23-165,26 72-133,-31-89-801,0 0 0,1 0-1,-1-1 1,1 1-1,1-1 1,-1 0 0,1 0-1,0 0 1,0-1 0,0 1-1,0-1 1,1 0 0,0 0-1,0 0 1,0-1-1,0 0 1,1 0 0,-1 0-1,1 0 1,0-1 0,0 0-1,0-1 1,0 1-1,0-1 1,0 0 0,0 0-1,0-1 1,0 0 0,1 0-1,-1 0 1,0-1 0,0 0-1,5-1-89,-6-1-475,0 0-1,0 1 1,-1-2-1,1 1 1,-1 0-1,0-1 1,0 0 0,0 0-1,-1 0 1,1 0-1,-1-1 1,0 1-1,0-1 1,-1 0-1,1 0 1,-1 0-1,0 0 1,-1 0-1,1 0 1,-1-1 0,0 1-1,0 0 1,-1-1-1,1-2 476,6-45-2549,-2 4 538,-2 2 1528</inkml:trace>
  <inkml:trace contextRef="#ctx0" brushRef="#br0" timeOffset="2063.467">2360 235 992,'0'0'4393,"0"0"-2008,-10-18 2124,-2-8-3126,-10-18-194,-10 1 2969,31 42-2405,1 4-534,3 28-698,2 1 0,0-1 1,3 0-1,0 0 0,2-1 1,10 20-522,-1 2 414,-6-14-154,0 5-63,2 0-1,1 0 1,3-2 0,1 0 0,2-1 0,2-2-1,14 18-196,-37-53-41,0-1-1,0 0 1,0 0-1,0 1 1,1-1-1,-1 0 0,1 0 1,-1 0-1,1 0 1,0 0-1,-1-1 0,1 1 1,0 0-1,0-1 1,0 0-1,0 1 1,1-1-1,-1 0 0,0 0 1,1 0-1,-1 0 1,0 0-1,1-1 0,-1 1 1,1-1-1,-1 0 1,1 1-1,-1-1 1,1 0-1,-1-1 0,1 1 1,-1 0-1,1-1 1,-1 1-1,1-1 0,-1 0 1,0 0-1,1 0 1,-1 0-1,0 0 1,0 0-1,0-1 0,0 1 1,0-1-1,0 1 1,0-1-1,0 0 1,-1 0-1,1 0 0,0 0 42,8-36-2164,-1 0 0,-1-1 0,-3 1 0,-1-1 0,-1 0-1,-3 0 1,-3-32 2164,2-4-1714,-35-143-185,-37 91 6858,73 126-4811,-1-1 1,1 1-1,-1-1 0,1 1 0,-1-1 0,1 1 0,-1-1 0,0 1 0,0-1 0,1 1 0,-1 0 0,0-1 0,0 1 0,-1 0 0,1 0 0,0 0 0,0 0 0,0 0 0,-1 0 1,1 0-1,-1 0 0,1 1 0,-1-1 0,1 0 0,-1 1 0,1-1 0,-1 1 0,1 0 0,-1-1 0,1 1 0,-1 0 0,0 0 0,1 0 0,-1 0 0,1 0 0,-1 1 0,0-1 1,1 0-1,-1 1 0,1-1 0,-1 1 0,1-1 0,-1 1 0,1 0 0,0 0 0,-1 0 0,1 0 0,0 0 0,-1 0 0,1 0 0,0 0 0,0 0 0,0 0 0,0 1-148,3 227 4943,3-184-4671,3-1 0,1 0 0,2 0 0,2-1 0,3-1 0,17 36-272,-28-67-46,1 0 0,0 0-1,0 0 1,2-1 0,-1 0-1,1 0 1,0-1 0,1 0-1,0-1 1,1 0 0,-1 0-1,1-1 1,1 0 0,0-1-1,0 0 1,0 0 0,0-1-1,1-1 1,0 0 0,0-1 0,0 0-1,0-1 1,0 0 0,1-1-1,-1 0 1,11-1 46,-18-4-108,-1 1 1,1-1-1,-1 0 1,0 0-1,0-1 1,-1 1-1,1-1 1,-1 0-1,0 0 1,0 0-1,0 0 1,-1-1-1,0 1 1,0-1-1,0 1 1,-1-1-1,0 0 1,0 1-1,0-1 1,-1 0 0,1 0-1,-1 0 1,-1 1-1,1-1 1,-1 0-1,0 0 1,-2-4 107,3-5-96,20 53 1179,-9-31-1044,0 0 0,0-1 0,1 0 0,0-1 0,0-1 0,0 0 0,1 0 0,-1-1 0,1-1 0,0 0 0,0-1 0,0 0 0,0-1 0,0 0 0,0-1 0,0-1 0,5-1-39,-13 2-1,0 0 0,-1-1 0,1 1 1,-1-1-1,0 0 0,1 0 1,-1-1-1,0 1 0,0-1 0,0 0 1,-1 0-1,1 0 0,-1-1 0,1 1 1,-1-1-1,0 0 0,0 0 0,-1 0 1,1 0-1,-1 0 0,0 0 0,0-1 1,-1 1-1,1-1 0,-1 0 1,0 1-1,0-1 0,0 0 0,-1 0 1,0 0-1,0 1 0,0-1 0,0 0 1,-1 0-1,0 1 0,0-1 0,0 0 1,-1-1 0,-1 3 0,1 0-1,-1 0 1,-1 0 0,1 0 0,0 1 0,-1-1 0,1 1 0,-1 0 0,0 0-1,0 0 1,0 1 0,0-1 0,0 1 0,0 0 0,0 0 0,0 0 0,0 1-1,-1-1 1,1 1 0,0 0 0,0 0 0,-1 1 0,-3 0 0,3-1 0,-20 0-36,0 0 0,1 2 0,-1 1 1,1 1-1,-1 1 0,1 1 0,1 1 0,-11 5 36,-54 36-5294,66-29-471,16 0 2448</inkml:trace>
  <inkml:trace contextRef="#ctx0" brushRef="#br0" timeOffset="3093.186">3240 570 10098,'0'0'5101,"0"0"-1988,0 0-1161,0 0-599,0 0-238,0 0-315,4 9-103,11 5-648,0-1 0,0-1-1,1 0 1,0-1 0,1-1-1,1 0 1,-1-2 0,1 0-1,2 0-48,111 15-2486,-126-25 2440,0 0 0,-1-1 0,1 0 0,-1 1 0,1-1 0,-1-1 0,0 1 0,0 0 0,-1-1 0,1 0 0,-1 0 0,1 0-1,-1-1 1,-1 1 0,1 0 0,0-1 0,-1 0 0,0 0 0,0 0 0,-1 0 0,1 0 0,-1 0 0,0-1 46,21-43 163,-20 46-127,0 0 0,0 1 0,1-1 0,-1 0 0,1 1 0,-1-1 0,1 1 0,0 0 0,0 0 0,0 0 0,0 0 0,0 1 0,1-1 0,-1 1 0,0 0 0,1 0 0,-1 0 0,1 0 0,-1 1 0,1-1 0,-1 1 0,1 0 0,-1 0 0,1 0 0,-1 0 0,1 1 1,0 0-1,-1-1 0,0 1 0,1 0 0,-1 1 0,0-1 0,1 1 0,-1-1 0,0 1 0,0 0 0,0 0 0,0 0 0,-1 1 0,1-1 0,-1 1 0,1-1 0,-1 1 0,0 0 0,0 0 0,0 0 0,0 0 0,1 3-36,104 128 658,-100-186-813,-8 46 148,1-1 1,0 1-1,0 0 0,0-1 1,1 1-1,0 0 0,0-1 1,0 1-1,1 0 0,0 0 1,1 0-1,-1 0 0,1 1 1,0-1-1,0 1 0,1-1 1,-1 1-1,1 0 0,1 0 1,-1 1-1,1-1 0,-1 1 1,1 0-1,0 0 0,1 1 1,-1-1-1,1 1 0,-1 0 1,1 1-1,6-2 7,-8 6 9,1 0 1,-1 0-1,0 1 0,0 0 1,0 0-1,0 0 0,0 0 1,-1 1-1,1-1 0,-1 1 1,0 0-1,0 0 1,-1 0-1,1 0 0,-1 1 1,0-1-1,0 1 0,0-1 1,0 1-1,-1 0 0,0 0 1,0-1-10,6 13 35,-6-12-23,0 1 1,1-1-1,0 0 0,0-1 0,0 1 0,0 0 0,1-1 0,0 1 0,0-1 0,0 0 0,0 0 1,1 0-1,-1 0 0,1 0 0,0-1 0,0 0 0,1 0 0,-1 0 0,1 0 0,-1-1 1,1 1-1,0-1 0,0-1 0,0 1 0,0-1 0,0 1 0,1-1-12,0-4 4,-1 0 0,0 0 0,0-1-1,0 1 1,0-1 0,-1 0 0,1 0-1,-1-1 1,0 1 0,-1-1 0,1 0 0,-1 0-1,0 0 1,0 0 0,0-1 0,-1 1 0,1-1-1,-2 0 1,1 1 0,-1-1 0,1 0 0,-1 0-1,-1 0 1,1 0 0,-1 0 0,-1-3-4,13-39-132,30-25-331,-26 130 391,-12-25 208,-4-24-100,0-1-1,0 1 0,0 0 1,1 0-1,0-1 1,1 1-1,0-1 0,0 1 1,0-1-1,1 0 0,0 0 1,0 0-1,1 0 1,0 0-1,0-1 0,1 1 1,0-1-1,0-1 1,0 1-1,1-1 0,0 1 1,0-2-1,0 1 0,0-1 1,1 0-1,2 1-35,-2-1 20,0-1-1,0-1 0,0 1 1,0-1-1,0 0 1,1-1-1,-1 0 0,1 0 1,-1-1-1,1 0 1,0 0-1,-1 0 0,1-1 1,-1 0-1,1-1 0,-1 0 1,0 0-1,0-1 1,0 1-1,0-1 0,0-1 1,0 1-1,-1-1 1,0-1-1,1 1 0,-2-1 1,1 0-1,0 0 1,-1-1-1,0 0 0,-1 0 1,1 0-1,-1 0 1,0 0-1,-1-1 0,1 0 1,0-2-20,-3 7-9,0 0 1,0 0-1,0 0 1,0 0-1,0 0 1,0 0-1,-1 0 1,1-1-1,-1 1 1,1 0-1,-1 0 1,0-1-1,0 1 1,0 0-1,0 0 1,0-1-1,-1 1 1,1 0-1,-1 0 1,1 0-1,-1 0 1,0-1-1,0 1 1,0 0-1,0 0 1,0 0-1,0 1 1,0-1-1,-1 0 1,1 0-1,-1 1 1,0-1-1,1 1 1,-1-1-1,0 1 0,0 0 1,0-1-1,0 1 1,0 0-1,0 0 1,0 1-1,0-1 1,0 0-1,0 1 1,-2-1 8,-7-2 17,0 0 0,0 1 0,0 1 0,0-1 0,0 2 0,0 0 1,0 0-1,0 1 0,0 0 0,0 1 0,0 0 0,0 1 0,0 0 0,1 1 0,-1 0 0,1 0 0,0 1 0,1 1 1,-1 0-1,1 0 0,-6 5-17,8 4-1654,21-1-10323,6-13 6998</inkml:trace>
  <inkml:trace contextRef="#ctx0" brushRef="#br0" timeOffset="3607.509">4941 417 7722,'0'0'2132,"0"0"1805,0 0-2177,0 0-589,0 0 82,0 0 5,-16-3-487,3-1-671,7 2-78,1 1 1,-1-1-1,0 1 0,0 0 1,0 0-1,0 1 1,1 0-1,-1 0 0,0 0 1,0 0-1,0 1 0,0 0 1,0 1-1,1-1 1,-1 1-1,1 0 0,-4 2-22,1-1 7,0 1-1,1-1 0,0 1 0,0 0 0,0 1 0,1 0 1,-1 0-1,1 0 0,0 1 0,1 0 0,0 0 0,-1 0 0,2 1 1,-1 0-1,1 0 0,0 0 0,1 0 0,-1 1 0,1-1 1,1 1-1,-1 3-6,5-6 18,1-1-1,0 0 1,0 0 0,1 0 0,-1-1 0,1 1 0,0-1 0,0 0-1,0 0 1,0 0 0,0 0 0,1-1 0,-1 1 0,1-1-1,0 0 1,0-1 0,-1 1 0,1-1 0,0 0 0,0 0-1,1-1 1,-1 1 0,0-1 0,1 0-18,10 3 61,8 2 34,-19-6-81,0 1 0,0-1 0,0 1-1,1 0 1,-1 1 0,0-1 0,0 1-1,0 0 1,0 0 0,0 1-1,0 0 1,0-1 0,0 2 0,-1-1-1,1 0 1,-1 1 0,1 0 0,-1 0-1,0 0 1,0 1 0,-1-1 0,1 1-1,-1 0 1,1 0 0,-1 0-1,0 1 1,-1-1 0,1 1 0,-1-1-1,0 1 1,0 0 0,0 0 0,-1 0-1,0 0 1,0 0 0,0 0-1,0 0 1,-1 0 0,0 4-14,-7 1 92,-1 1 0,0-1 0,-1-1 0,0 1 0,0-1 0,-1-1 0,0 0 0,-1 0 0,0-1 0,0-1 0,0 1 0,-1-2 0,0 0 0,0 0 0,0-1 0,-3 0-92,15-4 0,-24 10 45,-1-1 1,0-1-1,0-2 0,0 0 0,-1-2 0,1-1 0,-12 0-45,35-4-146,1 0 0,-1 0 0,1 0 0,0 0 0,-1 0 0,1-1 0,0 1 0,0 0 0,0-1 0,0 1 0,0-1 0,0 0 0,0 1 0,0-1 0,0 0 0,1 1 0,-1-1 0,1 0-1,0 1 1,-1-1 0,1 0 0,0 0 0,0 0 0,0 0 0,0 1 0,0-1 0,0 0 0,1 0 0,-1 1 0,1-1 0,-1 0 0,1 0 0,0 1 0,-1-1 0,1 0 0,0 1 0,0-1 0,0 1 0,0-1 0,0 1-1,1 0 1,-1 0 0,0-1 0,1 1 0,-1 0 0,1 0 0,0 0 146,31-40-6021,2 3 3106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30:09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253 790 5873,'0'0'8066,"0"0"-4543,0 0-1524,0 0-302,0 0-318,0 23-282,1 76-88,-1-88-963,1 0 1,0 1-1,1-1 1,0 1 0,1-1-1,0 0 1,1 0 0,0-1-1,1 1 1,0-1-1,1 0 1,0 0 0,0 0-1,1-1 1,0 0-1,1-1 1,0 1 0,0-1-1,1-1 1,0 0 0,0 0-1,2 1-46,-27-42-11124,-7 10 5054</inkml:trace>
  <inkml:trace contextRef="#ctx0" brushRef="#br0" timeOffset="374.507">65 404 9754,'0'0'5920,"0"0"-3274,0 0-1228,0 0-280,0 0-243,0 0-261,-9 7-167,2-3-387,8-3-73,0-1 0,-1 1 1,1-1-1,-1 0 0,1 1 0,-1-1 0,1 1 1,-1-1-1,0 1 0,1-1 0,-1 1 0,0 0 1,1-1-1,-1 1 0,0-1 0,0 1 0,1 0 0,-1-1 1,0 1-1,0 0 0,0-1 0,0 1 0,0 0 1,0-1-1,0 1 0,0 0 0,0-1 0,0 1 1,0 0-1,0-1 0,-1 1 0,1 0 0,0-1 1,0 1-1,-1 0 0,1-1 0,0 1 0,-1-1 1,1 1-1,-1-1 0,1 1 0,-1-1 0,1 1 0,-1-1 1,1 1-1,-1-1 0,1 0 0,-1 1 0,0-1 1,1 0-1,-1 0 0,1 1 0,-1-1 0,0 0 1,0 0-8,7 1 9,-1 1 0,1-2 1,-1 1-1,1-1 0,0 0 0,-1 0 1,1 0-1,-1-1 0,1 0 1,-1 0-1,1 0 0,-1-1 1,0 0-1,0 0 0,0 0 0,0-1 1,0 1-1,0-1 0,0 0 1,-1-1-1,1 1 0,-1-1 1,0 0-1,0 0 0,-1 0 0,1 0 1,-1-1-1,0 0 0,0 1 1,-1-1-1,1 0 0,-1-1 1,0 1-1,0 0 0,-1 0 0,1-1 1,-1 1-1,0-1 0,-1-1-9,1 1 1,-1 0 0,0 0 0,0 0 0,0 0 0,-1 0 0,0 1 0,0-1 0,-1 0-1,1 1 1,-1-1 0,0 1 0,-1-1 0,1 1 0,-1 0 0,0 0 0,-1 0 0,1 0-1,-1 1 1,0-1 0,0 1 0,0 0 0,0 0 0,-1 0 0,0 1 0,0 0 0,0 0-1,0 0 1,0 0 0,-1 1 0,-1-1-1,3 2 5,1 0 0,0 0 0,-1 1 0,1-1 0,-1 1-1,1 0 1,-1-1 0,1 2 0,-1-1 0,1 0 0,-1 1 0,1 0 0,-1-1 0,1 1-1,0 1 1,-1-1 0,1 0 0,0 1 0,0 0 0,0-1 0,0 1 0,0 0 0,1 1-1,-1-1 1,0 0 0,1 1 0,0 0 0,-1-1 0,1 1 0,1 0 0,-1 0 0,0 0-1,0 0 1,1 1 0,0-1 0,0 0 0,0 1 0,0 1-5,-6 137-727,57-43-4188,28-21-4720,-28-39 989</inkml:trace>
  <inkml:trace contextRef="#ctx0" brushRef="#br0" timeOffset="854.141">667 721 14267,'0'0'2713,"0"22"-964,0 8-1372,-2-5-50,1 0 1,1 0-1,1 0 0,1 0 1,2-1-1,0 1 1,2-1-1,0 0 1,9 20-328,-14-44-12,-1-1 0,0 0 0,0 1 0,1-1 0,-1 1 1,1-1-1,-1 0 0,0 1 0,1-1 0,-1 1 0,1-1 0,-1 1 1,1-1-1,-1 1 0,1 0 0,0-1 0,-1 1 0,1 0 0,-1-1 1,1 1-1,0 0 0,-1 0 0,1 0 0,0-1 0,-1 1 0,1 0 1,0 0-1,0 0 0,-1 0 0,1 0 0,0 0 0,-1 0 0,1 1 1,0-1-1,-1 0 0,1 0 0,0 0 0,-1 1 0,1-1 0,-1 0 0,1 1 1,0-1-1,-1 1 0,1-1 0,-1 0 0,1 1 0,-1-1 0,1 1 1,-1-1-1,0 1 0,1 0 0,-1-1 0,1 1 0,-1-1 0,0 1 1,0 0-1,1 0 12,1-72-916,-2 63 867,-1-34 85,8-98 313,-6 137-340,0-1-1,0 0 1,1 0-1,-1 1 1,1-1-1,-1 1 1,1-1 0,0 1-1,1 0 1,-1-1-1,0 1 1,1 0-1,0 1 1,0-1-1,0 0 1,0 1-1,0 0 1,0-1-1,1 1 1,-1 1-1,1-1 1,-1 0-1,1 1 1,0 0-1,-1 0 1,1 0-1,0 0 1,0 0-1,0 1 1,0 0-1,0 0 1,0 0-9,4 3 52,0 0 0,-1 1 0,0 0 0,0 0 0,0 0 0,0 1 0,-1 0 0,0 1 0,0-1 0,0 1 1,-1 0-1,0 1 0,0-1 0,0 1 0,-1 0 0,0 0 0,0 0 0,-1 1 0,0 0 0,0-1 0,-1 1 0,0 0 0,-1 0 0,1 0 0,-1 0 1,-1 0-1,0 1 0,0-1 0,-1 8-52,10 34 306,28 23-194,-4-75-3618,-10-43-6257,-15 14 7003</inkml:trace>
  <inkml:trace contextRef="#ctx0" brushRef="#br0" timeOffset="1165.674">910 0 2497,'0'0'10767,"0"0"-6775,0 0-1710,0 0-782,0 0-208,0 0-162,-7 2-219,4 3-820,1 0 0,0 0 0,0 0 0,0 0 1,1 1-1,0-1 0,0 0 0,0 1 1,0-1-1,1 1 0,0-1 0,0 1 1,1-1-1,-1 1 0,1-1 0,0 0 1,1 1-1,-1-1 0,1 0 0,0 0 1,1 0-1,-1 0 0,1 0 0,0 0 1,0-1-1,0 0 0,1 1 0,1 0-91,8 26 409,283 633 2001,-288-648-2602,24 37-2857,-31-63-2008,-11-66-6028,-4 37 8046</inkml:trace>
  <inkml:trace contextRef="#ctx0" brushRef="#br0" timeOffset="1417.542">886 528 8970,'0'0'6585,"0"0"-4816,0 0-705,0 0 1000,145-25-783,-78 14-433,8-1-512,-6 1-168,-6 3-168,-9 2-1448,-17 1-7706,-16 5 2920</inkml:trace>
  <inkml:trace contextRef="#ctx0" brushRef="#br0" timeOffset="2058.947">1545 966 16075,'0'0'3635,"0"0"-2155,0 0-715,0 0-60,5-20-113,50-144-206,-36 87-639,-32 80 9,5 6 271,0 1 0,1 0 0,0 0 0,1 1 0,0 0 0,0 0 1,1 0-1,0 1 0,1 0 0,1 0 0,0 0 0,1 0 0,0 0 0,0 1 0,1-1 0,1 6-27,0-13 9,0 0-1,0-1 0,0 1 0,1 0 0,0-1 1,0 1-1,0 0 0,0-1 0,1 1 0,0-1 1,0 0-1,0 1 0,0-1 0,1 0 0,-1 0 1,1-1-1,0 1 0,0-1 0,1 1 0,-1-1 1,1 0-1,0 0 0,-1 0 0,1-1 0,0 1 1,1-1-1,-1 0 0,0 0 0,1-1 0,3 2-8,145 15 197,-144-18-216,0 0-1,0-1 1,0 0 0,0 0-1,0-1 1,0 0-1,0-1 1,-1 0 0,1 0-1,-1 0 1,0-1 0,0-1-1,0 0 1,-1 0-1,1 0 1,-1-1 0,0 0-1,-1 0 1,1 0 0,-2-1-1,1 0 1,0-1-1,-1 1 1,-1-1 0,1 0-1,-1 0 1,-1 0 0,1-1-1,-1 1 1,-1-1-1,0 0 1,0 0 0,-1 0-1,1-3 20,-2 4-34,2 5 30,-1 0 1,0 0 0,0 0-1,0 0 1,0 0 0,-1 0-1,1-1 1,-1 1 0,0 0 0,0 0-1,0-1 1,0 1 0,-1 0-1,1 0 1,-1 0 0,0 0-1,0 0 1,0 0 0,0 0-1,0 0 1,-1 0 0,1 0-1,-1 0 1,0 1 0,0-1-1,0 1 1,0-1 0,0 1-1,-1 0 1,1 0 0,-1 0 0,1 0-1,-1 0 1,0 0 0,0 1-1,1-1 1,-2 1 3,1 5 35,0 1 0,0 0 0,1-1-1,0 1 1,0 0 0,0 0 0,1 0 0,-1 1 0,1-1 0,1 0 0,-1 1 0,1-1-1,-1 0 1,2 1 0,-1-1 0,1 0 0,-1 1 0,1-1 0,2 4-35,0 0 6,0-1 1,1 1 0,1-1-1,-1 0 1,1 0 0,0-1-1,1 1 1,0-1-1,0 0 1,1-1 0,0 1-1,0-1 1,0-1 0,1 1-1,0-1 1,0-1-1,0 1 1,0-1 0,1-1-1,0 0 1,-1 0 0,1 0-1,0-1 1,1-1-1,-1 1 1,0-2 0,0 1-1,1-1 1,-1-1 0,0 1-1,0-1 1,7-2-7,-12 0-11,1 0 0,-1-1 0,0 1 0,0-1 0,0 0 0,0 0 0,-1 0 0,1 0 0,-1-1 0,0 1 0,0-1 0,-1 0 0,0 0 0,1 0 0,-2 0 0,1 0 0,-1 0 0,1-1 0,-1 1 0,-1 0 0,1-1 0,-1 1 0,0-1-1,0 1 1,-1 0 0,1-1 0,-1 1 0,0-1 0,-1 1 0,-1-4 11,2-7-57,0 11 46,0 1 1,0-1 0,-1 0-1,0 1 1,0 0-1,0-1 1,0 1 0,-1 0-1,0 0 1,0 0-1,0 0 1,0 1 0,0-1-1,-1 1 1,0 0-1,1 0 1,-1 0 0,-1 0-1,1 1 1,0 0 0,0 0-1,-1 0 1,1 0-1,-1 1 1,0-1 0,1 1-1,-1 0 1,0 1-1,0-1 1,0 1 0,0 0-1,1 0 1,-1 1-1,0-1 1,0 1 0,0 0-1,1 0 1,-1 1-1,1-1 1,-1 1 0,1 0-1,-1 0 1,1 1 0,0-1-1,0 1 1,0 0-1,0 0 1,-2 3 10,-47 39-2436,46-37 1479,-1 1 0,1-1-1,0 1 1,1 0 0,0 1-1,1-1 1,0 1 0,0 0 0,1 1-1,0-1 1,1 1 0,0 0-1,-1 6 958,3 6-7036</inkml:trace>
  <inkml:trace contextRef="#ctx0" brushRef="#br0" timeOffset="2418.071">2174 802 6785,'0'0'1575,"0"0"3102,0 0-1804,0 0-1001,0 0-241,0 0 0,-7 17-441,1-5-965,2-6-145,1 0 0,0 0 0,0 1 0,1-1 0,0 1 1,0 0-1,0-1 0,1 1 0,0 0 0,0 0 0,1 0 0,0 0 1,0 0-1,0 0 0,1 0 0,2 7-80,8 12 142,2-1 0,1 0 0,1-1 0,1-1 0,1 0 0,1-1 0,1-1 0,12 10-142,68 85 135,-92-108-126,0 0 1,-1 1-1,0 0 1,0 0-1,-1 0 1,0 1-1,0 0 0,-1 0 1,-1 0-1,0 1 1,0-1-1,-1 1 0,0 0 1,-1-1-1,0 1 1,0 0-1,-2 0 0,1 0 1,-1-1-1,-1 1 1,0 0-1,0-1 1,-1 1-1,-1-1 0,1 0 1,-2 0-1,1 0 1,-2-1-1,1 1 0,-1-1 1,0 0-1,-1-1 1,-3 4-10,-2-3 58,0 0 0,-1 0 0,1-2 1,-2 1-1,1-2 0,-1 1 0,0-2 1,-1 0-1,1-1 0,-1 0 0,0-1 1,0-1-1,0 0 0,0-1 0,0-1 0,0 0 1,0-1-1,-2-1-58,14-1-297,0 0-1,0-1 1,0 1 0,1-1-1,-1 0 1,1 0 0,0 0-1,0 0 1,1 0-1,-1 0 1,1-1 0,0 1-1,0 0 1,0-1 0,1 1-1,-1-1 1,1 1 0,0-1-1,1 1 1,-1-1 0,1 1-1,0 0 1,0-1 0,0 1-1,0 0 1,1-1-1,0 1 1,0 0 0,0 0-1,2-3 298,24-53-6130,7 2 2796</inkml:trace>
  <inkml:trace contextRef="#ctx0" brushRef="#br0" timeOffset="3057.412">2479 649 7618,'0'0'6580,"0"0"-4013,0 0-1472,0 0-103,0 0 331,-1 22-333,0-10-890,0 2-31,1 0 1,0 0 0,1 0 0,0 0-1,1 0 1,1 0 0,0 0 0,1-1-1,0 1 1,4 6-70,123 211-232,-152-257-3347,-28-37 3440,41 51 134,1-1 1,0 1-1,1-1 1,0-1-1,1 1 1,1-1 0,0 0-1,1 0 1,1 0-1,0-1 1,0 1-1,2-1 1,0 1-1,1-7 5,1 19-1,0-1 0,0 1 1,0 0-1,1-1 0,-1 1 0,1 0 0,0 0 0,-1 1 0,1-1 1,0 1-1,0-1 0,0 1 0,0 0 0,0 0 0,0 0 0,1 0 0,-1 1 1,0-1-1,0 1 0,1 0 0,-1 0 0,0 0 0,0 1 0,1-1 1,-1 1-1,0-1 0,1 1 1,8 0 13,-3 0 54,1 1 0,-1 1 0,0 0 0,1 0 0,-2 1 0,1 0 0,0 0 1,-1 1-1,0 0 0,0 1 0,0 0 0,-1 0 0,0 0 0,0 1 0,0 0 1,-1 1-1,0-1 0,-1 1 0,1 1 0,-1-1 0,-1 0 0,0 1 0,0 0 1,-1 0-1,0 0 0,0 1 0,-1-1 0,-1 1 0,1-1 0,-2 1 0,1 0-67,4 7 75,-4-13-39,-1 0 0,1 0 0,0-1 0,0 1 0,0-1 0,1 1 0,-1-1 0,1 0 0,0 1 0,0-1 0,0 0 0,0 0 0,0 0 0,1 0 0,-1-1 0,1 1 0,0-1 0,0 1 0,0-1 0,0 0 0,0 0 0,0 0 0,1-1 0,-1 1 0,1-1 0,-1 0 0,1 0 0,0 0 0,-1 0 0,1-1 0,0 1 0,-1-1 0,1 0 0,0 0 0,0-1 0,-1 1 0,1-1 0,0 1 0,-1-1 0,1 0 0,-1-1 0,1 1 0,-1 0 0,1-1 0,-1 0 0,0 0 0,0 0 0,0 0 0,1-1-36,4-8-15,-1-1-1,0 0 1,0 0 0,-1 0 0,-1-1-1,0 0 1,-1 0 0,0 0-1,-1 0 1,0-1 0,-1 1-1,-1-1 1,0 0 0,-1 0 0,0 1-1,-1-1 1,-2-5 15,-1 13-13,-1 0 1,1 0-1,-1 1 1,-1 0-1,1-1 1,-1 2 0,0-1-1,0 1 1,0 0-1,0 0 1,-1 1-1,0 0 1,0 0-1,0 0 1,0 1-1,0 0 1,0 0-1,0 1 1,-1 0-1,1 0 1,-1 1-1,1 0 1,0 0-1,-1 1 1,1 0-1,0 0 1,-1 1-1,1 0 1,0 0-1,-2 1 13,-1 1-8,1-1 0,0 1-1,-1 0 1,1 1 0,1 0 0,-1 1-1,1-1 1,0 2 0,0-1 0,1 1-1,0 0 1,0 1 0,1-1 0,0 2-1,0-1 1,1 0 0,0 1-1,0 0 1,1 0 0,0 1 0,1-1-1,-1 4 9,-12 85-7226,16-63 1445</inkml:trace>
  <inkml:trace contextRef="#ctx0" brushRef="#br0" timeOffset="4223.813">2909 855 5945,'0'0'2499,"0"0"218,0 0-510,0 0-677,0 0-173,8 19-44,27 64-285,-33-78-992,1 1 0,1 0 0,-1-1 0,1 1 0,0-1 0,0 0 0,0 0 0,1-1 0,0 1 0,0-1 0,0 0 0,0 0 0,1-1 0,-1 0 0,1 0 0,0 0 0,0 0 0,0-1 0,0 0 0,1-1 0,-1 1 0,0-1 0,1 0 0,-1-1 0,1 1 0,-1-1 0,1-1 0,-1 1 0,1-1 0,3-1-36,-5-1-110,-1 1 0,1-1 1,-1 0-1,0-1 0,0 1 0,0-1 0,0 0 0,0 0 0,-1 0 0,0 0 0,0-1 0,0 1 1,0-1-1,-1 0 0,0 0 0,0 0 0,0 0 0,-1 0 0,1 0 0,-1-1 0,0 1 1,-1 0-1,1-1 0,-1 0 110,13-39 6,-13 42 30,0 1 1,1-1-1,-1 0 0,1 1 1,0 0-1,0-1 0,0 1 1,0-1-1,0 1 0,1 0 1,-1 0-1,1 0 0,-1 0 0,1 0 1,0 0-1,0 0 0,0 0 1,0 1-1,0-1 0,0 1 1,0-1-1,0 1 0,1 0 1,-1 0-1,1 0 0,-1 0 1,1 0-1,-1 1 0,1-1 1,-1 1-1,1-1 0,-1 1 1,1 0-1,0 0 0,-1 0 1,1 1-1,-1-1 0,1 1 1,-1-1-1,1 1 0,-1 0 1,1 0-1,-1 0 0,1 0 1,-1 0-1,0 0 0,0 1 0,0-1 1,0 1-1,0 0 0,0 0 1,0-1-1,0 1 0,-1 0 1,2 1-37,73 214 3076,-76-217-3071,0-1 0,0 0-1,0 1 1,0-1 0,0 1-1,0-1 1,0 1 0,0-1-1,0 0 1,0 1 0,0-1-1,0 1 1,0-1 0,1 0-1,-1 1 1,0-1 0,0 1-1,1-1 1,-1 1 0,0-1-1,1 1 1,-1-1 0,0 1 0,1 0-1,-1-1 1,1 1 0,-1-1-1,1 1 1,-1 0 0,1-1-1,-1 1 1,1 0 0,-1 0-1,1-1 1,-1 1 0,1 0-1,-1 0 1,1 0 0,0 0-1,-1 0 1,1 0 0,-1 0-1,1 0 1,0 0 0,-1 0-1,1 0 1,-1 0 0,1 0-1,-1 0 1,1 0 0,0 1-1,-1-1 1,1 0 0,-1 0-1,1 1 1,-1-1 0,1 0-1,-1 1 1,1-1 0,-1 1-1,0-1 1,1 0 0,-1 1-1,0-1 1,1 1 0,-1-1-1,1 1-4,10-58 57,-10 52-40,0-6-10,0-1 0,1 1 0,0-1 0,1 1 0,0 0 0,1 0 0,0 0 1,1 0-1,0 1 0,1 0 0,0 0 0,1 0 0,0 1 0,6-7-7,-10 15-5,-1 1 1,1-1 0,0 1-1,-1-1 1,1 1 0,0 0-1,-1 0 1,1 1 0,0-1-1,-1 0 1,1 1 0,-1 0-1,1-1 1,-1 1 0,1 0-1,-1 1 1,1-1 0,-1 0-1,0 0 1,0 1 0,1 0-1,-1-1 1,0 1 0,0 0-1,-1 0 1,1 0 0,0 0-1,-1 0 1,1 1 0,-1-1-1,0 0 1,0 1-1,0-1 1,0 1 0,0-1-1,0 1 1,-1-1 0,1 1-1,-1 0 1,1-1 0,-1 1-1,0 1 5,15 28 12,-13-28-44,1-1 1,0 1-1,0 0 0,0-1 0,0 1 1,0-1-1,1 0 0,-1 0 1,1-1-1,0 1 0,0-1 0,0 1 1,0-1-1,1-1 0,-1 1 0,0 0 1,1-1-1,-1 0 0,1 0 0,-1 0 1,1-1-1,0 0 0,-1 0 0,1 0 1,-1 0-1,1-1 0,0 1 1,-1-1-1,1 0 0,-1-1 0,1 1 1,-1-1-1,0 0 0,0 0 0,0 0 1,0-1-1,0 1 0,0-1 0,-1 0 1,1 0-1,-1 0 0,0 0 1,0-1-1,0 0 0,0 1 0,0-1 1,-1 0-1,0 0 0,2-4 32,29-150-663,-19 176 1520,-13-13-828,0 0 0,1-1 0,0 1 0,0-1 0,0 0 0,0 1 0,0-1 0,1 0 0,0-1 0,0 1 0,0 0 0,0-1 0,1 1 1,-1-1-1,1 0 0,0 0 0,0-1 0,0 1 0,0-1 0,0 0 0,0 0 0,1 0 0,-1-1 0,1 1 0,0-1 0,-1 0 0,1 0 1,0-1-1,-1 0 0,1 1 0,0-1 0,0-1 0,-1 1 0,1-1 0,2 0-29,-2-3 7,-1 0 0,0 0 0,0-1-1,0 1 1,-1-1 0,1 1 0,-1-1 0,0 0 0,-1 0-1,1-1 1,-1 1 0,0-1 0,0 1 0,-1-1 0,1 1-1,-1-1 1,-1 0 0,1 0 0,-1 0 0,0 1 0,0-1-1,-1 0 1,1 0 0,-2 0-7,2 18 379,-2-6-353,0 0-1,1 0 1,0 0 0,1 0-1,-1 0 1,1 0 0,0 1-1,1-1 1,0 0 0,0 0-1,0 0 1,0 0 0,1 0-1,0 0 1,0 0 0,1-1-1,0 1 1,0-1 0,0 1-1,0-1 1,1 0 0,0 0-1,0-1 1,0 1 0,1-1-1,0 0 1,-1 0 0,1 0-1,1-1 1,-1 0 0,0 0-1,5 2-25,-6-4 7,-1 0 0,1-1 0,0 1-1,0-1 1,0 1 0,0-1 0,-1 0-1,1-1 1,0 1 0,0-1 0,0 0-1,-1 1 1,1-2 0,0 1 0,-1 0-1,1-1 1,-1 0 0,1 1 0,-1-1-1,0-1 1,0 1 0,0 0 0,0-1-1,0 0 1,0 1 0,-1-1 0,1 0 0,-1-1-1,0 1 1,0 0 0,0 0 0,0-1-1,-1 1 1,1-1 0,-1 0 0,0 1-1,0-1 1,0 0 0,-1 0 0,1 0-1,-1 0 1,0 1 0,0-1 0,-1 0-1,1 0 1,-1-1-7,2 1-3,0 0 0,0 0 0,-1 1 0,0-1 0,0 0 0,0 0 0,0 0 0,0 0 0,-1 0 0,0 1 0,1-1 0,-1 0 0,-1 0 0,1 1-1,-1-1 1,1 1 0,-1-1 0,0 1 0,0 0 0,0 0 0,-1 0 0,1 0 0,-1 0 0,0 0 0,0 1 0,0-1 0,0 1 0,0 0 0,0 0 0,-1 0 0,1 0 0,-1 0 0,1 1 0,-1 0 0,0-1 0,1 2 0,-1-1 0,0 0 0,0 1 0,0-1-1,1 1 1,-1 0 0,-3 1 3,-4-3-2,0 0 0,0 2-1,0-1 1,-1 1 0,1 1-1,0 0 1,0 0 0,0 2-1,-1-1 1,2 1 0,-1 1-1,0-1 1,1 2 0,0 0-1,0 0 1,0 1 0,1 0-1,-1 0 1,1 1 0,-2 3 2,10-9-40,0 0 0,1 0-1,-1 0 1,0 0 0,0 0 0,1 0 0,-1 0 0,1 0 0,-1 0 0,1 0 0,0 0 0,-1 0 0,1 0-1,0 0 1,0 1 0,-1-1 0,1 0 0,0 0 0,0 0 0,0 0 0,0 1 0,1-1 0,-1 0 0,0 0-1,0 0 1,1 0 0,-1 0 0,1 0 0,-1 0 0,1 0 0,-1 0 0,1 0 0,0 0 0,0 0 0,-1 0-1,1 0 1,0 0 0,0 0 0,0-1 0,0 1 0,0 0 0,0-1 40,48 19-5443,4-11-1960</inkml:trace>
  <inkml:trace contextRef="#ctx0" brushRef="#br0" timeOffset="4628.586">4641 513 12171,'0'0'3048,"-27"0"-817,-174 8 827,186-7-2822,0 2 0,0-1 1,1 2-1,-1 0 0,1 1 0,-1 0 0,1 1 0,1 1 0,-1 0 0,1 1 0,1 0 0,-5 4-236,15-11 0,1 1 1,0-1-1,0 0 0,0 0 0,-1 1 1,1-1-1,0 1 0,1-1 0,-1 1 1,0 0-1,0-1 0,1 1 0,-1 0 1,1-1-1,-1 1 0,1 0 1,0 0-1,0-1 0,0 1 0,0 0 1,0 0-1,0-1 0,0 1 0,0 0 1,1 0-1,-1-1 0,1 1 0,-1 0 1,1-1-1,0 1 0,0 0 0,-1-1 1,1 1-1,0-1 0,0 0 1,1 1-1,-1-1 0,0 0 0,0 1 1,1-1-1,-1 0 0,1 0 0,-1 0 1,1 0-1,-1 0 0,1-1 0,-1 1 1,1 0-1,0-1 0,1 1 0,94 30-65,-90-30 64,204 25-445,-209-26 453,1 0 0,-1 1-1,1-1 1,-1 1 0,0-1 0,1 1-1,-1 0 1,0 0 0,0 0-1,0 0 1,0 0 0,0 0 0,0 1-1,0-1 1,0 1 0,0-1-1,0 1 1,-1 0 0,1 0 0,-1 0-1,1 0 1,-1 0 0,0 0-1,0 0 1,0 0 0,0 0 0,0 1-1,0-1 1,0 0 0,-1 0-1,1 1 1,-1-1 0,0 1 0,0-1-1,0 0 1,0 1 0,0-1-1,0 1 1,-1-1 0,1 0 0,-1 1-1,0 1-6,-49 92 374,28-73-309,-1-2 1,-1-1-1,0-1 0,-2-1 0,0-1 0,-1-2 0,-1 0 0,0-2 0,-1-1 0,-14 3-65,-4-6-2781,-12-37-6075,48 0 3554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30:25.043"/>
    </inkml:context>
    <inkml:brush xml:id="br0">
      <inkml:brushProperty name="width" value="0.2" units="cm"/>
      <inkml:brushProperty name="height" value="0.4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387 402 5873,'0'0'4198,"-31"14"-2038,-193 107 667,117-11-784,104-107-2004,1 1 0,-1-1 1,1 0-1,0 1 1,0 0-1,0-1 1,1 1-1,-1 0 1,1 0-1,0 0 1,0 0-1,0 0 1,0 0-1,1 0 0,-1 0 1,1 0-1,0 0 1,1 0-1,-1 0 1,1 0-1,-1 0 1,1 0-1,0 0 1,1 0-1,-1 0 1,1 0-1,0 0 1,0-1-1,0 1 0,0-1 1,0 0-1,1 1 1,0-1-1,0 0 1,0 0-1,0 0-39,14 5 88,1 0-1,0-1 0,1 0 0,0-2 1,-1 0-1,2-1 0,-1-1 0,0-1 1,1-1-1,-1-1 0,1 0 0,-1-1 1,1-1-1,15-4-87,46-5 366,0-3 0,-1-3-1,-1-4 1,-1-4 0,-1-3 0,44-24-366,-98 41 214,0 0 1,-1-2-1,-1-1 1,0-1-1,-1 0 1,-1-2-1,0 0 1,-1-1-1,-1-1 1,4-6-215,-14 15 10,0 1 0,-1-1 1,0 0-1,-1-1 0,0 1 1,0-1-1,-1 0 0,-1 0 1,0 0-1,0-1 1,-1 1-1,0-1 0,-1 0 1,-1 1-1,0-1 0,0 0 1,-1 1-1,-1-1 0,0 0 1,0 1-1,-1 0 1,-3-7-11,1 7-14,0 1 0,-1 0 0,0 1 0,-1-1 0,0 1 0,-1 0 0,0 1 1,0-1-1,-1 2 0,0-1 0,0 1 0,0 1 0,-1 0 0,0 0 0,-1 1 1,1 0-1,-1 0 0,0 2 0,0-1 0,-9-1 14,-3 0 31,-1 0-1,0 1 1,1 2 0,-1 0-1,0 2 1,0 0 0,0 2 0,0 1-1,-18 4-30,24-3 23,-1 1 0,0 1 0,1 1 0,0 1 0,1 0 0,-1 1 0,2 1 0,-1 1 0,2 0 0,-1 1 0,1 1 0,1 0 0,1 1 0,0 0 0,0 1 0,1 1 0,1 0 0,1 0 0,1 1 0,0 0 0,1 1 0,0 0 0,2 0 0,0 1 0,1 0-1,1 0 1,1 0 0,1 0 0,0 1 0,1-1 0,2 10-23,5-16-1,0 0 0,1 0-1,0-1 1,1 0 0,1 0-1,0-1 1,0 0 0,1-1-1,0 0 1,1 0 0,0-1-1,1-1 1,0 0 0,0 0-1,0-1 1,1-1 0,0 0-1,1-1 1,-1 0 0,1-1-1,0 0 1,0-2 0,1 1-1,6-1 2,49 10 14,0-3-1,0-3 1,1-3-1,-1-3 1,1-3 0,-1-3-1,5-4-13,-56 9 8,0-1 0,-1-1 0,1 0 0,-1-1 0,0-1 0,0-1 0,0 0 0,-1-2 0,0 0 0,0-1 0,-1 0 0,0-1 0,-1-1 0,0-1 0,0 0 0,-2-1 0,1 0 0,-2-1 0,0-1 0,0 0 0,1-4-8,-7 6-2,-1-1 0,0 1-1,-1-1 1,0 0 0,-1 1 0,-1-2 0,0 1 0,-1 0-1,-1 0 1,0 0 0,0-1 0,-2 1 0,0 0-1,0 0 1,-2 0 0,1 0 0,-2 1 0,0-1-1,0 1 1,-2 0 0,1 1 0,-1 0 0,-1 0 0,0 0-1,-1 1 1,0 0 0,-1 1 0,0 0 0,-1 0-1,0 1 1,0 0 0,-1 1 0,0 1 0,-1 0-1,1 0 1,-1 1 0,0 1 0,-1 0 0,-11-2 2,-14-2 68,0 1 1,-1 3 0,0 1-1,0 1 1,1 3-1,-1 1 1,0 2 0,0 2-1,1 1 1,-1 3-1,2 0 1,-1 3 0,2 1-1,0 2 1,0 2-1,1 1 1,2 1 0,-27 20-69,46-28 43,2 1 1,0-1-1,0 2 1,1 0-1,0 1 1,2 0-1,-1 0 1,2 1-1,0 0 1,0 1-1,2 0 1,0 0-1,1 1 1,0 0-1,2 0 1,0 0-1,0 1 1,2 0-1,0 14-43,2-26-9,0 0-1,1-1 1,0 1-1,0 0 1,0-1-1,1 1 0,0-1 1,0 0-1,0 0 1,1 1-1,0-1 1,0-1-1,0 1 1,0 0-1,1-1 0,0 0 1,0 0-1,0 0 1,0 0-1,1 0 1,0-1-1,-1 0 0,1 0 1,0 0-1,0-1 1,1 0-1,-1 0 1,3 1 9,168 32-42,-110-29 76,0-3 0,0-4 1,0-2-1,0-2 0,11-6-34,-63 8-3,-1 0 1,0-1-1,0 0 1,0-1-1,-1-1 1,0 0-1,0 0 1,0-1-1,-1-1 1,1 0-1,-2-1 0,0 0 1,0 0-1,0-1 1,-1 0-1,-1-1 1,0 0-1,0-1 1,-1 1-1,0-1 1,-1 0-1,-1-1 1,0 0-1,-1 0 1,0 0-1,0 0 1,-2-1-1,0 1 0,0-1 1,-1 1-1,-1-1 1,0 0-1,-1 1 1,-1-1-1,0 1 1,-1-1-1,0 1 1,-1-1 2,-4 1-16,-1 0-1,-1 0 1,0 1 0,0 0 0,-1 1 0,-1 0-1,0 1 1,0 0 0,-1 1 0,0 1 0,-1 0 0,0 0-1,0 1 1,0 1 0,-1 0 0,0 2 0,0-1-1,-1 2 1,1 0 0,-1 1 0,0 0 0,1 1-1,-1 1 1,0 1 0,0 0 0,1 1 0,-1 0 0,1 1-1,-3 2 17,-21 5 22,2 2 0,0 1 0,0 2 0,1 1 0,1 2 0,1 2 0,0 1 0,2 2 0,0 0 0,2 3-1,1 0 1,1 2 0,1 1 0,1 1 0,2 1 0,-7 14-22,23-35 18,0-1-1,1 1 1,1 1-1,0 0 1,0 0 0,1 0-1,0 0 1,1 1 0,0-1-1,1 1 1,0 0-1,1 0 1,0 1 0,1-1-1,1 0 1,0 1-1,0-1 1,1 0 0,1 0-1,0 1 1,1-1-1,0 0 1,1-1 0,0 1-1,3 4-17,12 1-4,1 0-1,0-1 0,1-2 1,1 0-1,1-1 0,-1-1 1,2-1-1,0-1 0,0-1 1,1-2-1,0 0 1,0-1-1,0-2 0,1-1 1,0 0-1,-1-2 0,1-1 1,0-1-1,0-2 0,-1 0 1,7-3 4,-6 5 18,1-1 1,0-2 0,-1-1-1,0-1 1,0-1-1,-1-1 1,0-1 0,0-1-1,-1-2 1,0 0-1,-1-2 1,0 0 0,-2-2-1,1 0 1,-2-1-1,0-1 1,-1-1 0,-1-1-1,-1-1 1,2-5-19,-9 11-26,-1 0 0,-1-1 0,-1 0 0,0-1 0,-1 1 0,0-2 1,-2 1-1,0 0 0,-1-1 0,-1 0 0,0 1 0,-1-1 0,-1 0 0,-1 0 0,-1 0 0,0 1 1,-1-1-1,-1 1 0,-1-1 0,0 1 0,-1 0 0,-1 1 0,-1 0 0,0 0 0,-1 1 0,-1-1 0,0 2 1,-1 0-1,0 0 0,-1 1 0,-1 0 0,0 1 0,-13-9 26,-9 0-4,0 2 1,-1 2-1,-1 1 0,0 1 1,-1 2-1,-1 2 0,0 2 0,0 1 1,-1 2-1,1 2 0,-1 1 1,-1 3-1,1 1 0,0 1 0,1 3 1,-1 1-1,1 2 0,-32 11 4,51-16 1,0 2 0,1 0 0,0 1-1,0 1 1,0 1 0,1 0-1,0 2 1,0 0 0,1 1 0,1 0-1,0 2 1,0 0 0,1 1-1,1 0 1,0 1 0,1 0 0,1 1-1,0 1 1,2 0 0,0 1 0,0-1-1,2 2 1,0 0 0,0 3-1,5 83-2246,18-37-3115,22-5-4884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30:27.709"/>
    </inkml:context>
    <inkml:brush xml:id="br0">
      <inkml:brushProperty name="width" value="0.2" units="cm"/>
      <inkml:brushProperty name="height" value="0.4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339 75 6833,'0'0'5666,"0"0"-3258,0 0-1254,0 0-525,0 0-46,-28 20 296,1-2-532,7-5-53,0 1-1,0 0 1,2 2-1,0 0 1,1 1-1,0 1 1,2 0-1,-7 11-293,9-13 157,1 0 0,1 1 0,0 0 0,1 0 0,1 1 0,1 1 0,1 0 0,0 0 0,1 0 0,1 0 0,1 1 1,1 0-1,1 0 0,0 0 0,2 0 0,0 10-157,6-23 54,-1 0 0,1-1 0,0 0 0,0 0 0,1 0 1,0-1-1,0 0 0,0 0 0,1 0 0,0-1 0,-1-1 1,2 1-1,-1-1 0,0 0 0,0-1 0,1 0 0,-1 0 1,1-1-1,0 0 0,0-1 0,-1 0 0,1 0 0,0-1 0,-1 0 1,1 0-1,0-1 0,3-2-54,-6 4 21,7 0 4,-1-1 1,1-1-1,-1 0 1,0-1 0,0 0-1,0-1 1,0 0-1,0 0 1,-1-2 0,0 1-1,0-2 1,-1 1-1,1-1 1,-1-1 0,-1 0-1,0 0 1,0-1-1,0 0 1,-1-1 0,0 0-1,-1 0 1,0 0-1,-1-1 1,0 0 0,-1-1-1,0 1 1,-1-1-1,0 0 1,-1 0 0,0 0-1,-1-1-25,1 2 14,-2 0-1,0 0 1,0 1-1,-1-1 0,0 0 1,0 0-1,-2 0 1,1 0-1,-1 1 1,-1-1-1,0 1 1,0-1-1,-1 1 1,-1 0-1,0 1 0,0-1 1,0 1-1,-1 0 1,-1 0-1,0 0 1,0 1-1,0 0 1,-1 1-1,0 0 1,-1 0-1,0 0 0,0 1 1,0 1-1,0-1 1,-1 2-1,0-1 1,0 1-1,-1 1 1,-6-2-14,2 6 5,0 1 0,1 0 0,-1 1 0,1 0 0,-1 2 0,1-1 0,0 2 0,1 0 0,-1 0 0,1 2 0,0-1 1,1 2-1,0 0 0,0 0 0,1 1 0,1 0 0,-1 1 0,1 0 0,1 1 0,0 0 0,1 0 0,0 1 1,1 0-1,1 0 0,0 1 0,0 0 0,2 0 0,-1 0 0,2 1 0,0 0 0,1-1 0,0 4-5,1-10-3,1-1-1,0 1 0,0 0 0,1-1 1,0 1-1,0 0 0,0-1 0,1 0 0,1 1 1,-1-1-1,1 0 0,0 0 0,1 0 1,0 0-1,0-1 0,0 0 0,1 1 1,0-2-1,0 1 0,0 0 0,1-1 1,0 0-1,0-1 0,0 1 0,0-1 1,1 0-1,0 0 0,0-1 0,0 0 1,0 0-1,3 0 4,20 7-12,1-2 0,0-1 1,0-1-1,0-1 0,0-2 0,1-1 1,2-2 11,-24 2-2,1-1 1,0 0-1,0-1 1,-1 0-1,1-1 1,0 0-1,0-1 1,-1 0-1,1-1 1,-1 0-1,0 0 1,0-1-1,0-1 1,0 1-1,-1-1 1,0-1-1,0 0 1,0 0-1,-1-1 1,0 0-1,0-1 1,0 0-1,-1 0 1,-1 0 0,1-1-1,-1 0 1,3-6 1,-3-5-27,0 0 0,-1-1 0,-1 1 0,0-1 0,-2 0 0,-1 0 0,0 0 0,-2 0 0,0 0 0,-1 0 0,-2 0 0,0 1 0,-1-1 0,-1 1 0,0 0 0,-2 0 0,0 1 0,-3-1 27,8 10 8,-1 1 0,0 0 0,0 0 0,-1 0 0,0 0 0,-1 1 0,0 0 0,0 0-1,-1 1 1,0-1 0,0 2 0,-1-1 0,0 1 0,0 0 0,0 0 0,-1 1 0,0 0 0,0 1 0,0 0 0,0 0 0,-1 1 0,0 0 0,1 1-1,-1 0 1,0 1 0,0 0 0,0 0 0,0 1 0,0 0 0,0 1 0,0 0 0,0 1 0,0 0 0,0 0 0,1 1 0,-1 0 0,-7 4-8,0 3 7,0 1 0,0 0 1,1 2-1,1-1 1,0 2-1,1 0 1,0 1-1,1 0 1,1 1-1,0 0 1,1 1-1,1 0 1,1 1-1,0 0 1,1 1-1,1 0 0,1 0 1,1 0-1,0 1 1,2-1-1,0 1 1,1 0-1,1 0 1,1 0-1,1 3-7,1-15-6,0 0 1,1 0-1,0-1 0,1 1 1,-1-1-1,2 1 0,-1-1 0,1 0 1,0-1-1,0 1 0,0-1 0,1 0 1,0-1-1,1 1 0,-1-1 0,1 0 1,0-1-1,0 0 0,0 0 0,1 0 1,-1-1-1,6 2 6,182 35 53,10-50 105,-198 8-148,0 1 0,0-1-1,0-1 1,0 1 0,-1-1 0,1 0-1,-1-1 1,0 1 0,0-1 0,0-1-1,0 1 1,-1-1 0,0 0 0,0 0-1,0 0 1,0-1 0,-1 0 0,0 0-1,0 0 1,-1 0 0,0-1 0,0 1-1,0-1 1,-1 0 0,0 0 0,0 0-1,0-2-9,1-11 50,-2 0 0,0 0 1,-1 0-1,0 0 0,-2 0 0,-1 0 0,0 1 0,-1-1 0,-2 1 0,0-1 0,0 2 0,-2-1 0,0 1 0,-2 0 0,0 1 0,0 0 0,-2 0 1,0 1-1,-1 1 0,0 0 0,-2 1 0,-9-8-50,16 18 0,0 0 1,0 1 0,0 0-1,0 0 1,0 1-1,0 0 1,-1 1-1,1-1 1,-1 2-1,1-1 1,-1 1 0,1 0-1,-1 1 1,1 0-1,-1 1 1,1 0-1,-1 0 1,1 0 0,0 1-1,0 0 1,0 1-1,1 0 1,-1 0-1,1 1 1,0 0-1,0 0 1,1 0 0,-1 1-1,1 0 1,1 0-1,-1 1 1,1 0-1,0 0 1,0 0 0,1 0-1,0 1 1,0 0-1,1-1 1,0 2-1,0-1 1,1 0-1,0 0 1,1 1 0,0-1-1,0 3 0,-2-3-150,1 1 0,0-1 0,0 1 0,1 0 0,0 0 0,1-1 0,0 1 0,0 0 0,1 0 0,0-1 0,0 1 0,1 0 0,0-1 0,1 1 0,0-1 0,0 0 0,1 0 0,0 0 0,0 0 0,1-1 0,0 0-1,0 0 1,1 0 0,0 0 0,0-1 0,0 0 0,1 0 0,0-1 0,0 0 0,1 0 0,-1-1 0,6 3 150,148 37-5630,5-39 3329,-162-4 2367,0-1 0,-1 0-1,1 1 1,0-2 0,0 1 0,-1 0-1,1-1 1,0 0 0,-1 1 0,1-2-1,-1 1 1,1 0 0,-1-1 0,1 1-1,-1-1 1,0 0 0,0 0 0,0 0-1,0-1 1,0 1 0,-1-1 0,1 1-1,-1-1 1,1 0 0,-1 0 0,0 0-1,0 0 1,0-1 0,-1 1 0,1 0-1,-1-1 1,0 1 0,0-1 0,0 0 0,0 1-1,0-1 1,-1 0 0,0 1 0,0-1-1,0 0 1,0 0 0,-1 1 0,1-1-1,-1 0 1,0 1 0,-1-3-66,0-2 64,-2 0 1,1 1-1,-1 0 0,0-1 1,0 2-1,-1-1 1,0 0-1,0 1 0,-1 0 1,0 0-1,0 1 0,0-1 1,0 1-1,-1 1 1,0-1-1,0 1 0,0 0 1,-1 1-1,1 0 1,-1 0-1,0 0-64,-106-21-5865,79 24-1033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23:58.1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150 132 6489,'0'0'1123,"0"0"918,0 0 19,0 0-529,0 0-167,0 0-317,-2-4-229,-10-3 45,12 32 63,0-7-639,-1-9-139,1 1 0,-1 0 0,2 0 0,-1 0 0,1 0 0,1 0 0,0-1 0,0 1 0,1-1 0,0 1 0,1-1 0,0 0 0,0 0 0,1-1 0,0 1 0,1-1 0,-1 0 0,2 0 0,-1-1 0,1 0 0,0 0 0,1 0 0,-1-1 0,1 0 0,0-1 0,1 0 0,3 2-148,0-2 59,-1-1 0,1 0 0,0 0-1,0-1 1,0-1 0,0 0 0,0-1 0,1 0 0,-1-1 0,0 0 0,1-1 0,-1 0 0,0-1-1,0 0 1,0-1 0,0-1 0,0 0 0,-1 0 0,1-1 0,-1-1 0,-1 0 0,1 0 0,-1-1-1,5-5-58,-9-1 22,-1 0-1,-1-1 1,0 0-1,-1 0 1,0 0-1,-1 0 0,-1 0 1,0 0-1,-1-1 1,-1 1-1,0 0 1,-1 0-1,0-1 0,-1 1 1,-1 1-1,-4-12-21,-33-86 78,51 129-82,1 1 1,-2 0 0,-1 0 0,0 1-1,-1 0 1,-2 0 0,0 0 0,-1 1-1,0 0 1,-2 0 0,-1 0 0,0 0-1,-2 0 1,-2 13 3,1-26 7,-1-1 1,0 0-1,-1 0 0,0-1 1,0 1-1,0-1 0,0 0 1,-1 0-1,0 0 0,-1-1 0,1 0 1,-1 0-1,0 0 0,0 0 1,-1-1-1,1 0 0,-1-1 1,0 1-1,0-1 0,0-1 0,-1 1 1,1-1-1,0-1 0,-1 1 1,0-1-1,1 0 0,-1-1 1,1 0-1,-1 0 0,0-1 0,1 0 1,-1 0-1,1-1 0,-4 0-7,-5-7 7,1 0 0,0 0-1,1-1 1,0-1 0,0 0 0,1-1-1,0-1 1,2 0 0,-1-1-1,-3-5-6,5 7 5,-100-146 59,109 159-65,1-1 0,0 1 0,0-1-1,-1 0 1,1 1 0,0-1 0,0 0 0,-1 0-1,1 1 1,-1-1 0,1 0 0,0 0 0,-1 1-1,1-1 1,0 0 0,-1 0 0,1 0-1,-1 0 1,1 0 0,-1 0 0,1 0 0,0 0-1,-1 1 1,1-1 0,-1-1 0,1 1 0,-1 0-1,1 0 1,0 0 0,-1 0 0,1 0 0,-1 0-1,1 0 1,0-1 0,-1 1 0,1 0-1,-1 0 1,1-1 1,8 49-42,-4-35 57,1-1 0,0 1 1,1-1-1,0 0 0,1-1 0,0 1 0,1-1 0,0-1 0,1 0 0,0 0 0,1 0 0,0-1 0,0-1 0,1 0 1,0 0-1,0-1 0,1 0 0,0-1 0,0-1 0,0 1 0,1-2 0,0 0 0,0-1 0,0 0 0,0-1 0,0 0 1,1-1-1,-1 0 0,1-1-15,6 0 6,-18 1-3,0 0 0,1-1 1,-1 1-1,1-1 0,-1 0 0,0 0 1,1 1-1,-1-1 0,1-1 0,-1 1 1,0 0-1,1-1 0,-1 1 0,0-1 1,1 0-1,-1 1 0,0-1 1,0 0-1,0 0 0,0-1 0,0 1 1,0 0-1,0-1 0,0 1 0,0-1 1,0 0-1,-1 0 0,1 1 0,-1-1 1,1 0-1,-1 0 0,0-1 0,0 1 1,0 0-1,0 0 0,0 0 0,-1-1 1,1 1-1,0-2-3,13-278-84,-45 234 45,27 74-89,3 266 74,-1-284 54,0-1 0,-1 0 0,0 0 0,0 0 0,-1 0 0,0-1 0,0 1 1,-1-1-1,1 0 0,-1 0 0,0 0 0,-1-1 0,0 0 0,0 0 0,0 0 1,0-1-1,-1 0 0,1 0 0,-1-1 0,0 1 0,0-1 0,0-1 0,-1 0 0,1 0 1,-1 0-1,1-1 0,-1 0 0,0 0 0,1-1 0,-1 0 0,0 0 0,1-1 1,-1 0-1,-6-2 0,3-1-3,1 0 1,-1-1-1,1 0 0,0-1 1,0 0-1,1 0 1,0-1-1,0 0 1,0-1-1,1 0 1,0 0-1,1-1 1,0 0-1,0 0 1,1-1-1,0 0 0,0 0 1,1 0-1,1-1 1,0 0-1,0 0 3,-84-198-4,88 208 4,-4-3-169,10 16 168,103 169-77,-101-166 76,1-1 0,0 0 0,0 0 0,2 0 0,0-2 0,0 1 0,1-1 0,0-1 0,1 0 0,1-1 0,0 0 0,0-1 0,0-1 0,1 0 0,1-1 0,-1-1 0,1 0 0,0-1 0,1-1 0,-1 0 0,1-1 0,-1-1 0,8 0 2,-18-1-2,1 0 1,-1 0-1,1-1 1,0 1-1,-1-1 1,1-1-1,0 1 1,-1-1-1,1-1 1,-1 1-1,1-1 1,-1 0-1,0 0 1,1-1-1,-1 0 1,-1 0-1,1 0 1,0-1-1,-1 0 1,0 0-1,0 0 1,0-1-1,0 0 1,-1 0-1,1 0 1,-1 0-1,-1-1 1,1 1-1,-1-1 1,0 0-1,0 0 1,0 0-1,-1-1 1,1-5 1,-2 4-40,0-1 0,-1 0 0,1 1 0,-2-1-1,0 0 1,0 1 0,0-1 0,-1 1 0,0 0 0,-1-1 0,0 1 0,0 0 0,-1 0-1,0 1 1,0-1 0,-1 1 0,1 0 0,-2 0 0,1 0 0,-1 1 0,0 0 0,-1 0 0,1 0-1,-1 1 1,0 0 0,0 0 0,-1 1 0,0 0 0,-4-2 40,12 6 5,0 1 0,-1-1 0,1 1 0,0-1 0,0 0 0,-1 1 0,1-1 0,0 0 0,0 0 0,-1 1 0,1-1 0,0 0 0,-1 1 0,1-1 0,-1 0 0,1 0 0,0 0 0,-1 0 0,1 1 0,0-1 0,-1 0 0,1 0 0,-1 0 0,1 0 0,-1 0 0,1 0 0,0 0 0,-1 0 0,1 0 0,-1 0 0,1 0 0,0 0 1,-1 0-1,1 0 0,-1-1 0,1 1 0,-1 0-5,39 21-4099,-28-21-977,0-2-586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11:59.137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05" units="cm"/>
      <inkml:brushProperty name="height" value="0.05" units="cm"/>
      <inkml:brushProperty name="color" value="#00A0D7"/>
    </inkml:brush>
    <inkml:brush xml:id="br2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0 782 4441,'0'0'8583,"0"0"-5622,0 0-1873,0 0-363,0 0 101,0 0 492,4 0 1544,12-7-2097,-5-14-696,0 1 0,-2-2 0,0 1-1,-1-1 1,-2 0 0,0-1 0,-1 0 0,-1 1 0,-1-1-1,-2-1 1,0 1 0,-1 0 0,-2-12-69,50 455 2271,12-201-1696,-48-212-2072,3-27-5989,-6 2 369</inkml:trace>
  <inkml:trace contextRef="#ctx0" brushRef="#br0" timeOffset="425.8">135 16 7826,'0'0'1193,"0"0"1571,0 0-1031,0 0-316,0 0-281,0 0-317,-1-4-123,4-8 147,25 28 79,39 36 875,-39-26-1539,-2 0 0,-1 2 1,-1 1-1,-2 0 0,0 2 0,-2 1 1,-2 0-1,-1 1 0,-1 1 0,-2 1 1,-2 0-1,0 1 0,-3 0 0,-1 2-258,11 55 506,-5 1 0,-3 0-1,-5 1 1,-4 0 0,-6 36-506,0-89 139,-1-1 0,-2 1 1,-2-1-1,-2-1 0,-2 0 1,-14 32-140,-31 54-2518,55-120-2942,2-5-4054</inkml:trace>
  <inkml:trace contextRef="#ctx0" brushRef="#br0" timeOffset="1664.513">2130 791 6545,'0'0'5278,"0"0"-2774,0 0-910,0 0-762,0 0 72,0 0 324,-1-7 110,-8-21-228,-39 19 1766,32 13-2766,0 1-1,1 1 0,0 0 1,0 1-1,1 1 1,0 0-1,0 1 0,0 0 1,2 1-1,-1 1 1,1 0-1,1 0 0,0 1 1,0 1-1,1 0 1,1 0-1,0 1 1,1 0-1,1 1 0,0 0 1,1 0-1,0 0 1,2 1-1,-1 0 0,2 0 1,-1 6-110,0 5 78,0 0-1,2 0 1,1 0 0,1 0 0,1 1 0,1-1-1,2 0 1,1 0 0,1-1 0,1 1 0,1-1-1,2-1 1,0 1 0,2-2 0,1 1-78,252 503 861,-7 162-151,-243-632-680,-2 1 0,-3 0 0,-2 1 0,-3 0 0,-3 0 0,-3 30-30,0-82 1,0 1 0,0-1 1,0 0-1,-1 0 1,-1 0-1,1 0 0,-1-1 1,0 1-1,-1-1 0,0 1 1,0-1-1,-1 0 0,0-1 1,0 1-1,0-1 0,-1 0 1,0 0-1,0-1 0,0 0 1,-1 0-1,0 0 1,0-1-1,0 0 0,0 0 1,-1-1-1,1 0 0,-1 0 1,-3 0-2,-233 36 49,230-38-62,-368 41-465,383-78-5037,20 0-1296,6-5-1733</inkml:trace>
  <inkml:trace contextRef="#ctx0" brushRef="#br0" timeOffset="5020.631">5450 1988 7834,'0'0'1231,"0"0"2767,0 0-1632,0 0-1111,0 0-301,0 0-24,-5-1-146,3 1-722,0 0 0,-1 1-1,1-1 1,0 1 0,-1 0-1,1-1 1,0 1 0,0 0 0,0 0-1,0 1 1,0-1 0,0 0 0,0 1-1,0-1 1,0 1 0,0 0-1,1-1 1,-1 1 0,1 0 0,0 0-1,-1 0 1,1 0 0,0 0 0,0 1-1,0-1 1,0 0 0,1 0-1,-1 1 1,1-1 0,-1 0 0,1 1-1,0-1 1,0 2-62,-21 99 2313,20-98-2262,-1 0 0,1 1-1,0-1 1,0 0 0,1 1-1,-1-1 1,1 1-1,1-1 1,-1 1 0,1-1-1,0 0 1,0 1 0,0-1-1,1 0 1,0 0 0,0 0-1,0 0 1,0 0-1,1 0 1,0-1 0,0 1-1,0-1 1,1 0 0,-1 0-1,1 0 1,0 0 0,0-1-1,0 1 1,1-1-1,-1 0 1,1 0 0,4 1-51,3 0 15,2 0 0,-1-1 0,0-1 0,0 0 0,1-1 0,-1 0 0,1-1 0,0-1 0,-1 0 0,0 0 0,1-2 0,-1 0 0,0 0 0,0-1 0,0-1 0,-1 0 0,1 0 0,-1-2 0,-1 1 0,1-2 0,-1 1 0,1-2-15,-7 3-46,0 0 0,-1 0 0,1 0 0,-1-1-1,0 1 1,-1-1 0,0 0 0,0 0-1,0 0 1,-1 0 0,0-1 0,0 1-1,-1-1 1,0 1 0,-1-1 0,1 1-1,-1-1 1,-1 1 0,1-1 0,-1 0-1,-1 1 1,1-1 0,-1 1 0,-1 0-1,1 0 1,-1 0 0,0 0 0,-1 0-1,0 1 1,0-1 0,0 1 0,-1 0 0,0 0-1,0 0 1,0 1 0,-1 0 0,0 0-1,0 1 1,0-1 0,-1 1 0,1 0-1,-1 1 1,0 0 0,0 0 0,0 0-1,-5 0 47,-125-2 1069,134 6-1065,-1 0 0,1 0 0,-1 0 1,1 1-1,0-1 0,0 1 0,-1 0 0,1 0 1,0 0-1,1 0 0,-1 1 0,0-1 1,1 1-1,-1-1 0,1 1 0,0 0 1,0 0-1,0 0 0,0 1 0,0-1 0,1 0 1,0 1-1,-1-1 0,1 0 0,0 1 1,1 0-1,-1-1 0,1 1 0,-1-1 0,1 1 1,0 0-1,1-1 0,-1 1 0,0 0 1,2 1-5,-1 0-103,0-1 0,0 0 0,0 0 0,1 0 1,0 0-1,0-1 0,0 1 0,0 0 1,1-1-1,0 0 0,-1 1 0,1-1 0,0 0 1,0 0-1,1-1 0,-1 1 0,1-1 0,-1 1 1,1-1-1,0 0 0,0-1 0,0 1 1,0 0-1,0-1 0,0 0 0,2 0 103,114 12-11005,-79-13 4549</inkml:trace>
  <inkml:trace contextRef="#ctx0" brushRef="#br0" timeOffset="5348.992">5459 1111 12275,'0'0'2132,"0"0"-658,0 0-374,5 24 628,62 196 2449,7-28-1505,-9 3 0,30 154-2672,-91-328 20,-2-7-49,1 0 0,0 0 0,1 0 0,1 0 0,0 0 0,1-1 0,0 0 0,1 0-1,1-1 1,2 3 29,10-6-3041,1-30-8649,-14 0 3159</inkml:trace>
  <inkml:trace contextRef="#ctx0" brushRef="#br0" timeOffset="5787.87">6018 1972 6305,'0'0'8469,"0"0"-5325,0 0-1975,0 0-474,0 0 27,0 0 161,16 3-127,-4-2-612,-8-1-111,1 1-1,-1-1 0,1 1 0,-1 0 1,0 0-1,1 0 0,-1 1 0,0-1 1,0 1-1,1 0 0,-1 0 0,-1 1 1,1-1-1,0 1 0,-1 0 0,1 0 1,-1 0-1,0 0 0,0 0 0,0 1 1,0-1-1,0 2-32,46 112 1421,-43-98-1242,0 0 1,1-1-1,1 0 1,1 0-1,0-1 0,1 0 1,1-1-1,1 0 1,0 0-1,1-2 1,1 1-1,4 2-179,5-3 72,0-1-1,1-2 1,0 0 0,1-2-1,0-1 1,0 0-1,1-2 1,0-1 0,0-1-1,0-2 1,1 0 0,-1-2-1,0 0 1,16-4-72,-18 4-35,42-16-1669,-40-41-8585,-26 28 4628,0 3 3194</inkml:trace>
  <inkml:trace contextRef="#ctx0" brushRef="#br0" timeOffset="6083.893">6516 1955 8874,'0'0'1800,"0"0"3083,0 0-2357,0 0-1488,0 0-285,0 0 220,-8 11-6,-222 399 4454,159-257-5461,71-152-645,-1 2 632,2-1-7173,-1-2-2043</inkml:trace>
  <inkml:trace contextRef="#ctx0" brushRef="#br0" timeOffset="3741.045">3928 2168 6793,'0'0'5630,"0"0"-3080,0 0-1158,0 0-292,0 0 211,0 0 393,10-3-59,5-3-1490,0-1 1,0 0-1,-1-1 1,0-1-1,0 0 1,-1-1 0,0 0-1,-1-1 1,0 0-1,0-1 1,-2-1-1,1 0 1,-2 0-1,0-1 1,0 0 0,-1 0-1,-1-1 1,-1 0-1,0 0 1,0-1-1,-2 0 1,0 0-1,-1 0 1,0 0 0,-1-5-156,-1-8-16,0 26 9,0 0 0,0-1 0,0 1 0,0 0 1,-1-1-1,1 1 0,-1-1 0,0 1 0,0-1 0,0 1 0,0-1 0,0 1 0,-1 0 0,0-1 0,0 1 0,0 0 0,0-1 0,0 1 0,0 0 0,-1 0 1,0 0-1,0 0 0,0 0 0,0 0 0,0 1 0,0-1 0,-1 1 0,1-1 0,-1 1 0,0 0 0,1 0 0,-1 0 0,0 0 0,0 1 0,0-1 0,-1 1 1,1 0-1,0 0 0,0 0 0,-1 0 0,1 0 0,-2 1 7,-9 4-8,0 0 1,1 1-1,-1 1 1,1 0-1,1 1 1,-1 0 0,1 1-1,1 1 1,-1 0-1,2 0 1,-1 1-1,1 0 1,1 1-1,-1 0 1,2 1-1,0 0 1,0 0-1,1 1 1,1 0-1,0 0 1,1 0 0,0 1-1,1-1 1,0 1-1,-1 15 8,2-21 37,-1 1 0,2-1 0,-1 1 0,1 0 0,1 0 1,0 0-1,0 1 0,0-1 0,1 0 0,1 0 0,0 0 0,0 0 0,0 0 0,1 0 0,1 0 0,0 0 0,0 0 0,0-1 0,1 0 0,1 1 0,-1-2 1,1 1-1,0 0 0,1-1 0,0 0 0,0 0 0,1-1 0,-1 0 0,5 3-37,14 2 87,0-2 0,0-1 0,1-1 0,0-1 0,0-2 1,1 0-1,-1-2 0,1 0 0,-1-2 0,1-1 0,0-1 0,-1-2 0,23-5-87,89-30 151,-119-3-4441,9-36-7706,-16 37 6693</inkml:trace>
  <inkml:trace contextRef="#ctx0" brushRef="#br0" timeOffset="4177.271">4619 1115 6617,'0'0'5067,"0"0"-2815,0 0-919,0 0-348,0 0 98,0 0 139,4-13 405,-15 60 77,-117 247 3008,17-47-4236,103-234-753,0-14-5434,2-16-704,3 1 4888,-14-81-5217,9 51 6221</inkml:trace>
  <inkml:trace contextRef="#ctx0" brushRef="#br0" timeOffset="4488.751">4274 1193 5633,'0'0'1555,"0"0"1035,0 0-111,0 0-648,0 0-378,0 0 54,17 13 190,93 100 1484,-57-33-1941,4-1 1,4-4-1,69 69-1240,-119-132-229,14 11-2694,-3-18-8251,-14-5 5342</inkml:trace>
  <inkml:trace contextRef="#ctx0" brushRef="#br0" timeOffset="2710.539">3283 1685 3977,'0'0'6038,"0"0"-3078,0 0-1413,0 0-419,0 0-144,0 0 120,4-8 1389,-6 28-2021,-1 0 0,-1-1 0,-1 1 0,-1-1 0,-1-1 1,0 1-1,-2-1 0,-5 10-472,-10 24 439,-43 99 537,-87 238-652,142-391-10860,-5-35 4291,6 6 3720</inkml:trace>
  <inkml:trace contextRef="#ctx0" brushRef="#br0" timeOffset="3051.911">2908 1658 5817,'0'0'2031,"0"0"1447,0 0-1297,0 0-670,0 0-499,0 0 191,2 13 188,62 158 2633,-22-109-3339,3-1 1,2-3 0,3-2-1,26 20-685,49 56 185,-115-120-400,37 31-580,-10-53-8496,-23-7 2739</inkml:trace>
  <inkml:trace contextRef="#ctx0" brushRef="#br1" timeOffset="-2.14748E6">2810 2952 6785,'0'0'969,"0"0"792,0 0 64,0 0-533,0 0-432,0 0-30,-4 1 71,2 0-677,-1 1 1,0 0-1,1-1 0,0 1 0,-1 0 0,1 1 0,0-1 1,0 0-1,0 1 0,0-1 0,0 1 0,1-1 0,-1 1 0,1 0 1,0 0-1,0 0 0,0 0 0,0 0 0,0 0 0,1 0 1,-1 0-1,1 0 0,0 0 0,0 2-224,-3 2 61,1 0 0,0 0 1,1 1-1,0-1 0,0 1 0,0 0 0,1-1 0,0 1 0,1-1 1,-1 1-1,2-1 0,-1 1 0,1-1 0,0 1 0,0-1 0,1 0 1,0 0-1,0 0 0,1-1 0,0 1 0,0-1 0,1 0 0,-1 0 1,1 0-1,1 0 0,-1-1 0,1 0 0,0 0 0,0-1 0,0 0 1,1 0-1,-1 0 0,1-1 0,0 0 0,0 0 0,0 0 0,1-1 1,-1 0-1,0-1 0,7 1-61,186-43 396,-196 40-395,1-1 0,-1 2 0,1-1 1,-1 0-1,1 1 0,-1 0 0,1 0 0,0 0 0,-1 1 0,1 0 0,-1-1 1,1 1-1,-1 1 0,0-1 0,1 1 0,-1 0 0,0 0 0,0 0 0,0 0 1,0 1-1,-1 0 0,1-1 0,-1 1 0,1 1 0,-1-1 0,2 3-1,1 0 0,0 0 5,1 0 0,-1 1 0,-1 0 0,1-1 1,-1 2-1,0-1 0,-1 1 0,0-1 0,0 1 1,0 1-1,-1-1 0,-1 0 0,1 1 1,-1-1-1,-1 1 0,1 2-5,-42-17 235,35-3-233,1-1 1,0 0 0,0 0 0,1 0-1,1 0 1,-1-1 0,2 1-1,-1 0 1,2-1 0,-1 0-1,1 1 1,1-1 0,0 1-1,1-3-2,-2 6-5,1 2 5,-1 1 0,1 0 0,0 0 0,1 0 1,-1 0-1,1 0 0,0 0 0,0 0 0,0 0 1,0 1-1,1-1 0,-1 1 0,1 0 0,0-1 0,0 1 1,0 1-1,1-1 0,-1 0 0,1 1 0,-1-1 0,1 1 1,0 0-1,0 1 0,0-1 0,0 1 0,0-1 1,0 1-1,0 0 0,1 1 0,-1-1 0,2 1 0,137 10 19,-89 14-20,-46-18 6,1-1 0,0 0-1,0-1 1,0 0 0,1 0-1,-1-1 1,1-1 0,0 1-1,0-2 1,0 1 0,0-1-1,0-1 1,0 0-1,0 0 1,8-2-5,-12-2 76,-1-1 1,0 0-1,-1-1 1,1 1-1,-1-1 0,0 0 1,0 0-1,-1-1 0,0 1 1,0-1-1,0 1 1,-1-1-1,0 0 0,0 0 1,-1 0-1,0 0 0,0 0 1,-1 0-1,0 0 1,0-1-1,0 1 0,-1 0 1,-1-4-77,2 6 141,-32-5-604,11 22-3606,16 2-1160,0-1-1527</inkml:trace>
  <inkml:trace contextRef="#ctx0" brushRef="#br2" timeOffset="-2.14748E6">4184 2864 6569,'0'0'1174,"0"0"932,0 0-386,0 0-449,0 0-121,0 0-89,19-15 1768,37 107 560,-47-73-3220,1-2 1,1 0 0,1 0 0,1-1 0,0 0 0,1-1 0,0-1 0,2 0 0,-1-1 0,2-1-1,-1-1 1,2 0 0,-1-1 0,2 0 0,-1-2 0,1 0 0,0-1 0,1-1 0,0-1 0,0-1-170,24-3 77,-1-2 0,0-2 0,-1-3 0,1 0 1,-1-3-1,0-2 0,-1-1 0,0-2 0,-1-2 1,18-11-78,-23 13 21,-17 6-16,12-7-4,0 0-1,0 2 1,1 2-1,1 1 1,0 1 0,0 1-1,1 2 1,0 1-1,0 2 1,0 1 0,0 2-1,0 1 1,0 2 0,0 1-1,0 1 1,15 6-1,-27-3 2,12 3-10,0 0 0,-2 3 0,1 0 0,-2 3 0,0 0 0,-1 2 0,-1 0 0,-1 3 0,15 14 8,-40-35 2,0 1 0,0 0-1,0 0 1,0 0-1,0 0 1,0 1-1,-1-1 1,1 0 0,-1 1-1,0-1 1,1 1-1,-1-1 1,0 1-1,-1 0 1,1 0 0,0-1-1,-1 1 1,0 0-1,1 0 1,-1 0-1,0-1 1,0 1-1,-1 0 1,1 0 0,-1 0-1,1-1 1,-1 1-1,0 0 1,0-1-1,0 1 1,0-1 0,-1 1-1,1-1 1,-1 1-1,1-1 1,-1 0-1,0 0 1,0 0 0,0 0-1,0 0 1,0 0-1,0 0 1,-1-1-1,1 1 1,0-1 0,-1 1-1,1-1 1,-1 0-1,0 0 1,1 0-1,-3 0-1,2-1 2,0 1 0,1-1 0,-1 0 0,0 1 0,1-1 0,-1-1 0,0 1 0,1 0 0,-1-1 0,0 1 0,1-1 0,-1 0 0,0 0-1,1 0 1,-1 0 0,1 0 0,0 0 0,-1-1 0,1 1 0,0-1 0,0 0 0,0 0 0,0 0 0,0 0 0,0 0 0,1 0 0,-1 0-1,1 0 1,-1-1 0,1 1 0,0 0 0,0-1 0,0 0 0,0 1 0,0-1 0,1 1 0,-1-1 0,1 0 0,0 1 0,-1-1 0,1 0-1,1 0 1,-1 1 0,0-1 0,1 0 0,-1 1 0,1-1-2,3-12-1,2 1-1,-1-1 1,2 2-1,0-1 1,0 0-1,2 1 1,-1 1 0,2 0-1,-1 0 1,2 0-1,0 1 1,0 1-1,1 0 1,0 1-1,0 0 1,1 0-1,0 2 1,1-1 0,0 2-1,0 0 1,0 1-1,1 0 1,10-2 1,20-6 10,1 2 0,1 2 0,-1 2 1,1 2-1,0 2 0,22 2-10,162-18 81,-228 19-72,0-1 0,-1 0 0,1 0 0,0 0 0,-1 0 0,1-1 0,-1 1 0,1-1 0,-1 0 0,0 1 0,1-1 0,-1 0 0,0 0 0,0-1 0,0 1 0,-1 0 0,1-1 0,-1 1 0,1-1 0,-1 1 0,0-1 0,0 1 0,0-1 0,0 0 0,0 0 0,-1 0 0,1 1 0,-1-1 0,0 0-1,1 0 1,-2 0 0,1 0 0,0 0 0,-1-2-9,3-15-7,7-148-376,-12 167-4872,-13 12-155,-4 7-651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24:41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7194,'0'0'376,"0"0"600,0 0 1574,0 0-554,0 0-586,0 0-127,7 6 6326,322-25-5195,-40-16-1679,-324 57-662,2-10 62,-1-2 0,0-1 1,0-2-1,-1-1 0,0-2 0,0-1 0,-23-2-135,-74-1-5818,55-1-3782,57 1-1728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24:38.731"/>
    </inkml:context>
    <inkml:brush xml:id="br0">
      <inkml:brushProperty name="width" value="0.05" units="cm"/>
      <inkml:brushProperty name="height" value="0.05" units="cm"/>
      <inkml:brushProperty name="color" value="#AB008B"/>
    </inkml:brush>
    <inkml:brush xml:id="br1">
      <inkml:brushProperty name="width" value="0.05" units="cm"/>
      <inkml:brushProperty name="height" value="0.05" units="cm"/>
    </inkml:brush>
  </inkml:definitions>
  <inkml:trace contextRef="#ctx0" brushRef="#br0">4 28 7906,'0'0'1343,"0"0"2057,0 0-1059,0 0-742,0 0-283,0 0 43,-4 2 1968,361-19-991,-329 15-2639,113-8 1049,-47 10-5301,-126 10-9092,27-10 12304</inkml:trace>
  <inkml:trace contextRef="#ctx0" brushRef="#br1" timeOffset="2616.95">173 95 7570,'0'0'280,"0"0"571,0 0 1257,0 0-918,0 0-644,0 0-104,-13 1 379,-2-1-200,-24 2-447,2-1 5630,184-9-4090,-1-6 1,-1-6-1,13-10-1714,-118 23 86,1 2-31,-41 5-135,0 0-96,-5 2-1105,-140 75-15062,118-66 14957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25:26.7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194 122 5337,'0'0'4704,"0"0"-794,0 0-1970,0 0-611,0 0-316,0 0-34,-4-6-159,-11-28 1637,6 37 910,0 23-3193,1-1 0,2 1 0,1 1 0,1-1-1,1 0 1,1 1 0,1 0 0,4 25-174,-3-20 131,-2-19-110,1 0 0,1 0-1,0 0 1,1 0 0,0 0 0,1 0 0,0 0 0,1 0 0,1-1-1,0 0 1,1 1 0,0-1 0,0-1 0,2 1 0,-1-1 0,1 0-1,1-1 1,0 0 0,0 0 0,1 0 0,1-1 0,-1 0-1,2-1 1,-1 0 0,1-1 0,0 0 0,0-1 0,1 0 0,0-1-1,0 0 1,0-1 0,0 0 0,4 0-21,-8-2-3,1 0 0,0-1 0,-1 1 1,1-2-1,0 1 0,0-1 0,0-1 0,-1 0 0,1 0 0,0-1 0,-1 0 1,1 0-1,-1-1 0,1 0 0,-1 0 0,0-1 0,-1 0 0,1 0 0,-1-1 1,1 0-1,-2-1 0,1 0 0,0 0 0,-1 0 0,0 0 0,-1-1 0,1 0 1,-1 0-1,-1-1 0,1 1 0,-1-1 0,2-8 3,57-349-383,-63 174 558,-9 158-144,2 42-22,60 281 108,-51-274-112,-2 0-1,0-1 1,-1 1-1,0-1 1,-1 1 0,-1-1-1,-1 0 1,0 0-1,-1 0 1,0 0-1,-1-1 1,-1 0-1,0 0 1,-1-1-1,-6 8-4,12-16-7,0 1-1,-1 0 0,0-1 0,0 0 0,0 0 1,-1 0-1,0 0 0,0 0 0,0-1 0,0 0 1,-1 0-1,1 0 0,-1 0 0,0-1 1,0 1-1,-1-1 0,1-1 0,-1 1 0,1-1 1,-1 0-1,0 0 0,0 0 0,0-1 0,0 0 1,0 0-1,0-1 0,0 0 0,0 0 1,0 0-1,0-1 0,0 0 0,0 0 0,0 0 1,0-1-1,0 0 0,1 0 0,-4-2 8,1-3-8,-5-5-9,0 0 0,0 1 0,-1 0 0,0 1 0,-1 0 0,0 2 0,-1-1 0,0 2 0,-6-2 17,14 6-1,0 2-8,0-1 1,1 0-1,-1-1 0,0 0 1,1 0-1,0 0 0,0-1 0,0 0 1,0-1-1,1 0 0,-1 1 1,1-2-1,0 1 0,1-1 1,-1 0-1,1 0 0,1-1 1,-4-5 8,-87-118-64,67-33 15,28 118-59,0 60-5,0 8 123,-4 13 14,3 0-1,1 0 0,1 0 0,2 0 0,2 0 0,1 0 0,1-1 0,3 0 0,0-1 1,3 0-1,0-1 0,2 0 0,14 20-23,-21-45 11,1 0 0,0 0 0,0-1 0,1 0 0,0-1 0,0 0 0,1-1 0,0 1 0,-1-2 0,2 0 0,-1 0 0,0-1-1,1-1 1,0 0 0,-1 0 0,1-1 0,0 0 0,0-1 0,0-1 0,0 0 0,-1 0 0,8-3-11,-12 2-3,0 1-1,0-2 0,0 1 1,-1-1-1,1 0 1,-1 0-1,0-1 0,1 0 1,-1 0-1,-1 0 0,1-1 1,-1 0-1,0 0 1,0 0-1,0-1 0,-1 1 1,0-1-1,0 0 1,0-1-1,-1 1 0,2-5 4,53-146-242,-46 98 157,-1-1 0,-4-1 1,-2 1-1,-2-1 1,-4 0 84,-15 13 46,16 48-54,0 0-12,0-1-6,-73 357 42,72-344-17,-2-1 1,1 0 0,-2-1-1,1 1 1,-1 0 0,-1-1-1,0 0 1,-1 0 0,1 0-1,-2-1 1,1 0 0,-2 0-1,1 0 1,-1-1 0,0-1-1,-1 1 1,0-1 0,0 0-1,0-1 1,-1 0 0,0-1-1,0 0 1,0 0 0,-1-1-1,0-1 1,1 0 0,-1 0-1,-11 1 1,16-4-5,0 0-1,0-1 0,-1 1 0,1-1 0,0-1 0,0 1 0,0-1 1,0 0-1,0 0 0,1-1 0,-1 1 0,1-1 0,-1-1 1,1 1-1,0-1 0,0 0 0,1 0 0,-1 0 0,1-1 0,0 1 1,0-1-1,0 0 0,1 0 0,-1-1 0,1 1 0,-1-5 6,-11-21-93,1 0 1,1-1-1,2 0 0,1-1 0,2-1 0,-4-32 93,6 30-15,-2 1 0,-1 0 0,-1 0 0,-2 0 0,-2 2 1,-4-7 14,26 67-13055,-3-16 9722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25:30.2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85 5905,'0'0'5039,"0"0"-2323,0 0-1290,0 0-514,0 0-61,-6-4 4433,226-33-699,-67 4-4133,-113 30-733,7-2 1451,-39 4-6715,-21 0-7750,-5 1 8997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25:30.7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97 6057,'0'0'5843,"0"0"-2971,0 0-1393,0 0-365,0 0 48,0 0 230,5 0 207,527-96 3553,-505 96-14557,-27 0 3606,0 0 3319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25:32.9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480 9 14835,'0'0'2063,"0"0"-1256,0 0-548,-14 24 66,-92 167 1658,38-64-411,11-25-847,4 3-1,6 2 1,-7 31-725,32-56-2035,8-94-5856,2-13 3373,0-6 1978</inkml:trace>
  <inkml:trace contextRef="#ctx0" brushRef="#br0" timeOffset="421.094">0 1 8666,'0'0'4764,"0"0"-2000,0 0-973,0 0-631,0 0-79,0 0-17,4 5-224,93 159 2149,-56-88-2317,3-2 0,4-3 0,3-1 0,52 55-672,43 24 886,-83-177-5827,-15-19-59,-24 10-1917,-15 13-525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25:34.5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173 392 5049,'0'0'2058,"0"0"2524,0 0-1604,0 0-835,0 0-380,0 0-117,-14-5-406,6 2-1039,6 2-160,0-1 0,0 1 0,0 0 1,-1 0-1,1 0 0,0 0 0,-1 1 0,1-1 0,-1 1 0,1-1 0,-1 1 0,1 0 0,-1 0 0,1 0 0,-1 0 0,1 0 0,0 0 0,-1 1 0,1 0 0,-1-1 0,1 1 1,0 0-1,-1 0 0,1 0 0,0 0 0,0 1 0,0-1 0,0 0 0,0 1 0,0 0 0,0-1 0,0 1 0,1 0 0,-1 0 0,1 0 0,-1 1-41,-10 19 342,2 2-1,0-1 1,2 1-1,0 1 1,2-1-1,1 1 1,0 0-1,2 1 1,1-1 0,1 1-1,2 13-341,1-30 21,0 1 0,1-1 0,-1 1 0,2-1 1,0 0-1,0 0 0,0 0 0,1-1 0,1 1 0,-1-1 0,1 0 0,1-1 0,-1 1 0,1-1 0,1-1 1,-1 1-1,1-1 0,0-1 0,0 0 0,1 0 0,0 0 0,0-1 0,0 0 0,0-1 0,0 0 1,1 0-1,0-1 0,-1 0 0,1-1 0,0 0 0,0-1 0,0 0 0,-1 0 0,1-1 0,0 0 0,0-1 1,-1 0-1,3-1-21,-7 2-4,0 0 0,-1 0 0,1 0 0,0 0 0,0-1 0,-1 0 0,1 0 0,-1 0-1,0 0 1,0-1 0,1 0 0,-1 0 0,-1 0 0,1 0 0,0-1 0,-1 1 0,0-1 0,0 0 0,0 0 0,0 0 0,-1 0 0,1-1 0,-1 1 0,0-1 0,-1 1 0,1-1 0,-1 0 0,0 0 0,1-3 4,2-146-61,-7 139 44,0-1 0,-1 1 0,0 1 0,-2-1 0,1 1 0,-2 0 0,0 0-1,0 1 1,-1-1 0,-1 2 0,-2-3 17,8 11-15,0 0-1,0-1 1,0 1-1,-1 0 1,0 1-1,0-1 1,0 1-1,0-1 1,0 1-1,-1 1 1,1-1-1,-1 0 1,0 1 0,0 0-1,1 0 1,-2 1-1,1-1 1,0 1-1,0 0 1,0 1-1,-1-1 1,1 1-1,0 0 1,0 0-1,-1 1 1,1-1-1,0 1 1,0 0-1,0 1 1,0-1-1,0 1 1,0 0-1,-5 3 16,2 1-61,0 0 0,0 1-1,0 0 1,0 1 0,1 0-1,1 0 1,-1 0-1,1 1 1,1 0 0,0 0-1,0 0 1,0 1 0,1 0 61,-1 84-3830,10-90 3282,0 0 1,0-1-1,0 0 1,0 0-1,0 0 1,1 0-1,-1-1 1,1 0-1,-1 0 1,1 0-1,0-1 1,0 1 0,0-2-1,0 1 1,0-1-1,0 1 1,0-2-1,0 1 1,0-1-1,0 0 1,0 0-1,0 0 1,0-1 547,29-9-1479</inkml:trace>
  <inkml:trace contextRef="#ctx0" brushRef="#br0" timeOffset="361.319">312 122 6449,'0'0'5812,"0"0"-3006,0 0-760,-11-18-302,-6-6-1037,-33-55 3055,49 78-3018,1 5-199,58 189 2215,92 402-707,-149-589-2289,1 0 1,-1 0 0,1 0-1,1-1 1,-1 1 0,1-1-1,0 1 1,1-1 0,-1 0-1,1 0 1,0 0 0,0 0-1,0-1 1,1 0 0,0 0-1,0 0 1,0 0 0,0-1-1,0 0 1,1 0 0,-1 0 0,4 0 235,7-14-7310,-7-27 1667,-8 30 4546,3-27-1334</inkml:trace>
  <inkml:trace contextRef="#ctx0" brushRef="#br0" timeOffset="737.146">731 381 7498,'0'0'9528,"0"0"-5377,0 0-2399,0 0-719,0 0-174,0 20 200,-2 40-693,8 162 831,-5-212-1164,0 0 0,1 1 1,1-1-1,-1 0 1,2-1-1,-1 1 1,1 0-1,1-1 1,0 0-1,0 0 0,1 0 1,0-1-1,0 0 1,1 0-1,0 0 1,0-1-1,1 0 1,0-1-1,8 6-33,-10-8 4,-1-1 0,1 0 0,0 0-1,0 0 1,0-1 0,1 0 0,-1 0 0,0-1 0,1 1-1,-1-1 1,1-1 0,-1 1 0,1-1 0,0 0 0,-1-1-1,1 0 1,-1 0 0,1 0 0,-1-1 0,1 0 0,-1 0 0,0 0-1,0-1 1,0 0 0,0 0 0,-1 0 0,1-1 0,-1 0-1,0 0 1,0-1 0,0 1 0,-1-1 0,1 0 0,-1 0-1,-1-1 1,1 1 0,-1-1 0,1 0 0,-2 0 0,1 0-1,-1 0 1,1-3-4,4-28-9,-2-1-1,-1 1 1,-2-1-1,-2 0 1,-1 1-1,-4-15 10,-3-111-9138,8 162 4797,0 1 194,0 0 2553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25:36.6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110 184 5825,'0'0'676,"0"0"158,0 0 1397,0 0-693,0 0-783,0 0-403,-13 0-54,11 0-246,-49 1 638,8 0 3473,59 2-108,12 2-3353,48-8-105,0-3-1,0-3 0,-1-4 1,36-12-597,1 2 278,-2 0-52,53-11 658,1 8 1,127-4-885,-278 29-51,11 0-525,-49 3 113,11-2 800,-29 4-4569,15 6-7216,15-4 9325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25:38.6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1 100 6977,'0'0'1111,"0"0"2818,0 0-1538,0 0-1014,0 0-134,0 0 228,6-2 272,101-28 2546,67-6-2511,-102 21-988,90-2-1094,-181 56-9705,-4-28 4747,0 0 2388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25:38.9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97 7394,'0'0'2655,"0"0"1540,0 0-1811,0 0-808,0 0 151,0 0 140,12 0-181,411-65 2053,-416 65-3623,23-4-4215,-26-13-7500,-8 7 8992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25:41.7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0 754 4993,'0'0'7858,"0"0"-4081,0 0-1756,0 0-496,0 0-152,0 0-31,2-6-321,124-196-30,-97 159-757,-2-2-1,-2-2 0,-3 0 1,-1-1-1,-3-1 1,-1-1-1,-3 0 0,-2-1 1,-2-1-1,-2-11-233,33 658 3598,-28-264-2095,-13-353-17964,-3 11 10540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22:09.835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2901 63 6529,'0'0'993,"0"0"-729,0 0-160,0 0-104,0 0-296,0 0-665,0 0-1847,-91 32 1424,91-32 1384,0 2 232,0-2-232</inkml:trace>
  <inkml:trace contextRef="#ctx0" brushRef="#br1" timeOffset="207362.657">217 572 6681,'0'0'1669,"0"0"3597,0 0-2340,0 0-1292,0 0-139,0 0 75,-9-1-466,4 1-1056,0 0 1,0 1-1,0 0 1,0 0-1,0 0 1,0 0-1,0 1 0,1-1 1,-1 1-1,0 0 1,1 1-1,0-1 1,0 1-1,-1 0 1,1 0-1,1 0 1,-1 1-1,1-1 0,-1 1 1,1 0-1,0 0 1,0 0-1,0 0 1,1 0-1,0 1 1,0-1-1,0 1-48,-8 11 168,1 0 0,1 0-1,1 0 1,0 1 0,1 0 0,1 1-1,1-1 1,0 1 0,1 0 0,1 0 0,1 0-1,0 0 1,1 0 0,1 0 0,1 1-168,2-12 18,-1 0 1,1 0 0,0 0-1,1 0 1,-1-1 0,2 0 0,-1 0-1,0 0 1,1 0 0,0-1-1,0 0 1,1 0 0,0-1 0,-1 0-1,2 0 1,-1 0 0,0-1-1,1 0 1,-1-1 0,1 0 0,0 0-1,-1 0 1,1-1 0,0 0-1,0-1 1,0 0 0,0 0 0,0 0-1,0-1 1,0-1 0,0 1-1,0-1-18,0 2-14,-1-1 0,0 1 0,0-1 0,1-1 0,-1 1-1,0-1 1,0 0 0,0-1 0,-1 0 0,1 0-1,-1 0 1,1-1 0,-1 0 0,0 0 0,-1-1 0,1 1-1,-1-1 1,1 0 0,-2-1 0,1 1 0,-1-1 0,1 0-1,-1 0 1,-1-1 0,0 1 0,1-1 0,-2 0-1,1 1 1,-1-1 0,0-1 0,-1 1 0,1 0 0,-2 0-1,1 0 1,-1-5 14,2 4-21,-1-1-1,0 1 1,0-1-1,-1 0 1,0 1 0,-1-1-1,0 0 1,0 1-1,-1-1 1,0 1-1,0-1 1,-1 1-1,0 0 1,0 0-1,-1 0 1,0 1 0,-1-1-1,0 1 1,0 0-1,0 0 1,-1 1-1,0-1 1,0 1-1,-1 1 1,0-1 0,0 1-1,0 0 1,0 1-1,-1 0 1,0 0-1,0 0 1,0 1-1,0 0 1,0 1-1,-6-1 22,9 2-11,0 0-1,-1 0 1,1 1-1,0 0 1,-1 0-1,1 1 0,-1-1 1,1 1-1,0 0 1,-1 1-1,1-1 1,0 1-1,0 0 0,0 0 1,0 1-1,1-1 1,-1 1-1,1 0 1,-1 0-1,1 1 0,0-1 1,0 1-1,0 0 1,1 0-1,0 0 1,-1 1-1,1-1 0,1 1 1,-1 0-1,1 0 1,0 0-1,0 0 1,0 0-1,1 0 1,-1 0-1,1 1 0,1-1 1,-1 0-1,1 1 1,0 0 11,3 54-2012,39-23-3970,21-35-1244,-37-4 5789</inkml:trace>
  <inkml:trace contextRef="#ctx0" brushRef="#br1" timeOffset="207675.518">212 1 6161,'0'0'9306,"0"0"-5738,0 0-1700,0 0-481,0 0-204,0 0-203,-2 15 379,21 144 706,211 584-733,-230-741-1643,12 24-773,-9-25-2136,-2-10-3568,-1-12 905,0-6 2906</inkml:trace>
  <inkml:trace contextRef="#ctx0" brushRef="#br1" timeOffset="207942.424">915 325 15843,'0'0'2865,"0"0"-1953,0 0-480,-67 115 1113,30-44 263,-3 9-568,-2 4-424,5-5-576,4-5-232,8-12 145,6-11-153,5-16 0,7-7-625,5-12-719,2-9-1737,-3-7-2024,1-9-352,-3-10 3953</inkml:trace>
  <inkml:trace contextRef="#ctx0" brushRef="#br1" timeOffset="208194.325">568 484 9826,'0'0'4814,"0"0"-2058,0 0-745,0 0-117,0 0-377,24 19-140,74 61-223,10 57 344,-79-88-1314,-29-49-212,8 14 18,1 0-1,0-1 0,0 0 0,1-1 0,1 0 0,0-1 0,1 0 0,0-1 0,0 0 0,10 5 11,55-7-7223,-44-37-2377,-21 5 7315</inkml:trace>
  <inkml:trace contextRef="#ctx0" brushRef="#br1" timeOffset="214431.749">2077 2664 6129,'0'0'1390,"0"0"3020,0 0-1280,0 0-868,0 0-168,0 0 1,21-1-247,143-13 470,160-56 243,-324 70-2728,1 1 0,0-1 0,-1 1 0,1-1 0,-1 1 0,1-1 0,-1 1 0,1 0 0,-1-1 0,1 1 0,-1 0 0,0-1 0,1 1 0,-1 0 1,0 0-1,1-1 0,-1 1 0,0 0 0,0 0 0,0-1 0,0 1 0,0 0 0,0 0 0,0 0 0,0-1 0,0 1 0,0 0 0,0 0 0,0-1 0,-1 1 0,1 0 0,0 0 1,0-1-1,-1 1 0,1 0 0,-1-1 0,1 1 0,-1 0 0,1-1 0,-1 1 0,1-1 0,-1 1 0,1-1 0,-1 1 0,0-1 0,1 1 0,-1-1 0,0 1 0,1-1 0,-1 0 1,0 1-1,0-1 0,1 0 0,-1 0 0,0 0 0,0 0 0,1 0 0,-1 1 0,0-1 0,0-1 0,0 1 0,1 0 0,-1 0 0,0 0 0,0 0 0,0-1 167,-32 22-6064,-1-1 3280</inkml:trace>
  <inkml:trace contextRef="#ctx0" brushRef="#br1" timeOffset="214726.356">2144 2905 13275,'0'0'3921,"0"0"-2205,0 0-465,0 0 352,0 0 277,0 0-237,24 2-450,39 3-557,1-3 0,-1-2 0,1-4 0,42-7-636,100-36 71,-119 23-3018,-85 24 2483,1-2-2730,-2 0-5616,-1 1 3394</inkml:trace>
  <inkml:trace contextRef="#ctx0" brushRef="#br1" timeOffset="213105.95">701 2505 9482,'0'0'2258,"0"0"1453,0 0-1616,0 0-908,-24 9-197,6-4-710,10-3-175,0 0 0,0 0-1,1 1 1,-1 0 0,1 0 0,0 0 0,0 1 0,0 0-1,0 1 1,1 0 0,-1 0 0,1 0 0,1 1-1,-1-1 1,1 1 0,0 1 0,0-1 0,0 1 0,1 0-1,0 0-104,-7 18 329,1 0 0,2 1-1,0 0 1,1 1 0,2 0-1,1 0 1,1 0-1,1 0 1,1 0 0,2 1-1,1-1 1,2 10-329,1-26 38,0 0 0,1-1 0,1 0 0,0 0 0,0 0 0,1-1 0,0 0 0,0-1 1,1 0-1,0 0 0,0-1 0,1 0 0,0-1 0,1 0 0,-1 0 0,1-1 0,0 0 0,0-1 0,1-1 0,-1 1 0,1-2 1,-1 0-1,1 0 0,0-1 0,0-1 0,0 1 0,0-2 0,0 0 0,0 0 0,0-2 0,7-1-38,-9 2-8,0 0 0,-1 0 0,1-1 1,-1 0-1,0 0 0,0-1 0,0-1 0,0 0 0,-1 0 0,0 0 0,0-1 0,0 0 0,0-1 0,-1 0 0,0 0 1,-1 0-1,0-1 0,0 0 0,0 0 0,-1-1 0,-1 1 0,1-1 0,-1 0 0,-1 0 0,0-1 0,0 1 1,0-1-1,-2 0 0,1 1 0,-1-1 0,0-1 8,0-4-12,0 1-1,0-1 1,-1 1 0,-1-1 0,-1 0 0,0 1-1,-1 0 1,0-1 0,-1 1 0,-1 0 0,0 1-1,-1-1 1,0 1 0,-1 0 0,-1 1 0,0-1-1,-1 2 1,0-1 0,0 1 0,-12-9 12,11 14 2,0 1-1,-1 0 1,0 0 0,0 1 0,0 1 0,0 0-1,-1 0 1,1 1 0,-1 1 0,1 0 0,-1 0 0,0 1-1,1 1 1,-1 0 0,0 0 0,1 1 0,-1 1-1,1 0 1,0 1 0,0 0 0,0 0 0,0 1 0,1 1-1,0-1 1,0 2 0,0-1 0,1 2 0,0-1-1,1 1 1,-1 0 0,1 1 0,1 0 0,0 0 0,0 1-1,1 0 1,0 0 0,1 0 0,0 1 0,0 0-1,1 0 1,1 0 0,0 0 0,0 1 0,0 6-2,5-13-315,0 0-1,0 0 1,1 0 0,0-1 0,-1 1-1,1-1 1,1 1 0,-1-1 0,1 0 0,0 0-1,0 0 1,0-1 0,0 0 0,0 1-1,1-1 1,0-1 0,-1 1 0,1-1 0,0 0-1,0 0 1,0 0 0,1-1 0,-1 1 0,0-1-1,1-1 1,-1 1 0,0-1 0,1 0-1,-1 0 1,1 0 0,-1-1 0,0 0 0,1 0-1,-1 0 1,3-2 315,-2 3-380,61-4-4391,-7-12 2447</inkml:trace>
  <inkml:trace contextRef="#ctx0" brushRef="#br1" timeOffset="213528.366">804 2126 9946,'0'0'4784,"0"0"-2546,-16-21-595,-83-110 1516,83 94-1437,8 18 396,8 46-1278,62 257 1431,-26-131-1620,8-1-1,6-2 1,52 105-651,-84-194-135,-16-47-5087,2 0-5767,-5-14 6828,-3 0 2229</inkml:trace>
  <inkml:trace contextRef="#ctx0" brushRef="#br1" timeOffset="214029.32">1143 2846 9034,'0'0'3158,"0"0"756,0 0-1847,0 0-504,-3-18 43,-4-3-985,-6-61 3004,13 82-2930,0 4-287,0 18-254,1 1 0,0 0 1,2-1-1,1 1 0,1-1 0,0 0 1,2 0-1,0-1 0,2 0 0,0 0 1,2-1-1,0 0 0,1-1 0,1 0 0,0-1 1,2 0-1,11 10-154,-21-24 9,0 0-1,1 0 1,0 0 0,0-1-1,0 0 1,0 0 0,0 0 0,0-1-1,1 0 1,-1 0 0,1 0-1,0-1 1,-1 0 0,1-1-1,0 1 1,0-1 0,-1-1 0,1 1-1,0-1 1,-1 0 0,1-1-1,0 0 1,-1 0 0,0 0-1,1 0 1,-1-1 0,0 0 0,0-1-1,-1 1 1,1-1 0,-1 0-1,1-1 1,-1 1 0,-1-1-1,1 0 1,-1 0 0,0-1 0,0 1-1,0-1 1,-1 0 0,1 0-1,-1-2-8,8-20-51,-2-1-1,-1 0 1,-1 0-1,-1 0 0,-2-1 1,-1 1-1,-2-1 0,0 0 1,-3-16 51,2 39-5,0 3-60,0 0 0,0 0 0,0 0 1,-1 0-1,0 0 0,1 0 0,-1 1 0,0-1 1,-1 0-1,1 0 0,-1 1 0,0-1 0,0 1 1,0-1-1,0 1 0,0 0 0,-1 0 0,0 0 0,1 0 1,-3-2 64,4 5-1051,7-4-6634,4-3 2867,7 1-259</inkml:trace>
  <inkml:trace contextRef="#ctx0" brushRef="#br1" timeOffset="216026.582">3639 2291 6865,'0'0'1214,"0"0"3927,0 0-2431,0 0-1222,0 0-337,-21 6 378,-68 21 203,85-24-1618,0 0 0,0 1 0,0-1 0,1 1 0,0 0 0,-1 0-1,1 0 1,1 0 0,-1 1 0,0-1 0,1 1 0,0 0 0,0-1 0,1 1 0,-1 0 0,1 0 0,0 0 0,0 0 0,1 0 0,-1 0-1,1 1 1,0-1 0,1 0 0,-1 0 0,1 0 0,0 2-114,0 10 341,-1-9-258,1 1 0,0 0-1,0-1 1,1 1-1,0-1 1,0 0 0,1 0-1,0 0 1,1 0-1,0 0 1,0-1 0,0 1-1,1-1 1,0 0-1,1 0 1,0-1-1,0 0 1,0 0 0,0 0-1,1-1 1,0 0-1,0 0 1,1-1 0,-1 0-1,1 0 1,0 0-1,3 0-82,13 5 45,1-2-1,0 0 0,0-1 0,0-2 0,1 0 0,0-2 0,-1-1 1,19-1-45,-38-2-9,-1-1 0,1 1 1,-1-1-1,1 0 1,-1 0-1,0-1 1,0 0-1,0 0 1,0 0-1,-1 0 0,0-1 1,0 0-1,0 0 1,0 0-1,-1 0 1,0-1-1,0 1 0,0-1 1,-1 0-1,0 1 1,0-1-1,0 0 1,-1 0-1,0-1 0,0 1 1,0 0-1,-1 0 1,0 0-1,0-1 1,-1 1-1,0 0 1,0 0-1,0 0 0,-1 0 1,0 0-1,0-1 9,2-23-21,0 22 11,1 0 0,-1 1 0,0-1 1,-1 0-1,0 0 0,0 1 0,-1-1 0,0 1 0,0-1 0,0 1 0,-1 0 0,-1 0 0,1 0 1,-1 0-1,0 0 0,0 1 0,-1 0 0,0 0 0,0 0 0,0 0 0,-1 1 0,0 0 0,0 0 1,0 1-1,-1 0 0,0 0 0,1 0 0,-1 1 0,0 0 0,-1 0 0,1 0 0,-1 1 0,-3 0 10,0 0-6,0 2-1,0-1 1,1 2 0,-1-1-1,0 1 1,0 1-1,0 0 1,1 1-1,-1 0 1,1 0-1,0 1 1,0 0-1,0 1 1,1 0-1,-1 1 1,1 0-1,0 0 1,1 1-1,0 0 1,0 0-1,0 1 1,1 0-1,0 1 1,1 0-1,0 0 1,0 0 0,1 0-1,0 1 1,0 0-1,1 0 1,1 0-1,0 1 1,0-1-1,1 1 1,0 3 6,14 53-1955,50-36-3927,34-30-2410,-56-8 6069</inkml:trace>
  <inkml:trace contextRef="#ctx0" brushRef="#br1" timeOffset="216356.449">3674 1605 5233,'0'0'9644,"0"0"-5672,0 0-1811,0 0-582,0 0-326,0 0-187,-11-12-353,1 1-586,-18-18 88,37 53 338,41 74 239,-4 3-1,-5 1 1,-4 2-1,10 53-791,49 140 446,-88-278-503,-3-2-69,0 0-1,2 0 0,0-1 0,1 0 0,1-1 1,0 0-1,1 0 0,0-1 0,7 6 127,0-12-2912,-10-44-10302,-7 27 11771,0-22-1476</inkml:trace>
  <inkml:trace contextRef="#ctx0" brushRef="#br1" timeOffset="216779.207">4202 2132 10658,'0'0'5432,"0"0"-2587,0 0-1076,0 0-534,0 0-177,0 0-31,13-6-142,-4 2-743,-6 2-115,0 0-1,0 0 1,0 0-1,0 1 0,0-1 1,0 1-1,1 0 1,-1 0-1,0 0 1,1 0-1,-1 1 0,1-1 1,-1 1-1,1 0 1,-1 0-1,1 0 1,-1 1-1,1-1 1,-1 1-1,1 0 0,-1 0 1,0 0-1,1 0 1,-1 0-1,2 2-26,10 10 151,0 1 0,-1 1 0,0 0 0,-2 0 0,0 2 0,0-1 0,-2 2 0,0-1 0,-1 1 0,7 18-151,-11-20 84,2-1 1,0 1 0,0-1 0,2-1 0,0 1 0,0-2 0,2 1-1,0-1 1,0-1 0,1 0 0,0 0 0,1-1 0,0-1 0,1 0 0,0-1-1,2 0-84,6-1 8,1-1-1,0 0 1,0-2-1,1-1 0,0 0 1,-1-2-1,1-1 1,0-1-1,19-2-7,-32 0-237,-1 0 0,0 0 0,0-1-1,0 0 1,0-1 0,0 0 0,-1-1 0,0 0-1,0 0 1,0-1 0,0 0 0,-1-1 0,0 0 0,-1 0-1,1 0 1,-1-1 0,0-2 237,41-100-10795,-47 75 6811,-1 5 902</inkml:trace>
  <inkml:trace contextRef="#ctx0" brushRef="#br1" timeOffset="217060.524">4782 1919 1720,'0'0'7334,"0"0"-1716,0 0-3022,0 0-873,0 0 181,0 0 26,-20 26-347,-133 192 700,113-152-1732,-188 358 1431,201-305-4183,29-121-3473,3-3 2608,0 1 420,6-11-3453</inkml:trace>
  <inkml:trace contextRef="#ctx0" brushRef="#br1" timeOffset="220004.356">5026 1045 2937,'0'0'2143,"0"0"-296,0 0 1490,-20 1-1834,-156 28 206,-193 57 3344,-60 31-2754,-127 2-1050,-145-4-1249,-270 11 61,73-51-116,595-51 42,-178 30 26,363-33 18,115 26-135,51 219 758,1 642 430,-34-765-746,-6 0 0,-8 87-338,-75 174 609,76-402-617,0 1 1,1-1-1,-1 0 0,0 1 0,1-1 0,-1 0 0,1 0 0,0-1 0,-1 1 0,1 0 0,0-1 1,0 0-1,0 0 0,0 0 0,0 0 0,1 0 0,-1 0 0,0-1 0,0 0 0,0 1 0,1-1 1,-1-1-1,0 1 0,0 0 0,1-1 0,-1 1 0,0-1 0,0 0 0,2-1 8,13 1-355,73 3-77,141-13 423,665-205 682,191 44 264,-723 121-938,988-83-327,-338 84 468,-651 52-124,-362-4 15,1 0 0,0 0 0,-1 0 0,1 0-1,-1 0 1,0 0 0,0-1 0,1 1-1,-2-1 1,1 0 0,0 1 0,0-1 0,-1 0-1,0 0 1,0 0 0,1 0 0,-2 0-1,1 0 1,0-1 0,-1 1 0,1 0 0,-1 0-1,0-1 1,0 1 0,0 0 0,-1 0-1,1 0 1,-1-1 0,1 1 0,-1 0 0,0 0-1,0 0 1,-1 0-31,1-21 105,4-41-129,-1 50 13,-1 1 1,0-1-1,-1 0 0,-1 0 0,0 1 1,0-1-1,-2 1 0,0-1 1,-1 1-1,0 0 0,-1 0 1,-2-5 10,-66-96-29,55 92 19,2-1 0,0-1 0,1 0 0,2-1 0,1-1 0,1 0 0,1-1 0,1 0-1,1 0 1,-1-17 10,24-648 342,-99 327 175,80 347-515,-2 0 0,0 0 0,0 0 0,-2 1-1,-1 0 1,0 0 0,-1 1 0,-1 0 0,0 1 0,-1 0 0,-1 1-1,0 0 1,-2 1 0,1 1 0,-1 0 0,-1 1 0,-1 1-1,-8-5-1,22 14-73,0 0-1,0 1 0,-1-1 0,1 1 0,0-1 0,0 1 0,-1 0 0,1 1 1,-1-1-1,1 0 0,0 1 0,-1 0 0,1 0 0,-1 0 0,1 0 0,-1 1 0,1-1 1,-1 1-1,1 0 0,-1 0 0,1 0 0,0 0 0,0 1 0,0-1 0,0 1 74,-9 48-8000,11-26 1129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24:05.28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74 495 6585,'0'0'658,"0"0"-349,0 0 673,0 0 1536,0 0-407,-1-8-667,-3-23-293,4 31-1093,-1-1-1,1 0 1,-1 0-1,0 1 1,1-1 0,-1 0-1,0 1 1,1-1-1,-1 1 1,0-1 0,0 1-1,0-1 1,1 1-1,-1 0 1,0-1 0,0 1-1,0 0 1,0 0-1,0-1 1,0 1 0,0 0-1,1 0 1,-1 0-1,0 0 1,0 0 0,0 0-1,0 0 1,0 1-1,0-1 1,0 0 0,0 0-1,1 1 1,-1-1-1,0 1 1,0-1-1,0 1 1,0-1 0,1 1-1,-1-1 1,0 1-1,1 0 1,-1-1 0,0 1-1,1 0 1,-1-1-1,1 1 1,-1 0 0,1 0-58,-6 11 273,1 0 0,1 0 1,0 1-1,0 0 0,1-1 0,1 1 1,0 0-1,1 1 0,0-1 1,1 0-1,1 0 0,0 0 0,0 0 1,3 7-274,-2-15 23,0 0 1,0-1 0,1 1-1,0-1 1,0 0-1,0 1 1,0-1 0,0 0-1,1-1 1,0 1-1,0-1 1,0 0 0,0 0-1,0 0 1,1 0-1,-1-1 1,1 1 0,0-1-1,0 0 1,0-1-1,0 1 1,0-1 0,0 0-1,0-1 1,0 1-1,0-1 1,0 0-1,3 0-22,143-25 194,-146 24-188,0-1-1,-1 1 1,1-1 0,-1 0 0,1 0-1,-1 0 1,0-1 0,0 0 0,0 1-1,0-1 1,-1-1 0,1 1-1,-1 0 1,0-1 0,0 0 0,0 0-1,0 0 1,-1 0 0,1 0 0,-1 0-1,0-1 1,0 1 0,-1-1-1,1 1 1,-1-1 0,0 0 0,0 0-1,-1 1 1,0-1 0,1 0 0,-2 0-1,1 0 1,0 0 0,-1 1 0,0-1-1,0 0 1,-1 1 0,1-1-1,-1 0 1,0 1 0,0 0 0,0-1-1,-2-1-6,-6-5 46,-1 0-1,0 1 0,0 0 0,-1 0 1,0 1-1,-1 1 0,0 0 0,0 1 1,-1 0-1,1 1 0,-2 1 1,1 0-1,0 1 0,-1 1 0,0 0 1,0 1-1,-4 0-45,14 4-29,0 1 1,0 0 0,1 0-1,-1 0 1,1 0-1,0 1 1,0 0-1,0 0 1,1 0-1,-1 0 1,1 0 0,0 1-1,0 0 1,1 0-1,-1-1 1,1 1-1,0 1 1,0-1 0,1 0-1,-1 0 1,1 1-1,0-1 1,1 1-1,-1-1 1,1 0-1,0 1 1,1-1 0,-1 1-1,1-1 1,0 1-1,1-1 1,-1 0-1,1 0 1,0 1 0,0-1-1,1-1 1,-1 1-1,1 0 1,0-1-1,1 2 29,83 32-6663,-22-40-1580,-29-3 3928</inkml:trace>
  <inkml:trace contextRef="#ctx0" brushRef="#br0" timeOffset="409.227">100 1 7738,'0'0'984,"0"0"1900,0 0-1152,0 0-51,0 0-240,0 0-227,-7 1-331,5 0-813,0 1 0,1-1-1,-1 0 1,0 1 0,1-1-1,-1 1 1,1-1 0,0 1-1,-1-1 1,1 1 0,0 0-1,0 0 1,0 0-1,0 0 1,0 0 0,1 0-1,-1 0 1,1 0 0,-1 0-1,1 0 1,0 0 0,-1 0-1,1 0 1,0 0 0,0 0-1,1 0 1,-1 1 0,0-1-1,1 0 1,-1 0 0,1 0-1,0 0 1,0 0 0,0 0-1,0-1 1,0 1 0,0 0-1,0 0 1,0-1 0,1 1-1,-1 0 1,1-1 0,-1 0-1,1 1 1,0-1-1,-1 0 1,1 0 0,0 0-1,1 1-69,1 5 77,313 439 3440,-302-405-4496,-21-15-5854,-22-22-3328,17-9 7523</inkml:trace>
  <inkml:trace contextRef="#ctx0" brushRef="#br0" timeOffset="845.715">493 275 4017,'0'0'3401,"0"0"1980,0 0-2614,0 0-1293,0 0-614,0 0-344,3 7 64,93 163 3052,-88-158-3578,0-2-1,0 1 1,1-1-1,1 0 0,0-1 1,0 0-1,1-1 1,0 0-1,0 0 1,1-1-1,0-1 0,0 0 1,1-1-1,-1 0 1,1-1-1,0 0 1,0-1-1,1 0 1,-1-2-1,1 1 0,1-1-53,-13-1 3,0 0 0,-1 0 1,1 0-1,0 0 0,0 0 0,-1 0 0,1-1 0,0 1 0,0-1 0,-1 1 0,1-1 0,0 0 0,-1 1 0,1-1 0,-1 0 0,1 0 0,-1 0 0,1 0 0,-1 0 0,0 0 0,0-1 0,1 1 0,-1 0 1,0-1-1,0 1 0,0-1 0,0 1 0,-1-1 0,1 0 0,0 1 0,-1-1 0,1 0 0,-1 1 0,1-1 0,-1 0 0,0 1 0,1-1 0,-1 0 0,0 0 0,-1 0 0,1 1 0,0-1 0,0 0 0,-1 0 1,1 1-1,-1-1 0,1 0 0,-1 0-3,1 0-3,-2-12-3,-1-1-1,0 1 1,0 0-1,-1 0 1,-1 0-1,-1 1 1,0 0-1,0 0 0,-2 0 1,1 0-1,-2 1 1,-9-10 6,-53-111-35,114 140-2239,-20 7-1102,-1 0-2328</inkml:trace>
  <inkml:trace contextRef="#ctx0" brushRef="#br0" timeOffset="109557.883">528 311 5449,'0'0'539,"0"0"237,0 0 1633,0 0-577,0 0-737,0 0-326,-10 0 38,-47 0 918,57 0-1280,0 0-121,0 0 176,0 0 160,0 0-54,0 0 34,0 0 64,0 0 19,0 0 1,0 0 60,0 0-238,0 0-122,0 0-257,4 8 114,20 29-179,-3-1 277,2 0 0,1-1 0,2-2-1,1 0 1,1-2 0,2-1 0,1-2 0,2 0-1,34 21-378,-21-31 159,-46-64 45,-14-125-215,16-83-74,-9 233-2613,24 46-3295,1-8-1677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26:18.46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4185,'0'0'1623,"0"0"-335,0 0 1750,0 0-1457,0 0-375,0 0 55,3 4 39,5 0-879,1 0 0,0 0 0,0-1 1,1 0-1,-1-1 0,1 0 0,-1 0 0,1-1 1,0 0-1,-1-1 0,1 0 0,0 0 0,-1-1 0,1 0 1,0-1-1,-1 0 0,8-3-421,-4 3 131,211-13-610,-228 16-6040,-2 3 4126,-5 1 92,-8 0-26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26:18.74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63 6601,'0'0'4985,"0"0"-3192,0 0-177,0 0-344,0 0 169,121-4 255,-86-4-96,5 2-559,2-3-553,-5 1-392,-5 1 72,-4 5-168,-9 0-192,-3 2-1336,1-4-1497,-4-2-2920,-3 0 3216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26:19.40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68 359 6673,'0'0'4227,"0"0"-1281,0 0-1503,0 0-614,-11-18 23,-31-56 283,27 17 4688,26 66-5416,142 224 1995,-82-107-1904,113 90 20,-184-216-516,0 0-22,0-11-86,21-451-807,-16 142 968,-5 320-152,8 10-771,20 38-3187,13 19-6311,-20-37 7463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25:56.70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1041 1152 5521,'0'0'698,"0"0"-458,0 0-167,0 0 7,0 0 430,0 0 1347,2-5-554,8-68-999,-24 23 10265,-6 46-7457,-6 76-2925,25-69-36,-4 20-140,1 1 0,1-1 0,1 1 0,1-1 0,1 1 0,1-1 0,1 1 0,2-1 0,0 1-11,-2-16 9,0 1-1,1-1 0,0 0 1,0 0-1,1 0 0,0-1 1,0 1-1,1-1 0,0 0 1,0 0-1,1-1 0,-1 1 1,2-1-1,-1-1 0,1 1 1,-1-1-1,1 0 1,1 0-1,-1-1 0,1 0 1,0-1-1,0 1 0,0-2 1,0 1-1,0-1 0,3 0-8,1 2 24,1-1 0,-1-1-1,1 0 1,-1-1-1,1-1 1,0 1 0,-1-2-1,1 0 1,0-1 0,-1 0-1,0 0 1,1-2-1,-1 1 1,0-1 0,0-1-1,-1-1 1,0 1 0,0-2-1,0 1 1,-1-2-1,1 1 1,-2-1 0,1-1-1,-1 0 1,-1 0 0,1-1-1,-2 0 1,1 0-1,-1-1 1,-1 0 0,0 0-1,-1 0 1,0-1 0,0 0-1,1-8-23,-6 5 15,-1-1-1,-1 0 0,0 1 1,-1-1-1,0 1 0,-2 0 1,0 0-1,0 0 0,-1 1 1,-1 0-1,0 0 0,-1 0 1,-1 1-1,0 0 0,-1 1 1,0 0-1,-1 0 1,0 1-1,-1 1 0,0 0 1,-8-5-15,17 12-2,-1-1 0,0 0 1,-1 1-1,1 0 1,0 0-1,-1 0 1,0 0-1,0 1 0,0 0 1,0 0-1,0 0 1,0 0-1,0 1 1,0 0-1,-1 0 0,1 1 1,0-1-1,-1 1 1,1 0-1,-1 1 0,1-1 1,0 1-1,-1 0 1,1 0-1,0 1 1,0-1-1,0 1 0,0 1 1,0-1-1,0 0 1,1 1-1,-1 0 1,1 0-1,-1 1 0,1-1 1,1 1-1,-1 0 1,0 0-1,1 0 1,0 1-1,0-1 0,0 1 1,0-1-1,-1 6 2,-21 127-686,25-133 436,0 0 0,1 0 0,-1 0 0,1 0 0,0 0 0,0 1 0,1-2 0,-1 1 0,1 0 0,0 0 0,0 0 0,0-1 1,0 1-1,1-1 0,-1 1 0,1-1 0,0 0 0,0 0 0,0-1 0,0 1 0,1 0 0,-1-1 0,1 0 0,-1 0 0,1 0 0,0 0 0,0-1 0,0 1 1,0-1-1,0 0 0,0 0 0,0 0 250,108-1-8353,-65-12 7692</inkml:trace>
  <inkml:trace contextRef="#ctx0" brushRef="#br0" timeOffset="390.166">1260 249 12995,'0'0'1745,"0"0"-128,0 0-84,0 0-92,0 0-61,0 0-400,-9-9-332,3 3-559,-19-18 182,27 52 636,172 482 3280,-96-271-3462,-60-185-695,1-1 0,3 0 1,2-2-1,3-1 0,23 33-30,-41-73-1152,-4-29-9463,-5 16 10290,0-18-5138</inkml:trace>
  <inkml:trace contextRef="#ctx0" brushRef="#br0" timeOffset="876.772">1786 936 9394,'0'0'4900,"0"0"-2416,0 0-813,0 0-473,0 0-98,0 0-90,-4 13 17,1 0-858,0 1 0,1-1 0,1 1 0,0 0 0,1-1 1,0 1-1,1 0 0,1-1 0,0 1 0,1-1 0,1 0 1,-1 0-1,3 4-169,99 161 479,-99-172-449,0 1 0,0-1 0,0 0 0,1-1 0,0 1-1,0-1 1,0-1 0,1 1 0,-1-1 0,1-1 0,0 1 0,0-1-1,1-1 1,-1 1 0,1-1 0,-1-1 0,1 0 0,-1 0-1,1-1 1,0 0 0,-1 0 0,7-1-30,-11-3 25,0 0 1,0 0-1,-1 0 0,1-1 1,-1 1-1,0-1 0,0 0 1,0 1-1,-1-1 1,0-1-1,0 1 0,0 0 1,-1 0-1,1-1 0,-1 1 1,0-1-1,-1 1 1,0-1-1,0 1 0,0-1 1,0 1-1,-1-1 0,0 0 1,0 1-1,-2-5-25,2-13 10,-56-374 83,102 430-13535,-26-18 9222</inkml:trace>
  <inkml:trace contextRef="#ctx0" brushRef="#br0" timeOffset="12289.146">1741 905 4097,'0'0'1368,"0"0"-129,0 0 1668,0 0-1276,0 0-612,0-63 8338,15 122-4934,35 41-3835,-25-56 14,195 358 772,-218-517-1550,-2-498-379,0 612 592,-11 51-133,6 547 255,-58-588-164,55-12-6,0 0 1,0-1-1,0 0 1,1 0 0,0 0-1,-1-1 1,2 0-1,-1-1 1,1 0 0,-1 0-1,2 0 1,-1 0-1,1-1 1,0 0 0,0 0-1,1-1 1,0 1-1,0-1 1,1 0 0,0 0-1,0 0 1,1 0-1,0-1 1,0 0 10,-9-17-16,-117-239-65,56 142-42,81 175-98,154 328 195,-158-369 18,0 0-1,1 0 0,0 0 1,1-1-1,0 0 0,1-1 1,-1 0-1,2 0 0,-1 0 1,1-1-1,1-1 0,0 1 1,0-2-1,0 1 0,0-1 1,1-1-1,0 0 0,4 1 9,-11-75-1037,-13 25 762,3-1 1,1 0 0,2-1-1,2 1 1,4-24 274,55-197-284,-58 265 214,0 1-277,0 0-1333,-2 2-4172,-3 3 3708,5-5 1189,-7 8-2710</inkml:trace>
  <inkml:trace contextRef="#ctx0" brushRef="#br0" timeOffset="17111.047">391 203 4721,'0'0'938,"0"0"-582,0 0-291,0 0 10,0 0-3,0 0 288,0-5 927,7-63 5574,-6 66-7522,5-10 10176,-2 7-8361,-3 5-1204,-1 0-68,3-3-4009,-2 0-4510,-3 1 6012</inkml:trace>
  <inkml:trace contextRef="#ctx0" brushRef="#br0" timeOffset="20524.523">631 67 5521,'0'0'815,"0"0"683,0 0 757,0 0-1054,0 0-540,0 0-347,-7-4-134,-149-54 9861,144 56-9889,0 1 0,0 0-1,1 1 1,-1 0 0,0 1-1,0 0 1,1 1 0,-1 1 0,1 0-1,-1 0 1,1 1 0,0 0-1,1 1 1,-1 0 0,1 1 0,0 0-1,-1 1-151,3-1 64,-1 1 0,1 0 0,0 0 0,0 1 0,0-1 0,1 2 0,1-1-1,0 1 1,0 0 0,0 0 0,1 1 0,0 0 0,1 0 0,0 0 0,1 0 0,0 1 0,1-1-1,0 1 1,0 0 0,1-1 0,1 1 0,0 2-64,5 57 358,2 0 1,4-1-1,3 0 1,3-1-1,6 7-358,0-4 368,-23-71-354,0 0 39,0 0 34,0 0-81,0 0-32,0 0 36,0 0-27,0 0 29,0 0-47,0 0 29,0 0-42,0 0 84,0 0 2,0 0-52,0 0 44,0 0-56,0 0 64,0 0-39,0 0-35,0 0 41,0 0 26,0 0 9,0 0-75,0 0 41,0 0 27,0 0-64,0 0 99,0 0-50,0 0-15,0 0 3,0 0 34,0 0-36,0 0-14,0 0 4,0 0 34,0 0-70,0 0 62,0 0-31,0 0-33,0 0 84,0 0-52,0 0 31,0 0-42,0 0 26,0 0-34,0 0 26,0 0-2,0 0-1,0 0 33,0 0 15,0 0-74,0 0 28,0 0 14,0 0-2,0 0-9,0 0-1,0 0-7,0 0 74,0 0-79,0 0 13,0 0 2,0 0-19,0 0 44,0 0-41,0 0 50,0 0-65,0 0 57,0 0-57,0 0-8,0 0 91,0 0-39,0 0-9,0 0-6,0 0-5,0 0-36,0 0 39,0 0-4,0 0 39,0 0 11,0 0-73,0 0 28,0 0-20,0 0 35,0 0-4,0 0-29,0 0 37,0 0-33,0 0 49,0 0-39,0 0 38,0 0-53,0 0 36,0 0-38,0 0 20,0 0 34,0 0-25,0 0-1,0 0 2,0 0 14,0 0-70,0 0 72,0 0-14,0 0-35,0 0 32,0 0 12,0 0 15,0 0-35,0 0-3,0 0 10,0 0-11,0 0-11,0 0 11,0 0 20,0 0 17,0 0-29,0 0 20,0 0-33,0 0 37,0 0-49,0 0 30,7 22-45,93 189-26,45 11 204,-123-189-141,-1 1 0,-1 0 1,-2 2-1,-1 0 0,-3 1 0,0 1 0,-3 0 1,-1 0-1,-1 1 0,-3 1 0,-1-1 1,-2 1-1,-1 18 3,-2-37 6,-1 0-1,0 1 1,-2-1 0,0 0 0,-1-1 0,-2 1-1,0-1 1,-1 0 0,0 0 0,-2-1 0,-1 0-1,0 0 1,-1-1 0,-1-1 0,-1 0 0,0 0-1,-1-2 1,-1 1 0,0-2 0,-1 0 0,-1-1-1,0 0 1,-1-2 0,0 0 0,-1-1 0,0-1-1,0 0 1,-1-2 0,-5 1-6,-9 2 29,-1-3-1,0-1 1,0-1 0,-1-2 0,1-1-1,-1-2 1,-20-4-29,54 4 22,1-1-1,-1 1 0,1-1 0,-1 0 1,1 0-1,-1 0 0,1 0 1,0 0-1,-1 0 0,1 0 1,0-1-1,0 1 0,0 0 0,0-1 1,0 1-1,0 0 0,0-1 1,0 0-1,0 1 0,1-1 1,-1 1-1,1-1 0,-1 0 0,1 1 1,0-1-1,0 0 0,-1 1 1,1-1-1,0 0 0,1 0 1,-1 1-1,0-1 0,0 0 0,1 1 1,-1-2-22,32-7-919,123-36-3876,-53 10-2143,-18 5-404</inkml:trace>
  <inkml:trace contextRef="#ctx0" brushRef="#br0" timeOffset="25482.894">1488 1814 4641,'0'0'4577,"0"0"-2000,0 0-1521,0 0-752,0 0-304,0 0-48,0 0-704,0 14-1721,7-14 865,2 0 808</inkml:trace>
  <inkml:trace contextRef="#ctx0" brushRef="#br0" timeOffset="26412.362">2242 1499 6001,'0'0'1359,"0"0"2113,0 0-1831,0 0-982,0 0 0,0 0 264,-14 4 1770,9-3-8812,3-1 3913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26:40.46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83 1453 3441,'0'0'3239,"0"0"1968,0 0-2767,0 0-1288,0 0-381,4 1 67,101-27 3625,42-72-2817,-133 88-1613,-1 0 0,0 0 1,-1-2-1,0 1 0,0-2 0,-1 0 0,-1 0 1,0 0-1,-1-2 0,-1 1 0,0-1 0,-1 0 1,0-1-1,-1 1 0,-1-1 0,0 0 0,-2-1 1,0 1-1,0-1 0,-2-3-33,1 14 37,-1 1 0,0-1 0,-1 0 0,0 1-1,1-1 1,-2 1 0,1-1 0,-1 0 0,0 1 0,0-1 0,0 1-1,-1-1 1,0 1 0,0 0 0,0 0 0,-1 0 0,1 0 0,-1 0-1,0 0 1,-1 1 0,1-1 0,-1 1 0,0 0 0,0 0 0,0 1 0,-1-1-1,1 1 1,-1 0 0,0 0 0,0 0 0,0 1 0,0 0 0,0 0-1,-1 0 1,1 0 0,-1 1 0,1 0 0,-1 0 0,-5 0-37,-3 6 0,-1 0 0,1 0 0,0 1 1,1 1-1,-1 1 0,1-1 0,1 2 1,0 0-1,0 1 0,0 0 0,2 0 0,-1 1 1,1 1-1,1 0 0,0 0 0,0 1 1,2 0-1,-4 7 0,-12 13 98,1 1 0,2 1 0,2 0 0,1 2 0,2 0 0,1 1 0,3 0 0,0 1 0,3 0 0,-3 25-98,11-55 34,0-1 1,0 1-1,1-1 0,0 1 1,0-1-1,1 0 0,0 0 0,1 0 1,0 0-1,0 0 0,0 0 1,1 0-1,1-1 0,-1 0 1,1 0-1,0 0 0,0-1 1,1 1-1,0-1 0,0 0 1,1-1-1,-1 0 0,1 0 0,0 0 1,1-1-1,-1 0 0,1 0 1,0-1-1,4 1-34,13 5 60,0-2-1,0-1 1,0-1 0,1-1-1,0-1 1,0-2 0,0 0-1,22-3-59,-4-3 99,0-3-1,0-1 0,-1-2 1,0-2-1,-1-1 1,-1-3-1,0-1 0,-1-2 1,-1-2-1,-1-2 1,-2-1-1,0-2 1,-1-1-1,3-6-98,40-60-485,-69 71-3018,-5-1-3438,-5 24 1189,-1 0 2726</inkml:trace>
  <inkml:trace contextRef="#ctx0" brushRef="#br0" timeOffset="611.285">749 252 6161,'0'0'220,"0"0"627,0 0 1692,0 0-591,0 0-273,0 0-349,-9-18-64,-29-55 110,24 53 4704,23 44-4841,23 33-284,2-2-1,3-1 1,2-3 0,2 0-1,47 43-950,-64-69 55,2 0 1,0-2-1,2-1 0,0-1 0,1-2 0,2-1 1,0-1-1,15 6-55,-45-24-142,0 0 1,0 0 0,0 0-1,0 0 1,0 0 0,0 0 0,0 0-1,0 0 1,-1 0 0,1 0-1,0-1 1,-1 1 0,1 0-1,-1 0 1,0-1 0,1 1 0,-1 0-1,0-1 1,0 1 0,1 0-1,-1-1 1,0 1 0,0 0-1,-1-1 1,1 1 0,0-1-1,0 1 1,-1 0 0,1 0 0,-1-1-1,1 1 1,-1 0 0,1 0-1,-1-1 1,0 1 0,0 0-1,1 0 1,-1 0 0,0 0-1,0 0 1,0 0 0,0 0 0,0 1-1,0-1 1,-1 0 0,1 0-1,-1 0 142,-87-144-13437,60 96 11702</inkml:trace>
  <inkml:trace contextRef="#ctx0" brushRef="#br0" timeOffset="890.6">1126 0 4217,'0'0'7682,"0"0"-4526,0 0-1597,0 0-372,0 0-47,0 0 314,-22 28-43,-136 184 827,88-92-1459,4 3 0,6 3 1,-5 30-780,59-138-1840,-1 6-5592,9-33-540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27:29.64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8 5961,'0'0'5100,"0"0"-2383,0 0-1236,0 0-429,0 0-117,0 0 86,3-8 5825,84 82-4624,80 60-1387,-113-95-676,-2 2 1,-1 2-1,-3 2 1,-1 3 0,39 52-160,32 77 521,-105-142-928,-13-34 290,0-1-15,0 0-276,0 0-311,0 0-451,0-10-5078,0-23-3892,0 17 8370</inkml:trace>
  <inkml:trace contextRef="#ctx0" brushRef="#br0" timeOffset="824.335">804 389 14091,'0'0'3693,"0"0"-1387,0 0-910,0 0-117,0 0-138,0 0-196,-5 8-232,-188 348 2342,95-155-2927,143-285-266,84-384 167,-107 554 50,-17-59-45,1-1 0,2 1 0,0-2 0,2 1 0,1-1 1,1 0-1,1-1 0,1-1 0,1 0 0,1-1 0,2-1 0,18 19-34,8 40 339,-109-59 289,-117-14-1012,69-45-4326,74 13-1997,7-1-1559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27:35.11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8 119 6105,'0'0'7086,"0"0"-3243,0 0-1194,0 0-749,0 0-318,-7-6 1299,13 67-2456,3 1 0,2-2 1,3 1-1,3-2 1,13 32-426,-21-66 116,5 28-27,4-2-1,1 0 1,2-1 0,3-1 0,2-1 0,2-1-1,2-1 1,1-2 0,3-1 0,22 20-89,-48-115 128,-14-432-156,-25-45 28,26 517-2352,7 59-587,25 57-7740,-7-59 4974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27:35.59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8 92 7001,'0'0'1741,"0"0"2809,0 0-1741,0 0-967,0 0-158,0 0-37,-7-12 1355,118 6-1949,-1-5 1,0-5 0,-1-4-1,4-7-1053,-112 27-143,-17 1-1482,-220 80-16649,188-62 14195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27:35.94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1 116 6145,'0'0'5257,"0"0"-2400,0 0-1470,0 0-328,0 0 12,0 0 97,9 0 440,64 3 245,1-3 0,0-4 0,-1-3-1,39-10-1852,-69 10 50,58-20-2196,-69-12-12681,-20 22 11621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31:08.994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854 743 11482,'0'0'2005,"0"0"-857,0 0-717,-25-10-62,-80-32 266,97 39-480,-1-1-1,0 2 1,-1-1-1,1 1 1,0 1-1,-1-1 1,1 1 0,0 1-1,-1 0 1,1 0-1,-1 1 1,1 1-1,-1-1 1,1 1 0,0 1-1,0 0 1,0 0-1,0 0 1,1 2-1,-1-1 1,1 1-1,0 0 1,0 0 0,1 1-1,0 0 1,0 0-1,0 1 1,0 0-1,1 0 1,-4 7-155,1 0 92,1 0 0,1 0 0,0 1 0,0-1 1,2 2-1,0-1 0,0 0 0,2 1 0,0 0 0,1 0 0,0 0 0,1 0 0,1 1 1,1-1-1,0 0 0,3 11-92,-2-21 15,0 1 1,0-1-1,0 0 1,1 0-1,0-1 1,1 1-1,-1 0 1,1-1-1,0 0 1,0 0-1,1 0 1,-1 0-1,1-1 1,0 0-1,0 0 1,1 0-1,-1-1 0,1 1 1,0-1-1,0-1 1,0 1-1,0-1 1,0 0-1,1 0 1,-1-1-1,1 0 1,2 0-16,183-7 481,-175 2-458,1 0 0,-1-1 0,0-1 0,0-1 0,-1 0 0,1-1 0,-2-1 0,1-1 0,-1 0 0,-1 0 0,0-2 0,0 0 0,-1 0 0,-1-1 0,0-1 0,-1 0 0,0-1 0,-1 0 0,-1 0 0,0-1 1,-1-1-1,-1 1 0,-1-1 0,0 0 0,0-3-23,-6 9-10,0 0 0,0 0 0,-1-1 0,0 1 0,-1 0 0,0 0 0,-1 0 0,0 1 0,-1-1 1,0 1-1,-1 0 0,0 0 0,0 0 0,-1 0 0,0 1 0,-1 0 0,0 0 0,-1 1 0,1 0 0,-1 0 0,-1 1 0,0 0 1,0 1-1,0 0 0,-4-2 10,1-1 25,0 1 0,0 0 0,0 0 0,-1 2 0,0 0 0,0 0 0,-1 1 0,1 0 0,-1 2 0,0-1 0,-1 2 0,1 0 0,0 0 0,-1 2 0,1 0 0,-1 0 0,1 1 0,0 1 0,-1 1 0,1 0 0,0 0 1,1 1-1,-1 1 0,1 1 0,0 0 0,0 0 0,0 1 0,1 1 0,0 0 0,1 1 0,-1 0 0,2 1 0,-1 0 0,2 1 0,-1 0 0,1 0 0,1 1 0,0 0 0,1 0 0,-1 4-25,2-4 14,1 0 0,0 0 0,1 1 0,1-1 0,0 1 0,0 0 0,1 0-1,1 0 1,0 0 0,1 0 0,1 0 0,0 0 0,0 0 0,1 0 0,1-1 0,0 1 0,1 0 0,0-1-1,1 0 1,0 0 0,1 0 0,1-1 0,0 0 0,0 0 0,1-1 0,0 0 0,1 0 0,0-1 0,0 0-1,1 0 1,0-1 0,1 0 0,0-1 0,0-1 0,7 4-14,7-4 7,0-2 0,0 0 0,0-1 1,1-2-1,-1 0 0,0-2 0,1-1 0,-1-1 0,0-1 0,0-1 0,0-1 1,-1-1-1,0-1 0,0-2 0,-1 0 0,0-1 0,-1-2 0,0 0 1,-1-1-1,17-15-7,-29 21-1,0 0 1,0-1-1,-1 0 1,0 0-1,0-1 1,-1 0-1,-1 0 1,0-1-1,0 1 1,-1-1-1,0-1 1,-1 1-1,0-1 1,-1 0-1,0 0 1,-1 0-1,0 0 1,-1 0-1,0 0 1,-1 0 0,-1-1-1,0 1 1,0 0-1,-1 0 1,-1 0-1,0 0 1,-1 1-1,0-1 1,0 1-1,-1 0 1,-1 0-1,0 0 1,-3-4 0,-8-11-1,0-1 1,-2 2 0,-1 0-1,-1 2 1,-1 0-1,0 1 1,-2 1 0,-1 2-1,0 0 1,-2 2 0,0 0-1,0 2 1,-2 1 0,0 2-1,0 0 1,-1 2 0,0 1-1,-1 2 1,0 1-1,0 1 1,0 2 0,-20 0 0,35 7 19,0 1 1,-1 0-1,1 1 1,1 1-1,0 1 1,0 0-1,0 0 1,1 2-1,0 0 1,1 0-1,0 2 1,0-1-1,2 1 1,-1 1-1,2 0 1,-1 1-1,2 0 1,0 1-1,1 0 1,0 0-1,1 0 1,1 1-1,0 0 1,1 1-1,1-1 1,1 1-1,0 0 1,1 0-1,1 0 1,1 0-1,0 0 1,1 0-1,1 0 1,0-1-1,2 6-19,-1-12 1,0-1-1,0 1 0,1-1 0,0 0 0,1-1 0,-1 1 0,2-1 0,-1 1 1,1-2-1,1 1 0,-1-1 0,1 0 0,0 0 0,1-1 0,0 0 0,0 0 1,0 0-1,1-1 0,-1-1 0,1 0 0,0 0 0,1 0 0,-1-1 0,4 0 0,16 5-2,1-2 0,0 0 0,0-2 0,0-2 0,1-1 0,-1-1-1,12-2 3,-27 2-30,1 0 0,-1-1-1,1 0 1,-1-1 0,0-1-1,0-1 1,0 0-1,0-1 1,-1 0 0,0-1-1,0-1 1,0 0 0,-1-1-1,0 0 1,-1-1-1,1-1 1,-2 0 0,0-1-1,0 0 1,0 0-1,-2-1 1,1 0 0,-2-1-1,0 0 1,0-1 0,-1 0-1,-1 0 1,0 0-1,-1 0 1,-1-1 0,0 0-1,0-4 31,-5 0-34,-1 0 0,0 1 0,-2-1-1,0 0 1,-1 1 0,-1 0 0,0 0-1,-2 1 1,0 0 0,-1 0 0,0 0-1,-2 1 1,0 1 0,0 0 0,-2 0-1,1 2 1,-2-1 0,0 1 0,-1 1-1,0 1 1,0 0 0,-1 1 0,-1 1-1,0 0 1,0 1 0,-1 1 0,0 1-1,0 0 1,0 1 0,-1 1 0,-11-1 34,15 2 41,-1 1 1,1 0-1,-1 1 0,1 0 1,-1 2-1,0-1 1,1 2-1,0 0 1,-1 1-1,1 1 0,0 0 1,0 1-1,1 1 1,0 0-1,-12 7-41,7 0 53,2 0-1,-1 2 1,2 0-1,0 1 0,0 1 1,2 0-1,0 1 1,1 0-1,1 1 1,0 1-1,2 0 1,0 1-1,2-1 1,0 2-1,1-1 0,1 1 1,1 0-1,2 0 1,0 1-1,1-1 1,1 1-1,1-1 1,0 1-1,4 14-52,-2-26 3,1 0-1,0 0 1,1-1-1,0 0 1,1 1-1,0-2 1,0 1-1,1 0 1,0-1 0,1 0-1,0-1 1,1 1-1,-1-1 1,2-1-1,-1 1 1,1-2-1,0 1 1,0-1-1,1 0 1,-1-1-1,2 0 1,-1-1 0,0 0-1,1 0 1,-1-1-1,1-1 1,0 0-1,0 0 1,1-1-3,13 3 0,0-2 1,0-1 0,0 0-1,0-2 1,0-1 0,0-1-1,-1-1 1,1-1 0,-1-1-1,0-2 1,0 0-1,12-7 0,-23 9-9,0 0-1,-1 0 0,0-1 0,0-1 0,-1 0 0,0-1 0,-1 0 0,0 0 0,0-1 0,-1 0 1,0-1-1,0 0 0,-2-1 0,1 0 0,-1 0 0,-1 0 0,0-1 0,-1 0 0,2-9 10,-5 6-22,-1 0 0,0 0 0,-2 0 0,0 0-1,-1 0 1,0 0 0,-1 0 0,-1 0 0,0 1-1,-1 0 1,-1 0 0,-1 0 0,0 1-1,-1 0 1,0 0 0,-1 1 0,-6-8 22,-16-17-19,-2 0 1,-1 3 0,-2 1-1,-1 1 1,-7-2 18,24 17 42,-1 0 0,-1 1 0,0 1-1,-2 2 1,1 0 0,-2 1 0,0 1 0,0 2 0,-1 1 0,0 0 0,0 2 0,-1 1-1,0 1 1,0 2 0,-19-1-42,38 6 8,1-1 0,-1 1 0,1 1 0,-1-1 0,1 1 0,0 1 0,0-1 0,0 1 0,1 0 0,-1 1 0,1-1 0,0 2 0,0-1 0,1 0 0,-1 1 0,1 0 0,0 0 0,1 1 0,0-1 0,0 1 0,0 0 0,1 0 0,0 0 0,0 1 0,1-1 0,-1 4-8,-33 209 170,34-177-117,1-1 0,3 0 0,1 0 0,2 0 0,2 0 0,2-1 0,6 15-53,-9-38 17,0 0 0,1 0 0,1-1 0,1 0-1,1 0 1,0-1 0,1 0 0,0-1 0,1 0-1,1-1 1,1-1 0,0 0 0,0 0 0,1-1-1,1-1 1,0-1 0,13 7-17,1-4-14,0-1 0,1-2 0,0-1 0,0-1-1,1-1 1,0-2 0,0-2 0,1-1 0,-1-1 0,1-1 0,-1-2 0,25-5 14,-40 4-7,0 0 0,0-1-1,0 0 1,0-2 0,-1 0 0,0 0 0,0-2 0,-1 0 0,0-1 0,0 0 0,-1-1 0,0-1 0,-1 0 0,0-1 0,-1 0 0,0-1 0,-1 0 0,0-1 0,-1-1 0,-1 1-1,-1-1 1,0-1 0,0 0 0,1-7 7,-1-7-20,-2 0 0,-2 0-1,0 0 1,-2 0 0,-1 0-1,-1-1 1,-2 1 0,-1 0-1,-2 0 1,0 0 0,-2 1 0,-2 0-1,-9-24 21,12 32-4,-1 0 0,0 1 1,-2 0-1,0 1 0,-1 0 0,-1 0 0,-1 1 0,0 1 0,-2 0 0,0 0 0,0 2 0,-2 0 0,0 0 1,0 1-1,-2 2 0,1-1 0,-2 2 0,0 0 0,0 2 0,0 0 0,-1 1 0,-1 0 0,1 2 0,-1 1 1,0 0-1,-1 2 0,1 0 0,0 1 0,-5 2 4,4 7 19,1 0-1,0 2 1,0 1 0,1 1 0,0 0-1,0 1 1,2 1 0,0 1-1,0 1 1,1 1 0,1 0 0,0 1-1,2 0 1,0 2 0,1-1 0,0 2-1,2 0 1,0 0 0,2 1-1,0 0 1,1 0 0,1 1 0,1 1-19,-9 12 39,2 0 1,1 1 0,2 1-1,1-1 1,2 1 0,1 1-1,3-1 1,0 1 0,3 0-1,1-1 1,2 1 0,1 0-1,2-1 1,2 0 0,1-1-1,6 12-39,-8-34-2,1 1-1,1-1 0,1 0 1,0-1-1,0 0 0,1-1 1,1 0-1,0-1 0,1 0 1,0-1-1,1-1 0,-1 0 1,2 0-1,-1-2 0,1 1 1,1-2-1,-1 0 0,1-1 1,0-1-1,0 0 0,1-1 1,-1-1-1,15 0 3,-7 1-19,1-2 1,-1 0-1,0-2 0,1 0 0,-1-2 1,0-1-1,0-1 0,0 0 0,-1-2 1,0-1-1,0-1 0,-1-1 0,0-1 1,-1 0-1,0-2 0,2-3 19,-6 5 10,-2 0 0,0-1 0,0-1 0,-1 0 0,-1-1 0,0-1 0,-1 0-1,-1-1 1,0 0 0,-1 0 0,0-1 0,-2 0 0,0-1 0,-1 0 0,-1-1 0,0 1 0,-2-1 0,2-10-10,-4 5-2,0-1 1,-2 1-1,0 0 0,-2 0 1,0 0-1,-2 0 1,-1 0-1,0 1 0,-2-1 1,-1 1-1,-1 1 1,0 0-1,-2 0 0,-1 1 1,0 0-1,-2 1 1,0 0-1,-1 1 0,-1 1 1,-18-16 1,5 8 20,-1 1 0,-1 2 1,-1 1-1,-1 1 0,-1 2 1,-1 1-1,-1 2 0,0 1 1,-1 2-1,0 2 0,-1 1 1,-36-4-21,64 12 10,-1 0-1,1 1 1,0 1 0,-1-1 0,1 2-1,-1-1 1,1 2 0,-1-1 0,1 1 0,0 1-1,0 0 1,0 0 0,0 1 0,1 0-1,-1 1 1,1 0 0,0 1 0,0-1 0,1 2-1,0-1 1,0 1 0,0 0 0,1 1-1,-3 4-9,-4 11 21,0 0-1,2 1 0,1 0 0,1 0 0,1 2 1,1-1-1,1 1 0,2 0 0,0 0 0,2 1 0,0-1 1,2 1-1,2 0 0,0-1 0,4 20-20,-4-27 13,0 1-1,2 0 1,0 0 0,1-1-1,1 1 1,1-1 0,1-1-1,1 1 1,0-1 0,1 0-1,1-1 1,1 0 0,0-1-1,1 0 1,1-1-1,0 0 1,2-1 0,-1 0-1,1-1 1,1-1 0,2 0-13,6 3-32,0-1 0,2-1 0,0-1 1,0-1-1,1-2 0,0 0 0,1-2 1,-1-1-1,1-1 0,1-2 1,-1-1-1,0 0 0,1-3 0,-1 0 1,1-2-1,-1-1 0,0-1 0,0-1 1,-1-2-1,0-1 0,0 0 1,-1-3-1,0 0 0,-1-1 32,-13 4-9,-1 0 0,0-1 0,0-1 0,-1 1 0,-1-1 0,0-1 0,0 0 0,-1 0 0,-1-1 0,0 0 0,-1 0 0,0 0 0,-1-1 0,0 0 0,-1 0 0,-1-1 0,0 1 0,-1 0 0,-1-1 0,0 0 0,-1 1 0,-2-15 9,0-5 11,-3 0-1,-1 0 1,-1 1-1,-1 0 1,-2 0 0,-2 1-1,-1 0 1,-1 1-1,-9-12-10,12 18 34,-1 0-1,-2 0 1,-1 1-1,0 1 1,-2 1-1,0 0 1,-2 1-1,0 1 1,-1 1-1,-1 1 1,-1 1-1,-1 0 1,0 2-1,-1 0 1,0 2-1,-1 1 1,-1 1-1,0 1 1,-17-4-34,31 13 5,0 1 0,0 0-1,0 0 1,0 1 0,1 1 0,-1 0 0,0 1 0,1 0 0,0 1 0,0 0 0,0 1 0,0 0 0,0 0 0,1 1 0,0 1 0,1 0 0,-1 0 0,1 1 0,1 0 0,-2 1-5,-12 16 0,1 0 0,1 1 0,1 1 0,1 1-1,1 0 1,-8 21 0,9-15 6,1-1-1,1 2 1,2 0-1,1 0 1,2 1 0,2 1-1,1-1 1,2 1-1,1 0 1,2 0-1,2 0 1,2 8-6,2-30-1,1 0 0,0 0 0,1 0 1,1-1-1,0 0 0,1 0 0,0-1 0,1-1 1,1 1-1,0-2 0,0 1 0,1-2 0,1 1 1,0-2-1,0 0 0,1 0 0,0-1 0,0-1 1,1 0-1,0-1 0,0-1 0,1 0 0,0-1 0,-1-1 1,1 0-1,0-1 0,1-1 0,3-1 1,8 8-22,1-2 0,0-2 0,0 0 0,0-2-1,0-1 1,0-2 0,0 0 0,0-2 0,0-1 0,0-2 0,-1 0-1,0-2 1,13-6 22,-28 8-6,1 0-1,-1-1 1,0-1-1,-1 0 1,0 0-1,0-2 1,-1 1-1,0-1 1,0-1-1,-2 0 1,1 0-1,-1-1 1,-1-1-1,0 1 1,0-1-1,-2 0 1,0-1-1,0 0 1,-1 0-1,-1 0 1,0 0-1,-1-1 1,1-10 6,-3-5-1,-1 0 1,-1 0-1,-2 0 1,-1 0-1,-1 0 1,-2 1-1,-1 0 1,-1 0-1,-1 1 1,-2 0-1,-1 1 1,-1 0-1,-1 1 1,-1 1-1,-2 0 1,0 1-1,-2 1 1,0 1-1,-20-16 1,32 29 20,0 0-1,-1 1 0,-1 0 1,0 1-1,0 0 0,0 0 1,-1 1-1,1 0 0,-2 1 0,1 0 1,0 1-1,-1 0 0,0 1 1,0 0-1,0 1 0,0 0 0,-1 1 1,1 1-1,0-1 0,0 2 1,-1 0-1,1 1 0,0 0 0,0 0 1,0 1-1,0 1 0,1 0 1,-7 4-20,2 9 14,1 0-1,1 1 1,0 1 0,1 1 0,2 0 0,0 0 0,1 1 0,1 0 0,0 1 0,2 0-1,1 0 1,-3 21-14,0-9 35,2 0-1,2 1 0,1 0 1,1 0-1,2 0 0,2 0 1,1 0-1,2 5-34,-3-33-13,0-1 0,0 0 0,0 0 0,1 0 0,0 0 0,0 0 0,1 0 1,-1 0-1,1-1 0,1 1 0,-1-1 0,1 0 0,-1 0 0,2 0 0,-1 0 0,0-1 0,1 0 0,0 0 0,0 0 0,0 0 0,0-1 0,1 0 1,-1 0-1,1 0 0,0-1 0,0 0 0,0 0 0,0 0 0,0-1 0,0 0 0,1 0 0,-1-1 0,0 0 0,1 0 0,-1 0 0,0 0 0,0-1 1,1 0-1,-1-1 0,2 0 13,-3-1-83,1 0 0,-1 0 0,0-1 0,0 1 1,0-1-1,0 0 0,0-1 0,-1 1 0,0-1 0,0 0 1,0 0-1,-1 0 0,0 0 0,0-1 0,0 1 1,0-1-1,-1 0 0,0 0 0,0 0 0,-1 0 0,0 0 1,0 0-1,0 0 0,-1 0 0,1-1 0,-2 1 1,1 0-1,-1 0 0,-1-6 83,-39-56-10804,11 50 4511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31:12.345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921 399 6953,'0'0'5192,"0"0"-2873,0 0-866,-27 9-293,7-3-901,8-2-50,-1-1-1,0 2 1,1-1 0,0 2 0,0 0 0,0 0 0,1 1 0,0 0 0,0 1 0,1 1 0,0-1 0,0 2-1,1-1 1,-3 5-209,-6 7 288,1 2-1,2 0 0,0 1 1,1 0-1,1 1 0,2 1 1,0 0-1,2 0 0,1 1 1,1 0-1,1 0 1,2 1-1,0 0 0,2 0 1,1 26-288,3-44 26,0 0 0,1 0 1,0 0-1,1-1 0,0 0 0,0 1 1,1-1-1,0-1 0,0 1 1,1-1-1,0 0 0,1 0 1,0 0-1,0-1 0,1 0 1,-1-1-1,1 0 0,1 0 1,-1 0-1,1-1 0,0-1 1,1 1-1,-1-2 0,0 1 0,1-1 1,0 0-27,20 5 29,0-1 0,0-1 1,1-2-1,-1-1 0,1-1 1,0-1-1,-1-2 0,7-2-29,-9-1 14,1-1-1,-1-2 0,-1 0 0,0-2 0,0-1 0,0-1 0,-2-1 1,1-1-1,-2-2 0,0 0 0,0-2 0,-2-1 0,0 0 0,-1-2 0,14-17-13,-22 24 7,-2 0 0,0-1 0,-1-1-1,0 0 1,-1 0 0,-1-1-1,-1 0 1,0-1 0,-1 1-1,0-1 1,-2-1 0,0 1-1,-1 0 1,0-1 0,-2 0-1,0 0 1,-1 1 0,-1-1-1,0 0 1,-1 0 0,-1 1-1,-1-1 1,-1 1 0,0 0 0,-7-14-7,3 13 21,0 0 1,-1 1-1,-1 0 1,-1 0-1,0 2 1,-1-1-1,-1 1 1,0 1-1,-1 1 1,0 0-1,-1 1 1,-1 1 0,0 0-1,0 1 1,-1 1-1,0 0 1,-1 2-1,0 0 1,0 1-1,0 1 1,-1 1-1,0 0 1,1 2 0,-1 0-1,-1 1 1,1 1-1,0 1 1,0 1-1,1 1 1,-1 1-1,0 0 1,1 1-1,0 1 1,0 1 0,0 1-1,1 1 1,1 0-1,-1 1 1,-15 12-22,8-1 76,1 0 1,1 2-1,1 0 1,1 2-1,1 0 1,1 2 0,1 0-1,2 0 1,0 2-1,1 3-76,9-20 3,1-1 0,1 1 0,0 1 0,0-1-1,1 1 1,1-1 0,0 1 0,1 0 0,0 0-1,1-1 1,0 1 0,1 0 0,1 0 0,0 0 0,1-1-1,0 1 1,1-1 0,0 0 0,1 0 0,0 0-1,1-1 1,0 0 0,1 0 0,0 0 0,1-1 0,5 6-3,6-2-4,0 0 0,1-1 1,1-2-1,0 0 0,1-1 1,0-1-1,0-1 0,1-1 1,-1-1-1,2-1 0,-1-1 1,1-1-1,-1-1 0,1-1 1,0-1-1,-1-1 0,1-1 1,-1-1-1,1-2 0,-1 0 1,0-1-1,-1-1 1,1-2 3,-6 3 8,1 0 1,-1-2-1,-1 0 1,1-1 0,-2 0-1,1-2 1,-1 0 0,-1 0-1,0-1 1,0-1 0,-2-1-1,1 0 1,-2 0 0,0-1-1,0 0 1,-2-1-1,0 0 1,-1-1 0,0 0-1,-1 0 1,-1-1 0,-1 0-1,-1 0 1,0 0 0,-1 0-1,-1-1 1,-1-11-9,2 12-13,-1 1-1,-1-1 1,0 0 0,-2 1-1,0-1 1,-1 0 0,0 1-1,-2-1 1,0 1 0,-1 0-1,0 0 1,-2 1 0,0 0-1,-1 0 1,0 0 0,-1 1-1,-1 0 1,-1 1 0,0 0-1,0 1 1,-2 0 0,1 1-1,-2 0 1,1 1 0,-2 0-1,1 2 1,-2-1 0,-2 0 13,-12 0 6,-1 1 1,-1 1-1,1 1 1,-1 2-1,0 2 1,-1 1 0,1 1-1,0 1 1,0 2-1,-1 2 1,1 1-1,1 1 1,-1 1 0,-12 6-7,17-3 42,1 0 1,0 2 0,1 1-1,0 1 1,0 1 0,2 1 0,0 1-1,1 1 1,1 1 0,0 1 0,2 1-1,0 0 1,1 1 0,2 2-1,0-1 1,2 2 0,0 0 0,2 1-1,0 0 1,2 1 0,1 0 0,2 0-1,0 1 1,2 0 0,0 6-43,3-28 4,1 1-1,0 0 1,1 0 0,-1-1 0,1 1 0,0 0-1,1 0 1,0 0 0,0 0 0,0-1 0,1 1-1,0 0 1,0-1 0,1 0 0,0 1 0,0-1-1,0 0 1,1 0 0,-1-1 0,2 1 0,-1-1-1,0 0 1,1 0 0,0 0 0,0-1 0,1 0-1,-1 0 1,1 0 0,0 0 0,0-1 0,0 0-1,1 0 1,-1-1 0,2 0-4,28 11 2,2-2 0,0-1 0,0-2 0,1-2 1,0-2-1,0-1 0,26-2-2,14 1 1,0-3 0,0-4 1,-1-3-1,0-3 0,-1-4 1,0-3-1,-1-3 0,-2-4 1,0-3-1,-2-3 0,-1-4 1,2-4-2,-53 26 8,-1-1 0,-1 0 0,0-1 0,-1-2 0,-1 1 0,0-2 0,-1 0 0,-1-1 0,-1 0 0,-1-1 1,0-1-1,-2 0 0,0 0 0,-1-1 0,-2 0 0,0-1 0,-1 1 0,-1-1 0,-2-1 0,0 1 0,-1-6-8,-1 23-7,-1 0-1,0 0 1,-1 0-1,1 0 0,-1 1 1,0-1-1,-1 0 1,1 0-1,-1 1 1,0-1-1,-1 1 1,1 0-1,-1 0 0,0 0 1,0 0-1,-1 0 1,1 0-1,-1 1 1,0 0-1,0 0 1,-1 0-1,1 0 0,-1 1 1,0-1-1,0 1 1,0 1-1,0-1 1,-1 1-1,1-1 1,-1 1-1,1 1 1,-1-1 7,-17-3 6,-1 1 1,0 1 0,1 1-1,-1 1 1,0 1 0,0 1-1,-18 3-6,-15 3 92,0 3 0,1 2 1,0 2-1,1 3 0,1 3 0,1 1 0,0 3 0,2 2 0,1 3 0,1 1 0,2 3 0,1 2 0,-8 10-92,47-41 20,1 1 1,0 0-1,0 0 1,0 0 0,1 1-1,0-1 1,0 1-1,0 1 1,1-1-1,0 1 1,0-1-1,0 1 1,1 0 0,0 1-1,1-1 1,0 0-1,0 1 1,0-1-1,1 1 1,0 0 0,0-1-1,1 1 1,0 0-1,1 0 1,-1-1-1,2 1 1,-1 0 0,1-1-1,0 1 1,0-1-1,1 0 1,0 0-1,0 0 1,1 0 0,0 0-1,0-1 1,1 1-1,0-1-20,19 12-1,1-1-1,0-1 1,2-1-1,-1-1 1,2-2-1,-1-1 1,2-1-1,-1-1 1,2-2-1,-1 0 1,0-3-1,1 0 1,0-2-1,0-1 1,19-2 1,140 3 4,0-9 1,0-7-1,-2-9 1,0-9-1,-2-7 1,-2-8 0,64-31-5,-233 73-10,29-6-50,-1-3 0,-1-1 0,0-2 0,-1-2-1,-1-2 1,-1-1 0,-1-2 0,-1-2 0,12-12 60,-44 35-31,1-1-1,-1 0 1,0 0 0,0 0 0,0-1-1,0 1 1,-1-1 0,0 0 0,0 0-1,0 0 1,0-1 0,-1 1 0,0-1-1,0 1 1,-1-1 0,1 0 0,-1 1-1,-1-1 1,1 0 0,-1 0 0,0-2 31,-24-15-210,-3 18 184,-1 1 0,0 2-1,0 0 1,-1 2 0,1 1-1,0 2 1,-9 2 26,-83 13 137,2 6 0,1 4 0,-111 44-137,197-61 93,14-7-28,0 1-1,0 1 0,1 1 0,-1 0 1,2 1-1,-1 1 0,1 1 0,1 0 1,0 0-1,0 2 0,0 1-64,10-10 0,1 0-1,0 1 1,0-1 0,1 1-1,-1-1 1,1 1 0,-1 0-1,1 0 1,1 0 0,-1 1-1,0-1 1,1 0 0,0 1-1,0-1 1,0 0-1,1 1 1,0-1 0,-1 1-1,2 0 1,-1-1 0,0 1-1,1-1 1,0 0 0,0 1-1,0-1 1,0 0 0,1 1-1,0-1 1,0 0 0,0 0-1,0 0 1,1 0 0,-1-1-1,1 1 1,0-1-1,0 0 1,1 1 0,0-1 0,17 8-17,0 0 1,1-2-1,0 0 0,0-2 1,1 0-1,0-2 1,1 0-1,-1-2 0,3 0 17,148 16-40,1-7 0,146-10 40,-263 0-56,-1-2 0,1-3 0,0-3 0,-1-2 0,0-3 0,-1-2 0,0-2 0,-1-3 0,28-15 56,-77 28-36,0 0 0,-1-1-1,0 0 1,0 0 0,0 0-1,-1-1 1,0 0 0,0 1-1,-1-1 1,0-1 0,0 1-1,-1 0 1,1-1 0,-2 1 0,1-1-1,-1 0 1,0 0 0,-1 1-1,0-1 1,0 0 0,0 0-1,-1 0 1,0 1 0,-1-1-1,0 0 1,0 1 0,-1 0-1,0-1 1,0 1 0,0 0-1,-1 0 1,0 1 0,0-1 0,-1 1-1,0 0 1,0 0 0,-1 0-1,1 1 1,-1 0 0,0 0-1,-1 0 1,1 1 0,-8-4 36,-23-12 22,0 0 1,-2 3-1,-1 1 1,0 2-1,0 1 1,-2 3-1,1 1 1,-1 2 0,0 2-1,-1 2 1,-24 1-23,-69-6 137,0 5 0,1 6 0,-1 7 0,1 5 0,1 6 1,-55 19-138,-7 31 570,194-69-564,-1 0 0,1 0-1,0 0 1,0 1-1,0-1 1,0 0 0,0 1-1,0-1 1,1 1-1,-1 0 1,1 0 0,0-1-1,0 1 1,0 0 0,0 0-1,0 0 1,0 0-1,1 0 1,0 0 0,-1 0-1,1 1 1,0-1-1,1 0 1,-1 0 0,0 0-1,1 0 1,0 0 0,0 0-1,0 0 1,0 0-1,0-1 1,1 1 0,-1 0-1,1 0 1,-1-1-1,1 1 1,0-1 0,2 2-6,11 6-12,1 0 0,1 0 0,-1-2 1,2 0-1,-1-1 0,1-1 0,0 0 0,0-2 1,1 0-1,-1-1 0,1 0 0,3-2 12,114 14-10,0-6 0,1-5 0,0-7 0,69-12 10,-131 8-30,0-4 0,0-2 0,-1-4 0,-1-3-1,-1-3 1,-1-3 0,-1-3 0,44-28 30,-105 53-42,0-1 0,-1-1-1,0 0 1,0 0 0,-1-1 0,0 0 0,0 0 0,0 0-1,-1-1 1,0 0 0,-1 0 0,0-1 0,0 0-1,0 0 1,-1 0 0,-1 0 0,0 0 0,0-1 0,0 0-1,-1 1 1,-1-1 0,0 0 0,0 0 0,-1-7 42,-2 8-11,-1 0 1,0 0 0,-1 0-1,0 0 1,0 0-1,-1 1 1,0-1-1,0 1 1,-1 0 0,0 1-1,0 0 1,-1 0-1,0 0 1,0 1 0,-1 0-1,0 0 1,0 1-1,0-1 1,0 2 0,-1 0-1,0 0 1,0 0-1,0 1 1,0 0 0,-1 1-1,1 0 1,-1 1-1,1 0 1,-1 0 0,-4 1 10,-75-14 25,-1 4 0,-1 4 1,1 4-1,-37 5-25,-62 11 166,1 8-1,2 8 1,1 9-1,1 7 1,3 8 0,-31 21-166,-12 21 308,220-95-297,0 1 1,1-1-1,-1 0 1,1 1-1,-1 0 1,1 0-1,0 0 1,0 1-1,0-1 1,0 0 0,0 1-1,0 0 1,1 0-1,-1 0 1,1 0-1,0 0 1,0 1-1,0-1 1,0 0-1,1 1 1,-1 0 0,1-1-1,0 1 1,0 0-1,0-1 1,0 3-12,2-4-8,0 1 1,0-1 0,-1 0 0,1 1-1,1-1 1,-1 0 0,0 0-1,0 0 1,1 0 0,0 0 0,-1 0-1,1 0 1,0-1 0,0 1-1,-1-1 1,1 1 0,1-1 0,-1 0-1,0 1 1,0-1 0,0 0 0,1 0-1,-1-1 1,0 1 0,1 0-1,-1-1 1,1 0 0,-1 1 0,1-1-1,-1 0 1,0 0 0,1 0-1,-1-1 8,5 3-10,310 11-21,-228-16-16,0-3 0,0-5 0,-1-3 0,-1-5 0,-1-3 0,-1-3 0,44-22 47,-118 43-64,-1 0 0,0 0 0,0-1 0,0 0 0,-1 0 0,0-1 0,0-1 0,-1 0 0,1 0 0,-1 0 0,-1-1 0,1 0 0,-2-1 0,1 1 0,-1-1 0,0-1 0,-1 1 0,0-1 1,0 0-1,-1 0 0,-1 0 0,0-1 0,0 1 0,-1-1 0,0 0 0,-1 0 0,0 1 0,0-1 0,-2-1 64,0 7-16,0 0 1,0 0 0,-1 1-1,0-1 1,0 1 0,0-1-1,-1 1 1,1 0 0,-1 0-1,0 0 1,0 0 0,-1 0-1,1 1 1,-1 0-1,0-1 1,1 1 0,-1 1-1,-1-1 1,1 0 0,0 1-1,-1 0 1,1 0 0,-1 0-1,0 1 1,1 0-1,-1 0 1,0 0 0,0 0-1,-3 0 16,-40-8-23,0 3 0,-1 1-1,1 3 1,-1 1 0,1 3-1,-45 7 24,-82 20 170,2 7-1,1 8 0,2 7 1,-82 41-170,-35 14 749,4 12 1,-106 70-750,244-89 461,142-97-467,1 0 0,-1 0 0,1 0 0,0 0 0,0 0 0,0 1 0,0-1 0,0 1 0,0-1-1,1 1 1,-1 0 0,1 0 0,0 0 0,0 0 0,0 0 0,0 0 0,0 0 0,1 0 0,-1 0 0,1 0 0,0 0 0,0 0-1,0 0 1,0 1 0,1-1 0,-1 0 0,1 0 0,0 0 0,0 0 0,0 0 0,0 0 0,0 0 0,1-1 0,-1 1 0,1 0-1,0-1 1,-1 1 0,2-1 0,-1 1 0,0-1 0,0 0 0,1 0 0,1 1 6,17 4-18,0-2 1,0-1-1,0 0 1,1-2-1,0 0 1,-1-2-1,1 0 0,5-2 18,9 2-2,90-4-36,-1-5 1,-1-6-1,0-5 0,-1-5 1,-2-6-1,-1-5 0,-1-5 1,7-9 37,-103 40-40,-1 3-39,-1-1-1,0-1 1,-1-1 0,0-1-1,0 0 1,-1-1 0,-1-2 0,0 0-1,-1 0 1,0-2 0,-1 0 0,-1-1-1,0 0 1,4-10 79,-16 23-20,-1 0 0,0-1 0,1 0 0,-2 1 0,1-1 0,0 0 0,-1 0 0,0 0 0,0 0 1,-1 0-1,1 0 0,-1 0 0,0-1 0,0 1 0,-1 0 0,0 0 0,0 0 0,0 0 0,0 0 0,-1 0 0,1 0 0,-1 1 0,-1-1 0,1 1 0,-1-1 0,0 1 0,0 0 0,0 0 0,0 0 0,-1 0 0,1 0 0,-1 1 0,0 0 0,-2-2 20,-11-4-11,1 0-1,-2 1 1,1 1 0,-1 0-1,0 2 1,0 0-1,-1 1 1,1 0 0,-9 1 11,-93-6 90,-1 6 1,1 4 0,0 6 0,0 5 0,1 6-1,0 4 1,2 6 0,1 4 0,2 6 0,1 5-1,3 4 1,-86 52-91,175-88 75,-106 80 638,126-88-710,-1 1 0,0-1 0,1 1-1,0-1 1,0 1 0,0 0 0,0-1 0,1 1-1,-1 0 1,1-1 0,0 1 0,0 0-1,0 0 1,1-1 0,-1 1 0,1 0-1,0-1 1,0 1 0,0 0 0,1-1-1,-1 1 1,1-1 0,0 0 0,0 0-1,0 0 1,0 0 0,0 0 0,1 0 0,0 0-1,-1-1 1,1 1 0,0-1 0,0 0-1,0 1 1,0-2 0,1 1 0,-1 0-1,1-1 1,-1 1 0,1-1 0,-1 0-1,2 0-2,36 16 0,1-2 0,1-2-1,0-2 1,0-2 0,1-2-1,0-1 1,29-2 0,307 11 82,-1-16 0,0-17 1,-1-17-1,127-38-82,-471 68 2,553-107-114,-569 107 83,-10 4-44,0 0 0,-1-1 1,1 0-1,-1 0 1,1-1-1,-1 0 1,0 0-1,0-1 0,0 0 1,-1 0-1,1-1 1,-1 1-1,0-1 1,0-1-1,4-4 73,-10 9-6,1 1 0,-1-1 0,0 1 0,1-1 0,-1 0 0,0 1 0,1-1 0,-1 1 0,0-1 0,0 0 0,0 0 0,1 1 0,-1-1 0,0 0 0,0 1 0,0-1 0,0 0 0,0 1 0,-1-1 0,1 0 0,0 1 0,0-1 0,0 0 0,0 1 0,-1-1 0,1 0 0,0 1 0,-1-1 0,1 0 0,-1 1 0,1-1 0,0 1 0,-1-1 0,1 1 0,-1-1 0,1 1 0,-1 0 0,0-1 0,1 1 0,-1-1 0,1 1 0,-1 0 0,0 0 0,1-1 0,-1 1 0,0 0 0,1 0 0,-1 0 0,0 0 0,1 0 0,-1-1 0,0 2 0,0-1 0,1 0 0,-1 0 0,0 0 0,0 0 7,-241 20 133,47 24 50,1 8 0,-114 50-184,52 13 456,251-112-448,1-1 0,0 0 0,-1 1 0,1 0-1,0 0 1,1 0 0,-1 1 0,0-1 0,1 1-1,0 0 1,0 0 0,0 0 0,0 0 0,1 0-1,0 1 1,0-1 0,0 1 0,0 0 0,1-1-1,-1 1 1,1 0 0,0 0 0,1 0 0,-1 0-1,1 0 1,0 2-8,1-4-5,-1 1 1,1 0-1,-1 0 0,1-1 1,0 1-1,1 0 0,-1-1 1,1 1-1,-1-1 0,1 0 1,0 1-1,0-1 0,0 0 1,1 0-1,-1 0 0,1-1 1,0 1-1,0-1 0,0 1 1,0-1-1,0 0 0,0 0 1,0 0-1,1 0 0,-1-1 1,1 0-1,0 1 0,-1-1 1,1 0-1,3 0 5,38 12 5,1-2 1,0-2-1,1-2 0,-1-2 1,1-2-1,33-2-5,53 4 26,0-6 0,0-6 0,-1-6-1,0-5 1,-1-6 0,-2-6 0,-1-6 0,74-32-26,-182 61-26,1-2 0,-1 0 1,-1-1-1,0-1 0,0-1 1,-1 0-1,-1-2 0,10-8 26,-24 18-20,0 1 0,0-1 0,0 1 0,0-1 0,-1 0 0,1 0 0,-1 0 0,0 0-1,-1 0 1,1-1 0,-1 1 0,1-1 0,-1 1 0,-1-1 0,1 1 0,0-1 0,-1 1-1,0-1 1,0 1 0,-1-1 0,1 0 0,-1 1 0,0-1 0,0 1 0,-1 0 0,1-1-1,-1 1 1,0 0 0,0 0 0,0 0 0,-1 0 0,0 0 0,1 0 0,-1 1 0,0 0-1,-1-1 1,1 1 0,0 0 0,-1 0 0,0 1 0,0-1 0,0 1 0,0 0 0,0 0 0,0 0-1,-1 0 1,1 1 0,0 0 0,-1 0 0,1 0 0,-2 0 20,-53-15-37,-2 3 0,0 2 1,0 2-1,-1 4 0,1 2 0,-1 3 1,-9 3 36,-7-3-14,-251 17-138,235 18-757,73-2-3772,19-13-5290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31:17.972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1142 808 6345,'0'0'1391,"0"0"2430,0 0-1463,0 0-747,0 0-96,0-16 377,-2-51-245,2 64-1550,-1 0-1,0-1 1,0 1-1,0 0 1,0 0-1,-1 0 0,1 0 1,-1 0-1,0 1 1,0-1-1,0 0 1,0 1-1,0 0 0,-1-1 1,1 1-1,-1 0 1,0 0-1,1 0 1,-1 0-1,0 1 1,0-1-1,0 1 0,0 0 1,0 0-1,0 0 1,-1 0-1,1 0 1,0 1-1,0-1 0,-1 1 1,1 0-1,0 0 1,-1 0-1,1 1 1,0-1-1,0 1 0,-1 0 1,1 0-1,-1 0-96,1-1 32,-22 7 10,-1 2-1,1 0 1,0 1-1,1 2 1,0 1-1,1 0 1,1 2-1,0 0 1,1 2-1,0 0 1,2 1-1,0 2 1,1-1-1,1 2 1,-1 4-42,-1-8 79,0 1 0,2 1-1,0 0 1,2 2 0,0-1 0,1 2-1,1 0 1,1 1 0,1 0 0,1 0 0,1 1-1,1 1 1,2-1 0,0 1 0,0 8-79,7-25 15,-1 0 1,1-1-1,1 1 1,0 0 0,0-1-1,0 1 1,1-1 0,0 1-1,0-1 1,1 0 0,0-1-1,0 1 1,1-1-1,0 1 1,0-1 0,0-1-1,1 1 1,0-1 0,0 0-1,0 0 1,1-1 0,-1 0-1,1 0 1,0 0-1,0-1 1,1 0 0,-1 0-1,1-1 1,-1 0 0,1 0-1,0-1 1,-1 0-1,1-1 1,0 1 0,0-1-1,1-1-15,26 5 13,1-1-1,0-2 0,0-2 0,0-1 0,0-2 0,-1-1 0,1-2 1,-1-1-1,-1-2 0,0-2 0,0 0 0,-1-3 0,-1 0 0,0-3 1,-1 0-1,-1-2 0,-1-1 0,-1-1 0,8-10-12,-28 24-19,-1 1 0,0-1 0,-1 0-1,0-1 1,0 0 0,-1 0 0,0 0 0,0-1-1,-1 1 1,-1-1 0,1 0 0,-2 0 0,1 0 0,-1-1-1,-1 1 1,0-1 0,0 1 0,-1-1 0,-1 1-1,1 0 1,-2-1 0,1 1 0,-2 0 0,1-1 0,-1 1-1,-1 0 1,0 1 0,0-1 0,-1 1 0,0 0-1,-1 0 1,0 0 0,0 1 0,-1 0 0,0 0 0,0 0-1,-1 1 1,0 1 0,-6-5 19,-10-1 12,0 2 0,-1 0 0,0 2 0,-1 1 0,0 1 0,0 1 0,0 1 1,-1 1-1,1 2 0,-1 0 0,1 2 0,-1 1 0,1 1 0,0 1 0,0 2 0,0 0 0,0 2 0,-7 4-12,-5 0 99,0 1-1,1 2 1,0 2-1,2 2 1,0 1-1,1 1 1,-27 23-99,50-36 43,0 0 0,1 1 1,0 1-1,1 0 0,-1 0 0,2 0 0,0 1 1,0 1-1,1 0 0,0 0 0,1 0 1,0 0-1,1 1 0,1 0 0,0 0 1,0 1-1,2-1 0,0 1 0,0-1 0,1 1 1,1 0-1,0-1 0,1 1 0,1 9-43,3-14-6,0-1-1,0 0 1,0 0-1,1-1 0,0 1 1,1-1-1,-1-1 1,2 1-1,-1-1 1,0 0-1,1-1 0,0 0 1,1 0-1,-1-1 1,1 0-1,0 0 1,0-1-1,0 0 0,0 0 1,0-1-1,1-1 1,-1 0-1,1 0 1,-1 0-1,1-1 0,-1-1 1,1 0-1,2 0 7,38 4-11,1-2-1,-1-2 1,0-3-1,1-2 0,-2-1 1,1-3-1,-1-3 0,-1-1 1,0-2-1,20-12 12,-54 20-40,0-2 0,-1 0-1,0-1 1,0 0-1,-1-1 1,-1 0 0,0-1-1,-1 0 1,0-1-1,-1 0 1,0-1 0,-1 0-1,-1 0 1,0 0 0,-2-1-1,1 0 1,-2 0-1,0-1 1,-1 1 0,-1-1-1,0 0 1,-1 0 0,-1 0-1,-1 1 1,0-1-1,-1 0 1,-1 1 0,0-1-1,-2 1 1,0 0 0,0 0-1,-2 0 1,0 1-1,0 0 1,-2 0 0,-1-2 40,-2-5 37,-1 0 0,-1 1 1,0 0-1,-1 1 0,-2 1 0,0 1 1,-1 0-1,0 1 0,-2 1 1,0 1-1,0 1 0,-2 0 0,0 2 1,0 0-1,-1 2 0,0 0 1,-1 2-1,0 0 0,0 2 1,-1 0-1,0 2 0,0 1 0,0 1 1,0 1-1,0 1 0,0 1 1,0 2-1,0 0 0,-16 5-37,19 1 61,1 2 0,0 0 0,1 0-1,1 2 1,0 1 0,0 0 0,2 1-1,0 1 1,0 1 0,2 0 0,0 2 0,1-1-1,0 2 1,-7 16-61,14-27 8,0 0 0,1 1 0,0 0 1,1 0-1,0 1 0,0 0 0,1 0 0,1 0 0,0 0 0,0 0 1,1 0-1,1 1 0,0 0 0,0-1 0,1 1 0,0-1 0,1 1 1,1-1-1,0 1 0,0-1 0,1 0 0,1 0 0,0 0 0,0 0 1,1-1-1,0 1 0,1-1 0,0 0 0,1-1 0,0 0 0,0 0 0,1 0 1,0-1-1,1 0 0,0-1 0,0 0 0,0 0 0,1-1 0,5 2-8,18 3-1,0-1 0,1-3-1,0 0 1,0-2-1,1-2 1,0-1-1,-1-2 1,1-1-1,0-2 1,-1-1-1,25-7 2,-23 7-18,0-2 0,0-2 0,-1-1 0,-1-2 0,0-1 0,0-2 0,-1-1 0,-1-2 0,25-17 18,-44 20-52,-1-1 1,0 0-1,-1 0 1,-1-1-1,0-1 0,-1 0 1,-1 0-1,0-1 1,-2 0-1,0 0 1,-1-1-1,-1 1 1,0-1-1,-2 0 1,0 0-1,-1 0 0,-1 0 1,-1-1-1,0 1 1,-2 0-1,0 0 1,-1 1-1,-1-1 1,0 1-1,-2 0 0,-8-17 52,6 9 2,-1 0-1,-2 1 0,0 0 1,-1 1-1,-2 1 0,0 0 0,-2 1 1,0 0-1,-1 2 0,-1 0 0,-1 1 1,-1 1-1,-1 1 0,0 0 1,-1 2-1,-1 1 0,0 1 0,-1 1 1,0 1-1,-1 1 0,0 1 0,-20-3-1,24 9 43,-1 1 0,0 2 0,1 0 0,-1 1 0,0 1 0,1 1 0,0 1 0,-1 1 0,2 1 0,-1 1 0,1 1 0,0 1 0,0 1 0,1 0 0,0 2 0,1 0 0,1 1 0,-6 6-43,-7 9 65,2 1 0,0 1 0,3 1-1,0 2 1,2 0 0,2 2 0,1 0 0,1 2 0,2 0 0,2 1 0,2 1-1,1 0 1,2 1 0,0 4-65,12-34 0,0-1 0,0 1 0,1 0 0,1-1 1,-1 1-1,1-1 0,1 0 0,0 0 0,0 0 0,1 0 0,0-1 0,0 1 0,1-1 0,0-1 0,0 1 0,1-1 0,0 0 1,1-1-1,-1 0 0,1 0 0,0 0 0,1-1 0,-1 0 0,1-1 0,0 0 0,0 0 0,0-1 0,1 0 0,-1-1 1,1 0-1,0 0 0,-1-1 0,1 0 0,2-1 0,34 10-28,1-2 1,0-2-1,0-2 1,0-2-1,0-2 1,1-3-1,-1-1 1,0-2-1,0-3 1,-1-1-1,-1-3 0,1-1 1,-2-3-1,37-19 28,-69 28-63,-1-1-1,0-1 1,0 0-1,0 0 1,-2-1-1,1 0 1,-1-1-1,-1 0 0,0-1 1,-1 1-1,0-2 1,-1 1-1,0-1 1,-1 1-1,-1-1 1,0-1-1,-1 1 0,-1-1 1,0 1-1,-1-1 1,0 0-1,-1 1 1,-1-1-1,-1 0 1,0 1-1,0-1 0,-1 1 1,-1 0-1,-1 0 1,0 0-1,-1 0 1,0 1-1,-1 0 0,0 0 1,-2 0 63,-11-14 36,-2 1-1,0 0 1,-2 2-1,-1 1 1,-1 1 0,0 0-1,-2 3 1,0 0 0,-2 2-1,0 0 1,0 3 0,-1 0-1,-1 2 1,-1 2-1,1 0 1,-1 2 0,-1 2-1,0 1 1,1 2 0,-1 1-1,0 1 1,0 3 0,0 0-1,0 2 1,-32 8-36,41-2 86,0 1 0,1 0 0,1 2 0,0 1 0,1 0 0,1 2 0,0 1 0,1 0 0,1 1 0,0 2 1,2 0-1,0 0 0,1 2 0,1 0 0,1 0 0,2 2 0,0 0 0,1 0 0,1 1 0,2 0 0,0 0 0,2 1 0,1 0 0,0 0 1,2 1-1,2 0-86,-1-16 5,0 0 1,1 1 0,1-1 0,-1 1 0,2-1 0,0 0 0,0 1 0,1-1-1,1 0 1,0 0 0,0 0 0,1 0 0,0-1 0,1 1 0,0-1-1,1 0 1,0 0 0,1-1 0,0 0 0,0 0 0,1-1 0,0 0 0,0 0-1,1-1 1,0 0 0,0 0 0,1-1 0,0 0 0,0-1 0,3 1-6,33 13-37,1-2 1,0-3-1,1-1 1,0-3-1,1-1 1,1-3-1,-1-2 1,1-2 0,32-4 36,-68 2-78,0 0 0,0-1 0,0 0 0,0-1 0,-1-1 1,1 0-1,-1-1 0,1 0 0,-1-1 0,-1-1 1,1 0-1,-1-1 0,0 0 0,0-1 0,-1 0 0,0-1 1,0 0-1,-1 0 0,0-1 0,-1-1 0,0 0 1,-1 0-1,0-1 0,-1 0 0,0 0 0,-1 0 0,0-1 1,-1 0-1,-1 0 0,0-1 0,0 1 0,-1-1 1,-1 0-1,0-9 78,-3-13-1,-2 0 1,-1 0-1,-2 1 1,-1 0-1,-2 0 0,-1 1 1,-2 0-1,-2 1 1,0 0-1,-3 1 1,0 1-1,-2 0 1,-1 2-1,-2 0 1,-2 0 0,9 11 61,0 2 1,-2 0 0,0 0-1,-1 2 1,0 0-1,-1 1 1,0 1 0,-1 1-1,-1 0 1,0 2-1,0 0 1,-1 2 0,0 0-1,0 1 1,-1 2-1,1 0 1,-1 1 0,0 2-1,0 0 1,-17 2-62,26 1 19,1 1 1,0 1-1,0 0 0,0 0 0,1 1 1,0 1-1,0 0 0,0 1 1,1 0-1,-1 1 0,2 0 1,-1 1-1,1 0 0,1 0 1,0 1-1,0 1 0,1-1 0,0 1 1,-5 10-20,-3 8 40,0 0 0,2 2 0,1 0 0,2 0 0,1 1 0,1 0 0,-1 17-40,-13 223 265,24-257-261,0 1 0,1-1 1,1 0-1,0 0 0,1 0 0,1 0 1,0-1-1,1 0 0,0 0 1,2 0-1,-1-1 0,2 0 0,-1 0 1,2-1-1,0 0 0,9 8-4,18 6-7,0-2 0,2-1 0,1-2 0,0-2-1,1-2 1,1-1 0,1-2 0,0-3 0,0-1 0,1-2 0,1-2-1,-1-1 1,1-3 0,14-2 7,-43 1-23,0 0-1,0-1 1,1-1 0,-1 0-1,0-1 1,0-1-1,0 0 1,0-1-1,-1-1 1,1-1 0,-1 0-1,-1-1 1,1 0-1,-1-1 1,0-1 0,-1 0-1,0-1 1,0 0-1,-1-1 1,8-10 23,-9 6-41,0 0 0,-2-1 0,0 0-1,-1 0 1,0 0 0,-1-1 0,-1-1 0,-1 1-1,0-1 1,-2 0 0,0 0 0,-1 0 0,0 0 0,-2 0-1,0 0 1,-1-1 0,-1 1 0,0 0 0,-2 0 0,-1-6 41,-1-2-10,-1 0 0,-2 1 1,0 0-1,-1 0 1,-2 1-1,0 1 0,-2 0 1,0 0-1,-2 2 1,0 0-1,-2 0 0,0 2 1,-16-14 9,20 23 30,0 0 0,0 0 0,-1 2 0,-1 0 0,1 1 1,-1 0-1,0 1 0,-1 1 0,1 1 0,-1 0 0,0 1 0,0 1 0,0 0 0,0 1 0,0 1 1,0 1-1,0 1 0,0 0 0,0 1 0,0 1 0,0 0 0,1 1 0,0 1 0,0 1 1,0 0-1,-11 8-30,-2 7 46,1 2 0,1 1 1,1 1-1,2 2 1,0 0-1,2 1 0,1 2 1,1 0-1,2 1 1,1 1-1,2 0 0,1 2 1,2-1-1,1 1 1,1 1-1,3 0 0,0 1 1,3-1-1,1 2-46,1-24 12,0-1 1,1 1-1,1-1 0,0 1 1,0-1-1,2 1 0,0-1 1,0 1-1,1-1 0,1 0 0,0 0 1,1-1-1,0 1 0,1-1 1,0 0-1,1 0 0,1-1 1,0 0-1,0 0 0,1-1 0,0 0 1,1 0-1,0-1 0,1-1 1,-1 0-1,2 0 0,-1-1-12,19 11-15,0-3 1,0 0-1,2-2 0,-1-1 0,2-2 0,-1-1 0,1-1 0,1-2 1,-1-1-1,1-2 0,0-2 0,0 0 0,0-3 0,0 0 1,9-4 14,-28 2-24,-1 1 0,0-2-1,0 0 1,0-1 0,-1 0 0,0-1 0,0-1 0,-1 0 0,0 0 0,0-2 0,-1 1 0,0-1 0,-1-1 0,0 0 0,-1 0 0,0-1 0,0 0 0,-2-1 0,1 0 0,-2 0 0,1 0 0,-2-1 0,0 0 0,-1 0 0,0 0 0,-1-1 0,0-6 24,1 0-33,-2 0 0,0 1 0,-1-1-1,-2 0 1,0 0 0,-1 0 0,-1 0 0,0 1-1,-2-1 1,-1 1 0,0 0 0,-2 1 0,0-1 0,-1 2-1,-1-1 1,0 1 0,-2 1 0,0 0 0,-3-2 33,5 7 31,-1 1-1,0 1 1,-1-1 0,0 2 0,0 0 0,-1 0 0,0 1 0,-1 1 0,0 0 0,0 1 0,-1 1 0,1 0 0,-1 1 0,0 0 0,0 1 0,-1 1 0,1 0 0,0 1 0,-1 1 0,1 1 0,-1 0 0,1 1-1,0 0 1,-2 2-31,-8 7 39,1 1 0,0 1 0,0 1-1,2 1 1,0 2 0,0 0 0,2 1-1,0 1 1,1 1 0,1 0 0,1 2-1,1 0 1,1 0 0,1 2 0,1 0-1,1 0 1,1 1-39,-7 13 64,2 0 0,2 1 0,1 1 0,3 0 0,0 1 0,3-1 0,0 16-64,5-46 16,1 0 0,0 0 0,0 0 0,1 0 0,0 0-1,1 0 1,0 0 0,0 0 0,1 0 0,1-1 0,0 1-1,0 0 1,1-1 0,0 0 0,0 0 0,1 0 0,0-1 0,1 1-1,0-1 1,0 0 0,1-1 0,0 0 0,0 0 0,1 0-1,6 4-15,10 6-21,1-1 0,0-1-1,1-1 1,0-1-1,1-1 1,1-2 0,-1-1-1,2-1 1,-1-1-1,1-1 1,0-2 0,0-1-1,1-1 1,-1-2-1,0-1 1,0-1 0,1-1-1,-1-2 1,-1-1-1,1-1 1,-1-2 0,0 0-1,5-5 22,-20 5-20,0-1 0,-1-1 0,0 0 0,-1-1 0,0 0-1,0-1 1,-2 0 0,1 0 0,-2-1 0,0 0 0,0-1 0,-2 0-1,0 0 1,0 0 0,-2-1 0,0 1 0,0-1 0,-2 0-1,0-1 1,-1 1 0,0 0 0,-1-1 0,-1 1 0,-1 0 0,0 0-1,-1 0 1,-1 0 0,0 0 0,-1 1 0,-1 0 0,-1 0 0,0 0-1,0 1 1,-2 0 0,0 0 0,0 1 0,-8-8 20,7 11 5,0 0 0,-1 0 0,0 1 1,-1 1-1,0-1 0,-1 2 0,0 0 0,0 1 1,0 0-1,-1 0 0,1 2 0,-1 0 0,-1 0 0,1 1 1,0 1-1,-1 1 0,1 0 0,-1 0 0,1 2 1,-1 0-1,1 0 0,-1 2 0,1-1 0,0 2 1,0 0-1,0 1 0,0 0 0,1 1 0,0 0 1,0 1-1,1 1 0,0 0 0,0 1 0,1 0 1,0 0-1,0 1 0,0 2-5,-5 5 12,0 1 0,2 0 0,0 1 0,1 1 1,1 0-1,0 0 0,2 1 0,1 1 0,0 0 0,2 0 1,0 0-1,2 1 0,0 0 0,2 0 0,0 1 0,2-1 0,0 0 1,2 1-13,4-10-4,0 0 0,2-1 0,0 1 0,0-2 0,1 1 0,1-1 0,0 0 0,0-1 0,1 0 0,1 0 0,0-1 0,0-1 0,1 0 0,0 0 0,1-1 0,0-1 0,0 0 0,0-1 1,1 0-1,0-1 0,0-1 0,0 0 0,1-1 0,-1 0 0,1-1 0,3-1 4,-6 2-42,0-1 0,1 0 1,0 0-1,-1-2 0,1 1 1,0-2-1,-1 0 0,1 0 0,-1-1 1,1-1-1,-1 0 0,0 0 0,0-1 1,0-1-1,-1 0 0,1-1 0,-1 0 1,0-1-1,-1 0 0,0 0 1,0-1-1,0-1 0,-1 1 0,0-2 1,-1 1-1,0-1 0,-1 0 0,0-1 1,0 0-1,-1 0 0,4-12 42,-2-8-85,-1-1 0,-1 1-1,-2-2 1,-1 1 0,-2 0-1,-1-1 1,-2 1-1,-2-10 86,4 34-28,-1-1-1,0 1 1,0 0-1,-1 0 0,0 0 1,0 0-1,-1 0 0,0 0 1,0 1-1,-1-1 0,0 1 1,0 0-1,-1 0 0,0 0 1,0 1-1,-1 0 0,1 0 1,-2 0-1,1 1 1,0-1-1,-1 2 0,0-1 1,0 1-1,0 0 0,-1 0 1,1 1-1,-8-3 29,-97 17-2215,60 44-7747,44-25 4390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31:38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1 12515,'0'0'2520,"0"0"-1125,0 0-129,0 0 601,0 0-279,0 0-613,3 7-307,15 37 26,-17-44-686,0 0 0,0 0 1,0 0-1,0 0 0,0 0 0,-1-1 1,1 1-1,0 0 0,0-1 1,0 1-1,-1-1 0,1 1 0,0-1 1,-1 1-1,1-1 0,0 1 1,-1-1-1,1 1 0,0-1 0,-1 0 1,1 0-1,-1 1 0,1-1 1,-1 0-1,0 0 0,1 1 0,-1-1 1,0 0-1,0 0 0,1 0 1,-1 0-1,0 1 0,0-1 0,0 0 1,0 0-1,0 0 0,0 0 1,0 0-1,0 0 0,-1 1 0,1-1 1,0 0-1,0 0 0,-1 0 1,1 0-1,0 1 0,-1-1 0,1 0 1,-1 0-1,1 1 0,-1-1 0,1 0 1,-1 1-1,0-1 0,1 1 1,-1-1-1,0 1 0,0-1 0,1 1 1,-1-1-1,0 1 0,0 0 1,0-1-1,1 1 0,-1 0 0,-1 0-8,-66 12-2561,-8 70-6840,67-70 7834,-22 35-1528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22:22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1565 7218,'0'0'5521,"0"0"-4769,0 0-752,0 0-368,0 0-984,0 0-1385,0 0 32,42-65 1617</inkml:trace>
  <inkml:trace contextRef="#ctx0" brushRef="#br0" timeOffset="552676.43">110 535 6689,'0'0'11691,"0"0"-9315,0 0-863,0 0-897,0 0-80,0 0 280,42 111-320,-12-61-144,2-2-248,1-4-104,0-6-48,-3-9-104,-5-8-1072,-4-11-1328,-14-10-2986,-7 0-599,0-4 1992</inkml:trace>
  <inkml:trace contextRef="#ctx0" brushRef="#br0" timeOffset="553345.965">0 472 13259,'0'0'2207,"0"0"-729,0 0-778,0 0-256,22-9 160,-3 0-442,-8 3-88,0 1 1,0 0-1,1 1 1,-1 0-1,1 1 0,0 0 1,0 1-1,0 0 0,0 1 1,1 0-1,4 1-74,6 4-5,0 1 0,0 0-1,-1 2 1,0 0 0,0 2 0,-1 0-1,0 2 1,-1 0 0,0 1 0,-1 1-1,0 1 1,-1 1 0,0 0 0,-1 1-1,-1 1 1,-1 1 0,-1 0-1,0 1 1,5 11 5,-15-26-23,0 0 1,-1 1-1,0 0 0,0 0 0,0 0 1,0 0-1,-1 1 0,0-1 0,0 1 1,0-1-1,-1 1 0,0 0 0,0-1 1,0 1-1,-1 0 0,0 0 0,0 0 1,-1-1-1,1 1 0,-1 0 0,0 0 1,-1-1-1,1 1 0,-1-1 0,0 1 1,-1-1-1,1 0 0,-1 0 0,0 0 1,0 0-1,-1 0 0,-3 3 23,-17 2 387,-1-1 1,0-1-1,0-1 1,-1-1-1,0-1 0,0-2 1,0-1-1,-1 0 0,1-2 1,0-1-1,-23-4-387,15 3 23,-152-39 471,236 37-1191,277 31-614,-300-24 1294,0-1 0,1-1 1,-1-1-1,0-2 0,0 0 0,0-2 1,0-1-1,0-2 0,-1 0 1,0-1-1,-1-2 0,0-1 0,0 0 1,-1-2-1,-1-1 0,0-1 0,-1-1 1,13-12 16,-31 24 3,0 1 1,-1-1 0,1-1 0,-1 1 0,0-1 0,0 1 0,0-1 0,-1 0-1,0 0 1,0 0 0,0 0 0,0 0 0,-1 0 0,0-1 0,0 1 0,0 0-1,-1-1 1,0 1 0,0-1 0,0 1 0,-1 0 0,0-1 0,0 1 0,0 0-1,0-1 1,-1 1 0,0 0 0,0 0 0,0 0 0,-1 0 0,0 1 0,0-1-1,0 1 1,0-1 0,-1 1 0,1 0 0,-1 1 0,0-1 0,-1 1 0,1-1 0,0 1-1,-1 0 1,-5-2-4,3 4 63,0 0 1,0 0-1,-1 0 0,1 1 0,-1 0 0,1 0 1,0 1-1,-1 0 0,1 1 0,0-1 0,0 1 0,0 1 1,0-1-1,0 1 0,1 0 0,-1 1 0,1-1 1,0 2-1,0-1 0,0 0 0,0 1 0,1 0 0,0 1 1,0-1-1,0 1 0,1 0 0,-1 0 0,1 0 1,1 0-1,0 1 0,-1 0 0,2 0 0,-1 0 0,1 0 1,0 0-1,1 0 0,0 0 0,0 1 0,0-1 1,1 0-1,0 1 0,0-1 0,1 0 0,0 1 1,1 1-64,0-2 18,0 0 1,0-1 0,1 1 0,0-1-1,0 0 1,0 0 0,1 0 0,0-1-1,0 1 1,0-1 0,1 0 0,0 0 0,0 0-1,0-1 1,0 1 0,1-1 0,0-1-1,0 1 1,0-1 0,0 0 0,0 0-1,1-1 1,-1 0 0,1 0 0,0 0 0,1-1-19,182 19 82,-60-45-2087,-124 23 1409,0-1-1,0 0 1,0 0-1,-1-1 0,0 0 1,1 0-1,-1 0 1,-1-1-1,1 1 1,-1-1-1,1 0 1,-2 0-1,1-1 1,0 1-1,-1-1 1,0 0-1,0 0 1,0-3 596,9-34-3138,-9 3 1407</inkml:trace>
  <inkml:trace contextRef="#ctx0" brushRef="#br0" timeOffset="553751.807">1274 415 5945,'0'0'3454,"0"0"1150,0 0-2058,0 0-935,0 0-8,0 0-344,-14-1 345,1 2-1487,-1 2 0,1 0 1,-1 0-1,1 2 0,0-1 0,0 2 0,1 0 0,-1 0 0,2 1 0,-1 0 0,-6 6-117,16-12 6,1 0 0,-1-1 0,1 1-1,0 0 1,-1 0 0,1 0 0,0 0-1,0 0 1,0 0 0,-1 0 0,1 0-1,0 0 1,1 0 0,-1 1 0,0-1-1,0 0 1,0 1 0,1-1-1,-1 1 1,1-1 0,-1 0 0,1 1-1,-1 0 1,1-1 0,0 1 0,0-1-1,0 1 1,0-1 0,0 1 0,0-1-1,0 1 1,1-1 0,-1 1 0,0-1-1,1 1 1,-1-1 0,1 1-1,0-1 1,-1 1 0,1-1 0,0 0-1,0 0 1,0 1 0,0-1 0,0 0-1,0 0 1,0 0 0,1 0 0,-1 0-1,1 0-5,72 33-65,204 11-1246,-276-45 1312,0 0 1,-1 1 0,1-1-1,-1 1 1,1-1-1,-1 1 1,1 0 0,-1 0-1,1 0 1,-1 0-1,0-1 1,1 2-1,-1-1 1,0 0 0,0 0-1,0 0 1,0 1-1,0-1 1,0 0-1,0 1 1,0-1 0,0 1-1,-1-1 1,1 1-1,-1-1 1,1 1-1,-1-1 1,1 1 0,-1 0-1,0-1 1,0 1-1,0 0 1,0-1 0,0 1-1,0 0 1,0-1-1,-1 1 1,1-1-1,-1 1 1,1 0 0,-1-1-1,1 1 1,-1-1-1,0 1 1,0-1-1,0 0 1,0 1 0,0 0-2,-61 54 917,43-45-824,-1 0-1,0-1 0,-1-1 1,0-1-1,0-1 0,-1-1 0,0-1 1,0 0-1,0-2 0,-3-1-92,23-2-1135,4-5-1971,32-55-8966,-7 27 8365</inkml:trace>
  <inkml:trace contextRef="#ctx0" brushRef="#br0" timeOffset="554510.232">1658 436 15747,'0'0'4191,"0"0"-2544,0 0-634,4 28 87,53 185 759,206 208-2971,-273-429-1722,-40-38 1986,-1-13 917,2-1 1,3-2-1,3-3 0,3-1 1,-22-51-70,54 101 98,1-1 1,0 1-1,1-2 0,1 1 1,1-1-1,0 1 1,1-1-1,1 0 0,0-16-98,2 30 5,1 1-1,-1-1 1,1 1-1,0 0 1,0-1-1,0 1 1,0 0-1,1-1 1,-1 1-1,1 0 0,0 0 1,0 0-1,0 1 1,0-1-1,1 0 1,-1 1-1,1-1 1,-1 1-1,1 0 1,0 0-1,0 0 1,0 0-1,0 0 1,0 1-1,0 0 0,1-1 1,-1 1-1,0 0 1,1 0-1,-1 1 1,1-1-1,-1 1 1,1 0-1,-1 0 1,1 0-1,0 0-4,132 23 203,-127-19-195,0-1-1,-1 2 0,0-1 0,0 1 0,0 0 0,0 1 0,-1 0 0,0 0 0,0 1 0,-1 0 0,0 0 0,0 0 0,0 1 0,-1-1 0,0 2 0,-1-1 1,0 0-1,0 1 0,-1 0 0,0 0 0,0 0 0,-1 0 0,0 0 0,-1 0 0,0 1 0,0-1 0,-1 8-7,-5-11 4,1 0 0,-1 0 0,0-1 0,0 0 1,-1 0-1,1 0 0,-1 0 0,0-1 0,0 0 0,-1 0 0,1-1 0,-1 0 0,0 0 0,0-1 0,0 1 0,0-1 0,0-1 0,-1 0 1,1 0-1,0 0 0,-1-1 0,-4 0-4,11 0 1,-135 5 32,134-5-102,0 0-1,0-1 1,0 1-1,0-1 1,0 1-1,0-1 1,0 0-1,0 0 1,0 0-1,0 0 1,0 0-1,1 0 1,-1-1-1,0 1 1,1-1-1,-1 1 1,1-1-1,0 1 0,-1-1 1,1 0-1,0 1 1,0-1-1,0 0 1,0 0-1,0 0 1,1 0-1,-1 0 1,1 0-1,-1 0 1,1 0-1,0 0 1,-1 0-1,1-1 1,0 1-1,1 0 1,-1 0-1,0 0 1,0 0-1,1 0 1,-1 0-1,1 0 1,0 0-1,0 0 1,0 0-1,0 0 1,0 0-1,0 1 1,0-1-1,0 0 1,1 1-1,-1-1 1,1 1-1,-1-1 1,1 1-1,0 0 1,-1-1-1,1 1 1,1 0 69,13-9-775,1 1 0,-1 1 0,2 0 0,-1 1 0,1 1 0,0 1 1,0 1-1,0 0 0,1 1 0,12 0 775,136-40 123,-161 40 19,0-1 1,-1 0-1,1 0 0,-1-1 1,0 1-1,0-1 1,-1 0-1,0 0 0,0-1 1,0 0-1,0 1 0,-1-1 1,0 0-1,0 0 0,0-1 1,-1 1-1,0-1 1,-1 1-1,1-1 0,-1 0 1,0 1-1,-1-1 0,0 0 1,0 0-1,0 1 0,-1-1 1,0 0-1,-1-3-142,2 8 123,-1-1 0,0 1 0,0 0-1,0 0 1,-1 0 0,1 0 0,0 0 0,-1 0-1,1 0 1,-1 0 0,0 0 0,0 1 0,1-1-1,-1 1 1,0-1 0,0 1 0,-1 0-1,1-1 1,0 1 0,0 0 0,-1 1 0,1-1-1,0 0 1,-1 1 0,1-1 0,0 1 0,-1 0-1,1 0 1,-1 0 0,1 0 0,-1 0 0,1 0-1,0 1 1,-1-1 0,1 1 0,-1 0 0,1-1-1,0 1 1,0 0 0,-1 1 0,1-1 0,0 0-1,0 0 1,0 1 0,0 0 0,1-1-1,-1 1 1,0 0 0,1 0 0,-1 0 0,1 0-1,-1 0 1,1 0-123,-3 4 35,1 0-1,0 0 1,0 1-1,0-1 0,1 1 1,0 0-1,0 0 1,1 0-1,0-1 1,0 1-1,1 0 0,-1 1 1,2-1-1,-1 0 1,1 0-1,0 0 1,0-1-1,1 1 0,0 0 1,0 0-1,0-1 1,1 1-1,0-1 1,1 0-1,-1 0 0,1 0 1,0 0-1,1-1 1,-1 1-1,1-1 0,0 0 1,0-1-1,1 1 1,0-1-1,-1 0 1,1 0-1,1-1 0,-1 0 1,0 0-1,1 0 1,0-1-1,-1 0 1,6 1-35,128 4-2016,-131-8 1214,1-2-1,-1 1 1,0-1-1,0-1 1,0 0-1,0 0 1,0-1-1,-1 0 1,0 0-1,0-1 1,0 0-1,-1 0 1,1-2 802,22-26-2950</inkml:trace>
  <inkml:trace contextRef="#ctx0" brushRef="#br0" timeOffset="555110.506">2468 147 5705,'0'0'1982,"0"0"4534,0 0-2722,0 0-1699,0 0-826,1 23-277,0-3-774,-1-10-130,0 0 0,0 0 0,1 1 0,1-1 0,0 0 0,0 0 0,1-1 0,0 1 0,1 0 1,0-1-1,0 0 0,1 0 0,6 8-88,7 8 167,13 15-112,-2 0 0,-2 2 0,-2 1-1,-1 1 1,-3 2 0,-1-1 0,5 23-55,-18-43-53,-3-12-29,1 0 0,-2 1 1,1 0-1,-2 0 0,0 0 1,-1 0-1,0 0 0,-1 0 1,-1 0-1,0 4 82,-75-13-16,65-14 12,-1 0 0,2 0-1,-1-1 1,2 0 0,-1-1 0,1 0 0,1-1-1,0 0 1,1 0 0,0 0 0,1-1-1,0 0 1,1-1 0,0 1 0,1-1 0,1 0-1,0 0 1,1 0 0,0-11 4,-1 6-165,0 0-1,1 0 1,1 0-1,1 0 1,1 0-1,1 0 1,0 1-1,2-1 1,0 0-1,0 1 1,2 0 0,1 0-1,0 0 1,1 1-1,1 0 1,8-11 165,-12 18-117,1 0 0,0 1 1,0-1-1,1 2 0,0-1 1,1 1-1,0 0 1,0 0-1,1 1 0,0 0 1,0 1-1,1 0 0,0 0 1,0 1-1,0 0 0,1 1 1,2-1 116,-10 7 17,0 0 1,0 0-1,0 0 1,-1 1-1,1-1 0,-1 0 1,1 1-1,-1 0 1,0 0-1,0 0 1,0 0-1,0 0 1,0 0-1,-1 0 1,1 0-1,-1 1 1,0-1-1,0 1 1,0-1-1,-1 1 0,1-1 1,-1 1-1,0-1 1,0 1-1,0-1 1,0 1-1,-1 0-17,9 32 612,-7-31-549,1-1 1,0 1-1,0-1 1,0 1-1,0-1 1,1 1-1,0-1 1,0 0 0,0-1-1,1 1 1,-1 0-1,1-1 1,0 0-1,0 0 1,0 0-1,0 0 1,0 0 0,1-1-1,-1 0 1,1 0-1,0 0 1,-1-1-1,1 1 1,0-1-1,0 0 1,0-1 0,0 1-1,0-1 1,0 0-1,0 0 1,0-1-1,4 0-63,-3-3-34,-1 1 0,1-2 0,-1 1 0,0-1 0,-1 1 0,1-1 0,-1-1 0,0 1 0,0 0 0,0-1 0,-1 0 0,0 0 0,0 0 0,0 0 0,-1-1 0,0 1 0,0-1 0,-1 1 0,0-1 0,0 0 0,0-4 34,1 7-69,0-1 1,1 0 0,-2 0 0,1 0 0,-1 0 0,0 0 0,0 0 0,0 0 0,0 0 0,-1-1 0,0 1 0,0 0 0,-1 0 0,1-1 0,-1 1 0,0 0 0,-1 0 0,1 0 0,-1 0-1,0 0 1,0 0 0,-1 1 0,1-1 0,-1 1 0,0-1 0,0 1 0,-1 0 0,1 0 0,-1 1 0,0-1 0,0 1 0,0-1 0,0 1 0,0 1 0,-1-1 0,0 1 0,1-1 0,-2 1 68,-8 1-92,0 1 1,0 0 0,0 1-1,0 0 1,0 1 0,0 1-1,0 0 1,1 1 0,0 1-1,-1 0 1,1 0 0,1 2-1,-1-1 1,1 2 0,-9 6 91,-43 63-7483,57-55 5379</inkml:trace>
  <inkml:trace contextRef="#ctx0" brushRef="#br0" timeOffset="555358.914">2982 177 6833,'0'0'7650,"0"0"-5225,0 0-1465,0 0-184,0 0 760,0 0-623,0 0-433,52 117-304,-27-94-160,8-4-16,2-7-136,0-3-825,-3-7-1287,-2-2-737,1-11-2728,-8-8 3713,-7-1-5378</inkml:trace>
  <inkml:trace contextRef="#ctx0" brushRef="#br0" timeOffset="555731.296">3376 105 4353,'0'0'1292,"0"0"3889,0 0-2113,0 0-1581,0 0-134,0 0 241,22 20 304,71 62-395,-7 44 433,-83-103-3537,-37-53 508,30 26 1100,1-1 0,-1 0 0,1-1 1,0 1-1,0 0 0,1-1 0,-1 0 0,1 1 0,1-1 0,-1 0 0,1 0 0,0 0 1,0 0-1,1 0 0,0 0 0,0 0 0,0-1 0,1 1 0,-1 0 0,2 0 1,-1 0-1,1 1 0,0-1 0,0 0 0,0 0 0,1 1 0,0 0 0,0-1 0,0 1 1,1 0-1,0 0 0,-1 1 0,2-1 0,-1 1 0,1 0 0,-1 0 0,1 1 0,0-1 1,0 1-1,1 0 0,-1 0 0,1 1 0,-1-1 0,1 1 0,3 0-7,262-41 2033,-271 43-2071,-1 0 1,0 0 0,1-1-1,-1 1 1,0 0-1,1 0 1,-1-1 0,1 1-1,-1 0 1,0-1-1,1 1 1,-1 0 0,1-1-1,-1 1 1,1-1 0,-1 1-1,1-1 1,-1 1-1,1-1 1,0 0 0,-1 1-1,1-1 1,0 1 0,0-1-1,-1 0 1,1 1-1,0-1 1,0 0 0,0 1-1,0-1 1,-1 0 0,1 1-1,0-1 1,0 0-1,1 1 1,-1-1 0,0 0-1,0 1 1,0-1-1,0 0 1,1 1 0,-1-1-1,0 0 1,0 1 0,1-1-1,-1 1 1,0-1-1,1 1 1,-1-1 0,1 1-1,-1-1 1,1 1 0,-1-1-1,1 1 1,-1-1-1,1 1 1,0 0 0,-1-1-1,1 1 1,-1 0-1,1 0 1,0-1 0,-1 1-1,1 0 1,0 0 0,-1 0-1,1 0 38,-56-17-7432,55 17 7401,-47-8-6540</inkml:trace>
  <inkml:trace contextRef="#ctx0" brushRef="#br0" timeOffset="557043.555">619 2024 6809,'0'0'6016,"0"0"-3432,0 0-1113,-1 21-486,1 70 114,0-87-1015,2 0-1,-1 0 1,0 0 0,1 0-1,0 0 1,0 0 0,0-1 0,0 1-1,0-1 1,1 1 0,-1-1-1,1 0 1,0 0 0,0 0-1,1-1 1,-1 1 0,0-1-1,1 1 1,-1-1 0,1 0-1,0-1 1,0 1 0,0-1-1,0 1 1,0-1 0,0 0-1,0-1 1,0 1 0,0-1 0,1 1-84,1 0 32,14 3 47,0-1 0,0-1 0,1-1 0,-1 0 0,0-2 0,1 0-1,-1-1 1,20-5-79,-34 6-39,1-1 0,-1 1-1,1-1 1,-1 0 0,0-1-1,0 1 1,0-1-1,0-1 1,0 1 0,-1-1-1,1 0 1,-1 0 0,0 0-1,0-1 1,-1 0 0,1 0-1,-1 0 1,0 0 0,-1-1-1,1 0 1,-1 1 0,0-1-1,0 0 1,-1-1 0,0 1-1,0 0 1,0-1 0,0-5 38,-1 5 16,0 0 0,0 0 0,-1 0 0,1-1 0,-2 1 0,1 0 0,-1 0 0,0 0 0,0 0 0,-1 1 0,0-1 0,-1 0 0,1 1 0,-1-1 0,0 1 0,-1 0 0,1 0 0,-1 0 0,-1 0 0,1 1 0,-1-1 0,0 1 0,0 0 0,0 1 0,-1-1 0,1 1 0,-1 0 0,0 1 0,-1-1 0,1 1 0,0 1 0,-1-1 0,0 1 0,0 0 0,1 0 0,-1 1 0,-1 0-15,2-1 31,-1 1-1,0 0 0,1 0 0,-1 1 0,0 0 1,0 0-1,1 1 0,-1-1 0,0 1 1,1 1-1,-1 0 0,1-1 0,-1 2 1,1-1-1,0 1 0,0 0 0,0 0 1,0 1-1,1 0 0,-1 0 0,1 0 1,0 0-1,0 1 0,1 0 0,-1 0 1,1 0-1,0 1 0,1-1 0,-1 1 0,1 0 1,0 0-1,0 0 0,1 1 0,0-1 1,0 1-1,1-1 0,-1 1 0,1-1 1,1 1-1,-1 0-30,2-3-112,0 0 1,0 0-1,0-1 1,1 1-1,-1 0 1,1-1-1,0 1 1,0-1-1,0 0 1,0 1-1,0-1 1,1 0-1,0 0 1,0-1-1,-1 1 1,1-1-1,1 1 1,-1-1-1,0 0 1,1 0-1,-1 0 1,1-1-1,-1 1 1,1-1-1,0 0 1,0 0-1,-1 0 1,1 0-1,2-1 112,118 8-10676,-100-17 8574,-7-5-870</inkml:trace>
  <inkml:trace contextRef="#ctx0" brushRef="#br0" timeOffset="557341.302">1004 2021 6217,'0'0'1217,"0"0"3366,0 0-1625,0 0-1048,0 0-282,0 0-13,10 4 126,219 122 2257,-31-45-5642,-197-81 1411,16 4-3575,-7-6-5664,-5-3 6500</inkml:trace>
  <inkml:trace contextRef="#ctx0" brushRef="#br0" timeOffset="557686.697">2484 1902 13203,'0'0'3018,"0"0"-682,0 0-621,0 0-237,-21 15-55,-63 52-407,81-64-991,1-1-1,0 0 1,-1 1-1,1-1 0,0 1 1,1 0-1,-1-1 1,0 1-1,1 0 1,0 0-1,-1 0 1,1 0-1,0 1 1,1-1-1,-1 0 1,1 0-1,-1 1 0,1-1 1,0 0-1,0 0 1,0 1-1,1-1 1,-1 0-1,1 0 1,-1 1-1,1-1 1,0 0-1,1 0 0,-1 0 1,0 0-1,1 0 1,0-1-1,0 1 1,0 0-1,0-1 1,0 1-1,0-1 1,0 0-1,1 1 1,-1-1-1,1 0 0,0-1 1,0 1-1,0 0 1,-1-1-1,1 0 1,1 1-25,18 6-5,0-1-1,1-1 1,0-1 0,0-2 0,0 0-1,0-1 1,0-1 0,1-1 0,-1-1 0,0-1-1,8-3 6,-24 4-41,0 0-1,0-1 1,-1-1-1,1 1 1,-1-1-1,1 0 1,-1 0-1,0-1 1,0 0-1,-1 0 1,1 0-1,-1-1 1,0 1-1,0-1 1,0-1-1,-1 1 1,1-1-1,-1 1 1,-1-1-1,1-1 1,-1 1-1,0 0 1,-1-1-1,1 1 1,-1-1-1,-1 0 1,1 0-1,-1 0 1,0 0-1,-1 0 1,1 0-1,-1 0 1,-1 0-1,0 0 1,0 0-1,0 0 1,0 1-1,-1-1 1,0 0-1,-1 1 1,0-1-1,0 1 1,0 0-1,-1 0 1,0 0-1,0 0 1,0 0-1,-1 0 42,-4-3 63,-1 0-1,0 0 1,0 0 0,-1 1-1,0 1 1,0 0 0,-1 1-1,0 0 1,0 0 0,-1 1-1,1 1 1,-1 0 0,0 1-1,0 0 1,0 1 0,0 1 0,-1 0-1,1 1 1,0 0 0,0 1-1,-1 0 1,1 1 0,0 1-1,-2 0-62,10-1 0,0 0 1,0 0-1,0 1 0,0-1 0,0 1 0,1 0 0,0 0 1,-1 1-1,1-1 0,1 1 0,-1 0 0,0 0 0,1 0 1,0 1-1,0-1 0,0 1 0,0 0 0,1-1 0,0 1 0,0 0 1,0 1-1,1-1 0,-1 0 0,1 0 0,1 1 0,-1-1 1,1 0-1,0 1 0,0-1 0,0 1 0,1-1 0,0 1 0,0-1-129,0-1 0,0 1-1,1-1 1,0 0 0,0 1 0,0-1-1,1 0 1,-1 0 0,1 0-1,0-1 1,0 1 0,0-1-1,0 1 1,1-1 0,0 0 0,-1 0-1,1-1 1,0 1 0,0-1-1,1 0 1,-1 0 0,0 0 0,1 0-1,-1-1 1,1 1 129,116 10-9841,-69-12 6254</inkml:trace>
  <inkml:trace contextRef="#ctx0" brushRef="#br0" timeOffset="558031.913">2538 1251 6545,'0'0'6927,"0"0"-3926,0 0-1122,0 0-35,0 0-351,0 0-506,-8-4-493,8 4-482,0 1 0,0-1 0,0 1 0,0-1 0,-1 0 0,1 1 0,0-1-1,0 1 1,-1-1 0,1 0 0,0 1 0,-1-1 0,1 1 0,-1-1 0,1 0-1,0 0 1,-1 1 0,1-1 0,-1 0 0,1 0 0,0 1 0,-1-1 0,1 0 0,-1 0-1,1 0 1,-1 0 0,1 0 0,-1 1 0,1-1 0,-1 0 0,1 0 0,-1 0 0,1-1-1,-1 1 1,1 0 0,-1 0 0,1 0 0,-1 0 0,1 0 0,-1-1 0,1 1 0,-1 0-1,1 0 1,0-1 0,-1 1 0,1 0 0,-1 0 0,1-1 0,0 1 0,-1-1 0,1 1-1,0-1-11,37 56 838,-11-18-352,264 489 1968,-206-411-4077,-84-115 1371,1 1 0,-1-1 0,1 0 0,-1 0 0,1 1 0,0-1 0,-1 0 0,1 0 0,0 0 0,-1 0 0,1 0 0,-1 0 0,1 0 0,0 0 0,-1 0 0,1 0-1,0 0 1,-1 0 0,1 0 0,-1-1 0,1 1 0,-1 0 0,1 0 0,0-1 0,-1 1 0,1 0 0,-1-1 0,1 1 0,-1-1 0,1 1 0,-1-1 0,0 1 0,1-1 0,-1 1 0,1-1 0,-1 1 0,0-1 0,0 1 0,1-1 0,-1 1 0,0-1 0,0 0 0,0 1 0,1-1 0,-1 1 0,0-1 0,0 0 0,0 1 0,0-1 0,0 0 0,0 1 0,-1-1 0,1 1 0,0-1 0,0 0 0,0 1 0,0-1-1,-1 1 1,1-1 0,0 0 0,-1 1 0,1-1 0,0 1 0,-1-1 0,1 1 0,-1-1 252,1-7-223,0-17-1485</inkml:trace>
  <inkml:trace contextRef="#ctx0" brushRef="#br0" timeOffset="558485.447">3050 1603 12819,'0'0'3575,"0"0"-1653,0 0-572,0 0 61,0 0 77,4 23-227,-2-9-1144,-1 7 1,2 1-1,0-1 1,1 1 0,2-1 0,0 0-1,1-1 1,1 0 0,0 0 0,2 0-1,1-1 1,0-1 0,1 0 0,1 0-1,0-1 1,2-1 0,9 9-118,-18-21-2,1 1 0,0-1 0,1 1 0,-1-2 1,0 1-1,1-1 0,0 0 0,0-1 0,0 0 0,0 0 1,0-1-1,0 0 0,1 0 0,-1-1 0,0 0 0,1-1 1,-1 0-1,0 0 0,0 0 0,0-1 0,0 0 0,0-1 0,0 0 1,-1 0-1,1-1 0,-1 0 0,0 0 0,0 0 0,0-1 1,-1 0-1,1-1 0,-1 1 0,0-1 0,0-1 2,3-15-48,-1 0 0,0 0 1,-2-1-1,0 0 0,-2 0 0,0 0 0,-2 0 0,-1-1 0,0 1 0,-2 0 0,-3-20 48,4 39 28,0-1-1,0 1 0,0-1 1,-1 1-1,0-1 0,0 1 1,0-1-1,-1 1 0,0 0 1,1 0-1,-1 0 0,-1 0 1,1 0-1,-1 0 0,1 0 1,-1 1-1,0-1 0,0 1 1,-1 0-1,1 0 1,-1 0-1,1 0 0,-1 1 1,-1-1-28,9 24-1856,31 9-11854,-23-25 11160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22:21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1081 6001,'0'0'5697,"0"0"-3520,0 0-809,0 0-592,0 0-247,0 0 95,0 0 120,-9 0-464,9 2-280,0 2-72,-2 4-848,-1 3-2185,-1-3-5665</inkml:trace>
  <inkml:trace contextRef="#ctx0" brushRef="#br0" timeOffset="549830.561">162 532 5849,'0'0'2099,"0"0"1350,0 0-1096,0 0-752,0 0-66,0 0 304,-2-13-397,-8-42-519,8 41-332,90 287 2152,-64-216-2500,-15-35-374,46 99 762,-4-54-3493,-66-83-7315,1-3 7008,-17-16 1568,-6 1 164</inkml:trace>
  <inkml:trace contextRef="#ctx0" brushRef="#br0" timeOffset="550866.376">53 628 6361,'0'0'1577,"0"0"1409,0 0-1006,0 0-592,-10-18-313,-26-56-54,35 73-995,0 0 0,1 0 0,-1 0 0,1 0 0,-1 1 0,1-1 0,-1 0 0,1 0 1,0 0-1,-1 0 0,1 0 0,0 0 0,0 0 0,0 0 0,0 0 0,0 0 0,0 0 1,0 0-1,0-1 0,0 1 0,0 0 0,0 0 0,1 0 0,-1 0 0,0 1 0,1-1 1,-1 0-1,1 0 0,-1 0 0,1 0 0,-1 0 0,1 0 0,0 1 0,0-1 0,-1 0 1,1 0-1,0 1 0,0-1 0,0 1 0,-1-1 0,1 1 0,0-1 0,0 1 0,0-1 1,0 1-1,0 0 0,0-1 0,0 1 0,0 0 0,0 0 0,0 0 0,0 0 0,0 0 1,1 0-27,5-1 187,32-9 198,1 3 0,1 1-1,-1 2 1,1 1 0,0 3 0,37 4-385,-58-3-11,-1 1 0,-1 1 0,1 1 1,0 0-1,-1 2 0,0 0 1,0 1-1,0 1 0,-1 0 0,0 1 1,-1 1-1,3 3 11,-12-8-28,0 1 0,0-1 1,-1 2-1,0-1 0,0 1 1,0 0-1,-1 0 0,0 0 0,0 1 1,0 0-1,-1 0 0,-1 0 0,1 0 1,-1 0-1,-1 1 0,0 0 1,0-1-1,0 1 0,-1 0 0,-1 0 1,1 0-1,-2 0 0,1 0 1,-1 0-1,0 0 0,-2 6 28,-4-1 103,-1 0 0,0-1 0,-1 0 0,0-1 0,-1 0 0,0-1 0,-1 0 0,-1 0 0,1-1 0,-1 0 0,-1-1-1,0-1 1,0 0 0,-1-1 0,0 0 0,0-1 0,-1-1 0,1 0 0,-1-1 0,0 0 0,-13 1-103,-135 8 1907,161-13-1927,0 0 1,0 0-1,0-1 0,0 1 1,0 0-1,0-1 0,0 0 1,0 1-1,0-1 0,0 0 0,0 0 1,1 0-1,-1 0 0,0 0 1,0-1-1,1 1 0,-1 0 1,1-1-1,-1 1 0,1-1 1,0 0-1,0 1 0,0-1 1,-1 0-1,2 0 0,-1 1 0,0-1 1,0 0-1,0 0 0,1 0 1,0 0-1,-1 0 0,1 0 1,0-1-1,0 1 0,0 0 1,0 0-1,0 0 0,0 0 1,0 0-1,1 0 0,-1 0 0,1 0 1,0 0-1,0 0 0,-1 0 1,1 0-1,0 1 0,1-1 1,-1 0-1,0 1 0,0-1 1,1 0-1,-1 1 0,1-1 1,-1 1-1,1 0 0,0 0 0,1-1 20,15-6-705,0 0 0,1 2 0,-1 1 0,1 0 0,0 1 0,1 1 0,-1 1 0,1 0 0,-1 2 0,1 0 0,-1 1 0,0 2 0,1-1 0,-1 2 0,0 1 0,0 0 0,-1 1 0,0 1 0,2 2 705,37 7-485,55 2 272,-102-18 532,0 1 1,-1-1-1,1-1 1,0 0-1,-1 0 1,1-1-1,0 0 1,-1 0-1,0-1 1,0-1-1,0 1 1,0-1-1,0-1 1,-1 0-1,0 0 0,0-1 1,0 0-1,-1 0 1,0-1-1,0 1 1,0-2-1,-1 1 1,0-1-1,-1 0 1,2-3-320,0-3 121,-2 0 0,1 0 0,-2 0 0,0-1 0,-1 0 1,0 0-1,-1 0 0,-1 0 0,0 0 0,-1 0 0,-1 0 0,-1-4-121,2 17 46,1 0 0,-1 1 0,0-1-1,1 0 1,-1 0 0,0 1 0,0-1-1,0 0 1,-1 0 0,1 1 0,0-1-1,-1 0 1,1 1 0,-1-1 0,1 0-1,-1 1 1,0-1 0,0 1 0,1-1-1,-1 1 1,0-1 0,-1 1 0,1 0-1,0-1 1,0 1 0,-1 0 0,1 0-1,0 0 1,-1 0 0,1 0 0,-1 0-1,1 0 1,-1 1 0,0-1 0,1 0-1,-1 1 1,0 0 0,1-1 0,-1 1-1,0 0 1,0 0 0,1 0 0,-1 0-1,0 0 1,1 0 0,-1 0 0,0 1-1,0-1 1,1 0 0,-1 1 0,0 0-1,1-1 1,-1 1 0,1 0 0,-1 0-1,1 0 1,-1 0 0,1 0 0,0 0-1,-1 0 1,1 1 0,0-1 0,0 0-1,0 1 1,0-1 0,0 1 0,0-1-1,0 1 1,1-1-46,-5 16 77,1 0-1,1 0 1,0 1-1,1-1 1,1 1-1,1-1 1,0 0-1,2 1 1,0-1-1,0 1 0,2-1 1,0 0-1,1-1 1,1 1-1,0-1 1,1 0-1,3 2-76,-6-12-15,0 0-1,1-1 0,0 1 0,0-1 0,0 0 1,1-1-1,0 1 0,0-1 0,0 0 1,0 0-1,1-1 0,-1 0 0,1 0 0,0-1 1,0 0-1,0 0 0,0 0 0,0-1 0,2 0 16,-5-1-183,1 1 0,-1-2 0,0 1 0,0 0 0,0-1 0,0 0 0,0 0 0,0 0 0,0-1 0,0 1 0,0-1 0,0 0 0,-1 0 0,1 0 0,-1-1 0,1 1 0,-1-1 0,0 0 0,0 0 0,0 0 0,0 0 0,0-1 183,56-154-2043,-33 59 2332,-26 98-239,1-1-1,0 0 0,-1 0 1,1 1-1,0-1 0,0 0 1,-1 1-1,1-1 0,0 1 1,1-1-1,-1 1 0,0 0 0,0-1 1,1 1-1,-1 0 0,1 0 1,-1 0-1,1 0 0,-1 0 1,1 0-1,-1 0 0,1 1 1,0-1-1,0 1 0,-1-1 0,1 1 1,0-1-1,0 1 0,0 0 1,-1 0-1,1 0 0,0 0 1,0 0-1,0 1 0,-1-1 1,1 0-1,0 1 0,0-1 0,-1 1 1,1 0-1,0-1 0,-1 1 1,1 0-1,-1 0 0,1 0 1,-1 0-1,1 1-49,61 61 1431,19 128-1055,-105-237-2654,22 37 2271,0 0-1,1 0 1,-1 0-1,2 0 1,-1 0-1,1 0 1,1 0-1,0 0 1,0 0-1,1 0 1,0 0-1,0 1 1,1 0-1,0-1 1,0 1-1,1 1 1,0-1-1,1 1 1,-1 0-1,1 0 1,1 0-1,-1 1 1,1 0-1,1 0 1,-1 1-1,1 0 0,-1 0 1,1 1-1,1 0 1,-1 0-1,1 1 1,-1 0-1,1 1 1,0 0-1,0 0 1,2 0 7,-6 3 57,0 1 1,0-1-1,0 1 0,0 0 1,-1 0-1,1 0 0,-1 1 1,1 0-1,-1 0 1,0 0-1,0 0 0,0 0 1,0 1-1,-1 0 0,0 0 1,1 0-1,-2 0 1,1 0-1,0 1 0,-1-1 1,1 1-1,-1 0 1,-1-1-1,1 1 0,-1 0 1,0 0-1,0 0 0,0 0 1,0 1-1,-1-1 1,0 0-1,0 0 0,-1 0 1,1 0-1,-1 0 0,0 0 1,-2 5-58,14 67 1017,18-55-1318,6-63-6284,-30 11 2376,-2-1 1946</inkml:trace>
  <inkml:trace contextRef="#ctx0" brushRef="#br0" timeOffset="551222.425">1407 191 11739,'0'0'4087,"0"0"-2452,0 0-965,0 0 95,0 0-54,0 0 128,14 13-222,-6-4-522,-4-4-68,0-1 1,1 1-1,-1-1 1,1 0-1,0 0 1,0 0 0,0-1-1,0 0 1,1 0-1,-1 0 1,1 0 0,0-1-1,0 0 1,-1 0-1,2-1 1,-1 0-1,0 0 1,5 0-28,-6 0 3,0 0 0,1 0 0,-1-1 0,1 1-1,-1-1 1,1-1 0,-1 1 0,1-1 0,-1 0 0,1 0 0,-1-1 0,0 1 0,0-1-1,0 0 1,0-1 0,0 1 0,0-1 0,-1 0 0,1 0 0,-1-1 0,0 1 0,1-1-1,-2 0 1,1 0 0,0 0 0,-1 0 0,0-1 0,0 0 0,0 1 0,-1-1 0,0 0-1,1 0 1,-2-1 0,1 1 0,-1 0 0,1-5-3,0 6-26,0-1 1,0 0-1,0 1 1,-1-1-1,0 0 1,0 0-1,0 1 1,-1-1-1,1 0 0,-1 0 1,0 0-1,-1 0 1,1 0-1,-1 0 1,0 0-1,0 1 1,0-1-1,-1 0 1,0 1-1,0-1 0,0 1 1,0 0-1,-1-1 1,0 1-1,0 0 1,0 0-1,0 1 1,0-1-1,-1 1 0,0 0 1,0 0-1,0 0 1,0 0-1,0 0 1,0 1-1,-1 0 1,1 0-1,-1 0 1,1 1-1,-1-1 0,0 1 1,0 0-1,0 0 1,-4 1 25,0 2-47,0 0-1,0 1 1,0 0 0,1 1 0,-1 0-1,1 0 1,0 1 0,0 0 0,0 0 0,1 1-1,0 0 1,0 0 0,0 1 0,1 0-1,0 0 1,0 1 0,1-1 0,0 1 0,0 0-1,1 1 1,0-1 0,1 1 0,-1 0-1,2 0 1,-1 0 0,1 0 0,1 0 0,-1 0-1,2 1 1,-1-1 0,1 0 0,1 5 47,0-4-472,-1-1 0,2 1 1,-1-1-1,1 0 0,1 0 1,0 0-1,0 0 1,1 0-1,0-1 0,0 1 1,1-1-1,0 0 0,0 0 1,1-1-1,0 0 0,1 0 1,-1 0-1,1-1 0,1 0 1,-1 0-1,6 3 472,43 32-2168</inkml:trace>
  <inkml:trace contextRef="#ctx0" brushRef="#br0" timeOffset="551800.645">2038 467 4417,'0'0'7398,"0"0"-3644,0 0-2075,0 0-906,0 0 27,0 0 473,10 24-121,92 182 84,-100-204-1230,1 4-7,1 0 1,-1 0-1,1-1 1,0 0-1,0 1 1,1-1-1,0-1 1,-1 1-1,2-1 1,-1 0-1,0 0 1,1 0-1,0-1 1,0 0-1,0 0 1,0 0-1,0-1 1,0 0-1,1 0 1,-1-1-1,1 1 1,0-2 0,14-83-616,-21 68 584,22-167 58,-21 180-28,0 0 0,0 0 0,0 1-1,1-1 1,-1 0 0,0 0 0,1 1-1,-1-1 1,1 1 0,-1-1 0,1 1-1,0-1 1,0 1 0,0 0 0,-1 0-1,1 0 1,0 0 0,0 0 0,0 1-1,1-1 1,-1 1 0,0-1 0,0 1-1,0 0 1,0-1 0,0 1 0,1 0-1,-1 1 1,0-1 0,0 0 0,0 1-1,0-1 1,0 1 0,1-1 0,-1 1-1,0 0 1,0 0 0,-1 0 0,1 0-1,0 0 1,0 1 0,0-1 0,0 1 2,72 64 145,-74-66-144,23 28 30,-20-22-8,1 1 0,0-1 1,0 0-1,0-1 0,1 1 0,0-1 0,0 1 1,0-2-1,1 1 0,0 0 0,0-1 0,0 0 1,0-1-1,1 1 0,-1-1 0,1-1 0,0 1 1,0-1-1,0 0 0,0 0 0,0-1 0,0 0 1,0-1-1,2 1-23,0-79 443,-8 70-425,-1 0 0,0 0 0,0 1 1,-1-1-1,0 0 0,-1 0 0,1 0 1,-2 0-1,1 1 0,-1-1 0,0 1 1,0 0-1,-1 0 0,0 0 0,-1 0 0,1 1 1,-1 0-1,0 0 0,-1 0 0,0 0 1,0 1-1,0 0 0,0 0 0,-1 1 1,1-1-1,-1 2 0,-1-1 0,1 1 1,0 0-1,-1 0 0,1 1 0,-1 0 1,0 0-1,0 1 0,0 0 0,0 0 1,0 1-1,1 0 0,-1 1 0,0-1 1,0 2-1,0-1 0,0 1 0,-6 2-18,5 0-28,1 1-1,0 0 0,0 0 0,0 1 1,0-1-1,1 2 0,0-1 0,1 1 1,-1 0-1,1 1 0,1-1 0,-1 1 1,1 0-1,1 1 0,-1-1 0,2 1 1,-1 0-1,1 0 0,0 0 0,1 0 1,0 0-1,1 1 0,-1-1 0,2 1 1,0 5 28,1-11-443,1 0 1,0 0 0,0 0-1,0 0 1,0 0 0,1 0-1,0 0 1,0-1 0,0 1-1,0-1 1,0 0 0,1 0-1,-1 0 1,1 0 0,0-1-1,0 1 1,0-1 0,0 0-1,0 0 1,0-1 0,1 1-1,-1-1 1,1 0 0,-1 0-1,1 0 1,-1-1 0,1 0-1,4 0 443,38 6-2832</inkml:trace>
  <inkml:trace contextRef="#ctx0" brushRef="#br0" timeOffset="552427.701">2699 488 5985,'0'0'5480,"0"0"-2523,0 0-1280,0 0-555,0 0-92,0 0 671,-6 19-375,-18 63-382,24-75-899,0 0 1,0 0-1,1 0 1,0 0-1,0 0 1,1 0-1,0 0 0,0-1 1,1 1-1,-1-1 1,2 0-1,-1 1 0,1-1 1,-1 0-1,2-1 1,-1 1-1,1-1 0,-1 0 1,1 0-1,1 0 1,-1-1-1,1 0 1,0 0-1,0 0 0,0-1 1,0 0-1,1 0 1,-1 0-1,1-1 0,-1 0 1,1 0-1,0-1 1,0 0-1,0 0 0,0-1 1,0 1-1,0-2 1,0 1-1,0-1-45,57-7-2929,-61 6 2387,1 0 0,0 0 0,0 0 0,-1 0 0,1-1 0,-1 0 0,0 1 0,0-1 0,0 0 0,0-1 0,0 1 0,-1 0 0,0-1 0,1 1 0,-1-1 0,0 0 0,-1 0 0,1 0 0,-1 0 0,1-4 542,26-95-5917,-6-3 6257,-2 2 9807,-14 101-4788,10 25-3381,-3-1-1074,3 10-667,1 0-1,2-1 1,2-1 0,0-1-1,2 0 1,0-2-1,2-1 1,5 2-237,-28-28-62,-1 0 0,0-1 0,0 1 0,1-1 0,-1 1 0,0-1 0,0 0 0,0 1 0,-1-1 0,1 0 0,0 0 0,-1 1 0,1-1-1,-1 0 1,1 0 0,-1 0 0,0 0 0,0 0 0,0 0 0,0 1 0,0-1 0,0 0 0,-1 0 0,1 0 0,-1 0 0,1 0 0,-1 1 0,0-1 0,1 0 0,-1 0 0,0 1 0,0-1 0,0 1 0,-1-1 0,1 1 0,0-1 0,0 1 0,-2-1 62,2-1-50,-3-7 35,-1 1 1,2-1 0,-1 0-1,1 0 1,1 0-1,0 0 1,0-1 0,1 1-1,0-1 1,1 1-1,0-1 1,1 1 0,0-1-1,1 1 1,0 0 0,0 0-1,1 0 1,1 0-1,0 0 1,0 0 0,0 1-1,1 0 1,1 0-1,0 0 1,0 1 0,1-1-1,-1 1 1,2 1-1,5-6 15,5 5 231,-1 0 0,1 1 0,1 1 0,-1 1 0,1 0 0,0 2 0,0 0 0,0 1 0,1 0 0,-1 2 0,0 1-1,1 0 1,5 2-231,-2 18-661,-22-10-2663,-5-2-4000,-6-4 1866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26:21.608"/>
    </inkml:context>
    <inkml:brush xml:id="br0">
      <inkml:brushProperty name="width" value="0.05" units="cm"/>
      <inkml:brushProperty name="height" value="0.05" units="cm"/>
      <inkml:brushProperty name="color" value="#AB008B"/>
    </inkml:brush>
    <inkml:brush xml:id="br1">
      <inkml:brushProperty name="width" value="0.05" units="cm"/>
      <inkml:brushProperty name="height" value="0.05" units="cm"/>
    </inkml:brush>
  </inkml:definitions>
  <inkml:trace contextRef="#ctx0" brushRef="#br0">471 150 5049,'0'0'1343,"0"0"593,0 0 76,0 0-581,15-19-58,8-14-798,8-12 146,9-4 2715,-47 46 2554,-35 5-5667,22 7-297,2 1 0,-1 0 0,1 1 0,1 1 0,0 1 0,0 0 0,2 2 0,0-1 0,0 2 0,1 0 0,-5 9-26,4-4 115,1 0 1,1 2 0,1-1 0,1 2 0,1-1 0,1 1 0,1 1 0,1 0 0,1 0 0,1 0 0,1 1-1,2 0 1,0-1 0,2 1 0,1 0 0,1 0 0,1-1 0,1 1 0,1-1 0,2 0 0,0 0 0,2-1-1,4 8-115,37 100 348,-14-49-274,-4 1 0,-4 1 0,-3 2 0,-4 0 0,-4 2 0,-4 0 0,-1 45-74,-12-119 34,0 0 0,-1 0 0,-1 0 0,0 0 0,-2 0 0,1-1 0,-2 1 0,0-1 1,0 0-1,-1 0 0,-1-1 0,-1 0 0,0 0 0,0-1 0,-1 1 0,-1-2 0,0 0 0,0 0 0,-1-1 0,-1 0 0,0 0 0,0-2 0,0 1 1,-1-2-1,-1 0 0,1 0 0,-1-1 0,0-1 0,-1 0 0,1-1 0,-1-1 0,0 0 0,1-1 0,-1 0 0,-2-1-34,11-1-19,1 1-31,0 1 0,0-1 1,0 0-1,0-1 0,0 1 0,0-1 0,0 0 1,0 0-1,0 0 0,0-1 0,0 0 0,0 0 1,0 0-1,0 0 0,0-1 0,0 0 0,1 0 1,-1 0-1,1-1 0,-1 0 0,1 1 0,0-1 1,0-1-1,0 1 0,1-1 0,-1 1 0,1-1 1,0 0-1,0 0 0,0-1 0,0 1 0,1-1 1,0 1-1,0-1 0,0 0 0,0 1 1,1-2 49,2 2-201,0 1 0,1-1 0,0 0 0,0 1 1,0 0-1,0-1 0,1 1 0,-1 0 0,1 0 1,-1 0-1,1 1 0,0-1 0,0 1 0,1-1 1,-1 1-1,0 0 0,1 0 0,-1 0 0,1 1 1,3-2 200,16-10-2275,67-51-8359,-50 30 7984</inkml:trace>
  <inkml:trace contextRef="#ctx0" brushRef="#br0" timeOffset="10162.498">2543 1074 6409,'0'0'1135,"0"0"1994,0 0-779,0 0-522,2-18-469,5-56 255,-6 73-1527,0 0 0,-1 0 1,1 0-1,-1 0 0,1 0 1,-1 0-1,0 0 0,0-1 0,1 1 1,-1 0-1,0 0 0,0 0 1,0-1-1,0 1 0,0 0 0,0 0 1,-1 0-1,1-1 0,0 1 0,-1 0 1,1 0-1,-1 0 0,1 0 1,-1 0-1,1 0 0,-1 0 0,0 0 1,1 0-1,-1 0 0,0 0 1,0 0-1,0 0 0,0 1 0,0-1 1,0 0-1,0 1 0,0-1 1,0 0-1,0 1 0,0-1 0,0 1 1,0 0-1,0-1 0,-1 1 1,1 0-1,0 0 0,0 0 0,0 0 1,-1 0-1,1 0 0,0 0 1,0 0-1,0 0 0,-1 1 0,1-1 1,0 0-1,0 1 0,0-1 1,0 1-1,0-1 0,0 1 0,0 0 1,0-1-1,0 1 0,0 0 1,0 0-1,0 0 0,0-1 0,0 1-87,-8 13 148,0 1-1,1 0 0,1 0 0,0 0 0,1 1 0,0 0 0,2 1 0,0-1 0,0 1 1,2-1-1,0 1 0,1 0 0,0 0 0,2 0 0,0 0 0,2 10-147,0-19-4,0 0-1,1 0 1,-1 0-1,2 0 0,-1 0 1,1-1-1,0 0 1,0 0-1,1 0 0,0-1 1,0 0-1,1 0 1,0 0-1,0-1 1,0 0-1,1-1 0,-1 1 1,1-1-1,0-1 1,0 0-1,0 0 1,1 0-1,-1-1 0,1 0 1,0-1-1,-1 0 1,1 0-1,0-1 0,0 0 1,-1 0-1,1-1 1,0-1-1,-1 1 1,1-1-1,-1-1 0,1 1 1,-1-1-1,0-1 1,0 0-1,0 0 0,-1 0 1,1-1-1,-1 0 1,0-1-1,-1 1 1,2-2 4,4-11-141,-1 1-1,0-1 1,-2-1 0,0 0 0,-1 0 0,-1-1 0,0 0 0,-2 0 0,0 0 0,-2-1 0,0 0 0,-1 1 0,-1-1 0,-1 0 0,-1 0 0,-2-16 141,2 33 2,1 0 0,-1 1 0,0-1 0,0 0 0,-1 1 0,1-1 0,0 1 0,-1-1-1,0 1 1,0 0 0,0-1 0,0 1 0,-1 0 0,1 1 0,-1-1 0,0 0 0,0 1 0,0-1 0,0 1 0,0 0 0,0 0 0,-1 0-1,1 0 1,-1 1 0,1 0 0,-1-1 0,0 1 0,1 0 0,-1 1 0,0-1 0,0 1 0,0-1 0,-3 2-2,-131 17 81,127-15-89,1 0-1,0 1 0,0 0 0,0 1 0,1 0 0,-1 1 0,1 0 1,1 0-1,-1 1 0,1 0 0,0 1 0,0 0 0,1 0 1,0 0-1,1 1 0,0 0 0,0 0 0,1 1 0,0 0 0,1 0 1,0 0-1,0 1 9,5-7-351,1-1 1,0 1 0,-1 0 0,1-1-1,1 0 1,-1 1 0,0-1 0,1 0-1,0 0 1,-1 0 0,1 0 0,1-1-1,-1 1 1,0-1 0,0 0 0,1 0-1,-1 0 1,1 0 0,0-1-1,0 1 1,-1-1 0,1 0 0,0 0-1,0 0 1,0-1 0,0 1 0,0-1-1,0 0 1,0 0 0,0-1 0,0 1-1,0-1 1,0 0 0,0 0 0,0 0-1,0 0 1,-1-1 0,1 0-1,1 0 351,29-11-2301</inkml:trace>
  <inkml:trace contextRef="#ctx0" brushRef="#br0" timeOffset="10460.409">2601 290 6809,'0'0'7078,"0"0"-3949,0 0-1312,0 0-460,0 0-125,0 0 94,-1 27 303,1-22-1530,-1 16 164,1 0 0,0-1 0,2 1 0,0-1 0,2 1 0,0-1 0,1 0 0,1 0 0,5 9-263,186 316 1814,-52-107-1912,-138-224-174,14 26-6,-16-13-3188,-5-27 777,0-4-1853,-11-42-4616,4 17 2916</inkml:trace>
  <inkml:trace contextRef="#ctx0" brushRef="#br0" timeOffset="10865.988">3143 812 5633,'0'0'8165,"0"0"-4546,0 0-1521,0 0-479,0 0 19,0 0 83,3-10-634,11-28-521,-13 37-552,0 1 1,0-1 0,0 1 0,1-1-1,-1 1 1,0 0 0,0 0 0,0-1-1,0 1 1,1 0 0,-1 0 0,0 0-1,0 1 1,0-1 0,1 0-1,-1 0 1,0 0 0,0 1 0,0-1-1,0 1 1,0-1 0,0 1 0,1-1-1,-1 1 1,-1 0 0,1-1 0,0 1-1,0 0 1,0 0 0,0 0 0,0 0-1,-1 0 1,1 0 0,0 0 0,-1 0-1,1 0 1,-1 0 0,1 0 0,-1 0-1,1 0 1,-1 1-15,2 1 49,98 181 1265,-89-156-1204,1-1 1,0-1-1,2 0 0,1-1 0,2 0 1,0-2-1,9 9-110,-17-21-15,0-1 0,1 0 0,0-1 0,1 0 0,0-1 0,0 0 0,1-1 0,0 0 0,0-1 0,1 0 0,-1-1 0,1-1 0,1 0 0,-1 0 0,0-1 0,1-1 0,0 0 0,-1-1 0,1-1 0,8 0 15,-19-4-193,0 1 1,0-1-1,0 0 0,-1 1 1,1-1-1,-1 0 0,0 0 1,0-1-1,0 1 1,-1 0-1,0-1 0,0 1 1,0-1-1,0 1 0,0-1 1,-1 1-1,0-1 1,0 0-1,0 1 0,-1-3 193,1 4-301,0-151-16947,0 130 13482</inkml:trace>
  <inkml:trace contextRef="#ctx0" brushRef="#br0" timeOffset="11174.304">3609 751 3609,'0'0'5422,"0"0"-433,0 0-2706,0 0-802,0 0 359,0 0 239,-21 6-600,5-3-1230,9-2-170,0 0-1,1 0 1,-1 1-1,1 0 1,-1 0-1,1 1 1,0 0-1,0 0 1,0 0-1,0 1 1,0-1-1,1 1 1,0 1-1,0-1 1,0 1-1,0 0 1,1 0-1,0 0 1,0 1-1,-3 4-78,-76 160 1053,8 4 0,0 24-1053,68-173 65,15-23-5274,24-39-4939,-31 36 10063,22-30-2859</inkml:trace>
  <inkml:trace contextRef="#ctx0" brushRef="#br0" timeOffset="8837.797">1032 1358 5353,'0'0'1941,"0"0"4048,0 0-3106,0 0-1296,0 0-240,20-21 25,65-71-255,53-109 772,-126 179-1693,-6 12-171,-1 0 0,0-1 0,-1 1 0,0-1 0,0 1 0,-2-1-1,1 0 1,-1-1 0,-1 1 0,0 0 0,0-11-25,-4 20-3,0-1 0,0 1 0,0 0 0,0 0 0,0 0 0,-1 1 0,1-1 0,-1 1 0,1-1 0,-1 1 0,1 0 0,-1 1 0,0-1 0,1 0 0,-1 1 0,0 0 0,0 0 0,1 0 0,-1 1 0,0-1-1,1 1 1,-1 0 0,0 0 0,1 0 0,-1 0 0,1 1 0,-1-1 3,-10 8 91,0 1 0,0 0 0,1 0-1,0 2 1,1 0 0,1 0 0,0 1 0,0 0-1,1 1 1,1 0 0,0 0 0,1 1-1,1 0 1,0 1 0,1 0 0,1 0-1,-3 12-90,4-19 49,0 0 0,0 1-1,1-1 1,0 1-1,1-1 1,0 1 0,1 0-1,0 0 1,0 0-1,1 0 1,0 0 0,1 0-1,0 0 1,1-1-1,0 1 1,0 0 0,1-1-1,0 1 1,1-1 0,0 0-1,1 0 1,-1 0-1,2-1 1,-1 0 0,1 0-1,0 0 1,1 0-1,0-1 1,0 0 0,1-1-1,0 0 1,0 0-1,0 0 1,1-1 0,-1-1-1,3 2-48,12 1 21,1 0 0,0-2-1,0 0 1,0-2 0,1 0 0,-1-2-1,1-1 1,-1-1 0,1 0 0,-1-2-1,0-1 1,0-1 0,0-2 0,0 0-1,-1-1 1,0-1 0,-1-1 0,5-4-21,44-65-480,-67 7-4826,-39 24-7905,23 35 6435</inkml:trace>
  <inkml:trace contextRef="#ctx0" brushRef="#br0" timeOffset="9228.384">1691 167 9162,'0'0'1694,"0"0"2313,0 0-1685,0 0-847,0 0-59,0 0 315,0 19-174,-29 198 986,-74 107-1460,86-296-2091,-11-33-6879,1-29-110,14 11 6795,11 20 1456,-14-28-1682</inkml:trace>
  <inkml:trace contextRef="#ctx0" brushRef="#br0" timeOffset="9493.155">1411 154 7618,'0'0'1421,"0"0"3496,0 0-2347,0 0-1455,0 0 92,0 0 649,10 16-186,148 183 1273,-98-143-2768,64 74 612,-70-18-5647,-43-77-4324,-4-24 5959</inkml:trace>
  <inkml:trace contextRef="#ctx0" brushRef="#br0" timeOffset="12464.992">4605 793 13515,'0'0'3726,"0"0"-2187,0 0-783,0 0 44,0 0 322,0 0-130,24-2-206,183-31 621,3-16 391,-66 37-4695,-170 22-6381,14-4 6092,-13 3-1461</inkml:trace>
  <inkml:trace contextRef="#ctx0" brushRef="#br0" timeOffset="12886.575">4691 1067 6121,'0'0'1535,"0"0"3270,0 0-2101,0 0-1108,0 0-125,24-4 285,156-22 799,-70 12-2020,-1-5 0,-1-5 0,76-28-535,-178 44-1990,-39-4-10702,27 6 11012</inkml:trace>
  <inkml:trace contextRef="#ctx0" brushRef="#br1" timeOffset="338604.669">711 2460 10266,'0'0'2153,"0"0"-733,0 0-225,0 0 323,-2-6 418,-6-20-178,6 20-505,2 11 45,3 24-973,2-1-1,1-1 1,1 1-1,1-1 1,1 0 0,2-1-1,13 24-324,13 14-114,-20-39-2544,-18-24-2833,-9-3 2049,-11-11-993,-6-5 2259</inkml:trace>
  <inkml:trace contextRef="#ctx0" brushRef="#br1" timeOffset="338853.649">380 2422 968,'0'0'9282,"0"0"-6873,0 0-1185,0 0-384,0 0-328,0 0 432,0 0 17,93 0 263,-35-4-272,15-4-136,6-3-232,0-1-175,-7 3-185,-11 3-224,-15 4-305,-11 2-2247,-14 0-2681,-14 0-88</inkml:trace>
  <inkml:trace contextRef="#ctx0" brushRef="#br1" timeOffset="339134.004">608 2912 8122,'0'0'776,"0"0"4161,0 0-3665,0 0-496,0 0 409,0 0 655,0 0-848,138 2-592,-103-4-208,2-2-192,0-2-72,-2-1-1096,7-7-2969,-7-1-1920,-10-2 3936</inkml:trace>
  <inkml:trace contextRef="#ctx0" brushRef="#br1" timeOffset="339546.819">1123 2644 5193,'0'0'8402,"0"0"-5343,0 0-1961,0 0 514,3 19-186,47 140 218,19-70-3242,-67-94-6956,-2-19 6105,-11-17 568,6 29 2119,1 0-1,0 0 1,1-1-1,0 1 0,1-1 1,0 1-1,1-1 0,0 0 1,1 0-1,1 0 1,0 1-1,1-1 0,0 0 1,1 1-1,0 0 1,1-1-1,0 1 0,1 1 1,1-3-238,-4 11 83,0 1 0,0 0 0,0-1 0,1 1 0,-1 0 1,1 0-1,-1 0 0,1 0 0,0 1 0,-1-1 0,1 1 1,0-1-1,0 1 0,0 0 0,0 0 0,0 1 0,1-1 1,-1 1-1,0-1 0,0 1 0,0 0 0,1 0 0,-1 0 1,0 1-1,0-1 0,0 1 0,0 0 0,0-1 0,0 1 1,0 1-1,0-1 0,0 0 0,0 1 0,0 0 0,-1-1 1,1 1-1,-1 0 0,1 0 0,1 2-83,82 99 2887,37 69-1294,-89-154-4415,-31-19 2284,0 0-1,-1-1 1,1 0 0,-1 1-1,0-1 1,0 0 0,1 0-1,-1 0 1,0 0 0,0-1-1,-1 1 1,1 0-1,-1-1 1,1 0 0,-1 1-1,0-1 1,1 0 0,-1 1-1,-1-1 1,1 0 0,0 0-1,-1 0 1,0 0 0,1-2 538,4-25-4444</inkml:trace>
  <inkml:trace contextRef="#ctx0" brushRef="#br1" timeOffset="339812.316">1546 2054 5145,'0'0'7920,"0"0"-4563,0 0-1275,0 0-891,0 0-456,0 0 397,2 22 115,39 166 611,118 112-532,-29-117-3206,-124-173-582,-9-9-5399,-8-7 1678,4 0 6702,-14-12-2164</inkml:trace>
  <inkml:trace contextRef="#ctx0" brushRef="#br1" timeOffset="340142.167">1330 2370 9618,'0'0'5161,"0"0"-3344,0 0-1121,0 0-280,0 0 128,135 8 400,-51-2-336,11-1-208,8-5-400,20 0-360,-25 0-3929,-24-9-4120</inkml:trace>
  <inkml:trace contextRef="#ctx0" brushRef="#br1" timeOffset="340671.823">2112 2671 6633,'0'0'6877,"0"0"-3818,0 0-1347,0 0-37,0 0-354,0 0-552,2-12-393,10-114-291,-15 123-90,0 0-1,-1 0 1,1 0-1,0 1 1,-1-1-1,0 1 1,1 0-1,-1-1 1,0 2-1,0-1 1,0 0-1,0 1 1,-1 0-1,1 0 1,0 0-1,-1 1 1,1-1-1,0 1 1,-1 0-1,1 0 1,0 0-1,-1 1 1,1 0-1,0 0 0,-1 0 1,1 0-1,0 1 1,0-1-1,0 1 1,0 0-1,0 0 1,1 1-1,-1-1 1,1 1-1,-1-1 1,1 1 5,-1 1 6,1 0-1,0 0 1,0 1 0,0-1 0,1 1-1,-1-1 1,1 1 0,0 0 0,0-1 0,1 1-1,-1 0 1,1 0 0,0 1 0,1-1-1,-1 0 1,1 0 0,0 0 0,0 0 0,1 1-1,0-1 1,-1 0 0,2 0 0,-1 0-1,0 0 1,1 0 0,0-1 0,0 1 0,1 0-1,-1-1 1,1 1 0,0-1 0,0 0-1,1 0 1,-1 0 0,1-1 0,2 3-6,15 5-45,1-1 1,1 0-1,0-2 0,0 0 1,0-2-1,1 0 1,0-2-1,1 0 1,-1-2-1,0-1 0,1-1 1,-1-1-1,0-1 1,1-1 44,-19 2-60,0 0 1,-1-1-1,1 0 1,-1 0-1,1-1 1,-1 1-1,0-1 1,0 0-1,0-1 1,0 1-1,-1-1 1,0 0-1,1 0 1,-1 0-1,0 0 0,-1-1 1,1 0-1,-1 0 1,0 0-1,0 0 1,-1 0-1,0-1 1,1 1-1,-2-1 1,1 1-1,-1-1 1,0 0-1,0 1 1,0-1-1,-1 0 1,0 0-1,0 0 1,0 0-1,-1 0 1,0 1-1,0-1 1,-1 0-1,1 1 1,-1-1-1,-2-3 60,-29-29 924,33 37-899,0 0 0,-1 1 0,1-1 0,-1 1 0,1-1 0,-1 1 0,1-1 0,-1 1 0,1-1 0,-1 1 0,1-1 0,-1 1 0,1 0 0,-1-1 0,0 1 0,1 0 0,-1 0 0,0-1 0,1 1 0,-1 0 0,0 0 0,1 0 0,-1 0 0,0 0 0,0 0 0,1 0 0,-1 0 0,0 0 0,1 0 0,-1 0 0,0 1 0,1-1 0,-1 0 0,0 0 0,1 1 0,-1-1 0,0 0 0,1 1 0,-1-1 0,1 1 0,-1-1-1,1 1 1,-1-1 0,1 1 0,-1-1 0,1 1 0,0-1 0,-1 1 0,1-1 0,-1 1 0,1 0 0,0-1 0,0 1 0,0 0 0,-1-1 0,1 1 0,0 0 0,0-1 0,0 1 0,0 0 0,0 0 0,0-1 0,0 1 0,0 0-25,-1 4 20,1-1-1,0 1 1,0 0-1,0 0 1,0 0-1,1 0 1,-1 0-1,1-1 1,0 1-1,1 0 0,-1 0 1,1-1-1,0 1 1,0-1-1,1 0 1,-1 0-1,1 1 1,0-2-1,0 1 1,0 0-1,1-1 1,-1 1-1,1-1 0,0 0 1,0 0-1,0 0 1,0-1-1,0 1 1,0-1-1,1 0 1,-1-1-1,4 2-19,12 3 59,0 0 0,1-2-1,-1 0 1,1-1 0,0-1-1,0-1 1,0-1 0,0-1-1,9-2-58,-25 1 5,-1-1-1,1 0 0,-1 0 1,0 0-1,0-1 0,0 0 1,0 1-1,-1-1 0,1-1 1,-1 1-1,0 0 0,-1-1 1,1 0-1,-1 1 0,0-1 1,0 0-1,0 0 0,-1 0 1,1 0-1,-1-1 0,0 1 1,-1 0-1,0-1 0,1 1 1,-2 0-1,1-1 1,-1 1-1,1 0 0,-1 0 1,-1 0-1,1-1 0,-1 1 1,0 0-1,0 1 0,0-1 1,-1 0-1,0 1 0,0-1 1,0 1-1,0 0 0,-1 0 1,1 0-1,-5-3-4,-2 2-7,0 0 0,-1 0-1,0 1 1,1 0 0,-1 1 0,-1 0 0,1 1-1,0 0 1,0 1 0,-1 0 0,1 1 0,-1 0-1,1 1 1,-1 0 0,1 1 0,0 0 0,0 1-1,0 0 1,0 1 0,0 0 0,1 0 0,-1 1-1,1 1 1,0 0 0,1 0 0,0 1 0,0 0-1,0 1 1,1 0 0,-2 2 7,-33 38-1553,4 5-4626,18-14-1356</inkml:trace>
  <inkml:trace contextRef="#ctx0" brushRef="#br1" timeOffset="341075.954">2531 2550 4481,'0'0'7175,"0"0"-3884,0 0-1365,0 0-347,0 0-509,0 0-226,15 11-93,14 9-663,-2 1 0,0 2 1,-1 0-1,-1 2 1,-1 1-1,-2 1 1,0 0-1,-2 2 1,-1 0-1,-2 2 1,0 0-1,-2 0 1,-2 2-1,-1 0 0,-1 0 1,-2 1-1,-1 0 1,-1 7-89,-6-19-3,1-19 2,-1 1-1,1 0 1,-1 0 0,0 0-1,0 0 1,-1 0 0,1 0 0,-1 0-1,0 0 1,0 1 0,0-1-1,-1 0 1,0 0 0,1 0 0,-1 0-1,-1 0 1,1 0 0,0-1-1,-1 1 1,0 0 0,0-1 0,0 1-1,0-1 1,-1 1 0,1-1-1,-1 0 1,0 0 0,0 0 0,0-1-1,0 1 1,-1-1 0,1 1-1,0-1 1,-1 0 0,0-1-1,-2 2 2,-112-23-1099,112 17 739,1 0-1,0 0 0,0 0 0,0-1 0,0 0 0,0 0 0,1 0 0,0-1 0,-1 0 0,2 0 0,-1 0 0,1 0 0,0 0 0,0-1 0,0 1 0,0-1 0,1 0 0,0 1 0,0-3 361,-5-105-6464,7 62 5444</inkml:trace>
  <inkml:trace contextRef="#ctx0" brushRef="#br1" timeOffset="341701.07">2915 2550 6465,'0'0'6630,"0"0"-3991,0 0-1324,0 0 76,0 0-201,0 0-529,42 41-26,46 52-1015,-91-89-2684,-17-6 1817,14-2 1220,0-1 0,1 1 0,-1-1 0,1 0 0,0 0-1,0-1 1,1 0 0,-1 1 0,1-2 0,1 1-1,-1 0 1,1-1 0,0 1 0,0-1 0,1 0 0,0 0-1,0 0 1,1 0 0,0 0 0,0-1 0,0 1-1,1 0 1,1-1 0,-1 1 0,1 0 0,1-6 27,-1 11 12,0-1-1,0 0 1,0 0 0,1 0 0,-1 1 0,1-1 0,-1 1 0,1-1 0,0 1-1,0 0 1,0 0 0,0 0 0,1 0 0,-1 0 0,1 0 0,-1 0 0,1 1 0,-1-1-1,1 1 1,0 0 0,0 0 0,0 0 0,-1 0 0,1 0 0,0 1 0,0-1-1,0 1 1,0 0 0,0 0 0,0 0 0,0 0 0,0 0 0,0 1 0,1 0-12,100 31 499,-26 60 407,-72-81-859,2 0 1,-1-1-1,1 0 1,0 0 0,1-1-1,0 0 1,1 0-1,0-1 1,0 0-1,1-1 1,0 0-1,0-1 1,2 1-48,-10-6 9,-1 0-1,0 0 1,0 0 0,1-1-1,-1 1 1,0-1 0,1 0 0,-1 1-1,1-1 1,-1 0 0,0 0-1,1 0 1,-1-1 0,1 1 0,-1-1-1,0 1 1,1-1 0,-1 0-1,0 0 1,0 0 0,0 0 0,1 0-1,-1 0 1,0-1 0,0 1-1,-1-1 1,1 1 0,0-1 0,0 0-1,-1 1 1,1-1 0,-1 0-1,0 0 1,1 0 0,-1-1 0,0 1-1,0 0 1,-1 0 0,1 0-1,0-1 1,-1 1 0,1-1 0,-1 1-1,1-2-8,1-120 128,-3 105-118,2 15-19,-1-1 1,1 0-1,-1 0 0,0 1 0,0-1 0,0 0 0,-1 0 0,1 0 1,-1 1-1,0-1 0,-1 0 0,1 1 0,-1-1 0,0 1 0,0 0 1,0 0-1,-1-1 0,1 1 0,-1 1 0,0-1 0,0 0 0,-1 1 1,1-1-1,-1 1 0,0 0 0,1 0 0,-1 1 0,-1-1 0,1 1 1,0 0-1,0 0 0,-1 0 0,1 0 0,-1 1 0,0 0 1,1 0-1,-1 0 0,0 1 0,0-1 0,0 1 0,1 0 0,-1 1 1,0-1-1,0 1 0,1 0 0,-1 0 0,0 0 0,1 1 0,-1-1 1,-1 2 8,-2 4-38,1-1 1,-1 2 0,2-1-1,-1 1 1,1 0 0,0 0 0,0 0-1,1 1 1,0 0 0,1 0 0,0 0-1,1 1 1,-3 8 37,5-14-374,0 1 0,0-1-1,0 0 1,1 1 0,-1-1 0,1 1-1,0-1 1,1 1 0,-1-1-1,1 0 1,0 1 0,0-1 0,0 0-1,0 1 1,1-1 0,0 0 0,0 0-1,0 0 1,0 0 0,2 2 374,20 17-3031</inkml:trace>
  <inkml:trace contextRef="#ctx0" brushRef="#br1" timeOffset="342918.511">3365 2456 5881,'0'0'6568,"0"0"-4003,0 0-1580,0 0-50,0 0 238,3 20-1,18 63-185,-18-77-929,1-1 1,-1 1 0,1-1-1,0 0 1,1 0-1,-1 0 1,1-1 0,0 0-1,0 0 1,0 0 0,1 0-1,0-1 1,-1 0-1,1 0 1,0 0 0,0-1-1,1 0 1,-1 0 0,0-1-1,1 1 1,-1-2-1,7 1-58,-9 0 16,0 0 32,72 4-1460,-49-36-5057,-25-32 2090,-3 20 4612,1-7 5172,0 50-4839,1 3-64,91 188 3068,-83-246-3502,-9 44-66,0 0-1,0 0 1,1 0 0,0 1 0,1-1-1,1 0 1,-1 1 0,1-1-1,1 1 1,0 0 0,1 0 0,0 0-1,0 1 1,1 0 0,0 0 0,1 0-1,4-4-1,-4 11 11,0 0-1,-1 1 0,1 0 0,0 1 1,0-1-1,0 1 0,0 1 1,0-1-1,-1 1 0,1 0 0,0 1 1,0-1-1,-1 1 0,1 1 1,-1-1-1,0 1 0,1 1 0,-1-1 1,-1 1-1,1 0 0,0 0 1,-1 0-1,0 1 0,0 0 0,-1 0 1,1 0-1,-1 1 0,2 2-10,7 4 90,67 36 708,-59-113-723,27-51-491,-34 151 415,-13-29 24,1 0 1,-1 0-1,1 0 1,0-1-1,1 1 0,-1 0 1,1-1-1,0 0 1,0 0-1,1 1 1,0-2-1,0 1 1,0 0-1,0-1 0,1 0 1,-1 0-1,1 0 1,0-1-1,0 1 1,1-1-1,-1 0 1,1-1-1,-1 0 0,1 1 1,0-2-1,0 1 1,0-1-1,0 0 1,0 0-1,0 0 1,4-1-24,-6-3 8,0 0 1,0 0 0,-1-1-1,1 0 1,-1 1 0,0-1-1,0 0 1,-1-1 0,1 1-1,-1 0 1,0-1 0,0 0-1,0 1 1,0-1 0,-1 0-1,0 0 1,0 0 0,0 0 0,-1 0-1,0 1 1,0-6-9,2 3 23,12-79 152,-14 85-115,0 40 320,0-30-262,-2-4-94,0 0 0,1 0 0,0 0 0,1 0 0,-1 1 0,1-1 0,0 0-1,0 0 1,0 0 0,1 1 0,0-1 0,0 0 0,0 0 0,1 0 0,0 0 0,-1 0 0,2 0 0,-1-1 0,1 1 0,-1-1 0,1 1 0,0-1 0,1 0 0,-1 0 0,1-1 0,0 1 0,0-1-1,0 1 1,0-1 0,1-1 0,-1 1 0,1 0 0,-1-1 0,1 0 0,0 0 0,0-1 0,0 1 0,2-1-24,-4 0 6,0-1 0,0 0 0,0 0 0,0 0 0,0-1 0,-1 1 0,1 0 0,0-1 0,0 0 0,0 0 0,0 0 0,-1 0 0,1 0 0,0-1 0,-1 1 0,1-1 0,-1 0 0,0 1 0,1-1 0,-1 0 0,0 0 0,0-1 0,0 1 0,-1 0 0,1-1 0,0 1 0,-1-1 0,0 1-1,1-1 1,-1 0 0,0 0 0,0 1 0,-1-1 0,1 0 0,-1 0 0,1 0 0,-1 0 0,0 0 0,0 0 0,0 0 0,-1-2-6,2 1-4,0 0-1,0 0 0,-1 0 1,1-1-1,-1 1 1,-1 0-1,1 0 0,0 0 1,-1-1-1,0 1 0,0 0 1,0 0-1,0 0 0,-1 0 1,0 0-1,1 1 1,-1-1-1,-1 0 0,1 1 1,-1-1-1,1 1 0,-1 0 1,0 0-1,0 0 1,0 0-1,0 1 0,-1-1 1,1 1-1,-1 0 0,0 0 1,1 0-1,-1 0 0,0 0 1,0 1-1,0 0 1,0 0-1,-1 0 0,0 0 5,-133-5-93,134 6 16,0 0 1,-1 1-1,1-1 0,0 1 0,-1 0 0,1 0 1,0 0-1,0 1 0,0-1 0,0 1 0,0 0 1,0 1-1,0-1 0,1 0 0,-1 1 0,1 0 0,0 0 1,0 0-1,0 0 0,0 1 0,0-1 0,1 1 1,-1-1-1,1 1 0,0 0 0,0 0 0,0 0 1,1 0-1,-1 2 77,3-2-404,1-1 0,0 0 0,0-1 0,0 1 0,0 0 0,0-1-1,0 1 1,0-1 0,1 1 0,0-1 0,-1 0 0,1 0 0,0 0 0,0-1 0,0 1 0,0-1 0,0 1 0,0-1 0,0 0 0,1 0 0,-1 0 0,0-1 0,1 1 0,-1-1 0,1 0 0,-1 0 0,0 0 0,1 0 0,-1-1-1,2 0 405,2 2-657,46 2-2213</inkml:trace>
  <inkml:trace contextRef="#ctx0" brushRef="#br1" timeOffset="343401.475">4913 2129 6545,'0'0'5251,"0"0"-3063,0 0-979,0 0 15,0 0 277,0 0 193,-7-9-387,-19-29-407,24 36-852,-1 1 0,1 0 0,0 0 0,0 0 0,-1 0 0,1 0 0,0 1 0,-1-1 0,1 1-1,-1-1 1,1 1 0,0 0 0,-1 0 0,1 0 0,-1 0 0,1 0 0,-1 1 0,1-1 0,-1 1 0,1-1-1,0 1 1,0 0 0,-1 0 0,1 0 0,0 0 0,0 1 0,0-1 0,0 1 0,0-1 0,0 1 0,0 0-1,1-1 1,-1 1 0,0 0-48,0 0 42,-3 1-16,1 1-1,-1-1 0,0 1 0,1 0 0,0 1 0,0-1 1,0 1-1,0-1 0,1 1 0,0 0 0,0 1 0,0-1 1,1 0-1,0 1 0,0 0 0,0-1 0,0 1 0,1 0 1,0 0-1,1 0 0,-1 0 0,1 0 0,0 0 0,1 4-25,2-6 14,1-1-1,0 0 1,0 0-1,0 0 0,1-1 1,-1 0-1,1 0 0,-1 0 1,1 0-1,0 0 1,-1-1-1,1 0 0,0 0 1,0-1-1,0 1 0,0-1 1,0 0-1,0 0 1,4-1-14,6 2 35,-5 0-41,-6-2 9,-1 0 1,1 1 0,0 0 0,-1-1-1,1 1 1,0 1 0,-1-1 0,1 1-1,0-1 1,-1 1 0,1 0 0,-1 0-1,1 1 1,-1-1 0,0 1 0,1-1-1,-1 1 1,0 0 0,0 0 0,0 1-1,0-1 1,-1 1 0,1-1 0,-1 1-1,0 0 1,1 0 0,-1 0-1,0 0 1,-1 0 0,1 0 0,0 1-1,-1-1 1,0 1-4,0 5 77,-2 0-1,1 0 1,-1 0-1,0-1 1,-1 1-1,0 0 1,-1-1-1,1 0 1,-2 1 0,1-1-1,-1 0 1,0-1-1,-1 1 1,0-1-1,0 0 1,0 0-1,-1 0 1,0-1-1,-1 0 1,1 0-1,-1 0 1,0-1-1,-1 0 1,1 0-1,-1-1 1,-7 3-77,-4 2 29,-1 0 0,0-1 0,0-2-1,-1 0 1,0-1 0,0-1 0,0 0 0,-1-2 0,-6-1-29,-67 2-7710,66-3-1049</inkml:trace>
  <inkml:trace contextRef="#ctx0" brushRef="#br1" timeOffset="344105.471">2908 3785 6529,'0'0'5786,"0"0"-3132,0 0-1780,0 0-348,0 0 573,-6 23 518,-30 176 895,38-192-2469,1-1 0,-1 1 0,1 0 0,0-1 0,1 1 0,-1-1 0,1 0 0,1 0 0,-1-1 0,1 1 0,0-1 0,0 0 0,1 0 0,-1 0 0,1-1 0,0 0 0,0 0 0,1-1 0,-1 0 0,1 0 0,-1 0 0,1-1 0,0 0 0,0 0 1,0 0-1,1-1 0,-1 0 0,0-1 0,0 0 0,0 0 0,1 0 0,-1-1 0,0 0 0,0 0 0,0-1 0,0 0 0,6-3-43,-6 3 1,0-1 0,0 1 0,0-2-1,0 1 1,-1-1 0,1 0 0,-1 0 0,0-1 0,0 0 0,-1 0 0,1 0-1,-1-1 1,0 1 0,-1-1 0,1-1 0,-1 1 0,-1 0 0,1-1 0,-1 0-1,0 0 1,0 0 0,-1 0 0,0 0 0,-1-1 0,1 1 0,-1-1 0,-1 1 0,1-1-1,-1 1 1,-1-1 0,1 1 0,-1-1 0,0 1 0,-1-1 0,0 0-1,-2-1-8,0 1 1,-1 0 0,0 0 0,0 0-1,-1 1 1,0 0 0,0 0 0,0 0-1,-1 1 1,0 0 0,-1 0 0,1 0-1,-1 1 1,0 0 0,0 1 0,-1 0-1,1 0 1,-1 1 0,0 0 0,0 1-1,0-1 1,0 2 0,0-1 0,-1 2-1,1-1 1,0 1 0,-1 0 0,1 1-1,0 0 1,0 0 0,0 1 0,-3 1 7,8-1-24,1-1 0,-1 0 0,1 1 0,-1-1 0,1 1 0,0 0 0,0 0 0,0 0 0,0 1 0,0-1 0,1 1 0,-1 0 0,1-1 0,-1 1 0,1 0 1,0 0-1,0 1 0,0-1 0,1 0 0,-1 1 0,1-1 0,0 1 0,0-1 0,0 1 0,0 3 24,22 54-4777,64-21-3900,-43-33 6936</inkml:trace>
  <inkml:trace contextRef="#ctx0" brushRef="#br1" timeOffset="344418.925">2997 3297 9122,'0'0'4164,"0"0"-1984,0 0-430,0 0 270,0 0-494,0 0-549,2 12 92,128 316 3023,-123-310-4049,10 31-163,2-2 1,2 0 0,2-2 0,2 0-1,2-1 1,18 20 119,-43-64-9145,-3-14 2807,-4-3 3100</inkml:trace>
  <inkml:trace contextRef="#ctx0" brushRef="#br1" timeOffset="345151.852">3395 3697 5801,'0'0'1351,"0"0"2046,0 0-1637,0 0-569,-1-17-23,0-6-712,-2-54 2789,3 77-1884,8 29 1615,63 159 904,-64-173-3831,0 0 0,0-1 0,2 0 0,0 0 0,0 0-1,1-1 1,1-1 0,0 0 0,1 0 0,0-1 0,1-1-1,0 0 1,0-1 0,1 0 0,0-1 0,1 0 0,8 2-49,-21-12-18,1 0 0,-1 0 0,0 0 0,1 0 0,-1 0 0,0 0 0,0-1 0,0 1 0,-1-1 0,1 1 1,0-1-1,-1 0 0,0 0 0,0 0 0,0 0 0,0 1 0,0-1 0,0 0 0,-1-1 0,0 1 0,1 0 1,-1 0-1,0 0 0,0 0 0,-1 0 0,1 0 0,-1 0 0,0 0 0,1 0 0,-1 0 0,-1-2 18,2-15-98,62-299-139,-44 264-401,-17 55 262,-1 0 12,0 0 116,0 0-235,0 0-337,0 0-743,0 1-3155,0 1 1493,0 1-2144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32:14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0 179 5833,'0'0'1641,"0"0"2249,0 0-1416,0 0-1371,0 0-202,0 0 925,10 21 694,13 38-1285,-15-32-907,1-1 0,1 0 0,1-1 1,1 0-1,1-1 0,2 0 0,0-1 0,1-1 1,2 0-1,0-1 0,1-1 0,17 14-328,48-16-6,-81-21-10,0 0-1,0-1 1,-1 1 0,1-1 0,-1 1 0,1-1 0,-1 0 0,0 0-1,0 0 1,-1 0 0,1 0 0,-1 0 0,0 0 0,0-1 0,-1 1-1,1 0 1,-1-1 0,0 1 0,0 0 0,-1-4 16,3-3-36,35-359-235,14 242 269,-33 172-12668,-17-42 11287,6 15-2558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32:13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93 6465,'0'0'5298,"0"0"-3217,0 0-1071,0 0 79,9 20 230,34 63-36,-37-75-1165,0-2-1,1 1 0,0 0 0,0-1 1,0-1-1,1 1 0,0-1 0,0 0 1,0-1-1,1 0 0,-1 0 1,1-1-1,0 0 0,0-1 0,0 0 1,1 0-1,-1-1 0,0 0 0,1 0 1,8-2-118,-14 2 8,1-1 1,1 3-4,0-1 0,0 0 0,0 0 0,0-1 0,1 0 0,-1 0 0,1 0 0,-1-1 0,0 1 0,1-2 0,-1 1 1,1-1-1,-1 0 0,0 0 0,1-1 0,-1 0 0,0 0 0,0 0 0,0-1 0,0 0 0,-1 0 0,1 0 0,-1-1 0,0 0 1,0 0-1,0 0 0,0 0 0,-1-1 0,0 0 0,0 0 0,0 0 0,0-1 0,-1 1 0,0-1 0,0 0 0,-1 0 0,1 0 1,0-3-6,-2 3 18,0 0 1,-1-1 0,1 1 0,-1-1 0,-1 1 0,1 0 0,-1-1 0,0 1 0,-1 0 0,1 0-1,-1 0 1,0 0 0,-1 0 0,1 0 0,-1 0 0,0 1 0,-1 0 0,1-1 0,-1 1 0,0 0 0,-1 1-1,1-1 1,-1 1 0,0 0 0,0 0 0,0 0 0,0 1 0,-1 0 0,1 0 0,-1 0 0,0 0-1,0 1 1,0 0 0,-4 0-19,1-1 22,0 0 0,0 1 1,0 0-1,0 1 0,0 0 0,0 1 0,-1-1 0,1 2 0,0-1 0,0 1 0,0 1 0,0 0 0,0 0 0,0 1 0,0 0 0,1 0 0,0 1 0,-1 0 1,1 0-1,0 1 0,1 0 0,-1 1 0,1-1 0,0 2 0,1-1 0,0 1 0,0 0 0,0 0 0,0 0 0,1 1 0,1 0 0,-1 0 0,-2 7-22,9-11-72,-1 1 0,1-1-1,0 0 1,0 0-1,0 0 1,0 0 0,1 0-1,0-1 1,0 1-1,0-1 1,0 1-1,0-1 1,1 0 0,-1-1-1,1 1 1,0 0-1,0-1 1,0 0-1,0 0 1,0 0 0,1-1-1,-1 1 1,0-1-1,1 0 1,-1 0 0,1 0-1,-1-1 1,1 0-1,-1 0 1,1 0-1,0 0 1,-1-1 0,1 0 72,194-5-13034,-150-9 8843</inkml:trace>
  <inkml:trace contextRef="#ctx0" brushRef="#br0" timeOffset="266.736">447 21 4977,'0'0'2406,"0"0"2863,0 0-2366,0 0-1474,0 0-106,0 0 158,7 9-266,6 3-971,0 0 1,1-1-1,0-1 0,1 0 0,0-1 0,0 0 0,1-1 1,0-1-1,1 0 0,5 0-244,161 51 236,-160-57-5765,-18-1 1955,1 0-3170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32:08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1 6041,'0'0'5942,"0"0"-2802,0 0-1521,0 0-529,0 0 219,0 0 213,9 18-244,163 357 2765,-70-185-3587,-103-188-569,1-1 0,0 0 0,-1 0 0,1 0 0,-1 0 0,1 0 0,-1 0 0,1 0-1,-1 0 1,0 0 0,0 0 0,1-1 0,-1 1 0,0 0 0,0 0 0,0-1 0,0 1 0,0 0-1,0-1 1,0 1 0,0-1 0,0 0 0,0 1 0,0-1 0,0 0 0,-1 1 0,1-1 0,0 0-1,0 0 1,0 0 0,0 0 0,0 0 0,-1 0 0,1 0 0,0-1 0,0 1 0,0 0 0,0-1-1,0 1 1,0 0 0,0-1 0,0 0 0,-1 0 113,-7 1-1943,-29-2-4640,1-9 221</inkml:trace>
  <inkml:trace contextRef="#ctx0" brushRef="#br0" timeOffset="374.048">0 455 8490,'0'0'4438,"0"0"-2337,0 0-520,20 21 141,160 148 1772,-166-158-3409,-1-2-1,1 1 1,1-2-1,-1 0 1,1 0-1,1-2 1,-1 0-1,1 0 1,0-2-1,1 0 1,-1-1-1,1 0 1,-1-1-1,1-1 1,0-1-1,10-1-84,-21-2 6,-1 0 0,1-1-1,-1 1 1,1-1-1,-1 0 1,0-1 0,0 1-1,-1-1 1,0 0 0,0 0-1,0 0 1,0-1 0,-1 1-1,1-1 1,-2 0 0,1 0-1,-1 0 1,1 0-1,-1-5-5,19-31-87,-11 27-119,-1 0 0,2 1 0,0 0-1,0 0 1,2 1 0,-1 1 0,2 0 0,-1 1 0,2 1-1,-1 0 1,2 0 0,-1 2 0,6-3 206,8 6-870,-22 8-8599,-7-1 7212</inkml:trace>
  <inkml:trace contextRef="#ctx0" brushRef="#br0" timeOffset="1761.89">568 1475 6273,'0'0'1582,"0"0"1100,0 0-723,0 0-740,0 0-267,0 0-350,21-23-184,65-74-219,-82 92-194,0-1 0,0 1-1,0-1 1,-1 0 0,0-1 0,0 1 0,0 0 0,-1-1-1,0 1 1,0-1 0,-1 0 0,0 0 0,0 1-1,0-1 1,-1 0 0,0 0 0,0 0 0,-2-4-5,1-14 12,2 8 109,-1-1 0,0 1 0,-2-1 0,0 1-1,-1 0 1,-1-1 0,0 2 0,-1-1 0,-1 0 0,-1 1 0,0 0 0,-1 1 0,-8-11-121,-60-56 2251,66 139-1535,16-24-572,2 0 0,0-1 0,3 0 0,0-1 0,2 0 0,1 0 0,2-1 0,1-1 0,1-1 0,1-1 0,2 0 0,0-2 0,2 0 0,1-1 0,1-2 0,1 0 0,13 7-144,62 32-324,-100-97 542,-3-3-113,0 32-128,0 0 0,1 0-1,-1 0 1,1 0-1,0 0 1,1 0-1,0 0 1,0 0-1,1 0 1,-1 0 0,1 0-1,1 1 1,0-1-1,0 0 1,0 0-1,0 1 1,1-1 0,0 1-1,1 0 1,-1 0-1,1 0 1,0 0-1,1 1 1,0 0 0,-1 0-1,1 0 1,1 0-1,-1 1 1,1 0-1,0 0 1,0 0 0,0 1-1,2-1 24,0 3 6,1 1-1,0-1 0,-1 2 1,1-1-1,0 1 1,-1 1-1,1-1 1,-1 2-1,0-1 0,1 1 1,-1 0-1,0 1 1,-1-1-1,1 2 1,-1-1-1,1 1 0,-2 0 1,1 1-1,0-1 1,-1 1-1,0 1 1,0-1-1,-1 1 0,2 3-5,37 33-29,-44-42 25,1 0 0,-1 0 0,1 0 0,-1 0 0,1 0 0,0 0 0,-1 0 0,1 0-1,0 0 1,0 0 0,-1-1 0,1 1 0,0 0 0,0-1 0,0 1 0,0 0 0,0-1-1,0 1 1,0-1 0,0 0 0,0 1 0,0-1 0,1 0 0,-1 0 0,0 1 0,0-1-1,0 0 1,0 0 0,0 0 0,1 0 0,-1-1 0,0 1 0,0 0 0,0 0 0,0-1-1,0 1 1,0-1 0,0 1 0,0-1 0,0 1 0,0-1 0,0 1 0,0-1 0,0 0 0,0 0-1,0 1 1,-1-1 0,1 0 0,0 0 0,-1 0 0,1 0 0,0 0 0,-1 0 0,1 0-1,-1 0 1,0 0 0,1 0 0,-1 0 0,0-1 0,0 1 0,1 0 4,3-83 83,-5 66-164,3-71 703,3 100-606,1 0 1,0 0-1,1-1 0,0 0 1,1 0-1,0-1 0,0 0 1,1 0-1,0-1 1,1 0-1,0-1 0,0 0 1,1 0-1,-1-1 0,1 0 1,1-1-1,-1-1 1,1 0-1,-1 0 0,1-1 1,1 0-1,-1-1 1,0-1-1,0 0 0,1 0-16,-10-4-1,-1 1 0,0 0-1,0-1 1,0 1 0,0-1-1,0 1 1,-1-1-1,1 0 1,-1 0 0,1 0-1,-1 0 1,0 0 0,-1 0-1,1 0 1,0 0 0,-1 0-1,1 0 1,-1-1 0,0 1-1,0 0 1,-1 0 0,1 0-1,-1 0 1,1 0 0,-1-1-1,0 1 1,-1-2 1,1-4-6,1 2 1,-1-1 0,0 1 0,0 0 0,-1 0 1,0 0-1,0 0 0,-1 0 0,0 0 1,0 1-1,-1-1 0,1 1 0,-1 0 0,-1 0 1,1 0-1,-1 1 0,0-1 0,0 1 0,-1 0 1,0 1-1,0-1 0,0 1 0,0 0 0,0 1 1,-1 0-1,0 0 0,1 0 0,-1 1 1,0 0-1,0 0 0,-1 0 0,1 1 0,0 0 1,0 1-1,-1 0 0,1 0 0,0 0 0,-1 1 1,1 0-1,0 0 0,0 1 0,0 0 0,0 0 1,0 1-1,-4 2 5,8-3-127,-1 0 1,0 1-1,1-1 1,0 1 0,0 0-1,0 0 1,0 0-1,0 0 1,0 0-1,1 1 1,0-1-1,-1 1 1,1 0-1,1 0 1,-1 0-1,0-1 1,1 2-1,0-1 1,0 0-1,0 0 1,1 0 0,-1 0-1,1 1 1,0-1-1,0 0 1,0 0-1,1 1 1,0-1-1,0 0 1,0 0-1,0 0 1,0 0-1,1 0 1,0 0-1,-1 0 1,2-1-1,-1 1 1,0-1 0,1 1-1,-1-1 1,1 0-1,1 1 127,94 27-9322,-51-25 7400</inkml:trace>
  <inkml:trace contextRef="#ctx0" brushRef="#br0" timeOffset="1982.823">1667 1155 7986,'0'0'4689,"0"0"-1413,0 0-1200,0 0-647,0 0-155,0 0-246,11 7-195,152 69 18,-158-75-862,55 9-1575,-23-14-3679,-20-15-218,-13-28 2609,-3 37 2109,-1-23-44</inkml:trace>
  <inkml:trace contextRef="#ctx0" brushRef="#br0" timeOffset="2267.368">1867 585 12555,'0'0'2252,"0"0"-1030,0 0-123,0 22 820,22 165 1279,-14-154-3063,2 1 1,1-2 0,1 1 0,2-2-1,1 0 1,1 0 0,2-2 0,1 0-1,1-1 1,2-1 0,1-1-1,0-1 1,12 8-136,25-5-906,-19-26-2782,-33-63-1593,-57-132-1620,26 131 6123,-2-13 300</inkml:trace>
  <inkml:trace contextRef="#ctx0" brushRef="#br0" timeOffset="2768.571">2063 646 5009,'0'0'2141,"0"0"2849,0 0-2328,0 0-1311,0 0-488,0 0 106,-16 3 1657,58 106-955,109 158-818,-143-257-866,-1 0 0,1 0 0,0-1-1,1-1 1,0 1 0,1-1 0,0-1 0,0 0-1,0 0 1,1-1 0,0 0 0,0-1 0,1 0-1,-1-1 1,1 0 0,0-1 0,0-1 0,0 0-1,1 0 1,-1-1 0,0 0 0,1-1 0,5-2 13,-13 0-141,-1-1 1,0-1 0,1 1-1,-1-1 1,-1 0 0,1 0 0,0 0-1,-1 0 1,0 0 0,0-1-1,0 1 1,-1-1 0,0 0-1,1 0 1,-2 0 0,1 0 0,-1 0-1,1-1 1,-1 1 0,-1 0-1,1-1 1,-1 1 0,0 0 0,0-1-1,-1 1 1,1-1 0,-1 1-1,-2-5 141,3-2-202,1 1 183,0 9 53,-1-1 0,1 0 0,-1 1 0,1-1-1,-1 0 1,0 0 0,0 1 0,0-1 0,0 0 0,0 0-1,-1 1 1,1-1 0,-1 0 0,0 1 0,1-1 0,-2 0-1,1 1 1,0-1 0,0 1 0,-1 0 0,1-1 0,-1 1-1,0 0 1,1 0 0,-1 0 0,0 0 0,0 0 0,-3-1-34,-2 64 1441,7-54-1408,0 0 0,1 0 0,-1-1 0,1 1 0,1 0 1,0 0-1,-1-1 0,2 1 0,-1-1 0,1 1 0,0-1 0,0 0 0,1 0 0,0-1 0,0 1 0,0-1 0,1 0 0,0 0 0,0 0 0,0 0 0,0-1 0,1 0 1,0 0-1,0-1 0,0 1 0,0-1 0,0-1 0,1 1 0,-1-1 0,1 0 0,0-1 0,-1 1 0,1-1 0,0-1 0,0 1 0,0-1 0,0 0 0,6-1-33,-9-2-19,-1 0-1,0 0 0,1-1 0,-1 1 0,0-1 0,0 1 0,-1-1 1,1 0-1,-1 0 0,0 0 0,0 0 0,0-1 0,-1 1 0,1-1 0,-1 1 1,0-1-1,0 1 0,-1-1 0,1 1 0,-1-1 0,0 0 0,-1 1 1,1-1-1,-1 1 0,1-1 0,-1 1 0,-1-3 20,2-7-26,0 11 25,1-1 0,0 0 0,-1 0 0,0 0 1,0 0-1,0 0 0,0 1 0,-1-1 0,0 0 1,1 0-1,-1 0 0,0 1 0,-1-1 0,1 0 1,-1 1-1,0 0 0,0-1 0,0 1 0,0 0 1,0 0-1,-1 0 0,1 0 0,-1 0 0,0 0 0,0 1 1,0 0-1,0-1 0,0 1 0,-1 0 0,1 0 1,-1 1-1,1-1 0,-1 1 0,0 0 0,1 0 1,-1 0-1,0 0 0,0 1 0,0-1 0,1 1 1,-1 0-1,0 0 0,-4 1 1,-2 0 20,-1 1 0,1-1 0,-1 2 0,1 0 0,0 0 0,0 1 0,0 0 0,1 0 0,-1 1 0,1 1 0,0-1 1,1 2-1,-1-1 0,1 1 0,0 0 0,1 1 0,-2 2-20,-11 24-3696,12 4-3846,8-26 4447</inkml:trace>
  <inkml:trace contextRef="#ctx0" brushRef="#br0" timeOffset="3077.683">2857 975 6753,'0'0'6841,"0"0"-3801,0 0-1234,0 0-63,0 0-303,-17 19-410,-48 63-282,64-80-730,-1 0-1,1 1 1,0-1-1,0 0 1,0 1 0,0-1-1,0 1 1,0 0-1,1-1 1,-1 1 0,1 0-1,0-1 1,0 1-1,0 0 1,0-1 0,0 1-1,1 0 1,-1-1-1,1 1 1,0-1 0,-1 1-1,1-1 1,0 1-1,1-1 1,-1 1 0,0-1-1,1 0 1,-1 0-1,1 0 1,0 0 0,0 0-1,-1 0 1,1 0-1,1 0 1,-1-1 0,0 1-1,0-1 1,1 0-1,-1 1 1,0-1 0,1 0-1,-1-1 1,1 1-1,-1 0 1,2 0-18,2 2 48,11 4-112,1 0-1,0 0 1,0-2 0,0 0-1,1-2 1,0 0-1,0 0 1,0-2-1,0-1 1,17-1 64,-32 1-382,-1-1 0,1 0 0,-1 1 0,1-1 0,-1-1 0,1 1 0,-1 0 0,0-1 0,0 0 0,0 0 0,0 0 0,0 0 0,0 0 0,0 0 0,-1-1 0,1 1 0,-1-1 0,0 0 0,0 0 0,0 0 0,0 0 0,0 0 0,0 0 0,-1-1 0,0 1 0,0 0 0,0-1 0,0 1 0,0-1 0,0 1 0,-1-1 0,0 1 0,0-1 0,0-3 382,3-49-3038,-3 45 3054,1-34-850</inkml:trace>
  <inkml:trace contextRef="#ctx0" brushRef="#br0" timeOffset="3781.831">3120 866 6785,'0'0'1227,"0"0"3940,0 0-2068,0 0-1783,0 0-125,0 0 392,9 9-176,147 178 1366,-158-237-5964,-1 37 3108,1 0 0,0 0 1,1-1-1,0 1 0,1 0 0,1 0 1,0 0-1,1-1 0,0 1 1,1 1-1,0-1 0,1 0 1,1 1-1,1-3 83,-3 14 13,0 1 0,-1 0 0,1 0 0,0 0 0,-1 0 1,1 0-1,0 0 0,0 1 0,-1-1 0,1 1 0,-1 0 0,1 0 0,-1 0 0,1 0 0,-1 0 0,1 1 1,-1-1-1,0 1 0,0-1 0,0 1 0,0 0 0,0 0 0,0 0 0,0 0 0,0 0 0,-1 0 0,1 0 0,-1 1 1,0-1-1,0 1 0,0-1 0,0 1 0,0-1 0,0 1 0,-1 0 0,1-1 0,-1 1 0,1 0 0,-1 1-13,4 5 59,65 101 770,-53-139-709,60-183-228,-76 211 106,0 1 1,1-1-1,-1 0 1,0 0 0,0 1-1,1-1 1,-1 0 0,1 1-1,-1-1 1,0 0-1,1 1 1,0-1 0,-1 1-1,1-1 1,-1 1-1,1-1 1,-1 1 0,1-1-1,0 1 1,-1 0 0,1-1-1,0 1 1,0 0-1,-1-1 1,1 1 0,0 0-1,0 0 1,-1 0 0,1 0-1,0 0 1,0 0-1,-1 0 1,1 0 0,0 0-1,0 0 1,-1 0-1,1 0 1,0 1 0,0-1-1,-1 0 1,1 1 0,0-1-1,-1 0 1,1 1-1,0-1 1,-1 1 0,1-1-1,-1 1 1,1-1-1,0 1 1,-1-1 0,1 1-1,-1-1 1,0 1 0,1 0-1,-1-1 1,0 1-1,1 0 1,-1 0 0,0-1-1,0 1 1,1 0 0,-1 0-1,0-1 1,0 1-1,0 0 1,0 0 1,17 63-117,-15-54 109,-1-3 44,0-1 0,1 1 0,0-1 0,0 0 0,0 1 0,1-1-1,0 0 1,0-1 0,0 1 0,1 0 0,0-1 0,0 0 0,1 0 0,-1 0 0,1-1-1,0 1 1,0-1 0,0 0 0,1 0 0,0-1 0,0 0 0,-1 0 0,2 0-1,-1-1 1,0 0 0,0 0 0,1 0 0,-1-1 0,1 0 0,-1 0 0,1-1 0,0 0-1,-1 0-35,-2 0 10,-1 1-1,0-1 0,0-1 0,1 1 0,-1 0 0,0-1 0,0 0 0,0 1 0,0-1 0,0-1 0,0 1 0,0 0 0,0-1 0,0 1 0,0-1 0,-1 0 0,1 0 0,-1 0 0,1 0 0,-1 0 0,0-1 0,0 1 0,0-1 0,0 1 0,0-1 0,-1 0 0,1 0 0,-1 0 0,0 0 0,0 0 0,0 0 0,0 0 1,0 0-1,-1 0 0,1-1-9,12-159-175,-15 160 171,-1 0 0,0 0 0,1 1 0,-1-1 0,0 1 1,0 0-1,-1 0 0,1 0 0,0 1 0,-1-1 0,1 1 0,-1 0 0,1-1 0,-1 2 1,0-1-1,1 0 0,-1 1 0,0 0 0,1-1 0,-1 1 0,0 1 0,0-1 0,1 1 1,-1-1-1,0 1 0,1 0 0,-2 1 4,-6-1-20,1 0-76,-1 0 0,0 1 0,0 1 0,1 0 0,-1 0 0,1 1 0,0 0 0,0 1 0,0 0 1,1 0-1,0 1 0,0 1 0,-3 2 96,-18 30-3266,21 10-3823,11-33 4221</inkml:trace>
  <inkml:trace contextRef="#ctx0" brushRef="#br0" timeOffset="4247.422">4072 512 3305,'0'0'3650,"0"0"2797,0 0-3478,0 0-1520,0 0 14,0 0-186,-21-9-99,12 22-1070,1 0 0,0 1 0,1 0 0,1 0-1,0 0 1,1 1 0,0 0 0,2 0 0,-1 0 0,2 0 0,0 6-108,5-17 2,0-1-1,0 1 1,0-1 0,1 1 0,0-1-1,-1 0 1,1 0 0,0-1 0,1 1-1,-1-1 1,0 0 0,1 0 0,-1-1-1,1 1 1,-1-1 0,1 0 0,0 0-1,0 0 1,-1-1 0,1 1 0,0-1-1,4-1-1,-2 2 10,87 12 369,-93-10-357,0-1 0,0 1 0,-1-1 0,1 0 0,0 1 0,-1-1 0,1 1 0,-1 0 0,0-1 0,0 1 0,0-1 0,0 1 0,-1-1 0,1 1 0,-1-1 0,1 1 1,-1-1-1,0 1 0,0-1 0,0 1 0,0-1 0,0 0 0,-1 0 0,1 0 0,-1 0 0,1 0 0,-1 0 0,0 1-22,-26 27 320,-1-1 0,-1-1 1,-2-2-1,0-1 0,-2-2 0,-27 14-320,1 3-36,-45 16-3490,31-27-7876,27-14 7373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27:10.985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05" units="cm"/>
      <inkml:brushProperty name="height" value="0.05" units="cm"/>
      <inkml:brushProperty name="color" value="#00A0D7"/>
    </inkml:brush>
    <inkml:brush xml:id="br2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2622 5497,'0'0'4450,"0"0"-1293,0 0-1446,0 0-508,0 0 449,23 0 118,324-10 3029,-37 6-3048,-188 32-2100,-123-28 131,0 0-1,1-1 1,-1 1-1,0 0 1,1 0-1,-1 0 1,0 0-1,1 0 1,-1 0-1,0 0 1,1 0-1,-1 0 0,0 0 1,1 0-1,-1 1 1,0-1-1,1 0 1,-1 0-1,0 1 1,1-1-1,-1 0 1,1 1-1,-1-1 1,1 0-1,-1 1 0,1-1 1,-1 1-1,1-1 1,-1 1-1,1-1 1,-1 1-1,1-1 1,0 1-1,-1 0 1,1-1-1,0 1 1,0 0-1,-1-1 0,1 1 1,0 0-1,0-1 1,0 1-1,0 0 1,0-1-1,0 1 1,0 0-1,0-1 1,0 1-1,0 0 1,0-1-1,0 1 0,1 0 1,-1-1-1,0 1 1,1 0-1,-1-1 1,0 1-1,1-1 1,-1 1-1,0-1 1,1 1 218,-21 1-2902,-6-1 462</inkml:trace>
  <inkml:trace contextRef="#ctx0" brushRef="#br0" timeOffset="436.817">106 3011 7009,'0'0'1347,"0"0"2961,0 0-2077,0 0-1044,0 0-36,0 0 352,20 5 185,133 15 642,482-65 1632,-625 38-6307,-35-14-8801,4 11 5835</inkml:trace>
  <inkml:trace contextRef="#ctx0" brushRef="#br1" timeOffset="11524.204">2969 2695 6857,'0'0'2253,"0"0"2509,0 0-2013,0 0-1213,0 0-433,0 0 116,-8 8-72,5-4-1056,-1-1-1,1 1 1,0 0 0,0 0-1,0 0 1,1 1 0,-1-1-1,1 1 1,0-1 0,0 1 0,1 0-1,-1 0 1,1 0 0,0 0-1,0 0 1,1 0 0,0 0-1,0 0-90,-1-2 41,0-1 0,1 0 0,0 1-1,-1-1 1,1 0 0,0 1-1,0-1 1,1 0 0,-1 1 0,0-1-1,1 0 1,-1 1 0,1-1 0,0 0-1,0 0 1,0 0 0,0 0 0,0 0-1,0 0 1,1 0 0,-1 0-1,0 0 1,1 0 0,0-1 0,-1 1-1,1 0 1,0-1 0,0 0 0,0 1-1,0-1 1,0 0 0,0 0 0,0 0-1,0 0 1,1-1 0,-1 1 0,0 0-1,1-1 1,-1 0 0,0 1-1,1-1 1,-1 0 0,0 0 0,1-1-41,-2-41 442,-1 39-435,0-1 0,-1 0 0,1 0 0,-1 1 0,0-1 0,0 1 1,0-1-1,-1 1 0,1-1 0,-1 1 0,1 0 0,-1 0 0,0-1 0,0 1 0,-1 1 0,1-1 0,-1 0 0,1 0 0,-1 1 0,0 0 0,0-1 0,0 1 0,0 0 0,-1 1 0,1-1 0,0 1 0,-1-1 0,1 1 0,-1 0 0,1 0 0,-1 0 0,0 1 0,1-1 0,-1 1 0,0 0 0,1 0 0,-1 0 0,0 1 0,1-1 0,-1 1 0,0 0 0,1 0 0,-1 0 0,1 0 0,-1 1 0,1-1 0,0 1 0,0 0 0,0 0 0,0 0 0,0 1-7,-1 0 1,1 1 0,0-1 0,0 1 0,0 0 0,0 0 1,1 1-1,0-1 0,0 0 0,0 1 0,0-1 0,1 1 0,-1 0 0,1-1 1,1 1-1,-1 0 0,1 0 0,-1 0 0,1 0 0,1-1 0,-1 1 0,1 0 1,0 0-1,0 0 0,0-1 0,0 1 0,1 0 0,0-1 0,0 0 0,0 1 1,1-1-1,-1 0 0,1 0 0,0 0 0,0 0 0,0-1 0,1 1 0,-1-1 1,1 0-1,0 0 0,0 0 0,0-1 0,0 1 0,1-1 0,-1 0 0,1 0 1,-1-1-1,1 1 0,-1-1 0,1 0 0,0 0 0,2 0-1,-5 0 8,1 0-1,0-1 1,0 1-1,-1 0 0,1-1 1,0 0-1,0 0 1,0 0-1,-1 0 1,1 0-1,0 0 1,0-1-1,0 1 1,-1-1-1,1 0 0,0 0 1,-1 0-1,1 0 1,0 0-1,-1-1 1,0 1-1,1-1 1,-1 0-1,0 1 0,0-1 1,0 0-1,0 0 1,0-1-1,0 1 1,-1 0-1,1-1 1,-1 1-1,1-1 1,-1 1-1,0-1 0,0 1 1,0-1-1,0 0 1,-1 0-1,1 1 1,-1-1-1,0 0 1,1 0-1,-1 0 0,0 0 1,-1-1-8,1-1 0,0-1 0,0 0 0,0 1 1,-1-1-1,0 1 0,0-1 0,-1 1 0,1-1 0,-1 1 0,-1 0 1,1 0-1,0 0 0,-1 0 0,0 0 0,0 1 0,-1-1 0,1 1 1,-1 0-1,0 0 0,0 0 0,-1 1 0,1-1 0,-1 1 0,1 0 1,-1 0-1,0 1 0,0-1 0,-3 0 0,-30-6-66,33 24-3063,22-1-2366,7-3-2852</inkml:trace>
  <inkml:trace contextRef="#ctx0" brushRef="#br0" timeOffset="36668.726">5332 2722 808,'0'0'9994,"0"0"-6349,0 0-2403,0 0-369,0 0 237,0 0 573,4 2-7,214 11 1395,-144-15-2677,373-25 494,-423 20-896,-72 9-4,19-2 36,-394 43 63,229-15-54,93-20-75,74-7-99,74-8 45,110-11 109,0-8 0,-2-6 0,47-20-13,-184 45-480,-39 6-5040,-87 21-3556,56-8 6782</inkml:trace>
  <inkml:trace contextRef="#ctx0" brushRef="#br0" timeOffset="46356.232">7310 1102 864,'0'0'9841,"0"0"-6282,0 0-2056,0 0-508,0 0 140,0 0 232,-3-5 23,1 2-1278,0 1-1,0 0 1,0 0 0,-1 0 0,1 0 0,-1 0-1,1 0 1,-1 1 0,0-1 0,1 1-1,-1 0 1,0 0 0,0 0 0,0 0 0,0 0-1,0 1 1,0-1 0,0 1 0,0 0 0,0 0-1,0 0 1,0 0 0,0 1 0,-1-1 0,1 1-1,0 0 1,1 0 0,-1 0 0,-1 0-112,-17 9 155,0 1 1,1 1 0,0 1-1,1 0 1,0 1-1,1 2 1,1 0-1,0 0 1,1 2 0,1 0-1,1 0 1,1 2-1,0-1 1,2 2 0,0 0-1,1 0 1,1 1-1,1 0 1,1 0 0,1 1-1,1 2-155,-1 27 188,3 1 0,2-1 0,2 1-1,2 0 1,3-1 0,2 0 0,3 0-1,1-1 1,3 0 0,2-2 0,2 1 0,2-2-1,3-1 1,1-1 0,3-1 0,31 40-188,-11-5 111,-3 1 1,-5 3-1,-2 1 1,-5 1-1,12 55-111,76 327 134,-112-407-94,-2 2 1,-4-1 0,-2 1 0,-2-1 0,-4 2-41,2-34 18,-1 0 1,-2 0 0,-1-1 0,-1 0 0,-1 0-1,-2-1 1,-1-1 0,-1 0 0,-1 0 0,-2-1-1,0-1-18,4-16-2,1-1 0,-1 0 0,-1-1 0,0 0 0,0-1-1,0-1 1,0 0 0,-1-1 0,0 0 0,0-1 0,0 0-1,0-2 1,0 1 0,0-2 0,-1 0 0,1 0-1,0-2 1,-11-1 2,-18 2 1,27 1-65,0-1 0,0 0 1,0-1-1,0-1 0,0-1 1,1 0-1,-1-1 1,1-1-1,0 0 0,1-1 1,0 0-1,0-1 0,0-1 1,1 0-1,0-1 0,1 0 1,0-1-1,-3-5 64,-3-11-1571,34 12-6035,10 15 1196,2 0 802</inkml:trace>
  <inkml:trace contextRef="#ctx0" brushRef="#br2" timeOffset="49260.409">7948 2915 6121,'0'0'6722,"0"0"-3994,0 0-1354,0 0-654,0 0-193,0 0-3,18-20 68,116-124 319,-117 129-775,0 0-1,-1-1 1,-1-1 0,-1 0-1,0-1 1,-1-1-1,-1 0 1,-1 0 0,0-1-1,-2-1 1,0 0 0,-1 0-1,-2 0 1,0-1 0,-1 0-1,-1 0 1,-1-6-136,-3 25 1,0-1 0,-1 0 1,0 1-1,0-1 0,0 1 1,0-1-1,0 1 0,-1 0 1,1-1-1,-1 1 0,0 0 0,0 0 1,0 0-1,-1 0 0,1 0 1,-1 1-1,0-1 0,1 1 1,-1-1-1,0 1 0,0 0 1,0 0-1,-1 1 0,1-1 0,0 1 1,-1-1-1,1 1 0,-1 0 1,0 0-1,1 1 0,-1-1 1,1 1-1,-1-1 0,0 1 0,-1 1 0,-135 22-49,122-12 110,1 1 0,0 1 0,1 0 0,0 1-1,1 1 1,1 0 0,0 1 0,2 0-1,-1 1 1,2 1 0,0 0 0,2 0-1,0 1 1,0 0 0,2 1 0,1 0-1,0 0 1,1 0 0,2 1 0,0 0-1,1-1 1,1 1 0,0 0 0,2 0-1,1 0 1,1 7-62,0-16 71,0 0 1,1 0-1,0 0 0,1 0 1,0-1-1,1 0 0,0 0 0,1 0 1,0-1-1,0 0 0,1 0 1,1-1-1,-1 0 0,2-1 0,-1 0 1,1 0-1,0-1 0,1 0 1,0-1-1,0 0 0,0-1 0,0 0 1,1 0-1,0-2 0,7 2-71,13 4 161,1-2-1,-1-1 1,1-2 0,0-1-1,0-1 1,0-2-1,0-2 1,0-1 0,8-2-161,-23 2 100,-1-1 0,0 0 0,0-1 0,0-1 0,-1 0 0,0-1 0,0-1 0,0 0 0,-1-2 0,11-8-100,-4-45-259,-6 4-4986,34-6-5992,-24 34 7999</inkml:trace>
  <inkml:trace contextRef="#ctx0" brushRef="#br2" timeOffset="49804.189">8765 1585 5961,'0'0'1538,"0"0"2799,0 0-1902,0 0-1145,0 0-165,0 0 113,-7 20 149,-148 361 3138,57-190-4631,80-173-3037,-6-10-6008,12-8 5877</inkml:trace>
  <inkml:trace contextRef="#ctx0" brushRef="#br2" timeOffset="50149.423">8423 1684 7066,'0'0'1157,"0"0"1857,0 0-1003,0 0-699,0 0-327,0 0-113,15-9 201,52-23 161,-62 31-1085,0 1 0,1-1 0,-1 1-1,0 0 1,0 1 0,0-1 0,1 1 0,-1 0 0,0 0 0,0 0-1,0 1 1,0 0 0,0 0 0,-1 0 0,1 1 0,0-1 0,-1 1-1,0 0 1,0 0 0,0 1 0,4 3-149,5 3 343,15 15 2,0 1 0,-2 1 1,-1 2-1,-2 1 0,0 0 0,-2 2 1,-2 0-1,-1 1 0,13 32-345,-28-57-115,0 0 1,1 0-1,1 0 1,-1 0-1,1-1 0,1 1 1,-1-1-1,1-1 1,0 1-1,1-1 0,-1 0 1,1 0-1,1-1 1,-1 0-1,4 1 115,0-17-8263,-8-2 1395</inkml:trace>
  <inkml:trace contextRef="#ctx0" brushRef="#br1" timeOffset="53682.657">9766 2410 11138,'0'0'2506,"0"0"-908,0 0-506,0 0 87,-22 17 232,-70 56-112,87-67-1199,1-1 0,0 1 1,0 0-1,0 0 0,1 0 0,0 0 0,0 0 1,1 1-1,0 0 0,0-1 0,0 1 0,1 0 1,0 0-1,0 0 0,1 0 0,0 0 0,0 0 1,0 0-1,1 0 0,1 4-100,0 9 140,-2-15-116,1 0-1,0 1 0,0-1 0,0 0 0,0 1 1,1-1-1,0 0 0,0 0 0,1 0 0,-1-1 1,1 1-1,0-1 0,1 1 0,-1-1 0,1 0 1,-1 0-1,1 0 0,0-1 0,1 1 0,-1-1 1,1 0-1,-1 0 0,1-1 0,0 1 0,0-1 1,0 0-1,0 0 0,0-1 0,1 0 0,-1 0 1,0 0-1,1 0 0,0-1-23,8 2 28,0-1 0,0-1 0,1 0-1,-1-1 1,0-1 0,0 0 0,0 0 0,0-2 0,-1 0 0,1 0 0,-1-1 0,7-4-28,-8 2-14,-1 0 1,0-1-1,-1 0 1,0 0-1,0-1 0,-1 0 1,0-1-1,-1 0 1,0-1-1,0 1 1,-1-1-1,-1-1 1,0 1-1,0-1 1,-1-1-1,0 1 0,-2 0 1,1-1-1,-1 0 1,-1 0-1,0 0 1,-1 0-1,-1 0 1,0 0-1,0 0 1,-2-2 13,2 8-14,-1 0 1,-1 0-1,1 1 1,-1-1 0,0 0-1,-1 1 1,1-1-1,-1 1 1,-1 0 0,1 0-1,-1 0 1,0 1-1,0-1 1,-1 1-1,0 0 1,0 0 0,0 0-1,0 1 1,-1 0-1,0 0 1,0 0 0,0 1-1,0 0 1,0 0-1,-1 0 1,1 1 0,-1 0-1,0 0 1,1 1-1,-1 0 1,-5-1 13,-2 0-38,0 1 0,0 0 0,-1 0 0,1 1 0,0 1 0,0 1 1,0 0-1,0 1 0,1 0 0,-1 1 0,1 0 0,-1 2 0,2-1 0,-1 1 0,-5 4 38,12-6-134,1-1-1,0 1 0,0-1 1,0 1-1,0 1 0,0-1 1,1 1-1,0 0 0,0 0 0,0 0 1,1 0-1,-1 1 0,1 0 1,0-1-1,1 1 0,0 0 1,-2 5 134,6-8-287,-1-1 1,0 1 0,1-1 0,-1 0-1,1 0 1,0 1 0,-1-1 0,1 0 0,0-1-1,1 1 1,-1 0 0,0 0 0,0-1-1,1 0 1,-1 1 0,1-1 0,-1 0 0,1 0-1,-1 0 1,1 0 0,0-1 0,-1 1-1,1-1 1,0 0 0,0 1 0,-1-1 0,1-1-1,0 1 1,0 0 0,-1-1 0,1 1-1,0-1 1,2 0 286,4 1-797,40 0-1016</inkml:trace>
  <inkml:trace contextRef="#ctx0" brushRef="#br1" timeOffset="54087.418">9831 1633 5705,'0'0'5360,"0"0"-2817,0 0-882,-12-18-288,-38-58 105,29 39 2077,21 37-2919,0 4-207,24 92 457,43 123 872,-30-90-957,5-2 1,6-2 0,15 19-802,143 147 378,-206-292-542,-1 0-1,1 0 1,0 1 0,0-1-1,-1 0 1,1 0-1,-1 1 1,1-1-1,-1 0 1,1 1 0,-1-1-1,1 0 1,-1 1-1,0-1 1,1 1-1,-1-1 1,0 1 0,1-1-1,-1 1 1,0-1-1,0 1 1,1 0-1,-1 0 1,0-1 0,0 1-1,0 0 1,0 0-1,1 0 1,-1 0-1,0 0 1,0 0 0,0 0-1,0 0 1,0 0-1,1 0 1,-1 0-1,0 1 1,0-1-1,0 0 1,1 1 0,-1-1-1,0 0 1,0 1-1,1-1 1,-1 1-1,0-1 1,1 1 0,-1-1-1,1 1 1,-1 0-1,0-1 1,1 1-1,-1 0 1,1 0 0,0-1-1,-1 1 1,1 0-1,0 0 1,-1-1-1,1 1 1,0 0 0,0 0-1,0 0 1,0 0-1,-1-1 1,1 1-1,1 1 165,-79-78-7328,47 35 4788</inkml:trace>
  <inkml:trace contextRef="#ctx0" brushRef="#br1" timeOffset="54417.826">10253 2090 6489,'0'0'5448,"0"0"-3009,0 0-1185,23 3-26,73 12-42,-90-13-1091,-1 1 0,1-1 1,-1 1-1,1 0 0,-1 0 1,0 0-1,0 1 0,0-1 1,-1 1-1,1 1 0,-1-1 1,0 1-1,0-1 0,-1 1 0,1 0 1,-1 0-1,0 1 0,0-1 1,-1 1-1,2 3-95,5 9 234,16 30 470,-18-30-548,0 1-1,1-1 1,1-1-1,1 0 1,1 0-1,0-1 1,1 0-1,0-1 1,1-1-1,1 0 1,1 0-1,0-2 1,0 1-1,1-2 1,1 0-1,0-1 1,0-1-1,1-1 1,0 0-1,3-1-155,2-1 55,2-2-1,-1-1 0,0-1 1,0-1-1,1-1 0,-1-1 0,0-2 1,1 0-1,-1-1 0,-1-2 0,1 0 1,-1-1-1,12-7-54,-11-10-2951,-21-27-8122,-15 28 7891</inkml:trace>
  <inkml:trace contextRef="#ctx0" brushRef="#br1" timeOffset="54713.882">10870 1968 8730,'0'0'5809,"0"0"-3912,0 0-657,0 0-568,-77 120 216,40-45 896,-3 13-471,-4 4-337,2-2-504,5-4-40,4-10-312,10-14-32,6-13-88,8-14-72,7-12-200,2-19-2112,0-4-4418,5 0 177</inkml:trace>
  <inkml:trace contextRef="#ctx0" brushRef="#br0" timeOffset="57157.921">175 6062 5841,'0'0'4448,"0"0"-1997,0 0-749,0 0-371,0 0 181,0 0-137,5 0 133,85 1 1329,0 1-1834,0-3-1,-1-5 1,1-3-1,34-11-1002,-2-7-735,-121 27-654,-20 35-10510,3-20 6733</inkml:trace>
  <inkml:trace contextRef="#ctx0" brushRef="#br0" timeOffset="57595.285">255 6477 3689,'0'0'1735,"0"0"-171,0 0 1487,0 0-1389,0 0-386,0 0-63,17 3 135,115 6 1589,48-54 1179,153-27-1434,-296 87-3608,-60 24-3305,18-34 2626,0 1-4730,4-6 2937</inkml:trace>
  <inkml:trace contextRef="#ctx0" brushRef="#br0" timeOffset="59128.875">3085 3288 5705,'0'0'5265,"0"0"-3840,0 0-505,0 0-584,0 0-128,0 0-208,0 0 0,3 0-840,4 0-1633,0-17-135,0-6 1207</inkml:trace>
  <inkml:trace contextRef="#ctx0" brushRef="#br2" timeOffset="16613.734">3653 3007 3649,'0'0'2515,"0"0"1279,0 0-1416,0 0-610,0 0-426,0 0-71,-7 6-3,-23 20 8,30-25-1229,0-1 0,0 1-1,0-1 1,0 1 0,0 0-1,0-1 1,0 1 0,0 0-1,0-1 1,0 1 0,0 0-1,0-1 1,0 1 0,1-1-1,-1 1 1,0 0 0,1-1-1,-1 1 1,0-1 0,1 1-1,-1-1 1,0 1 0,1-1-1,-1 1 1,1-1 0,-1 1-1,1-1 1,-1 0 0,1 1 0,-1-1-1,1 0 1,-1 1 0,1-1-1,0 0 1,-1 0 0,1 0-1,0 1 1,-1-1 0,1 0-1,-1 0 1,1 0 0,0 0-1,-1 0 1,1 0 0,0 0-1,-1 0 1,1 0 0,0-1-1,-1 1 1,1 0 0,-1 0-1,1-1 1,0 1 0,-1 0-1,1 0 1,-1-1 0,1 1-1,-1-1 1,1 1 0,-1-1-47,2 1 196,17-4-15,0-1 1,0-1-1,-1-1 0,0 0 0,0-1 0,-1-2 1,0 1-1,0-2 0,-1 0 0,-1-1 0,1-1 1,-2 0-1,0-1 0,-1 0 0,0-1 1,-1-1-1,1-4-181,-3 9-1,0-2-1,-2 0 1,1 0 0,-2 0 0,0-1 0,0 0-1,-1 0 1,-1-1 0,0 0 0,-2 0 0,1 0 0,-2 0-1,0-1 1,0 1 0,-2 0 0,0-1 0,-1 1-1,-2-14 2,1 23-13,-1-1 0,0 1-1,0-1 1,0 1 0,-1 0-1,0 1 1,0-1 0,0 0-1,-1 1 1,0 0 0,0 0-1,0 1 1,-1-1 0,0 1-1,1 0 1,-1 1 0,-1-1-1,1 1 1,0 1 0,-1-1-1,0 1 1,1 0 0,-1 0-1,0 1 1,0 0 0,0 0-1,0 1 1,0 0 0,0 0-1,0 0 1,0 1 0,0 0-1,0 1 1,1-1 0,-1 1-1,0 1 1,1-1 0,-1 1-1,1 0 14,-10 7 10,1 0-1,0 1 1,0 1-1,2 0 0,-1 1 1,2 1-1,0 0 1,0 0-1,2 1 1,-1 0-1,2 1 0,0 0 1,1 1-1,1 0 1,0 0-1,2 1 1,-1-1-1,2 1 1,1 0-1,0 1 0,1-1 1,1 0-1,1 1 1,0-1-1,2 1 1,0-1-1,2 6-9,4-9 23,1-1 1,0-1-1,1 0 0,0 0 1,1 0-1,0-2 1,1 1-1,1-1 0,0-1 1,0-1-1,1 1 0,0-2 1,0 0-1,1-1 0,0 0 1,1-2-1,-1 1 1,1-2-1,0 0 0,0-1 1,1 0-1,-1-2 0,0 0 1,1 0-1,9-3-23,18 7 138,0-3 0,0-2 1,0-2-1,0-2 0,0-1 0,0-3 0,-1-1 0,0-2 1,-1-2-1,29-14-138,-48-12-755,-43-29-5945,5 34 1109,1-2 805</inkml:trace>
  <inkml:trace contextRef="#ctx0" brushRef="#br2" timeOffset="17114.185">4466 1774 5601,'0'0'2831,"0"0"778,0 0-1716,0 0-726,0 0-163,0 0 215,0-7-50,-6-14 1536,-211 681 1573,206-639-5344,1-24-5736,0-46-4359,8 30 12192,-5-17-3100</inkml:trace>
  <inkml:trace contextRef="#ctx0" brushRef="#br2" timeOffset="17441.405">4182 1834 6105,'0'0'1598,"0"0"2923,0 0-1855,0 0-1343,0 0-568,0 0-46,4 5 51,229 256 6043,-38-62-6087,-184-193-2369,16-13-11522,-15-4 10041</inkml:trace>
  <inkml:trace contextRef="#ctx0" brushRef="#br0" timeOffset="59586.071">4552 1734 6889,'0'0'0,"0"0"0,0 0 2017,0 0-609,0 0-376,0 0-439,0 0-89,-23 29 272,20-25-224,1 1-272,2-1-208,0 2 40,-2-2-112,2 3-176,-7-5-1392,0-2-1697,0 0 1337</inkml:trace>
  <inkml:trace contextRef="#ctx0" brushRef="#br1" timeOffset="10381.988">2177 2444 7114,'0'0'6117,"0"0"-3769,0 0-1105,0 0 18,0 0 328,0 0-327,4-14-331,12-42-347,-12 42-136,-4 14-149,0 0 41,-40 147 1433,-171 514 1111,158-421-3228,52-239 3,0-1 0,0 1 1,0-1-1,0 0 0,0 1 1,0-1-1,-1 0 1,1 0-1,0 0 0,0 1 1,0-1-1,0-1 0,-1 1 1,1 0-1,0 0 0,0 0 1,0-1-1,0 1 1,0 0-1,0-1 0,0 1 1,-1-1-1,1 1 0,0-1 1,0 0-1,1 1 0,-1-1 1,0 0-1,0 0 1,0 1-1,0-1 0,1 0 1,-1 0-1,0 0 0,1 0 1,-1 0-1,1 0 0,-1 0 1,1 0-1,0-1 1,-1 1-1,1 0 0,0 0 1,0 0-1,-1 0 0,1-1 1,0 1-1,0 0 0,1 0 1,-1 0-1,0 0 1,0-2 339,-14-28-2748</inkml:trace>
  <inkml:trace contextRef="#ctx0" brushRef="#br1" timeOffset="10774.462">1775 2511 13235,'0'0'1999,"0"0"-1090,0 0-262,0 0 471,0 0 255,21 11-90,165 101 627,-166-90-1580,-2 1 0,0 1 0,-1 1 1,-1 0-1,-2 1 0,-1 1 0,7 18-330,-8-17 194,1 1 0,2-2 0,1 0 0,1-1 0,1 0 1,18 18-195,-31-38-50,1 0 1,0 0 0,0-1 0,0 0 0,1 0 0,-1-1 0,1 0 0,0 0 0,1 0 0,-1-1-1,1 0 1,-1-1 0,1 0 0,0 0 0,0 0 0,0-1 0,0 0 0,0-1 0,0 0 0,0 0-1,0-1 1,4 0 49,37-48-12218,-33 30 7593</inkml:trace>
  <inkml:trace contextRef="#ctx0" brushRef="#br0" timeOffset="58785.536">2289 3587 5825,'0'0'568,"0"0"2441,0 0-1593,0 0-744,0 0-79,0 0 71,0 0 104,14 0-56,-14 0 80,0 0-200,5 0-112,-5 0-312,9 0-152,3-2-16,-1-2-136,3-11-2480,-2 3-2097,-3-1 3217</inkml:trace>
  <inkml:trace contextRef="#ctx0" brushRef="#br0" timeOffset="62169.21">2634 5308 3321,'0'0'2734,"0"0"1029,0 0-2088,0 0-671,0 0-65,0 0 109,1-10-109,6-30 921,-6 28 1068,-7 37-1649,-103 303 587,82-248-1627,-2-7-84,4 1-1,3 1 1,4 1-1,3 1 1,3 0 0,0 42-155,12-103 862,0-1-4095,0-24-9622,0-19 5983</inkml:trace>
  <inkml:trace contextRef="#ctx0" brushRef="#br0" timeOffset="62484.8">2308 5246 8210,'0'0'6220,"0"0"-3393,0 0-1025,0 0-174,0 0-345,0 0-449,-1 26-268,1-21-534,-1 10 67,0 1 0,2 0 0,0 0 0,0 0 0,2-1 0,0 1 0,0-1 0,2 0-1,0 0 1,0 0 0,2 0 0,6 10-99,33 38 144,2-2-1,3-2 0,3-2 0,3-3 1,1-3-1,3-2 0,2-2 1,1-4-1,5-1-143,-51-30-232,55 42-10,-44-11-4308,-29-38 3729,0-4-1835,0 0-5056,-2-5 5872</inkml:trace>
  <inkml:trace contextRef="#ctx0" brushRef="#br0" timeOffset="63141.723">3402 5997 3105,'0'0'7845,"0"0"-4323,0 0-1876,0 0-175,0 0 273,0 0 149,22-9-419,-20 8-1443,23-9 293,-1 0 0,-1-2 0,0-1 0,-1-1 0,0-1 0,-1 0 0,13-14-324,-18 12 17,0 0 1,-1-1-1,-1-1 1,-1 0 0,-1-1-1,0 0 1,-2-1-1,0 0 1,-2-1-1,0 0 1,-1 0 0,-1-1-1,-1 1 1,-2-1-1,0 0 1,-1-1-1,-1-1-17,-2 20-9,0 0 0,0-1 0,-1 1 0,0 0-1,1 0 1,-2 0 0,1 0 0,-1 0 0,1 1-1,-2-1 1,1 1 0,0 0 0,-1-1 0,1 1-1,-1 1 1,0-1 0,-1 1 0,1 0 0,-1-1-1,1 2 1,-1-1 0,0 1 0,0-1 0,0 1-1,0 1 1,0-1 0,0 1 0,-1 0 0,1 0-1,-1 0 1,1 1 0,0 0 0,-1 0 0,1 0 0,-1 1-1,1 0 1,0 0 0,-1 0 0,1 1 0,0-1-1,0 1 1,0 0 0,0 1 0,0-1 0,1 1-1,-1 0 1,1 1 0,-2 0 9,-19 14 47,2 0 0,1 1 0,0 2-1,1 0 1,1 1 0,1 1 0,2 1 0,0 0 0,1 1 0,2 1 0,0 1-1,2 0 1,1 0 0,-7 28-47,14-44 47,0-1 1,1 1-1,1 0 0,0 0 0,0 0 1,1 0-1,0 0 0,1 0 0,1 1 1,0-1-1,0 0 0,1 0 0,0 0 1,1 0-1,0-1 0,1 1 0,0-1 1,0 0-1,2 0 0,-1 0 0,1 0 1,0-1-1,1 0 0,0-1 0,1 1 1,-1-1-1,1-1 0,10 8-47,10-1 74,1-2 0,0 0 0,1-2 0,0-1 0,0-1 0,1-2 0,0-1 0,1-1 0,-1-2 0,1-1 0,-1-2 0,1-1 0,-1-1 0,0-1 0,0-2 0,0-2 0,-1 0 0,0-2 0,3-3-74,-22 9 38,2 0-10,0 0-1,-1 0 0,1-2 1,-1 1-1,0-2 1,-1 1-1,1-2 1,-1 1-1,-1-2 0,0 1 1,9-10-28,-17 16-97,-1 0-1,0 0 1,0 0 0,0-1 0,0 1 0,0 0 0,0 0-1,0-1 1,-1 1 0,1 0 0,-1-1 0,0 1-1,1-1 1,-1 1 0,0 0 0,0-1 0,-1 1 0,1-1-1,-1 1 1,1 0 0,-1-1 0,0 1 0,1 0-1,-1 0 1,0-1 0,-1 1 0,1 0 0,0 0 97,-31-31-9106,17 21 2194</inkml:trace>
  <inkml:trace contextRef="#ctx0" brushRef="#br0" timeOffset="63641.146">4184 4680 5577,'0'0'7811,"0"0"-4876,0 0-1329,-12 23 276,-85 216 2727,15 89-4689,82-327-282,0 1 1,-1-1-1,0 0 0,1 1 1,-1-1-1,0 1 0,0-1 1,0 0-1,0 0 1,0 0-1,0 0 0,0 1 1,0-1-1,0-1 0,-1 1 1,1 0-1,0 0 1,-1 0-1,1-1 0,0 1 1,-1 0-1,1-1 0,-1 0 1,1 1-1,-1-1 1,1 0-1,-1 0 0,1 1 1,-1-1-1,0-1 0,1 1 1,-1 0-1,1 0 1,-1 0-1,0-1 362,-7 1-1770,-10 0-1342</inkml:trace>
  <inkml:trace contextRef="#ctx0" brushRef="#br0" timeOffset="63953.694">3793 4739 6057,'0'0'6035,"0"0"-3339,0 0-1427,0 0-345,0 0 351,0 0 928,18 11-607,118 90 465,-82-46-1582,-3 2 1,-3 2-1,-2 2 1,-2 2-1,-4 2 0,18 40-479,-57-103-435,6 10-2524,0-14-8839,-3-7 7944</inkml:trace>
  <inkml:trace contextRef="#ctx0" brushRef="#br0" timeOffset="65457.401">5506 5855 6217,'0'0'1414,"0"0"2928,0 0-2227,0 0-1053,0 0-119,0 0 444,-13 2 62,-38 9-332,143-13 2095,82-39-2330,-112 24-701,0 3 1,0 2 0,1 4 0,47-1-182,-190 34-260,-240 1 351,266-27-79,1 2 0,-1 2 0,1 3-1,0 2 1,-30 9-12,125-10-253,298-22 486,208-91-102,-628 107-343,-106 31 20,-57 2-4533,215-36 229,15-5-1145</inkml:trace>
  <inkml:trace contextRef="#ctx0" brushRef="#br0" timeOffset="72072.345">11235 5009 1584,'0'0'8828,"0"0"-5822,-8-22-1734,-37-102 1418,44 127 655,1 28-2685,70 306 3480,-57-273-3824,13 72 285,6-2 0,5-1 0,7-2 0,7 3-601,-50-116-5977,-27-49-4125,16 18 8372,-20-20-1801</inkml:trace>
  <inkml:trace contextRef="#ctx0" brushRef="#br0" timeOffset="72371.44">10974 5497 4641,'0'0'2294,"0"0"3626,0 0-3417,0 0-1488,0 0-160,0 0 341,7-2-33,239-22 3320,-183 19-4031,-1-4 0,1-2 0,-2-2 0,0-4 0,-1-2 0,51-24-452,-39-1-3116,-28 11-6882,-28 20 5172</inkml:trace>
  <inkml:trace contextRef="#ctx0" brushRef="#br0" timeOffset="72953.374">12453 4837 5281,'0'0'10562,"0"0"-6234,0 0-2564,0 0-499,0 0 47,0 0 14,14 27-282,78 187 173,-78-162-1052,-10-28-123,2 0 1,0 0-1,2-1 1,0 0-1,2 0 1,1-1-1,0 0 1,2-1-1,12 17-42,-14-63-14,-19-30-13,4 39 1,-2-1 1,0 0 0,-1 1 0,-1 0-1,0 1 1,-2 0 0,1 0-1,-2 1 1,0 0 0,0 1 0,-1 0-1,-1 1 1,0 0 0,-1 1-1,0 0 1,-1 1 0,0 1-1,0 1 1,-1 0 0,0 1 0,0 0-1,-1 1 1,0 1 0,0 1-1,0 1 1,-1 0 0,1 1-1,-1 1 1,0 0 0,1 1 0,-1 1-1,1 1 1,-14 3 25,14 5 1,0 0 0,0 0-1,1 2 1,1 0 0,0 1 0,0 0 0,2 1 0,-1 1-1,2 0 1,0 1 0,1 0 0,0 0 0,2 2 0,0-1-1,1 1 1,-3 8-1,2-12 22,1 1 0,0 1-1,1-1 1,0 1-1,2 0 1,0 0 0,0 1-1,2 0 1,0 0-1,1 0 1,1 0 0,0 0-1,1 0 1,1 0 0,1 0-1,0 0 1,1 0-1,1 0 1,0-1 0,2 0-1,0 0 1,0 0-1,2 0 1,0 0-22,15 8 62,0-1 1,1-2-1,2 0 1,0-1-1,1-2 1,0-1-1,2-1 0,0-1 1,1-2-1,0 0 1,1-3-1,27 7-62,8-2 307,0-2 1,1-4-1,0-3 1,0-2-1,57-5-307,-101 0 149,1-1-1,0-1 1,-1-1-1,0-1 1,0-1 0,0-1-1,0-1 1,-1 0-1,14-10-148,-32 15-169,-1 0-1,0 0 0,0-1 0,-1 1 1,1-1-1,-1 0 0,1 0 0,-1 0 0,0 0 1,-1 0-1,1 0 0,-1 0 0,0-1 0,0 1 1,0-1-1,0 1 0,-1-1 0,0 1 0,0 0 1,0-1-1,0 1 170,-12-59-12649,-2 38 5788</inkml:trace>
  <inkml:trace contextRef="#ctx0" brushRef="#br0" timeOffset="70635.588">7243 5801 5353,'0'0'779,"0"0"157,0 0 1495,0 0-716,0 0-350,10 5 3824,122-90 280,-111 72-5429,0 0 1,-1-2-1,0 0 1,-1-1-1,-1-1 1,-1-1-1,0 0 1,-1-1-1,-1-1 1,-1-1-1,-1 0 0,-1-1 1,0 0-1,-2 0 1,-1-1-1,0-1 1,-2 0-1,-1 0 1,-1 0-1,-1-1 0,-1-1-40,-2 22-8,0 0 0,0 0-1,-1-1 1,0 1 0,0 0-1,0 0 1,0-1 0,-1 1-1,0 0 1,0-1 0,0 1-1,0 0 1,0 0 0,-1 0-1,0 0 1,0 0 0,0 1-1,0-1 1,-1 1 0,1-1-1,-1 1 1,0 0 0,0 0-1,0 0 1,-1 0 0,1 0-1,-1 1 1,1-1 0,-1 1-1,0 0 1,0 0-1,0 1 1,0-1 0,0 1-1,0 0 1,0 0 0,-1 0-1,1 1 1,0-1 8,-9 1-1,1-1 0,0 2 0,-1-1 1,1 2-1,0 0 0,0 0 0,0 1 0,0 0 0,0 1 0,0 1 0,1 0 1,0 0-1,0 1 0,0 1 0,1 0 0,0 0 0,0 1 0,1 0 0,0 1 1,1 0-1,-1 0 0,2 1 0,-2 2 1,-6 8 58,1 1 1,1 0-1,1 1 1,0 1-1,2 0 1,1 0-1,1 1 1,1 0-1,1 0 0,1 1 1,0 5-59,2-16 72,1 1 0,1-1 0,0 1 0,1 0 0,1-1 0,0 1 0,0-1 0,2 1 0,0-1 0,1 1 0,0-1 0,1-1 0,0 1 0,1-1 0,1 0 0,0 0 0,2 0-72,6 5 76,1-1-1,2-1 1,-1 0-1,2-2 1,0 0-1,0-1 1,1-1-1,1-1 1,0 0-1,1-2 1,0-1-1,0 0 1,1-2-1,19 4-75,9-1 67,0-2-1,0-2 1,0-2-1,1-3 1,-1-2-1,16-4-66,-60 7-21,0 0-1,0-1 0,1 0 0,-1-1 0,0 0 1,0 0-1,0 0 0,0-1 0,0 0 0,0 0 1,0-1-1,-1 0 0,1 0 0,-1-1 0,0 0 1,0 0-1,0 0 0,0 0 0,-1-1 0,0 0 1,0 0-1,0-1 0,-1 0 0,1 1 0,-1-1 1,-1-1-1,1 1 0,-1 0 0,0-2 22,-1-115-8251,-3 66 2305,1 4 2489</inkml:trace>
  <inkml:trace contextRef="#ctx0" brushRef="#br0" timeOffset="71087.856">8267 4513 3833,'0'0'2455,"0"0"1068,0 0-1586,0 0-522,0 0-154,0 0-91,1-10 122,5-46 1286,-5 89 580,0-10-2772,-6 28 179,-2 0-1,-2-1 1,-3 0 0,-2-1 0,-2 0 0,-2-2 0,-8 14-565,-14 43 256,-19 77-315,58-181-108,1 0-1,-1 1 1,0-1 0,1 0-1,-1 1 1,1-1 0,-1 0-1,0 0 1,1 0 0,-1 0-1,1 1 1,-1-1 0,0 0-1,1 0 1,-1 0 0,0 0-1,1-1 1,-1 1-1,0 0 1,1 0 0,-1 0-1,1 0 1,-1-1 0,0 1-1,1 0 1,-1 0 0,1-1-1,-1 1 1,1-1 0,-1 1-1,1 0 1,-1-1 0,1 1-1,-1-1 1,1 1 0,0-1-1,-1 1 1,1-1-1,0 1 1,-1-1 0,1 0-1,0 1 1,0-1 0,0 1-1,-1-1 1,1 0 0,0 1-1,0-1 1,0 0 0,0 1-1,0-1 1,0 0 0,0 1-1,0-1 1,0 1 0,1-1-1,-1 0 168,-1 0-466,-11-30-5836,-2-2 3252</inkml:trace>
  <inkml:trace contextRef="#ctx0" brushRef="#br0" timeOffset="71399.469">7995 4488 5721,'0'0'6888,"0"0"-3918,0 0-1364,0 0-498,0 0 197,0 0 630,21 23-336,138 146 564,-68-89-955,-59-56-1080,-1 1 0,0 2 0,-2 1 0,-2 2 0,0 0 0,-2 2 0,-1 0 0,-2 2 0,-1 1 0,-2 0 0,10 27-128,-27-54 143,18 1-3637,38-54-7740,-26 16 5262</inkml:trace>
  <inkml:trace contextRef="#ctx0" brushRef="#br0" timeOffset="76957.211">1230 4988 360,'0'0'7596,"0"0"-3201,0 0-2603,-21-1-813,-67 0-218,76 3-588,0 0 0,1 1-1,-1 0 1,1 0 0,0 1-1,0 1 1,0 0 0,1 1-1,0 0 1,0 0 0,0 1-1,1 0 1,0 1-1,0 0 1,1 0 0,0 1-1,0 0 1,1 0 0,0 1-1,1 0 1,0 0 0,1 1-1,0 0 1,0 0-173,-6 19 160,1-1 0,1 1 0,2 1 0,1-1 0,2 1 0,0 0 0,2 0 0,2 1 0,1-1 0,1 0 0,5 20-160,4-12 33,2 0 0,2-1 0,1 0 0,2-2 0,1 0 0,3 0 0,0-2 0,2-1-1,2-1 1,4 3-33,21 31 34,15 22-111,26 30 518,-5 5 1,-5 3-1,-6 3 0,29 72-441,-88-151 151,-1 0 0,-3 1 1,-2 1-1,-2-1 0,-3 2 0,-2-1 0,-2 1 0,-3 24-151,-2-37 217,-2 0 1,-1 0 0,-3-1 0,-1 1-1,-1-2 1,-17 36-218,-41 185 259,68-258-260,1 0 0,-1 0 0,1 0-1,0 0 1,-1 0 0,1 0-1,0 0 1,0 0 0,0 0 0,-1 0-1,1 0 1,0 0 0,0 0-1,1 0 1,-1 0 0,0 0 0,0 0-1,0 0 1,1 0 0,-1 0-1,0-1 1,1 1 0,-1 0 0,1 0-1,-1 0 1,1 0 0,-1 0-1,1-1 1,0 1 0,-1 0 0,1 0-1,0-1 1,0 1 0,0 0-1,-1-1 1,1 1 0,0-1 0,0 1-1,0-1 1,0 0 0,0 1-1,0-1 1,0 0 0,0 0 0,0 0-1,0 1 1,0-1 0,0 0-1,0 0 1,0-1 0,0 1 0,0 0-1,0 0 1,0 0 0,0-1-1,0 1 1,0 0 0,0-1 0,0 1-1,0-1 1,-1 1 0,2-1 1,57-41-66,331-305-474,-350 315 487,2 2-1,1 1 1,2 3 0,0 1 0,2 3-1,0 1 1,1 3 0,1 2 0,1 2-1,0 2 1,1 2 0,0 3 0,1 2-1,-1 2 1,20 2 53,-47 6-10,-1 0-1,0 1 1,0 2-1,0 0 1,-1 2-1,0 0 1,0 1-1,18 14 11,49 23-8,-19-23 78,1-3 1,1-3-1,0-3 0,2-4 0,-1-3 1,1-3-1,0-3 0,1-3 1,26-6-71,15 5 194,52 1-134,-1-8 0,0-7 0,-2-8 1,0-6-1,-2-8 0,-1-7 0,-3-6 0,95-48-60,169-98 76,-395 186-74,-1 1 0,1 1 0,1 2 0,-1 1 0,1 1 0,0 1-1,0 2 1,0 0 0,0 3 0,0 0 0,-1 2 0,1 1 0,-1 1-1,0 1 1,25 10-2,37 20 58,2-4 1,1-5-1,1-3 0,1-5 0,10-2-58,217 20 106,2-13 0,1-15-1,20-14-105,-176-12 3,0-8-1,-2-6 0,-2-8 1,-1-7-1,-2-7 0,-3-7 0,126-68-2,-201 89 29,-8 1-32,2 3 1,2 3-1,1 4 1,1 3-1,2 4 3,-67 16-3,-1 1 0,1 0 0,0 1 0,0 1 0,0 1 0,0 0 0,0 1 0,-1 1 0,1 0 0,0 2 0,-1 0 0,1 0 0,-1 2 0,-1 0 0,1 0 0,-1 2 0,0 0 0,0 1 0,-1 0-1,-1 1 1,3 2 3,67 72 66,-54-52-20,1-2 0,2-1 0,1-1 1,1-1-1,2-3 0,4 2-46,28 2 18,0-3-1,2-3 1,0-3 0,2-3-1,0-3 1,0-4-1,1-3 1,-1-2 0,1-4-1,36-6-17,-33 1-1,0-3-1,0-3 0,-1-3 1,-1-4-1,-1-3 0,0-3 1,56-28 1,77-47 161,178-115-161,-135 70 34,-173 104-42,1 3 0,2 3-1,1 4 1,2 3 0,1 3 0,0 5-1,2 3 1,0 4 0,0 3 0,74 3 8,-128 6 0,1 1 0,-1 2 0,0 1 0,0 1 0,0 2 0,-1 1 0,16 6 0,54 26 58,-97-51-100,-6-2 17,-1 0 1,-1 0 0,1 0-1,-2 1 1,0 0 0,0 0-1,-1 0 1,-1 1 0,0 0-1,0 1 1,-1 0 0,-6-6 24,-308-289 66,251 247-44,2-3 0,3-3 0,3-4 0,-47-63-22,21-11 14,5-3 1,7-4-1,-39-111-14,97 209-54,3-1 0,2 0 0,3-2 1,1 1-1,3-2 0,3 1 0,2-1 0,3-38 54,2 47-5,-2-1 0,-2 1-1,-2 0 1,-2 1 0,-2-1 0,-2 1 0,-2 1-1,-1 0 1,-3 0 0,-2 2 0,-2-1 5,18 39-6,0 0 0,0 1 1,-1 0-1,1 0 1,-1-1-1,0 1 0,0 1 1,0-1-1,-1 0 0,1 1 1,-1 0-1,1 0 0,-1 0 1,0 0-1,1 0 0,-1 1 1,0 0-1,0 0 0,0 0 1,0 0-1,-1 0 0,1 1 1,0 0-1,0 0 1,0 0-1,0 0 0,0 1 1,-1 0-1,1 0 0,0 0 1,0 0-1,1 0 0,-1 1 1,0 0-1,0-1 0,1 2 1,-1-1-1,1 0 6,-407 218 21,315-174 5,-3-4 0,-1-5-1,-2-4 1,-1-5-1,-1-4 1,-42 2-26,123-23 12,0-1 0,0 0 1,0-2-1,-1-1 0,1-1 0,0 0 0,0-2 1,0-1-1,1 0 0,-1-2 0,-7-3-12,-112-59-4,86 39-1,-1 2 0,-1 3 0,-1 2 1,-1 3-1,-1 3 0,0 2 0,-16 0 5,26 10 1,-1 3 0,0 1 0,0 3 0,0 2 0,1 2 0,-1 2 0,2 3 0,-8 4-1,-874 341 24,896-343-20,0-1 0,-1-2-1,0-2 1,0-1 0,-1-2 0,0-1 0,0-2 0,0-2-1,-27-3-3,-117-71-9,68 20 17,68 44-11,0 2 1,0 3-1,0 1 0,-1 2 1,0 2-1,0 3 0,1 1 0,0 2 1,0 2-1,0 3 0,1 1 0,1 2 1,-38 18 2,-7-5 16,46-15-4,-115 37-3,-3-7-1,-1-7 1,-30-3-9,40-1-8,125-28-46,-1-1 0,1-2 1,-1-1-1,0-1 0,1-1 0,0-1 1,0-1-1,-9-4 54,29 7 3,-681-189-108,645 177 108,0 3 0,-1 1 1,0 3-1,-1 1 1,1 2-1,-1 2 0,0 2 1,0 1-1,1 3 1,-1 2-1,1 1 0,0 3 1,-14 5-4,-11 18 11,2 3 0,2 2 0,1 4 0,2 2 1,3 2-1,1 4 0,2 1 0,-22 31-11,58-60-4,0-1-1,-2-1 1,0-1 0,-1-1-1,-1-1 1,-1 0 0,0-2 0,-1-1-1,-1-1 1,0-1 0,0-2-1,-1 0 1,-1-2 0,0 0-1,0-3 1,0 0 0,-15 0 4,8-8 16,1-2 1,-1-1 0,1-2-1,0-1 1,1-2 0,0-1-1,1-1 1,-5-5-17,-139-47 5,29 33-263,-1 6-1,-150-5 259,1-1-49,-337-55-354,430 85 274,130 13 127,0 2 0,1 4 1,1 3-1,1 3 1,1 3-1,2 3 1,-12 10 1,48-28-15,1 3 1,0 0 0,1 2-1,1 1 1,0 1-1,1 2 1,1 1-1,2 1 1,0 1 0,1 1-1,-12 16 15,33-38-9,-1 0-1,0-1 0,1 1 1,-1-1-1,0 0 0,0 0 1,0 0-1,0-1 0,0 1 1,0-1-1,0 0 1,0 0-1,0 0 0,0-1 1,0 1-1,0-1 0,0 0 1,0 0-1,0-1 1,0 1-1,1-1 0,-1 0 1,1 0-1,-1 0 0,1 0 1,0 0-1,-1-1 1,-1-2 9,-28-11-44,-5 5 41,-2 1 0,1 2 0,-1 2 0,0 2 0,0 1 1,-1 2-1,-5 2 3,38 0-53,-1 1-1,1 0 1,0 0 0,-1 1 0,1-1 0,0 2 0,0-1 0,1 1 0,-1 1-1,1-1 1,0 1 0,0 0 0,1 1 0,-1 0 0,1 0 0,0 0 0,1 1 0,0 0-1,0 0 1,0 0 0,1 0 0,0 1 0,0 0 0,1 0 0,0 0 0,0 0-1,1 0 1,0 2 53,-11 43-4219,9-3-3669,4-25 4770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33:10.030"/>
    </inkml:context>
    <inkml:brush xml:id="br0">
      <inkml:brushProperty name="width" value="0.2" units="cm"/>
      <inkml:brushProperty name="height" value="0.4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254 1 5673,'0'0'88,"0"0"-176,0 0 24,-135 21-392,100-13-160,-2 11 616,11-2-288,5-1-488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33:13.126"/>
    </inkml:context>
    <inkml:brush xml:id="br0">
      <inkml:brushProperty name="width" value="0.2" units="cm"/>
      <inkml:brushProperty name="height" value="0.4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655 659 4409,'0'0'407,"0"0"1190,0 0 1039,-1-18-884,-6-60-661,5 74-999,-1-1 0,0 0-1,0 1 1,-1-1 0,1 1 0,-1 0 0,0 0-1,0 1 1,0-1 0,0 1 0,-1 0 0,1 0 0,-1 0-1,0 1 1,0-1 0,0 1 0,0 0 0,0 1-1,-1-1 1,1 1 0,0 0 0,-1 1 0,1-1 0,-1 1-1,1 0 1,0 0 0,-3 1-92,-9-3 119,-1 1-1,1 1 1,0 0 0,0 2-1,0-1 1,0 2-1,0 1 1,1 0 0,-1 1-1,1 0 1,0 2 0,0 0-1,1 0 1,0 1-1,0 1 1,1 1 0,0 0-1,1 1 1,-6 6-119,-1 3 245,2 0 0,0 1-1,2 0 1,0 1 0,1 1 0,1 1 0,1 0 0,2 1 0,0 0-1,2 1 1,0 0 0,2 0 0,1 1 0,1-1 0,2 2 0,0-1-1,2 0 1,1 0 0,1 1 0,2 7-245,-1-27 13,0-1 0,0 0 0,1 1 0,0-1 0,0 0-1,1 0 1,-1-1 0,2 1 0,-1-1 0,1 0 0,0 0 0,0 0 0,0-1 0,1 0 0,0 0 0,0 0-1,0-1 1,1 0 0,0 0 0,-1 0 0,1-1 0,1 0 0,-1-1 0,0 1 0,1-1 0,-1-1 0,1 1 0,-1-1-1,2-1-12,12 3-16,0-2-1,1 0 0,-1-2 0,0 0 1,0-1-1,-1-1 0,1-1 0,0-1 0,-1-1 1,6-3 16,-5 2-74,0 0 1,0-2-1,-1 0 1,-1-1-1,1-2 1,-2 1-1,1-2 1,-2-1 0,0 0-1,0-1 1,-2-1-1,0 0 1,0-1-1,-2-1 1,0 0-1,-1-1 1,-1 0-1,-1-1 1,0 0-1,-2 0 1,0-1 0,-1 0-1,-2-1 1,3-13 73,-7 20 1,-1-1 0,0 1 0,-1 0 0,0 0 0,-1 0 0,-1 1 0,-1-1 1,0 0-1,0 1 0,-2 0 0,0 0 0,0 0 0,-1 1 0,-1 0 0,0 0 1,-1 1-1,0 0 0,-1 1 0,-1 0 0,1 0 0,-2 1 0,1 1 0,-1 0 1,-1 0-1,-9-4-1,12 7 35,0 1 0,0 1 0,0 0 0,0 0 0,-1 1 0,1 0 0,-1 1-1,0 0 1,0 1 0,1 0 0,-1 1 0,0 0 0,0 0 0,0 1 0,0 1 0,0 0 0,1 0 0,-1 1 0,1 1 0,-1 0 0,1 0 0,1 1 0,-1 0 0,0 0 0,1 1 0,0 1 0,1-1 0,0 2 0,0-1 0,-1 2-35,-8 8 30,1 2 0,1-1 0,0 2 1,1 0-1,2 1 0,0 0 0,1 1 0,1 0 0,1 1 0,1 0 0,1 0 0,1 1 0,2 0 0,0 0 0,1 0 1,1 14-31,1-35-4,1 1 0,0-1 0,0 1 0,0-1 0,0 0 0,1 1 0,-1-1 0,1 0 0,0 1 1,0-1-1,0 0 0,1 0 0,-1 0 0,1 0 0,-1 0 0,1 0 0,0 0 0,0-1 0,0 1 0,1 0 1,-1-1-1,1 0 0,-1 0 0,1 0 0,0 0 0,0 0 0,0 0 0,0-1 0,0 1 0,0-1 0,0 0 1,0 0-1,0 0 0,1 0 0,-1-1 0,1 1 0,-1-1 0,0 0 0,1 0 0,-1 0 0,0 0 0,1-1 1,0 1 3,25-4-31,-1 0 1,1-2-1,-1-1 1,-1-1 0,1-1-1,-1-2 1,-1 0-1,0-2 1,-1-1 0,0-1-1,-1-1 1,-1-1-1,0-1 1,-1-2-1,5-6 31,-9 12-6,1-2 0,-2 0 0,0-1 0,-1-1-1,-1-1 1,-1 0 0,0 0 0,-2-2-1,0 1 1,-1-2 0,-1 1 0,-1-2 0,-1 1-1,-1-1 1,-1 0 0,-2-1 0,0 1-1,1-22 7,-4 30 13,0 1-1,-1-1 0,0 1 1,-2-1-1,1 1 0,-2 0 1,0-1-1,-1 1 0,0 1 1,-1-1-1,0 0 0,-1 1 1,-1 0-1,0 1 0,-1 0 1,0 0-1,-1 0 0,0 1 1,-1 0-1,0 1 0,-1 0 1,0 1-1,-1 0 0,-7-4-11,8 9 34,-1 1 1,1 0-1,-1 1 1,0 0-1,1 1 1,-1 1 0,0 0-1,0 0 1,0 1-1,0 1 1,1 0-1,-1 0 1,0 1 0,1 1-1,0 0 1,0 1-1,0 0 1,1 0-1,-1 1 1,1 0 0,0 1-1,1 0 1,0 1-1,0 0 1,1 0 0,0 1-1,0 0 1,1 0-1,0 1 1,0 0-1,0 4-35,-31 34 68,2 2 0,2 2 0,3 1 0,2 2-1,2 0 1,-12 39-68,2 86 183,37-175-187,0 0 0,1 0 0,-1-1 0,1 1 0,0-1 0,0 1 0,1-1 0,0 1 0,-1-1 0,1 0 0,1 1 0,-1-1 0,1 0 0,-1-1 0,1 1 0,0 0 0,1-1 0,-1 1 0,1-1 0,-1 0 0,1 0 0,0-1 0,0 1 0,0-1 0,0 0 0,0 0 0,1 0 0,-1-1 0,1 1 0,3 0 4,143 10-115,-115-19 90,-1-2 1,1-1-1,-2-2 0,0-2 1,0 0-1,-2-3 0,0 0 0,0-2 1,-2-2-1,-1-1 0,0-1 0,-2-1 1,5-7 24,-19 21-3,-2-1 0,0 0 0,0 0 1,-1-1-1,0 0 0,-1-1 0,-1 0 0,0-1 1,-1 0-1,0 0 0,-1 0 0,0-1 0,-2 0 1,1 0-1,-2 0 0,0-1 0,-1 1 0,-1-1 1,0 0-1,-1 1 0,-1-9 3,-1 16-15,0 1-1,0 0 1,-1 0-1,0 0 1,-1 1 0,1-1-1,-1 1 1,-1 0-1,1 0 1,-1 0 0,0 0-1,0 1 1,-1 0-1,1 0 1,-1 0 0,0 1-1,-1 0 1,1 0-1,-1 0 1,1 1 0,-1 0-1,0 1 1,0-1-1,-1 1 1,1 1 0,-4-1 14,-10-3-4,0 2-1,0 0 1,-1 2-1,1 0 0,-1 2 1,1 0-1,-1 1 1,-18 5 5,13 2 64,1 2 0,0 1 0,0 1 0,1 1 0,1 1 0,1 2 0,0 0 0,1 1 0,0 1 0,2 1 0,1 1 1,0 1-1,1 1 0,2 0 0,0 1 0,2 1 0,0 0 0,2 1 0,1 0 0,1 1 0,1 0 0,-1 10-64,2-10 45,2 0 1,0 1-1,1-1 0,2 1 0,1 1 0,1-1 0,3 27-45,0-47 6,0-1-1,0 1 0,0-1 0,1 0 1,0 1-1,0-1 0,1-1 1,0 1-1,0 0 0,1-1 0,0 0 1,0 0-1,0 0 0,1-1 1,0 0-1,0 0 0,0 0 0,0-1 1,1 0-1,0 0 0,0-1 1,0 1-1,5 0-5,182 45-11,-123-38 33,0-3 0,0-3 0,1-4 0,-1-2 0,0-4 0,0-3 0,0-3 0,-1-3 0,-1-3 0,9-6-22,-60 18-61,-1 0 0,0-2 0,-1 0 0,0-1 0,0-1 0,0 0 1,-1-1-1,-1-1 0,0 0 0,0-1 0,-1 0 0,0-1 0,-2-1 0,1 0 0,-2-1 0,0 0 0,0 0 0,-1-1 0,-1 0 0,-1-1 0,-1 1 0,0-1 1,-1-1-1,0 1 0,-2-1 0,1-6 61,-3 15 27,1 0 0,-1 0 0,-1 0 0,1-1 0,-2 1 0,1 0 0,-1 0 0,-1 0 0,1 0 0,-2 0 0,1 0 0,-1 1 0,-1-1 0,1 1 0,-1-1 1,-1 1-1,1 1 0,-2-1 0,1 1 0,-1-1 0,0 1 0,0 1 0,-1 0 0,0 0 0,0 0 0,0 0 0,-1 1 0,0 1 0,0-1 0,0 1 0,0 0 0,-5 0-27,-2 1 84,1 0 0,-1 2 0,0 0 0,1 0 0,-1 2 0,0 0 0,0 0 0,1 1 0,-1 1 0,1 1 1,0 0-1,0 0 0,0 2 0,0 0 0,1 0 0,0 1 0,0 1 0,1 0 0,0 1 0,1 0 0,0 1 0,0 0 0,1 0 0,-8 11-84,2-3 38,2 0 1,0 1-1,1 1 0,0 0 1,2 1-1,1 0 1,0 1-1,2 0 0,0 0 1,2 0-1,0 1 1,2 1-1,0-1 0,1 0 1,2 9-39,1-24-4,0 0 0,0 0 1,1 1-1,1-1 0,-1 0 1,1 0-1,1 0 0,-1-1 0,1 1 1,1 0-1,-1-1 0,1 0 1,1 0-1,-1 0 0,1 0 1,0-1-1,1 0 0,-1 0 0,1 0 1,1-1-1,-1 0 0,1 0 1,0 0-1,0-1 0,0 0 0,0-1 1,3 2 3,24 7-30,1-2 0,0-1 0,0-2 0,1-1 0,0-1 0,0-3 0,0-1 0,1-1 0,-1-2 0,14-4 30,-10 4-17,-1-3 0,1-1 0,-1-2 1,-1-1-1,0-3 0,0 0 0,18-11 17,-43 17-20,-1 0 0,1-1 0,-1 0 0,-1-1 0,1 0 0,-1-1 0,-1 0 0,0-1 0,0 0 0,-1-1 0,0 0-1,0 0 1,-2-1 0,1 0 0,-2 0 0,1-1 0,-2 0 0,0 0 0,0 0 0,-1-1 0,-1 1 0,2-13 20,-3 17 1,0-1 0,-1 1 0,0-1 0,0 1 0,-1 0 0,-1-1 1,1 1-1,-1-1 0,-1 1 0,0 0 0,0-1 0,-1 1 0,0 0 0,-1 1 0,0-1 0,0 1 0,0-1 1,-1 1-1,-1 0 0,1 1 0,-1-1 0,-1 1 0,1 1 0,-1-1 0,0 1 0,-1 0 0,0 1 1,0-1-1,0 2 0,0-1 0,-1 1 0,1 0 0,-2 0-1,-8-1 39,-1 0 0,0 1 1,0 1-1,0 1 0,0 1 1,0 0-1,0 2 0,0 0 0,0 1 1,0 1-1,0 0 0,0 2 0,1 0 1,0 1-1,0 1 0,0 0 0,1 2 1,0 0-1,1 1 0,0 0 0,0 1 1,1 1-1,1 1 0,0 0 0,1 1 1,0 0-1,1 1 0,1 0 1,0 1-1,1 0 0,0 1 0,2 0 1,0 1-1,1-1 0,1 1 0,0 1 1,2-1-1,0 1 0,1 0 0,0 0 1,2 7-40,0-16-5,0 0 1,0 0 0,1 0 0,1 1 0,0-1 0,0 0 0,1 0 0,0 0-1,1-1 1,0 1 0,0 0 0,1-1 0,0 0 0,1 0 0,0 0-1,1 0 1,-1-1 0,2 0 0,-1 0 0,1-1 0,0 0 0,1 0-1,0 0 1,0-1 0,0 0 0,1-1 0,-1 0 0,1 0 0,6 1 4,24 8-13,0-2 1,1-2 0,0-1 0,0-2 0,1-2 0,-1-2 0,1-2 0,0-1-1,0-2 1,0-2 0,27-7 12,-39 7-32,1 0 0,-1-3 0,-1 0 0,1-2 0,-1-1 0,-1-1 0,0-1 0,0-2 0,-1-1 0,-1 0 0,-1-2 0,0-1 0,-1-1 0,-1-1 0,14-16 32,-33 32-2,0 1 0,0-1-1,0 1 1,0-1 0,-1 0 0,1 0 0,-1 0-1,0 0 1,0 0 0,-1-1 0,1 1-1,-1 0 1,0-1 0,0 0 0,0 1-1,-1-1 1,0 1 0,0-1 0,0 0-1,0 1 1,-1-1 0,1 1 0,-1-1 0,0 1-1,-1-1 1,1 1 0,-1 0 0,0-1-1,0 1 1,0 0 0,-1 0 0,1 0-1,-1 1 1,0-1 0,0 1 0,0-1 0,-1 1-1,1 0 1,-1 0 0,0 1 0,0-1-1,0 1 1,0 0 0,0 0 0,0 0-1,-1 0 3,-2-1 22,1 1 0,-1-1-1,0 2 1,0-1 0,0 1-1,0 0 1,0 0-1,0 1 1,0-1 0,0 2-1,0-1 1,0 1 0,0 0-1,0 1 1,0-1 0,0 2-1,0-1 1,1 1-1,-1-1 1,1 2 0,0-1-1,0 1 1,0 0 0,0 0-1,1 1 1,-1-1-1,1 1 1,0 1 0,1-1-1,-1 1 1,1-1 0,0 1-1,1 0 1,-1 1-1,1-1 1,1 1 0,-1-1-1,1 1 1,0 0 0,0 0-1,1 0 1,0 0-1,0 0 1,1 0 0,0 0-1,0 2-21,1-3 0,0-1 0,0 0 0,0 0-1,0 0 1,1 0 0,0 0 0,0 0 0,0 0-1,0-1 1,1 1 0,0-1 0,0 0 0,0 0-1,1 0 1,-1 0 0,1 0 0,0-1-1,0 1 1,0-1 0,1 0 0,-1-1 0,1 1-1,-1-1 1,1 0 0,0 0 0,0 0 0,3 1 0,145 27-53,-136-29 66,-11 2-35,-1-1 0,1 0 0,0-1-1,0 1 1,0-1 0,0 0 0,1-1 0,-1 1 0,0-1 0,0-1 0,0 1-1,0-1 1,0 0 0,0 0 0,0-1 0,0 1 0,0-2 0,0 1 0,-1 0-1,1-1 1,-1 0 0,0-1 0,1 1 0,-2-1 0,1 0 0,0 0-1,-1 0 1,0-1 0,0 1 0,0-1 0,0 0 0,-1 0 0,0-1 0,0 1-1,0-1 1,-1 1 0,1-3 22,-2-11-16,-1 0 1,-1-1-1,-1 2 0,-1-1 0,0 0 0,-1 0 0,-1 1 1,-1 0-1,-1 0 0,0 1 0,-1-1 0,-1 2 1,-1-1-1,0 1 0,-1 1 0,-1 0 0,0 0 1,-1 1-1,-1 1 0,0 0 0,-2 0 16,-4-4 25,-1 1-1,-1 1 1,0 1-1,-1 1 1,-1 2-1,0 0 1,0 1-1,-1 1 1,0 1-1,0 2 1,-1 0-1,0 2 1,0 1-1,0 1 1,0 1-1,-1 1 1,1 2-1,0 0 1,-15 5-25,-13 3 43,0 2 1,1 3 0,0 2-1,2 2 1,0 2 0,1 3 0,1 2-1,2 2 1,-7 7-44,45-29 0,0 1 0,0 0-1,1 1 1,0-1 0,0 2 0,1-1-1,0 1 1,0 0 0,1 0 0,0 1 0,1 0-1,0 0 1,-3 10 0,11-17-28,-1-1-1,1 1 0,0 0 1,0-1-1,0 1 0,0-1 1,1 0-1,-1 0 1,0-1-1,1 1 0,0-1 1,-1 1-1,1-1 0,0 0 1,-1 0-1,1-1 1,0 1-1,0-1 0,0 0 1,0 0-1,0 0 0,0 0 1,-1-1-1,1 0 1,0 0-1,0 0 0,-1 0 1,1 0-1,0-1 0,1 0 29,11-5-44,-1 0 0,0 0 0,0-2 0,0 1 0,-1-2 0,0 0 0,-1-1 0,-1 0 0,1-1 0,-2-1 0,1 1 0,-2-2 0,0 0 0,0 0-1,-2-1 1,0 0 0,0 0 0,-1-1 0,-1 1 0,-1-2 0,0 1 0,-1-1 0,-1 1 0,-1-1 0,0 0 0,-1-12 44,1 16-9,-1 0 0,-1 0-1,0 1 1,0-1 0,-2 0 0,1 0 0,-2 1 0,1-1 0,-2 1 0,0 0-1,0 0 1,-1 0 0,-1 1 0,0-1 0,0 1 0,-1 1 0,0-1 0,-1 1-1,0 0 1,-1 1 0,0 0 0,-1 0 0,0 1 0,0 0 0,-7-3 9,3 4 18,0 0 0,0 1 0,0 1 0,-1 0 0,0 1 0,0 1 0,-1 0-1,1 1 1,0 1 0,-1 0 0,1 2 0,-1-1 0,1 2 0,0 0 0,-1 0 0,1 2 0,0 0 0,0 0 0,1 2 0,0 0 0,0 0 0,0 1 0,1 1 0,-1 0 0,2 1 0,0 1 0,0 0 0,0 0 0,1 1 0,1 1 0,0 0 0,1 0 0,0 0 0,-6 13-18,12-21-2,1-1 1,0 1 0,0 0-1,1 0 1,-1 1 0,1-1-1,-1 0 1,1 0 0,1 1-1,-1-1 1,1 1 0,-1-1-1,1 1 1,1-1 0,-1 0-1,1 1 1,-1-1 0,1 1-1,0-1 1,1 0 0,-1 0-1,1 0 1,0 1 0,0-2-1,0 1 1,0 0 0,1 0-1,-1-1 1,1 1 0,0-1-1,0 0 1,1 0 0,-1 0-1,1 0 1,-1-1 0,1 1-1,0-1 1,0 0 0,0 0-1,0 0 1,0-1 0,1 1 1,23 5-4,1-1 1,0-2-1,0 0 1,0-2-1,0-1 1,0-2-1,0-1 1,0-1-1,0-1 1,0-1-1,-1-2 1,0-1-1,24-10 4,-42 16-9,1 0 0,-1-1 0,1 0 0,-1-1 1,0 0-1,-1 0 0,1-1 0,-1-1 0,0 1 0,0-1 0,0-1 0,-1 0 0,0 0 0,0-1 0,-1 1 0,0-2 0,-1 1 0,1-1 1,-1 0-1,-1 0 0,0-1 0,0 1 0,-1-1 0,-1 0 0,1-1 0,-1 1 0,-1 0 0,0-1 0,-1 0 0,0 1 0,0-1 0,-1 0 0,-1-9 9,-7 3-19,0 0 0,-2 0 0,0 1 0,0 0 0,-2 0 0,0 2 0,0-1 0,-2 1 0,0 1 0,0 1 0,-1 0 0,0 1 0,-1 0 0,-2 1 19,-3-6 61,-2 2 0,1 0 0,-2 2 0,1 1 0,-2 0 0,1 2 0,-2 1 0,1 1 0,-1 1 0,0 1 0,0 2 0,0 0 0,0 2 0,-1 0 0,-16 4-61,33-1 17,0 0 1,0 1-1,0 0 1,1 1-1,-1 0 1,1 0-1,0 1 1,0 1-1,0-1 1,1 1 0,0 1-1,0 0 1,1 0-1,-1 0 1,2 1-1,-1 0 1,1 0-1,0 1 1,1 0-1,0 0 1,0 0-1,1 0 1,0 1 0,1 0-1,0 0 1,0 0-1,1 0 1,1 0-1,-1 0 1,2 0-1,-1 1 1,2-1-1,0 5-17,0-8-3,1-1-1,1 1 1,-1-1-1,1 0 0,0 0 1,1 0-1,-1 0 0,1-1 1,0 1-1,1-1 0,-1 0 1,1 0-1,0-1 1,0 1-1,0-1 0,1 0 1,0-1-1,-1 1 0,1-1 1,0 0-1,1-1 1,-1 1-1,1-1 0,4 1 4,164 24-107,-150-25 87,-1 0 0,1-2 0,0-1 0,-1 0 0,1-2 0,-1-1 0,1-1 0,-1-1 0,-1-2 0,1 0 0,9-6 20,-29 13-20,-1-2 1,0 1-1,1 0 0,-1-1 1,0 1-1,0-1 1,-1 0-1,1 0 1,-1 0-1,1 0 0,-1-1 1,0 1-1,0-1 1,0 1-1,-1-1 1,1 0-1,-1 0 0,0 1 1,0-1-1,0 0 1,0 0-1,-1 0 1,0 0-1,0 0 0,0 0 1,0 0-1,-1 0 1,1 0-1,-1 0 1,0 0-1,0 0 0,0 0 1,-1 1-1,0-1 1,1 0-1,-1 1 1,0 0-1,-1-1 0,1 1 1,0 0-1,-1 0 1,0 0-1,0 0 1,0 1-1,0-1 0,0 1 1,-1 0-1,1-1 1,-1 1 19,-18-14 30,-1 0 1,0 1 0,-2 1-1,0 1 1,0 1-1,-1 1 1,0 2 0,-1 1-1,0 0 1,0 2-1,-1 2 1,0 0 0,1 2-1,-1 1 1,0 1-1,0 1 1,-16 3-31,9 8 41,1 2-1,0 1 1,0 2 0,2 0-1,0 3 1,2 0 0,0 2-1,1 2 1,1 0 0,2 2 0,0 1-1,-18 25-40,33-41 1,-16 17 0,1-5 3,0 1 0,2 1-1,1 1 1,1 1 0,1 1-1,1 1 1,2 1-1,1 0 1,1 2 0,2-1-1,1 2 1,2 0-1,-2 12-3,12-38-12,0 1 0,1 0 0,0 0 0,1 0 0,-1 0 0,2-1-1,-1 1 1,1 0 0,0-1 0,1 1 0,-1-1 0,1 1 0,1-1 0,0 0-1,0-1 1,0 1 0,1-1 0,0 1 0,0-2 0,0 1 0,1 0 0,0-1-1,0 0 1,0 0 0,1-1 0,-1 0 0,1 0 0,0 0 0,0-1 0,1 0 0,5 1 12,18 6-77,0-2 1,0-1 0,1-1 0,0-2 0,0-1 0,0-1 0,8-2 76,-20 0-9,0 0 0,0-1 0,0-1 0,0 0 1,-1-2-1,1 0 0,-1-1 0,0-2 0,0 0 0,-1 0 0,0-2 0,0 0 0,4-4 9,-19 11-3,1-1 0,-1 0 0,1 0 0,-1 0 1,0 0-1,0-1 0,-1 1 0,1-1 0,-1 1 0,1-1 0,-1 0 0,0 0 0,0 0 0,-1 0 0,0 0 1,1-1-1,-1 1 0,-1 0 0,1-1 0,0 1 0,-1-1 0,0 1 0,0-1 0,-1 1 0,1 0 0,-1-1 1,0 1-1,0 0 0,0-1 0,-1 1 0,1 0 0,-1 0 0,0 0 0,0 0 0,-1 0 0,1 1 0,-1-1 0,0 1 1,0 0-1,0-1 0,0 1 0,0 0 0,-1 1 0,1-1 0,-1 1 0,0-1 0,0 1 0,0 0 0,-4-1 3,-2-1 45,-1-1-1,1 2 0,-1-1 0,0 2 1,-1-1-1,1 2 0,0-1 0,-1 1 0,1 1 1,0 0-1,-1 1 0,1 0 0,-1 1 0,1 0 1,0 1-1,0 0 0,0 0 0,1 1 0,-1 1 1,1 0-1,0 0 0,0 1 0,0 0 1,1 1-1,0 0 0,1 1 0,-1-1 0,1 2 1,-5 7-45,0-2 22,2 2-1,0-1 1,1 2 0,0-1 0,1 1 0,1 1 0,1-1 0,1 1 0,0 1 0,1-1 0,1 1 0,1 0 0,0 0 0,2 0 0,0 0 0,1 0-1,2 11-21,0-19 3,0 0-1,1 0 1,0-1-1,0 1 0,1-1 1,1 0-1,0 0 1,0-1-1,1 1 0,0-1 1,1-1-1,0 1 1,0-1-1,1 0 0,0-1 1,0 1-1,1-2 1,0 1-1,0-1 0,1-1 1,-1 1-1,1-2 1,0 1-1,1-2 0,-1 1 1,1-1-1,-1-1 1,2 1-3,32 6-13,1-2 0,0-2 0,0-2 0,0-2 0,1-2 0,6-2 13,1 1-48,-1-3 0,0-1 1,0-3-1,0-2 0,-1-2 1,-1-3-1,-1-1 0,0-3 0,-1-2 1,-1-2-1,-2-2 0,0-2 1,9-10 47,-49 35-9,0-1 1,0 0 0,0 0-1,-1 0 1,0 0-1,0-1 1,0 0 0,0 0-1,-1 0 1,0 0 0,0-1-1,0 1 1,0-1 0,-1 0-1,0 1 1,0-1-1,-1 0 1,0 0 0,0 0-1,0-1 1,-1 1 0,0-5 8,-15 23 162,14-5-156,2 0 0,-1-1-1,1 1 1,0 0 0,0-1-1,0 1 1,1-1 0,0 1-1,1-1 1,-1 0 0,1 0-1,0 0 1,1 0 0,-1-1-1,1 1 1,0-1-1,1 0 1,-1 0 0,1 0-1,0-1 1,0 0 0,1 0-1,-1 0 1,1 0 0,0-1-1,0 0 1,0 0 0,0-1-1,1 1-5,35 11-6,-1-1 0,2-3 0,0-1 0,0-2 0,0-2 0,1-1 0,-1-3 0,1-2 0,20-3 6,-58 5-38,1 0 1,0-1 0,0 0-1,-1 0 1,1 0 0,0-1 0,-1 0-1,1-1 1,0 1 0,-1-1-1,0-1 1,1 1 0,-1-1-1,0 0 1,0 0 0,-1-1 0,1 0-1,-1 0 1,1 0 0,-1 0-1,-1-1 1,1 0 0,-1 0-1,1-1 1,-1 1 0,-1-1 0,1 1-1,-1-1 1,0-1 0,-1 1-1,1 0 1,-1 0 0,1-5 37,-2 4-5,0 1 1,0 0-1,-1-1 1,0 1-1,0-1 1,-1 1-1,1 0 1,-2-1-1,1 1 1,0 0-1,-1 0 1,0 0-1,-1 0 1,1 0-1,-1 0 1,0 1-1,-1-1 1,1 1-1,-1 0 1,0 0-1,-1 0 0,1 1 1,-1-1-1,0 1 1,0 0-1,0 0 1,0 1-1,-1-1 1,1 1-1,-1 1 1,0-1-1,0 1 1,0 0-1,-3-1 5,-12-3 53,0 0-1,0 1 1,-1 1-1,1 1 0,-1 2 1,0-1-1,0 2 1,0 1-1,0 1 0,1 1 1,-1 1-1,1 0 1,0 2-1,0 0 0,0 2 1,1 0-1,-14 8-52,2 32-923,68-30-6074,7-17-1954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33:18.289"/>
    </inkml:context>
    <inkml:brush xml:id="br0">
      <inkml:brushProperty name="width" value="0.2" units="cm"/>
      <inkml:brushProperty name="height" value="0.4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667 621 11803,'0'0'1723,"-22"22"-646,-4 2-847,-103 129 939,74 11 811,55-159-1950,-1 0 1,1 0 0,0 1 0,0-1 0,0 0 0,1 1 0,0-1 0,0 0 0,0 0 0,1 0 0,0 0 0,0 0 0,0 0 0,0 0-1,1-1 1,0 1 0,0-1 0,0 0 0,0 0 0,1 0 0,-1 0 0,1 0 0,0-1 0,1 1 0,-1-1 0,0-1 0,1 1 0,0 0-1,-1-1 1,4 1-31,11 2-44,0-1-1,0-1 0,0-1 0,0-1 0,1 0 0,-1-1 0,0-2 1,1 0-1,-1 0 0,0-2 0,0 0 0,-1-2 0,1 0 0,-1-1 1,0 0-1,-1-2 0,0 0 0,0-1 0,12-10 45,-16 12-14,-1-1 0,0 0 0,0-1 0,-1 0 0,0-1 0,-1 0 0,0-1 0,-1 0 0,0 0 0,-1-1 0,-1 0 0,0-1 0,0 0 0,-2 0 0,0 0 0,0 0 0,-1-1 0,-1 0 0,0 0 0,-1 0 0,-1 0 0,0-4 14,1 10 13,-1 1 0,0-1-1,0 1 1,-1-1 0,0 0-1,0 1 1,-1-1 0,0 1-1,0-1 1,-1 1 0,0 0-1,-1-1 1,0 1 0,0 0-1,-1 0 1,0 1 0,0-1 0,-1 1-1,0 0 1,0 0 0,0 1-1,-1-1 1,0 1 0,0 0-1,-1 1 1,0 0 0,0 0-1,0 0 1,-1 1 0,1 0 0,-6-2-13,-1 3 133,0 0 0,-1 2 0,1-1 0,-1 2 0,0 0 0,1 1 0,-1 0 0,1 1 0,0 1 0,-1 0 0,1 1 0,0 0 0,1 1 1,-1 1-1,1 0 0,0 1 0,1 0 0,-1 1 0,-5 6-133,-7 4 239,2 2 0,0 0 0,1 2 0,1 0 0,1 2 0,1 0 0,1 1 0,-12 24-239,21-33 67,1 0 0,1 1 0,1-1-1,1 1 1,0 1 0,1-1-1,0 1 1,2-1 0,0 1-1,1 0 1,1 0 0,0 0-1,2 0-66,-1-12 1,-1-1 1,2 1-1,-1-1 0,1 1 0,-1-1 0,2 0 0,-1 0 0,0 1 0,1-2 1,0 1-1,0 0 0,1 0 0,-1-1 0,1 0 0,0 0 0,0 0 0,1 0 0,-1-1 1,1 1-1,-1-1 0,1 0 0,0-1 0,0 1 0,1-1 0,-1 0 0,0 0 1,1-1-1,-1 1 0,1-1 0,-1 0 0,1-1 0,0 0 0,-1 0 0,1 0 1,0 0-1,2-1-1,14 0-29,1-1 1,-1-1 0,0-1 0,0 0 0,0-2-1,0-1 1,-1 0 0,16-9 28,-3-2-38,-2-1-1,0-1 1,-1-1-1,-1-2 1,-1-1-1,-2-2 1,0 0 0,-2-2-1,0-1 1,11-19 38,-25 32-15,-1 1 0,-1-2 0,0 1 0,-1-1 0,-1-1 0,0 1 0,-1-1 0,-2 0 0,1-1 0,-2 1 0,-1-1 0,0 1 0,-1-1 0,-1 0 0,-1 0 0,0 1 0,-2-1 0,0 1 0,-1-1 0,-1 1 0,0 0 1,-3-3 13,-2 2 21,-1 1-1,0 1 0,-2 0 1,0 1-1,0 0 0,-2 1 1,0 0-1,0 1 0,-1 1 1,-1 0-1,0 2 0,-1 0 1,0 1-1,-1 0 0,0 2 1,-1 0-1,1 1 0,-1 1 1,-1 1-1,1 1 0,-1 0 0,0 2 1,1 1-1,-1 0 0,0 1 1,0 1-1,0 2 0,1 0 1,-1 1-1,1 0 0,0 2 1,0 1-1,-15 6-19,7-2 117,0 0-1,0 2 1,1 0-1,1 2 1,0 1 0,2 2-1,0 0 1,0 1 0,2 2-1,0 0 1,2 1 0,0 1-1,2 1 1,0 0-1,2 2 1,0 0 0,2 1-1,1 0 1,2 1 0,0 0-1,2 1 1,0 3-117,5-19 31,-1 1 0,2 0-1,0 0 1,1 0 0,0 0 0,1 1 0,0-1 0,1 0-1,1 1 1,1-1 0,0 0 0,0 0 0,2 0 0,-1 0 0,2 0-1,0-1 1,1 1 0,0-1 0,1-1 0,0 1 0,1-1-1,0-1 1,1 1 0,1-1 0,-1-1 0,2 0 0,-1 0-1,1-1 1,1-1 0,0 1 0,6 1-31,12 3-242,1-2 0,0-1 1,1-1-1,0-2 0,0-1 0,0-1 1,1-2-1,0-2 0,0-1 0,-1-1 1,1-2-1,0-1 0,-1-1 0,0-2 0,0-1 1,-1-2-1,0-1 0,-1-2 0,0 0 1,-1-2-1,0-2 0,-1 0 0,-1-2 0,5-6 242,-18 11-262,0-2-1,-2 0 1,0 0-1,0-1 0,-2-1 1,0 0-1,-1 0 0,-1-1 1,-1 0-1,0 0 0,-1-1 1,-2 0-1,0 0 0,-1 0 1,-1-1-1,0 1 1,-2 0-1,-1-16 263,-3-10 140,-1 0 0,-3 0-1,-2 0 1,-1 1 0,-2 1 0,-3 0 0,-13-25-140,25 55 238,0 1 1,-2-1-1,1 1 1,-2 0-1,0 1 1,0 0-1,-1 0 1,0 0 0,-1 1-1,-1 1 1,0-1-1,0 1 1,-1 1-1,0 0 1,-1 1-1,0 0 1,0 0-1,0 1 1,-1 1 0,0 0-1,-1 1 1,1 1-1,-12-3-238,5 5 162,-1 2 1,1 0-1,0 1 0,0 1 1,0 1-1,0 0 0,0 2 1,1 0-1,0 1 0,0 2 1,0-1-1,1 2 0,0 1 1,1 0-1,0 1 0,0 1 1,0 1-163,-22 19 160,1 3 0,1 0 1,2 3-1,2 1 1,1 1-1,-6 14-160,11-15 94,2 0 1,1 2-1,2 1 0,2 1 0,2 0 0,2 1 1,2 1-1,2 1 0,1 0 0,3 0 0,2 1 1,2-1-1,1 1 0,3 1 0,2-1 0,6 33-94,-5-65-1,-1-1-1,2 0 0,0 1 1,0-2-1,2 1 0,-1 0 1,2-1-1,0 0 0,0-1 1,1 1-1,1-2 0,0 1 1,1-1-1,0 0 0,0-1 1,1 0-1,0-1 0,1 0 1,0-1-1,1-1 0,0 1 1,0-2-1,0 0 0,14 4 2,6-3-138,0-1-1,1-2 1,-1-1-1,1-2 1,0-1-1,0-2 1,0-1-1,-1-2 1,0-1 0,0-2-1,0-1 1,26-11 138,-39 9-24,-1-2 0,-1 0 0,0 0 0,-1-2 0,0 0 0,-1-2 0,-1 1 0,0-2 0,-2 0 0,0 0 0,-1-1 0,0-1 0,-2 0 0,-1-1 0,0 0 0,-1 0 0,-2 0 0,0-1-1,-1 0 1,-1-1 0,-2 1 0,0-1 0,-1 1 0,-1-1 0,-1 1 0,-1-1 0,-4-17 24,6 27 30,-1 0 0,-1 1-1,0-1 1,0 0 0,-1 1-1,-1-1 1,0 1 0,-1 0-1,0 0 1,-1 0 0,0 1-1,-1 0 1,0 0 0,-1 1-1,0 0 1,0 0-1,-1 1 1,-1 0 0,1 0-1,-1 1 1,-1 0 0,0 1-1,0 1 1,0-1 0,-1 2-1,1-1 1,-2 2 0,1 0-1,0 0 1,-1 1 0,1 0-1,-1 2 1,0-1-1,0 1 1,0 1 0,0 0-1,0 1 1,0 1 0,-8 1-30,-4 9 73,1 0 1,1 2 0,0 1 0,1 1-1,1 0 1,0 2 0,1 0-1,1 1 1,1 2 0,0-1-1,2 2 1,0 0 0,2 1 0,0 1-1,-7 20-73,5-16 51,2 2-1,1 0 0,1 0 0,1 1 1,2 1-1,2-1 0,-1 8-50,7-35-2,0 0 0,0 0 0,0 1-1,1-1 1,-1 1 0,1-1 0,0 0-1,0 1 1,1-1 0,-1 0 0,1 1-1,0-1 1,0 0 0,1 1 0,-1-1-1,1 0 1,0 0 0,0 0 0,0-1-1,0 1 1,1 0 0,0-1 0,0 0-1,0 1 1,0-1 0,0 0 0,0 0-1,1-1 1,-1 1 0,1-1 0,0 0-1,0 0 1,0 0 0,0 0 0,0-1-1,0 1 1,1-1 0,3 0 2,8 3-189,0 0 0,0-1 0,1-1 0,0-1 0,-1 0 0,1-1 0,0-1 0,-1-1 0,1 0 0,-1-1 0,0-1 0,1 0 0,4-3 189,121-62-6605,-57 10-3329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33:20.857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399 516 11963,'0'0'2612,"0"0"-582,0 0-783,0 0-11,-9-19-62,-31-58-166,40 76-976,-1-1 1,1 1-1,0 0 1,-1 0-1,1 0 1,-1 0-1,0 0 1,1 0-1,-1 0 1,0 0-1,1 0 1,-1 0-1,0 0 1,0 0-1,0 0 1,0 1-1,0-1 1,0 0-1,0 1 1,0-1-1,0 0 1,0 1-1,-1 0 1,1-1-1,0 1 1,0 0-1,0-1 1,-1 1-1,1 0 1,0 0-1,0 0 1,-1 0-1,1 0 1,0 0-1,0 1 1,0-1-1,-1 0 1,1 1-1,0-1 1,0 0-1,0 1 1,0 0-1,0-1 1,0 1-1,0-1 1,0 1-1,0 0 1,0 0-1,0 0-32,-88 137 846,69-102-775,3 2 0,1 0 0,2 1 1,1 0-1,2 1 0,2 1 0,2 0 0,1 0 1,3 0-1,0 16-71,6-44-18,0-1 1,1 1 0,0-1-1,1 0 1,0 0-1,1-1 1,0 1 0,1-1-1,0-1 1,1 1-1,0-1 1,1 0-1,0-1 1,0 0 0,1-1-1,0 0 1,0 0-1,1-1 1,0 0 0,1-1-1,-1-1 1,1 0-1,0 0 1,1-1 0,-1 0-1,1-1 1,-1-1-1,1 0 1,0-1-1,0 0 1,0-1 0,0 0-1,0-1 1,7-2 17,-3-2-36,0-2 0,0 0-1,-1-1 1,0 0 0,0-2 0,-1 0 0,0 0 0,-1-2 0,0 0 0,-1 0 0,0-1-1,-1-1 1,-1 0 0,0 0 0,-1-1 0,0-1 0,-1 0 0,-1 0 0,-1 0 0,0-1 0,-1 0-1,-1-1 1,0 1 0,-2-1 0,0 0 0,0 0 0,-2-1 36,2-5 12,-1 0 1,-2-1-1,0 1 1,-1 0-1,-2 0 0,0 0 1,-2 0-1,0 1 1,-2 0-1,0 0 1,-2 0-1,0 1 0,-2 0 1,0 1-1,-2 0 1,0 1-1,-1 0 1,-1 1-1,-5-4-12,14 18 48,0 0 0,0-1 0,0 2 1,-1-1-1,0 1 0,0 0 0,0 1 0,-1-1 1,1 1-1,-1 1 0,1-1 0,-1 2 0,0-1 0,0 1 1,0 0-1,0 0 0,0 1 0,0 0 0,0 1 0,0 0 1,0 0-1,0 0 0,0 1 0,1 0 0,-1 1 1,0 0-1,1 0 0,0 1 0,0-1 0,0 2 0,0-1 1,1 1-1,-1 0 0,1 0 0,0 1 0,1-1 0,0 1 1,0 1-1,0-1 0,0 1-48,-4 5 13,1 0 0,1 1 1,-1 0-1,2 0 0,0 1 0,1 0 0,0 0 0,1 0 1,0 0-1,1 1 0,1-1 0,1 1 0,0 0 1,0 0-1,2 0 0,0-1 0,0 1 0,2 0 0,-1-1 1,2 1-1,0-1 0,1 0 0,0 0 0,1-1 1,1 0-1,0 0 0,1 0 0,0-1 0,1 0 0,0 0 1,1-1-1,0 0 0,1-1 0,0-1 0,0 1 1,1-2-1,1 1 0,-1-2 0,1 0 0,1 0 0,-1-1 1,1-1-1,1 0-13,0-1-22,0 0 1,1-1-1,0-1 1,-1-1-1,1 0 1,0-1-1,0-1 1,-1 0 0,1-1-1,-1-1 1,1 0-1,-1-1 1,0-1-1,0 0 1,-1-1-1,1-1 1,-1 0-1,-1-1 1,1 0-1,-1-1 1,-1-1-1,0 0 1,0-1-1,-1 0 1,0 0 0,-1-2-1,-1 1 1,1-1-1,-2 0 1,1-3 21,3-16 23,-1-1 1,-1 1-1,-3-2 1,0 1-1,-2-1 1,-2 0-1,-1 0 1,-1 0-1,-2 0 1,-2 0-1,-3-14-23,5 30 11,-1-1-1,-1 1 1,-1 0-1,-1-1 0,0 2 1,-1-1-1,-1 1 1,-1 0-1,-1 0 0,0 1 1,-1 0-1,0 0 0,-1 1 1,-1 1-1,-1 0 1,0 1-1,-1 0 0,0 1 1,0 0-1,-2 1 1,1 1-1,-1 1 0,-1 0 1,0 0-11,-2 6 65,1 1 0,-1 0 0,1 1 0,-1 1 0,1 1 0,-1 1 0,1 0 0,-1 2 0,1 0 0,0 0 0,0 2 0,1 1 0,0 0 0,0 1 1,0 0-1,1 1 0,1 2 0,-1-1 0,2 2 0,-1 0 0,2 0 0,0 1 0,0 1 0,1 0 0,1 1 0,0 0 0,-3 9-65,-15 15 115,1 2-1,3 1 0,1 1 1,2 1-1,2 0 0,2 2 1,3 0-1,1 1 1,2 1-1,2 0 0,3 0 1,1 1-1,2 20-114,5-59 2,0 0 1,1-1-1,0 1 1,0 0-1,1 0 0,1-1 1,0 0-1,0 0 0,0 0 1,1 0-1,1 0 0,-1-1 1,1 0-1,1 0 0,0-1 1,0 0-1,0 0 0,1 0 1,0-1-1,0 0 1,0-1-1,9 4-2,3 2-51,0-2 0,1 0 0,0-1 0,1-1 0,-1-1 0,1-1 0,1-1 0,-1-1 0,10 0 51,-11-2-74,0 0 1,1-2-1,-1 0 0,0-1 0,-1-1 0,1-1 0,0-1 0,-1-1 0,0-1 0,0 0 0,-1-2 0,0 0 0,-1-1 1,0-1-1,0-1 0,-1 0 0,-1-1 0,0-1 0,0-1 0,-2 0 0,0 0 0,-1-2 0,0 0 0,-1 0 0,-1-1 0,-1-1 1,-1 0-1,2-5 74,0-14-19,-1 0 0,-2 0 1,-2-1-1,-2-1 0,-1 1 1,-2 0-1,-3-27 19,2 49-7,-1 1 0,0-1-1,-1 1 1,-1-1 0,0 1 0,-2 0 0,1 0 0,-2 1-1,0-1 1,-1 1 0,-1 1 0,0-1 0,-1 1-1,0 1 1,-1-1 0,-1 2 0,0-1 0,0 2 0,-1-1-1,-1 2 1,-8-6 7,12 8 54,-1 0 0,-1 1 0,0 0-1,0 1 1,0 0 0,0 0 0,-1 2 0,0-1-1,0 1 1,-1 1 0,1 0 0,0 1 0,-1 1-1,0-1 1,1 2 0,-1 0 0,0 0 0,0 2 0,1-1-1,-1 1 1,1 1 0,0 1 0,-1-1 0,2 2-1,-1 0 1,0 0 0,1 1 0,0 0 0,-9 7-54,0 12 63,2 1 1,0 0 0,1 1 0,2 1 0,1 0 0,1 1-1,1 1 1,2 0 0,1 0 0,1 1 0,2 0 0,1 0-1,1 1 1,2 0 0,1 3-64,-2-1 36,1-1-1,2 1 1,1-1 0,1 1-1,2-1 1,2 1-1,2 4-35,-1-24-12,2 0-1,0-1 0,0 1 0,1-2 1,1 1-1,0-2 0,1 1 0,0-1 0,1-1 1,0-1-1,0 1 0,1-2 0,1 0 1,-1-1-1,1 0 0,0-1 0,0-1 0,1 0 1,0-1-1,0-1 0,0-1 0,0 0 1,0-1-1,3 0 13,14 1-40,0-2 0,-1 0-1,1-3 1,-1 0 0,0-2 0,0-2 0,0 0 0,-1-3 0,0 0 0,-1-2 0,0-1 0,16-11 40,-28 15-29,-1-1 1,0-1 0,0-1 0,-2 0-1,1-1 1,-2-1 0,0 0-1,0-1 1,-1-1 0,-1 0 0,-1 0-1,0-1 1,-1-1 0,-1 0 0,-1 0-1,0 0 1,-2-1 0,0 0-1,-1-1 1,-1 0 0,0-1 28,-1 2 6,-1 0-1,-1 0 1,-1 0 0,0 0 0,-1 0 0,-1 0 0,-1 0-1,-1 0 1,-1 0 0,0 1 0,-1 0 0,-1 0 0,-1 0-1,-1 1 1,0 0 0,-1 1 0,-1 0 0,0 0 0,-1 1-1,-1 1 1,0 0 0,-1 1 0,0 0 0,-1 1 0,-1 1-1,0 0 1,-12-5-6,10 6 57,0 1-1,-1 1 0,0 1 1,0 1-1,-1 0 0,1 1 1,-1 2-1,0 0 0,0 1 1,-1 0-1,1 2 1,0 1-1,0 0 0,-1 2 1,1 0-1,1 1 0,-1 1 1,1 1-1,-18 7-56,16 3 55,0 1 1,2 0-1,0 1 1,1 2-1,0 0 0,2 0 1,0 2-1,2 0 1,0 0-1,2 2 0,0-1 1,2 2-1,0-1 1,2 1-1,-2 10-55,1-4 27,0 1 0,2 1 0,2-1 0,1 1 1,1 0-1,2 21-27,1-48-2,0 0 0,0 0 0,1 1 0,0-1 0,0 0 0,0 0-1,1 0 1,0 0 0,0 0 0,0-1 0,1 1 0,0-1 0,0 1 0,0-1 0,1 0 0,0 0 0,0 0 0,0-1 0,1 1 0,-1-1 0,1 0 0,0 0 0,0-1 0,0 0 0,1 0 0,-1 0 0,1 0 0,0-1 0,2 1 2,14 6-120,0-1-1,1-1 1,0-2-1,0 0 1,1-1-1,-1-1 1,1-1-1,0-1 1,0-1 0,-1-2-1,1 0 1,0-1-1,-1-2 1,0 0-1,0-2 1,0 0 0,-1-1-1,0-2 1,-1 0-1,0-1 1,0-1-1,-1-1 1,-1-1 0,0-1-1,-1 0 1,5-7 120,-13 8-13,0 0 0,-1 0 0,-1-1 1,-1 0-1,0 0 0,-1-1 0,0 1 1,-2-2-1,1 1 0,-2 0 0,-1-1 1,0 1-1,0-1 0,-2 0 1,0 0-1,-1 1 0,-1-1 0,0 0 1,-2 1-1,0 0 0,0-1 0,-1 2 1,-1-1-1,-1 1 0,0-1 0,-1 2 1,-1-1-1,0 1 0,-1 1 0,-1 0 1,0 0-1,0 1 0,-1 0 0,-1 1 1,0 1-1,0 0 0,-1 0 1,-10-4 12,4 1 86,0 2 1,0 0 0,-1 1 0,-1 1-1,1 1 1,-1 1 0,-1 0 0,1 2 0,-1 1-1,0 1 1,0 1 0,-1 1 0,-19 1-87,38 0-51,0 0 0,0 0 0,0 0-1,0 1 1,0-1 0,1 1 0,-1 0 0,0 1 0,0-1 0,1 1 0,-1 0 0,1 0 0,-1 1 0,1-1 0,0 1-1,0 0 1,0 0 0,1 0 0,-1 0 0,1 1 0,-1 0 0,1 0 0,0 0 0,1 0 0,-1 0 0,1 0 0,-1 1 0,1-1-1,1 1 1,-1-1 0,1 1 0,-1 0 0,1 0 0,1 0 0,-1-1 0,1 1 0,0 0 0,0 0 0,0 0 0,1 0-1,-1 0 1,1 0 0,2 4 51,24 43-4866,13-8-4575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33:27.515"/>
    </inkml:context>
    <inkml:brush xml:id="br0">
      <inkml:brushProperty name="width" value="0.2" units="cm"/>
      <inkml:brushProperty name="height" value="0.4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450 1024 5905,'0'0'907,"0"0"2845,0 0-1952,0 0-534,0 0 195,0 0-83,-8-12 61,-31-31-74,37 43-1322,0-1 0,-1 1 0,1 0 0,0 1-1,0-1 1,0 0 0,-1 0 0,1 1-1,0 0 1,0-1 0,0 1 0,0 0-1,0 0 1,0 0 0,0 0 0,0 0 0,0 1-1,1-1 1,-1 0 0,0 1 0,1-1-1,-1 1 1,1 0 0,-1 0 0,1-1 0,0 1-1,0 0 1,0 0 0,0 0 0,0 0-1,0 0 1,0 2-43,-2 0 64,-6 11 5,1 1 1,0-1 0,1 1-1,1 1 1,0-1 0,1 1-1,1 0 1,1 0 0,0 0-1,1 1 1,1-1 0,0 0-1,2 3-69,-1-14 8,1 0 0,0 1-1,0-1 1,1 0 0,0 0-1,0 0 1,0-1 0,0 1-1,1 0 1,0-1 0,0 1-1,1-1 1,0 0 0,-1 0-1,2-1 1,-1 1 0,0-1-1,1 0 1,0 0 0,0 0-1,0-1 1,1 0 0,-1 0-1,1 0 1,-1 0-1,1-1 1,0 0 0,0 0-1,5 0-7,185 16-22,-176-19-21,-1-1 0,0-1 0,1 0 1,-2-2-1,1 0 0,0-1 0,-1 0 0,0-2 0,-1 0 0,1-1 0,-2-1 0,1-1 0,1-2 43,-11 8-10,0-1-1,-1 1 1,0-1 0,0 0-1,-1 0 1,0-1 0,0 0-1,0 0 1,-1 0 0,0 0-1,0-1 1,-1 0 0,0 0-1,0 0 1,-1 0 0,0 0-1,0 0 1,-1 0 0,0-1-1,-1 1 1,0 0 0,0-1-1,-1 1 1,0-1 0,0 1-1,-1 0 1,0 0 0,0 0-1,-1 0 1,0 0-1,-3-4 11,-8-10 47,-1 2-1,0 0 1,-2 1-1,0 1 1,-2 0-1,1 1 1,-2 2-1,0 0 0,-1 0 1,-1 2-1,0 1 1,-1 1-1,0 0 1,0 2-1,-1 1 1,0 1-1,-15-2-46,22 3 110,-1 1 0,0 0-1,1 2 1,-1 0 0,-1 1 0,1 1 0,0 1 0,0 0-1,0 2 1,0 0 0,0 1 0,0 0 0,0 2-1,1 0 1,-1 1 0,1 0 0,1 2 0,-1 0 0,2 1-1,-1 0 1,1 1 0,0 1 0,1 1 0,0 0-1,1 0 1,-10 14-110,14-15 28,1-1 0,1 1 0,0 0 0,1 0 0,0 1 0,0 0 0,1 0 0,1 1 0,0-1 0,1 1 0,0 0 0,1 0 0,1 0 0,0 0 0,0 0 0,1 0 0,1 0 0,0 0 0,1 0 0,1 0-1,0 0 1,0-1 0,1 1 0,1-1 0,0 0 0,1 0 0,0 0 0,1-1 0,0 0 0,0-1 0,2 1 0,5 6-28,6-7-14,0 0 0,0-1 0,1 0-1,0-2 1,0-1 0,1 0 0,0-2 0,0 0-1,0-2 1,0 0 0,0-2 0,1 0 0,-1-1-1,11-3 15,-8 5-106,1-1 1,0 0-1,-1-2 0,0-1 0,1-1 0,-1-2 0,-1 0 0,1-1 0,-1-2 0,0 0 0,-1-2 0,0-1 0,-1 0 0,0-2 1,-1 0-1,-1-1 0,0-2 0,-1 0 0,-1 0 0,0-2 0,6-9 106,-20 18-33,0 1 0,0-1 1,-1 0-1,-1 0 0,1 0 1,-1 0-1,-1 0 0,0-1 0,-1 1 1,0 0-1,0-1 0,-1 1 0,0 0 1,-1 0-1,0-1 0,-1 1 1,0 1-1,-1-1 0,0 0 0,0 1 1,-1 0-1,0 0 33,-146-178-30,128 166 150,0 0-1,-2 2 1,-1 1-1,0 0 1,-1 3-1,-1 0 1,0 1-1,-1 2 1,-10-2-120,26 10 67,1 0 0,-1 1 0,1 1 0,-1 0 0,0 0 0,0 1 0,0 1-1,0 1 1,0-1 0,1 2 0,-1 0 0,0 0 0,1 1 0,-1 1 0,1 0 0,0 1 0,0 0 0,1 1 0,-1 0 0,1 1 0,0 0 0,1 1 0,-7 6-67,5-3 40,1 1-1,0 0 1,1 1 0,0-1 0,1 2 0,1-1 0,0 2 0,0-1 0,2 1-1,0 0 1,1 0 0,0 0 0,1 1 0,1 0 0,0 0 0,1 0 0,1 0-1,1 0 1,0 0 0,2 11-40,-1-19 1,0-1-1,1 0 0,0 0 1,0 0-1,1 0 0,0 0 1,0 0-1,1-1 1,0 0-1,0 1 0,0-1 1,1-1-1,0 1 0,0-1 1,0 1-1,1-2 1,-1 1-1,1 0 0,0-1 1,1 0-1,-1-1 0,1 0 1,0 0-1,0 0 1,5 1-1,190 21-435,-179-25 362,1-1-1,-1-2 1,0 0 0,0-1 0,0-1 0,0-1 0,-1-1 0,0-1 0,0-1-1,-1-1 1,0-1 0,0-1 0,-2 0 0,1-2 0,-2 0 0,0-1 0,-1-1-1,0-1 1,-1 0 0,-1-1 0,-1-1 0,0 0 0,-2-1 0,0 0 0,-1-1-1,-1-1 1,-2 1 0,0-1 0,0-1 0,-2-1 73,-1-7 18,-1 0 0,-1 0 0,-2 0 0,-1 0 0,-2 0 0,-1 0 0,-1 0 0,-2 0 0,-1 1 0,-1 0 0,-1 1 0,-2-1 0,-1 2 0,-2 0 0,0 0 0,-2 1 0,-1 1 0,-1 1 0,-1 0 0,-1 1 0,-1 2 0,-4-2-18,18 18 51,0 0 0,0 1 0,-1 0 0,0 1 0,0-1 0,-1 2-1,1-1 1,-1 1 0,0 0 0,1 1 0,-1 0 0,0 0 0,0 1 0,-1 1 0,1-1 0,0 1 0,0 1 0,0-1-1,0 2 1,0-1 0,0 1 0,0 1 0,0 0 0,1 0 0,-1 0 0,1 1 0,0 0 0,-7 5-51,-6 9 33,0 1-1,2 0 1,0 2 0,1 0 0,1 1 0,1 0 0,1 2-1,1 0 1,1 0 0,1 1 0,1 1 0,2 0 0,0 0 0,2 1-1,1 0 1,1 0 0,1 1 0,1 0 0,2 15-33,1-38-4,0 0-1,0 0 1,0 1 0,1-1 0,0 0 0,0 0 0,1 0 0,-1 0-1,1 0 1,0 0 0,0-1 0,1 1 0,-1 0 0,1-1-1,0 0 1,0 0 0,1 0 0,-1 0 0,1 0 0,0-1 0,0 1-1,0-1 1,1 0 0,-1 0 0,1-1 0,-1 1 0,1-1-1,0 0 1,0 0 0,0-1 0,0 0 0,0 1 0,0-2 0,0 1-1,4 0 5,28 3-93,0-2 0,0-1 1,0-2-1,0-2 0,0-1 0,0-2 0,-1-1 0,0-2 0,0-1 0,-1-2 0,-1-2 0,0-1 0,-1-1 0,24-17 93,-43 25-28,0-1 1,0-1-1,-1-1 0,-1 0 1,0 0-1,0-1 0,-1-1 1,-1 0-1,0-1 0,0 1 1,-2-2-1,0 1 0,0-1 1,-2-1-1,0 1 0,0-1 1,-1 0-1,-1 0 1,-1-1-1,-1 1 0,0-1 1,-1 0-1,0 1 0,-2-1 1,0 0-1,-3-14 28,1 23 26,0-1 0,-1 1 0,0 0 0,0 0 1,-1 0-1,0 0 0,0 1 0,-1 0 0,0 0 0,0 1 0,-1-1 0,0 1 0,0 1 1,0-1-1,-1 1 0,1 0 0,-1 1 0,0 0 0,-1 0 0,1 1 0,-1 0 0,0 1 0,1-1 1,-1 2-1,-8-2-26,-8 0 180,-1 0 1,1 1 0,-1 2 0,0 0 0,1 2-1,-1 1 1,1 1 0,-20 5-181,17-1 116,0 1 0,1 2 0,0 0 0,1 2 0,0 1 0,1 1 0,0 1 0,1 1 0,1 2 0,1 0 0,1 1 0,0 1 0,-2 5-116,19-21 8,0-1 0,0 1-1,0 1 1,0-1-1,1 0 1,0 1-1,0 0 1,0-1-1,1 1 1,0 0-1,0 0 1,1 1-1,0-1 1,0 0-1,0 0 1,0 1-1,1-1 1,0 1 0,1-1-1,0 0 1,-1 1-1,2-1 1,-1 0-1,1 0 1,0 0-1,0 0 1,1 0-1,0 0 1,0-1-1,0 1 1,1-1-1,-1 0 1,1 0 0,1 0-1,-1-1 1,0 1-1,3 0-7,16 6-62,1-2-1,0 0 1,1-1 0,0-2-1,0-1 1,0 0 0,0-2-1,1-1 1,0-1 0,-1-1-1,1-2 1,12-2 62,128-31-717,-162 34 700,1 0 0,-1-1 0,0 1 1,0-1-1,0 0 0,-1 0 0,1 0 0,0-1 0,-1 0 0,1 1 0,-1-1 0,0 0 0,0-1 0,0 1 1,0 0-1,-1-1 0,1 0 0,-1 1 0,0-1 0,0 0 0,0 0 0,-1 0 0,0 0 0,1-1 0,-1 1 0,-1 0 1,1-1-1,-1 1 0,1 0 0,-1-1 0,0 1 0,-1-1 0,1 1 0,-1 0 0,0 0 0,-1-5 17,-5 0-8,0-1-1,0 1 1,-1 1-1,0 0 0,0 0 1,-1 0-1,0 1 1,0 0-1,-1 1 0,0 0 1,0 1-1,0 0 1,-1 0-1,0 1 0,0 0 1,0 1-1,0 1 1,-1-1-1,1 2 0,-3-1 9,0-1-106,-1 0-1,0 0 1,0 1-1,0 1 1,0 1-1,0 0 1,0 0-1,0 2 1,0 0-1,0 1 1,0 0 0,0 1-1,-3 2 107,-35 38-2412,8 13-4929,21-6-166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33:31.056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1761 817 4201,'0'0'1747,"0"0"1566,0 0-1596,0 0-587,-26-17-31,-83-53-103,2 47 196,81 24-1004,-13 3 22,1 2-1,-1 2 0,1 1 0,1 2 0,0 2 1,0 1-1,1 2 0,1 1 0,-14 10-209,4-5 528,1 1-1,1 2 1,1 2-1,2 2 0,0 2 1,2 1-1,2 2 0,1 2 1,-17 23-528,47-53 63,0 0 1,0 1-1,1 0 1,0 0-1,0 0 1,0 1-1,1-1 1,0 1-1,1 0 1,0 0-1,0 0 1,1 0-1,-1 0 0,2 0 1,-1 4-64,3-9 5,0 0 1,0-1-1,0 1 1,0-1-1,0 1 0,1-1 1,-1 0-1,1 0 1,0 0-1,-1 0 0,1 0 1,0-1-1,0 1 1,0-1-1,0 0 0,0 0 1,1 0-1,-1 0 1,0-1-1,0 1 0,1-1 1,-1 0-1,0 1 1,1-2-1,-1 1 1,0 0-1,0-1 0,1 1 1,-1-1-1,3-1-5,7 2 11,18-3-36,0-1 0,0-1 0,0-2 0,-1-1 0,0-1-1,0-2 1,-1 0 0,0-3 0,-1 0 0,-1-1 0,0-2-1,-1-1 1,-1-1 0,-1-1 0,13-15 25,-32 30-72,1-1 0,-1 1 0,-1-2 0,1 1-1,-1 0 1,0-1 0,-1 0 0,1 0 0,-1 0 0,-1 0 0,1 0 0,-1-1 0,-1 1 0,1-1 0,-1 1 0,-1-1-1,1 0 1,-1 1 0,-1-1 0,1 0 0,-1 1 0,0-1 0,-1 1 0,0-1 0,0 1 0,-1 0 0,0 0-1,0 0 1,-1 0 0,1 0 0,-1 1 0,-1-1 0,1 1 0,-1 0 0,-1 1 0,1-1 0,-5-3 72,-15-10 163,-1 1 0,-1 2 0,0 0 0,-1 2 0,-1 1-1,0 1 1,-1 1 0,0 2 0,0 1 0,-1 1 0,0 2 0,0 1 0,-1 2 0,1 1 0,-6 1-163,21 1 98,-1 0-1,1 2 1,0-1 0,0 2-1,0 0 1,0 1 0,0 1-1,1 1 1,0 0 0,1 0-1,0 2 1,0-1-1,0 2 1,1 0 0,1 1-1,0 0 1,0 1 0,1 0-1,0 0 1,1 2 0,1-1-1,0 1 1,1 0-1,0 1 1,2 0 0,-1 0-1,2 1 1,0-1 0,1 1-1,0 0 1,1 1 0,1-1-1,1 7-97,0-17 2,1 0 0,0 0-1,1 1 1,-1-1 0,1 0 0,0 0-1,1 0 1,0 0 0,0 0-1,0-1 1,0 1 0,1-1 0,0 1-1,0-1 1,1 0 0,-1 0-1,1 0 1,0 0 0,0-1 0,1 0-1,0 0 1,-1 0 0,1 0 0,0-1-1,1 1 1,-1-1 0,1-1-1,-1 1 1,1-1 0,0 0 0,1 0-2,202 22-101,-194-24 92,16 2-88,0-1-1,-1-1 0,1-2 1,-1-1-1,1-1 1,-1-2-1,0-1 1,-1-1-1,0-2 0,0 0 1,-1-3-1,0 0 1,-1-1-1,-1-2 1,0-1-1,-1 0 0,-1-2 1,5-6 97,-22 10-56,0-1 1,0 0 0,-1 0-1,-1 0 1,-1-1 0,-1 0-1,0 0 1,-1 0 0,0 0-1,-2 0 1,0 0 0,-1 0-1,-1 0 1,0 0 0,-1 0-1,-1 0 1,-1 1 0,0-1-1,-1 1 1,-1 1 0,0-1-1,-1 1 1,-1 0 0,0 1-1,-1 0 1,-2-2 55,-7-14 46,-1 1 1,-1 1-1,-1 1 0,-1 0 1,-2 2-1,-1 1 1,0 1-1,-2 1 0,-5-1-46,19 13 93,-1 1-1,-1 0 0,0 2 1,0-1-1,0 2 0,-1 0 0,0 1 1,0 1-1,0 0 0,-1 2 1,0 0-1,1 0 0,-1 2 1,0 0-1,1 1 0,-1 1 0,1 1 1,-1 0-1,-4 3-92,-4 5 67,0 2 0,1 1 0,1 1 0,0 2 0,1 0 0,1 1 0,0 1 0,1 1 0,2 1 0,0 1 0,1 0 0,1 1 0,1 2 0,-11 22-67,12-23 57,0 0 1,1 2 0,2 0-1,1 0 1,0 1 0,2 0-1,2 1 1,0 0 0,2 0-1,1 1 1,1-1 0,1 15-58,4-34-1,1 0 1,0-1-1,1 1 1,-1-1 0,2 0-1,-1 0 1,1 0-1,0-1 1,1 0 0,0 0-1,0 0 1,1-1-1,-1 0 1,1 0 0,1 0-1,-1-1 1,1 0-1,0-1 1,0 1 0,0-2-1,0 1 1,1-1-1,0 0 1,0-1 0,-1 0-1,1 0 1,0-1-1,1-1 1,-1 1 0,7-2 0,21 7-72,-1-2-1,0-2 1,1-1 0,-1-2 0,1-1 0,-1-2 0,0-2 0,0-1 0,-1-1 0,0-3 0,0 0 0,-1-3-1,-1 0 1,0-3 0,-1 0 0,-1-2 0,16-13 72,-33 16-3,0-1 0,0 0 1,-2-1-1,0 0 0,-2 0 0,0-2 1,0 1-1,-2-1 0,-1 0 0,0-1 0,-1 0 1,-2 0-1,0 0 0,-1-1 0,-1 1 0,-1-1 1,-1 1-1,-1-1 0,-1 1 0,-1-1 0,0 1 1,-2-2 2,0 5 5,-1-1 0,0 1 0,-1 0 0,-1 0 0,-1 1 0,-1 0 0,0 1 0,-1 0 0,-1 0 0,0 1 0,-1 1 1,0 0-1,-1 1 0,-1 0 0,0 1 0,-1 1 0,0 0 0,-1 1 0,0 1 0,-1 1 0,1 0 0,-1 1 0,-1 1 0,0 1 0,-1 0-5,-1 2 76,1 1 0,-1 0-1,1 2 1,-1 0 0,1 1 0,0 2-1,-1 0 1,1 1 0,0 0-1,0 2 1,1 1 0,0 0-1,0 1 1,1 1 0,0 1-1,-13 9-75,-1 8 102,1 1 0,2 2-1,1 1 1,1 1-1,2 1 1,1 1 0,2 1-1,1 1 1,2 1-1,2 1 1,-1 5-102,9-19 60,1 0 1,1 0-1,1 0 1,1 1-1,1-1 1,1 1 0,1 0-1,1 5-60,2-23 9,-1 1 0,1-1 1,1 1-1,-1-1 0,1 0 0,1 1 1,-1-1-1,1 0 0,0 0 0,1-1 0,-1 1 1,2-1-1,-1 0 0,0 0 0,1 0 0,0 0 1,1-1-1,-1 0 0,1 0 0,0 0 1,0-1-1,1 0 0,-1 0 0,2 0-9,176 51-150,-140-51 27,0-1 1,0-3 0,-1-1 0,1-2-1,0-2 1,-1-2 0,7-3 122,-31 5-110,1-1 1,-1 0 0,-1-2 0,1 0 0,-1 0-1,-1-2 1,0 0 0,0-2 0,-1 1 0,0-2-1,-1 0 1,-1-1 0,0-1 0,0 0 0,-2 0-1,11-18 110,-13 9 1,-1 1 0,-1-2-1,-1 1 1,-1-1-1,-1 0 1,-2 0-1,0-1 1,-2 1-1,0-1 1,-2 1-1,-1-1 1,-1 1-1,-1 0 1,-2 0-1,-1-4 0,1 5 31,-2 0-1,0 0 0,-1 1 0,-2 0 0,0 1 0,-1 0 0,-2 1 1,0 0-1,-1 1 0,-1 0 0,-1 2 0,0 0 0,-2 1 0,0 0 0,-1 2 1,0 0-1,-1 2 0,-1 0 0,0 1 0,0 1 0,-2 2 0,1 0 1,-1 1-1,0 1 0,-1 2 0,1 0 0,-1 2 0,0 0 0,0 2 0,0 1 1,0 0-1,-12 4-30,18-1 51,0 1 0,0 2 0,1-1 0,0 2 0,0 1 0,1 0 0,-1 1 1,2 1-1,0 0 0,0 1 0,1 1 0,0 1 0,1 0 0,0 1 0,1 0 0,1 1 1,0 0-1,-1 4-51,-6 9 58,2 1 1,0 1-1,2 0 1,1 1-1,2 1 1,1 0 0,2 0-1,1 1 1,-4 32-59,9-50 17,0 1 1,1 0 0,1 0-1,0 0 1,2 0 0,0 0-1,0 0 1,1-1-1,1 1 1,1-1 0,0 1-1,1-1 1,1 0 0,0-1-1,1 1 1,0-1 0,1 0-1,1-1 1,0 0-1,1-1 1,1 1 0,9 8-18,13-2-14,1 0 0,0-2 0,2-2 0,0-1 0,0-2 0,1-2 0,1-1 0,-1-1 0,1-3 0,1-1 0,-1-1 0,1-3 0,19-2 14,-30 4-78,1-2-1,-1-1 1,1-1-1,-1-2 1,0-1-1,0-1 0,0-1 1,-1-1-1,0-2 1,0 0-1,-1-2 1,21-13 77,-38 15-21,-1 0-1,0-1 0,0 0 0,-1 0 1,0 0-1,-1-1 0,0 0 0,-1 0 0,-1-1 1,1 1-1,-2-1 0,0 0 0,-1 0 0,0 0 1,-1-1-1,0 1 0,-1 0 0,0 0 0,-1-1 1,-1 1-1,0 0 0,-1 0 0,-1 0 0,1 1 1,-2-1-1,0 1 0,-1 0 0,0 0 0,0 0 1,-1 1-1,-1 0 0,-5-6 23,2 0 4,-1 0 0,-1 0 0,0 1 0,-1 0 0,-1 2 0,0 0-1,-1 0 1,-1 1 0,0 1 0,0 1 0,-1 1 0,-1 0 0,0 1 0,0 1 0,0 1 0,-1 0 0,0 2 0,-21-3-4,16 5 30,-1 1 1,0 1-1,1 2 0,-1 0 1,0 2-1,1 0 1,0 2-1,0 1 0,0 1 1,1 1-1,0 1 1,0 1-1,1 1 1,1 2-1,-1 0 0,2 1-30,-3 5 55,1 0 0,1 2 0,1 1 0,1 0 0,1 1 0,1 2 0,1-1 0,1 2-1,1 0 1,1 1 0,2 1 0,1 0 0,1 0 0,1 1 0,2 0 0,0 1 0,2-1-1,2 1 1,0 24-55,2-43 13,1 1 0,0-1 0,1 0 0,0 1 0,1-1 0,0 0-1,0 0 1,2 0 0,-1 0 0,1-1 0,1 1 0,0-1 0,0 0 0,1 0-1,0-1 1,1 0 0,0 0 0,1 0 0,0-1 0,0 0 0,0-1 0,1 1-1,0-2 1,1 1 0,-1-1 0,2-1-13,28 13-1,2-2-1,0-1 1,1-3-1,0-1 1,1-2-1,0-2 1,0-2-1,1-2 1,0-1 1,7-2-53,0-1 0,0-3 0,-1-2 0,0-2 1,0-2-1,-1-3 0,0-1 0,37-17 53,-72 26-75,0-1 1,0 0-1,-1-1 1,0 0-1,0-1 1,0-1-1,-1 0 1,0 0-1,-1-1 1,0-1-1,-1 0 1,0 0-1,-1-1 1,0 0-1,0-1 1,-2 0-1,1 0 1,-2-1-1,0 0 1,0 0-1,-2 0 1,0-1-1,0 1 1,-1-1-1,-1 0 1,0 0-1,-2 0 1,1 0-1,-2 0 1,0 0-1,-1 0 1,-1-7 73,-2 10 23,0-1 0,0 1 0,-1 0 0,-1 0-1,0 1 1,-1 0 0,0 0 0,0 0 0,-1 1-1,-1 1 1,0 0 0,0 0 0,0 1 0,-1 0-1,-1 0 1,1 1 0,-1 1 0,0 0 0,-1 1-1,1 0 1,-1 1 0,-4 0-22,-4-2 55,0 1 0,0 0 0,-1 2 0,1 1 0,-1 1 0,0 0 0,1 2 0,-1 0 0,1 2 0,-1 0 0,1 1 0,0 2 0,-13 4-55,17-1 66,0 0 0,0 1-1,0 1 1,2 0 0,-1 1-1,1 1 1,1 1 0,0 0-1,1 0 1,1 1-1,0 1 1,1 0 0,1 1-1,1 0 1,0 0 0,1 1-1,0 0 1,2 1 0,0 0-1,2 0 1,0 0 0,0 0-1,2 1 1,1-1-1,0 1 1,1-1 0,3 19-66,-1-26 3,1 0 1,0 0-1,1 0 0,0 0 1,1 0-1,0-1 0,1 0 1,0 0-1,1 0 1,0-1-1,1 0 0,0 0 1,0-1-1,1 0 0,0-1 1,1 0-1,0 0 1,0-1-1,0 0 0,1-1 1,0 0-1,9 3-3,11 5-20,2-1-1,0-1 1,1-2-1,0-1 0,0-2 1,0-1-1,18-1 21,-22 0-72,0-1-1,0-2 0,0-1 0,0-2 1,0 0-1,0-2 0,0-2 0,-1 0 0,0-2 1,0-1-1,0-2 0,-1-1 0,0 0 0,-1-3 1,-1 0-1,0-1 0,-1-2 0,-1 0 0,13-13 73,-19 9-48,0-2-1,-1 0 1,-1-1-1,-2-1 1,0 0-1,-2-1 1,0-1-1,-2 1 1,-1-2-1,-2 1 1,0-1-1,-2 0 1,-1-1-1,-1 1 1,-1-1-1,-2 0 1,-1 1-1,-1-1 1,-1 0-1,-2 1 1,-1 0-1,-1 0 1,-1 1-1,-12-26 49,11 37 11,0 0 0,-1 0 0,-1 0 0,0 2 0,-2-1-1,1 1 1,-2 1 0,1 1 0,-2-1 0,0 2 0,0 0 0,-1 1 0,0 1-1,-1 0 1,0 2 0,0-1 0,-1 2 0,-1 0-11,-23-6 125,0 3 0,0 1-1,-1 1 1,1 3 0,-1 2 0,0 1 0,-9 3-125,14 1 87,1 2-1,0 2 1,0 1 0,1 2 0,0 1 0,0 2 0,1 2-1,1 1 1,1 1 0,0 2 0,2 1 0,0 2-1,1 1 1,1 1 0,1 2 0,2 0 0,0 2 0,2 1-1,1 1 1,-18 32-87,35-55-20,1 1 1,1-1-1,-1 1 0,1 0 0,1 0 1,-1 0-1,1 1 0,1-1 0,0 1 0,0 0 1,0-1-1,1 1 0,1 0 0,-1 0 1,2 0-1,-1 0 0,1 0 0,0 0 0,1-1 1,0 1-1,0 0 0,1-1 0,2 5 20,140 116-5761,-65-79-4534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13:00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1 451 6793,'0'0'1114,"0"0"292,0 0-283,0 0-153,0 0-287,3-16 149,15-51-62,-15 63-600,0 0 0,0 1 1,1-1-1,-1 0 0,1 1 1,0 0-1,0 0 0,0 0 0,1 0 1,-1 1-1,0 0 0,1-1 0,0 2 1,-1-1-1,1 0 0,0 1 1,0 0-1,0 0 0,0 1 0,0-1 1,0 1-1,4 1-170,4-3 428,-9 1-322,0-1 0,0 1-1,0 0 1,0 0 0,0 1 0,0-1-1,0 1 1,0 0 0,0 0-1,0 0 1,0 0 0,0 1 0,0 0-1,0 0 1,0 0 0,0 0 0,0 1-1,0-1 1,-1 1 0,1 0-1,0 0 1,-1 0 0,0 1 0,1-1-1,-1 1 1,0 0 0,0 0 0,-1 0-1,1 0 1,-1 0 0,1 1-1,-1-1 1,0 1 0,0-1 0,-1 1-1,1 1-105,2 11 117,0 0-1,-2 1 0,0 0 1,-1-1-1,0 1 1,-1 0-1,-1-1 0,-1 1 1,-1 0-1,0-1 0,-1 0 1,0 0-1,-2 0 1,0 0-1,0-1 0,-1 0 1,-1 0-1,-1-1 0,-9 12-116,-78 88 293,94-116-289,-1-1 1,1 1 0,0 0 0,0 0 0,0-1 0,1 1 0,-1-1-1,1 0 1,-1 1 0,1-1 0,0 0 0,0 0 0,0 0 0,0 0 0,0 0-1,1 0 1,0 0 0,-1 0 0,1 0 0,0 0 0,1 0 0,-1 0-1,0 0 1,1 0 0,0 0 0,0-2-5,-1 3 0,0 1-1,0 0-1,0-1 0,0 1 0,0 0 1,0-1-1,0 1 0,0 0 1,0-1-1,0 1 0,1 0 0,-1-1 1,1 1-1,-1 0 0,1 0 1,-1 0-1,1-1 0,0 1 1,0 0-1,-1 0 0,1 0 0,0 0 1,0 0-1,0 0 0,0 0 1,0 1-1,0-1 0,0 0 0,1 0 1,-1 1-1,0-1 0,0 1 1,1-1-1,-1 1 0,0 0 1,0-1-1,1 1 0,-1 0 0,0 0 1,1 0-1,-1 0 0,0 0 1,1 0-1,-1 0 0,0 0 0,1 1 1,-1-1-1,0 0 0,1 1 1,-1-1-1,0 1 0,0 0 1,0-1-1,0 1 0,1 0 2,140 95-109,-133-91-3,1-1-1,1 0 1,-1-1 0,0 0-1,1 0 1,0-1 0,0-1-1,-1 0 1,1 0 0,0-1-1,0 0 1,0-1 0,0 0-1,4-2 113,37-46-8343,-44 37 4527,9-11-4512</inkml:trace>
  <inkml:trace contextRef="#ctx0" brushRef="#br0" timeOffset="376.339">306 1 15067,'0'0'1795,"0"0"-840,0 0-645,0 0 0,7 21 685,68 156 1798,-45-118-2536,-3 0 0,-2 1-1,-3 2 1,-3 0 0,-2 2 0,-3 0 0,-3 0 0,-3 1 0,-3 0 0,-2 0 0,-4 8-257,-2-42 23,-2 0 1,-1 0 0,-1 0 0,-2-1-1,-1 0 1,-2 0 0,0-2-1,-2 1 1,-1-2 0,-2 0 0,0-1-1,-2 0 1,0-1 0,-7 4-24,-44 39-2261,45-51-2481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40:43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441 524 3017,'0'0'2008,"0"0"-1400,0 0-608,0 0-768,0 0 536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13:02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25 6793,'0'0'1323,"0"0"2561,0 0-1457,0 0-1123,0 0-358,0 0-67,-4-4-50,3 2-736,-1 0 1,0 0-1,0 1 0,1-1 0,-1 1 0,0-1 0,0 1 1,0 0-1,-1 0 0,1 0 0,0 0 0,0 0 0,-1 0 1,1 1-1,0-1 0,-1 1 0,1 0 0,0-1 0,-1 1 1,1 0-1,-1 0 0,1 1 0,0-1 0,-1 0 0,1 1 1,0 0-1,-1-1 0,1 1 0,0 0 0,0 0 0,-1 0 0,1 1 1,0-1-1,0 0 0,0 1-93,-14 17 184,0 1 0,2 0 1,0 1-1,1 1 0,1 0 0,2 1 1,0 0-1,1 0 0,1 1 0,1 0 1,2 1-1,0-1 0,2 1 0,0 0 1,2 0-1,1 0 0,0 0 0,2 1 1,1-2-1,3 11-184,6 21 251,1-1 0,3 0 1,3-2-1,2 0 1,2-1-1,13 20-251,-3-3 368,40 92-91,-7 3-1,-7 3 1,-8 2 0,-7 2-1,-7 3-276,-23 83 299,-14-246-280,-2 0 0,1 0 1,-1 0-1,-1 0 0,0 0 0,-1-1 0,0 1 1,0-1-1,-1 0 0,0-1 0,-1 1 1,0-1-1,-1 0 0,0 0 0,0-1 1,-1 0-1,0 0 0,0-1 0,-1 0 0,0 0 1,0-1-1,0 0 0,-1-1 0,0 0 1,0-1-1,-1 0 0,1 0 0,-1-1 1,1 0-1,-1-1 0,-4 0-19,-254 38-484,272-50-1402,129-143-14199,-76 94 10360</inkml:trace>
  <inkml:trace contextRef="#ctx0" brushRef="#br0" timeOffset="3723.568">4924 1055 2617,'0'0'10917,"0"0"-6759,0 0-2639,0 0-951,0 0-415,0 0 217,-4 22 853,-6 30-613,2 1 1,2 1 0,3-1 0,3 41-611,1-90 10,1 1 1,0-1-1,0 0 1,1 1-1,-1-1 1,1 0-1,0 0 1,0-1-1,0 1 1,1 0-1,-1-1 1,1 0-1,0 0 1,0 0-1,0 0 1,0-1-1,0 0 1,1 1-1,-1-2 1,1 1-1,-1 0 1,1-1-1,0 0 1,-1 0-1,1 0 1,0-1-1,0 1 1,0-1-1,0 0 1,-1-1-1,1 1 1,0-1-1,0 0 1,-1 0-1,1-1 1,0 1-1,-1-1 1,1 0-1,-1 0 1,0-1-1,0 1 1,0-1-1,0 0 1,0 0-1,0 0 1,-1-1-1,1 1-10,4-9-169,1 0 0,-2 0 0,0-1 0,0 1 0,-1-2 0,-1 1 0,0-1 0,-1 1 0,0-1 0,-1 0 0,-1-1 0,0 1 1,-1 0-1,-1-1 0,0 1 0,-1-1 0,-1-5 169,0 15 46,0 1 0,0 0 0,-1-1 1,0 1-1,0 0 0,0 0 1,0 0-1,0 0 0,-1 1 0,0 0 1,0-1-1,0 1 0,0 0 1,0 1-1,0-1 0,-1 1 0,1 0 1,-1 0-1,0 0 0,1 1 0,-1 0 1,0 0-1,0 0 0,0 0 1,0 1-1,0-1 0,0 2 0,0-1 1,0 0-1,0 1 0,0 0 1,0 0-1,0 0 0,0 1 0,1 0 1,-1 0-1,1 0 0,-1 0 1,1 1-1,0-1 0,-1 1 0,2 0 1,-1 1-1,0-1 0,0 0 0,1 1 1,0 0-47,-1 1-15,1-1 0,0 1 1,0 0-1,0-1 0,0 2 1,1-1-1,0 0 0,0 0 1,0 1-1,1-1 0,0 1 0,0-1 1,0 1-1,0 0 0,1-1 1,0 1-1,1 0 0,-1-1 1,1 3 14,33 25-2683,57-26-7799,-51-7 3179</inkml:trace>
  <inkml:trace contextRef="#ctx0" brushRef="#br0" timeOffset="4051.71">5006 496 9690,'0'0'1432,"0"0"801,0 0-773,0 0-728,0 0 27,0 0 212,-17-15-228,-52-40-219,68 55-495,0 0 0,0 0 0,0 0 0,0 1 0,0-1-1,0 0 1,0 1 0,0-1 0,0 1 0,0-1 0,0 1 0,0-1 0,0 1 0,0 0 0,0 0 0,0-1 0,1 1-1,-1 0 1,0 0 0,1 0 0,-1 0 0,0 0 0,1 0 0,-1 0 0,1 0 0,0 0 0,-1 0 0,1 0 0,0 0-1,0 0 1,-1 1 0,1-1 0,0 0 0,0 0 0,0 0 0,0 0 0,1 0 0,-1 0 0,0 0 0,0 1-1,1-1 1,-1 0 0,0 0 0,1 0 0,-1 0 0,1 0 0,0 0 0,-1 0 0,1 0 0,0 0-29,-1 10 405,1 49 101,3 1 0,3-1 1,2 0-1,2-1 0,3 0 0,3-1 1,2-1-1,3 0 0,2-2 0,3 0 0,2-2 1,22 30-507,-30-56-1795,-20-26 1581,-1 1 1,1-1 0,0 1-1,0-1 1,-1 1 0,1-1-1,0 0 1,0 1 0,0-1 0,0 0-1,1 0 1,-1 0 0,0 0-1,0 0 1,1 0 0,-1 0 0,0 0-1,1 0 1,-1-1 0,1 1-1,-1 0 1,1-1 0,0 0-1,-1 1 1,1-1 0,-1 0 0,1 0-1,0 0 1,-1 0 0,1 0-1,0 0 1,-1 0 0,1 0 0,-1-1-1,1 1 1,-1-1 0,1 1-1,0-1 1,-1 0 0,0 1-1,1-1 1,-1 0 0,1 0 0,-1 0-1,0 0 1,0 0 0,0 0-1,1-1 214,8-20-6746</inkml:trace>
  <inkml:trace contextRef="#ctx0" brushRef="#br0" timeOffset="4366.034">5434 940 6585,'0'0'7051,"0"0"-3859,0 0-1684,0 0-731,0 0 26,0 0 427,12 2-201,-5-1-877,-4-1-107,0 0 0,-1 1 0,1-1 0,0 0 0,-1 1 0,1 0-1,-1-1 1,1 1 0,-1 0 0,1 1 0,-1-1 0,0 0 0,1 1-1,-1-1 1,0 1 0,0-1 0,0 1 0,0 0 0,0 0 0,0 0 0,-1 0-1,1 1 1,-1-1 0,1 0 0,-1 1 0,0-1 0,0 0 0,1 3-45,13 61 750,-14-53-691,1 0-1,0-1 0,0 1 1,1-1-1,1 0 0,0 1 1,0-2-1,1 1 0,1 0 0,0-1 1,1 0-1,0-1 0,0 1 1,1-1-1,1-1 0,0 1 1,0-2-1,0 1 0,1-1 1,1-1-1,-1 1 0,3-1-58,6 0-100,-1-2-1,1 0 0,1-1 0,-1-1 1,1-1-1,-1 0 0,1-2 0,0 0 1,12-3 100,18-27-6425,-24-27-3793,-18 26 2318</inkml:trace>
  <inkml:trace contextRef="#ctx0" brushRef="#br0" timeOffset="4630.642">5853 785 6649,'0'0'4859,"0"0"-2741,0 0-583,0 0-55,-14 26 374,-81 175 2392,-65 260-957,157-454-3902,-9 16 1300,-1-16-8791,10-7-1382</inkml:trace>
  <inkml:trace contextRef="#ctx0" brushRef="#br0" timeOffset="482.288">1486 934 7818,'0'0'1728,"0"0"2642,0 0-1874,0 0-1492,0 0-392,-12 27 467,-77 194 2384,-120 348-1177,201-550-2843,-5-37-9983,-6-83 2058,8 47 6318</inkml:trace>
  <inkml:trace contextRef="#ctx0" brushRef="#br0" timeOffset="798.476">1044 1003 6009,'0'0'2486,"0"0"2180,0 0-1870,0 0-1471,0 0-539,0 0 502,11 14 794,335 530 2348,-276-481-4750,-16-75-5302,-36-15 487,-3-4-766</inkml:trace>
  <inkml:trace contextRef="#ctx0" brushRef="#br0" timeOffset="1295.909">1537 557 6849,'0'0'1498,"0"0"2750,0 0-2073,0 0-1119,0 0-302,0 0-94,10-7 44,-3 1-601,0 0 1,1 1-1,-1-1 1,2 2-1,-1-1 0,0 1 1,1 0-1,0 1 1,-1 0-1,2 1 1,-1-1-1,0 2 0,0-1 1,0 1-1,1 1 1,-1 0-1,1 0 1,1 1-104,-8 2 93,0 0 0,-1 1 0,1 0 0,-1-1 1,0 1-1,0 0 0,-1 0 0,1 0 1,-1 0-1,0 0 0,0 0 0,0 1 0,-1-1 1,1 0-1,-1 1 0,0-1 0,0 0 0,-1 0 1,1 1-1,-2 2-93,2 5 273,1 5-95,-1-1 0,-1 1 0,-1 0 0,0 0-1,-1-1 1,-1 1 0,0-1 0,-1 0 0,-6 10-178,7-15 45,1-9-46,0 1 1,1 0 0,-1-1 0,1 1 0,0 1-1,0-1 1,0 0 0,0 0 0,0 1-1,1-1 1,0 1 0,0-1 0,0 1 0,0-1-1,0 1 1,1 0 0,-1 0 0,1-1-1,0 1 1,0 0 0,1 0 0,-1-1 0,1 1-1,0 0 1,0-1 0,0 1 0,0-1 0,0 1-1,1-1 1,0 1 0,-1-1 0,1 0-1,1 0 1,-1 0 0,0 0 0,1 0 0,-1-1-1,1 1 1,0-1 0,0 1 0,3 0 0,20 1 141,0-2 1,1-1-1,-1-1 1,0-1-1,1-1 1,-1-2 0,22-5-142,-33 4-2089,0-5-5676,-8 4 4300,7-5-5242</inkml:trace>
  <inkml:trace contextRef="#ctx0" brushRef="#br0" timeOffset="1969.052">2422 1507 4841,'0'0'1874,"0"0"-490,0 0 1714,0 0-912,0 0-318,0 0-599,11-15-580,66-112 183,-62 91-797,-3-1-1,-1-1 0,-1 0 0,-3-1 1,-1 1-1,-1-1 0,-3-1 1,-1 1-1,-2 0 0,-1 0 1,-2 0-1,-2 0 0,-2 1 0,-2-2-74,-4 3 118,-2 0-1,-2 1 1,-1 1 0,-2 0-1,-1 2 1,-2 1-1,-1 0 1,-25-23-118,49 54 8,-2-3 95,0 0 0,0 0 0,-1 1 1,1 0-1,-1-1 0,0 1 0,0 1 0,0-1 0,0 1 0,0-1 0,-1 1 0,1 0 0,-1 1 0,0-1 0,1 1 0,-1 0 1,0 0-1,0 0 0,-4 0-103,5 5 45,1-1 0,0 1 0,1 0 0,-1 0 0,1 0 0,-1 0 0,1 0 0,0 1 0,1-1 0,-1 0 0,1 1 0,0-1 0,0 1 0,0 0 0,1-1 0,-1 1 0,1 0 0,0 0 0,1-1 0,-1 1 0,1 0 0,0 0-45,-1 7 167,1 29 123,2-1 1,1 1-1,3-1 0,1 0 0,1 0 0,3-1 1,1 0-1,2-1 0,2-1 0,10 17-290,299 586 926,-300-606-2424,-24-33 948,1-1 0,-1 0 0,0 1 0,1-1 0,-1 0 0,0 0 0,1 0 0,-1-1 0,1 1-1,-1 0 1,0-1 0,0 0 0,1 1 0,-1-1 0,0 0 0,0 0 0,0 0 0,0-1 0,0 1 0,0 0 0,0-1 0,0 1 0,0-1 0,-1 0 0,1 0 0,-1 1 0,1-1 0,-1 0 0,0 0 0,1 0 0,-1-1 0,0 1 0,-1 0 0,2-2 550,12-27-2814</inkml:trace>
  <inkml:trace contextRef="#ctx0" brushRef="#br0" timeOffset="2457.23">2808 1151 9858,'0'0'5828,"0"0"-3237,0 0-1364,0 0-492,0 0 572,0 24 79,10 147 183,73 79-705,-86-308-1038,-1 38 88,0 0 0,1 0 0,2 0 0,0 0 0,0 0 0,2 0 0,1 0 0,0 0 0,2 0 0,0 0 0,1 0 0,1 1 0,8-17 86,-12 32-2,0 1 0,0 0-1,0 0 1,1 0 0,0 0 0,-1 0-1,1 1 1,0-1 0,0 1-1,0 0 1,1 0 0,-1 0 0,0 0-1,1 0 1,-1 1 0,1-1-1,0 1 1,-1 0 0,1 0 0,0 1-1,0-1 1,0 1 0,-1 0 0,1 0-1,0 0 1,0 0 0,0 1-1,0-1 1,-1 1 0,1 0 0,0 0-1,-1 1 1,1-1 0,-1 1 0,1 0-1,-1-1 1,0 2 0,0-1-1,1 0 1,-2 1 0,1-1 0,0 1-1,0 0 1,0 1 2,114 319 815,-116-320-847,0 0 0,0 0 1,0-1-1,0 1 0,1 0 0,-1-1 1,1 1-1,0-1 0,0 1 0,0-1 0,0 0 1,0 0-1,0 0 0,1 0 0,-1 0 1,1-1-1,-1 1 0,1-1 0,0 1 0,-1-1 1,1 0-1,0 0 0,0 0 0,0-1 1,0 1-1,0-1 0,0 1 0,0-1 0,0 0 1,0 0-1,0-1 0,0 1 0,0 0 1,0-1-1,0 0 0,-1 0 0,1 0 0,0 0 1,0 0-1,-1 0 0,1-1 0,1 0 32,59-54-6617,-35 12-813,-6 0-1688</inkml:trace>
  <inkml:trace contextRef="#ctx0" brushRef="#br0" timeOffset="2845.195">3467 1105 5209,'0'0'8946,"0"0"-5392,0 0-1637,0 0-121,0 0-349,0 0-520,3-5-300,-2 3-611,0 1 0,0-1 0,0 0 0,0 1 0,0-1 1,0 1-1,0 0 0,1-1 0,-1 1 0,1 0 1,-1 0-1,1-1 0,0 1 0,-1 0 0,1 1 0,0-1 1,-1 0-1,1 0 0,0 1 0,0-1 0,0 1 0,0 0 1,0 0-1,0-1 0,0 1 0,-1 0 0,1 0 1,0 1-1,0-1 0,0 0 0,0 1 0,0-1 0,0 1 1,-1-1-1,1 1 0,0 0 0,0 0 0,-1 0 1,1 0-1,-1 0 0,1 0 0,-1 1 0,1-1 0,-1 0 1,0 1-1,1-1 0,-1 1 0,0-1 0,0 1 1,0 0-1,0-1 0,0 1 0,-1 0-16,72 137 632,39 54 20,-101-184-681,1-1-1,0 0 1,0-1-1,0 0 1,1 0-1,0-1 0,0-1 1,1 0-1,-1-1 1,1 0-1,0-1 1,0 0-1,1-1 0,-1-1 1,0 0-1,1 0 1,-1-2-1,11-1 30,-19-1-750,0 0 0,0 0 0,0-1 0,0 0 0,-1 0 0,1 0 0,-1 0 1,0-1-1,0 0 0,-1 0 0,1 0 0,-1 0 0,0 0 0,-1-1 0,1 0 0,-1 1 0,0-1 0,-1 0 0,1 0 0,-1 0 0,0 0 0,-1 0 0,1 0 0,-1-6 750,0 11-107,5-39-1890</inkml:trace>
  <inkml:trace contextRef="#ctx0" brushRef="#br0" timeOffset="3110.954">3826 913 2841,'0'0'4818,"0"0"510,0 0-2721,-10 23-984,-60 155 1888,57-137-2469,0 8-666,-3-1 0,-1 0 0,-3-2 0,-1 0 0,-3-1 0,-1-1 1,-3-2-1,-8 9-376,35-50-197,-8 6-2614,7-12-6784,2-10 1324</inkml:trace>
  <inkml:trace contextRef="#ctx0" brushRef="#br0" timeOffset="-2.14748E6">3220 1936 144,'0'0'4856,"0"0"-3392,0 0-913,0 0 854,0 0-351,0 0-506,1 0-1480,6 2 7470,-7 1-6433,-7 4-3607,-5 0-4552</inkml:trace>
  <inkml:trace contextRef="#ctx0" brushRef="#br0" timeOffset="-2.14748E6">1735 2087 5753,'0'0'631,"0"0"-12,0 0 906,0 0-354,0 0-410,0 0-181,10 40 2960,32-22-6261,-19-9-1312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43:53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11 5153,'0'0'1272,"0"0"1753,0 0-1179,0 0-590,0 0-242,0 0-5,-8 17 3467,104-5-1172,265-26-712,-355 10-3938,-5-8-7751,-1 9 6576,0-3-2404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43:53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7178,'0'0'262,"0"0"713,0 0 1023,0 0-431,0 0-342,0 0-146,20 8 1449,260-25 4108,-43-2-5889,-236 19-773,-1 0-13,0 0 19,0 0-41,0 0-218,-10 9-4479,7-11-3437,2-5 2323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43:55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694 24 6425,'0'0'296,"0"0"282,0 0 1060,0 0-91,0 0-567,0 0-293,-10-4 170,3 1-617,1 0 0,-1 0-1,0 1 1,0 0 0,0 0 0,-1 0 0,1 1-1,0 0 1,-1 1 0,1-1 0,0 2-1,-1-1 1,1 1 0,0 0 0,-1 0-1,1 1 1,0 0 0,0 0 0,0 1 0,1 0-1,-1 0 1,0 0 0,1 1 0,-1 1-240,-9 10 200,1 2 1,1-1 0,1 2 0,0-1-1,2 2 1,0 0 0,1 0 0,0 1-1,2 0 1,0 1 0,2 0 0,0 0-1,1 0 1,1 0 0,2 1 0,0 0-1,1 19-200,-1-1 395,3 1 0,1-1 0,3 0 0,0 0 0,3-1 0,12 37-395,77 200 1036,-54-167-708,-5 3 0,-5 1 1,8 63-329,-13-19 133,-7-51 5,-5 1 0,-4 1 1,-4 33-139,-7-92 3,2-38-8,-2 1 0,1-1 0,-1 0 0,-1 1 0,0-1 0,-1 1 0,0-1 1,-1 0-1,0 0 0,0 0 0,-1 0 0,-1 0 0,0 0 0,-1-1 0,0 1 1,0-1-1,-1-1 0,0 1 0,-1-1 0,0 0 0,0 0 0,-1-1 0,-7 7 5,-19 2 6,-1-2 0,-1-1 0,1-1 0,-2-2 0,0-2-1,0-1 1,-25 1-6,-17 6 9,-175 12 255,254-27-356,1 0 0,-1 0-1,1-1 1,-1 1 0,1 0 0,-1 0 0,0-1 0,1 1 0,-1 0-1,1-1 1,-1 1 0,0 0 0,1-1 0,-1 1 0,0-1 0,1 1-1,-1 0 1,0-1 0,0 1 0,1-1 0,-1 1 0,0-1 0,0 1-1,0-1 1,0 1 0,1-1 0,-1 1 0,0-1 0,0 1 0,0-1-1,0 1 1,0-1 0,-1 0 0,1 1 0,0-1 0,0 1 0,0-1-1,0 1 1,0-1 0,-1 1 0,1 0 0,0-1 0,-1 0 92,78-34-9982,-39 18 2809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44:22.8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8 230 5801,'0'0'844,"0"0"137,0 0 2023,0 0-891,0 0-493,0 0-442,-3-11-318,3 9-839,-1-1 64,0 0 0,0 0-1,1 0 1,-1 0 0,1 0-1,-1 0 1,1 0 0,0 0-1,0-1 1,0 1-1,1 0 1,-1 0 0,1 0-1,0 0 1,0 0 0,0 0-1,0 0 1,0 0-1,1 0 1,-1 1 0,1-1-1,0 1 1,0-1 0,0 1-1,0-1 1,0 1-1,0 0 1,1 0 0,-1 0-1,2-1-84,-1 0 53,0 0-1,0 0 0,-1 0 1,2 1-1,-1-1 1,0 1-1,0 0 0,1 0 1,-1 0-1,1 0 0,0 0 1,0 1-1,-1 0 1,1 0-1,0 0 0,0 0 1,0 0-1,0 1 0,0 0 1,0 0-1,0 0 1,0 0-1,0 1 0,0-1 1,0 1-1,0 0 0,0 0 1,0 1-1,0-1 0,-1 1 1,1 0-1,-1 0 1,1 0-1,-1 0 0,0 1 1,1-1-1,-1 1 0,-1 0 1,1 0-1,0 0 1,1 3-53,32 192 1177,-36-176-1081,2 0 1,0 0-1,1 0 1,1 0-1,1 0 1,1-1-1,1 0 1,0 0-1,11 17-96,-16-34 15,1 1 0,0-1 0,0-1 0,0 1 0,1 0 0,-1-1 0,1 0 0,0 0 0,0 0 0,0 0 0,0 0-1,0-1 1,1 0 0,-1 0 0,1 0 0,-1 0 0,1-1 0,0 0 0,0 0 0,-1 0 0,1-1 0,0 1 0,0-1 0,0 0 0,0-1-1,0 1 1,0-1 0,0 0 0,-1 0 0,1 0 0,0-1 0,-1 0 0,1 0 0,-1 0 0,1 0 0,-1-1 0,0 1 0,0-1 0,0 0 0,-1-1-1,1 1 1,-1 0 0,1-1 0,-1 0 0,0 0 0,1-3-15,10-17 7,-2 0 0,-1-2 1,0 1-1,-2-1 0,-1-1 0,-2 1 0,0-1 0,-1-1 0,-2 1 1,-1-1-1,-1 1 0,-2-1 0,0 1 0,-4-15-7,4 31 3,0 1 0,-1 1-1,0-1 1,0 0 0,-1 0 0,-1 1-1,1 0 1,-1-1 0,-1 1 0,0 1-1,0-1 1,-1 1 0,0 0 0,-1 0-1,1 1 1,-5-4-3,6 37 25,9 10 51,1 1 0,2-1 0,1 0 0,2-1-1,2 0 1,1-1 0,7 12-76,5 17 322,-18-44-256,-2-2 73,0 0 0,2 0 0,0-1 0,1 0 0,0 0 0,1 0 0,1-1 0,0-1 1,1 0-1,1 0 0,0-1 0,10 8-139,-8-21-831,-6-15-3912,0 0-1079,4 1-3059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43:56.772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164 818 6833,'0'0'834,"0"0"2456,0 0-1646,0 0-867,2-18-349,17-282 1401,-21 263-1760,0 0-1,-2 1 0,-2-1 1,-2 1-1,-1 0 0,-1 1 1,-2 0-1,-2 1 0,-1 1 1,-1 0-1,-2 0 1,-10-10-69,-7 8 668,30 77 233,10 14-200,4-1 0,1-1 0,3 1 0,3-2 0,1 0 0,3-1 0,3-1 0,10 17-701,-2 1 539,156 357 597,-188-426-1180,1 0 0,-1 0 0,1 0 0,-1 0 1,0-1-1,1 1 0,-1 0 0,0 0 0,1 0 0,-1 0 0,0 0 0,1 1 0,-1-1 0,0 0 1,1 0-1,-1 0 0,1 0 0,-1 1 0,0-1 0,1 0 0,-1 1 0,1-1 0,-1 0 0,1 1 1,-1-1-1,1 1 0,-1-1 0,1 1 0,0-1 0,-1 1 0,1-1 0,-1 1 0,1-1 0,0 1 0,0-1 1,-1 1-1,1 0 0,0-1 0,0 1 0,0-1 0,0 1 0,-1 0 0,1-1 0,0 1 0,0 0 1,0-1-1,1 1 0,-1 0 0,0-1 0,0 1 0,0-1 0,0 1 0,1 0 0,-1-1 0,0 1 1,0-1-1,1 1 0,-1-1 0,0 1 0,1 0 0,-1-1 0,1 0 0,-1 1 0,1-1 0,-1 1 0,1-1 1,-1 1-1,1-1 0,0 0 44,-36-32-5177,10-93-3986,24 111 8770,1-32-560</inkml:trace>
  <inkml:trace contextRef="#ctx0" brushRef="#br0" timeOffset="515.58">441 701 5193,'0'0'1656,"0"0"1560,0 0-1446,0 0-562,0 0-281,0 0-26,8 8 65,49 91 1380,-15 32-943,-41-181-1978,-19-143-229,19 189 815,0 1 1,1-1-1,0 1 1,0-1 0,0 1-1,0 0 1,0 0-1,0 0 1,1 0 0,0 1-1,-1-1 1,1 1-1,0-1 1,0 1 0,1 0-1,-1 0 1,0 0 0,1 1-1,-1-1 1,1 1-1,-1 0 1,1 0 0,0 0-1,-1 0 1,1 1-1,0-1 1,0 1 0,-1 0-1,1 0 1,0 1-1,0-1 1,-1 1 0,1-1-1,0 1 1,-1 1-1,1-1 1,0 0 0,-1 1-1,0 0 1,1-1 0,-1 1-1,0 1 1,0-1-1,1 1-11,180 256 3216,-142-239-3745,-27-16-2354,1-3-3530,-10-1 538</inkml:trace>
  <inkml:trace contextRef="#ctx0" brushRef="#br0" timeOffset="910.363">1055 561 5297,'0'0'942,"0"0"487,0 0 1648,0 0-1405,0 0-774,0 0-73,3 7 254,7 19-281,2-2 0,0 1 0,2-1 0,0-1 0,2-1 1,1 0-1,0-1 0,3 1-798,-5-6 197,1-1 0,0-1-1,1 0 1,1-1 0,0-1 0,1-1 0,0 0 0,0-1 0,1-2 0,17 6-197,13-13-2090,-21-40-5807,-26 27 2409</inkml:trace>
  <inkml:trace contextRef="#ctx0" brushRef="#br0" timeOffset="1316.002">1386 498 5569,'0'0'1400,"0"0"1604,0 0-1329,0 0-732,0 0-248,0 0 39,-8 6 61,-30 34 675,2 1-1,2 2 0,2 1 1,-26 45-1470,34-51 159,-69 132 430,115-254-4958,-12 55-268</inkml:trace>
  <inkml:trace contextRef="#ctx0" brushRef="#br1" timeOffset="24976.998">196 1300 4913,'0'0'1679,"0"0"990,0 0-1013,0 0-634,0 0-161,0 0 195,-9-7-110,-44-42 1252,45 39 1727,7 25-2622,11 24-1548,-2-25 367,-1 0-1,2-1 1,0 0-1,1-1 1,0 1-1,0-2 1,2 0-1,-1 0 1,1-1-1,1 0 0,0-1 1,0-1-1,1 0 1,0 0-1,0-2 1,1 0-1,-1 0 1,12 2-122,17 3 231,2-2 1,-1-1-1,1-2 0,0-3 1,42-1-232,-56 1 35,-1-1 0,1-2 1,0 0-1,0-3 0,-1 0 1,1-2-1,-1-1 0,0-2 1,-1 0-1,0-2 0,0-2 1,-1 0-1,-1-2 1,0-1-1,0-1 0,-2-1-35,-8 4 7,-2 0 0,1-2-1,-2 1 1,0-2 0,-1 0-1,0 0 1,-1-1 0,-1-1-1,8-17-6,-16 27-49,-15-12-4156,0 18-3402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44:25.2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696 711 3633,'0'0'2064,"0"0"-1266,0 0-534,0 0 257,0 0 1498,0 0-157,4-11 4098,6 20-5755,-1 0 0,0 1-1,0 0 1,-1 0 0,0 0 0,0 1 0,-1 1-1,-1-1 1,0 1 0,-1 0 0,0 0 0,0 1 0,-2-1-1,1 1 1,-2 0 0,0 0 0,0 0 0,-1 0-1,-1 1 1,-1 11-205,5 7 249,-5-23-208,0 0 0,1 0 1,0 0-1,1 0 0,0 0 0,0 0 0,1-1 1,0 1-1,0 0 0,1-1 0,0 1 0,1-1 1,0 0-1,0 0 0,1-1 0,0 1 1,0-1-1,1 0 0,-1 0 0,2-1 0,-1 0 1,1 0-1,0 0 0,0-1 0,0 0 0,1 0 1,0-1-1,0 0 0,0 0 0,0-1 1,4 1-42,-7-2 7,0-1 1,0 0 0,0-1 0,0 1 0,0-1 0,0 0-1,0 0 1,0-1 0,0 1 0,0-1 0,0 0 0,0 0-1,0-1 1,-1 0 0,1 1 0,0-2 0,-1 1 0,0 0-1,1-1 1,-1 0 0,0 0 0,0 0 0,-1 0 0,1-1-1,-1 0 1,1 0 0,-1 0 0,0 0 0,-1 0 0,1 0-1,-1-1 1,2-3-8,9-31-17,-1 0 0,-3-1 0,-1 0 1,-2-1-1,-1 0 0,-3 0 0,-1 0 0,-2 0 0,-2-1 17,2-33 35,1 74-80,0 1 7,23 32-23,-20-18 2859,-10 282-1978,8-287-801,0-1 0,1 1-1,0-1 1,0 0 0,1 0 0,0 0 0,0 0-1,1 0 1,0-1 0,1 1 0,0-1 0,0 0 0,0-1-1,1 1 1,-1-1 0,2 0 0,-1-1 0,1 1-1,0-1 1,0 0 0,0-1 0,1 0 0,-1 0-1,1 0 1,0-1 0,0-1 0,0 1 0,1-1 0,-1 0-1,0-1 1,1 0 0,0-1 0,-1 1 0,1-2-1,-1 1 1,1-1 0,5-2-19,24 4 55,-28 1-44,1-1-1,-1 0 1,1-1 0,-1 0-1,1-1 1,-1 0 0,1-1-1,-1 0 1,0 0 0,0-1-1,0-1 1,0 0 0,-1 0-1,1-1 1,-1 0 0,3-2-11,-6-12-1882,-7-8-6610,1 14 599,0 1 3000</inkml:trace>
  <inkml:trace contextRef="#ctx0" brushRef="#br0" timeOffset="436.255">1888 764 6665,'0'0'967,"0"0"2359,0 0-1191,0 0-825,0 0-191,0 0 148,11 2 336,326 8 3591,-359 9-13802,3-13 2728</inkml:trace>
  <inkml:trace contextRef="#ctx0" brushRef="#br0" timeOffset="795.836">2062 1009 128,'0'0'6091,"0"0"-550,0 0-3029,0 0-1185,0 0-301,0 0 373,7 0 291,265-2 1757,-271 2-3508,-1 0-187,-19-1-3867,8 1-2506,3-4-1926</inkml:trace>
  <inkml:trace contextRef="#ctx0" brushRef="#br0" timeOffset="9847.042">3624 2393 5393,'0'0'1584,"0"0"2516,0 0-1666,0 0-978,0 0-313,0 0-171,2-9-116,64-325 4631,-63 432-4632,4-2-1,4 1 1,5-1-1,12 31-854,-26-118-1382,3 14-7407,-5-23 1519</inkml:trace>
  <inkml:trace contextRef="#ctx0" brushRef="#br0" timeOffset="10191.967">3492 2768 1792,'0'0'7283,"0"0"-2858,0 0-2614,0 0-524,0 0 498,0 0-142,-5 0-516,453-1 3411,-266-19-4214,-190 20-7776,-31 4-3452,17 2 5157</inkml:trace>
  <inkml:trace contextRef="#ctx0" brushRef="#br0" timeOffset="10704.149">3650 3025 5945,'0'0'736,"0"0"-490,0 0 201,0 0 1256,0 0-448,0 0-335,7-6 293,24-19 276,-29 25-1370,-1-1 1,1 1-1,-1 0 1,1 0-1,-1 1 1,1-1-1,-1 0 1,1 0-1,-1 1 1,1-1-1,-1 1 1,1-1-1,-1 1 1,0 0-1,1 0 1,-1-1-1,0 1 1,0 0-1,1 0 1,-1 0-1,0 0 1,0 0-1,0 1 0,0-1 1,0 0-1,-1 0 1,1 1-1,0-1 1,-1 0-1,1 1 1,-1-1-1,1 1 1,-1-1-1,1 1 1,-1-1-1,0 1 1,0-1-1,0 1 1,0-1-1,0 1 1,0 0-120,1 1 368,7 26 720,-3-8-701,1 0 0,0 0 1,2-1-1,0 0 0,1 0 0,1-1 0,1 0 0,1 0 1,0-2-1,1 1 0,15 13-387,-11-15 155,1 0-1,0-2 1,1 0-1,0-1 1,1-1-1,1-1 1,0-1 0,0-1-1,1-1 1,0 0-1,1-2 1,14 2-155,-35-7-255,1-1 1,0 0-1,0 0 0,-1 0 0,1-1 1,0 1-1,0-1 0,-1 1 1,1-1-1,0 0 0,-1 0 0,1 0 1,-1 0-1,1-1 0,-1 1 1,1-1-1,-1 1 0,0-1 0,0 0 1,0 0-1,0 0 0,0 0 0,0 0 1,-1-1-1,1 0 255,22-66-14448,-19 47 12578</inkml:trace>
  <inkml:trace contextRef="#ctx0" brushRef="#br0" timeOffset="11158.941">4178 2992 5945,'0'0'1161,"0"0"1170,0 0-667,0 0-488,0 0 55,-21 14 84,-67 48-92,75-51-765,0 1 0,0 0 0,1 0 0,1 2 0,0-1 0,1 1 0,1 1 0,0 0 0,0 0 0,-4 13-458,-3 5 617,-97 201 2040,111-232-2697,2-2-167,0 0-148,0 0-474,0 0-577,0 0-1321,1-5-3165,-2-7 2169,1 6 1178,0-4 802</inkml:trace>
  <inkml:trace contextRef="#ctx0" brushRef="#br0" timeOffset="7313.163">1010 3641 5841,'0'0'1562,"0"0"1977,0 0-1157,0 0-643,0 0-41,0 0 280,-6-8-579,-19-24-478,24 32-908,0 0 0,0-1 0,0 1 1,0 0-1,0-1 0,1 1 0,-1 0 0,0 0 0,0 0 0,0 0 0,0 0 0,0 0 1,0 0-1,0 0 0,0 0 0,0 0 0,0 0 0,1 1 0,-1-1 0,0 0 0,0 1 1,0-1-1,0 0 0,1 1 0,-1-1 0,0 1 0,0 0 0,1-1 0,-1 1 0,0-1 1,1 1-1,-1 0 0,1 0 0,-1-1 0,1 1 0,-1 0 0,1 0 0,-1 0 0,1-1 1,0 1-1,-1 0 0,1 0 0,0 0 0,0 0 0,0 0-13,-2 2 49,-2 2 18,1 0 1,0 1-1,0-1 0,0 0 1,0 1-1,1 0 0,0 0 0,0-1 1,1 1-1,-1 0 0,1 1 1,0-1-1,1 0 0,0 0 1,0 0-1,0 0 0,1 1 1,0-1-1,0 0 0,0 0 0,1 0 1,0 0-1,0-1 0,0 1 1,1 0-1,0-1 0,0 0 1,0 1-1,1-1 0,0-1 1,0 1-1,0 0 0,0-1 1,1 0-1,0 0 0,0 0-67,3 0 11,0 0 0,0 0 0,1-1 0,0 0 0,-1-1-1,1 0 1,0 0 0,0-1 0,0 0 0,0-1 0,0 0 0,0 0 0,0-1-1,0 0 1,0 0 0,0-1 0,0-1 0,0 1 0,-1-1 0,1-1 0,-1 1-1,0-2 1,0 1 0,0-1 0,-1 0 0,0-1 0,0 1 0,0-1 0,0-1-1,-1 1 1,0-1 0,-1-1 0,0 1 0,0-1 0,0 1 0,-1-1 0,0-1-1,0 1 1,1-8-11,-3 9-6,-1 0 0,0 0 0,0-1-1,-1 1 1,0 0 0,0 0 0,-1-1 0,0 1-1,0 0 1,0 0 0,-1 0 0,0 0-1,-1 0 1,1 1 0,-1-1 0,-1 1 0,1-1-1,-1 1 1,0 0 0,-1 0 0,1 1 0,-1 0-1,0-1 1,-1 1 0,1 1 0,-1-1 0,0 1-1,0 0 1,0 1 0,0-1 0,-1 1-1,0 0 1,1 1 0,-1 0 0,0 0 0,0 0-1,-1 1 1,-2-1 6,5 1-23,-1 0 1,1 0-1,0 0 0,0 1 0,-1-1 0,1 1 0,0 1 1,0-1-1,-1 1 0,1 0 0,0 0 0,0 0 0,0 1 1,0-1-1,0 1 0,0 1 0,1-1 0,-1 1 0,0-1 1,1 1-1,0 1 0,0-1 0,0 1 0,0-1 0,1 1 1,-1 0-1,1 0 0,0 1 0,0-1 0,0 1 0,1-1 1,0 1-1,0 0 0,0 0 0,0 0 0,1 0 0,0 0 1,0 1-1,0-1 0,0 0 0,1 5 23,1-8-192,-1 1 0,1-1 0,0 1-1,0-1 1,0 1 0,1-1 0,-1 0 0,0 0 0,1 0-1,0 1 1,-1-1 0,1-1 0,0 1 0,0 0 0,0 0-1,0-1 1,0 1 0,1-1 0,-1 0 0,0 1 0,1-1-1,-1 0 1,1 0 0,-1-1 0,1 1 0,-1 0 0,1-1-1,0 0 1,-1 0 0,1 1 0,1-2 192,85 1-9422,-57-7 4445</inkml:trace>
  <inkml:trace contextRef="#ctx0" brushRef="#br0" timeOffset="7609.019">1115 3096 5297,'0'0'6792,"0"0"-3727,0 0-1454,0 0-582,0 0 113,0 0 498,-1 26 50,0-13-1469,0 5 4,1 1 0,0 0 0,2-1 0,0 1-1,1-1 1,0 1 0,2-1 0,0 0 0,1 0-225,201 451 1860,-198-436-4343,-8-28-3161,-1-2-5020,4-13 7973</inkml:trace>
  <inkml:trace contextRef="#ctx0" brushRef="#br0" timeOffset="7890.688">1736 3471 14811,'0'0'2807,"0"0"-1277,0 0-799,0 0 237,0 0 140,0 0-263,-8 21-367,2-4-480,-18 47 134,-3-1 1,-2 0 0,-3-3-1,-25 35-132,56-94-370,-1-1-1,1 1 0,0 0 1,0-1-1,0 1 0,-1 0 0,1-1 1,0 0-1,-1 1 0,1-1 1,-1 0-1,1 0 0,0 0 0,-1 1 1,1-2-1,-1 1 0,1 0 1,0 0-1,-1 0 0,1-1 0,-1 1 1,1 0-1,0-1 0,0 1 0,-1-1 1,1 0-1,0 1 0,0-1 1,-1 0-1,1 0 0,0 0 0,0 0 1,0 0-1,0 0 0,0 0 1,1 0-1,-1 0 0,0 0 0,0-1 1,1 1-1,-1 0 0,1-1 1,-1 1-1,1 0 0,0-1 0,-1 1 1,1 0-1,0-1 371,-16-25-3083</inkml:trace>
  <inkml:trace contextRef="#ctx0" brushRef="#br0" timeOffset="8221.181">1422 3475 6305,'0'0'6420,"0"0"-3508,0 0-1397,0 0-292,0 0-35,0 0-159,12 0 285,57 122 298,-61-103-1517,1-1-1,1 0 0,0-1 0,1 0 1,1 0-1,1-2 0,0 1 1,1-1-1,0-1 0,1-1 0,1 0 1,0-1-1,1 0 0,0-2 0,1 0 1,6 2-95,-22-12-398,1 0 0,-1 0 0,0 0 0,0 0 0,1 0 0,-1-1 0,0 1 0,0-1 0,0 0 0,0 0 0,0 0 0,0 0 0,0 0 0,0 0 0,0 0 0,0-1 0,-1 1 1,1 0-1,0-1 0,-1 0 0,1 1 0,-1-1 0,0 0 0,0 0 0,1 0 0,-1 0 0,0 0 0,-1 0 0,1 0 0,0 0 0,0 0 0,-1 0 0,0-1 0,1 0 398,3-6-2567,8-17-4538</inkml:trace>
  <inkml:trace contextRef="#ctx0" brushRef="#br0" timeOffset="6061.457">2246 2439 6705,'0'0'355,"0"0"895,0 0 933,0 0-608,0 0-372,0 0-231,-15 0-3635,11 0 9411,22 3-4022,-8-3-6943,-14-3-1930</inkml:trace>
  <inkml:trace contextRef="#ctx0" brushRef="#br0" timeOffset="8910.825">2444 2682 5329,'0'0'1650,"0"0"1599,0 0-1109,0 0-594,0 0-186,0 0-60,-12-1 1415,83-19-250,210-24-4,-270 37-5206,-19-3-12493,-9 10 13007</inkml:trace>
  <inkml:trace contextRef="#ctx0" brushRef="#br0" timeOffset="9237.245">2514 2849 3689,'0'0'2940,"0"0"1131,0 0-1736,0 0-824,0 0-36,0 0 393,8 6-10,98 26 1417,129-34-1284,-217-27-15139,-13 12 5116</inkml:trace>
  <inkml:trace contextRef="#ctx0" brushRef="#br0" timeOffset="3757.82">1192 2380 5737,'0'0'784,"0"0"-576,0 0-136,0 0-72,0 0-128,0 0-296,0 0-4457</inkml:trace>
  <inkml:trace contextRef="#ctx0" brushRef="#br0" timeOffset="4399.024">835 2098 5601,'0'0'820,"0"0"-458,0 0 283,0 0 1817,0 0-223,0 0-670,-4-3-404,2 3-1102,1-1-1,-1 1 1,0-1-1,1 1 1,-1 0 0,0 0-1,0-1 1,0 1-1,1 0 1,-1 1-1,0-1 1,0 0 0,0 0-1,1 1 1,-1-1-1,0 1 1,1 0-1,-1-1 1,0 1 0,1 0-1,-1 0 1,1 0-1,-1 0 1,1 0-1,0 0 1,-1 1-1,1-1 1,0 0 0,0 1-1,0-1 1,0 1-1,0-1 1,0 1-1,0-1 1,1 1 0,-1 0-1,0-1 1,1 1-1,-1 0 1,1 0-1,0-1 1,0 1 0,-1 0-1,1 0 1,0 0-1,1-1 1,-1 1-63,-8 25 461,1 0 0,2 0 0,0 0 0,2 1-1,1 0 1,2-1 0,0 1 0,4 20-461,-2-40 44,0 0 0,1 0-1,0 0 1,1 0 0,-1-1-1,2 0 1,-1 0 0,1 0-1,0 0 1,0 0 0,1-1-1,-1 0 1,2-1 0,-1 1-1,0-1 1,1 0 0,0 0-1,0-1 1,1 0 0,-1-1-1,1 1 1,0-1 0,0-1-1,0 1 1,0-1 0,0-1 0,1 0-1,-1 0 1,0 0 0,1-1-1,-1-1 1,0 1 0,1-1-1,-1 0 1,0-1 0,8-3-44,-11 3 11,1 0 1,-1 0 0,-1 0 0,1-1-1,0 0 1,-1 0 0,1-1-1,-1 1 1,0-1 0,0 0 0,0 0-1,-1 0 1,1 0 0,-1-1 0,0 1-1,0-1 1,-1 0 0,1 0 0,-1 0-1,0 0 1,0 0 0,-1-1 0,0 1-1,0-1 1,0 1 0,0-2-12,0-146 127,-2 147-134,1 0 1,-1-1 0,0 1 0,0 0 0,-1-1-1,1 1 1,-1 0 0,-1 0 0,1 0 0,-1 1-1,0-1 1,-1 1 0,1-1 0,-1 1 0,0 0-1,0 0 1,-1 1 0,1-1 0,-1 1 0,0 0-1,0 0 1,-1 1 0,1-1 0,-1 1 0,1 1-1,-1-1 1,0 1 0,0 0 0,-1 0 0,1 0-1,0 1 1,0 0 0,-1 1 0,1-1 0,-1 1-1,1 0 1,0 1 0,-1-1 0,1 1 0,0 1-1,-1-1 1,1 1 0,-4 2 6,-46 94-1732,58-23-2595,1-72 4010,0 0-1,0 0 1,0 0 0,1-1-1,-1 1 1,1-1-1,-1 1 1,1-1 0,0-1-1,0 1 1,0 0-1,0-1 1,0 0-1,0 0 1,0 0 0,1 0-1,-1-1 1,0 0-1,0 0 1,1 0-1,-1 0 1,0 0 0,3-2 317,4 3-1595,29-1-6576</inkml:trace>
  <inkml:trace contextRef="#ctx0" brushRef="#br0" timeOffset="4740.058">1019 1666 6169,'0'0'1277,"0"0"1811,0 0-1265,0 0-270,0 0-260,0 0-443,-4 2-149,1 3-520,2 1 0,-1-1 0,0 1 1,1 0-1,0-1 0,1 1 0,-1 0 0,1 0 0,0 0 0,0 0 0,1-1 0,0 1 0,0 0 0,0 0 0,1-1 0,0 1 1,0-1-1,0 1 0,0-1 0,1 0 0,0 0 0,3 3-181,4 22 513,176 606 2848,-185-633-3621,7 18 308,2-15-4697,-10-9-3225,0-6 4553,0 8 2084,0-13-6082</inkml:trace>
  <inkml:trace contextRef="#ctx0" brushRef="#br0" timeOffset="5510.831">1338 2317 7001,'0'0'478,"0"0"1638,0 0-501,0 0-389,0 0-348,0 0-56,1-16-72,4-52-15,-4 65-683,0 1 1,0 0 0,0 0 0,1-1 0,-1 1-1,1 0 1,-1 0 0,1 0 0,0 1 0,0-1-1,0 0 1,0 1 0,0-1 0,0 1 0,0 0-1,0-1 1,0 1 0,1 0 0,-1 1 0,0-1-1,1 0 1,-1 1 0,1-1 0,-1 1 0,1-1 0,-1 1-1,1 0 1,-1 0 0,1 1 0,-1-1 0,1 0-1,-1 1 1,2 0-53,3-1 286,-5-1-242,1 1-1,-1-1 1,1 1 0,-1 0-1,1 0 1,-1 0 0,1 0-1,-1 0 1,1 0-1,-1 1 1,1-1 0,-1 1-1,1-1 1,-1 1 0,0 0-1,1 0 1,-1 0 0,0 1-1,0-1 1,0 0-1,0 1 1,0 0 0,0-1-1,0 1 1,0 0 0,-1 0-1,1 0 1,0 0 0,-1 0-1,0 0 1,0 0-1,0 1 1,0-1 0,0 0-1,0 1 1,0-1 0,-1 1-1,1-1 1,-1 1 0,1-1-1,-1 1 1,0-1 0,0 2-44,5 272 2525,-4-270-2508,0 0 0,1-1 0,-1 1 0,1-1-1,1 0 1,-1 0 0,1 0 0,0 0-1,0 0 1,0 0 0,1-1 0,0 0 0,0 1-1,0-1 1,0-1 0,1 1 0,-1-1 0,1 1-1,0-2 1,0 1 0,0 0 0,0-1 0,1 0-1,-1 0 1,0 0 0,1-1 0,0 0 0,-1 0-1,1 0 1,0-1 0,-1 0 0,1 0-1,0 0 1,-1-1 0,1 0 0,0 0 0,-1 0-1,1-1 1,3-1-17,-3-2-6,0 1 0,0-1 0,-1-1 0,1 1 0,-1-1 1,-1 0-1,1 0 0,-1-1 0,0 1 0,-1-1 0,1 0 0,-1 0 0,-1 0 0,1 0 0,-1 0 0,0-1 0,-1 1 0,0-1 0,0 1 0,-1-1 0,0 1 0,0-1 0,0 0 1,-1 1-1,-2-8 6,3 11-24,0 0-6,1-10 4,0 1 0,-1-1 1,0 1-1,-1-1 0,-1 1 0,0 0 1,-1-1-1,0 1 0,-1 0 1,0 1-1,-1-1 0,-1 1 0,0 0 1,-1 0-1,-1-1 26,8 43 75,73 258 965,-72-280-970,1 0 0,0 0 0,0 0 0,1 0 0,0 0-1,0-1 1,1 1 0,0-1 0,0 0 0,1 0 0,0 0 0,0-1 0,0 0 0,1 0 0,0 0 0,0-1-1,1 1 1,0-2 0,-1 1 0,2-1 0,-1 0 0,0 0 0,1-1 0,0 0 0,-1 0 0,2-1-70,-8-2 52,9-59-3269,27 14-7337,-14 28 3039</inkml:trace>
  <inkml:trace contextRef="#ctx0" brushRef="#br0" timeOffset="6702.474">866 2866 6849,'0'0'2306,"0"0"-288,0 0-404,0 0-391,0 0-254,-14 17 593,15-15-1441,1 1 0,0-1 0,1 1-1,-1-1 1,0 0 0,1 0 0,-1 0 0,1 0 0,-1 0 0,1-1 0,0 1 0,0-1 0,0 0 0,0 0-1,0 0 1,0 0 0,0 0 0,0-1 0,0 1 0,0-1 0,0 0 0,0 0 0,1 0 0,-1 0 0,0-1-1,3 0-120,-2 2 110,122-3 860,0-4 1,0-6 0,55-16-971,258-20 2290,-371 48-2551,-67 7-1245,-12 9-8365,-2-12 322</inkml:trace>
  <inkml:trace contextRef="#ctx0" brushRef="#br0" timeOffset="2062.767">2858 931 6849,'0'0'427,"0"0"1390,0 0 699,0 0-558,5-20-793,64-374 452,-67 375-1577,0 6 4,0 1 0,0-1 0,-1 0 0,-1 1 0,0-1 0,-1 0 0,0 1 0,-1-1 1,0 1-1,-1-1 0,-1 1 0,0 0 0,0 0 0,-2 0 0,1 1 0,-1 0 0,-6-9-44,11 19 31,0-1 0,0 1 0,0 0 0,0-1 0,-1 1-1,1 0 1,0 0 0,0 0 0,-1 0 0,1 0 0,-1 0-1,1 1 1,-1-1 0,1 0 0,-1 1 0,1-1 0,-1 1-1,0-1 1,1 1 0,-1 0 0,1 0 0,-1-1 0,0 1-1,1 1 1,-1-1 0,0 0 0,1 0 0,-1 0 0,0 1-1,1-1 1,-1 1 0,1 0 0,-1-1 0,1 1 0,-1 0 0,1 0-1,-1 0 1,1 0 0,0 0 0,-1 0 0,1 0 0,0 0-1,0 1 1,0-1 0,0 0 0,0 1 0,0-1 0,1 0-1,-1 1 1,0 0 0,1-1 0,-1 1 0,1-1 0,-1 1-1,1 0 1,0-1 0,0 1 0,-1 0 0,1-1 0,1 2-31,-17 109 1418,15-59-942,3 1-1,2-1 1,2 0-1,3-1 1,2 1-1,3-2 1,1 1-1,3-2 0,2-1 1,2 0-1,25 40-475,-44-85-172,20 37 595,-15-30-3138,-8-180-16101,0 132 17540</inkml:trace>
  <inkml:trace contextRef="#ctx0" brushRef="#br0" timeOffset="2550.293">3068 837 3145,'0'0'3268,"0"0"616,0 0-881,0 0-1029,0 0-699,0 0 315,2 9 230,68 220 2106,-42-195-3895,-26-43-54,-4-58-249,0 43 186,1 0 0,1 0 0,1 0 0,1 0 0,1 0 0,1 0 0,1 0 0,2-4 86,-6 25-2,-1 1 1,1-1-1,0 0 0,-1 1 1,1-1-1,1 1 0,-1-1 1,0 1-1,0-1 1,1 1-1,0 0 0,-1-1 1,1 1-1,0 0 0,0 0 1,0 0-1,0 1 1,0-1-1,1 0 0,-1 1 1,1 0-1,-1-1 0,1 1 1,-1 0-1,1 0 1,-1 0-1,1 1 0,0-1 1,0 1-1,-1-1 0,1 1 1,0 0-1,0 0 0,-1 0 1,1 0-1,0 1 1,0-1-1,-1 1 0,1 0 1,0 0-1,-1 0 0,1 0 1,-1 0-1,1 0 1,-1 1-1,1-1 0,-1 1 1,0-1-1,0 1 0,0 0 1,0 0-1,0 0 0,0 0 1,0 1 1,140 321 1635,-111-295-1190,13-46-5307,5-66-5776,-32 38 5775,-4 3 3014</inkml:trace>
  <inkml:trace contextRef="#ctx0" brushRef="#br0" timeOffset="2896.301">3645 810 6121,'0'0'2213,"0"0"2072,0 0-1953,0 0-1054,0 0-113,0 0 245,4 1-199,107 93 1184,-77-57-1864,6 5 17,-32-31-501,0 0-1,0-1 1,1 0 0,1-1 0,0 0-1,0 0 1,1-1 0,0 0 0,0-1-1,1 0 1,0-1 0,0 0 0,1-1-1,-1-1 1,1 0 0,0 0 0,0-2 0,6 2-47,78-31-1343,-14-34-4653,-34-8-5377,-46 54 10043</inkml:trace>
  <inkml:trace contextRef="#ctx0" brushRef="#br0" timeOffset="3258.989">4097 634 6001,'0'0'3642,"0"0"-1277,0 0-805,0 0-490,0 0 193,0 0 258,-13 18 60,-75 120 622,-134 256 1764,222-394-4054,1 0 0,-1-1 0,1 1 0,-1 0 0,1 0 0,-1 0 0,1 0-1,-1 0 1,1 0 0,-1 0 0,1 0 0,-1 0 0,1 0 0,-1 1 0,1-1 0,-1 0-1,1 0 1,-1 0 0,0 1 0,1-1 0,-1 0 0,1 0 0,-1 1 0,1-1-1,-1 0 1,0 1 0,1-1 0,-1 1 0,0-1 0,1 0 0,-1 1 0,0-1 0,0 1-1,1-1 1,-1 1 0,0-1 0,0 1 0,0-1 0,0 1 0,0-1 0,0 1-1,0-1 1,0 1 0,0-1 0,0 1 0,0-1 0,0 1 0,0-1 0,0 1 0,0-1-1,0 1 1,0-1 0,-1 1 0,1-1 0,0 1 0,0-1 0,-1 0 0,1 1 0,0-1-1,0 1 1,-1-1 0,1 0 87,42-16-12437,-20 3 5102</inkml:trace>
  <inkml:trace contextRef="#ctx0" brushRef="#br0" timeOffset="13637.546">1226 5209 6529,'0'0'762,"0"0"1533,0 0-199,0 0-527,0 0-521,0 0-210,-16 0 18,-52 0-89,65 1-697,1 0 1,0 0-1,0 0 1,0 1 0,0-1-1,0 0 1,0 1 0,0 0-1,0-1 1,0 1-1,1 0 1,-1 0 0,1 0-1,0 0 1,-1 0 0,1 0-1,0 0 1,0 0-1,0 1 1,0-1 0,1 0-1,-1 1 1,1-1 0,-1 0-1,1 1 1,0-1-1,0 1 1,0-1 0,0 0-1,0 1 1,1 1-71,-1 1 170,-1-1-113,0-1 0,0 1 0,1 0 0,0 0 0,0-1 0,0 1 0,0 0 0,0 0 0,1 0 0,0-1 0,-1 1 0,1 0 0,1-1 0,-1 1 0,0-1 0,1 1 0,0-1 0,0 0 0,0 1 0,0-1 0,0 0 0,1-1 0,0 1 0,-1 0 0,1-1 0,0 1 0,0-1 1,0 0-1,0 0 0,1 0 0,-1 0 0,1-1 0,-1 1 0,1-1 0,-1 0 0,1 0 0,0 0 0,-1-1 0,1 1 0,0-1 0,0 0 0,0 0-57,156-5 490,-155 4-489,0 0 0,0-1 0,0 0 0,0 0 0,0 0 0,-1-1 0,1 0 0,-1 0 0,0 0 1,0 0-1,0 0 0,0-1 0,0 0 0,-1 0 0,0 0 0,0 0 0,0 0 0,0-1 0,-1 1 1,1-1-1,-1 0 0,0 0 0,-1 0 0,1 0 0,-1 0 0,0 0 0,0 0 0,-1 0 0,1-3-1,1-3-17,-1 0-1,0-1 0,0 1 0,-1 0 0,0 0 0,-1 0 1,-1-1-1,0 1 0,0 0 0,-1 0 0,0 1 0,-1-1 1,0 1-1,-1-1 0,0 1 0,-1 1 0,0-1 0,0 1 1,-2-1 17,5 7-1,0 0 0,-1 1 1,1 0-1,-1 0 1,0 0-1,0 0 1,1 0-1,-1 1 0,0 0 1,-1-1-1,1 2 1,0-1-1,0 0 0,0 1 1,0 0-1,-1 0 1,1 0-1,0 0 1,0 1-1,0 0 0,-1 0 1,1 0-1,0 0 1,0 0-1,0 1 1,1 0-1,-1 0 0,0 0 1,1 0-1,-1 1 1,1-1-1,0 1 0,0 0 1,-1 0 0,-94 110 84,69-13-202,32-97-3,0 1-1,0-2 1,0 1-1,1 0 0,0-1 1,-1 1-1,1-1 1,0 0-1,0 0 0,0-1 1,0 1-1,0-1 1,1 0-1,-1 0 0,0 0 1,1-1-1,-1 1 1,0-1-1,1 0 0,-1 0 1,0-1-1,1 1 1,-1-1-1,0 0 0,1 0 1,-1-1-1,0 1 1,2-2 121,97-49-7617,-66 23-516</inkml:trace>
  <inkml:trace contextRef="#ctx0" brushRef="#br0" timeOffset="13966.841">1252 4499 1120,'0'0'10222,"0"0"-6511,0 0-2131,0 0-684,0 0-102,0 0 234,2 15 112,121 364 3217,-98-280-3748,74 209 8,-68-265-1713,-13-38-4181,-7-29-6346,-8 1 3545</inkml:trace>
  <inkml:trace contextRef="#ctx0" brushRef="#br0" timeOffset="14889.645">1739 5033 3977,'0'0'2523,"0"0"1018,0 0-1637,0 0-672,0 0-330,0 0-87,1-12 66,8-40-188,-6 49-573,-1 1 0,0-1 0,1 0 1,0 1-1,-1 0 0,1 0 0,0 0 1,0 0-1,0 0 0,1 0 1,-1 1-1,0 0 0,1-1 0,-1 1 1,0 0-1,1 1 0,-1-1 1,1 1-1,0-1 0,-1 1 0,1 0 1,-1 0-1,1 1 0,-1-1 0,1 1 1,0 0-121,5-1 375,-6 2-327,0 0 0,0 0 1,0 1-1,-1-1 1,1 1-1,-1-1 1,0 1-1,1 0 0,-1 0 1,-1 0-1,1 0 1,0 0-1,-1 0 1,1 1-1,-1-1 0,0 0 1,0 1-1,-1-1 1,1 1-1,-1-1 0,1 1 1,-1-1-1,0 1 1,-1 0-1,1-1 1,0 1-1,-1-1 0,0 1 1,0-1-1,0 2-48,0 10 260,-10 284 2114,12-294-2358,0-1 1,0 1-1,1-1 1,0 1-1,0-1 1,0 0-1,0 0 1,1 0-1,0 0 1,-1 0-1,1 0 0,1-1 1,-1 1-1,1-1 1,-1 0-1,1 0 1,0-1-1,0 1 1,0-1-1,0 1 1,0-1-1,1-1 1,-1 1-1,1 0 1,-1-1-1,1 0 1,0 0-1,-1-1 0,1 1 1,0-1-1,0 0 1,-1 0-1,1-1 1,0 1-1,0-1 1,-1 0-1,5-2-16,-3 0-2,-1-1 0,1 1-1,-1-1 1,0-1 0,0 1-1,-1-1 1,1 1-1,-1-1 1,0-1 0,0 1-1,-1-1 1,0 1 0,0-1-1,0 0 1,0 0 0,-1 0-1,0-1 1,0 1 0,-1 0-1,0-1 1,0 1 0,-1-1-1,1 1 1,-1-1 0,-1-3 2,10-346-623,-16 306 567,3 37 23,2 36 18,46 234 566,-41-242-524,1 1 1,0-1 0,1 0 0,1 0 0,0-1 0,1 0 0,0 0 0,1 0 0,1-1 0,0 0 0,1 0 0,0-1 0,1-1 0,0 0 0,1 0 0,0-1 0,0 0 0,2-1-1,-1-1 1,1 0 0,12 4-28,24 14 50,-50-24-62,0-2-56,0 0-242,0 0-231,1-2-734,63-69-12676,-33 46 8946</inkml:trace>
  <inkml:trace contextRef="#ctx0" brushRef="#br0" timeOffset="15403.632">2698 5119 5113,'0'0'2031,"0"0"2187,0 0-1654,0 0-992,0 0-154,0 0 115,-6 0-244,-15 1-476,35-1 164,48 1 351,220-3 920,-285 25-9088,-11-15 447,-2-1-3774</inkml:trace>
  <inkml:trace contextRef="#ctx0" brushRef="#br0" timeOffset="15748.398">2775 5364 5801,'0'0'5528,"0"0"-2805,0 0-1092,0 0 62,0 0 251,0 0-365,23 1-643,194 0 454,-151-5-1497,-65 4-145,13-15-14082,-12 7 9667</inkml:trace>
  <inkml:trace contextRef="#ctx0" brushRef="#br0" timeOffset="16495.305">3729 4744 5721,'0'0'394,"0"0"199,0 0-413,1-17 426,0 1-163,-10-123 6990,3 145-528,17 121-4408,-4-80-1904,-4-21-433,1-1 0,1 0 0,1 0 0,2 0 0,0-1 0,1 0 0,2 0-1,4 6-159,6-11-1003,-17-17-3611,-3-2-4421,-1-3-2277</inkml:trace>
  <inkml:trace contextRef="#ctx0" brushRef="#br0" timeOffset="16825.495">3580 5121 6689,'0'0'1035,"0"0"2759,0 0-1277,0 0-1143,0 0-347,0 0 11,23 8 1940,82-6-1362,0-5-1,0-5 1,63-14-1616,40 2 37,-190 37-2459,-17 2-2293,-1-19 4579,0 14-5684</inkml:trace>
  <inkml:trace contextRef="#ctx0" brushRef="#br0" timeOffset="17246.643">4174 5370 4785,'0'0'6409,"0"0"-3555,0 0-1340,0 0-336,0 0 257,0 0-46,-10 6-426,-6 7-691,0 1 0,1 0 0,0 1 0,1 1 0,1 1 0,1 0 0,0 0 0,-7 15-272,-14 19 507,-159 225 836,188-331-16574,4 18 9734</inkml:trace>
  <inkml:trace contextRef="#ctx0" brushRef="#br0" timeOffset="17559.984">3801 5308 6425,'0'0'6788,"0"0"-3887,0 0-1641,0 0-459,0 0 228,0 0 243,9 13-163,67 96 702,-23-30-743,3-2 1,3-3 0,32 27-1069,-24-37-2,-55-78-5323,17-67-7602,-13 38 5123</inkml:trace>
  <inkml:trace contextRef="#ctx0" brushRef="#br0" timeOffset="18168.629">4877 4753 5697,'0'0'6262,"0"0"-3593,0 0-1259,-14 18-151,-40 57 240,52-73-1428,0 0 0,0 1 0,-1-1 0,1 1 0,1-1 0,-1 1 0,0 0 0,1 0 0,-1-1-1,1 1 1,0 0 0,0 0 0,0 1 0,0-1 0,1 0 0,-1 0 0,1 0 0,0 0 0,0 1 0,0-1 0,0 0 0,0 0 0,1 0 0,0 1 0,-1-1 0,1 0-1,0 0 1,1 0 0,-1 0 0,0 0 0,1-1 0,0 1 0,-1 0 0,1-1 0,0 1 0,0-1 0,1 1 0,-1-1 0,1 0 0,-1 0 0,1 0 0,-1 0 0,1-1 0,0 1-1,0-1-70,127 24 611,-122-30-612,-1 1 0,0-1 0,-1-1 0,1 1 0,-1-1 0,0 0 0,-1-1 0,1 1 0,-1-1 0,0 0 0,-1 0 0,0-1 0,0 1 0,-1-1 0,1 0 0,-2 0 0,1 0 0,-1 0 0,0-1 0,-1 1 0,0-1 0,0 1 0,-1-1 0,0 1 0,-1-5 1,-4-89-57,4 99 56,-1 1 0,1 0 1,0-1-1,-1 1 0,1 0 1,-1 0-1,0 0 1,1 0-1,-1 0 0,0 0 1,0 1-1,0-1 1,-1 0-1,1 1 0,0 0 1,0 0-1,-1 0 0,1 0 1,-1 0-1,1 0 1,-1 0-1,0 1 0,1-1 1,-1 1-1,1 0 0,-1 0 1,0 0-1,1 0 1,-1 0-1,0 0 0,1 1 1,-1 0-1,1-1 0,-1 1 1,1 0-1,-2 1 1,-7 3-14,0 0 0,0 2 1,0-1-1,1 1 0,0 1 0,0 0 0,1 0 0,0 1 1,1 0-1,0 0 0,0 1 0,1 0 0,0 0 0,0 1 0,2 0 1,-1 0-1,1 1 0,1-1 0,0 1 0,1 0 0,-1 4 14,4-13-128,-1-1-1,1 1 0,0-1 0,0 1 0,0-1 0,1 0 0,-1 1 1,1-1-1,-1 1 0,1-1 0,0 0 0,0 1 0,0-1 0,0 0 1,0 0-1,0 0 0,0 0 0,1 0 0,-1 0 0,1 0 0,0 0 1,0-1-1,-1 1 0,1 0 0,0-1 0,0 0 0,0 1 1,1-1-1,-1 0 0,0 0 0,0 0 0,1-1 0,-1 1 0,0 0 1,1-1-1,-1 1 0,1-1 0,-1 0 0,1 0 0,-1 0 0,0 0 1,1 0-1,-1-1 0,1 1 0,-1-1 0,0 0 0,1 1 0,-1-1 1,0 0-1,1-1 129,92-21-9337,-57-1 4313</inkml:trace>
  <inkml:trace contextRef="#ctx0" brushRef="#br0" timeOffset="18511.243">5002 4141 3169,'0'0'2962,"0"0"2068,0 0-2709,0 0-1053,0 0-188,0 0-33,-3 7 151,0 6-797,1 1 0,0 0 1,1 0-1,1-1 1,0 1-1,1 0 1,0 0-1,1 0 1,1-1-1,0 1 1,1-1-1,1 0 0,2 6-401,6 29 673,144 521 2830,-153-553-3127,-2-5-1935,-2-13-6961,-1-43-2631,-2 22 7865</inkml:trace>
  <inkml:trace contextRef="#ctx0" brushRef="#br0" timeOffset="18918.328">5279 4612 6185,'0'0'5634,"0"0"-3119,0 0-1131,0 0-226,0 0 317,0 0-46,8-3-519,-5 2-867,-1 0 1,0 0 0,1 0-1,-1 0 1,1 0-1,-1 1 1,1-1 0,-1 1-1,1-1 1,-1 1 0,1 0-1,0 0 1,-1 0-1,1 0 1,-1 1 0,1-1-1,-1 1 1,1 0-1,-1-1 1,1 1 0,-1 0-1,0 0 1,1 1 0,-1-1-1,0 0 1,0 1-1,0-1 1,0 1 0,0 0-1,0 0 1,0 0 0,-1 0-1,1 0 1,-1 0-44,67 135 1517,-64-122-1392,1 0 0,1 0-1,0-1 1,1 0 0,0 0-1,1-1 1,1 1 0,0-2 0,1 1-1,0-1 1,1-1 0,0 0-1,1 0 1,6 4-125,-5-9 1,0-1-1,0 1 1,0-2-1,0 0 1,1 0-1,-1-2 1,1 1-1,0-2 1,0 0-1,0-1 1,0 0-1,0-1 1,13-2-1,53-56-4506,-74 48 3063,-1 0-1,0 0 1,0 0 0,-1-1-1,-1 0 1,0 1-1,0-1 1,-1 0 0,-1 0-1,0-1 1,-1-5 1443,0-12-1147</inkml:trace>
  <inkml:trace contextRef="#ctx0" brushRef="#br0" timeOffset="19234.729">5694 4485 6793,'0'0'1134,"0"0"3124,0 0-1867,0 0-1158,0 0 12,-19 26 449,-105 166 1141,-73 229-110,190-394-2752,7-15-6037,0-12-511</inkml:trace>
  <inkml:trace contextRef="#ctx0" brushRef="#br0" timeOffset="22674.899">5629 3850 4481,'0'0'1678,"0"0"-549,0 0 1040,0 0-429,0 0-610,0 0-86,-13-11 2426,-83-4 149,77 15-3566,0 1 0,1 0 1,-1 1-1,1 1 0,-1 1 0,1 1 0,0 0 0,1 1 0,0 1 0,-16 9-53,-339 194 368,358-206-297,-1-1-1,1 0 1,-1-1 0,0 0-1,0-1 1,0-1-1,0-1 1,0 0 0,0 0-1,0-2 1,-13-3-71,-31-3 22,-163-3 734,1 9-1,-127 18-755,83 33 68,-41 1-89,-313-58-119,587 11 135,1 1 0,0 2-1,-1 1 1,2 1 0,-1 2 0,1 1 0,1 1 0,0 2 0,0 0 0,1 2 0,1 2 0,1 0-1,0 2 1,1 0 0,1 2 0,1 1 0,-11 14 5,-15-115 863,32 70-852,-1 1-1,1 1 1,-1 0 0,0 1 0,-1 1-1,1 1 1,-1 1 0,0 0-1,0 2 1,0 0 0,0 1 0,0 0-1,0 2 1,0 0 0,1 2 0,-1 0-1,1 1 1,-1 0 0,1 2 0,-15 7-11,-544 146 293,189-10-192,279-130-219,98-11 119,1 1-1,0 0 1,0 1 0,1 0 0,1 1 0,0 0 0,0 0 0,2 1 0,-1-1 0,1 1 0,1 1-1,0-1 1,1 1 0,1 0 0,0 0 0,1 0 0,0 0 0,1 1 0,1-1 0,0 0 0,1 1 0,1-1-1,0 0 1,0 0 0,2 0 0,0 0 0,0-1 0,4 6-1,130 153-69,-121-158 58,-1 1-1,-1 1 1,0 0-1,-1 1 0,-1 0 1,-1 1-1,0 1 1,-2 0-1,0 0 1,-1 1-1,0 1 0,-2-1 1,-1 1-1,2 10 12,-5 1 9,-1-1 1,-2 1-1,-1 0 0,-2-1 0,-1 1 0,-1-1 1,-2 0-1,0-1 0,-3 0 0,-5 11-9,14-37 2,-13 29 37,2 0 0,1 1-1,1 0 1,2 1 0,2 0 0,1 0 0,0 22-39,5-51 0,-2 39 3,2 0 1,2 0 0,2-1-1,2 0 1,2 0-1,2 0 1,6 13-4,-14-55-16,1 0 0,-1 0 0,1 0 0,-1 0 0,1-1 0,0 1 0,-1-1 0,1 0 0,0 0 0,0 0 0,0 0 0,0 0 0,0 0-1,0-1 1,0 0 0,0 1 0,0-1 0,0 0 0,0-1 0,0 1 0,1 0 0,-1-1 0,0 0 0,0 0 0,-1 0 0,1 0 0,0 0 0,0 0 0,0-1 0,-1 0 0,1 1 0,-1-1 0,1 0 0,-1 0 0,0 0 0,0 0 0,1-1 0,-2 1 0,1-1 0,1 0 16,86-78-18,-67 58-55,1 0 0,1 1 0,1 1 0,1 1 0,1 1 0,0 2 0,2 1 0,-1 1 0,2 1 0,0 2 0,1 1 0,0 1 0,2 1 73,11 7 25,1 2 0,-1 2 0,0 2 0,-1 1 0,1 3 0,-1 2 0,-1 1 0,0 2 1,33 16-26,56 13 54,-77-27-42,0 3 0,-1 2 0,-2 2 1,0 3-1,-1 2 0,44 31-12,-74-45 53,1-2 0,0 0-1,0-1 1,1-1 0,1-2 0,-1 0-1,1-1 1,1-1 0,-1-1 0,0-1-1,1-1 1,0-2 0,-1 0 0,1-1 0,0-1-1,12-4-52,342-59 226,59 15 1418,376-95-1644,-380 44-305,-394 88 306,24-10 18,2 4 0,0 2 1,2 2-1,-1 4 0,43-1-19,328 41 64,-41-13 11,-393-18-71,-1 0 1,1 0 0,-1 0-1,1 0 1,-1-1 0,0 0 0,0 1-1,0-1 1,-1 0 0,1 0-1,-1 0 1,1 0 0,-1 0 0,0 0-1,0 0 1,-1 0 0,1-1-1,0 1 1,-1 0 0,0 0 0,0-1-1,0 1 1,0 0 0,-1-1-1,1 1 1,-1 0 0,0-3-5,1-2-2,-28-333 33,28 296-32,-3-52-28,5-1 0,3 1 0,6 0 0,3 0 0,15-44 29,-13 80-93,-2 0-1,-4-1 1,-1 0-1,-4-1 1,-2 0-1,-3 0 1,-4-5 93,0-158-214,-1 212 191,-2 1 0,1-1 0,-2 1 0,0 1 0,-1-1 0,0 1 0,0 1 0,-1 0 0,-1 0 0,0 1 0,-1 0 1,1 1-1,-2 0 0,1 1 0,-1 1 0,-1 0 0,1 1 0,-14-5 23,-109-46 36,103 46-30,1-1 0,0-2-1,1-1 1,1-2 0,0-1-1,-13-12-5,38 25-1,1 0 0,1 0 0,-1 0 0,1 0 0,0-1 0,0 0 0,0 0 1,1 0-1,0 0 0,0 0 0,1 0 0,-1 0 0,1-1 0,1 1 0,-1 0 0,1-1 0,0 1 0,1-1 0,-1 1 0,1 0 0,1-1 0,-1 1 0,1 0 0,0 0 0,0 0 0,1 0 0,0 1 0,0-1 0,0 0 0,1 1 0,0 0 0,0 0 0,0 0 0,2-1 1,4-11 43,-10-13-1560,-16 1-4352,8 18 2300,-5-10-3645</inkml:trace>
  <inkml:trace contextRef="#ctx0" brushRef="#br0" timeOffset="25825.509">281 16 5473,'0'0'3833,"0"0"-2162,0 0-724,0 0-16,0 0 90,0 0-118,-12-3-249,-42-10-128,16 39-84,35-19-391,-29 61 230,3 1 1,3 1-1,4 2 1,2 0 0,3 6-282,10-56 207,1 1 0,1 0 0,1 0 1,1 1-1,1-1 0,1 1 0,1-1 1,2 1-1,0-1 0,1 1 0,1-1 1,2 0-1,6 19-207,140 203 1037,-127-215-987,-1 2 0,-2 0 0,-1 1 0,-1 1 0,-2 0 0,-2 2 0,-1 0 1,-2 1-1,-1 0 0,-2 1 0,-2 0 0,-1 0 0,-1 11-50,-6-37 16,1-2 1,0 0-1,-1 1 1,0-1 0,0 1 0,-1-1 0,-1 1-1,0-1 1,0 0 0,-1 0 0,0 0 0,-1 0-1,0 0 1,-1-1 0,1 0 0,-2 0 0,1 0-1,-7 7-16,-5 5-40,42-23-145,171-103 374,-166 86-248,1 0 0,1 2 0,0 2 0,1 1 0,0 1 0,1 2 0,1 1 0,0 2 0,0 2 0,0 1 0,22 0 59,468 6 4,-51-65 97,113-59 6,-570 120-82,0 0-1,0 2 1,0 0-1,0 0 1,0 2-1,1 0 1,-1 1-1,0 1 1,-1 1-1,1 0 1,-1 1-1,1 1 1,8 4-25,59 26 122,-30-10-64,2-3 0,0-1-1,1-4 1,1-1 0,1-4 0,0-2 0,0-2 0,18-2-58,105-36 188,-137 15-189,0 3-1,0 2 0,1 1 0,0 3 1,1 2-1,-1 2 0,1 1 0,-1 3 1,12 4 1,171-1 115,315-51 341,-527 44-366,-12 2-53,0 0-1,-1 0 1,1-1-1,0 0 0,0 0 1,0-1-1,0 1 1,0-1-1,0 0 0,0 0 1,0-1-1,-1 1 1,1-1-1,0 0 0,-1-1 1,0 1-1,1-1 1,-1 0-1,0 0 1,-1 0-1,1 0 0,0-1 1,-1 1-1,0-1 1,3-4-37,-15-99 194,-170-141-667,-27-134 532,193 360-48,2 7-25,1-1-1,1 0 0,0 0 1,1-1-1,1 0 0,1-1 1,0 0-1,1 0 0,1 0 1,1 0-1,0-10 15,53-179-537,-38 68 197,-17 134 319,1-1 0,-1 1 0,0 0 0,0 0 0,0 1 0,-1 0 0,1 0 0,-1 0 0,0 0 0,0 1 0,-1 0 0,1 0 0,-1 1 0,1 0 0,-1 0 0,0 0 0,0 1 0,1 0 0,-1 0 0,0 1 0,0 0 0,0 0 1,0 1-1,0 0 0,-5 1 21,-10 0 6,0 1 0,1 2 0,0 0 0,0 1 0,0 1 0,0 1 0,1 1 0,0 1 0,-17 11-6,-65 28 27,65-34-23,0-2 0,-1-2 0,0-2 1,0-1-1,-1-1 0,0-3 0,0-1 0,-1-2 0,-38-4-4,-210-96 62,220 87-78,0 3 1,0 2-1,0 4 1,-1 3-1,-52 7 16,-401 25-29,89-53 232,279 9-291,-1 6 1,-136 13 87,19 25-4,175-13 27,-88-42 103,154 15-96,-1 3 0,0 0 0,1 2 0,-1 2 1,0 0-1,0 2 0,-7 3-30,25-2-18,0 2 0,0 0 0,0 1-1,0 0 1,1 1 0,0 0 0,0 1 0,0 1 0,1 0-1,0 0 1,1 1 0,0 1 0,0 0 0,1 1 0,1-1 0,-1 2-1,2 0 1,-4 5 18,5 6-2220,7-7-3330,0-16 5455,0 7-5820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44:56.79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123 436 5817,'0'0'2251,"0"0"369,0 0-859,0 0-755,0 0-199,0 0 41,-17 17 21,-54 57-223,68-70-566,0 1-1,1-1 1,-1 1-1,1 0 1,0 0 0,1 0-1,-1 0 1,1 0-1,0 0 1,0 0 0,0 1-1,1-1 1,-1 0 0,2 1-1,-1-1 1,0 0-1,1 0 1,0 1 0,0-1-1,1 0 1,-1 0-1,1 0 1,0 0 0,1-1-1,-1 1 1,1 0 0,0-1-1,0 0 1,0 1-1,4 2-79,-1-1 68,-1 0 0,1-1 0,1 0 0,-1 0 0,1-1-1,0 0 1,0 0 0,0-1 0,0 1 0,1-1-1,-1-1 1,1 0 0,0 0 0,0 0 0,0-1 0,0 0-1,0-1 1,0 0 0,0 0 0,0-1 0,0 0 0,0 0-1,0 0 1,-1-1 0,1-1 0,0 1 0,-1-1-1,0 0 1,1-1 0,-1 0 0,-1 0 0,1-1 0,-1 1-1,1-2 1,-1 1 0,-1 0 0,1-1 0,-1 0 0,0-1-1,0 1 1,-1-1 0,0 0 0,0 0 0,0 0-1,-1 0 1,0-1 0,-1 1 0,0-1 0,1-3-68,-2 4 7,0-1 1,0 0-1,-1 1 1,0-1-1,-1 1 1,1-1-1,-1 1 0,-1-1 1,1 1-1,-1-1 1,-1 1-1,0 0 1,1 0-1,-2 0 1,1 1-1,-1-1 1,0 1-1,-1-1 1,1 1-1,-1 1 0,-1-1 1,1 1-1,-1 0 1,0 0-1,0 0 1,0 1-1,0 0 1,-1 0-1,0 1 1,0 0-1,0 0 1,0 0-1,0 1 0,0 0 1,-1 1-1,1-1 1,-5 1-8,5 0-6,-1 0 1,1 1-1,0 0 1,-1 0 0,1 0-1,0 1 1,-1 0-1,1 0 1,0 1-1,0 0 1,0 1-1,0-1 1,0 1-1,0 1 1,1-1-1,0 1 1,-1 0 0,1 0-1,1 1 1,-1 0-1,1 0 1,0 0-1,0 1 1,0 0-1,1 0 1,0 0-1,0 0 1,0 1 0,1-1-1,0 1 1,0 0-1,-1 6 6,2-9-129,0-1-1,1 1 0,0-1 1,0 1-1,0 0 1,0 0-1,0-1 0,1 1 1,-1 0-1,1 0 0,0 0 1,0 0-1,1-1 1,-1 1-1,1 0 0,0 0 1,0-1-1,0 1 1,0 0-1,1-1 0,-1 1 1,1-1-1,0 1 1,0-1-1,0 0 0,1 0 1,-1 0-1,1 0 1,-1 0-1,1-1 0,0 1 1,0-1-1,0 0 1,1 0-1,-1 0 0,0 0 1,1 0-1,-1-1 1,1 0-1,0 0 0,-1 0 1,1 0-1,0 0 1,0-1 129,90 0-7639,-58-10 1279</inkml:trace>
  <inkml:trace contextRef="#ctx0" brushRef="#br0" timeOffset="345.428">209 59 6369,'0'0'442,"0"0"266,0 0 1526,0 0-470,0 0-114,0 0-149,-6-11-98,-19-37-60,41 118 2247,38 95-1212,-35-99-1962,2-1 0,4-1 0,1-2 1,4 0-1,3-2 0,2 0-416,9 1-1447,-49-60-3794,-15-3-1089,4-5-570</inkml:trace>
  <inkml:trace contextRef="#ctx0" brushRef="#br0" timeOffset="1034.321">612 315 6105,'0'0'5564,"0"0"-3191,0 0-981,0 0-198,0 0 142,0 0-259,-5 2-414,4 2-554,0 1-1,0 0 1,0-1-1,0 1 1,1 0-1,0-1 1,0 1 0,0 0-1,1 0 1,0-1-1,0 1 1,0 0-1,0-1 1,0 1-1,1-1 1,0 1-1,0-1 1,0 0 0,1 0-1,0 0 1,-1 0-1,1 0 1,0-1-1,1 1 1,2 2-109,10 22 468,5 12 56,-13-20-389,1 0 0,1-1-1,1 0 1,1-1 0,0 0 0,1-1 0,1 0 0,1-1 0,1-1-1,0 0 1,10 6-135,-25-20 5,0 0 0,1-1 0,-1 1 0,0-1 0,0 1 0,0-1-1,1 0 1,-1 0 0,0 1 0,0-1 0,1 0 0,-1 0 0,0 0-1,0 0 1,1 0 0,-1 0 0,0-1 0,1 1 0,-1 0 0,0-1 0,0 1-1,0-1 1,0 1 0,1-1 0,-1 0 0,0 1 0,0-1 0,0 0 0,0 0-1,0 1 1,0-1 0,-1 0 0,1 0 0,0 0 0,0 0 0,-1-1-1,1 1 1,0 0 0,-1 0 0,1 0 0,-1 0 0,0-1 0,1 1 0,-1 0-1,0 0 1,0-1 0,0 1 0,0 0 0,0 0 0,0-1 0,0 1 0,0 0-1,0-1 1,-1 1 0,1 0 0,0 0 0,-1 0 0,1-1 0,-1 1-1,1 0 1,-1 0 0,0 0 0,0 0 0,0 0-5,1-10-24,14-390-317,-9 348-629,-11 53-5881,5 0 3539,1 0-5914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44:01.565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1241 776 6785,'0'0'4159,"0"0"-409,0 0-2373,0 0-834,0 0 36,0 0 456,-8 2 4,5-1-984,0 0-1,0 1 1,0-1 0,1 0 0,-1 1 0,0 0 0,1-1 0,-1 1-1,1 0 1,-1 1 0,1-1 0,0 0 0,0 0 0,0 1 0,0 0-1,1-1 1,-1 1 0,1 0 0,-1 0 0,1-1 0,0 1-1,0 0 1,0 0 0,0 1 0,1-1 0,0 0 0,-1 0 0,1 0-1,0 0 1,0 0 0,1 1-55,-2 2 52,0 0-1,1 0 1,0 0 0,1 0-1,-1 0 1,1 0-1,0 0 1,1 0 0,0 0-1,-1 0 1,2 0 0,-1-1-1,1 1 1,0-1-1,0 1 1,0-1 0,1 0-1,0 0 1,0-1 0,0 1-1,0-1 1,1 0-1,0 0 1,0 0 0,0-1-1,0 0 1,0 0-1,1 0 1,0-1 0,-1 1-1,1-1 1,0-1 0,0 1-1,3 0-51,-2 1 11,-1 0 0,1 0-1,-1-1 1,1 1 0,0-1-1,0-1 1,0 1 0,0-1-1,0-1 1,0 1 0,0-1-1,0 0 1,0-1 0,0 0-1,0 0 1,0 0 0,0-1-1,0 0 1,-1 0 0,1-1-1,-1 0 1,1 0 0,-1 0-1,0-1 1,0 0 0,0 0-1,-1-1 1,0 0 0,1 0-1,-2 0 1,1 0 0,-1-1-1,1 1 1,-1-1 0,0-2-11,-1-1-36,0 0 1,-1 1 0,0-1 0,0-1-1,-1 1 1,0 0 0,-1 0 0,0 0 0,-1 0-1,1 0 1,-2-1 0,1 1 0,-1 0-1,-1 1 1,0-1 0,0 0 0,0 1 0,-1-1-1,-1 1 1,1 0 0,-1 1 0,0-1-1,-1 1 1,0 0 0,0 0 0,-1 1 0,0 0-1,0 0 1,0 0 0,-1 1 0,1 0-1,-1 0 1,-1 1 0,-3-1 35,0 2-11,0 2 1,-1 0-1,1 0 0,-1 1 0,1 0 1,0 1-1,-1 1 0,1 0 0,0 0 1,0 1-1,0 1 0,0 0 1,1 1-1,0 0 0,0 0 0,0 1 1,0 1-1,1 0 0,0 0 1,1 1-1,-1 1 0,2-1 0,-1 1 1,-6 10 10,14-18-48,0 1 0,0-1 0,0 1 0,1-1 0,-1 1 0,0 0 0,1-1 0,-1 1 0,1 0 0,-1 0 0,1 0 0,0-1 0,0 1 0,0 0 0,0 0 0,0 0 0,0 0 0,1-1 0,-1 1 0,1 0 0,-1 0 0,1-1 0,-1 1 0,1 0 0,0-1 0,0 1 0,0-1 0,0 1 0,0-1 0,0 1 0,0-1 0,1 0 0,-1 1 0,0-1 0,1 0 0,-1 0 0,1 0 0,-1 0 0,1 0 0,0 0 0,-1-1 0,1 1 0,0 0 0,0-1 0,-1 0 0,1 1 0,0-1 0,0 0 0,0 0 0,-1 0 0,1 0 0,0 0 0,0 0 0,0 0 0,-1-1 0,2 0 48,107-5-6185,-110 6 6178,64-16-4648,-7-5 2302</inkml:trace>
  <inkml:trace contextRef="#ctx0" brushRef="#br0" timeOffset="348.995">1251 1 2897,'0'0'7052,"0"0"-4266,0 0-1582,0 0-469,0 0-36,0 0 794,8 24 520,109 341 2389,-83-216-3283,-23-89-901,3-1 0,2-1 0,3 0 1,2-1-1,12 20-218,7-31-1651,-30-101-11851,-10 22 8197</inkml:trace>
  <inkml:trace contextRef="#ctx0" brushRef="#br0" timeOffset="726.312">1637 581 6841,'0'0'1077,"0"0"3344,0 0-2164,0 0-1251,0 0-118,0 0 192,5 0 198,3 4-1030,-1 0-1,1 0 0,-1 1 1,0-1-1,-1 2 1,1-1-1,-1 1 1,0 0-1,0 0 1,-1 0-1,1 1 1,-1 0-1,-1 0 1,0 1-1,1 1-247,26 33 777,-16-26-580,0 0 0,2-1 0,0 0-1,1-1 1,0-1 0,1-1 0,0-1 0,1 0 0,0-2 0,1 0 0,1-1-197,154 23-1618,-175-31-277,-1 0-1710,-1-3-957,-15-34-2163,5 16 5204</inkml:trace>
  <inkml:trace contextRef="#ctx0" brushRef="#br0" timeOffset="1122.168">2049 397 6081,'0'0'536,"0"0"707,0 0 1126,0 0-821,0 0-672,0 0-118,-9 6 211,-89 137 2524,-95 283 2400,191-420-5750,-8 26-531,20-34-4825,3-15 308</inkml:trace>
  <inkml:trace contextRef="#ctx0" brushRef="#br0" timeOffset="-2035.532">0 673 5673,'0'0'1222,"0"0"1813,0 0-1141,0 0-607,0 0-252,0 0-106,10 5-45,69 77 1818,-28 23-1077,78 127 572,-121-222-2132,1 1 0,0-1 1,1-1-1,0 0 0,1 0 0,0-1 0,0-1 1,0 1-1,1-2 0,0 0 0,1 0 1,-1-1-1,1-1 0,0 0 0,0 0 1,0-2-1,1 1 0,3-1-65,63-12-1644,-26-55-7246,-23-15 2476,-21 46 5570</inkml:trace>
  <inkml:trace contextRef="#ctx0" brushRef="#br0" timeOffset="-1660.235">473 587 6665,'0'0'723,"0"0"1255,0 0-232,0 0 50,-16 26-184,-96 161 1510,21-37-55,-64 140-350,138-242-3710,12-82-7454,5 6 2711</inkml:trace>
  <inkml:trace contextRef="#ctx0" brushRef="#br0" timeOffset="-942.824">473 120 5433,'0'0'4927,"0"0"-2831,0 0-982,0 0-152,0 0 91,0 0 192,11 1 3661,39 0-4608,-44 0-292,-1 1 1,1-1-1,-1 1 0,0 0 0,0 1 0,0-1 1,0 1-1,0 0 0,0 0 0,0 0 1,-1 1-1,0 0 0,0-1 0,0 2 1,0-1-1,0 0 0,-1 1 0,0 0 1,0-1-1,0 1 0,-1 0 0,1 1 1,-1-1-1,0 0 0,-1 1 0,0-1 1,1 1-1,-2-1 0,1 1 0,-1 0 1,1-1-1,-2 1 0,1 0 0,-1-1 1,1 1-1,-2 0 0,1-1 0,0 1 0,-1-1 1,0 0-1,-1 0 0,1 1 0,-1-1 1,0-1-1,0 1 0,0 0 0,-1 0-6,-2 4 25,1-4-6,1 1 0,0 0 0,0-1-1,1 1 1,-1 1 0,1-1 0,1 0 0,-1 1 0,1-1 0,0 1-1,1 0 1,-1 0 0,1 0 0,1 0 0,-1 0 0,1-1 0,0 1-1,1 0 1,0 0-19,3-3 42,1-1-1,0 0 1,0 0 0,1-1-1,-1 0 1,0 0-1,1 0 1,-1 0-1,1-1 1,0 0 0,0 0-1,-1 0 1,1-1-1,0 0 1,0 0 0,-1-1-1,1 1 1,1-2-42,7 2 130,169-16 1341,-207 28-7826,16-4 1781</inkml:trace>
  <inkml:trace contextRef="#ctx0" brushRef="#br1" timeOffset="54405.129">49 1527 4865,'0'0'1714,"0"0"717,0 0-296,0 0-724,0 0-408,0 0-251,-16 5 3277,16 2-3822,-1 0-84,1 0 0,-1 0 0,1-1 0,0 1-1,1 0 1,0 0 0,0-1 0,0 1 0,1-1 0,0 1 0,0-1 0,1 0-1,0 0 1,0 0 0,0 0 0,1 0 0,-1 0 0,1-1 0,1 0 0,3 4-124,-1-1 67,0 0 0,1 0 0,-1-1 0,1 0 0,1-1 0,-1 1 0,1-2 0,0 1 0,1-1 0,-1-1 0,1 0 0,0 0 0,0-1 0,0 0 0,1-1 0,-1 0-1,0 0 1,10-1-66,11-3 99,1-2 0,-1-1 0,0-2-1,-1-1 1,0-1 0,19-9-99,94-25 253,-127 38-255,1 1-1,-1 1 1,1 1 0,0 0 0,0 1-1,0 1 1,0 0 0,0 2 0,0 0-1,-1 0 1,1 2 0,0 0 0,-1 1-1,0 0 1,0 2 0,5 3 2,227 158 68,-208-109-336,-100-52 655,57-10-386,-1 0 0,1-1 0,0 1 1,1-1-1,-1 0 0,1 0 1,0 0-1,-1 0 0,2 0 0,-1-1 1,1 1-1,-1-1 0,1 1 0,0-1 1,1 1-1,-1-1 0,1 1 0,0-1 1,0 0-1,0 1 0,1-2-1,-2-3 8,1 0-1,0 0 1,1 0-1,0 0 1,0 0-1,1 1 1,0-1-1,0 0 1,1 1-1,0-1 1,1 1 0,0 0-1,0 0 1,1 1-1,0-1 1,0 1-1,0 0 1,1 0-1,0 1 1,1 0-1,0 0 1,3-3-8,22-10 109,1 1-1,1 1 1,0 2 0,1 1 0,0 2 0,1 1 0,1 2 0,0 2 0,0 1 0,35-1-109,-6-2 35,-46 4-41,0 1 0,0 1 0,1 1 1,-1 1-1,1 0 0,-1 2 0,1 0 0,-1 2 0,1 0 0,-1 1 1,0 1-1,-1 1 0,18 7 6,-32-9 3,0 1 1,1-2-1,-1 1 1,1 0-1,0-1 1,0 0-1,0-1 1,0 1-1,0-1 1,1 0-1,-1-1 0,1 0 1,-1 0-1,1 0 1,0-1-1,-1 1 1,1-2-1,0 1 1,-1-1-1,1 0 1,-1 0-1,1-1 1,-1 0-1,0 0 1,0 0-1,1-1 0,-1 0 1,-1 0-1,1-1 1,5-3-4,-1-9 58,-1 0 1,-1-1-1,0 0 0,-1-1 1,-1 1-1,0-1 1,-2 0-1,0 0 0,-1-1 1,-1 1-1,0-1 1,-2 0-1,0 0 0,-1-7-58,-1 25-25,1-1 0,-1 0 0,1 1 0,-1 0-1,1-1 1,-1 1 0,0 0 0,0-1 0,0 1 0,0 0-1,0 1 1,0-1 0,0 0 0,0 0 0,0 1-1,0-1 1,0 1 0,0 0 0,0 0 0,0 0 0,-1 0-1,1 0 1,0 0 0,0 0 0,0 1 0,0-1-1,0 1 1,0-1 0,-1 1 25,-7 0-218,-101 40-6111,92-30 3049,-22 14-7095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45:07.99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0 220 6369,'0'0'2625,"0"0"1516,0 0-1934,0 0-900,0 0-60,0 0-48,0 0-228,2 8 17,219 373 2770,-215-370-3725,2 3-5,-1 0-1,2 0 1,0 0 0,0-1-1,2-1 1,-1 1-1,1-2 1,1 0-1,0 0 1,1-1-1,0 0 1,8 4-28,-19-14 1,0 1 0,-1-1 0,1 0 0,-1 1 0,1-1 0,0 0 0,-1 0 0,1 0 0,0 0 0,-1-1 0,1 1 0,-1 0 0,1-1 0,0 1 0,-1-1 0,1 1 0,-1-1 0,1 0 0,-1 0 1,0 0-1,1 0 0,-1 0 0,0 0 0,1 0 0,-1 0 0,0 0 0,0 0 0,0-1 0,0 1 0,0 0 0,-1-1 0,1 1 0,0-1 0,0 1 0,-1-1 0,1 1 0,-1-1 0,0 0 0,1 1 0,-1-1 0,0 1 0,0-1 0,0-1-1,8-84 105,-7 77-102,-24-302-187,-24 6 51,46 301 144,1-17-123,8 30-926,7 13-815,19 16-7013,-20-24 3643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45:08.73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43 1017 3929,'0'0'2143,"0"0"1363,0 0-1612,0 0-989,0 0-117,0 0 154,3 1 13,20 5-53,1-2-1,-1 0 1,1-1 0,0-2-1,0 0 1,0-1 0,16-4-902,28 2 719,-45 2-696,65 1 1263,-73 1-4289,-133 20-8908,79-15 10000</inkml:trace>
  <inkml:trace contextRef="#ctx0" brushRef="#br0" timeOffset="343.744">1 1331 7498,'0'0'1221,"0"0"2660,0 0-1986,0 0-941,0 0-23,0 0 373,16 0 231,304-39 1904,-242 36-4344,-59 3-2701,-17-3-4288,0-4 6851,-1 4 60,5-11-379</inkml:trace>
  <inkml:trace contextRef="#ctx0" brushRef="#br0" timeOffset="1286.599">1009 114 5129,'0'0'875,"0"0"1335,0 0-707,0 0-738,0 0-53,0 0 198,-13-15 110,-43-48-140,53 60-761,1 0-1,-1 0 0,0 0 0,0 0 0,0 1 1,-1 0-1,1-1 0,-1 1 0,1 0 0,-1 1 1,0-1-1,0 1 0,0 0 0,1 0 1,-1 0-1,0 0 0,0 0 0,-1 1 0,1 0 1,0 0-1,0 0 0,0 1 0,0-1 0,0 1 1,0 0-1,0 0 0,0 0 0,1 0 0,-1 1 1,0 0-1,1 0 0,-1 0 0,1 0 1,-1 0-1,1 1 0,0-1 0,0 1 0,0 0 1,0 0-1,1 0 0,-1 0 0,1 1 0,0-1 1,0 0-1,0 1 0,0 0 0,1 0 0,-1-1 1,1 1-1,-1 3-118,-8 21 201,1 0 1,1 0-1,1 0 1,2 1-1,0 0 1,2 0-1,2 0 1,0 1-1,3 19-201,-2-30 207,4 14 32,1 0-1,2 0 0,0-1 1,3 0-1,0 0 0,3-1 1,0-1-1,2 0 0,14 22-238,42 98 520,-51-89-254,-2 1 1,-3 1 0,-2 0-1,-4 1 1,-2 0-1,-3 1 1,-4 44-267,0-91 29,-1 0 0,-1 0 0,-1 1 0,-1-2 0,0 1 0,-2 0 0,0-1 0,0 0 1,-2 0-1,0-1 0,-1 0 0,-1 0 0,0-1 0,-1 0 0,0-1 0,-1 0 0,-1-1 0,-1-1 0,1 0 1,-2 0-1,0-1 0,-15 8-29,27-18-8,-10 7-30,0-1 1,-1-1-1,0 0 1,0-1-1,0 0 1,0-1 0,-1-1-1,0 0 1,0-1-1,1-1 1,-10 0 37,-9-35-4595,21-19-3388,11 46 6190,-2-20-1968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45:11.49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103 463 3937,'0'0'3310,"0"0"708,0 0-2383,0 0-996,0 0 172,-15 23 442,-47 76 12,58-92-1099,1 0 1,-1 0-1,2 0 0,-1 0 1,1 0-1,0 0 1,0 1-1,1-1 1,0 1-1,0-1 1,1 1-1,0 0 1,0-1-1,1 1 1,0-1-1,0 1 1,3 5-167,1-5 68,0-2 1,1 1 0,0-1 0,0 0 0,0 0 0,1 0 0,0-1-1,0 0 1,1 0 0,-1-1 0,1 0 0,0-1 0,0 1-1,0-1 1,0-1 0,1 0 0,-1 0 0,1 0 0,-1-1 0,1-1-1,0 1 1,-1-1 0,1-1 0,0 0 0,-1 0 0,1 0 0,4-3-69,-8 4 13,1 0 0,-1 0 1,1-1-1,-1 0 0,1 0 1,-1 0-1,0-1 0,1 0 1,-1 0-1,0 0 0,0-1 1,0 1-1,-1-1 0,1-1 1,-1 1-1,1 0 0,-1-1 1,0 0-1,-1 0 0,1 0 1,-1-1-1,1 1 0,-1-1 1,0 0-1,-1 1 0,1-2 1,-1 1-1,0 0 0,-1 0 1,1 0-1,-1-1 0,0 1 1,0-1-1,-1 1 0,1-1 1,-1-5-14,0 4 3,0-1 0,0 0 0,0 0 0,-1 1 0,0-1-1,0 0 1,-1 1 0,0-1 0,0 1 0,-1-1 0,0 1 0,0 0 0,-1 0 0,0 1 0,0-1 0,-1 1 0,1-1 0,-1 2 0,-1-1 0,1 0 0,-1 1 0,0 0 0,0 0 0,-1 1 0,1 0 0,-1 0 0,-3-1-3,5 3-4,-1-1 1,1 2-1,-1-1 1,0 1-1,1-1 1,-1 1-1,0 1 1,0-1-1,0 1 1,0 0-1,0 1 1,1-1-1,-1 1 1,0 1-1,0-1 1,1 1-1,-1-1 1,1 2-1,-1-1 1,1 1-1,0-1 1,0 1-1,0 1 1,0-1-1,1 1 1,-1 0-1,1 0 1,0 0-1,0 0 1,0 1-1,1 0 1,0 0-1,0 0 1,0 0-1,0 0 1,1 0-1,0 1 1,-1 3 2,-18 90-2802,21-98 2621,0 0 0,0-1 0,0 1 0,0 0 0,0 0 0,0 0-1,0 0 1,0-1 0,0 1 0,1 0 0,-1 0 0,0-1 0,1 1 0,-1 0 0,1 0 0,-1-1-1,0 1 1,1 0 0,0-1 0,-1 1 0,1 0 0,-1-1 0,1 1 0,0-1 0,-1 1 0,1-1-1,0 1 1,-1-1 0,1 0 0,0 1 0,0-1 0,0 0 0,-1 0 0,1 0 0,0 1 0,0-1-1,0 0 1,0 0 0,-1 0 0,1 0 0,0 0 0,0 0 0,0-1 0,-1 1 0,1 0 0,0 0-1,0 0 1,0-1 182,5 1-700,12 0-1973</inkml:trace>
  <inkml:trace contextRef="#ctx0" brushRef="#br0" timeOffset="312.608">156 0 1240,'0'0'7295,"0"0"-3713,0 0-1911,0 0-461,0 0 54,0 0-24,3 12 103,15 45-515,3-1 1,2 0-1,2-2 0,3 0 0,14 16-828,-6-5 590,124 182-666,-159-249-7513,-2-7 3827,-5-27 346,-4 5 1733</inkml:trace>
  <inkml:trace contextRef="#ctx0" brushRef="#br0" timeOffset="840.048">540 266 9138,'0'0'3635,"0"0"-2297,0 0-707,0 0 106,0 0 580,19 20 251,109 130 600,-91-93-1350,-25-34-633,1 0-1,0-2 1,2 1-1,1-2 1,1 0 0,0-1-1,1-1 1,2-1 0,-1 0-1,2-1 1,0-2-185,-20-13 7,0 0 1,0 0-1,0 0 1,0 0-1,0-1 1,0 1-1,0 0 1,0-1-1,1 1 1,-1-1-1,0 0 1,0 1-1,0-1 1,1 0-1,-1 0 1,0 1-1,1-1 1,-1 0-1,0 0 1,0-1-1,1 1 1,-1 0-1,0 0 1,0-1-1,1 1 0,-1 0 1,0-1-1,0 1 1,0-1-1,0 0 1,0 1-1,0-1 1,1 0-1,-2 0 1,1 1-1,0-1 1,0 0-1,0 0 1,0 0-1,0 0 1,-1 0-1,1 0 1,-1-1-1,1 1 1,0-1-8,3-63 264,-5 44-298,10-318 107,10 280 103,-19 58-240,0 1-57,0 0-161,0 0-654,-12 27-11919,3-16 10334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45:13.66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133 612 4257,'0'0'2567,"0"0"2364,0 0-2474,0 0-1123,0 0-332,0 0 8,8 4-45,10 9-719,-1 1 0,-1 1 0,0 1 0,-1 0 0,-1 0 0,-1 2 0,0 0 0,-1 0 0,-1 1 0,-1 0 0,3 10-246,30 44 598,-30-51-542,0-1 0,2 0 0,0-1-1,1-1 1,1 0 0,1-1 0,0-1-1,2-1 1,0 0 0,0-2 0,22 12-56,-41-26 7,1 1 1,-1-1 0,0 1-1,1-1 1,-1 0 0,0 0-1,1 1 1,-1-1 0,1 0-1,-1 0 1,0 0-1,1 0 1,-1-1 0,0 1-1,1 0 1,-1-1 0,1 1-1,-1-1 1,0 1 0,0-1-1,1 1 1,-1-1-1,0 0 1,0 0 0,0 1-1,0-1 1,0 0 0,0 0-1,0 0 1,0 0 0,0-1-1,0 1 1,0 0-1,-1 0 1,1 0 0,-1-1-1,1 1 1,-1 0 0,1-1-1,-1 1 1,0 0 0,1-1-1,-1 1 1,0 0-1,0-1 1,0 1 0,0-1-1,0 1 1,0 0 0,-1-1-1,1 1 1,0-1 0,-1 1-1,1 0 1,-1 0-1,1-1 1,-1 1 0,0 0-1,1 0 1,-1 0 0,0-1-8,0-16-6,-2-38 30,-3-1-1,-3 1 1,-1 0 0,-14-35-24,-7-43-66,14 10-164,36 182-13485,-3-43 12140</inkml:trace>
  <inkml:trace contextRef="#ctx0" brushRef="#br0" timeOffset="392.301">962 784 5457,'0'0'4293,"0"0"-1100,0 0-1309,0 0-616,0 0-62,0 0 198,12-8 445,192-29 1057,11-6-1738,-371 105-16411,113-45 13372</inkml:trace>
  <inkml:trace contextRef="#ctx0" brushRef="#br0" timeOffset="719.47">901 1035 1688,'0'0'4439,"0"0"747,0 0-2843,0 0-1275,0 0-137,0 0 540,16 0 238,166-17 1201,-105-3-1936,181-25-716,-258 45-1392,0-19-9660,0 9 7883</inkml:trace>
  <inkml:trace contextRef="#ctx0" brushRef="#br0" timeOffset="1553.335">2058 49 5353,'0'0'1460,"0"0"2781,0 0-2007,0 0-1190,0 0-327,0 0 167,-2-8 0,-8-24-140,-30 26 1191,25 15-1843,-1 0 0,2 1 0,-1 1 0,1 0 0,1 1 0,0 1 0,1 0 0,0 1 0,1 0 0,0 0 0,1 1 0,1 1 0,-3 8-92,5-7 120,2 0-1,0 1 0,1-1 0,1 1 0,0 0 0,2 0 0,0 0 0,1 1 0,1-1 1,0 0-1,1 0 0,2 0 0,-1 0 0,2-1 0,0 1 0,2-1 0,0-1 1,0 1-1,2-1 0,0 0 0,0-1 0,8 9-119,4 10 159,6 5-50,-2 1-1,-2 1 1,-1 1-1,-2 0 1,-2 2 0,-2 0-1,-2 1 1,-2 1-1,-2 0 1,-2 1 0,-1 5-109,-5-28 109,-1-1 0,-1 1 0,-1 0 0,-1-1 0,-1 1 0,-1-1 0,-1 0 0,-1 0 0,-1 0 0,-1-1 0,-1 0 0,-1 0-109,4-10 83,-1 0 1,0-1-1,0 0 0,-1 0 1,-1 0-1,0-1 0,0-1 1,-1 0-1,0 0 0,-1 0 1,0-2-1,0 1 0,-1-1 1,0-1-1,0 0 1,0-1-1,-1 0 0,0-1 1,0 0-1,0-1 0,0-1 1,-1 0-1,1 0 0,-11-2-83,16 2-71,1 0 0,-1-1 0,1 0 0,-1 0 0,0-1 0,1 0 0,-1 0 0,1-1 0,-1 0 0,0-1 0,1 1 0,0-1 0,-1-1 1,1 0-1,0 0 0,0 0 0,0 0 0,1-1 0,-1-1 0,1 1 0,0-1 0,0 0 0,1 0 0,-1 0 0,1-1 0,0 0 0,1 0 0,-1 0 0,1-1 0,1 0 0,-1 1 0,1-1 0,0 0 0,1-1 0,-2-3 71,19-78-4747,36 13-3976,-15 36 3904</inkml:trace>
  <inkml:trace contextRef="#ctx0" brushRef="#br0" timeOffset="5464.668">2787 409 10730,'0'0'2227,"0"0"-1025,0 0-536,0 0 16,0 0 348,-13 21 269,-76 145 723,-42 257 303,131-424-2437,-1 1 0,1-1 0,-1 0 0,0 1 0,1-1-1,-1 1 1,0-1 0,0 1 0,1-1 0,-1 1 0,0 0-1,0-1 1,0 1 0,1 0 0,-1 0 0,0-1 0,0 1-1,0 0 1,0 0 0,1 0 0,-1 0 0,0 0 0,0 0-1,0 0 1,0 1 0,0-1 0,1 0 0,-1 0 0,0 1-1,0-1 1,0 0 0,1 1 0,-1-1 0,0 1 0,1-1-1,-1 1 1,0-1 0,1 1 0,-1 0 0,0-1 0,1 1-1,-1 0 1,1-1 0,-1 1 0,1 0 0,0-1 0,-1 1-1,1 0 1,0 0 0,-1 0 0,1 0 0,0-1 0,0 1-1,0 0 1,0 0 0,0 0 0,0 0 0,0 0 112,-17-46-5329,11 22 4559,-3-21-1113,1 3 828</inkml:trace>
  <inkml:trace contextRef="#ctx0" brushRef="#br0" timeOffset="5812.976">2449 430 1256,'0'0'6284,"0"0"-2092,0 0-2514,0 0-950,0 0-207,0 0 59,12 5 292,10 6-413,0 1-1,-1 1 0,-1 1 1,0 1-1,-1 1 0,-1 1 1,0 0-1,-1 1 0,12 19-458,67 121 1000,-76-120-839,1 0 1,3-1-1,1-1 0,1-1 0,18 16-161,-40-47 3,-1-1 0,1 0-1,0 1 1,0-1 0,0-1 0,0 1 0,1-1-1,-1 1 1,1-1 0,0-1 0,-1 1 0,1-1-1,0 1 1,0-1 0,0-1 0,0 1 0,0-1-1,0 0 1,0 0 0,3 0-3,-6-2-366,0 1 0,0-1-1,0 1 1,0-1 0,0 0-1,-1 0 1,1 1 0,-1-1 0,1 0-1,-1-1 1,0 1 0,0 0-1,0 0 1,0 0 0,0-1 0,0 1-1,-1 0 1,1-1 0,-1 1 0,0-1-1,0 1 1,0-1 0,0 1-1,0 0 1,0-1 0,0 1 0,-1-1-1,0-1 367,1-2-980,0-12-1768</inkml:trace>
  <inkml:trace contextRef="#ctx0" brushRef="#br0" timeOffset="6531.778">2971 72 1224,'0'0'4608,"0"0"-142,0 0-2289,0 0-884,0 0-190,0 0 179,-6 0 163,-9-2 175,48-8-409,4-1-1017,168-37 761,-204 80-844,-58 76 902,49-96-869,0-1 0,0 1 0,1 0-1,1 1 1,0 0 0,1 0 0,0 0-1,1 1 1,1-1 0,-2 11-144,4-22 7,1 1 1,0 0-1,0 0 0,0 0 1,0 0-1,0 0 0,0-1 1,1 1-1,-1 0 0,1 0 1,0 0-1,0-1 0,0 1 1,0 0-1,0-1 0,1 1 1,-1-1-1,1 0 0,-1 1 1,1-1-1,0 0 1,0 0-1,0 0 0,0 0 1,1 0-1,-1 0 0,0-1 1,1 1-1,-1-1 0,1 0 1,0 0-1,-1 0 0,1 0 1,0 0-1,0 0 0,-1-1 1,1 1-1,0-1 0,0 0 1,0 0-1,0 0 0,0 0 1,-1-1-1,1 1 1,0-1-8,9 2 41,2 1 7,-1-1-1,1 0 1,-1-1-1,1-1 0,-1 0 1,0 0-1,1-2 0,-1 0 1,0 0-1,0-1 0,10-5-47,-22 7 36,-29 15-888,15 17-3081,21 2-6353,9-21 7658</inkml:trace>
  <inkml:trace contextRef="#ctx0" brushRef="#br0" timeOffset="7441.295">3571 673 4689,'0'0'649,"0"0"412,0 0 2178,0 0-1420,0 0-701,0 0-402,-11 3 109,3-2-635,5-1-122,0 1 0,0-1 0,0 1 0,0 0 0,0 0 0,0 0 0,0 0 0,0 1 0,0-1 0,0 1 0,0-1 0,1 1 0,-1 0 0,1 0 0,-1 0 0,1 1 0,0-1 0,0 0 0,0 1 0,0 0 0,0-1 0,1 1 0,-2 2-68,0 1 113,0-1 1,0 1-1,1 0 1,0 0-1,0 0 1,0 0-1,1 0 0,0 0 1,0 0-1,0 1 1,1-1-1,0 0 1,0 1-1,1-1 0,-1 0 1,1 0-1,1 1 1,-1-1-1,1 0 1,0 0-1,1-1 0,-1 1 1,1 0-1,0-1 1,1 1-1,-1-1 1,1 0-1,0 0 0,0-1 1,1 1-1,0-1 1,-1 0-1,1 0 1,1 0-1,-1-1 0,0 0 1,1 0-1,3 1-113,-3-1 17,0 0 0,0-1-1,0 1 1,0-1 0,0-1-1,1 1 1,-1-1-1,0 0 1,1-1 0,-1 0-1,1 0 1,-1 0 0,1 0-1,-1-1 1,1-1 0,-1 1-1,0-1 1,1 0-1,-1 0 1,0 0 0,0-1-1,-1 0 1,1 0 0,0-1-1,-1 0 1,0 0 0,0 0-1,0 0 1,-1-1-1,1 0 1,-1 0 0,0 0-1,0 0 1,-1-1 0,0 1-1,0-1 1,0 0 0,-1 0-1,1 0 1,-1 0-1,-1-1 1,1 0-17,-2-1 4,-1 0 0,0 0 0,-1 0 0,1 0 0,-1 1 0,-1-1 0,0 1 0,0-1 0,0 1 0,-1 0 0,0 0 0,0 1 0,-1-1 0,1 1 0,-2 0 0,1 0 0,-1 0 0,1 1 0,-2 0 0,1 0 0,0 1 0,-1-1 0,0 1 0,0 1 0,0-1 0,-1 1 0,1 1 0,-1-1 0,1 1 0,-1 1 0,0-1 0,0 1 0,0 1 0,0-1 0,-6 2-4,10 0-32,0 1 0,0 0 0,0 0 0,0 1 0,0-1 0,0 1 0,1 0 0,-1 0 0,1 0 0,0 0 0,0 1 0,0-1 0,0 1 0,0 0 0,1 0 0,0 0 0,0 0 0,0 0 0,0 0 0,1 1 0,0-1 0,-1 1 0,2-1 0,-1 1 0,0-1 0,1 1 0,0-1 0,0 1 0,0 0 0,1-1 0,0 1 0,-1-1 0,1 1 0,1-1 0,-1 0 0,1 1 0,0-1 0,0 0 0,0 0 0,0 0 0,1 0 0,2 2 32,2-2-748,1 1 0,-1-2 0,1 1 0,0-1 0,0-1 0,0 1 0,1-1 0,-1-1 0,0 1 0,1-1 0,-1-1 0,1 0 0,-1 0 0,1 0 0,5-2 748,13-2-1269</inkml:trace>
  <inkml:trace contextRef="#ctx0" brushRef="#br0" timeOffset="7847.684">3643 51 1064,'0'0'6530,"0"0"-2403,0 0-2744,0 0-521,0 0-29,0 0 178,-2-11-219,0 4-656,-3-23 298,22 42 509,15 46 143,-2 1 0,-3 2 1,-2 0-1,-4 2 0,10 46-1086,70 180 1111,-47-233-2567,-34-58-2813,-3-21-3827,-10 4 4974</inkml:trace>
  <inkml:trace contextRef="#ctx0" brushRef="#br0" timeOffset="8333.032">4020 551 5625,'0'0'850,"0"0"1251,0 0-876,0 0-702,0 0-33,-1-19 210,-3-57 258,4 74-845,1 1 1,-1-1-1,1 0 1,0 0-1,0 1 0,0-1 1,0 1-1,0-1 0,0 1 1,0-1-1,0 1 1,1 0-1,-1 0 0,0-1 1,1 1-1,-1 0 1,1 0-1,-1 0 0,1 1 1,0-1-1,-1 0 0,1 0 1,0 1-1,0 0 1,-1-1-1,1 1 0,0 0 1,0-1-1,0 1 1,0 0-1,-1 1 0,1-1 1,0 0-1,0 0 0,0 1 1,-1-1-1,1 1 1,0-1-1,0 1 0,-1 0 1,1 0-1,-1 0 1,1 0-1,-1 0 0,1 0 1,-1 0-1,1 0 0,-1 1 1,1 0-114,12 9 383,-1 0 0,0 1 0,-1 0 0,-1 1 1,0 1-1,0-1 0,-1 2 0,-1-1 0,-1 2 0,0-1 0,0 1 0,2 10-383,-6-12 66,1-1-1,1 1 1,0-1-1,1 0 1,1-1-1,0 0 1,0 0-1,1 0 1,1-1-1,0-1 1,0 1-1,1-2 0,0 1 1,1-2-1,0 1 1,1-2-1,-1 0 1,3 1-66,7-2 67,1-1 0,0 0 0,0-2 0,1 0 0,-1-2 0,0-1 0,1 0 0,18-4-67,-36 3-166,1-1 1,0 0 0,-1 0-1,1 0 1,-1-1-1,0 0 1,0 0 0,0-1-1,0 1 1,0-1-1,-1-1 1,0 1-1,1-1 1,-2 0 0,1 0-1,-1 0 1,1-1-1,2-4 166,-6 7-449,0 1-1,0-1 1,1 1 0,-1-1-1,-1 0 1,1 1-1,0-1 1,-1 0-1,1 0 1,-1 1-1,0-1 1,0 0 0,0 0-1,0 0 1,-1 0-1,1 1 1,-1-1-1,1 0 1,-1 0-1,0 1 1,0-1 0,0 1-1,-1-1 1,1 1-1,-1-1 1,1 1-1,-1 0 1,0-1-1,-1 0 450,-13-14-2423</inkml:trace>
  <inkml:trace contextRef="#ctx0" brushRef="#br0" timeOffset="8709.213">4446 336 6225,'0'0'4776,"0"0"-2602,0 0-1253,0 0-453,0 0 381,0 0 339,-1 14-109,-49 252 2975,35-222-3750,-2-2-1,-2 0 1,-1-1-1,-3-1 1,-1-1 0,-18 22-304,13-46-2460,6-18-4125,7-4 476</inkml:trace>
  <inkml:trace contextRef="#ctx0" brushRef="#br0" timeOffset="9519.604">3918 604 3513,'0'0'2479,"0"0"1215,0 0-1703,0 0-951,0 0-203,0 0 133,-7-6-64,0 0-624,1 1 0,-1 0 0,0 1 0,0-1 0,-1 2 1,1-1-1,-1 1 0,0 0 0,0 0 0,0 1 0,0 0 0,0 1 0,-1-1 0,1 2 1,-2-1-283,-5 5 64,0 1 1,1 0 0,-1 0-1,1 2 1,0 0 0,1 0-1,0 2 1,0-1 0,1 2-1,0 0 1,0 0 0,1 1 0,-9 11-65,13-16 43,-123 169 413,189-162-323,267-42 811,-246 27-1860,-61 2-2381,-16-8-4542,-3 3 5750</inkml:trace>
  <inkml:trace contextRef="#ctx0" brushRef="#br0" timeOffset="11100.783">382 2915 2761,'0'0'2990,"0"0"2883,0 0-3459,0 0-1681,0 0-181,0 0 44,13 12 237,93 109 1144,-17 61 146,-72-137-1949,2-1 1,2 0-1,2-2 1,2 0-1,2-2 1,1-1-1,2-1 1,2-1-1,1-2 1,33 27-175,-66-63 3,0 0-1,0 1 1,-1-1 0,1 1 0,0-1 0,0 1-1,0-1 1,0 0 0,0 1 0,0-1-1,0 1 1,0-1 0,0 1 0,1-1 0,-1 1-1,0-1 1,0 0 0,0 1 0,1-1 0,-1 1-1,0-1 1,0 1 0,1-1 0,-1 1-1,1 0 1,-1-1 0,0 1 0,1-1 0,-1 1-1,1 0 1,-1-1 0,1 1 0,-1 0 0,1-1-1,-1 1 1,1 0 0,-1 0 0,1 0 0,-1 0-1,1-1 1,0 1 0,-1 0 0,1 0-1,-1 0 1,1 0 0,-1 0 0,1 0 0,0 0-1,-1 1 1,1-1 0,-1 0 0,1 0 0,-1 0-1,1 0 1,-1 1 0,1-1 0,-1 0-1,1 1 1,-1-1 0,1 0 0,-1 1 0,1-1-1,-1 1 1,0-1 0,1 0 0,-1 1 0,0-1-1,1 1 1,-1-1 0,1 1-3,-12-52 104,9 44-103,-26-94 30,5-2 1,4-1-1,4-1 0,2-71-31,20-23-402,-6 198 305,0 0 1,0 0-1,0 0 1,0 0-1,0 0 1,0 0 0,0 0-1,0 0 1,0 1-1,1-1 1,-1 0 0,0 1-1,1-1 1,-1 1-1,0 0 1,1-1 0,-1 1-1,0 0 1,1 0-1,-1 0 1,1 0 0,-1 0-1,0 0 1,1 0-1,-1 0 1,0 1 0,1-1-1,-1 1 1,0-1-1,1 1 1,-1-1 0,0 1-1,0-1 1,1 1-1,-1 0 1,0 0 0,0 0-1,0 0 1,0 0-1,0 0 1,0 0 0,0 0-1,-1 0 1,1 0-1,0 1 1,0-1 0,-1 0-1,1 0 1,-1 1-1,1-1 1,-1 0 0,0 1-1,0-1 1,1 0-1,-1 1 1,0 1 96,34 88-7850,-20-50 5545</inkml:trace>
  <inkml:trace contextRef="#ctx0" brushRef="#br0" timeOffset="11505.751">1280 3349 4241,'0'0'2387,"0"0"2610,0 0-2430,0 0-1273,0 0-302,0 0 34,7 0 25,69-6 322,1-2 1,-1-4 0,0-3-1,9-7-1373,-83 22-123,-2 0-415,-132 48-12857,96-33 11348</inkml:trace>
  <inkml:trace contextRef="#ctx0" brushRef="#br0" timeOffset="11817.852">1278 3579 5777,'0'0'5075,"0"0"-2535,0 0-1338,0 0-335,0 0 377,0 0 287,8 0-136,33 0-185,-2 2-914,0-2-1,0-1 1,0-3 0,0-1-1,-1-1 1,0-3-1,16-5-295,-34-6-2746,-18-7-3829,-2 17 3822,0-11 55</inkml:trace>
  <inkml:trace contextRef="#ctx0" brushRef="#br0" timeOffset="15956.733">2314 3596 544,'0'0'7266,"0"0"-1805,0 0-3135,0 0-622,0 0 208,0 0-571,-11-6 187,343 30 396,212-43 452,-436 14-2455,-108 5-105,0 0-115,-7 0-456,-93 20-6329,71-11 1290,-7 1 504</inkml:trace>
  <inkml:trace contextRef="#ctx0" brushRef="#br0" timeOffset="14364.857">2558 2836 1240,'0'0'7726,"0"0"-4208,0 0-2244,0 0-722,0 0 100,-9 24 297,-79 192 1481,9 3-1040,70-204-2481,-22-19-8400,19-10 6999</inkml:trace>
  <inkml:trace contextRef="#ctx0" brushRef="#br0" timeOffset="14694.085">2267 2807 6001,'0'0'2063,"0"0"1007,0 0-1209,0 0-820,0 0-323,0 0 142,21 14 24,68 52-42,6 73 1321,64 70-431,-159-208-1774,1 0 0,0 0 1,0 1-1,0-1 0,0 0 0,0 0 0,0 0 0,1 0 0,-1 0 0,0-1 1,0 1-1,1 0 0,-1 0 0,1-1 0,-1 1 0,0-1 0,1 1 0,-1-1 1,1 0-1,-1 0 0,1 1 0,-1-1 0,1 0 0,-1 0 0,1-1 0,-1 1 1,1 0-1,-1 0 0,1-1 0,-1 1 0,1-1 0,-1 1 0,0-1 0,1 0 1,-1 1-1,1-1 42,32-72-8190,-24 39 4822</inkml:trace>
  <inkml:trace contextRef="#ctx0" brushRef="#br0" timeOffset="15395.691">2794 2457 3873,'0'0'2220,"0"0"1528,0 0-1409,0 0-1024,0 0-327,0 0-109,7-5-7,7-1-467,0 0 0,0 0-1,1 2 1,0-1 0,0 2 0,0 0-1,1 1 1,-1 1 0,0 0 0,8 1-405,-21-1 10,0 1 1,0-1-1,1 1 1,-1 0-1,0 0 1,0 0-1,0 0 1,0 0-1,0 0 1,0 0-1,0 1 1,0-1-1,0 1 1,0 0-1,0-1 1,0 1-1,0 0 1,-1 0-1,1 0 1,0 0-1,0 0 1,-1 1-1,1-1 1,-1 0-1,1 1 1,-1 0-1,0-1 1,1 1-1,-1 0 1,0-1-1,0 1 1,0 0-1,0 0 1,-1 0-1,1 0 1,0 0-1,-1 0 1,1 0-1,-1 0 1,0 0-1,0 0 0,0 0 1,0 0-1,0 0 1,0 0-1,-1 2-10,0 5 38,-2 1-1,1-1 0,-1 0 0,-1-1 1,1 1-1,-1-1 0,-1 1 0,0-1 0,0 0 1,-1-1-1,1 1 0,-2-1 0,1 0 1,-1-1-1,0 0 0,0 0 0,-1 0 0,0-1 1,0 0-1,0 0 0,0-1 0,-4 1-37,10-4 86,1-1-41,1 0-13,11-1 1,115-6 129,-122 11-155,0-1 1,0 1-1,0 0 1,0 0 0,0 0-1,-1 0 1,0 1-1,0 0 1,0-1 0,-1 1-1,0 0 1,0 0-1,0 0 1,0 1-1,-1-1 1,0 0 0,0 1-1,0-1 1,0 1-1,-1-1 1,0 1 0,-1-1-1,1 1 1,-1-1-1,-1 5-7,2-6 25,0 5 10,-1-1 0,0 0-1,-1 0 1,0 1 0,0-1-1,-1 0 1,0-1-1,0 1 1,-1 0 0,0-1-1,0 0 1,-1 0 0,0 0-1,0 0 1,-1-1 0,0 0-1,0 0 1,0-1-1,0 1 1,-1-1 0,0-1-1,0 1 1,-1-1 0,1-1-1,-1 1 1,0-1-1,0 0 1,0-1 0,0 0-1,0 0 1,-2-1-35,-48 10-4206,1-8-4609,56-3 6201</inkml:trace>
  <inkml:trace contextRef="#ctx0" brushRef="#br0" timeOffset="16837.573">2656 3962 4337,'0'0'5885,"0"0"-2785,0 0-1528,0 0-287,0 0 370,0 0-61,8 2-208,202 0-185,-206 1-1195,0-1 0,0 1 0,-1-1 0,1 1 0,-1 0 0,0 1 0,0-1-1,0 0 1,0 1 0,0 0 0,-1-1 0,0 1 0,0 0 0,0 0 0,0 1-1,0-1 1,-1 0 0,0 1 0,0-1 0,0 0 0,-1 1 0,1-1 0,-1 1 0,0-1-1,0 1 1,-1-1 0,1 1 0,-1-1 0,0 1 0,0-1 0,-1 1 0,1-1-1,-1 0 1,0 0 0,0 0 0,0 0 0,-1 0 0,1-1 0,-4 4-6,-85 88 1205,104-124-1041,-3 25-155,-1 0-1,1 0 0,-1 1 0,1 1 1,0 0-1,1 0 0,-1 0 1,0 2-1,0-1 0,0 1 0,1 1 1,-1 0-1,0 0 0,0 1 0,0 0 1,0 1-1,0 0 0,0 0 0,-1 1 1,0 1-1,0 0 0,0 0 1,0 0-1,-1 1 0,0 0 0,0 1 1,0 0-1,-1 0 0,0 1 0,4 6-8,-4-9 10,-1 1 0,1-1-1,-1 1 1,-1 0 0,1 0-1,-1 1 1,0 0 0,-1 0-1,0 0 1,0 0 0,0 1-1,-1-1 1,0 1 0,0 0-1,-1 0 1,0 0 0,-1 0-1,0 1 1,0-1 0,0 0-1,-1 0 1,-1 1 0,1-1 0,-1 0-1,-1 1 1,1-1 0,-1 0-1,-1 0 1,0 0 0,0-1-1,0 1 1,-1-1 0,0 0-1,0 1 1,-1-2 0,0 1-1,0-1 1,-1 1 0,0-1-1,-4 3-9,-8 2 141,0-1 0,0 0 0,-1-2 0,-1 0 0,1-1 0,-1-1 0,0-1 0,-1 0 0,1-2 0,-1 0 0,0-2 0,1 0 0,-1-1 0,-18-3-141,33 3-26,0 0 0,1-1 0,-1 0 0,1 0 0,-1 0 0,1-1 0,0 0 0,0 0 0,-1 0 0,1-1 0,0 1 0,1-1 0,-1 0 0,1-1 0,-1 1 0,1-1 0,0 0 0,0 0 0,0 0 0,1 0 0,0-1 0,0 1 0,0-1 0,0 0 0,0 0 0,1 0 0,0-1 0,0 1 0,1 0 0,-1-3 26,-1-50-3785,18-2-4350,5 16 2166</inkml:trace>
  <inkml:trace contextRef="#ctx0" brushRef="#br0" timeOffset="26363.772">233 2451 5401,'0'0'711,"0"0"-30,0 0 1049,0 0-482,0 0-655,-9 3-256,-75 61 2257,68-45-2291,1 1-1,0 1 1,2 0 0,1 1 0,0 1-1,2-1 1,0 2 0,2 0-1,0 0 1,2 0 0,0 1 0,2 0-1,-1 22-302,33 321 2972,54-11-1040,110 476-581,-91-280-1207,-88-497-158,-9-34-4,1-1 0,0 1 0,2-1 0,0 0 0,1 0 1,2-1-1,0 0 0,1-1 0,1 0 0,8 10 18,-1 1-43,-18-28 23,0 1 1,0-1-1,0 1 0,0-1 1,1 1-1,-1-1 0,1 1 1,0-1-1,0 0 0,-1 0 1,1 0-1,1 0 1,-1 0-1,0-1 0,0 1 1,1-1-1,-1 1 0,1-1 1,-1 0-1,1 0 0,-1 0 1,1 0-1,0 0 0,0-1 1,-1 1-1,2-1 20,371-65-21,195-2 366,-19-33-121,94-10-174,161-9 156,-194 30 66,-609 89-260,1 0 0,0 0-1,-1 0 1,1 0-1,0 0 1,-1-1-1,1 0 1,0 1-1,-1-2 1,1 1 0,-1 0-1,0-1 1,1 1-1,-1-1 1,0 0-1,0 0 1,0 0 0,0 0-1,0-1 1,-1 1-1,1-1 1,-1 0-1,0 0 1,1 0-1,-1 0 1,0 0 0,-1 0-1,1 0 1,-1-1-1,1 1 1,-1-1-1,0 1 1,0-1-1,-1 1 1,1-1 0,-1 0-1,1 1 1,-1-1-1,0 0 1,-1 1-1,1-1 1,-1-2-12,-27-143 39,-112-404-279,18 101 123,-84-107-68,177 367 157,21 127-31,-2-1 1,-3 2-1,-3 0 0,-11-25 59,-12-7-6,22 59-6,2-1 0,1-1 1,2 0-1,2-1 0,-4-30 12,-35-278-1252,49 346 1250,0 0 0,0 0 0,0 0 0,0 0 0,-1 0 0,1 0 0,-1 1 0,0-1 1,1 0-1,-1 0 0,0 1 0,0-1 0,0 0 0,0 1 0,0-1 0,0 1 0,-1 0 0,1-1 0,-1 1 0,1 0 1,0 0-1,-1-1 0,0 1 0,1 0 0,-1 1 0,0-1 0,1 0 0,-1 0 0,0 1 0,0-1 0,0 1 0,0 0 1,0-1-1,1 1 0,-1 0 0,0 0 0,0 0 0,0 0 0,0 1 0,0-1 0,0 0 0,1 1 0,-1-1 0,0 1 1,0 0-1,0 0 0,0 0 2,-93 35 4,90-34-9,-299 89 77,251-80-20,-294 60-9,-283 18-43,-184 38 80,483-47-88,45 47 45,234-116-44,26-6 0,-1 0-1,1 2 0,1 0 0,0 2 0,0 1 1,0 1-1,-15 11 8,-85 74 8,122-106-8245,3-7 2239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45:45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 1632,'0'0'6444,"0"0"-3558,0 0-1241,27 1-254,172 4 1768,209-51 2094,-407 46-5350,-1 0-57,-25 27-2250,13-19-1874,5-5-4807,5-3 7182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45:45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24 5673,'0'0'667,"0"0"108,0 0 1313,0 0-349,0 0-622,0 0-287,-13 0 1512,12 0 1787,341 5-623,113-33-2260,-565 65-810,93-34-1520,41-15-4995,4-1-1885,-3-2-457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45:58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5601,'0'0'1268,"0"0"2303,0 0-1414,0 0-1010,0 0-257,0 0 87,4 2 13,18 4-412,0 0 0,0-2 0,1 0-1,0-2 1,0 0 0,0-2 0,0 0 0,12-3-578,25 1 627,221-45 794,-324 50-8986,-14 0 2899,2 9 581,3 3-2871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45:58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0 197 3977,'0'0'7268,"0"0"-4121,0 0-1802,0 0-214,0 0 557,0 0 19,27-1-473,223-27 623,17-27-1999,-215 23-4481,-17-19-5884,-21 21 7842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46:34.055"/>
    </inkml:context>
    <inkml:brush xml:id="br0">
      <inkml:brushProperty name="width" value="0.05" units="cm"/>
      <inkml:brushProperty name="height" value="0.05" units="cm"/>
      <inkml:brushProperty name="color" value="#00A0D7"/>
    </inkml:brush>
    <inkml:brush xml:id="br1">
      <inkml:brushProperty name="width" value="0.05" units="cm"/>
      <inkml:brushProperty name="height" value="0.05" units="cm"/>
    </inkml:brush>
    <inkml:brush xml:id="br2">
      <inkml:brushProperty name="width" value="0.05" units="cm"/>
      <inkml:brushProperty name="height" value="0.05" units="cm"/>
      <inkml:brushProperty name="color" value="#AB008B"/>
    </inkml:brush>
    <inkml:brush xml:id="br3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8989 3462 4825,'0'0'2135,"0"0"2135,0 0-1965,0 0-1066,0 0-411,0 0-1,-3-2 100,3 2-896,1 1 0,-1-1-1,1 1 1,-1 0 0,1-1 0,-1 1 0,0 0 0,1-1 0,-1 1 0,0 0 0,0-1 0,1 1-1,-1 0 1,0 0 0,0-1 0,0 1 0,0 0 0,0 0 0,0-1 0,0 1 0,0 0 0,0-1 0,0 1-1,-1 0 1,1 0 0,0-1 0,0 1 0,-1 0 0,1-1 0,0 1 0,-1 0 0,1-1 0,-1 1-1,1-1 1,-1 1 0,1 0 0,-1-1 0,1 1 0,-1-1 0,1 0 0,-1 1 0,0-1 0,1 1 0,-1-1-1,0 0 1,1 0 0,-1 1 0,0-1 0,0 0 0,1 0 0,-1 0 0,0 0 0,0 0 0,1 0 0,-1 0-1,0 0 1,0 0 0,1 0 0,-1 0 0,0 0 0,1-1 0,-1 1 0,0 0 0,0 0 0,1-1-1,-1 1 1,0 0 0,1-1 0,-1 1-31,0 6 31,0 0 0,0 0 0,0 0 0,1 0 0,0 0 0,0 0 0,1 0 0,0 0 0,0 0 0,0 0 0,1 0 0,-1 0 0,2-1 0,-1 1 0,0 0 0,1-1 0,0 0-1,1 0 1,-1 0 0,1 0 0,0 0 0,0-1 0,0 1 0,1-1 0,-1 0 0,1-1 0,0 1 0,0-1 0,0 0 0,1 0 0,-1 0 0,1-1 0,0 0 0,-1 0 0,1 0 0,0-1 0,6 1-31,-7-1 20,1 1 0,0-1 0,0 0 1,0-1-1,-1 1 0,1-1 0,0 0 0,0-1 1,0 0-1,0 1 0,0-2 0,-1 1 0,1-1 1,0 0-1,-1 0 0,0 0 0,1-1 0,-1 0 1,0 0-1,0 0 0,0-1 0,-1 1 0,1-1 1,-1 0-1,0-1 0,0 1 0,-1-1 1,1 1-1,-1-1 0,0 0 0,0-1 0,0 1 1,0-4-21,11-147 59,-14 152-67,-1-1-1,0 1 1,0-1-1,-1 1 1,1 0-1,-1-1 0,0 1 1,0 0-1,0 0 1,-1 0-1,1 1 1,-1-1-1,0 0 1,0 1-1,-1 0 1,1 0-1,-1 0 1,1 0-1,-1 0 1,0 1-1,0-1 0,0 1 1,0 0-1,0 1 1,-1-1-1,1 1 1,-1-1-1,1 1 1,-1 1-1,1-1 1,-1 1-1,0-1 9,-3 2-23,-1 0 0,0 0 0,1 1 0,-1-1-1,1 2 1,0-1 0,0 1 0,0 1 0,0 0 0,0 0-1,1 0 1,0 1 0,-1 0 0,2 0 0,-1 1-1,1 0 1,0 0 0,0 0 0,0 1 0,1 0 0,0 0-1,0 0 1,1 1 0,0 0 0,1-1 0,-1 2 0,2-1-1,-1 0 1,1 0 0,0 1 0,1-1 0,-1 1 0,2 0-1,-1-1 1,2 8 23,0-13-339,1 0 0,-1-1-1,1 1 1,0 0 0,0-1 0,0 1-1,0-1 1,0 0 0,1 0 0,-1 0-1,1 0 1,-1 0 0,1 0-1,0-1 1,0 1 0,0-1 0,0 0-1,0 0 1,0 0 0,0 0-1,0 0 1,0-1 0,0 1 0,0-1-1,0 0 1,1 0 0,-1 0 0,0 0-1,0-1 1,0 1 0,0-1-1,0 0 1,0 0 0,0 0 0,0 0-1,0-1 1,0 1 0,0-1-1,0 1 1,-1-1 0,1 0 0,-1 0-1,0 0 1,1-1 0,-1 1 0,0-1-1,1-1 340,17-18-4130</inkml:trace>
  <inkml:trace contextRef="#ctx0" brushRef="#br0" timeOffset="327.497">9035 2922 6929,'0'0'1217,"0"0"2396,0 0-1669,0 0-989,0 0-218,0 0 118,4 2 139,101 135 2897,-83-100-3412,224 425 1551,-244-455-3017,-18-3-11675,8-6 9991,-7-7 652</inkml:trace>
  <inkml:trace contextRef="#ctx0" brushRef="#br0" timeOffset="733.808">9438 3215 7242,'0'0'1791,"0"0"1837,0 0-1719,0 0-884,0 0 64,0 0 80,6-3-182,-3 1-934,0 1 1,-1 0-1,1 0 1,0 0-1,0 1 0,0-1 1,0 1-1,0 0 1,0-1-1,0 1 0,0 1 1,0-1-1,0 0 0,0 1 1,0-1-1,0 1 1,0 0-1,0 0 0,0 0 1,0 1-1,-1-1 1,1 1-1,0-1 0,-1 1 1,0 0-1,1 0 1,-1 0-1,0 0 0,0 0-53,141 136 856,-126-116-717,1-1 1,1-1-1,1-1 0,1 0 0,1-2 1,0 0-1,2-1 0,-1-2 1,2 0-1,23 9-139,40-14-1028,-86-11 666,0 1 0,0-1 0,0 0 0,-1 0 0,1 0-1,-1 0 1,1 0 0,-1 0 0,0 0 0,0-1 0,0 1 0,0 0 0,0-1 0,0 1 0,-1-1 0,1 1 0,-1-1 0,0 1 0,1-1 0,-1 1 0,0-1 0,-1 0 0,1 1 0,0-1 0,-1 1 0,0-1 0,1 1 362,-1-6-1130,1-25-2146,0 0 89</inkml:trace>
  <inkml:trace contextRef="#ctx0" brushRef="#br0" timeOffset="1014.379">9869 3072 5049,'0'0'1888,"0"0"1927,0 0-1860,0 0-946,0 0-122,-11 21 221,-159 342 4795,129-217-5346,31-125-1685,4-18-2320,-3-2-3689,4-1 3384</inkml:trace>
  <inkml:trace contextRef="#ctx0" brushRef="#br1" timeOffset="-38046.199">6130 1031 1200,'0'0'4423,"0"0"936,0 0-3186,0 0-1465,0 0-225,0 0 290,0-14 837,0 49-1119,-2-25-361,0-1 1,1 0-1,0 1 1,1-1-1,0 1 1,0-1-1,1 1 0,0-1 1,1 0-1,0 1 1,0-1-1,1 0 1,0 0-1,1-1 1,0 1-1,1-1 0,-1 1 1,1-1-1,1-1 1,0 1-1,0-1 1,0 0-1,1 0 0,0-1 1,0 0-1,1 0 1,0 0-131,0-2 17,0-1 0,0 1 0,0-2 0,0 1 1,0-1-1,1 0 0,-1-1 0,0 0 0,1-1 0,-1 1 0,1-1 1,-1-1-1,1 0 0,-1 0 0,1-1 0,-1 0 0,0 0 0,0-1 1,0 0-1,0 0 0,0-1 0,-1 0 0,0 0 0,1-1 1,-2 0-1,1 0 0,0-1 0,-1 0 0,0 0 0,-1 0 0,1-1 1,-1 0-1,-1 0 0,1 0 0,-1-1 0,0 1 0,-1-1 1,0 0-1,0 0 0,0 0 0,-1 0 0,-1-1 0,2-5-17,0 5-4,-1 0-1,1 0 1,-1 0-1,-1 0 1,0-1-1,0 1 0,-1 0 1,0-1-1,0 1 1,-1 0-1,-1-1 1,1 1-1,-2 0 1,1 0-1,-1 0 1,0 0-1,-1 1 1,0-1-1,0 1 0,-1 0 1,0 0-1,-1 1 1,0-1-1,0 1 1,0 0-1,-1 1 1,0-1-1,0 2 1,-1-1-1,1 1 0,-1 0 1,0 0-1,-1 1 1,1 0-1,-1 1 1,0-1-1,-3 1 5,4 1-6,-1 0-1,1 0 0,-1 1 0,0 0 1,1 1-1,-1 0 0,0 0 1,1 1-1,-1 0 0,0 0 1,1 1-1,-1 0 0,1 1 0,0 0 1,0 0-1,0 0 0,0 1 1,0 1-1,1-1 0,0 1 1,0 1-1,0-1 0,1 1 0,-1 0 1,1 0-1,1 1 0,-1 0 1,1 0-1,1 0 0,-1 1 0,1 0 1,0-1-1,1 2 0,0-1 1,0 0-1,1 0 0,0 1 1,0 0-1,1-1 0,0 1 0,1 7 7,2-11-411,0 0-1,0 0 1,1 0-1,-1 0 0,1 0 1,1-1-1,-1 0 1,0 1-1,1-1 0,0 0 1,0-1-1,0 1 0,1-1 1,-1 0-1,1 0 1,0 0-1,0 0 0,0-1 1,0 0-1,0 0 1,0 0-1,1-1 0,-1 0 1,0 0-1,1 0 0,-1-1 1,1 0-1,0 0 1,-1 0-1,1 0 0,-1-1 1,0 0-1,1 0 0,1-1 413,21 2-1650</inkml:trace>
  <inkml:trace contextRef="#ctx0" brushRef="#br1" timeOffset="-37640.879">6114 283 6673,'0'0'846,"0"0"1833,0 0-1121,0 0-393,0 0-268,0 0-165,9-5 116,-7 3-787,0 1-1,1 0 1,-1-1 0,1 1 0,-1 0-1,1 0 1,0 1 0,-1-1 0,1 0-1,0 1 1,-1 0 0,1-1 0,0 1-1,0 0 1,-1 1 0,1-1 0,0 0-1,0 1 1,-1-1 0,1 1 0,-1 0-1,1 0 1,0 0 0,-1 0-1,0 1 1,1-1 0,-1 0 0,0 1-1,1 0 1,-1 0 0,0-1 0,-1 1-1,1 1 1,0-1 0,0 0 0,-1 0-1,1 0 1,-1 1 0,0-1 0,0 1-1,0-1 1,0 1 0,0 0 0,0 0-61,26 49 1161,-2 0 1,-2 2 0,-3 0-1,-2 2 1,2 16-1162,50 142 1408,-60-186-1361,2 0 1,1-1-1,1-1 1,1 0-1,2-1 1,0-1-1,2 0 1,0-1-1,2-2 0,14 13-46,-30-38-9129,-17-23 2447,-1 6 3810</inkml:trace>
  <inkml:trace contextRef="#ctx0" brushRef="#br1" timeOffset="-36689.012">6768 790 4049,'0'0'1960,"0"0"681,0 0-846,0 0-588,0 0-86,0 0-44,5-15-136,20-46-182,-24 59-692,1-1 0,0 1 1,-1 0-1,1 0 0,0 0 0,0 0 1,1 1-1,-1-1 0,0 1 0,1-1 0,-1 1 1,1 0-1,-1-1 0,1 2 0,-1-1 1,1 0-1,0 0 0,0 1 0,-1-1 0,1 1 1,0 0-1,0 0 0,-1 0 0,1 0 1,0 1-1,0-1 0,-1 1 0,1-1 0,0 1 1,-1 0-1,1 0 0,0 0 0,-1 0 0,0 1 1,1-1-1,-1 1 0,0 0 0,0-1 1,1 1-1,-1 0 0,-1 0 0,2 1-67,119 233 2568,-56-86-2138,-61-145-421,-1 1 1,1-1-1,0 0 0,1 0 0,-1 0 0,1-1 0,0 0 0,0 0 1,0 0-1,1-1 0,-1 0 0,1 0 0,0-1 0,0 0 0,-1 0 1,2 0-1,-1-1 0,0 0 0,0 0 0,0-1 0,0 0 0,1-1 1,-1 1-1,0-1 0,0 0 0,0-1 0,0 0 0,0 0 0,0-1 1,-1 1-1,1-1 0,-1-1 0,1 1 0,-1-1 0,0 0 0,-1-1 1,1 1-1,-1-1 0,0 0 0,0-1 0,0 1 0,-1-1 0,0 0 1,0 0-1,0 0 0,-1-1 0,0 1 0,0-1 0,0-2-9,3-6-5,0-1 0,0 0 0,-2 0-1,0 0 1,-1-1 0,-1 1 0,0-1-1,-1 1 1,-1-1 0,-1 0 0,0 0 0,-1 1-1,-1-1 1,0 1 0,-1 0 0,-1 0-1,-1 0 1,0 1 0,-1-1 0,0 1-1,-2 1 1,1 0 0,-2 0 0,0 0 0,0 2-1,-8-7 6,-5-12 48,53 92-9,26 46 53,-41-72 34,2-1 0,2-1 0,1 0 0,1-2 0,2 0 0,1-2 0,2 0-126,-14-20 114,0 0 0,1-1 0,0 0 1,0-1-1,1-1 0,0 0 0,0-1 1,0 0-1,1-1 0,-1-1 0,1 0 0,0-1 1,0-1-1,0 0 0,0-1 0,0 0 1,0-2-1,12-2-114,-22 2-23,-1 0-1,0 0 1,0-1 0,0 0 0,0 0-1,-1 0 1,1 0 0,-1-1-1,0 1 1,0-1 0,0 0 0,0 0-1,-1 0 1,0 0 0,0 0-1,0 0 1,0-1 0,0 1 0,-1-1-1,0 0 1,0 1 0,0-1-1,-1 0 1,1-1 23,-32-8-10907,9 13 5055</inkml:trace>
  <inkml:trace contextRef="#ctx0" brushRef="#br2" timeOffset="-18990.078">3130 4544 6761,'0'0'1157,"0"0"1361,0 0-671,0 0-559,0 0-293,0 0 286,-6 4 224,-18 10-110,19-11-543,16-3 111,180-2 1203,-189 3-2168,0-1 1,0 1 0,1-1 0,-1 1-1,0 0 1,0 0 0,0 0 0,0 0 0,0 0-1,0 1 1,-1-1 0,1 0 0,0 1 0,0 0-1,-1-1 1,1 1 0,-1 0 0,0 0 0,1-1-1,-1 1 1,0 0 0,0 0 0,0 1 0,-1-1-1,1 0 1,0 0 0,-1 0 0,1 1 0,-1-1-1,0 0 1,0 0 0,0 1 0,0-1 0,0 0-1,0 0 1,-1 1 0,1-1 0,-1 0 0,0 1 1,-25 92-13,18-82 46,-1 0 1,0 0 0,-1-1 0,0-1 0,-1 1 0,0-2 0,-1 1-1,0-2 1,-1 1 0,-8 3-34,20-13 28,1 0 66,0 0-57,2-3-36,-1 0 0,0 0 1,1 0-1,-1 0 0,1 0 0,0 0 1,0 0-1,0 1 0,1-1 0,-1 1 1,1-1-1,-1 1 0,1 0 0,0 0 1,-1 0-1,1 0 0,0 1 0,0-1 1,1 1-1,-1 0 0,0 0 0,0 0 1,1 0-1,-1 0 0,0 1 0,1 0 0,-1-1 1,1 1-1,-1 1 0,0-1 0,1 0 1,-1 1-1,1-1 0,-1 1 0,0 0 1,0 0-1,1 1 0,-1-1 0,0 1 1,0-1-1,0 1 0,-1 0 0,1 0 1,0 0-2,12 12-8,-2 1 0,0 0 1,0 0-1,-1 1 0,-1 1 1,-1 0-1,0 0 1,-2 1-1,0 0 0,0 1 1,-2 0-1,0 0 0,-2 0 1,0 0-1,-1 1 1,0 0-1,-2 0 0,-1 6 8,-1-22 9,0 1-1,0-1 0,-1 0 1,1 1-1,-1-1 0,-1 0 1,1 0-1,0 0 0,-1 0 1,0-1-1,0 1 0,0-1 1,0 1-1,0-1 0,-1 0 1,0 0-1,1-1 0,-1 1 1,0-1-1,0 0 1,-1 0-1,1 0 0,0 0 1,-1-1-1,1 0 0,-1 0 1,0 0-9,-127 16 1065,30-18 533,74-54-3188,23 32-8544,0 12 2264</inkml:trace>
  <inkml:trace contextRef="#ctx0" brushRef="#br1" timeOffset="-267681.419">3553 62 5353,'0'0'914,"0"0"-528,0 0-231,0 0-106,0 0 302,0 0 916,-2 13 4969,2-13-6092,-2-4-169,2-7-2794</inkml:trace>
  <inkml:trace contextRef="#ctx0" brushRef="#br1" timeOffset="-44884.802">1 1050 4353,'0'0'1048,"0"0"2698,0 0-1633,0 0-953,0 0-536,0 0-361,20-10-122,61-23-77,-79 32-52,0 1-1,-1 0 0,1 0 1,0 1-1,0-1 0,-1 0 1,1 1-1,0-1 0,-1 0 1,1 1-1,0 0 0,-1-1 1,1 1-1,-1 0 0,1 0 1,-1 0-1,1 0 0,-1 0 1,0 0-1,1 1 0,-1-1 1,0 0-1,0 1 0,0-1 1,0 1-1,0-1 0,0 1 1,-1-1-1,1 1 0,0 0 1,-1-1-1,1 1 0,-1 0 1,0-1-1,1 1 1,-1 0-1,0 0 0,0 0-11,3 8 91,93 376 2864,-94-381-2917,-1-1 1,1 1-1,1 0 1,-1 0-1,0-1 1,1 1-1,0-1 1,0 0-1,1 0 1,-1 0-1,1 0 1,0-1-1,0 1 1,0-1-1,0 0 1,0 0-1,1-1 1,0 1-1,-1-1 1,1 0-1,0 0 1,0-1-1,0 1 0,0-1 1,0 0-1,0 0 1,1-1-1,-1 0 1,0 0-1,0 0 1,1 0-1,-1-1 1,0 0-1,0 0-38,1-4 79,0 1 1,-1-2-1,1 1 0,-1 0 0,0-1 0,-1 0 1,0 0-1,0-1 0,0 1 0,0-1 1,-1 0-1,-1 0 0,1 0 0,-1 0 0,0 0 1,1-8-80,1 1 89,8-30 16,-3-1 0,-1 0 0,-3-1 0,-1 1 0,-3-1 0,-2-14-105,0 48 10,-1 0-1,0 0 1,-1-1-1,0 1 0,-1 1 1,-1-1-1,1 1 1,-2-1-1,0 1 0,0 1 1,-1-1-1,0 1 1,-1 0-1,0 1 1,0 0-1,-1 0 0,-6-4-9,15 23-46,65 197 672,-36-114-141,-15-41-228,2 0 1,2-1-1,3-2 0,1 0 1,3-1-1,8 9-257,38 5 752,-82-81-1063,-2 0-380,-12-19-3196,15-9-6467,10 26 7137</inkml:trace>
  <inkml:trace contextRef="#ctx0" brushRef="#br1" timeOffset="-42657.708">2704 1068 5113,'0'0'1075,"0"0"-370,0 0 848,0 0 470,0 0-353,0 0-373,-9 5 854,10-3 4160,101-2-5086,26 2 96,1-6 1,105-17-1322,-216 18-758,-29 2-3163,1-4-6616,7-1 4244</inkml:trace>
  <inkml:trace contextRef="#ctx0" brushRef="#br1" timeOffset="-270208.07">1463 691 6881,'0'0'215,"0"0"781,0 0 577,0 0-598,0 0-434,0 0-18,-5 5 5297,-7-40-5032,12-6-3349,1 25 720,1-23-5396</inkml:trace>
  <inkml:trace contextRef="#ctx0" brushRef="#br1" timeOffset="-44255.947">1153 1232 13203,'0'0'2258,"0"0"-1263,0 0-558,0 0 340,0 0 504,0 0-342,-5 15-502,-17 48-189,21-62-236,1 1 0,-1-1 0,0 1 0,1-1 0,0 1 1,-1 0-1,1-1 0,0 1 0,0 0 0,0-1 0,0 1 0,0 0 0,0-1 0,0 1 0,0 0 0,1-1 0,-1 1 0,1 0 1,-1-1-1,1 1 0,0-1 0,0 1 0,-1-1 0,1 1 0,0-1 0,0 0 0,1 0 0,-1 1 0,0-1 0,0 0 0,0 0 0,1 0 1,-1 0-1,1 0 0,-1 0 0,1-1 0,-1 1 0,1 0 0,-1-1 0,1 1 0,0-1 0,-1 1 0,1-1 0,0 0 0,-1 0 1,1 0-1,0 0 0,-1 0 0,1 0 0,0 0 0,-1-1 0,1 1 0,0-1 0,0 1-12,5-63 1172,-7 60-1152,0 0-1,0 0 1,0 0-1,-1 0 0,1 0 1,-1 0-1,1 0 1,-1 0-1,0 1 1,-1-1-1,1 0 0,0 0 1,-1 1-1,1-1 1,-1 1-1,0-1 0,0 1 1,0 0-1,0 0 1,0 0-1,-1 0 0,1 0 1,0 0-1,-1 0 1,0 1-1,1-1 0,-1 1 1,0 0-1,0 0 1,1 0-1,-1 0 0,0 1 1,0-1-1,0 1 1,0-1-1,0 1 0,0 0 1,0 0-1,0 1 1,0-1-1,0 1 0,0-1 1,0 1-1,0 0 1,0 0-1,0 0 1,1 0-1,-1 1 0,0-1 1,1 1-1,-1 0 1,1-1-1,-1 1 0,1 0 1,0 0-1,0 1 1,0-1-1,0 0-19,0 1 2,0 0 0,0-1 0,0 1-1,0 0 1,0 0 0,1 0 0,-1 0 0,1 0 0,0 0 0,0 0 0,0 0-1,1 1 1,-1-1 0,1 0 0,-1 1 0,1-1 0,0 0 0,0 1-1,1-1 1,-1 0 0,1 0 0,-1 1 0,1-1 0,0 0 0,0 0-1,1 0 1,-1 0 0,1 0 0,-1 0 0,1 0 0,0 0 0,0-1-1,0 1 1,1-1 0,-1 1 0,0-1 0,1 0 0,0 0 0,-1 0-1,1 0 1,0 0 0,0-1 0,0 1 0,0-1 0,0 0 0,1 0 0,-1 0-1,3 0-1,-3 1 10,0-1 0,0 0-1,1 1 1,-1-1 0,0 0 0,1-1-1,-1 1 1,1-1 0,-1 1-1,1-1 1,0 0 0,-1 0-1,1-1 1,-1 1 0,1-1-1,-1 0 1,1 0 0,-1 0 0,0 0-1,1 0 1,-1-1 0,0 1-1,0-1 1,0 0 0,0 0-1,0 0 1,-1-1 0,1 1-1,0 0 1,-1-1 0,0 0 0,0 0-1,0 0 1,0 0 0,0 0-1,0 0 1,-1 0 0,0 0-1,1-1 1,-1 1 0,0-2-10,-1 0-36,-1 0 0,0 0 0,0 0 0,0 0 0,-1 0 0,1 0 0,-1 0 0,0 1 0,-1-1 0,1 1 0,-1-1 0,0 1 0,0 0 0,0 0 0,-1 0 0,1 1 0,-1-1 0,0 1 0,0 0 0,0 0 0,0 0 0,-1 0 0,1 1 0,-1 0 1,0 0-1,1 0 0,-1 0 0,0 1 0,0 0 0,0 0 0,0 0 0,0 0 0,0 1 0,-1 0 0,1 0 0,0 1 0,-2 0 36,-62 43-10336,63-29 2952</inkml:trace>
  <inkml:trace contextRef="#ctx0" brushRef="#br1" timeOffset="-43564.807">1540 721 6281,'0'0'5317,"0"0"-2964,0 0-1290,0 0-218,0 0 521,0 0 301,13 18-296,201 315 1966,-199-309-3288,1-1 0,1-1 0,1 0 0,1-2 0,0 0 0,2-1 0,0 0 0,1-2 0,1-1 0,0-1-1,19 9-48,-51-98 219,-7 4-214,3-2-1,3 1 1,4-1-1,2-1 1,4 1-1,5-33-4,-2-43 132,-3 143-99,0 1-432,7 27-1486,33 30-8936,-18-31 3258</inkml:trace>
  <inkml:trace contextRef="#ctx0" brushRef="#br1" timeOffset="-41485.955">4284 0 5753,'0'0'2885,"0"0"-711,0 0-613,0 0-539,0 0-163,-21 11 26,-66 38-35,80-44-748,2 0-1,-1 0 1,1 0 0,-1 1 0,2-1 0,-1 1 0,0 1 0,1-1-1,1 0 1,-1 1 0,1 0 0,0 0 0,0 0 0,1 0-1,0 0 1,0 1 0,1-1 0,-1 8-102,0-7 155,1 27 153,0 0-1,3-1 1,1 1-1,1-1 0,2 0 1,1 0-1,2 0 1,1-1-1,2-1 1,1 0-1,2 0 1,1-1-1,1-1 0,1-1 1,23 27-308,17 43 775,-34-57-516,29 47-6,-5 2 1,-3 2 0,-5 2-1,10 41-253,-43-114 99,-2 0-1,0 1 0,-1-1 1,-1 1-1,-1 0 1,-1 0-1,-1 1 0,-2-1 1,0 0-1,-1 0 1,-1-1-1,-1 1 0,-1-1 1,-1 0-1,-1 0 1,-1-1-1,-1 0 0,-1-1 1,-1 0-1,0 0 1,-2-1-1,0-1 0,-1-1 1,0 0-1,-2 0 1,0-2-1,-1 0 0,0-1 1,-1-1-1,-1-1 1,0 0-1,-2-1-98,-5-2 50,-1-1-1,0-1 1,0-1 0,0-2 0,-1-1-1,1-1 1,-1-1 0,0-2 0,0-1-1,-10-2-49,-78-55-4067,115 57 3857,-1 0-1,1-1 1,0 1 0,0-1-1,0 1 1,0-1-1,0 0 1,0 0 0,1 0-1,0 0 1,-1 0 0,1 0-1,0 0 1,1-1-1,-1 1 1,0 0 0,1-1-1,0 1 1,0 0-1,0-1 1,0 1 0,0 0-1,1-1 1,0 1-1,-1 0 1,1 0 0,0 0-1,1-1 1,-1 1 0,0 0-1,1 0 1,0 1-1,0-1 1,0 0 0,0 0-1,2-1 211,27-26-7820,4 2-418</inkml:trace>
  <inkml:trace contextRef="#ctx0" brushRef="#br1" timeOffset="-39107.445">4810 782 5353,'0'0'3846,"0"0"-1716,0 0-923,0 0-468,0 0 33,0 0 36,0 4-25,4 9-296,0-1 0,1 1 0,0-1 0,1 0 0,0 0 0,1-1 0,0 1-1,1-1 1,0-1 0,1 0 0,9 9-487,17 24 767,57 98 872,-66-97-1350,1-2-1,3 0 1,1-2 0,2-1 0,18 14-289,-52-54 8,1 0-1,-1 1 1,1-1 0,-1 0-1,1 0 1,0 0-1,-1 0 1,1 0 0,0 0-1,0 0 1,0 1 0,0-1-1,0 0 1,0 0-1,0 0 1,0 0 0,0 0-1,0 0 1,1 0 0,-1 0-1,0 0 1,1 1-1,-1-1 1,0 0 0,1 0-1,-1 0 1,1 0 0,-1 1-1,1-1 1,0 0 0,-1 1-1,1-1 1,0 0-1,-1 1 1,1-1 0,0 1-1,0-1 1,0 1 0,-1-1-1,1 1 1,0 0-1,0-1 1,0 1 0,0 0-1,0 0 1,0 0 0,0 0-1,-1 0 1,1 0 0,0 0-1,0 0 1,0 0-1,0 0 1,0 0 0,0 0-1,0 1 1,0-1 0,0 0-1,-1 1 1,1-1-8,-2-22-57,-1-27 127,0 37-95,1 1 0,1-1 1,-1 1-1,2-1 0,0 1 1,0-1-1,1 1 0,0 0 1,1 0-1,1 0 0,-1 0 1,5-7 24,36-53-19,-25 45 34,-1 0 0,-2-1 0,0-1 0,-2 0-1,-1-1 1,-1 0 0,-2-1 0,-1-1 0,-1 1 0,-2-2 0,-1 1 0,0-11-15,-5 16 81,0 26-62,0 0-46,0 0 12,0 0 6,0 0-27,0 0-64,0 0 60,21 22-2770,31-13-9794,-25-7 6111</inkml:trace>
  <inkml:trace contextRef="#ctx0" brushRef="#br1" timeOffset="-34439.036">452 2457 6025,'0'0'656,"0"0"1159,0 0 758,0 0-599,0 0-761,0 0-302,0-4 197,0-11-5,0 11-82,0 4-189,0 0-273,0 0-78,0 0-93,0 15 290,4 59 304,3-2 0,2 1 0,4-1 0,10 25-982,52 100 503,-71-190-449,-19-6-6265,-74-46-5485,58 30 10094</inkml:trace>
  <inkml:trace contextRef="#ctx0" brushRef="#br1" timeOffset="-33894.222">161 2884 3241,'0'0'3060,"0"0"1353,0 0-1871,0 0-1128,0 0-249,0 0-14,10-3 294,-1 1-1276,0 0 1,0 0-1,1 1 1,-1 0 0,0 0-1,0 1 1,1 0-1,-1 1 1,0 0 0,0 1-1,1-1 1,-1 2-1,0-1 1,-1 1 0,1 1-1,0 0 1,3 2-170,127 111 1256,-118-95-1173,2-1 1,0-1-1,1-1 0,0-2 0,2 0 1,0-1-1,3-1-83,-27-13 11,0-1-1,0 1 1,1-1 0,-1 0-1,0 0 1,1 0 0,-1 0-1,0 0 1,1-1 0,-1 1-1,1-1 1,-1 1 0,1-1-1,-1 0 1,1 0 0,-1 0-1,1 0 1,-1-1 0,1 1-1,-1-1 1,1 1 0,-1-1-1,1 0 1,-1 0 0,0 0-1,0 0 1,1 0 0,-1-1-1,0 1 1,0-1 0,0 1-1,0-1 1,-1 0 0,1 0-1,0 0 1,-1 0 0,1 0-1,-1 0 1,0 0 0,0 0-1,0-1 1,0 1 0,0 0-1,0-1 1,0 1 0,-1-1-1,1 1 1,-1-3-11,21-57 126,46-84-25,-59 139-676,-8 15-3300,-1 6-2610,1-5-783</inkml:trace>
  <inkml:trace contextRef="#ctx0" brushRef="#br0" timeOffset="-30273.423">201 3998 6257,'0'0'1529,"0"0"973,0 0-778,0 0-628,0 0 62,13-23-115,41-76 108,-45 80-817,-1 1 0,0-1 1,-2-1-1,0 1 1,-1-1-1,-1 0 0,-1 0 1,-1-1-1,0 1 0,-2 0 1,-1-16-335,1 23 100,-3-6-22,-1 0 0,-1 1 0,-1 0 0,0 0 1,-1 0-1,-1 1 0,-1 0 0,0 0 0,-1 1 1,-1 0-1,0 1 0,-1 0 0,-1 1 0,0 1 1,-4-2-79,-6-13 171,16 77-56,22 14 182,4 0 0,2-1 0,3 0 0,16 26-297,-25-56 265,-5-4-110,1-1-1,1 0 0,2-1 1,0 0-1,2-1 0,1-1 1,0 0-1,2-2 0,1 0 0,1-1 1,0-1-1,2-1 0,0-1 1,22 13-155,-65-25-3316,4-8-1163,9-1-4391,7-5 7282</inkml:trace>
  <inkml:trace contextRef="#ctx0" brushRef="#br0" timeOffset="-29712.814">655 3874 5145,'0'0'4054,"0"0"-32,0 0-2124,0 0-1039,0 0-272,0 0 64,2 16 282,0 8-723,1-1-1,1 0 1,1 0-1,1-1 1,2 1-1,0-1 1,1-1-1,1 0 1,1 0-1,1-1 1,8 11-210,-22-80 318,-3 37-321,0 1-1,1-1 0,0 0 1,1 0-1,0-1 1,1 1-1,0-1 0,1 1 1,1-1-1,0 1 0,0-1 1,1 1-1,1-1 0,0 1 1,1 0-1,0-1 0,1 1 1,0 1-1,1-1 0,0 1 1,1 0-1,0 0 0,5-6 4,-9 15 15,0 1 0,0-1 0,0 0 0,1 0 0,-1 1-1,0 0 1,1-1 0,-1 1 0,1 0 0,-1 0-1,1 0 1,0 1 0,-1-1 0,1 1 0,0-1 0,-1 1-1,1 0 1,0 0 0,0 0 0,-1 0 0,1 0 0,0 1-1,0 0 1,-1-1 0,1 1 0,0 0 0,-1 0-1,1 0 1,-1 0 0,0 1 0,1-1 0,-1 1 0,0 0-1,0-1 1,0 1 0,0 0 0,0 0 0,0 0-1,0 0 1,-1 1 0,2 1-15,52 114 769,-44-87-435,-1-5-97,43 65 163,-24-90-1716,2-59-11062,-28 47 10962,2-6 51</inkml:trace>
  <inkml:trace contextRef="#ctx0" brushRef="#br0" timeOffset="-29271.724">1074 3709 5049,'0'0'5513,"0"0"-3142,0 0-1249,0 0-406,0 0 127,0 0 359,14-6 14,48-18-279,-58 24-892,-1 0 0,1 0 0,-1 1 0,1-1 0,-1 1 0,1 0-1,-1 0 1,0 0 0,1 0 0,-1 0 0,0 1 0,0-1 0,0 1-1,0 0 1,0 0 0,0 0 0,0 1 0,-1-1 0,1 1 0,-1-1-1,0 1 1,1 0 0,-1 0 0,-1 0 0,1 0 0,0 0 0,-1 0-1,2 3-44,1 1 142,53 105 1025,-54-98-1102,2-1-1,-1 0 0,2 0 0,0-1 1,0 1-1,1-1 0,1 0 0,0-1 1,0 0-1,1 0 0,1-1 0,-1 0 0,2-1 1,-1 0-1,1 0 0,1-1 0,0-1 1,0 0-1,0 0 0,1-1 0,0-1 1,10 3-65,125-2-116,-102-38-2235,-38-52-10868,-14 67 12342</inkml:trace>
  <inkml:trace contextRef="#ctx0" brushRef="#br0" timeOffset="-28850.127">1547 3611 5873,'0'0'3698,"0"0"-1645,0 0-960,0 0-508,0 0 187,0 0 107,-2 12-38,-135 444 5272,120-362-5663,17-93-517,0-1-184,0 0-659,0-5-6783,0-6 5050,0 10 1447,4-9-1800</inkml:trace>
  <inkml:trace contextRef="#ctx0" brushRef="#br1" timeOffset="-25366.972">1975 3866 5705,'0'0'4329,"0"0"-2008,0 0-1037,0 0-429,0 0 50,0 0 80,0-5-237,-7-19 1008,-5 80-746,12-54-999,0 0 1,-1 0 0,1 0 0,0 0-1,0 0 1,0 0 0,1 0 0,-1 0 0,0 0-1,1 0 1,0 0 0,-1 0 0,1 0-1,0 0 1,0 0 0,0 0 0,0-1-1,0 1 1,0 0 0,1-1 0,-1 1 0,0-1-1,1 1 1,-1-1 0,1 0 0,0 1-1,-1-1 1,1 0 0,0 0 0,0 0-1,0-1 1,0 1 0,0 0 0,0-1 0,0 1-1,0-1 1,0 0 0,0 1 0,0-1-1,1 0-11,-2 0 114,-1-33 278,0 31-387,0 1 1,0 0-1,0 0 0,0 0 1,0-1-1,0 1 0,-1 0 1,1 0-1,0 0 1,-1-1-1,1 1 0,-1 0 1,1 0-1,-1 0 0,0 0 1,1 0-1,-1 0 1,0 0-1,0 0 0,1 0 1,-1 0-1,0 1 0,0-1 1,0 0-1,0 1 1,0-1-1,-1 0 0,1 1 1,0-1-1,0 1 0,0 0 1,0-1-1,0 1 1,-1 0-1,1 0 0,0 0 1,0 0-1,-1 0 0,1 0 1,0 0-1,0 0 1,0 0-1,-1 0 0,1 1 1,0-1-1,0 1 1,0-1-1,0 1 0,0-1 1,-1 1-1,1-1 0,0 1 1,0 0-1,1 0 1,-1 0-1,0-1 0,0 1 1,0 0-1,0 0 0,1 0 1,-1 0-1,0 0 1,1 1-6,-14 76 114,16-76-106,0-1-1,0 0 0,0 0 1,0 0-1,0 0 0,0 0 1,0 0-1,1-1 0,-1 1 1,0-1-1,0 0 1,1 1-1,-1-1 0,0 0 1,1-1-1,-1 1 0,0 0 1,1 0-1,-1-1 0,0 0 1,0 1-1,1-1 0,-1 0 1,0 0-1,0 0 1,0 0-1,0-1 0,0 1 1,0 0-1,-1-1 0,2 0-7,-1 0-2,-1 0 1,1 0-1,-1-1 0,1 1 0,-1 0 0,0 0 1,0-1-1,0 1 0,0-1 0,-1 1 0,1-1 1,-1 1-1,1-1 0,-1 1 0,0-1 0,0 1 1,0-1-1,0 0 0,0 1 0,-1-1 0,1 1 1,-1-1-1,0 1 0,0 0 0,0-1 0,0 1 1,0-1-1,0 1 0,0 0 0,-1 0 0,1 0 1,-1 0-1,0 0 0,1 0 0,-1 0 0,0 1 1,0-1-1,0 1 0,-1-1 0,1 1 0,0 0 1,0 0-1,-1 0 0,1 0 0,-1 0 0,1 0 1,-1 1-1,1-1 0,-1 1 0,1-1 0,-1 1 1,1 0-1,-1 0 0,1 1 0,-1-1 0,0 0 1,1 1 1,-16 20-2849,26 23-6657,8-29 7369</inkml:trace>
  <inkml:trace contextRef="#ctx0" brushRef="#br1" timeOffset="-24471.686">2115 1829 5025,'0'0'1220,"0"0"1298,0 0-145,0 0-652,0 0-506,0 0-186,7 3 828,53 207 2302,-50-163-3861,2-2 1,1 0 0,3 0 0,1-2 0,2 0 0,3-1 0,4 5-299,-17-33-606,-16-18-6677,-9-11 2675,-5-2-775</inkml:trace>
  <inkml:trace contextRef="#ctx0" brushRef="#br1" timeOffset="-23954.9">1947 2193 536,'0'0'8065,"0"0"-5020,0 0-1305,0 0-380,20 20-97,145 161 2151,-152-162-3292,2 0 1,0-1-1,1 0 1,0-2-1,2 0 1,0-1-1,0 0 1,2-2-1,-1 0 1,2-1-1,0-1 1,0-1 0,1-1-1,0-1 1,15 4-123,-16-94-183,-11 56-349,1 1-1,1 0 1,2 1 0,0 0-1,1 1 1,2 0 0,2-1 532,-8 14-507,-13 11-8390,-4 3 7094</inkml:trace>
  <inkml:trace contextRef="#ctx0" brushRef="#br2" timeOffset="-21675.771">2995 3276 1512,'0'0'7855,"0"0"-4342,0 0-2066,0 0-619,-8 20 19,-119 350 3927,40-44-3605,79-304-3265,-9-30-7147,7-11 4742</inkml:trace>
  <inkml:trace contextRef="#ctx0" brushRef="#br2" timeOffset="-21298.095">2673 3363 5153,'0'0'5699,"0"0"-3550,0 0-1311,0 0 79,0 0-75,0 0-121,15 22-196,125 161 1062,162 25 1279,-262-171-2809,-36-19-3156,-28-10-6079,11-8 6534</inkml:trace>
  <inkml:trace contextRef="#ctx0" brushRef="#br2" timeOffset="-20542.311">3153 3026 3697,'0'0'2300,"0"0"-62,0 0-466,0 0-239,0 0-21,0 0-150,15-19 1401,99 13-8,-112 6-2758,0 0 0,1 1 0,-1-1 0,0 1 0,1-1 0,-1 1 0,0 0 1,0 0-1,0-1 0,0 2 0,0-1 0,0 0 0,0 0 0,0 1 0,0-1 0,0 1 0,0-1 0,-1 1 1,1 0-1,-1 0 0,1 0 0,-1 0 0,0 0 0,0 0 0,0 0 0,0 0 0,0 0 0,0 0 0,-1 1 0,1-1 1,-1 0-1,1 1 0,-1-1 0,0 0 0,0 1 0,0-1 0,0 0 0,-1 1 0,1-1 0,-1 0 0,1 1 0,-1-1 1,0 0-1,1 0 0,-1 0 0,0 1 0,-1-1 3,-86 90 308,88-92-295,40 0 198,-29 0-194,-8-1-19,0 1 0,0-1 1,0 1-1,-1-1 1,1 1-1,0 0 0,0 1 1,0-1-1,0 0 1,0 1-1,0-1 1,0 1-1,0 0 0,-1 0 1,1 0-1,0 0 1,-1 1-1,1-1 1,-1 1-1,1 0 0,-1-1 1,0 1-1,0 0 1,1 0-1,-1 1 1,-1-1-1,1 0 0,0 1 1,-1-1-1,1 1 1,-1-1-1,0 1 1,1 0-1,-1-1 0,0 2 2,5 15 53,-1 1-1,-1 1 0,0-1 1,-2 0-1,0 1 0,-1 0 0,-1-1 1,-1 1-1,-2 6-52,2-24 38,0 1-1,-1-1 0,1 0 1,-1 0-1,0 0 1,0 0-1,0 0 1,-1 0-1,1-1 1,0 1-1,-1-1 0,0 1 1,0-1-1,1 0 1,-1 0-1,0 0 1,-1 0-1,1-1 1,0 0-1,0 1 1,-1-1-1,1 0 0,-1 0 1,1-1-1,-1 1 1,1-1-1,-1 0 1,0 0-1,1 0 1,-1 0-1,1 0 0,-1-1 1,1 0-1,-1 0 1,0 0-38,-39 3-2561,11 9-5092,26-4 1358</inkml:trace>
  <inkml:trace contextRef="#ctx0" brushRef="#br2" timeOffset="-19996.451">2699 4103 5049,'0'0'1804,"0"0"1915,0 0-1638,0 0-1010,0 0-217,0 0 155,1 10 3254,156-6-1277,648-83 50,-814 104-7735,-29-4-7164,20-13 6362</inkml:trace>
  <inkml:trace contextRef="#ctx0" brushRef="#br1" timeOffset="-16396.808">4389 4138 5697,'0'0'2643,"0"0"-462,0 0-547,0 0-463,0 0-69,0 0-40,-4 2-111,162 6 2179,153-41-1499,-654 67-542,342-34-1116,1 0 0,-1 0-1,0 0 1,1 0 0,-1 0-1,0 0 1,1 0-1,-1 0 1,0 0 0,1 0-1,-1 0 1,1 0 0,-1 0-1,0-1 1,1 1 0,-1 0-1,1 0 1,-1-1-1,0 1 1,1 0 0,-1-1-1,1 1 1,-1-1 0,1 1-1,-1-1 1,1 1-1,0-1 1,-1 1 0,1-1-1,0 1 1,-1-1 0,1 1-1,0-1 1,0 1-1,-1-1 1,1 0 0,0 1-1,0-1 1,0 0 0,0 1-1,0-1 1,0 0 0,0 1-1,0-1 1,0 1-1,0-1 1,0 0 0,0 1-1,0-1 1,1 0 0,-1 1-1,0-1 1,0 1-1,1-1 1,-1 1 0,0-1-1,1 1 1,-1-1 0,1 1-1,-1-1 1,1 1-1,-1-1 1,1 1 0,-1-1-1,1 1 1,-1 0 0,1-1-1,0 1 28,37-40-8670,-36 39 7747,18-16-2905</inkml:trace>
  <inkml:trace contextRef="#ctx0" brushRef="#br1" timeOffset="-15256.004">5641 2989 2633,'0'0'2864,"0"0"1004,0 0-2027,0 0-820,0 0-289,0 0 177,1-11 46,-1-31 65,-1 40-897,1 1 0,-1 0 0,0-1 0,0 1 0,0 0 0,0 0-1,0 0 1,0 0 0,0 0 0,0 0 0,0 0 0,-1 0 0,1 0 0,0 1-1,-1-1 1,1 0 0,0 1 0,-1-1 0,1 1 0,-1-1 0,1 1 0,-1 0-1,1 0 1,-1 0 0,1 0 0,-1 0 0,1 0 0,-1 0 0,1 0-1,-1 0 1,1 1 0,-1-1 0,1 1 0,-1-1 0,0 1-123,-3 0 179,-4 2-71,1 1 0,-1-1 0,1 2 0,0-1 0,0 1 0,1 0 0,-1 1 0,1 0 0,0 0 0,1 1 0,0-1 0,0 2 0,0-1 0,1 0 0,-1 1 0,2 0 0,0 0 0,0 1 0,0-1 0,1 1 1,0 0-1,0 1-108,-4 15 156,0 0 1,2 0 0,0 0 0,2 1 0,1 0 0,1 0 0,1 0 0,1-1 0,2 1-1,0 0 1,2-1 0,1 0 0,1 0 0,9 23-157,150 438 751,-38-196 47,-62-161-656,-62-122-127,0 0 1,0 0-1,-1 0 0,1 0 1,-2 0-1,1 1 1,-1 0-1,0-1 0,0 1 1,-1 0-1,0 0 0,-1 0 1,0-1-1,0 1 0,-1 0 1,1 0-1,-2 0 1,1 0-1,-1-1 0,0 1 1,-1-1-1,0 1 0,0-1 1,-1 0-1,1 0 0,-2 0 1,-2 4-16,-41 29 124,-2-1 0,-1-3 0,-2-1 0,-24 9-124,68-38 5,0 0 0,0-1 1,-1 0-1,0-1 0,0 0 0,0-1 0,0 0 1,-1 0-1,1-1 0,-1 0 0,1-1 0,-1 0 1,0-1-1,1 0 0,-1-1 0,0 0 0,1-1 1,-1 0-1,1 0 0,-1-1 0,1-1 1,-7-3-6,-112-55-2653,127 62 1322,12-6-5535,14-3 2700,-22 9 2975,25-11-4014</inkml:trace>
  <inkml:trace contextRef="#ctx0" brushRef="#br1" timeOffset="-13925.572">5644 1870 3753,'0'0'2116,"0"0"1204,0 0-1216,0 0-800,0 0-423,0 0-185,7 0 24,11 0-454,0 0-1,-1 1 1,1 1 0,-1 1 0,0 0 0,0 1 0,0 1-1,0 1 1,-1 0 0,1 1 0,-2 1 0,1 0-1,-1 1 1,0 1 0,-1 0 0,0 1 0,-1 1-1,0 0 1,2 3-266,12 16 226,0 1-1,-2 2 0,-1 0 0,-2 1 1,-2 2-1,-1 0 0,-2 1 0,-1 0 1,-2 2-1,-2-1 0,-2 2 1,0 6-226,-5-12 157,-4-21-66,0-1 0,1 1 1,1 0-1,0-1 0,1 1 0,1-1 0,0 0 1,0-1-1,1 1 0,4 4-91,-7-64-5666,-43-3-4678,26 38 8262</inkml:trace>
  <inkml:trace contextRef="#ctx0" brushRef="#br1" timeOffset="-13454.802">5944 2541 3065,'0'0'6052,"0"0"-2697,0 0-1556,0 0-539,0 0 105,0 0 135,13-13 291,-6 13-1738,1 0 0,-1 1 0,1 0 1,-1 0-1,0 1 0,0 0 0,1 0 0,-1 0 0,0 1 1,-1 0-1,1 1 0,0-1 0,-1 1 0,0 0 0,0 1 0,0 0 1,-1 0-1,1 0 0,-1 0 0,0 1 0,-1 0 0,1 0 1,-1 0-1,-1 1 0,1-1 0,1 5-53,3-1 137,13 20 38,-15-20-115,-1 0 0,2-1 0,-1 1 0,1-1 0,1 0 1,-1-1-1,1 0 0,1 0 0,0-1 0,0 0 0,0 0 0,1-1 1,0 0-1,0-1 0,0 0 0,1-1 0,0 0 0,0 0 0,0-1 1,3 0-61,-11-5 8,1 0 0,-1-1 0,0 1 0,1-1 0,-1 1 0,-1-1 0,1 0 0,0 0 0,-1 0 0,1-1 0,-1 1 0,0-1 0,0 1 0,0-1 0,-1 1 0,1-1 0,-1 0 0,0 0 0,0 0 0,0 0 0,-1 0 0,0 0-8,6-14 17,-3 10-19,-1-2-37,0 0 0,0 0 0,1 0 0,0 0 1,1 0-1,0 1 0,1-1 0,0 1 0,0 0 0,1 1 0,0-1 0,1 1 0,0 0 0,0 1 1,0 0-1,1 0 0,0 0 0,0 1 0,1 0 0,0 1 0,0 0 0,0 0 0,1 1 0,0 0 1,-1 1-1,1 0 0,8-1 39,-1 26-2260,-18-1-2016,-2-18 384,-3-3 2180,5 0 1053,-5 0-1197</inkml:trace>
  <inkml:trace contextRef="#ctx0" brushRef="#br2" timeOffset="-10568.231">6565 3202 4825,'0'0'4741,"0"0"-2230,0 0-1257,0 0-513,0 0-181,0 0-14,-3 12 2,-22 77 1103,-5-2-1,-3-1 1,-4-2 0,-43 73-1651,49-105 34,15-57-8460,-6-22 4265,21 25 3599,-17-22-1659,0 1 869</inkml:trace>
  <inkml:trace contextRef="#ctx0" brushRef="#br2" timeOffset="-10257.941">6174 3328 160,'0'0'4769,"0"0"-2834,0 0 610,0 0-836,0 0-584,0 0 0,10-3 7,-5 2-988,1 0-1,-1 0 0,0 0 1,1 0-1,-1 1 0,1 0 1,-1 0-1,1 0 0,-1 1 1,0 0-1,1 0 0,-1 0 1,0 1-1,0-1 0,0 1 1,0 1-1,0-1 0,0 1 1,2 1-144,17 15 551,-1 1 1,-1 1-1,0 0 1,-2 2-1,-1 1 1,-1 0-1,0 1 1,2 9-552,94 116 735,-81-129-1124,-31-20 223,-1-1 0,1 0 0,-1 0 0,1 0 0,-1 0 0,1 0 0,-1 0 0,1-1 0,-1 1 0,1 0 0,-1-1 0,0 1 0,1-1 0,-1 0 0,1 1 0,-1-1-1,0 0 1,0 0 0,1 0 0,-1 0 0,0 0 0,0 0 0,0 0 0,0 0 0,0 0 0,0 0 0,-1-1 0,1 1 0,0 0 0,-1-1 0,1 1 0,0 0 0,-1-1 0,0 1 0,1-1 0,-1 1 0,0-1 166,16-80-8505,-13 40 5908</inkml:trace>
  <inkml:trace contextRef="#ctx0" brushRef="#br2" timeOffset="-9570.196">6684 2989 5721,'0'0'1064,"0"0"1377,0 0-839,0 0-691,0 0-51,0 0 57,12-6-137,1 1-570,0-1 0,0 2-1,0 0 1,0 0 0,1 1-1,0 1 1,-1 0 0,1 1-1,0 0 1,9 2-210,-20 0 46,-1 1-1,1 0 1,-1 1 0,0-1 0,0 0 0,0 1 0,0-1-1,0 1 1,-1-1 0,1 1 0,-1 0 0,0 0-1,0-1 1,0 1 0,0 0 0,0 0 0,0 0-1,-1 0 1,0 1 0,1-1 0,-1 0 0,0 0-1,-1 0 1,1 0 0,0 0 0,-1 0 0,0 0-1,0 0 1,0 0 0,0 0 0,0 0 0,0-1 0,-1 1-1,1 0 1,-1-1 0,0 1 0,0-1 0,0 1-1,0-1 1,-3 2-46,-70 69 1083,74-73-910,1 0-51,0 0 13,26-8 179,-23 6-307,-1 1 0,1-1 0,0 1 0,0 0 0,0 0 0,0 0 0,0 0 0,0 0 0,0 1 0,0-1 0,0 1 0,0 0 0,1 0 0,-1 0 0,0 1 0,0-1 0,0 0 0,0 1 0,0 0 0,0 0 0,0 0 0,0 0 1,0 1-1,0-1 0,-1 1 0,1-1 0,0 1 0,-1 0 0,0 0 0,1 0 0,-1 1 0,0-1 0,0 0 0,0 1 0,0-1 0,-1 1 0,1 0 0,-1 0 0,2 2-7,1 2 88,0 1-1,-1 0 1,0 0 0,0 0 0,0 0 0,-1 0-1,-1 1 1,1-1 0,-1 1 0,-1-1 0,1 1 0,-2-1-1,1 1 1,-1 3-88,-3-8 19,1-1 0,-1 1 0,0-1 0,0 0 0,0 0 0,0-1-1,0 1 1,0-1 0,-1 0 0,1 0 0,-1 0 0,0-1 0,1 1 0,-1-1-1,0-1 1,0 1 0,0 0 0,-2-1-19,-19 6-36,-21 18-2025,35-12-1627,4 3-3283,7-4 4001</inkml:trace>
  <inkml:trace contextRef="#ctx0" brushRef="#br2" timeOffset="-9119.233">6205 4088 6761,'0'0'979,"0"0"2475,0 0-1421,0 0-1008,0 0-122,0 0 268,28 2 2066,46-8-2389,0-3 1,-1-3-1,0-4 1,-1-2-1,41-18-848,-18 7 560,140-39 304,-292 88-16250,31-9 10304</inkml:trace>
  <inkml:trace contextRef="#ctx0" brushRef="#br2" timeOffset="-8288.128">6647 4360 5641,'0'0'5393,"0"0"-2669,0 0-1211,0 0-84,0 0 334,0 0-260,17-9-501,0-1-885,1 1 0,0 1-1,0 1 1,1 0-1,-1 1 1,2 1-1,-1 1 1,0 1 0,1 1-1,16-1-116,-34 6-2,0-1-1,0 1 1,0 0-1,0 0 1,-1 0-1,1 0 1,-1 0-1,1 0 0,-1 0 1,0 0-1,-1 0 1,1 1-1,-1-1 1,1 0-1,-1 1 1,0-1-1,0 0 1,0 1-1,0-1 1,-1 0-1,0 0 1,1 1-1,-1-1 1,0 0-1,-2 3 3,-7 13 71,0-1 0,-1 1 0,-2-2 0,1 0 0,-2-1 0,0 0 0,-1-1 0,-1 0 0,0-1 0,-1-1 0,-7 3-71,6-11 604,52-36-303,-29 27-304,0 1 0,0-1 0,0 1 0,1 0 0,-1 0 0,1 0 0,0 1 0,-1 0 0,1 0 0,0 1 0,0-1 0,0 1 0,1 1 0,-1-1 0,0 1 0,0 0 0,0 0 0,0 1 0,1 0 0,-1 0 0,0 0 0,0 1 0,0 0 0,-1 0-1,1 0 1,0 1 0,-1 0 0,0 0 0,1 1 0,2 1 3,-2 3 5,0 1 1,-1-1-1,0 1 0,0 0 0,0 0 0,-1 1 0,-1-1 0,0 1 0,0-1 0,-1 1 0,0 0 1,0 0-1,-1 1 0,-1-1 0,0 0 0,0 0 0,-1 0 0,0 0 0,-1 0 0,0 0 0,-1 0 1,0 0-1,0-1 0,-1 1 0,0-1 0,-1 0 0,0 0 0,0 0 0,-1-1 0,0 0 0,0 0 1,-1-1-1,0 1 0,-4 1-5,-4 3 120,0-1 1,-2-1 0,1 0 0,-1-1-1,0-1 1,-1-1 0,0 0 0,0-1-1,-1-1 1,1-1 0,-1-1 0,0 0-1,0-1 1,0-1 0,0-1-1,0-1 1,-6-1-121,24 2-10,0-1 0,0 1-1,1 0 1,-1 0 0,0 0 0,0 0 0,1-1-1,-1 1 1,0 0 0,0 0 0,1-1-1,-1 1 1,0-1 0,1 1 0,-1-1-1,0 1 1,1-1 0,-1 1 0,1-1-1,-1 0 1,1 1 0,-1-1 0,1 0 0,0 1-1,-1-1 1,1 0 0,0 1 0,-1-1-1,1 0 1,0 0 0,0 0 0,0 1-1,-1-1 1,1 0 0,0 0 0,0 0-1,0 1 1,1-1 0,-1 0 0,0 0 0,0 1-1,0-1 1,0 0 0,1 0 0,-1 1-1,0-1 1,1 0 0,-1 0 0,1 1-1,-1-1 1,1 0 0,-1 1 0,1-1-1,0 0 11,29-40-6547,-26 36 3888,9-12-3828,-2 0 3602</inkml:trace>
  <inkml:trace contextRef="#ctx0" brushRef="#br1" timeOffset="-5477.189">7594 1481 6065,'0'0'60,"0"0"359,0 0 1361,0 0-235,0 0-473,0 0-210,4-8 2524,3 7-3315,-1 0 1,1 1 0,0 0 0,-1 0-1,1 1 1,0 0 0,-1 0 0,1 0 0,0 1-1,-1 0 1,0 1 0,0-1 0,1 1-1,-2 0 1,1 1 0,0-1 0,-1 1-1,1 0 1,-1 1 0,0-1 0,0 1 0,1 2-72,34 43 206,-2 1 0,-2 2 0,-2 2 0,-3 1 0,-1 5-206,-5-1 775,-3 1-1,-3 1 0,-2 1 0,-4 0 0,1 19-774,-14-79 12,0 1 0,1-1 1,0 1-1,-1-1 1,1 1-1,0-1 0,0 1 1,1-1-1,-1 0 1,1 0-1,0 0 1,-1 0-1,1 0 0,1 0 1,-1 0-1,0 0 1,1-1-1,-1 1 0,1-1 1,0 0-1,0 0 1,0 0-1,0 0 0,0-1 1,0 1-1,0-1 1,1 1-1,-1-1 0,1 0 1,-1-1-1,1 1 1,-1 0-1,3-1-12,-7-1-7754,-8-3 4554,-13-6 487,6 2 1792</inkml:trace>
  <inkml:trace contextRef="#ctx0" brushRef="#br1" timeOffset="-4943.331">7850 2283 6473,'0'0'1606,"0"0"1519,0 0-974,0 0-890,0 0-303,0 0 81,4-5 89,-2 3-1063,0 0 0,1 0 0,-1 0 0,1 0 1,0 0-1,-1 0 0,1 1 0,0 0 0,0-1 0,0 1 0,0 0 0,0 0 0,0 0 0,0 1 0,0-1 0,0 1 0,1 0 1,-1 0-1,0 0 0,0 0 0,0 0 0,0 1 0,1-1 0,-1 1 0,0 0 0,0 0 0,0 0 0,0 0 0,-1 1 1,3 0-66,81 93 832,-83-88-789,1 0 1,0 0 0,0-1 0,0 1-1,1-1 1,0 0 0,0 0 0,1 0-1,-1-1 1,1 0 0,0 0 0,1-1-1,-1 1 1,1-1 0,0-1 0,0 1-1,0-1 1,0 0 0,1-1 0,-1 0 0,1 0-1,0-1 1,-1 1 0,1-2 0,0 1-1,7-1-43,-8-4 34,0 0 1,0 0-1,0-1 0,-1 0 0,1 0 0,-1 0 1,-1-1-1,1 0 0,-1 0 0,0 0 0,0-1 0,-1 1 1,0-1-1,0 0 0,0-1 0,-1 1 0,1-6-34,8-10 47,80-97-413,-89 138-347,-3-14-2596,0-2-3524,0-2 3853</inkml:trace>
  <inkml:trace contextRef="#ctx0" brushRef="#br0" timeOffset="-1796.942">8097 3332 3369,'0'0'2523,"0"0"2042,0 0-2313,0 0-1249,0 0-321,0 0 65,0-8 1,-1-17-300,0-1 1,2 1-1,1-1 0,1 0 1,2 1-1,0 0 1,1 0-1,6-13-448,-8 183 2579,-4-103-2373,2 0 0,2-1 1,2 1-1,2-1 0,1-1 0,2 1 0,2-2 0,15 31-206,6-25-1297,-33-45-216,-7 1-7371,-6-2 6576,11 1 1036,-15-2-717</inkml:trace>
  <inkml:trace contextRef="#ctx0" brushRef="#br0" timeOffset="-1441.022">7974 3701 6145,'0'0'4476,"0"0"-2342,0 0-1047,0 0-234,0 0 147,0 0 25,4 1-277,194 8 2140,218-57-328,-415 50-2794,1-1 1,-1 1 0,0 0 0,0 0-1,0 0 1,0 0 0,-1 0 0,1 1-1,0-1 1,-1 0 0,1 0 0,-1 0 0,0 0-1,0 1 1,0-1 0,0 0 0,0 0-1,0 1 1,-1-1 0,1 0 0,-1 0-1,0 0 1,1 0 0,-1 0 0,0 0 0,0 0-1,0 0 1,0 0 0,-1 0 0,1 0-1,-1-1 1,1 1 0,-1 0 0,1-1-1,-2 1 234,-20 24-6945,0-3 1747</inkml:trace>
  <inkml:trace contextRef="#ctx0" brushRef="#br0" timeOffset="-965.548">8481 4029 12099,'0'0'2481,"0"0"-1035,0 0-708,0 0-166,0 0 181,0 0 181,-14 26 35,-45 84-274,-28 162 701,65-236-2713,-17-50-7927,5-45 4627,19 30 3225</inkml:trace>
  <inkml:trace contextRef="#ctx0" brushRef="#br0" timeOffset="-672.574">8121 4111 6689,'0'0'730,"0"0"1540,0 0 45,0 0-596,0 0-742,0 0-192,6 1 466,19 9-636,-1 1 0,0 1 0,-1 1 0,-1 0 0,0 2 0,-1 1 0,0 1 0,5 6-615,6 2 371,198 174 1060,-229-199-1607,0 0-1,0 1 1,0-2-1,0 1 1,0 0-1,-1 0 1,1 0-1,0 0 1,0 0-1,0-1 1,0 1-1,-1 0 1,1-1-1,0 1 1,0-1-1,-1 1 1,1-1-1,0 1 1,0-1-1,-1 1 1,1-1-1,-1 0 0,1 1 1,-1-1-1,1 0 1,-1 1-1,1-1 1,-1 0-1,1 0 1,-1 1-1,0-1 1,0 0-1,1 0 1,-1 0-1,0 0 1,0 0-1,0 1 1,0-1-1,0 0 1,0 0-1,0 0 1,0 0-1,0 0 1,0 0-1,-1 1 1,1-1-1,0 0 1,-1-1 176,1-1-682,3-25-5598,2-3 3249</inkml:trace>
  <inkml:trace contextRef="#ctx0" brushRef="#br3" timeOffset="5155.494">7927 4609 6089,'0'0'1543,"0"0"950,0 0-811,0 0-565,0 0-189,21-14-12,130-89 797,261-94 1900,-173 93-2881,-145 33 40,-93 70-967,-1 1-192,0 0-41,0 0-193,2 36-3767,5-14-1989,-5-15 2296</inkml:trace>
  <inkml:trace contextRef="#ctx0" brushRef="#br3" timeOffset="6435.607">6617 3035 5497,'0'0'843,"0"0"861,0 0-173,0 0-541,0 0-338,0 0 102,19 0 1654,17-3-1440,-32 2-895,0 0 0,1 1-1,-1-1 1,0 1 0,1-1 0,-1 1 0,0 1-1,1-1 1,-1 1 0,0-1 0,1 1 0,-1 1 0,0-1-1,0 0 1,0 1 0,0 0 0,0 0 0,-1 0-1,1 1 1,0-1 0,-1 1 0,3 2-73,26 32 638,-23-24-481,0 0 0,1 0-1,1-1 1,0-1 0,0 1-1,1-2 1,1 0 0,0 0-1,0-1 1,1-1 0,0 0-1,0-1 1,0 0-1,1-1 1,0-1 0,1 0-1,-1-1 1,13 1-157,94-13 1407,-131 35-2605,-28 7-3761,35-33 1086,2-4 2179,0 2 485,0-14-3551</inkml:trace>
  <inkml:trace contextRef="#ctx0" brushRef="#br3" timeOffset="7078.197">7015 2779 5473,'0'0'1195,"0"0"1415,0 0-586,0 0-595,0 0-238,0 0-110,3-4 7,7-4-859,-1 0-1,1 1 0,0 1 1,1 0-1,-1 0 0,1 1 0,1 0 1,-1 1-1,0 0 0,1 1 1,0 1-1,0-1 0,0 2 0,0 0 1,0 0-1,0 1 0,9 1-228,-8 66 47,-93 165 1057,151-219-372,77-63 783,-151 100-6818,-8-27-529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46:44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4217,'0'0'2332,"0"0"2405,0 0-2409,0 0-1194,0 0-340,0 0 61,10 0 112,392 6 2894,-351-13-4391,-69 7-4490,-15 7-206,1 2-2462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46:44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6993,'0'0'1613,"0"0"1724,0 0-1261,0 0-722,0 0-255,0 0 189,22-1 123,154-10 424,63-12-954,-233 29-2724,-14 2-7787,-1-8 3545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46:53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 6105,'0'0'1853,"0"0"1505,0 0-1410,0 0-686,0 0-133,0 0-50,23-3-200,167-26 797,-180 28-1569,-7 0-104,0 0 0,-1 0 1,1 0-1,0 0 0,0 1 0,0-1 1,0 1-1,0 0 0,0 0 1,0 0-1,-1 0 0,1 0 1,0 1-1,0-1 0,0 1 1,0 0-1,0 0 0,-1 0 0,1 0 1,0 0-1,-1 1 0,1-1 1,-1 1-1,0 0 0,1 0 1,-1 0-1,0 0 0,0 0 1,0 0-1,0 0 0,0 1 1,-1-1-4,-2 7 113,0-1 0,-1 1 0,-1-1 1,1 0-1,-2 0 0,1 0 0,-1 0 1,0 0-1,0-1 0,-1 1 0,0-1 1,0-1-1,-1 1 0,0-1 0,0 0 1,0 0-1,-1 0 0,0-1 0,0 0 1,-1-1-1,1 0 0,-1 0 0,0 0 1,0-1-1,0 0 0,0 0 0,-2-1-113,32-10 65,-1 0-1,1 2 0,0 0 0,0 2 0,1 0 0,-1 1 0,1 2 1,-1 0-1,1 1 0,0 2 0,9 1-64,-25 1 10,1 0 1,-1 1-1,0-1 0,0 2 1,0-1-1,-1 1 0,0 0 1,0 0-1,0 0 0,-1 1 1,0 0-1,0 0 0,-1 0 1,0 1-1,0-1 0,0 1 1,-1 0-1,-1 0 0,1 1 1,-1-1-1,-1 0 0,1 1 1,-1-1-1,-1 1 0,0-1 0,0 1 1,-1-1-1,0 1 0,0-1 1,-1 1-1,0-1 0,0 0 1,-1 0-1,0 0 0,0 0 1,-1 0-1,0-1 0,-1 0 1,-1 2-11,-1 1 78,-1-2 0,0 1 0,0-1 1,-1 0-1,0-1 0,0 0 1,-1 0-1,0-1 0,0-1 0,0 1 1,-1-2-1,0 1 0,0-2 0,0 1 1,0-1-1,-1-1 0,1 0 0,-1-1 1,1 0-1,-1-1 0,0 0 0,1 0 1,-1-2-1,1 1 0,-1-2 0,1 1 1,0-1-1,-10-5-78,-129-32 431,164 19-9557,8 11-2189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46:54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90 6121,'0'0'1506,"0"0"1541,0 0-1269,0 0-714,0 0 242,0 0 63,6 0-264,343 1 2905,-306 21-4238,-89-11 593,-392 5 294,438-16-647,69 0 209,235-46 1427,-144 13-1262,-247 31-3456,84-17-7333,17 3 6300,13-8-514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46:48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320 488 5113,'0'0'439,"0"0"34,0 0 998,0 0 535,0 0-624,0 0-390,0 4 4112,-6 32-4526,-130 398 2019,96-324-3467,-20-70-8083,38-38 6075,7-2 881</inkml:trace>
  <inkml:trace contextRef="#ctx0" brushRef="#br0" timeOffset="438.936">71 509 4793,'0'0'776,"0"0"476,0 0 1846,0 0-1250,0 0-1050,0 0-279,-1-13 1220,6 17-1566,0-1-1,0 1 0,0 0 1,-1 0-1,1 1 0,-1-1 1,0 1-1,0 0 0,0 0 1,-1 0-1,0 1 0,0-1 1,0 1-1,-1-1 1,0 1-1,0 0 0,0 0 1,-1 0-1,0 0 0,0 1 1,0-1-1,-1 0 0,0 0 1,0 1-1,-1 0-172,6 23 460,-3-10-366,0 1-1,1-1 1,2 0 0,-1 0-1,2 0 1,1-1 0,1 0-1,0 0 1,1-1 0,1 0-1,1-1 1,0 0-1,1 0 1,1-1 0,1-1-1,0 0 1,1-1 0,1-1-1,16 12-93,10-16-973,-42-9-797,1-1-1996,-2-6 867,-4-9-1172,-6-2 692</inkml:trace>
  <inkml:trace contextRef="#ctx0" brushRef="#br0" timeOffset="1225.719">511 99 5673,'0'0'1143,"0"0"2167,0 0-1009,0 0-869,0 0-512,0 0-166,11-14 927,144-29 1027,-154 43-2700,1 0 1,-1 0 0,0 0 0,0 0 0,1 0 0,-1 0-1,0 0 1,1 0 0,-1 0 0,0 1 0,0-1 0,0 0-1,1 1 1,-1-1 0,0 1 0,0-1 0,0 1 0,0 0-1,0-1 1,0 1 0,0 0 0,0 0 0,0 0 0,0 0-1,0 0 1,0 0 0,-1 0 0,1 0 0,0 0 0,-1 0-1,1 0 1,-1 0 0,1 1 0,-1-1 0,0 0 0,1 0-1,-1 0 1,0 1 0,0-1 0,0 0 0,0 1 0,0-1-1,0 0 1,0 0 0,0 1 0,-1-1 0,1 0 0,0 0-1,-1 0 1,1 1 0,-1-1 0,0 0-9,0 13 102,-59 127 709,118-134-836,-49-2 21,-1 0 1,0 0 0,0 1 0,0 1 0,-1-1 0,0 1-1,0 0 1,-1 1 0,0-1 0,0 1 0,-1 0 0,0 1 0,0 0-1,-1-1 1,0 1 0,-1 1 0,1-1 0,-2 0 0,0 1 0,0 0-1,0-1 1,-1 9 3,-1-13 4,0 0-1,0 0 1,-1 1-1,1-1 1,-1 0 0,-1 0-1,1 0 1,-1 0-1,0 0 1,0 0 0,0 0-1,0-1 1,-1 1-1,0-1 1,0 0-1,0 0 1,-1 0 0,1 0-1,-1 0 1,0-1-1,0 1 1,0-1-1,0 0 1,-1-1 0,0 1-4,-112 55 429,116-57-524,1-1-648,0 0-1580,2-1-2735,8-4-4096</inkml:trace>
  <inkml:trace contextRef="#ctx0" brushRef="#br0" timeOffset="1883.693">1158 903 760,'0'0'8181,"0"0"-4239,0 0-2219,0 0-756,0 0-126,0 0 394,14-20-357,1-1-692,12-15 5,-2-1 0,-2-1 0,-1-1 0,-2-1 0,13-35-191,-14-182-272,-22 238 269,0 1 0,-1 0 0,-1 0 0,-1 1 0,0-1 0,-1 1 0,-1 1 0,-1-1 0,0 1 0,-1 1 0,-1 0 0,0 0 0,-1 1 0,-1 0 0,0 1 0,-1 1 0,0 0 0,-1 1 0,0 0 0,-4 0 3,-38-11 276,51 58 154,9-2-45,1 1 1,2-1-1,2-1 1,1 1 0,1-1-1,10 20-385,2 9 507,3 15 87,8 29-80,4 0-1,6-3 0,3-1 0,13 11-513,-3-39-9,-55-73-28,-1-1-173,-1-31-2590,-24-176-14328,23 166 14620</inkml:trace>
  <inkml:trace contextRef="#ctx0" brushRef="#br0" timeOffset="2356.698">1521 649 7050,'0'0'1114,"0"0"2529,0 0-975,0 0-1006,0 0-522,0 0 351,6 7 25,134 306 1477,-135-309-2994,-5-3-3,-13-241-516,13 236 504,0 0 0,0 1 0,1-1 0,0 0 0,-1 1 0,1-1 0,0 0 0,0 1 0,1-1 0,-1 1 0,1 0 0,0-1 0,0 1 0,0 0 0,0 0 0,0 0 0,1 1 0,0-1 0,-1 0 0,1 1 0,0 0 0,0-1 0,0 1 0,0 0 0,1 1 0,-1-1 0,0 0 0,1 1 0,-1 0 0,1 0 0,0 0 0,-1 0 0,1 1 0,0-1 0,-1 1 0,1 0 0,0 0 0,0 1 0,-1-1 0,1 1 1,0-1-1,-1 1 0,1 0 0,-1 1 0,1-1 0,-1 0 0,0 1 0,1 0 0,-1 0 0,2 1 16,150 264 1012,-153-265-1035,-1 0 1,0-1-1,1 1 0,-1-1 0,1 1 1,0-1-1,-1 0 0,1 0 1,0 1-1,0-1 0,0-1 1,0 1-1,0 0 0,0 0 1,0-1-1,0 1 0,0-1 1,0 1-1,0-1 0,0 0 1,0 0-1,1 0 0,-1 0 1,0 0-1,0-1 0,0 1 1,0-1-1,0 1 0,0-1 0,0 0 1,0 0-1,0 0 0,0 0 1,1 0 22,19-46-4801,-18-96-9265,-4 93 11083</inkml:trace>
  <inkml:trace contextRef="#ctx0" brushRef="#br0" timeOffset="2699.684">2075 459 3849,'0'0'4635,"0"0"-390,0 0-2422,0 0-534,0 0 112,0 0 158,10 4-505,-3 0-971,1 0 0,-2 0 0,1 0 0,0 1 0,-1 0 0,0 0 0,0 0 0,0 1-1,-1 0 1,0 0 0,0 1 0,-1-1 0,1 1 0,-1 0 0,0 1-83,119 275 1514,-111-274-1477,0 0-1,0 0 1,0-1 0,1 0-1,0-1 1,1-1 0,0 0-1,0-1 1,0 0 0,0-2-1,1 1 1,-1-2 0,1 0-1,0 0 1,0-1 0,0-1-1,0-1 1,0 0 0,0-1-1,-1-1 1,2 0-37,-4 2 14,86-25-401,-65-28-4891,-33 33 123,0 2-2229</inkml:trace>
  <inkml:trace contextRef="#ctx0" brushRef="#br0" timeOffset="3025.911">2494 367 6649,'0'0'6370,"0"0"-3824,0 0-1310,0 0-183,0 0 382,0 0-270,-16 20-365,1-2-606,-68 126 869,-31 240 733,83-331-2330,1-26-4190,12-16-1586</inkml:trace>
  <inkml:trace contextRef="#ctx0" brushRef="#br0" timeOffset="4234.536">24 1368 5601,'0'0'935,"0"0"-588,0 0-199,0 0 136,0 0 904,-4 5-88,-15 18-337,19 11 4532,66-27-3548,-59-7-1171,111-7 447,0-4 0,-1-6 0,29-12-1023,39-4 557,222-21 72,121 12-629,-260 16 1073,-1-12-1,97-33-1072,-203 55-570,-232 21-4193,30 1-2029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46:58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67 5857,'0'0'2637,"0"0"1109,0 0-1607,0 0-912,0 0-124,0 0 159,17-8-305,161-50 282,-176 58-1237,-1 0-1,1 0 1,0 0-1,0 0 1,-1 0-1,1 1 1,0-1-1,0 1 1,-1 0 0,1-1-1,-1 1 1,1 0-1,0 0 1,-1 0-1,0 0 1,1 0 0,-1 0-1,0 0 1,1 0-1,-1 1 1,0-1-1,0 1 1,0-1 0,0 0-1,0 1 1,0 0-1,-1-1 1,1 1-1,0-1 1,-1 1-1,1 0 1,-1 0 0,0-1-1,0 1 1,1 0-1,-1 0 1,0-1-1,0 1 1,-1 0 0,1 0-1,0-1 1,-1 1-1,1 0 1,-1 0-1,1-1 1,-1 1 0,0-1-1,0 1 1,1-1-1,-1 1 1,0-1-1,-1 1-1,-63 65 161,28-40 421,37-26-510,0-1 14,35-17 150,-27 14-240,0 1 0,0 1 0,0-1 0,0 2 0,0-1 0,0 1 0,0 0 0,0 0 0,0 1 0,1 0 0,-1 1 0,-1 0 0,1 0 0,0 0 0,0 1 1,-1 1-1,1-1 0,-1 1 0,0 0 0,0 1 0,-1-1 0,1 2 0,-1-1 0,0 0 0,-1 1 0,1 0 0,-1 1 0,0-1 0,0 1 0,-1 0 0,0 0 1,-1 0-1,1 1 0,-1-1 0,0 1 0,-1 0 0,0 0 0,0 0 0,-1 0 0,0 0 0,-1 0 0,1 0 0,-2 6 4,1-9 49,0 1-1,-1-1 1,0 0-1,0 0 1,0 0-1,-1 0 0,0 0 1,0 0-1,0 0 1,0-1-1,-1 1 1,0-1-1,0 1 1,0-1-1,0 0 1,-1 0-1,0 0 1,1-1-1,-1 1 1,-1-1-1,1 0 1,0 0-1,-1-1 0,0 1 1,1-1-1,-1 0 1,0 0-1,0-1 1,-2 1-49,-15 4 202,0-1 1,0-1 0,-1-1-1,0-1 1,1-2-1,-1 0 1,0-1-1,0-1 1,-8-2-203,-10-14-1154,40 16 924,0 0 1,1 0-1,-1 0 1,1 0-1,-1 0 1,1-1-1,0 1 1,-1 0 0,1 0-1,1 0 1,-1 0-1,0 0 1,0-1-1,1 1 1,-1 0-1,1 0 1,0 0 0,-1 0-1,1 0 1,0 0-1,0 0 1,0 1-1,1-1 1,-1 0-1,0 0 1,1 1 0,-1-1-1,1 1 1,-1-1-1,1 1 1,1-1 229,43-47-4619,2-2 151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46:57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47 246 96,'0'0'9171,"0"0"-5586,0 0-2179,0 0-482,0 0 294,0 0 122,7-1-331,0-1-915,0 0 0,-1 0-1,0 0 1,1-1-1,-1 0 1,0 0 0,0 0-1,-1-1 1,1 0 0,-1 0-1,0-1 1,0 1-1,0-1 1,0 0 0,-1-1-1,0 1 1,0-1 0,-1 0-1,1 1 1,-1-2-94,33-150 588,-36 156-327,3 4-67,47 184 1647,41 75-1217,-86-237-1190,-29-10-11640,6-15 6705</inkml:trace>
  <inkml:trace contextRef="#ctx0" brushRef="#br0" timeOffset="344.014">1 614 4201,'0'0'1998,"0"0"1728,0 0-1446,0 0-979,0 0-209,0 0 251,19 1 49,246-8 2408,239-16-2563,-492 23 129,-5 0-5308,-22 0-4980,-2 0 5836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47:02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129 611 5009,'0'0'1502,"0"0"836,0 0-1045,0 0-683,0 0 226,0 0 500,-19 1-112,-58 7-386,74-6-771,1 1 1,-1-1 0,0 1-1,1-1 1,0 1-1,0 0 1,0 0-1,0 0 1,0 0 0,1 1-1,-1-1 1,1 0-1,0 1 1,0-1-1,0 1 1,0-1 0,1 1-1,-1 0 1,1-1-1,0 1 1,0-1-1,0 1 1,1 0 0,-1-1-1,1 1 1,0-1-1,1 3-67,-1 5 175,2-3-141,0 0 1,1 0 0,0 0-1,1 0 1,-1-1-1,2 0 1,-1 0-1,1 0 1,0 0-1,0-1 1,1 0-1,-1 0 1,2-1-1,-1 0 1,0 0-1,1-1 1,0 0-1,0 0 1,0-1-1,0 0 1,1 0 0,-1-1-1,1 0 1,0-1-1,0 0 1,-1 0-1,1-1 1,0 0-1,0 0 1,0-1-1,0 0 1,-1-1-1,1 0 1,0 0-1,-1-1 1,1 0-35,-3-1 16,0 0-1,0 0 1,-1-1 0,1 1 0,-1-1-1,-1-1 1,1 1 0,-1 0 0,0-1-1,0 0 1,0 0 0,-1 0 0,0-1-1,0 1 1,-1-1 0,1 0 0,-2 1-1,1-1 1,-1 0 0,0 0 0,0 0-1,-1 0 1,0 0 0,0 0 0,0 0-1,-1 0 1,0 0 0,-1 0 0,0 0-1,0 0 1,0 1 0,-1-1 0,0 1-1,0-1 1,0 1 0,-1 0 0,0 0-1,0 1 1,-1-1 0,1 1 0,-1 0-1,0 0 1,-1 1 0,1-1 0,-1 1-1,0 0 1,0 1 0,0-1 0,-1 1-1,1 1 1,-1-1 0,0 1-16,1 1-25,0 0 1,0 1-1,0-1 0,0 1 1,0 1-1,-1-1 1,1 1-1,0 0 0,1 0 1,-1 1-1,0 0 1,0 0-1,0 0 0,1 1 1,0 0-1,-1 0 1,1 0-1,0 1 0,0-1 1,1 1-1,-1 0 1,1 1-1,0-1 0,0 1 1,0 0-1,0 1 25,-12 66-4187,37-51-5624,0-20 7642</inkml:trace>
  <inkml:trace contextRef="#ctx0" brushRef="#br0" timeOffset="359.205">157 29 7082,'0'0'1181,"0"0"2748,0 0-1765,0 0-957,0 0-220,0 0-19,-7-7-178,3 3-696,-15-14 153,21 39 192,87 189 2282,141 290-929,-223-487-3872,-9-16-8999,-7-12 2405,4 5 10868,-7-13-2955</inkml:trace>
  <inkml:trace contextRef="#ctx0" brushRef="#br0" timeOffset="689.088">474 322 6889,'0'0'2102,"0"0"1522,0 0-1920,0 0-1000,0 0 250,0 0 405,16 19 125,119 149 356,-119-145-1735,1 1 0,1-2-1,1 0 1,0-2 0,2 0-1,1-1 1,0-1-1,1-1 1,1-1 0,1-1-1,7 3-104,64-16-781,-53-46-4982,-37 25 714</inkml:trace>
  <inkml:trace contextRef="#ctx0" brushRef="#br0" timeOffset="1077.894">772 266 6025,'0'0'1277,"0"0"1865,0 0-1662,0 0-739,0 0 157,0 0-111,8 8 192,-7 4-650,0 1 0,0-1 1,-1 1-1,-1-1 0,0 1 0,-1-1 1,0 1-1,-1-1 0,0 0 1,-1 0-1,0 0 0,-1-1 1,-1 2-330,-31 74 825,-21 63 286,42-45-4761,16-102-1995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46:59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57 6305,'0'0'167,"0"0"457,0 0 1527,0 0-465,0 0-571,0 0-163,0-7 74,0 5-919,0 0 0,1 1 1,-1-1-1,0 0 1,0 0-1,0 1 0,0-1 1,-1 0-1,1 1 0,0-1 1,-1 0-1,1 1 0,-1-1 1,1 0-1,-1 1 1,0-1-1,0 1 0,0-1 1,0 1-1,0-1 0,0 1 1,0 0-1,0 0 1,-1-1-1,1 1 0,0 0 1,-1 0-1,1 0 0,-1 1 1,1-1-1,-1 0 1,1 0-1,-1 1 0,0-1 1,1 1-1,-1-1 0,0 1 1,1 0-1,-1 0 0,0 0 1,0 0-1,1 0 1,-1 0-1,0 0 0,1 0 1,-1 1-1,0-1-107,-9 3 119,0 0-1,-1 1 0,2 0 1,-1 0-1,0 1 1,1 1-1,0 0 0,0 0 1,1 1-1,-1 0 1,2 0-1,-1 1 1,1 1-1,0-1 0,1 1 1,0 1-1,0-1 1,1 1-1,0 0 1,1 1-1,0-1 0,0 1 1,2 0-1,-1 0 1,1 0-1,1 1 1,0-1-1,0 1 0,2 0 1,-1 7-119,0 3 132,1-1 1,1 1-1,1-1 1,1 1-1,0-1 1,2 0-1,0 0 1,2 0-1,1 0-132,98 289 552,-80-218-203,5 0 1,4-3-1,3-1 1,42 68-350,-59-121 21,-3-12-2,-2 1 0,-1 0 0,-1 2 0,-1 0 0,-2 0 0,0 1 0,-2 0 0,-1 1 0,-1 0 0,-1 0 0,-1 0 0,-1 18-19,-3-25 43,-2-1 0,0 0 0,-1 0 0,-1 0 0,-1 0 0,0 0 0,-2-1 0,0 0 0,-1 0-1,-2 0 1,1-1 0,-2 0 0,0-1 0,-2 0 0,1-1 0,-10 10-43,15-22 1,-1 1-1,1-1 1,-1-1 0,1 1-1,-1-1 1,0 0 0,0-1-1,-1 0 1,1 0 0,0 0-1,-1-1 1,1 0 0,-1 0-1,1-1 1,-1 0 0,1 0-1,-1-1 1,1 0 0,-1-1-1,1 1 1,-4-2-1,-83-50-2923,93 52 2555,0-1-1,0 1 0,0-1 0,1 1 1,-1-1-1,0 1 0,1-1 0,-1 1 1,1-1-1,0 0 0,-1 1 0,1-1 1,0 0-1,0 1 0,0-1 0,0 0 1,0 1-1,1-1 0,-1 1 0,0-1 1,1 0-1,-1 1 0,1-1 1,0 1-1,-1-1 0,1 1 0,0-1 1,0 1-1,0 0 0,0-1 0,0 1 1,0 0-1,0 0 0,1 0 0,-1 0 1,0 0-1,1 0 0,-1 0 0,0 0 1,1 0 368,25-19-2204</inkml:trace>
  <inkml:trace contextRef="#ctx0" brushRef="#br0" timeOffset="1901.233">1074 519 8586,'0'0'2707,"0"0"-216,0 0-1062,-7 19-368,-119 353 3954,87-186-5286,24-189-8752,8-15 6138,-13-58-1104,10 40 2477</inkml:trace>
  <inkml:trace contextRef="#ctx0" brushRef="#br0" timeOffset="2183.557">788 660 4657,'0'0'1719,"0"0"381,0 0 258,0 0-773,-2-19-438,-1-5-732,-1-16-73,3-5 3140,15 53-2067,145 195 978,-124-160-2269,3-1 0,2-2 0,1-2 1,1-2-1,3-2 0,4 1-124,-42-34-7513,-22-26 1680,8 14 3384,-8-14 671</inkml:trace>
  <inkml:trace contextRef="#ctx0" brushRef="#br0" timeOffset="2788.249">1211 124 6913,'0'0'586,"0"0"913,0 0 192,0 0-351,0 0-220,0 0-38,5-2-195,147-34 2076,-150 38-2962,0 1 0,0-1 0,0 0-1,-1 1 1,1 0 0,-1-1 0,0 1 0,1 0 0,-1-1-1,-1 1 1,1 0 0,0 0 0,-1 0 0,1 0 0,-1 0-1,0 0 1,0 0 0,0 0 0,0 0 0,-1 0-1,1 0 1,-1 0 0,1 0 0,-2 2-1,1-1 44,-44 110 556,-2 16 626,108-121-630,27-9 260,-88 0-718,0 0-105,0 0-50,0 0-61,0 0-119,12 2-6801,-3 2-1777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47:07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1336 5313,'0'0'1312,"0"0"836,0 0-355,0 0-548,0 0-283,0 0 72,-1 5-57,1-4-915,0 1 0,0-1 0,0 1 0,0-1 0,0 1 0,0-1 0,0 1 0,1-1 0,-1 1 0,1-1 0,-1 0 0,1 1 0,0-1 0,-1 0-1,1 0 1,0 1 0,0-1 0,0 0 0,0 0 0,0 0 0,0 0 0,0 0 0,0 0 0,0 0 0,0 0 0,1 0 0,-1-1 0,0 1-1,1-1 1,-1 1 0,0-1 0,1 1 0,-1-1 0,1 1 0,-1-1 0,1 0 0,-1 0 0,1 0 0,-1 0 0,1 0 0,-1 0 0,0-1-1,1 1 1,-1 0 0,1-1 0,-1 1 0,1-1 0,-1 0-62,326-5 4172,-327 6-4332,0 0-304,0 0-597,-10 0-3393,-3 0 539</inkml:trace>
  <inkml:trace contextRef="#ctx0" brushRef="#br0" timeOffset="423.846">55 1600 1328,'0'0'7195,"0"0"-3867,0 0-1432,0 0-454,0 0 165,0 0 41,20 1-705,133 18-110,-5-8 189,-145-10-1279,-3-1-4962,0 1-5413,0-3 6938</inkml:trace>
  <inkml:trace contextRef="#ctx0" brushRef="#br0" timeOffset="5934.289">2390 1949 6385,'0'0'1227,"0"0"1985,0 0-766,0 0-843,0 0-114,0 0-239,5-6 1020,229-28-351,-231 35-1923,0-1 0,0 1 0,1-1 0,-1 1 0,0 0 0,0 0 0,-1 0 0,1 1 0,0-1 0,0 1 0,-1-1 0,1 1 0,0 0 0,-1 0 0,0 0 0,0 1 0,1-1 0,-1 0 0,0 1 0,-1-1 0,1 1 0,0 0 0,-1 0 0,0-1 0,1 1 0,-1 0 0,0 0 0,-1 0 0,1 0 0,0 0 0,-1 1 0,0-1 0,0 0 0,0 0 0,0 0 0,0 0 0,0 0 0,-1 1 1,0-1-1,1 0 0,-1 0 0,0 0 0,-1-1 0,1 1 0,0 0 0,-1 0 0,0-1 0,1 1 0,-1 0 0,0-1 0,-1 0 0,1 1 0,0-1 0,0 0 0,-1 0 0,0-1 0,1 1 4,-7 5 18,0 0 0,0-1 0,0-1 0,0 1 0,-1-1 0,0-1 0,0 0 0,-1 0 0,1-1 1,-1-1-1,1 1 0,-1-2 0,-6 1-18,61-25-64,-35 19 68,0 1 1,0 0-1,0 1 1,0 0-1,1 0 1,-1 1-1,1 0 1,-1 1-1,1 0 1,-1 0-1,1 1 1,-1 0-1,1 1 1,-1 0-1,0 1 1,0 0-1,0 0 1,0 0-1,0 2 1,-1-1-1,5 4-4,-5-3-27,-1 1 1,0 0-1,-1 1 0,1 0 0,-1 0 0,-1 0 0,1 0 0,-1 1 0,0 0 0,-1 0 0,0 1 0,0-1 0,-1 1 1,0 0-1,-1 0 0,0 0 0,0 0 0,-1 0 0,0 0 0,0 0 0,-1 1 0,-1 7 27,-2-12 2,0 0-1,0-1 1,-1 0 0,0 1-1,0-1 1,0-1-1,0 1 1,0 0 0,-1-1-1,1 0 1,-1 0-1,0-1 1,0 1 0,0-1-1,-1 0 1,1 0 0,0-1-1,-1 1 1,1-1-1,-1 0 1,1-1 0,-1 0-1,1 1 1,-1-2-1,0 1 1,1-1 0,-1 0-1,1 0 1,-6-2-2,-8 3 67,-245-11-130,236 21-7171,26-7-1885</inkml:trace>
  <inkml:trace contextRef="#ctx0" brushRef="#br0" timeOffset="1365.623">1410 810 6265,'0'0'1079,"0"0"2483,0 0-1745,0 0-854,-3 20-133,-44 149 1099,-69 87-2176,105-250-3443,6-8-3397,-1-5 4563</inkml:trace>
  <inkml:trace contextRef="#ctx0" brushRef="#br0" timeOffset="1707.106">1156 867 7314,'0'0'256,"0"0"931,0 0 570,0 0-510,0 0-288,0 0-47,15 2 1155,73 107 966,-60-73-2193,-10-11-702,1 0 0,1-2 0,2 0 0,0-1 0,1-1 0,0-1 0,2-1 0,1-2 0,12 7-138,-31-20-293,5 1-663,-9-12-6957,-3-10-18</inkml:trace>
  <inkml:trace contextRef="#ctx0" brushRef="#br0" timeOffset="2338.816">1603 494 5777,'0'0'1126,"0"0"930,0 0-870,0 0-597,0 0-93,0 0 337,17-6 89,54-16-1,-68 22-848,-1-1 0,1 1-1,-1 0 1,1 0 0,0 1 0,-1-1 0,1 0 0,-1 1 0,1 0 0,0-1 0,-1 1 0,0 0 0,1 0 0,-1 1 0,0-1 0,1 0 0,-1 1 0,0-1 0,0 1 0,0 0 0,0 0 0,0 0 0,-1 0-1,1 0 1,-1 0 0,1 0 0,-1 0 0,0 1 0,0-1 0,0 0 0,0 1 0,0-1 0,0 1 0,-1 0 0,1-1 0,-1 1 0,1-1 0,-1 1 0,0 0 0,0-1 0,-1 1 0,1-1 0,0 1-1,-1 0 1,0-1 0,1 1 0,-1-1 0,0 1 0,0-1 0,-1 0 0,1 1 0,0-1 0,-1 0 0,1 0 0,-1 0 0,0 0 0,0 0-73,-48 61 427,50-63-354,0 0-29,0 0 17,113 2-311,-95 79 387,-19-68 22,0-4-121,-1-1 0,0-1 0,0 1 1,-1 0-1,0 0 0,0-1 1,-1 0-1,0 1 0,0-1 0,0-1 1,-1 1-1,0-1 0,-1 0 0,0 0 1,1 0-1,-2-1 0,1 0 0,-1 0 1,1 0-1,-1-1 0,-1 0 1,1-1-1,0 1 0,-1-1 0,0-1 1,0 0-1,0 0 0,0 0 0,0-1 1,0 0-1,0-1 0,0 1 1,0-2-1,-1 1 0,1-1 0,0 0-38,6-7-7271,2-5-4078</inkml:trace>
  <inkml:trace contextRef="#ctx0" brushRef="#br0" timeOffset="2962.73">2295 934 5633,'0'0'1350,"0"0"760,0 0-150,0 0-578,0 0-449,17-23-135,54-75 22,-1-72 329,-61 139-1147,-1 0-1,-2-1 0,-1 1 0,-1-1 0,-2 0 0,-1 0 0,-2-21-1,0 47 18,1-1 0,-1 1 0,-1-1-1,1 1 1,-1-1 0,0 1 0,0 0-1,-1 0 1,0 0 0,0 0 0,0 0 0,-1 1-1,0 0 1,0-1 0,0 1 0,-1 1-1,0-1 1,0 1 0,0-1 0,0 1-1,0 1 1,-1-1 0,0 1 0,0 0-1,0 0 1,0 1 0,0 0 0,-1 0-1,1 0 1,0 1 0,-1 0 0,0 0-1,1 1 1,-1 0 0,-3 0-18,7 2 38,0 1 0,0 0 0,0 0 0,0 0 0,0 0 0,0 1 0,1-1 0,-1 1 0,1-1 0,0 1 0,0 0 0,1 0 0,-1 0 0,1 0 0,0 0 0,0 0 0,0 0 0,0 1 0,1-1 0,0 0 0,0 0 0,0 1 0,0-1 0,1 1-38,-1-1 81,4 29 290,1 0-1,2 1 1,2-2-1,0 1 1,3-1-1,0-1 0,2 0 1,2-1-1,0-1 1,2 0-1,1-1 0,2-1 1,0-1-1,2-1 1,0-1-1,6 2-370,67 80 124,-95-105-196,-1-1-92,0 0-511,0-10-4625,0-6 785</inkml:trace>
  <inkml:trace contextRef="#ctx0" brushRef="#br0" timeOffset="3433.61">2788 659 8738,'0'0'2998,"0"0"-350,0 0-1111,0 0-104,4 18 489,62 251 996,-84-349-4554,9-82 962,9 161 668,-1-1-1,1 1 1,0-1-1,0 0 1,0 1-1,1-1 1,-1 1-1,0-1 1,1 0-1,-1 1 1,1-1 0,-1 1-1,1-1 1,0 1-1,-1 0 1,1-1-1,0 1 1,0 0-1,0-1 1,0 1-1,0 0 1,0 0-1,1 0 1,-1 0-1,0 0 1,0 0-1,1 0 1,-1 0-1,1 1 1,-1-1-1,1 1 1,-1-1 0,1 1-1,-1-1 1,1 1-1,-1 0 1,1 0-1,0-1 1,-1 1-1,1 0 1,-1 1-1,1-1 1,0 0-1,-1 0 1,1 1-1,-1-1 1,1 1-1,-1-1 1,1 1-1,-1 0 7,68 45 426,89 112 336,-158-157-752,11 5-1426,0-9-11982,-6-4 10759,4-6-234</inkml:trace>
  <inkml:trace contextRef="#ctx0" brushRef="#br0" timeOffset="3963.015">3307 481 4425,'0'0'2362,"0"0"1227,0 0-1156,0 0-1128,0 0-729,0 0-89,6 9 574,70 121 3389,99 134-1078,-171-258-3438,0-1 0,0 0 0,1 0 0,0 0 0,0-1 0,0 0 0,0 1 0,1-2 0,-1 1 0,1-1 0,0 0 0,0 0 0,1 0 0,-1-1 1,1 0-1,-1-1 0,1 1 0,-1-1 0,1 0 0,0-1 0,-1 1 0,3-2 66,7-60-10602,-15 25 3732,-1 3 4406</inkml:trace>
  <inkml:trace contextRef="#ctx0" brushRef="#br0" timeOffset="4276.903">3766 439 7458,'0'0'1344,"0"0"1355,0 0-1179,0 0-822,0 0 31,0 0 250,-18 22-147,-129 172 1393,-92 121-7,236-312-2594,0 1-3337,3-3-1177</inkml:trace>
  <inkml:trace contextRef="#ctx0" brushRef="#br0" timeOffset="5088.213">944 1604 5401,'0'0'1479,"0"0"646,0 0-738,0 0-575,0 0 115,0 0 298,24 2-186,285 2 1287,520-127 880,544-9-1636,-1360 131-1564,321-50 668,-346 40 171,-36 11-6237,22 0-395</inkml:trace>
  <inkml:trace contextRef="#ctx0" brushRef="#br0" timeOffset="7560.36">4744 1327 6281,'0'0'586,"0"0"1665,0 0 188,0 0-979,0 0-699,0 0-87,7 9 901,73-5 797,370-15 1200,-652 18-3873,-43 34 358,240-41-16,5 1-3590,8-1-1635</inkml:trace>
  <inkml:trace contextRef="#ctx0" brushRef="#br0" timeOffset="9436.279">6478 1419 6481,'0'0'6006,"0"0"-3172,0 0-1018,0 0 142,0 0-470,0 0-562,12-5-528,10-6-331,1 0-1,0 2 1,1 1-1,0 1 1,0 0 0,1 2-1,0 1 1,-1 1-1,26 1-66,-48 4-14,0 1-1,0 0 1,0-1-1,0 1 1,0 0 0,0 0-1,-1 0 1,0 0-1,1 0 1,-1 1-1,0-1 1,-1 0-1,1 0 1,0 1 0,-1-1-1,0 1 1,0-1-1,0 0 1,0 1-1,-1-1 1,1 0-1,-1 1 1,0-1 0,0 0-1,0 0 1,0 1-1,0-1 1,-1 0-1,0 1 15,-6 7 14,-1 0 1,1 0-1,-2-1 0,1 0 0,-2-1 0,1 0 0,-1-1 0,0 0 0,-1 0 0,0-1 0,0-1 1,0 0-1,-1-1 0,-11 4-14,90-55-39,69 15 171,-130 34-147,1 0 0,-1 1 0,0-1 0,0 1 0,-1 1 0,1-1 0,-1 1-1,0-1 1,0 1 0,0 1 0,-1-1 0,0 0 0,0 1 0,0-1 0,-1 1 0,1 0 0,-1 0 0,-1 0-1,1 0 1,-1 0 0,0 4 15,3 2-7,10 128-62,-19-132 110,0 0 0,0-1 0,-1 1 0,0-2 0,0 1 1,-1 0-1,0-1 0,0-1 0,0 1 0,-1-1 0,0 0 1,0-1-1,0 0 0,0 0 0,-1 0 0,1-1 0,-1-1 1,0 0-1,0 0 0,0 0 0,-1-1-41,7 0 13,-239 27 795,241-30-1135,1 1 0,-1-1-1,0 1 1,0-1 0,1 1-1,-1-1 1,1 1 0,0-1-1,-1 0 1,1 1 0,0-1-1,0 0 1,0 1 0,0-1-1,0 0 1,0 1 0,0-1-1,1 0 1,-1 1 0,1-1-1,-1 1 1,1-1-1,0 1 1,-1-1 0,1 1-1,0-1 1,0 1 0,0 0-1,0-1 1,0 1 0,0 0-1,1 0 1,0-1 327,25-28-6068,4 1 2789</inkml:trace>
  <inkml:trace contextRef="#ctx0" brushRef="#br0" timeOffset="8385.78">6410 684 5513,'0'0'1110,"0"0"-683,0 0-307,0 0 176,0 0 1153,0 0 545,0-5-244,37-161 5739,-22 215-7174,-2 48 976,-10-51-1002,3-1 0,1 0 0,2 0 0,2-1 0,2 0 1,2-1-1,2 0 0,1-1 0,3-1 0,5 6-289,-22-39-694,-23-12-10069,12 0 8803,-14-7-5923</inkml:trace>
  <inkml:trace contextRef="#ctx0" brushRef="#br0" timeOffset="8685.534">6257 1183 3833,'0'0'6711,"0"0"-3745,0 0-1732,0 0-153,0 0 279,0 0 422,10 0-434,98-1-551,0-4-1,-1-5 1,0-5-1,68-20-796,-97 13-4085,-50 11-672</inkml:trace>
  <inkml:trace contextRef="#ctx0" brushRef="#br0" timeOffset="10470.294">7546 927 3289,'0'0'5577,"0"0"-1770,0 0-2278,0 0-943,0 0-75,0 0 156,-3 9-45,-14 80 818,63-91 1215,-45 0-2624,0 0 0,0 1 1,1-1-1,-1 0 0,0 0 0,0 0 0,-1 0 1,1-1-1,0 1 0,-1 0 0,1 0 0,-1 0 0,0 0 1,0-1-1,0 1 0,0 0 0,0 0 0,0-1 0,-1 1 1,1 0-1,-1 0 0,1 0 0,-1 0 0,0 0 1,0 0-1,0 0 0,0 0 0,0 0 0,0 0 0,-1 0 1,1 0-1,-1 1 0,1-1 0,-1 1 0,1-1 0,-1 1 1,0-1-1,0 1 0,0 0 0,0 0 0,0 0 1,0 0-1,0 0 0,0 1 0,0-1 0,0 1 0,0-1 1,-1 1-1,1 0 0,0 0 0,0 0 0,-1 0 0,0 0-31,-1 2 7,0 0 0,1 0-1,0 1 1,-1 0 0,1-1-1,0 1 1,0 0 0,0 0-1,0 1 1,1-1 0,0 0-1,-1 1 1,1 0 0,0 0-1,1-1 1,-1 1 0,1 0-1,-1 0 1,1 0 0,1 1-1,-1-1 1,0 0 0,1 0-1,0 0 1,0 1 0,0-1-1,1 0 1,-1 0 0,1 0-1,0 0 1,0 1-7,1-4 7,-1 1 1,1-1-1,-1 1 0,1-1 0,-1 0 1,1 0-1,0 0 0,-1 0 1,1 0-1,0 0 0,0 0 0,0 0 1,0-1-1,0 1 0,0-1 0,0 0 1,0 1-1,0-1 0,0 0 0,0 0 1,0 0-1,0 0 0,0-1 1,0 1-1,0-1 0,0 1 0,0-1 1,0 0-1,0 1 0,0-1 0,0 0 1,-1 0-1,1 0 0,0-1 0,-1 1 1,1 0-1,-1-1 0,1 1-7,-1-3-8,1 0 0,-1 0 1,0 0-1,0 0 0,-1-1 0,1 1 0,-1 0 0,0 0 0,0 0 0,0-1 0,-1 1 0,1 0 1,-1 0-1,0 0 0,0 0 0,-1 0 0,1 0 0,-1 0 0,0 0 0,0 1 0,0-1 0,0 1 1,-1-1-1,0 1 0,1 0 0,-2-1 8,-3-3-2174,9-8-6863,9 3 5269</inkml:trace>
  <inkml:trace contextRef="#ctx0" brushRef="#br0" timeOffset="14426.301">8182 1011 2969,'0'0'2407,"0"0"-625,0 0 1853,0 0-1267,0 0-703,0 0 1,-6 0-175,-13 4-467,30 0 436,48 5 612,-46-8-2129,493 6 2714,-142-7-3520,-364 6-10025,-25 5 3019,4-5 5647</inkml:trace>
  <inkml:trace contextRef="#ctx0" brushRef="#br0" timeOffset="15253.471">8431 1375 6601,'0'0'1902,"0"0"1972,0 0-1463,0 0-1089,0 0-51,0 0 380,15 4 277,42-3-1009,-53-3-917,1 1 0,-1-1 0,1 1 0,-1 0 0,1 0 0,0 1 0,-1 0 0,1-1 0,0 1 0,0 1 0,-1-1 0,1 1 0,0 0 0,-1 0 0,1 0 1,-1 1-1,1-1 0,-1 1 0,0 0 0,1 0 0,-1 1 0,0-1 0,-1 1 0,1 0 0,0 0 0,-1 0 0,1 1 0,-1-1 0,0 1 0,0 0 0,-1 0 0,1 0 0,-1 0 0,0 0 0,0 1 1,0-1-1,-1 0 0,1 1 0,-1 0 0,0 0-2,-1-1 8,-1-1 0,0 1 0,0-1 1,0 1-1,-1-1 0,1 1 0,-1-1 1,0 0-1,0 0 0,0 0 0,0 0 1,0 0-1,-1 0 0,1-1 0,-1 1 1,0-1-1,0 1 0,0-1 0,0 0 1,0 0-1,0-1 0,-1 1 0,1-1 1,-1 1-1,1-1 0,-1 0 0,1 0 1,-1-1-9,-50 10 622,266-29-464,-207 22-168,0-1 0,0 0 0,-1 1 0,1 0 0,-1 0 0,0 1 0,0-1 0,0 1 0,0 0 0,-1 0 0,1 0 0,-1 0 0,0 0 0,-1 1 0,1 0 0,-1-1 0,1 1 0,-1 0 0,-1 0 0,1 0 0,-1 1 0,0-1 0,0 0 0,0 0 0,-1 1 0,0-1 0,0 0 0,0 1 0,-1-1 0,0 0 0,0 0 1,0 1-1,0-1 0,-1 0 0,0 0 0,0 0 0,0-1 0,-1 1 0,0 0 0,0-1 0,0 0 0,-4 5 10,-11 2 112,-1 0 0,0-1 1,-1-1-1,0 0 0,0-2 1,-1 0-1,0-1 0,0-2 0,0 0 1,-1-1-1,0-1 0,1-1 1,-1-1-1,0-1 0,-12-2-112,2 2-357,31 1-850,13-3-5143,-1 1 3725,20-12-2926,5-2 845</inkml:trace>
  <inkml:trace contextRef="#ctx0" brushRef="#br0" timeOffset="17078.68">11574 285 432,'0'0'10098,"0"0"-5019,0 0-2743,0 0-1162,0 0-421,0 0 125,14 11 50,95 117 422,-104-118-1289,-2-5-32,-1 0 0,1 1-1,-1-1 1,2 0 0,-1 0-1,0-1 1,1 1 0,0-1-1,0 1 1,0-1-1,1 0 1,-1-1 0,1 1-1,0-1 1,0 0 0,0 0-1,1-1 1,1 2-29,0-36 56,-6 24-80,-1 1 0,0 0 1,-1-1-1,0 1 0,0 0 0,-1-1 1,1 1-1,-2 0 0,1 0 0,-1 0 0,0 1 1,0-1-1,-1 1 0,0-1 0,0 1 0,0 0 1,-1 1-1,0-1 0,0 1 0,0 0 0,-1 0 1,0 0-1,0 1 0,0 0 0,0 0 1,-1 1-1,0 0 0,1 0 0,-1 0 0,0 1 1,-4-1 23,3 1-15,-1 1 1,0 0 0,1 1 0,-1 0 0,1 0 0,-1 1 0,0 0 0,1 0 0,-1 1 0,1 0 0,0 0-1,0 1 1,0 0 0,0 1 0,0 0 0,1 0 0,-1 1 0,1 0 0,0 0 0,0 0 0,1 1 0,0 0-1,0 0 1,0 1 0,1 0 0,0 0 0,0 0 0,1 0 0,-1 2 14,-6 10 26,0 2 0,1-1 0,1 1 0,2 0 0,0 1-1,1 0 1,0 0 0,2 0 0,1 1 0,0 17-26,3-31 8,-1 0 0,1 0-1,1 1 1,0-1 0,0 0 0,1 0-1,0-1 1,1 1 0,-1 0-1,2-1 1,-1 1 0,1-1 0,1 0-1,-1 0 1,1-1 0,1 1 0,-1-1-1,1 0 1,1-1 0,-1 1-1,1-1 1,0 0 0,0-1 0,1 0-1,0 0 1,0-1 0,0 0 0,0 0-1,3 0-7,26 7 269,-1-1 1,1-3-1,1-1 0,0-1 0,-1-2 0,1-2 0,0-2 0,28-4-269,-61 5 48,140-30 807,-143 21-3068,-32 1-6580,29 8 7641,-18-2-9359</inkml:trace>
  <inkml:trace contextRef="#ctx0" brushRef="#br0" timeOffset="16031.69">10375 423 4929,'0'0'2027,"0"0"2527,0 0-1773,0 0-982,0 0-288,0 0-323,12-12-30,65 278 2009,-64-207-2677,0-1-345,19 100 415,-23-53-3268,-46-94-10502,20-11 11284</inkml:trace>
  <inkml:trace contextRef="#ctx0" brushRef="#br0" timeOffset="16436.294">10114 789 6593,'0'0'623,"0"0"1682,0 0-609,0 0-440,0 0-202,12-1-25,546-50 7769,-516 65-12407,16-9-5291,-37-20 4200,0-4 1892</inkml:trace>
  <inkml:trace contextRef="#ctx0" brushRef="#br0" timeOffset="12857.083">8633 201 5737,'0'0'1685,"0"0"1770,0 0-1395,0 0-1005,0 0-93,-3 23 171,-31 151 984,30-159-1804,-10 33 90,-2 0-1,-1-1 1,-3-1-1,-2-1 1,-1-1 0,-3-1-1,-11 13-402,17-39-2047,-15-16-8701,22-9 8209</inkml:trace>
  <inkml:trace contextRef="#ctx0" brushRef="#br0" timeOffset="13214.38">8294 328 6409,'0'0'2014,"0"0"2174,0 0-2136,0 0-854,0 0 413,0 0 126,21 18-460,131 103 3,-116-97-938,-18-15-266,0 0 1,-1 1-1,0 1 1,-1 1-1,0 1 0,-1 0 1,-1 0-1,0 2 1,-1 0-1,0 0 1,-1 1-1,-1 1 1,-1 0-1,0 0 1,-1 1-1,-1 0 1,4 12-77,-6-24-1076,5-13-3690,20-56-8232,-17 27 10694</inkml:trace>
  <inkml:trace contextRef="#ctx0" brushRef="#br0" timeOffset="13844.155">8745 10 6553,'0'0'646,"0"0"683,0 0 964,0 0-411,0 0-671,0 0-280,5-1 25,120-8 3698,-121 12-4640,-1-1 0,0 1 1,0-1-1,0 1 0,0 0 0,-1 0 0,1 0 0,-1 1 1,0-1-1,1 0 0,-2 1 0,1 0 0,0-1 1,-1 1-1,1 0 0,-1 0 0,0 0 0,-1 0 0,1 0 1,-1 0-1,1 0 0,-1 0 0,0 0 0,-1 0 1,1 0-1,-1 0 0,1 0 0,-1 0 0,-1 0 0,1-1 1,0 1-1,-1 0 0,0-1 0,0 1 0,0-1 0,0 1 1,-1-1-1,0 2-14,-51 53 453,54-57-434,0-1 26,0 0-14,25 0-103,-20-1 74,-1 1 0,0 1 0,0-1-1,1 1 1,-1-1 0,0 1 0,0 0 0,0 1 0,0-1 0,0 1-1,0-1 1,0 1 0,0 0 0,0 1 0,-1-1 0,0 1 0,1 0 0,-1-1-1,0 2 1,0-1 0,0 0 0,-1 0 0,1 1 0,-1-1 0,0 1-1,0 0 1,0 0 0,0 0 0,-1 0 0,2 4-2,2 10 75,0 1 1,0-1-1,-2 1 1,-1 0-1,0 0 0,-1 0 1,-1 1-1,-1-1 1,-1 4-76,0-18 24,0-1 0,-1 1-1,0-1 1,0 1 0,0-1 0,0 0 0,0 0 0,-1 0 0,0-1 0,0 1 0,0-1 0,0 0 0,0 0-1,-1 0 1,1-1 0,-1 1 0,0-1 0,1 0 0,-1-1 0,0 1 0,0-1 0,0 0 0,-1 0 0,1 0-1,0-1 1,0 0 0,0 0 0,-1 0 0,1-1 0,0 0 0,0 0 0,0 0 0,-3-1-24,-10 2-783,5-2-2769,6-3-1987,4-1-6517</inkml:trace>
  <inkml:trace contextRef="#ctx0" brushRef="#br0" timeOffset="19781.84">132 3618 5705,'0'0'1965,"0"0"731,0 0-737,0 0-742,0 0-224,0 0 33,6 11 1085,194 5 1588,4 1-3484,-182-13-3661,2-18-9268,-24 3 11041</inkml:trace>
  <inkml:trace contextRef="#ctx0" brushRef="#br0" timeOffset="20237.444">232 3884 4441,'0'0'2067,"0"0"1214,0 0-1239,0 0-603,0 0 5,0 0 201,13 2 45,226-6 2100,-54-11-3247,-184 15-619,-1 0-93,0 0 9,0 0-306,0 0-819,0-23-12520,0 9 12025</inkml:trace>
  <inkml:trace contextRef="#ctx0" brushRef="#br0" timeOffset="26697.251">2655 4234 2457,'0'0'7398,"0"0"-2809,0 0-2168,0 0-458,0 0-747,0 0-469,11-4-156,28-9-367,1 2 0,0 2-1,0 2 1,1 1 0,-1 2 0,25 1-224,-63 5-6,0-1 1,-1 1-1,1-1 0,0 1 1,0 0-1,-1 0 0,1 0 1,-1 0-1,1 0 1,-1 0-1,0 0 0,0 0 1,0 1-1,0-1 0,0 0 1,0 1-1,-1-1 1,1 1-1,-1-1 0,0 1 1,0-1-1,0 0 0,0 1 1,0-1-1,0 1 0,-1-1 1,1 1-1,-1-1 1,1 1-1,-1-1 0,0 0 1,0 0-1,0 1 0,-1-1 1,1 0-1,0 0 1,-1 0-1,1 0 0,-1 0 1,0-1-1,0 1 0,1 0 1,-1-1-1,0 1 0,-1-1 6,-90 68 526,101-74-525,0 1 0,0 0 1,0 0-1,1 1 0,-1 0 0,1 0 0,0 1 1,0 0-1,0 1 0,0 0 0,0 0 1,0 1-1,0 0 0,0 1 0,0 0 0,0 0 1,0 1-1,0 0 0,0 1 0,-1-1 1,1 2-1,-1-1 0,0 1 0,5 4-1,-1 0-7,0 0 0,-1 1-1,-1 1 1,0 0-1,0 0 1,-1 1 0,0 0-1,-1 0 1,0 1 0,0 0-1,-2 1 1,0 0-1,0 0 1,-1 0 0,0 0-1,-2 1 1,1 0 0,-2 0-1,1 0 1,-2 0 0,0 13 7,-5-20 63,0-1 0,0 0 0,-1 0 0,0 0 0,0 0 0,0-1 1,-1 0-1,0 0 0,0 0 0,0-1 0,-1 0 0,1 0 0,-1-1 1,0 1-1,0-1 0,0-1 0,0 0 0,-1 0 0,1 0 0,-1-1 1,1 0-1,-1 0 0,1-1 0,-1 0 0,0 0 0,-5-2-63,-2 3 78,4 1-64,-1 0 1,1-1-1,0 0 1,-1-1-1,1-1 1,0 0-1,0 0 1,-1-1-1,1 0 1,0-1-1,1 0 1,-1-1-1,0 0 1,1-1-1,0 0 1,0 0-1,-3-4-14,11-50-4255,26 23-1620,7 4-2855</inkml:trace>
  <inkml:trace contextRef="#ctx0" brushRef="#br0" timeOffset="27559.788">5360 3643 6041,'0'0'1202,"0"0"2233,0 0-914,0 0-867,0 0-336,0 0 207,23-2 132,379-27 2571,-231 21-3602,-171 8-597,0 0 140,-3 0 25,-210 7-192,106-2-2793,3-3-5207,64-2-773</inkml:trace>
  <inkml:trace contextRef="#ctx0" brushRef="#br0" timeOffset="21953.204">1741 3088 5673,'0'0'3229,"0"0"-553,0 0-1017,0 0-500,0 0-78,-3 24 95,-35 150 1224,-27-35-622,42-98-1574,3 2 1,1 0 0,2 1-1,2 0 1,3 2-1,1 0-204,10-55-8551,-1-7 4888,-2-23 496,3 8 1339</inkml:trace>
  <inkml:trace contextRef="#ctx0" brushRef="#br0" timeOffset="22232.712">1450 3101 4417,'0'0'2166,"0"0"1212,0 0-1686,0 0-394,0 0 219,16 18 212,100 118 1427,75 236-92,-134-317-3119,-8-70-5650,3-63-4653,-31 38 7380</inkml:trace>
  <inkml:trace contextRef="#ctx0" brushRef="#br0" timeOffset="23721.746">2718 3457 3713,'0'0'2871,"0"0"831,0 0-1704,0 0-1029,5-18-306,30-216 1162,-33 210-1625,0 0 1,-1-1 0,-2 1-1,-1-1 1,0 1-1,-2 0 1,0 0 0,-2 0-1,-1 0 1,-1 1-1,-1 0 1,0 1 0,-2 0-1,-12-18-200,-2 28 1156,21 52-768,4-32-409,4 44 401,3 0-1,1 0 1,3-1-1,1-1 1,3 0-1,3 0 1,1-2-1,3 0 1,1-2 0,3 0-1,1-2 1,4 2-380,18 19 33,-48-64-68,-1-1-225,0 0-585,-11-6-6742,-10-32-352,16 17 6034</inkml:trace>
  <inkml:trace contextRef="#ctx0" brushRef="#br0" timeOffset="24255.44">3014 3315 10986,'0'0'3903,"0"0"-1930,0 0-300,0 0 94,2 21-567,22 162 455,-24-183-1703,0-1 0,0 1 1,1-1-1,-1 1 0,0 0 0,0-1 0,1 1 1,-1 0-1,0-1 0,1 1 0,-1 0 0,0-1 1,1 1-1,-1 0 0,0 0 0,1-1 0,-1 1 1,1 0-1,-1 0 0,1 0 0,-1-1 1,0 1-1,1 0 0,-1 0 0,1 0 0,-1 0 1,1 0-1,-1 0 0,1 0 48,-1-75-456,0 59 260,0 7 159,1-1-1,0 1 0,0-1 1,1 1-1,0-1 1,1 1-1,0 0 1,0 0-1,1 0 0,0 1 1,1-1-1,0 1 1,0 0-1,1 0 1,0 1-1,0 0 0,2-2 38,-4 8 32,1 0-1,-1 0 0,0 0 0,0 1 1,0 0-1,0 0 0,0 0 1,1 0-1,-1 1 0,0 0 0,0 0 1,0 0-1,0 0 0,0 0 1,0 1-1,0 0 0,-1 0 0,1 0 1,-1 0-1,1 0 0,-1 1 1,0 0-1,0-1 0,0 1 0,0 0 1,0 1-1,-1-1 0,1 0 0,-1 1 1,0-1-1,0 1 0,0 0 1,0 0-1,-1 0 0,0 0 0,0 0 1,0 0-1,0 2-31,17 24 489,38 29-794,-51-65-6388,1-11 4572,-5 15 588,9-19-4948,3 2 4897</inkml:trace>
  <inkml:trace contextRef="#ctx0" brushRef="#br0" timeOffset="24630.791">3391 3097 2721,'0'0'7004,"0"0"-2793,0 0-2481,0 0-500,0 0 299,0 0-243,0-7-445,14-17-38,23 52 75,62 111 947,-90-121-1713,0-1 1,2 0-1,0-1 1,0 0-1,2 0 1,0-1-1,1-1 1,0 0 0,1-1-1,1-1 1,0 0-1,5 2-112,-18-13-223,-1 0-1,1 0 1,0 0-1,-1-1 0,1 1 1,0-1-1,-1 0 1,1 0-1,0 0 1,0 0-1,-1 0 1,1 0-1,0-1 1,-1 1-1,1-1 1,-1 0-1,1 0 1,0 0-1,-1 0 0,0-1 1,1 1-1,-1 0 1,0-1-1,0 0 1,0 1-1,0-1 1,0 0-1,0 0 1,0 0-1,0 0 1,-1-1-1,1 1 1,-1 0-1,0-1 0,0 1 1,0-1-1,0 1 1,0-1-1,0 0 224,30-105-11688,-29 82 10575</inkml:trace>
  <inkml:trace contextRef="#ctx0" brushRef="#br0" timeOffset="24911.884">3819 2923 6081,'0'0'1251,"0"0"1933,0 0-1004,0 0-1026,0 0-67,0 0 289,-15 22-31,-91 140 923,-53 103 1407,143-226-3510,14-21-4655,2-17-2279</inkml:trace>
  <inkml:trace contextRef="#ctx0" brushRef="#br0" timeOffset="25879.187">1475 3897 6121,'0'0'519,"0"0"-336,0 0 201,0 0 1194,0 0-110,0 0-321,32 2 1797,194-8 843,113-17-2877,-101 6-570,1176-78 1994,-1135 62-1840,-325 54-3913,11-3-2823,16-11-49</inkml:trace>
  <inkml:trace contextRef="#ctx0" brushRef="#br0" timeOffset="32995.599">11094 2529 1824,'0'0'9952,"0"0"-5833,0 0-2062,0 0-267,0 0-163,0 0-247,5-6-183,32 103-290,119 598 2437,-150-665-7310,-24-47-2835,12 10 6481,-23-27-5925,1-1 2750</inkml:trace>
  <inkml:trace contextRef="#ctx0" brushRef="#br0" timeOffset="33247.548">10840 2944 8954,'0'0'1652,"0"0"886,0 0-1088,0 0-255,0 0 576,0 0 195,28 0-780,174 0 501,-137-4-1097,0-4-1,0-2 0,-1-3 0,45-15-589,-31 8-628,-57 15-1866,-10-1-2769</inkml:trace>
  <inkml:trace contextRef="#ctx0" brushRef="#br0" timeOffset="29894.839">7358 3325 5065,'0'0'791,"0"0"-448,0 0 110,0 0 1154,0 0-189,0 0-399,-4 2-103,-14 8 1,14-7-131,4-3-174,0 0-25,0 0-99,0 0 72,0 0 75,0 0-63,19 0 301,403-28 1949,-44-20-1656,307 4-1166,-569 38 160,630-59 1950,-316-2-1161,-421 66-896,8-3-1034,-77 1-2590,17-9-2653,-1-6-2893</inkml:trace>
  <inkml:trace contextRef="#ctx0" brushRef="#br0" timeOffset="30503.231">8706 2538 6937,'0'0'1317,"0"0"2005,0 0-972,0 0-1134,0 0-541,0 0-133,-3-2-229,0 2-269,0 1 0,0 0 0,0 0 0,0 0-1,0 1 1,1-1 0,-1 0 0,1 1 0,-1 0 0,1 0 0,-1 0 0,1 0 0,0 0 0,0 0 0,0 0 0,0 1 0,0-1 0,1 1 0,-1 0 0,1-1 0,0 1 0,-1 0 0,1 0 0,1 0 0,-1 0 0,0 0 0,1 0 0,-1 1-44,-11 21 552,-22 38 657,-6 6-536,3 1 0,4 2 1,3 1-1,-2 16-673,23-58-1134,9-41-6003,0-33-706,-6 0 5098,-3 1 2416</inkml:trace>
  <inkml:trace contextRef="#ctx0" brushRef="#br0" timeOffset="30830.87">8317 2542 6753,'0'0'1101,"0"0"1649,0 0-309,0 0-643,0 0-9,21 22 160,124 132 941,142 142-596,-233-268-5805,-52-80-11849,-6 23 11794</inkml:trace>
  <inkml:trace contextRef="#ctx0" brushRef="#br0" timeOffset="31522.303">8876 2245 6129,'0'0'1351,"0"0"2334,0 0-1754,0 0-912,0 0-179,0 0 147,5-1 27,120-11 3013,-118 65-3605,-46 37 83,8-45-201,31-45-288,29-4 197,-14-1-68,-13 3-148,-1 1 1,1-1-1,0 1 1,0 0 0,0 0-1,0 0 1,0 0-1,0 0 1,0 0-1,0 0 1,0 1 0,0-1-1,0 1 1,0-1-1,0 1 1,1 0-1,-1 0 1,0 0 0,0 0-1,0 0 1,0 0-1,1 1 1,-1-1-1,0 1 1,0 0 0,0-1-1,0 1 1,0 0-1,0 0 1,0 1-1,0-1 1,-1 0 0,1 0-1,0 1 1,-1-1-1,1 1 1,-1 0-1,1-1 1,-1 1 0,0 0-1,0 0 1,0 0-1,0 0 1,0 0-1,0 0 1,0 0 0,-1 0-1,1 0 1,0 2 2,4 236 1499,-6-236-1444,0-1-1,0 0 1,0 1 0,0-1 0,-1 0-1,1 0 1,-1 0 0,0 0 0,0 0-1,0 0 1,0-1 0,-1 1 0,1-1-1,-1 1 1,1-1 0,-1 0 0,0 0-1,0 0 1,0 0 0,0-1 0,0 1-1,-1-1 1,1 0 0,0 0-1,-1 0 1,1 0 0,0 0 0,-1-1-1,1 0 1,-1 0 0,1 0 0,-1 0-1,1 0 1,-1-1 0,1 1 0,-3-2-55,-58 0-4621,31 1-4626,23 1 1889</inkml:trace>
  <inkml:trace contextRef="#ctx0" brushRef="#br0" timeOffset="32429.866">8885 3547 3441,'0'0'2798,"0"0"1789,0 0-1634,0 0-1333,0 0-406,0 0 9,-7-1-159,4 1-994,0-1 0,0 1-1,0 0 1,0 0 0,0 1 0,0-1 0,1 1-1,-1-1 1,0 1 0,0 0 0,1 0 0,-1 0-1,0 0 1,1 1 0,-1-1 0,1 1 0,-1-1 0,1 1-1,0 0 1,0 0 0,0 0 0,0 0 0,0 1-1,0-1 1,1 0 0,-1 1 0,1-1 0,-1 1-1,1-1 1,0 1 0,0 0 0,0 0 0,1-1-1,-1 1 1,1 0 0,-1 0 0,1 0 0,0 1-70,0-1 21,-1 0 1,1 0-1,1 0 1,-1 0-1,0 0 1,1 0 0,-1 0-1,1 0 1,0 0-1,0-1 1,0 1 0,0 0-1,1-1 1,-1 1-1,1 0 1,0-1-1,-1 0 1,1 1 0,0-1-1,0 0 1,1 0-1,-1 0 1,0 0-1,1 0 1,-1-1 0,1 1-1,0-1 1,-1 0-1,1 1 1,0-1-1,0 0 1,0-1 0,0 1-1,-1 0 1,1-1-1,0 0 1,0 0-1,0 0 1,0 0 0,0 0-1,0 0 1,0-1-1,0 1 1,0-1 0,1-1-23,8 5 11,1-1 0,-1-1-1,1 0 1,-1-1 0,1 0-1,-1-1 1,0-1 0,1 0 0,-1 0-1,0-1 1,0-1 0,0 0-1,-1 0 1,1-2 0,-1 1-1,0-1 1,0-1 0,-1 0-1,0 0 1,5-6-10,-13 11-17,0-1 0,0 0 0,0 0 0,-1 0 0,1 0 0,-1 0 1,0 0-1,0 0 0,0 0 0,0-1 0,0 1 0,-1 0 0,1-1 0,-1 1 0,0 0 0,0-1 0,0 1 1,-1 0-1,1-1 0,-1 1 0,0 0 0,0 0 0,0-1 0,0 1 0,0 0 0,-1 0 0,1 0 0,-1 1 1,0-1-1,0 0 0,0 0 0,0 1 0,-1-1 0,1 1 0,-1 0 0,1 0 0,-1 0 0,0 0 0,0 0 1,-2 0 16,-130-40 382,14 62 421,118-19-789,0 0-1,0 0 1,0 1 0,0-1-1,0 1 1,1 0-1,-1 0 1,1-1-1,-1 2 1,1-1-1,0 0 1,0 0-1,0 1 1,0-1 0,0 1-1,1 0 1,-1-1-1,1 1 1,-1 0-1,1 0 1,0 0-1,0 0 1,0 0-1,1 0 1,-1 0 0,1 1-1,0-1 1,0 0-1,0 0 1,0 0-1,0 0 1,1 1-1,-1-1 1,1 0-1,0 0 1,0 0-1,0 0 1,0 0-14,4 2-134,0-1 0,1 1 0,-1-1 0,1 0 0,0-1 0,0 1 0,0-1 0,0 0 0,1-1 0,-1 1 0,1-1 1,-1 0-1,1-1 0,0 0 0,0 0 0,0 0 0,0-1 0,-1 0 0,1 0 0,7-2 134,-9 2-330,3 0 169,76-3-7612,-50-8 7882,-31 9 106,1 1 0,-1 0 0,0 0 0,0 0 0,0 1-1,1-1 1,-1 1 0,0 0 0,1 0 0,-1 0 0,0 0 0,1 0 0,-1 1 0,0-1 0,0 1 0,1 0 0,-1 0 0,0 0 0,0 1 0,0-1 0,0 1 0,0 0 0,-1-1 0,1 1-1,0 0 1,-1 1 0,1-1 0,-1 0 0,0 1 0,0-1 0,0 1 0,0 0 0,0 0 0,-1 0 0,1 0 0,-1 0 0,1 0-215,42 126 2160,-42-118-1840,55 297 2498,-56-313-4811,0-38-9224,-1 10 4278</inkml:trace>
  <inkml:trace contextRef="#ctx0" brushRef="#br0" timeOffset="33854.016">12097 2548 8194,'0'0'8607,"0"0"-5172,0 0-2201,0 0-291,0 0 244,0 0-327,16 18-228,4 4-475,53 91 388,-58-73-353,-12-29-146,0 1-1,1 0 0,1-1 0,0 1 0,0-1 0,1-1 0,1 1 1,-1-1-1,2 0 0,0-1 0,8 9-45,-15-72-259,-6 41 233,1 0 1,-2 1-1,1 0 0,-2 0 0,0 0 1,0 1-1,-1-1 0,0 2 0,-1-1 0,0 2 1,-1-1-1,0 1 0,0 0 0,-1 1 1,0 0-1,-1 1 0,0 1 0,0-1 0,0 2 1,-1 0-1,1 0 0,-1 1 0,-1 1 0,-3-1 26,8 8 0,1 0 0,1 0 0,-1 1 0,1 0 0,0 0 0,0 1 0,0 0 0,1 0 0,0 0 0,0 1 0,0 0 0,1 0 0,0 1 0,1-1 0,-1 1 0,1 0 0,1 0 0,0 1 0,0-1 0,1 1 0,0-1 0,0 1 0,1 0 0,0 0 0,0-1 0,1 3 0,-4 5 41,0-1 0,1 1 0,1-1 0,0 1 0,1 0 0,1 0 0,0 0 0,2 0 0,-1 0 0,2-1 0,0 1 0,1-1 0,1 0 0,0 0 0,1 0 0,0 0 0,1-1 0,1 0 0,0-1 0,1 1 0,1-2 0,0 1 0,0-2 0,1 1 0,1-1 0,0-1 0,6 4-41,0-5 114,1 0-1,1-2 0,-1 0 0,1-1 0,0-1 0,0-1 1,1 0-1,-1-2 0,1 0 0,0-2 0,-1 0 1,1-1-1,0-1 0,-1-1 0,2-2-113,-5 1-125,1-1 0,-1-1 0,0 0 0,0-1 0,0-1 1,-1-1-1,-1 0 0,1-1 0,10-10 125,-6-34-4680,-20 38-138</inkml:trace>
  <inkml:trace contextRef="#ctx0" brushRef="#br0" timeOffset="35262.526">944 2728 4561,'0'0'1991,"0"0"1363,0 0-801,0 0-936,0 0-374,0 0 127,-5-19 3227,-3 20-4524,1 1 0,-1-1 0,0 1 0,1 0 0,-1 1 0,1 0 0,0 0 0,0 0 0,0 1 0,1 0 0,-1 1 0,1-1 0,0 1 0,0 0 0,0 1 0,1 0 0,0 0 0,0 0 1,0 0-1,1 1 0,0-1 0,-1 3-73,-71 164 36,66-145 10,1 1-1,2 0 1,0 0 0,2 1-1,1 0 1,2 0 0,0 0-1,3 0 1,0 0-1,2 0 1,1 0 0,1 0-1,2-1 1,1 0 0,1 0-1,1-1 1,6 9-46,48 68 552,5-4-1,5-2 1,28 24-552,-31-40 239,-4 3 0,-4 3 0,-4 2 0,21 49-239,-74-128 0,0 0 1,-1 1-1,0 0 0,-1 0 0,-1 0 0,0 0 0,0 1 0,-2-1 0,1 1 1,-2-1-1,0 1 0,0 0 0,-2-1 0,1 1 0,-2-1 0,0 1 1,0-1-1,-1 0 0,-1 0 0,-1 1 0,-9 53-511,15-67 571,0 0-41,0 0-54,0-7-325,0-67-3843,-2 30-2003</inkml:trace>
  <inkml:trace contextRef="#ctx0" brushRef="#br0" timeOffset="41224.594">1664 4700 5937,'0'0'344,"0"0"-160,0 0-176,0 0-8,0 0-560,0 0-376,81 0 936,-64-9-1256</inkml:trace>
  <inkml:trace contextRef="#ctx0" brushRef="#br0" timeOffset="48483.549">1948 3041 5497,'0'0'731,"0"0"151,0 0 1534,0 0-605,0 0-832,0 0-118,-5 2-58,-39 9 302,44-11-1045,0 0 53,0 0 122,0 0 34,0 0 136,0 0 86,0 0-67,0 0 32,0 0-2,0 0-107,0 0-214,0 0 20,0 0-105,0 0-18,0 0-1,0 0 43,-6 0 331,6 0 2167,78-48-1493,40 23-1066,-115 28-31,-1 0-1,0 0 1,-1 0-1,1 0 1,0 1 0,-1-1-1,0 1 1,0-1-1,0 1 1,0 0 0,-1-1-1,1 1 1,-1 0-1,0-1 1,0 1 0,0 0-1,-1 0 1,1-1 0,-1 1-1,0 0 1,0-1 20,-46 49 113,19-33 31,60-23-164,81-24 78,-110 28-77,0 0 0,0 0 0,0 1 0,0-1 0,0 1 0,0 0 0,0 0 0,0 0 0,0 0 0,0 0 0,0 1 0,-1-1 0,1 1 0,-1 0 0,1-1 0,-1 1 0,0 0 0,1 1 0,-1-1 0,0 0 0,-1 1 0,1-1 0,0 1 0,-1-1 0,1 1 0,-1 0 0,0 0 1,0 0-1,0 0 0,0 0 0,0 0 0,-1 0 0,1 0 0,-1 0 0,0 0 0,0 2 19,1 0 13,-1 0 0,0 0 1,0 0-1,0 0 0,-1-1 0,0 1 1,0 0-1,0 0 0,0 0 0,-1-1 1,0 1-1,0 0 0,0-1 0,0 0 1,-1 1-1,1-1 0,-1 0 1,0 0-1,-1-1 0,1 1 0,-1-1 1,1 0-1,-1 1 0,0-1 0,0-1 1,-1 1-1,1-1 0,0 0 0,-1 0 1,0 0-1,1 0 0,-1-1 1,0 0-1,0 0 0,1 0 0,-1 0 1,0-1-1,0 0 0,-1 0-13,-29 0 101,-13 0 145,15 0-7740,33-1-1974,0-2 7294</inkml:trace>
  <inkml:trace contextRef="#ctx0" brushRef="#br0" timeOffset="53591.741">975 2654 4441,'0'0'2156,"0"0"1334,0 0-1356,0 0-1099,0 0-487,0 0-1,21-6 2064,-3-9-2390,0 1 0,1 1 0,1 0 0,0 2 1,1 0-1,0 2 0,0 0 0,1 1 0,0 1 0,1 1 0,-1 1 0,1 2 0,0 0 0,0 1 0,0 1 0,7 1-221,-21 2 21,-1 1 0,0 0 0,-1 0 0,1 1 0,-1 0 0,1 0 0,-1 1 0,0 0 0,-1 0 0,1 1 0,-1 0 0,0 0 0,4 5-22,27 22 25,-22-23 100,1-1 1,-1-1-1,2-1 0,-1 0 0,1-1 0,0-1 1,0 0-1,1-1 0,0-1 0,-1-1 1,1 0-1,0-2 0,16-1-124,84-44 1123,-44 8-1008,215-50-57,8 74 16,-159-36-52,-115 39-6,-1 0 0,2 2 0,-1 0 0,1 2 0,0 1 0,0 0 0,1 2 0,6 0-16,129 37 127,65 35-41,-194-55-74,0-1 1,1-2-1,0-2 0,0 0 1,1-2-1,0-2 0,9 0-12,-1-4 44,-1-1 0,1-3 0,-1-1 0,0-2 0,31-9-44,-12 2-6,0 3-1,1 2 0,-1 2 1,1 4-1,55 4 7,149 29 63,99 23-69,-284-54 18,29 4 10,0-4-1,1-6 0,-1-4 1,-1-5-1,0-5 0,45-16-21,-139 28 3572,11 4-2815,277 78 430,-300-74-962,-1 0-51,0 0-105,42 0-125,-34-2-27,0 0 0,0 0-1,0-1 1,-1 0 0,1-1-1,-1 0 1,0 0 0,0 0-1,0-1 1,-1 0 0,1 0 0,-1-1-1,-1 0 1,1 0 0,0-2 83,40-32-895,0 15 565,1 2 1,1 2 0,1 2-1,1 3 1,1 1 0,0 3-1,0 2 1,1 2 0,0 3-1,1 2 1,33 2 329,-36-2-134,68-3-237,-49 5 273,0-4 0,-1-2 0,1-4 0,18-7 98,-62 6-41,22 13-279,-15 22 197,-27-18 122,0 0-1,1 0 1,-1 0 0,1 0 0,0-1 0,1 0 0,-1 0 0,1-1 0,-1 0 0,1 0 0,0 0 0,0-1 0,0 0 0,1 0 0,-1-1-1,0 0 1,1 0 0,-1-1 0,1 0 0,-1 0 0,0-1 0,1 0 0,-1 0 0,0-1 0,0 1 0,1-2 0,0 0 1,17-13 134,-1-1 1,-1-1-1,-1-1 1,0-1-1,-1 0 1,-2-2 0,0-1-1,5-9-134,-5 8 316,-10 19-308,-1-1 0,1 1 1,0 0-1,0 1 0,0 0 0,1 0 0,0 1 1,-1 1-1,1-1 0,0 2 0,0-1 0,1 1 1,-1 1-1,0 0 0,0 0 0,0 1 0,0 0 1,0 1-1,8 2-8,1-2 13,565 117 123,-581-119-136,0 0 0,0 0-1,0 0 1,0 0 0,0 0-1,-1-1 1,1 1 0,0-1-1,0 0 1,0 0 0,-1 0-1,1 0 1,0 0 0,-1-1-1,1 1 1,-1-1 0,0 1-1,1-1 1,-1 0-1,0 0 1,0 0 0,0 0-1,0 0 1,-1-1 0,1 1-1,-1-1 1,1 1 0,-1-1-1,0 1 1,0-1 0,0 0-1,0 0 1,0 0 0,6-12-2,0 8 4,-1 1 1,1 0-1,0 0 1,1 0-1,-1 1 1,1 0-1,0 0 1,1 1-1,-1 0 1,1 0-1,-1 1 1,1 1-1,0-1 1,0 1-1,1 1 0,-1-1 1,0 2-1,0-1 1,1 1-1,-1 1 1,6 0-3,51-6 11,138-104 42,-196 105-73,12-5 16,-1 0-1,2 1 0,-1 2 0,1 0 0,0 1 0,0 0 0,0 2 0,1 1 0,7 0 5,78 58-123,-87-48 141,0-1-1,0-1 1,0-1-1,1-1 1,0 0-1,0-2 1,-1 0-1,2-1 1,-1-2-1,17-2-17,50-29-89,114 29 47,-59 69-37,-88-34 102,-27-20-12,1-2 0,1-2-1,0 0 1,0-2-1,0-1 1,1-2 0,0 0-1,-1-3 1,1 0-1,23-4-10,28 2 77,116 3-20,-24 5-116,-1-9 0,1-7 0,-2-7 0,123-31 59,-241 39-28,0 2 0,0 2-1,0 3 1,44 3 28,-25 0 73,-66 1-78,1 0-1,-1 0 0,0 1 0,0 0 1,0 0-1,0 1 0,0 0 1,-1 0-1,0 0 0,0 1 0,0 0 1,0 0-1,-1 1 0,0-1 0,0 1 1,0 0-1,-1 1 0,0 0 6,29 30-21,196 111 75,-227-145-68,0 1 0,0 0 1,0 0-1,0 0 0,-1 0 1,0 0-1,1 1 0,-2-1 1,1 0-1,0 1 0,-1-1 1,0 0-1,0 1 0,0-1 1,0 0-1,-1 1 0,0-1 1,0 0-1,0 0 0,0 1 1,-1-1-1,0 0 1,1 0-1,-1 0 0,-1-1 1,1 1-1,-1 0 0,1-1 14,-5 11-9,0 3 32,1 1 0,0-1 1,1 1-1,1 0 1,0 0-1,2 0 1,0 1-1,1-1 1,1 0-1,1 1 1,0-1-1,1 1 1,1-1-1,1 0 1,6 16-24,2-11 16,-10-21-15,-1 1 0,1-1 1,0 1-1,-1 0 1,1 0-1,-1 0 1,0-1-1,0 1 1,0 0-1,0 0 1,0 1-1,-1-1 1,1 0-1,-1 0 1,0 0-1,0 0 1,0 0-1,-1 1 1,1-1-1,-1 0 1,1 0-1,-1 0 0,0 0 1,0 0-1,-1 0 1,1 0-1,-1-1 1,1 1-1,-2 2-1,-14 20 4,-1-2 14,1 0 0,1 1 1,1 1-1,1 0 0,2 1 0,0 1 1,2 0-1,1 0 0,1 1 0,1 0 1,2 0-1,-2 18-18,8-41 6,1 0-1,0-1 1,-1 1 0,1 0-1,1-1 1,-1 0 0,1 1-1,-1-1 1,1 0 0,1 0 0,-1 0-1,0-1 1,1 1 0,0-1-1,0 0 1,0 0 0,0 0-1,0 0 1,1-1 0,-1 0-1,1 0 1,-1 0 0,1 0-1,0-1 1,0 0 0,0 0-1,4 1-5,-6 59-161,-4-15 252,-1-33-83,1 0 0,1 0 0,0 0 0,1 0 0,0 0 0,1 0 0,0 0 0,1-1 0,1 1 0,0-1 0,0 1 0,1-1 0,3 4-8,-4-11 4,0 0 0,0 1 0,-1-1 0,0 1 0,0 0 0,0-1 0,-1 1 1,0 0-1,0 1 0,0-1 0,-1 0 0,0 1 0,0-1 0,-1 0 0,0 1 0,0-1 0,0 1 1,-1-1-1,0 0 0,0 1 0,-1-1 0,1 0 0,-1 0 0,-1 0 0,1 0 0,-1 0 0,0 0-4,-34 62 38,15-31 17,1 1 0,3 0 0,1 2 0,2 0-1,-7 30-54,16 140-18,8-186-9,1 0 1,0 0 0,2-1-1,1 1 1,0-1-1,2 0 1,10 20 26,-2 0 11,-18-30-147,-11-10 153,-1-1 0,0 0-1,0-1 1,0-1-1,0 0 1,0-1-1,0-1 1,0 0 0,0 0-1,1-2 1,-1 1-1,-6-4-16,-59-11-12,67 17-573,7 1-3583,1 0-2660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54:43.353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509 329 7146,'0'0'360,"0"0"689,-26 15-366,-2-2-517,12-5-62,0-1 1,1 2 0,0 0-1,0 1 1,1 1 0,1 0-1,-1 0 1,2 2 0,0-1-1,-1 3-104,0-1 236,0 0-1,0 1 1,2 1 0,0 0-1,0 1 1,2 0 0,0 0-1,1 1 1,1 0 0,0 0-1,2 1 1,0 0-1,1 0 1,1 0 0,0 0-1,2 1 1,0-1 0,2 1-1,2 17-235,2-28 22,1-1-1,0 0 1,0 0-1,1 0 1,0-1-1,1 0 1,-1-1-1,1 0 1,0 0-1,1 0 1,0-1-1,0-1 1,0 1-1,0-1 0,0-1 1,1 0-1,0 0 1,0-1-1,0 0 1,0-1-1,0 0 1,0 0-1,0-1 1,0-1-1,0 0 1,0 0-1,10-3-21,1 3 105,-1-1-1,1-2 0,0 0 1,-1-1-1,0-1 1,0 0-1,-1-2 0,0-1 1,0 0-1,-1-1 1,0-1-1,0 0 0,-1-2 1,-1 0-1,0-1 1,-1 0-1,-1-1 0,6-9-104,-14 16 33,-2-1-1,1 1 1,-1-1-1,0 0 1,-1 0-1,0 0 1,-1 0-1,0 0 1,0-1-1,-1 1 1,0-1-1,0 1 1,-1-1-1,-1 0 1,1 1-1,-2-1 1,1 1-1,-1-1 0,-1 1 1,0 0-1,0 0 1,-1 0-1,0 0 1,-2-3-33,-5-7 74,0-1 0,-2 2 0,0 0 1,-1 0-1,-1 1 0,0 1 0,-2 0 0,0 1 0,-17-11-74,28 21 13,0 1 0,-1 0-1,1 1 1,-1-1 0,0 1-1,0 0 1,0 1-1,0 0 1,-1 0 0,1 1-1,0-1 1,-1 2 0,1-1-1,-1 1 1,1 0-1,-1 0 1,1 1 0,-1 0-1,1 1 1,-1 0 0,1 0-1,0 0 1,0 1 0,0 0-1,0 0 1,1 1-1,-1-1 1,1 2 0,0-1-1,0 1 1,0 0 0,1 0-1,0 0 1,0 1-1,0 0 1,-1 2-13,-8 9 50,1 1-1,0 0 1,1 1-1,1 1 1,1-1-1,1 2 1,1 0-1,0 0 1,2 0-1,0 1 1,2-1-1,0 1 1,1 1-1,1-1 1,2 0-1,0 1 1,2 5-50,-1-20 9,1 0 0,-1 0 1,2 0-1,-1 0 1,1-1-1,0 1 0,1-1 1,0 0-1,0 0 1,1 0-1,-1-1 0,1 1 1,1-1-1,-1 0 0,1-1 1,0 1-1,1-1 1,-1 0-1,1-1 0,0 0 1,0 0-1,0 0 1,1-1-1,-1 0 0,7 2-9,206 22-40,-199-26 64,-1-1-1,1-1 0,0 0 1,-1-2-1,0-1 0,0 0 1,0-2-1,0 0 0,-1-1 1,0-1-1,0-1 0,-1 0 1,0-1-1,-1-2 0,0 1 1,-1-2-1,0 0 0,-1-1 1,0-1-1,-1 0 0,-1-1 1,-1 0-1,0-1 0,-1 0 1,-1-1-1,0 0 0,-1-1 1,-1-2-24,-6-5-19,-2 0 1,0 0 0,-2 0-1,-1 0 1,-1 0-1,-1 0 1,-1 1 0,-1 0-1,-1 0 1,-2 1-1,0 0 1,-2 0-1,0 1 1,-2 1 0,0 0-1,-2 1 1,0 1-1,-1 0 1,-1 1 0,-1 1-1,-1 1 1,0 0-1,-1 2 1,-1 0-1,0 2 1,-20-9 18,27 13 52,1 1-1,-2 0 1,1 2 0,-1 0-1,0 0 1,0 1 0,-1 2-1,1-1 1,-1 2 0,0 0-1,0 1 1,0 1 0,0 0-1,0 1 1,0 1-1,1 1 1,-1 0 0,1 1-1,-1 1 1,1 1 0,1 0-1,-1 1 1,1 0 0,0 2-1,1-1 1,-12 11-52,-2 4 93,2 2 0,1 1 0,2 0 0,0 2 0,1 1 0,2 1 0,2 0 0,0 2 0,2 0 0,1 0 0,2 2 0,1 0 1,2 0-1,1 1 0,2 0 0,1 0 0,0 35-93,5-59 11,2-1 1,-1 1-1,1-1 1,1 1-1,0-1 1,0 0-1,1 0 1,0 0-1,1 0 1,0-1-1,1 1 1,0-1-1,0 0 1,1 0-1,0-1 1,0 1-1,1-1 1,0-1-1,1 1 1,0-1-1,0-1 1,0 0-1,1 0 1,0 0-1,0-1 1,0 0-1,1-1 1,-1 0-1,9 2-11,25 8-7,1-1 1,1-2-1,0-2 0,0-2 0,1-2 0,0-2 1,-1-2-1,1-2 0,0-2 0,0-2 1,-1-2-1,3-3 7,-35 10 16,1-2 0,0 1 1,-1-2-1,1 0 0,-1 0 1,0-2-1,0 1 0,0-2 1,0 1-1,-1-2 0,0 0 0,0 0 1,-1-1-1,0-1 0,0 0 1,-1 0-1,0-1 0,-1 0 1,0 0-1,-1-1 0,0-1 1,-1 1-1,0-1 0,0-1 1,-1 1-1,3-14-16,-7 7-24,0-1 1,-2 0-1,-1 1 1,0-1-1,-1 0 1,-2 1-1,1 0 1,-2-1-1,-1 2 1,0-1-1,-2 1 1,0 0-1,-1 0 0,0 1 1,-2 0-1,0 1 1,0 0-1,-2 0 1,0 2-1,-1 0 1,0 0-1,-1 1 1,0 1-1,-1 0 1,-7-3 23,11 7 24,0 0 1,0 0 0,0 1-1,-1 1 1,0 0 0,0 1-1,-1 0 1,1 1 0,-1 0-1,0 1 1,0 1 0,0 0-1,0 1 1,-1 1 0,1 0-1,0 1 1,0 0 0,0 1-1,0 1 1,0 0 0,0 1-1,-12 5-24,8 4 37,0 0-1,1 1 0,1 1 0,0 0 0,1 2 0,1-1 0,0 2 0,2 0 0,0 0 0,1 1 1,0 1-1,2 0 0,0 0 0,-5 21-36,9-29 6,0 0-1,0 0 1,1 1 0,0-1-1,1 1 1,1 0 0,0 0 0,1 0-1,0 0 1,1 1 0,0-1-1,1 0 1,1 0 0,0 0-1,0 0 1,2 0 0,-1-1 0,2 1-1,0-1 1,0 0 0,1 0-1,1-1 1,-1 0 0,2 0 0,0 0-1,0-1 1,1 0 0,0-1-1,1 0 1,0 0 0,0-1-1,1 0 1,0-1 0,0 0 0,1-1-1,10 4-5,6-2 6,1-1-1,-1-1 0,1-2 1,1-1-1,-1-1 0,0-1 1,1-2-1,-1-1 0,0-2 1,0 0-1,0-2 0,-1-1 1,1-1-1,-2-2 0,1-1 1,0-1-6,-16 6 2,0 0-1,-1 0 1,1-1 0,-1-1 0,0 0 0,-1 0 0,0-1 0,0 0 0,-1-1-1,0 0 1,-1-1 0,0 0 0,-1 0 0,0 0 0,-1-1 0,0 0 0,-1-1-1,0 1 1,-1-1 0,0 0 0,-1 0 0,1-7-2,-2 6-10,0 0 0,-1 0 0,0 0 0,-1 0 1,-1 0-1,0 0 0,-1 0 0,-1 0 0,0 1 0,0-1 0,-2 1 0,1 0 1,-2 0-1,0 0 0,0 1 0,-1 0 0,-1 0 0,0 1 0,-1 0 0,0 0 1,0 1-1,-1 0 0,0 0 0,-1 1 0,0 1 0,-1 0 0,1 1 0,-2 0 1,1 0-1,-1 1 0,0 1 0,0 0 0,0 1 0,-1 1 0,1 0 0,-1 0 1,0 1-1,0 1 0,0 1 0,0 0 0,0 0 0,-9 3 10,-9 10 54,0 2-1,1 1 0,1 2 1,1 1-1,0 1 1,2 1-1,0 2 1,1 0-1,2 2 0,0 1 1,2 0-1,1 2 1,1 1-1,1 0 1,1 2-1,2 0 0,2 0 1,-1 6-54,5-20 36,1 2 1,1-1 0,1 1 0,1 1-1,0-1 1,1 1 0,1 0 0,1 0-1,1 0 1,1 1 0,1-1-1,0 0 1,3 13-37,2-24-3,0-1-1,0 0 0,1 0 1,0 0-1,0 0 1,1-1-1,0 0 0,0-1 1,1 0-1,0 0 0,0 0 1,0-1-1,1 0 1,-1-1-1,1 0 0,1 0 1,-1-1-1,0 0 1,1 0-1,-1-1 0,1-1 1,0 1-1,0-2 1,8 1 3,13 2 16,0-2 1,0-1 0,0-1 0,0-1 0,0-2 0,0-2 0,-1 0 0,0-2 0,0-1 0,25-12-17,-40 15 11,-1-1 1,1 0-1,-1-2 1,0 1-1,-1-2 1,0 0-1,-1 0 1,0-1-1,0-1 1,-1 0-1,-1 0 1,0-1-1,-1 0 1,0-1-1,-1 0 1,0-1-1,-2 0 1,1 0-1,-2 0 1,0 0-1,1-9-11,-2 5-40,-1 1 0,-1-1 0,-1 0 0,-1 1 0,0-1-1,-1 0 1,-1 1 0,-1-1 0,-1 1 0,-3-12 40,4 23-15,1-1 0,-2 1 0,1-1 0,-1 1 0,0 0 0,0 1 0,-1-1 0,0 1 0,0 0 1,-1 0-1,1 0 0,-1 1 0,0 0 0,-1 0 0,1 0 0,-1 1 0,0 0 0,0 0 0,-1 1 0,1 0 0,-1 0 0,1 1 0,-1 0 0,0 0 0,-8 0 15,-11 1 6,0 1 0,0 1-1,0 2 1,0 1 0,0 0 0,1 3-1,-1 0 1,1 1 0,1 1-1,0 2 1,0 0 0,1 2-1,1 1 1,0 1 0,1 0-1,0 2 1,2 0 0,0 2-1,1 0 1,0 1 0,2 1-1,1 1 1,-2 3-6,12-19 0,0 1 0,0 0 0,1 1 0,0-1 0,0 1 0,1 0-1,0 0 1,0 1 0,1-1 0,0 1 0,0 0 0,1 0 0,0 0 0,1 0 0,0 0 0,0 0 0,1 0-1,0 1 1,1-1 0,0 0 0,0 0 0,1 0 0,0 0 0,1 0 0,0-1 0,0 1 0,1-1 0,0 0-1,1 2 1,14-1-23,0 0 0,0-2 0,1 0-1,0-2 1,0 0 0,0-1-1,0-1 1,1-1 0,0 0 0,-1-2-1,1 0 1,0-2 0,-1 0-1,1-1 1,13-5 23,1 2 3,0-2 1,-1-1-1,0-1 0,0-2 1,-1-2-1,-1-1 1,0-1-1,12-10-3,-30 17-2,0 0 1,-1 0-1,0-2 0,-1 1 1,0-2-1,-1 1 1,0-1-1,-1-1 0,0 0 1,-1-1-1,0 0 0,-1 0 1,-1-1-1,-1 0 1,0 0-1,0 0 0,-2-1 1,0 0-1,1-8 2,-3 12-9,0-1-1,0 1 1,-1-1 0,-1 0-1,0 1 1,-1-1-1,0 0 1,-1 1 0,0 0-1,-1-1 1,0 1 0,-1 0-1,-1 0 1,0 1-1,0-1 1,-1 1 0,-1 0-1,0 1 1,0-1 0,-1 1-1,0 1 1,-1 0-1,0 0 1,0 0 0,-1 1-1,0 1 1,-1 0 0,1 0-1,-1 1 1,-1 0-1,1 1 1,-1 0 0,-12-2 9,6 2 2,0 1 0,-1 1 1,1 1-1,-1 0 0,0 2 1,0 0-1,1 1 0,-1 1 1,1 1-1,-1 0 0,1 1 1,0 1-1,0 1 0,0 1 1,1 0-1,0 1 0,1 1 1,0 1-1,0 0 0,-9 9-2,5 0-321,1 2 0,1 1-1,1 0 1,1 1-1,1 0 1,1 2 0,0 3 321,-17 53-4940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54:45.210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1130 356 5841,'0'0'5420,"0"0"-2918,-8-18-1204,4 5-1006,3 7-181,0 1-1,-1-1 1,0 1 0,0 0-1,0-1 1,0 1 0,-1 0-1,0 0 1,0 1 0,0-1-1,0 1 1,-1-1 0,0 1-1,0 0 1,0 1 0,0-1-1,-1 1 1,1-1 0,-1 1-1,0 1 1,0-1 0,-1 0-111,-8 0 224,-1 0 0,1 1 0,-1 1 0,0 0 0,1 1-1,-1 0 1,0 1 0,1 1 0,-1 1 0,1 0 0,-1 0 0,1 2 0,0-1 0,1 2 0,-1 0 0,1 1 0,0 0 0,-2 3-224,-19 12 164,2 1 1,1 2 0,1 1-1,1 1 1,1 1-1,-3 8-164,13-17 110,0 1 0,2 1 0,0 1 0,1 1 0,2 0 0,0 0 0,1 1 0,2 1 0,0 0 0,2 0 0,1 1 0,-3 21-110,9-43 3,1-1 0,0 1-1,-1-1 1,2 1-1,-1 0 1,0-1-1,1 1 1,0-1 0,0 1-1,0-1 1,0 1-1,0-1 1,1 0-1,-1 0 1,1 1 0,0-1-1,0 0 1,0-1-1,1 1 1,-1 0 0,1-1-1,-1 1 1,1-1-1,0 0 1,0 1-1,0-2 1,0 1 0,0 0-1,0 0 1,1-1-1,-1 0 1,0 0-1,1 0 1,-1 0 0,1 0-1,0-1-2,143 2 2,-143-2 2,49-5 23,-1-3 0,-1-2 0,1-2-1,-2-2 1,0-2 0,-1-3 0,0-2 0,-2-2 0,17-12-27,-46 24-56,0-1 0,-1-1 0,-1-1 0,0 0 0,0-1-1,-2-1 1,0 0 0,0-1 0,-2 0 0,0-1 0,-1-1 0,-1 0 0,-1 0 0,0-1 0,-2 0 0,0 0 0,3-20 56,-9 34-5,0-1 0,-1 1 0,1 0 0,-1-1-1,-1 1 1,1 0 0,-1-1 0,0 1-1,-1 0 1,0 0 0,0 0 0,0 0 0,0 0-1,-1 0 1,0 1 0,0-1 0,-1 1 0,0 0-1,0 0 1,0 0 0,0 0 0,-1 1 0,1-1-1,-1 1 1,-1 1 0,1-1 0,-2 0 5,-9-5 32,-1 2 1,0 0 0,-1 0-1,0 2 1,0 0 0,0 1-1,0 1 1,-1 1 0,-5 0-33,-29-3 221,-1 2 1,0 3-1,0 1 1,1 4 0,-1 1-1,1 3 1,1 2-1,0 2 1,0 3-1,2 2 1,0 2 0,1 2-1,1 3 1,0 2-222,36-18 78,0 1 0,0 0 0,1 0 1,0 2-1,1-1 0,0 1 1,1 1-1,1 0 0,0 0 0,0 0 1,1 1-1,1 0 0,1 1 0,0-1 1,0 1-1,2 0 0,0 1 0,0-1 1,2 0-1,0 1 0,0-1 0,2 8-78,-1-16-6,1 0-1,0 1 1,0-1-1,1 0 0,0 0 1,0 0-1,1 0 0,-1 0 1,1-1-1,1 1 1,0-1-1,0 0 0,0 0 1,0 0-1,1 0 0,0-1 1,0 1-1,1-2 0,-1 1 1,1 0-1,0-1 1,0 0-1,1-1 0,3 3 7,180 44-305,-128-43 158,0-3 0,1-2-1,-1-4 1,0-2 0,0-2-1,2-4 148,-49 5-86,-1 0-1,1-1 1,-1 0 0,0-1-1,0-1 1,-1 0 0,0-1-1,-1 0 1,0-1 0,0-1-1,-1 1 1,0-2-1,-1 0 1,-1 0 0,0-1-1,0 0 1,-1 0 0,-1-1-1,0 0 1,-1 0 0,0-1-1,-2 0 1,1 0-1,-2 0 1,0 0 0,-1-1-1,0 1 1,-2-1 0,1 1-1,-2-1 1,0 0 0,-1 1-1,-3-13 87,2 15 44,0 0 0,0 0 0,-1 0 0,-1 0 0,-1 0-1,1 1 1,-2 0 0,0 0 0,0 1 0,-1 0 0,0 0 0,-1 1-1,0 0 1,-1 0 0,0 1 0,-1 0 0,0 1 0,0 0 0,0 1 0,-1 1-1,0-1 1,-1 2 0,1 0 0,-8-2-44,-13-4 138,0 2 0,-1 1 0,0 1 0,0 2-1,-1 2 1,1 1 0,-1 1 0,1 2 0,-10 3-138,24-3 60,0 2 0,1 1 0,-1 0 0,1 2 0,0 0 0,0 1 0,0 0 0,1 2 0,0 0 0,1 2 0,0-1 0,1 2 0,0 0 0,1 1 0,0 1 0,1 0 0,-1 2-60,-3 5 32,0 1-1,2 0 1,0 2-1,2-1 0,0 2 1,2 0-1,0 0 1,2 1-1,1 1 1,1-1-1,2 1 1,0 3-32,5-23-3,0 1 1,1 0-1,0-1 1,0 1 0,1 0-1,-1 0 1,2-1-1,-1 1 1,1-1-1,1 1 1,-1-1 0,1 0-1,0 0 1,1 0-1,0 0 1,0 0 0,0-1-1,1 0 1,0 0-1,0 0 1,1-1-1,-1 1 1,1-1 0,0-1-1,1 1 1,-1-1-1,7 3 3,13 7-51,2-2-1,-1 0 1,2-2 0,-1-1-1,1-2 1,0 0-1,1-2 1,0-2-1,-1 0 1,1-2 0,0-1-1,0-2 1,0 0-1,0-2 1,-1-2-1,26-7 52,-38 9-31,1-1 0,-1-1 0,0 0 0,0-1 0,-1-1 0,0-1 0,0 0 0,-1-1 0,0 0 0,0-1 0,-2-1 0,1-1 0,-2 0 0,1 0 0,-2-1 0,0-1 0,0 0 0,-2 0 0,0-1 0,-1 0 0,0 0 0,-1-1 0,-1 0 0,2-9 31,-5 7-12,-1 0 0,-1 1 0,0-1 1,-1 0-1,-1 0 0,-1 0 0,-1 0 0,0 1 0,-2-1 0,0 1 0,-1 0 0,0 1 0,-2-1 0,0 1 0,-1 1 0,0-1 0,-2 2 0,0-1 0,0 1 0,-2 1 0,0 0 0,0 1 1,-1 0-1,-10-6 12,0 2 69,0 0 0,-1 2 1,-1 1-1,0 1 0,-1 1 1,0 1-1,-1 2 0,0 0 1,0 2-1,-1 2 0,0 0 1,0 2-1,0 1 0,0 1 1,0 1-1,0 2 0,-8 2-69,20 0 19,1 0-1,0 1 0,0 0 0,0 2 0,0 0 0,1 0 0,0 1 0,1 1 0,0 1 0,0 0 0,1 1 0,0 0 0,1 1 0,0 0 0,1 1 0,1 0 0,0 1 0,1 0 0,0 1 0,1 0 0,-6 16-18,-2 5 23,1 2-1,2-1 1,2 2 0,2 0 0,1 0-1,2 1 1,2-1 0,1 30-23,2-61-1,1 0 1,0 0-1,1 0 1,0 0-1,0 0 1,0 0-1,1 0 1,0 0-1,1 0 1,0-1-1,0 1 1,1-1-1,0 0 1,0 0-1,0 0 1,1-1-1,0 1 1,0-1-1,1 0 1,0-1 0,0 1-1,0-1 1,1 0-1,-1-1 1,8 4 0,12 6-47,0-1 0,1-1 1,0-1-1,1-2 0,0-1 1,1-1-1,0-1 0,-1-2 1,2-1-1,-1-1 0,0-1 0,1-2 1,-1-1-1,17-3 47,-21 1-30,-1-1-1,1-1 0,-1-1 1,0-1-1,-1-1 0,0-1 1,-1-1-1,0-1 0,0-1 1,-2-1-1,1-1 1,-2-1-1,0 0 0,-1-1 1,-1-2-1,0 1 0,-2-2 1,0 0-1,-1-1 1,-1 0-1,-1-1 0,-1-1 1,-1 1-1,-1-2 0,0 0 1,-2 0-1,-2 0 0,0 0 1,-1-1-1,-1 0 1,-1-5 30,0 19 11,0 0 1,0 0-1,-1 0 1,0-1-1,-1 1 1,-1 0-1,0 0 1,0 0-1,-1 0 1,0 0-1,-1 0 1,0 1-1,-1-1 1,0 1-1,-1-1 1,0 2-1,0-1 1,-1 0-1,-1 1 1,1 0-1,-1 1 1,-1-1-1,0 1 1,0 1 0,0 0-1,-1 0 1,0 0-1,-1 1 1,1 0-1,-1 1 1,0 0-1,-1 1 1,0 0-12,-3 2 36,0 1 0,-1 1-1,1 0 1,0 1 0,-1 0 0,1 1 0,0 1 0,0 0 0,0 1 0,1 0 0,-1 1 0,1 1 0,0 0 0,0 1 0,1 0 0,0 1-1,0 1 1,1 0 0,0 0 0,1 1 0,0 0 0,0 1 0,1 0 0,0 0 0,1 1 0,1 0 0,0 1 0,0 0 0,1 0-1,1 0 1,0 1 0,1-1 0,-1 7-36,-6 19 30,3 0-1,0 1 0,3 0 1,1 0-1,2 0 0,2 5-29,-1-35 5,0 0 0,1 0 0,0 0 0,0 0 0,1 0 0,0 0 0,1 0 0,1-1 0,-1 1 0,1 0 0,1-1 0,0 0 0,0 0 0,1 0-1,0 0 1,0-1 0,1 0 0,0 0 0,1 0 0,-1-1 0,2 0 0,-1 0 0,1-1 0,1 1-5,16 8-86,0-2 1,0-1-1,2-1 1,-1-2-1,1 0 1,1-2-1,0 0 1,0-3-1,0 0 1,0-1-1,0-2 1,1-1 0,-1-1-1,0-2 1,1 0-1,-1-2 1,-1-1-1,2-2 86,-13 2-20,0-1 0,-1-1 0,0 0 0,-1 0 0,0-2 0,0 0 0,-1 0 0,0-1 0,-1-1 0,0 0-1,-1-1 1,0 0 0,-1-1 0,-1 0 0,0 0 0,-1-1 0,0 0 0,-1-1 0,-1 1 0,-1-2 0,0 1 0,-1 0 0,0-1 0,-2 0 0,0 1 0,-1-1 0,0 0 0,-2 0 0,0 0 0,-2-12 20,2 21 23,0 0 0,0 1 0,-1-1 0,0 0 0,-1 1 0,1-1 0,-1 1 0,-1 0 0,0 0 0,0 0 0,0 1 0,0-1 0,-1 1 0,0 0 0,-1 0 0,1 1 0,-1-1 0,0 1 0,0 0 0,-1 1 1,0 0-1,1 0 0,-2 0 0,1 1 0,0 0 0,0 0 0,-1 1 0,0 0 0,1 0 0,-1 1 0,0 0 0,-6 0-23,-5 0 63,1 0 0,-1 1 0,0 1 0,0 0-1,0 2 1,1 0 0,-1 1 0,1 1 0,0 1 0,1 0 0,-1 1 0,1 1 0,-7 5-63,6-2 18,0 1 1,0 1 0,1 0 0,1 1 0,0 1 0,1 1 0,1 0 0,0 1 0,1 0 0,1 1 0,1 1 0,0-1 0,2 2-1,0 0 1,1 0 0,1 0 0,1 1 0,0 0 0,2 0 0,1 0 0,-1 17-19,3-32-12,1 0-1,0 0 1,0 1 0,1-1 0,-1 0-1,1 0 1,1 0 0,-1 0 0,1 0-1,0 0 1,0 0 0,1-1 0,0 1-1,0-1 1,0 1 0,1-1 0,-1 0-1,1 0 1,0-1 0,1 1-1,-1-1 1,1 0 0,0 0 0,0-1-1,0 1 1,0-1 0,1 0 0,0-1-1,-1 1 1,1-1 0,3 1 12,14 3-124,1 0-1,0-2 1,1-1 0,-1-1 0,1 0-1,-1-2 1,1-1 0,-1-1 0,1-1-1,-1-2 1,0 0 0,0-1-1,-1-2 1,0 0 0,0-1 0,-1-1-1,20-13 125,-28 15-22,-1 1 0,0-2 0,0 0 0,-1 0 0,-1-1-1,0-1 1,0 0 0,-1 0 0,0-1 0,-1 0 0,0-1-1,-1 0 1,0 0 0,-1-1 0,-1 0 0,0 0 0,-1-1-1,-1 1 1,0-1 0,-1 0 0,0 0 0,-1 0-1,-1-1 1,0-1 22,-2 9 11,1 0 0,-1 1 0,0-1 0,-1 1 0,0 0-1,0-1 1,0 1 0,-1 0 0,0 0 0,-1 0 0,1 1 0,-1-1 0,-1 1-1,1 0 1,-1 0 0,0 0 0,0 1 0,-1 0 0,1 0 0,-1 0-1,-1 0 1,1 1 0,0 0 0,-1 1 0,0-1 0,0 1 0,0 1 0,0-1-1,-4 0-10,-225-28 345,219 30-367,-1 2 0,1 0-1,-1 1 1,1 0-1,0 2 1,0 0 0,0 0-1,0 2 1,1 0-1,0 1 1,0 1 0,1 0-1,0 1 1,-3 3 22,-36 82-3065,49-49-2609,5-8-3337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54:51.728"/>
    </inkml:context>
    <inkml:brush xml:id="br0">
      <inkml:brushProperty name="width" value="0.2" units="cm"/>
      <inkml:brushProperty name="height" value="0.4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690 75 1856,'0'0'3497,"0"0"1244,0 0-2747,0 0-1039,0 0-267,0 0 59,-11-12 52,-33-36 99,40 46-840,1 0-1,0 0 0,-1 1 1,1-1-1,-1 1 0,1 0 1,-1 0-1,1 0 0,-1 0 1,0 1-1,0 0 0,1-1 1,-1 1-1,0 1 0,1-1 1,-1 0-1,0 1 0,0 0 1,1 0-1,-1 0 0,1 0 0,-1 1 1,1-1-1,0 1 0,-1 0 1,1 0-1,0 0 0,0 0 1,0 1-1,0-1 0,1 1 1,-1 0-58,2-2 18,-42 33 414,1 3-1,2 1 1,2 2 0,1 2-1,3 1 1,1 2 0,-18 35-432,43-70 79,1 1 1,1 1-1,0-1 1,0 1-1,1 0 1,0 0-1,1 1 0,1-1 1,0 1-1,1 0 1,0 0-1,1 0 1,0 0-1,2 6-79,1-15 22,1 1 1,1-2-1,-1 1 1,1 0-1,-1-1 1,1 1-1,0-1 0,0 0 1,0-1-1,1 1 1,-1-1-1,1 1 0,-1-1 1,1-1-1,0 1 1,0-1-1,0 0 1,0 0-1,0 0 0,0 0 1,0-1-1,0 0 1,0 0-1,0-1 0,0 1 1,0-1-1,0 0 1,1-1-23,3 2 82,6-1-93,0 0 0,1-1 0,-1 0 0,-1-2 1,1 0-1,0 0 0,-1-1 0,0-1 0,0-1 1,-1 0-1,1 0 0,-1-1 0,-1-1 0,0 0 1,0-1-1,-1-1 0,0 1 0,-1-2 0,0 1 1,-1-1-1,0-1 0,-1 0 0,0 0 0,-1 0 0,-1-1 1,0 0-1,-1 0 0,0-1 0,-1 0 0,2-14 11,-5 18-6,0 1-1,-1-1 1,-1 1-1,1-1 0,-2 1 1,1-1-1,-2 1 1,1 0-1,-1 0 0,-1 0 1,0 0-1,0 0 0,-1 1 1,0 0-1,0 0 1,-1 0-1,-1 1 0,1-1 1,-1 2-1,-1-1 0,1 1 1,-1 0-1,-1 0 1,1 1-1,-1 0 0,0 1 1,-1 0-1,-1 0 7,-1 0 58,1 0-1,-1 1 0,0 1 1,-1 0-1,1 1 1,0 0-1,-1 1 1,1 0-1,-1 1 1,1 1-1,-1 0 1,1 0-1,-1 1 0,1 1 1,0 0-1,0 1 1,0 0-1,0 1 1,1 0-1,0 1 1,0 0-1,0 1 0,1 0 1,0 0-1,-4 5-57,-1 1 58,0 1 0,2 0 0,-1 1 0,2 0 0,0 1 0,1 0 0,1 1 0,0 0 0,1 1 0,1 0 0,1 0 0,0 1 0,2 0 0,0 0 0,-2 19-58,4-27 0,1 0 0,0 1 1,1-1-1,1 1 0,0-1 0,0 1 0,1-1 1,0 1-1,1-1 0,1 0 0,0 0 0,0 0 1,1 0-1,0 0 0,1-1 0,0 1 0,1-1 1,0-1-1,1 1 0,0-1 0,0 0 0,1-1 1,0 1-1,0-1 0,1-1 0,3 2 0,13 5-47,-1-2 0,2-1-1,-1-2 1,1 0 0,1-1-1,0-2 1,0-1 0,0-1 0,0-1-1,1-1 1,-1-2 0,1 0-1,-1-2 1,1-1 0,4-3 47,-21 5-79,-1 0 1,1-1-1,-1 0 0,1-1 1,-1-1-1,0 1 1,0-1-1,0-1 0,-1 0 1,0 0-1,0-1 1,0 0-1,0-1 1,-1 0-1,0 0 0,-1-1 1,0 0-1,0 0 1,0-1-1,-1 1 0,-1-2 1,1 1-1,-1 0 1,-1-1-1,0 0 0,0 0 1,-1 0-1,0-1 1,0-8 78,0-1 47,-1 0 0,-2 0 0,0-1 0,-1 1 0,-1 0 1,-1 0-1,0 0 0,-2 0 0,0 0 0,-2 1 0,0 0 1,-1 0-1,0 1 0,-2 0 0,0 0 0,-1 1 0,-1 0 0,0 1 1,-2 1-1,1 0 0,-2 1 0,0 0 0,-1 1 0,0 1 1,-6-3-48,12 10 80,0 1 0,0 0 0,0 0 1,-1 1-1,1 1 0,-1 0 1,0 0-1,1 1 0,-1 0 1,0 1-1,0 0 0,0 1 1,1 0-1,-1 1 0,0 0 1,1 1-1,-1 0 0,1 0 0,0 1 1,0 1-1,1-1 0,-1 2 1,1-1-1,0 1 0,0 1 1,1 0-1,0 0-80,-7 6 56,2 0 1,0 1-1,0 0 1,1 1-1,1 1 0,1 0 1,0 1-1,1-1 1,0 2-1,2-1 0,0 1 1,1 0-1,1 1 1,-3 17-57,5-21-18,1-1 1,0 1 0,0-1 0,2 1 0,0-1 0,0 1 0,2-1-1,-1 1 1,2-1 0,0 1 0,1-1 0,0 0 0,1-1 0,1 1 0,0-1-1,1 0 1,0 0 0,1-1 0,0 0 0,1 0 0,0-1 0,1 0-1,1-1 1,-1 0 0,2-1 0,-1 0 0,1 0 0,0-2 0,1 1-1,0-1 1,0-1 0,1-1 0,11 4 17,-11-4-55,0 0-1,0-1 0,0 0 1,1-1-1,0-1 1,-1 0-1,1-1 1,0-1-1,-1 0 1,1-1-1,0-1 1,-1 0-1,1-1 1,-1 0-1,0-2 1,0 1-1,0-2 1,0 0-1,-1 0 1,0-1-1,0-1 0,-1 0 1,0-1-1,-1 0 1,0-1-1,0 0 1,-1-1-1,0 0 1,-1 0-1,0-1 1,-1 0-1,0-1 1,4-10 55,-6 7 48,-1 0 0,-1 0 0,-1 0 1,0-1-1,-1 1 0,-1-1 0,0 0 0,-1 1 1,-1-1-1,0 0 0,-2 1 0,0 0 0,-1-1 1,0 1-1,-1 0 0,-1 1 0,0-1 1,-2 1-1,1 0 0,-2 1 0,0 0 0,-1 0 1,0 1-1,-1 1 0,0-1 0,-1 2 0,0-1 1,-1 2-1,0 0 0,-1 0 0,0 1 1,-1 1-1,0 1 0,0 0 0,0 0 0,-1 2 1,0 0-1,0 1 0,-16-2-48,22 6 22,-1 1 0,0 0 0,1 0 1,-1 1-1,1 1 0,0 0 0,-1 0 0,2 1 0,-1 1 0,0-1 0,1 2 1,0-1-1,0 1 0,0 0 0,1 1 0,0 0 0,0 1 0,1-1 0,-1 1 1,2 1-1,-1-1 0,2 1 0,-1 1 0,0 1-22,-11 19-197,1 1 0,2 1 0,1 0 0,1 1 0,2 0 0,-5 29 197,2 17-2472,9-17-2833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55:42.9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32 6361,'0'0'4376,"0"0"-2609,0 0-796,0 0 24,0 0 14,0 0-111,4 0-257,248-31 5147,-251 68-9665,-9-22-126,-3-2-3745</inkml:trace>
  <inkml:trace contextRef="#ctx0" brushRef="#br0" timeOffset="279.241">3 218 5761,'0'0'4996,"0"0"-2622,0 0-823,0 0-91,0 0 80,0 0-2,18 2-446,33 2-197,1-2-1,-1-3 0,1-1 0,41-9-894,15-14-197,-100 14-4327,-8 9 3180,0-2-3965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55:41.7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84 201 10490,'0'0'2690,"0"0"-1043,0 0-475,0 0-35,0 0 84,0 0-261,-11 3-382,7-2-546,1-1 7,0 1 0,0-1-1,0 1 1,1-1 0,-1 1 0,0 0 0,1 0 0,-1 0 0,1 1 0,-1-1 0,1 1 0,-1-1 0,1 1 0,0 0 0,0 0-1,0 0 1,0 0 0,0 0 0,0 0 0,1 0 0,-1 1 0,1-1 0,-1 1 0,1-1 0,0 1 0,0-1 0,0 1 0,0 0-1,1-1 1,-1 1 0,1 0 0,0 0 0,-1 0-39,1 1 34,-1-1 0,1 0 1,0 1-1,0-1 0,0 0 0,0 1 0,1-1 0,0 0 0,-1 1 0,1-1 1,0 0-1,0 0 0,1 0 0,-1 0 0,1 0 0,-1 0 0,1 0 0,0 0 1,0-1-1,0 1 0,1-1 0,-1 1 0,1-1 0,-1 0 0,1 0 0,0 0 1,-1 0-1,1-1 0,0 1 0,0-1 0,0 1 0,1-1 0,-1 0 0,0 0 1,0-1-1,1 1 0,-1-1 0,0 1 0,4-1-34,1 2 15,1 1-1,-1-2 1,1 1-1,0-1 1,0 0-1,0-1 1,-1 0-1,1-1 1,0 1-1,0-2 1,0 1-1,-1-1 1,1-1-1,-1 1 1,1-1-1,-1-1 1,0 0 0,5-3-15,-12 5-8,1 0 1,-1-1 0,1 1-1,-1-1 1,0 1 0,0-1-1,0 0 1,0 1 0,-1-1 0,1 0-1,-1 0 1,1 1 0,-1-1-1,0 0 1,0 0 0,0 0-1,-1 1 1,1-1 0,0 0 0,-1 0-1,0 1 1,0-1 0,0 0-1,0 1 1,0-1 0,-1 1-1,1-1 1,-1 1 0,1 0 0,-1 0-1,0-1 1,0 1 0,0 0-1,0 1 1,0-1 0,0 0-1,-3-1 8,-94-45 64,95 47-70,0-1 0,0 1 0,0 0 0,0 0 0,0 1 0,-1-1 0,1 1 0,0 0 0,0 0 0,-1 0 0,1 1 0,0-1 0,0 1 0,0 0 0,0 0 0,-1 1 0,2-1 0,-1 1 0,0 0 0,0 0 0,0 0 1,1 1-1,-1-1 0,1 1 0,0 0 0,0 0 0,0 0 0,0 0 0,0 0 0,1 1 0,0-1 0,-1 1 0,1 0 0,0-1 0,1 1 0,-1 0 0,1 0 0,0 0 0,0 1 0,0-1 0,0 0 0,0 4 6,2-5-173,0 0 0,0-1 0,0 1 0,1 0 0,-1-1 0,1 0 0,-1 1 0,1-1-1,0 0 1,0 0 0,-1 0 0,2 0 0,-1 0 0,0 0 0,0 0 0,1-1 0,-1 1 0,1-1 0,-1 0 0,1 0 0,-1 0 0,1 0 0,0 0-1,0 0 1,-1-1 0,1 1 0,0-1 0,0 0 0,0 0 0,0 0 0,0 0 173,34 3-4362</inkml:trace>
  <inkml:trace contextRef="#ctx0" brushRef="#br0" timeOffset="282.719">72 0 9538,'0'0'4238,"0"0"-2489,0 0-794,0 0 81,0 0 405,0 0-174,10 9-463,317 299 849,-319-299-2047,11 12-998,-3-14-5287,-9-7-39</inkml:trace>
  <inkml:trace contextRef="#ctx0" brushRef="#br0" timeOffset="548.496">889 23 14539,'0'0'2593,"0"0"-1105,0 0-608,-53 109 296,27-69-167,3 0-529,-3-3-352,3-1-80,0-5-40,-3-5-8,3-8-192,-3-3-168,1-4-617,1-7-1007,1-4 200,0 0-513,4-15-31,5-2-185</inkml:trace>
  <inkml:trace contextRef="#ctx0" brushRef="#br0" timeOffset="877.633">542 97 9914,'0'0'2817,"0"0"-729,0 0-255,0 0 503,0 0-504,107 115-647,-74-80-377,4-1-176,5-5-224,-2-6 16,-1-4-368,-6-4-40,-7-5 72,-5-4-88,-8-3-488,1-3-608,-4 0-2889,-3-15-1280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55:38.8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119 336 7138,'0'0'798,"0"0"-440,0 0 187,0 0 860,0 0-443,0 0-241,-1-4 144,1 3-791,0 0 1,-1-1-1,1 1 1,0 0-1,0 0 0,-1 0 1,1 0-1,0 0 0,-1 0 1,1 0-1,-1 0 0,0 0 1,1 0-1,-1 1 1,0-1-1,1 0 0,-1 0 1,0 0-1,0 1 0,0-1 1,0 0-1,0 1 1,0-1-1,0 1 0,0-1 1,0 1-1,0 0 0,0-1 1,0 1-1,0 0 0,0 0 1,0-1-1,0 1 1,0 0-1,0 0 0,0 0 1,0 0-1,-1 1 0,1-1 1,0 0-1,0 0 1,0 1-1,0-1 0,0 1 1,0-1-1,0 1 0,0-1 1,0 1-1,0-1 0,1 1 1,-1 0-1,0-1 1,0 1-1,0 0 0,0 0-74,-9 17 252,1-1 0,0 1 0,2 0 0,0 1 1,0 0-1,2 0 0,1 0 0,0 1 0,1 0 0,1-1 0,1 1 0,1 0 0,1 1-252,-1-15 32,1-1 0,-1 0 1,1 0-1,1 0 0,-1 0 0,0-1 0,1 1 1,0 0-1,1 0 0,-1-1 0,1 1 0,-1-1 1,1 0-1,1 0 0,-1 0 0,0 0 0,1-1 0,0 1 1,0-1-1,0 0 0,0 0 0,1-1 0,-1 1 1,1-1-1,-1 0 0,1 0 0,0 0 0,0-1 1,0 1-1,3-1-32,160 7 357,-162-8-363,-1-1 1,1 0-1,0-1 0,-1 0 0,1 1 1,-1-2-1,0 1 0,0-1 1,0 1-1,0-2 0,0 1 1,0 0-1,-1-1 0,1 0 1,-1 0-1,0 0 0,-1 0 0,1-1 1,-1 0-1,1 0 0,-1 0 1,-1 0-1,1 0 0,-1 0 1,0-1-1,0 1 0,-1-1 1,1 1-1,-1-1 0,0 0 1,-1 0-1,1 1 0,-1-1 0,-1 0 1,1 0-1,-1 0 0,0 1 1,-1-5 5,1 3 1,-1-1 0,0 0 1,0 1-1,0 0 1,-1-1-1,-1 1 0,1 0 1,-1 1-1,0-1 1,0 1-1,-1 0 0,0 0 1,0 0-1,0 0 1,-1 1-1,0 0 0,0 0 1,0 1-1,-1-1 0,0 1 1,1 1-1,-1-1 1,-1 1-1,1 1 0,0-1 1,-1 1-1,1 0 1,-8 0-2,9 2-6,-1 1 0,1 0 0,-1 1 0,1-1 0,-1 1 0,1 1 0,0-1 0,0 1 0,0 0 0,0 0 0,1 1 0,-1 0 0,1 0 0,0 0 0,0 0 0,0 1 0,0 0 0,1 0 0,0 0 0,0 1 0,1-1 0,-1 1 0,1 0 0,0 0 0,1 0 0,-1 0 0,1 0 0,1 1 0,-1-1 0,1 1 0,0 0 0,0-1 0,1 1-1,0-1 1,0 1 0,1 1 7,0-5-187,-1 0 0,1 0 1,0 0-1,0-1 0,0 1 1,0 0-1,1-1 0,-1 1 1,1-1-1,-1 0 0,1 1 1,0-1-1,0 0 0,0 0 1,0 0-1,1 0 1,-1-1-1,0 1 0,1-1 1,-1 1-1,1-1 0,0 0 1,-1 0-1,1 0 0,0 0 1,-1 0-1,1-1 0,0 1 1,0-1-1,0 0 1,0 0-1,0 0 0,0 0 1,-1 0-1,1-1 0,0 1 1,0-1-1,0 0 0,-1 1 1,2-2 185,11 2-2034,23 0-6554</inkml:trace>
  <inkml:trace contextRef="#ctx0" brushRef="#br0" timeOffset="373.68">231 3 1464,'0'0'3893,"0"0"1763,0 0-3217,0 0-1072,0 0-255,0 0 35,-7-2-213,-13 7 106,44 31 68,-2-6-573,11 21-290,-2 2-1,-2 0 1,-3 2-1,-2 2 1,-3 0 0,-2 1-1,-3 1 1,-2 0-1,-3 1 1,2 41-245,1-69-2682,12-68-3923,-10 7 1409</inkml:trace>
  <inkml:trace contextRef="#ctx0" brushRef="#br0" timeOffset="888.174">626 382 8858,'0'0'920,"0"0"-1068,0 0 59,0-6 141,5-28 1575,-5 34-303,0 0 219,0 4-207,9 133 5008,-8-129-6276,0 0 1,1 0-1,0 0 1,1 0-1,0 0 0,0-1 1,0 0-1,1 1 1,0-1-1,1 0 0,-1-1 1,1 1-1,0-1 1,1 0-1,0 0 1,0-1-1,0 0 0,0 0 1,1 0-1,0-1 1,0 0-1,0 0 1,1-1-1,3 2-68,3-1 35,0 0 1,0-1-1,1 0 1,-1-1-1,1-1 0,-1 0 1,1-1-1,0 0 1,-1-2-1,1 1 0,-1-2 1,0 0-1,4-2-35,-12-1 5,0-1 0,0 1 1,-1-1-1,0-1 0,0 1 0,0-1 0,-1 0 0,-1 0 0,1 0 1,-1-1-1,0 1 0,-1-1 0,0 1 0,-1-1 0,0 0 0,0 0 1,-1 0-1,0 0 0,0 1 0,-1-1 0,0 0 0,-1 0 0,0 0 1,0 1-1,-1-1 0,0 1 0,0 0 0,-2-2-5,3 4 0,0-1 0,-1 1 0,0 0 0,-1 0 1,0 0-1,1 0 0,-2 1 0,1-1 0,-1 1 0,1 0 0,-2 1 0,1-1 0,0 1 0,-1 0 0,0 0 0,0 0 0,-5-1 0,14 25-1647,37 20-4119,-19-25 1160</inkml:trace>
  <inkml:trace contextRef="#ctx0" brushRef="#br0" timeOffset="1783.002">526 376 9218,'0'0'1631,"0"0"-484,0 0-63,0 0 164,0 0-205,0 0-313,3-4-217,80-49 2583,-78 92-2792,-7-29-258,1-1-1,1 0 1,0 1 0,0-1 0,1 0 0,0 1 0,1-1 0,-1 0 0,2 0 0,0 0 0,0 0 0,0 0 0,1-1 0,0 1 0,1-1 0,0 0-1,0 0 1,1-1 0,0 0 0,0 0 0,1 0 0,-1-1 0,1 0 0,1 0 0,0 0 0,-1-1 0,1 0 0,1-1 0,-1 0 0,1 0 0,0-1-1,-1 0 1,2 0 0,8 0-46,-14-1 11,0-1-1,0 1 0,1-1 0,-1 0 1,1-1-1,-1 1 0,1-1 0,-1 0 1,1 0-1,-1 0 0,1-1 0,-1 0 0,1 0 1,-1 0-1,0 0 0,1 0 0,-1-1 1,0 0-1,0 0 0,0 0 0,0 0 1,0-1-1,-1 0 0,1 0 0,-1 0 1,0 0-1,0 0 0,0 0 0,0-1 1,0 0-1,-1 1 0,1-1 0,-1 0 1,0 0-1,0 0 0,-1-1 0,1 1 1,0-4-11,14-215 76,0 297 88,-13-53 4,-3-12-123,-1 0 1,1 0-1,1 0 0,0 0 0,0 0 0,1-1 1,0 1-1,0 0 0,1-1 0,0 1 0,1-1 0,0 0 1,0 0-1,0-1 0,1 1 0,0-1 0,1 0 0,0 0 1,0-1-1,0 1 0,1-1 0,0-1 0,0 1 1,0-1-1,1-1 0,0 1 0,7 2-45,82-1-356,-87-23-2966,-10 5-926</inkml:trace>
  <inkml:trace contextRef="#ctx0" brushRef="#br0" timeOffset="2314.17">0 943 3729,'0'0'8043,"0"0"-4800,0 0-1596,0 0-130,0 0 107,0 0-388,26 1-465,234-27 175,455-158 851,-525 161-2608,-220 60-6173,5-22 2485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55:44.4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74 8834,'0'0'2086,"0"0"-421,0 0-112,0 0-177,0 0-309,0 0-412,6-6-251,4-2-247,1 1 0,0-1 0,1 2 0,0-1 1,0 2-1,0 0 0,0 0 0,1 1 0,0 0 1,0 1-1,0 1 0,0 0 0,0 1 0,12 0-157,-21 2 7,0-1 0,0 1 0,0 0-1,-1 0 1,1 0 0,0 0 0,-1 0 0,1 1-1,-1 0 1,1 0 0,-1 0 0,0 0 0,0 0-1,0 1 1,0-1 0,0 1 0,-1 0 0,1 0-1,-1 0 1,0 0 0,0 0 0,0 1-1,0-1 1,0 0 0,-1 1 0,1 0 0,-1-1-1,0 1 1,0 0 0,-1 0-7,15 120 68,-15-123-67,1 9 4,1 1 0,-1-1 0,-1 1 0,0-1 0,-1 1-1,0 0 1,0-1 0,-1 1 0,0-1 0,-1 0 0,0 0 0,-1 0 0,0 0 0,-1-1-1,0 1 1,0-1 0,-1 0 0,0 0 0,0-1 0,-1 0 0,0 0 0,-1-1 0,-1 2-5,5-8 20,0-1 1,-1 1 0,1 0 0,0-1 0,0 0 0,0 0-1,0 0 1,0-1 0,0 1 0,0-1 0,0 0 0,0 0-1,0 0 1,0-1 0,0 0 0,0 1 0,1-1 0,-1 0-1,1-1 1,-1 1 0,1-1 0,0 1 0,0-1 0,0 0-1,0 0 1,1 0 0,-1-1 0,1 1 0,0-1 0,0 1-1,0-1 1,0 0 0,1 0 0,-1 1 0,1-1 0,0 0-1,0 0 1,1-1 0,-1 1 0,1 0 0,0 0 0,0 0-1,0 0 1,0 0 0,1 0 0,0 0 0,0 0 0,0 0-1,0 0 1,2-3-21,-1 5 7,0 0 0,0 1 0,0-1 0,1 0 0,-1 1 0,0-1 0,1 1 0,-1 0 0,1 0 0,0 0 0,-1 0 0,1 0 0,0 1 0,-1-1 0,1 1-1,0 0 1,0 0 0,0 0 0,-1 0 0,1 0 0,0 0 0,0 1 0,-1 0 0,1-1 0,0 1 0,0 0-7,-3-1 1,172 55-11,-136-47 137,0-2 0,0-1 0,0-2 0,0-1 0,0-2-1,1-2 1,-1-1 0,1-2-127,-34 6-28,1-1-1,-1 0 1,0 1-1,1-2 1,-1 1-1,1 0 1,-1-1-1,0 1 1,1-1-1,-1 0 1,0 0 0,0 0-1,1-1 1,-1 1-1,0-1 1,0 1-1,-1-1 1,1 0-1,0 0 1,-1-1-1,1 1 1,-1 0-1,1-1 1,-1 0-1,0 1 1,0-1-1,-1 0 1,1 0 0,0 0-1,-1 0 1,0 0-1,0-1 1,0 1-1,0 0 1,0 0-1,-1-1 1,1 1-1,-1-1 1,0 1-1,0 0 1,0-1-1,0 1 1,-1-1 0,0 1-1,1 0 1,-1-1-1,0 1 1,0 0-1,-2-2 29,-16-14-3185,-2 2-2142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55:45.695"/>
    </inkml:context>
    <inkml:brush xml:id="br0">
      <inkml:brushProperty name="width" value="0.05" units="cm"/>
      <inkml:brushProperty name="height" value="0.05" units="cm"/>
      <inkml:brushProperty name="color" value="#00A0D7"/>
    </inkml:brush>
    <inkml:brush xml:id="br1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2020 1111 6545,'0'0'1549,"0"0"1045,0 0-665,0 0-707,0 0-407,0 0-180,-16 11-3,-50 39 12,63-47-583,0 1 0,0 1 0,0-1-1,0 0 1,1 1 0,-1-1 0,1 1 0,1 0 0,-1 0 0,0 0 0,1 0 0,0 0 0,0 0-1,1 0 1,0 0 0,-1 0 0,2 0 0,-1 0 0,0 1 0,1 0-61,0 12 237,-2-13-173,1 0 0,-1-1 0,1 1 0,0 0 0,0-1-1,0 1 1,1 0 0,0-1 0,0 1 0,0 0 0,0-1 0,1 1 0,0-1 0,0 0 0,0 1 0,0-1 0,1 0 0,-1 0 0,1-1 0,0 1 0,0-1-1,0 1 1,1-1 0,0 0 0,-1 0 0,1 0 0,0-1 0,0 1 0,0-1 0,1 0 0,-1 0 0,0-1 0,1 1 0,-1-1 0,5 1-64,2 1 14,1 0 0,0 0 0,0-2 0,0 1 0,0-1-1,0-1 1,0 0 0,0-1 0,0-1 0,0 1 0,-1-2 0,1 0 0,0 0 0,-1-1 0,0 0 0,0-1 0,0 0 0,0-1 0,-1 0 0,0-1 0,6-6-14,-13 8 11,-1-1 0,1 0-1,-2 0 1,1 0 0,-1 0 0,1 0 0,-2 0-1,1 0 1,-1 0 0,0 0 0,0-1 0,-1 1-1,1 0 1,-1 0 0,-1 0 0,1 0-1,-1 0 1,0 0 0,-1 0 0,1 1 0,-1-1-1,0 1 1,-1 0 0,1 0 0,-1 0 0,0 0-1,0 0 1,0 1 0,-1 0 0,0 0-1,0 0 1,0 0 0,0 1 0,0 0 0,-1 0-1,1 0 1,-1 1 0,0 0 0,0 0 0,0 0-1,0 1 1,0 0 0,0 0 0,0 1-1,-3-1-10,2 0-11,0 0 0,-1 0 0,1 0-1,0 1 1,0 0 0,0 1 0,-1 0-1,1 0 1,0 0 0,0 1 0,0 0-1,0 0 1,0 1 0,1 0 0,-1 0 0,1 0-1,0 1 1,0 0 0,0 0 0,0 1-1,1-1 1,-1 1 0,1 1 0,1-1-1,-1 1 1,1 0 0,0 0 0,0 0-1,0 0 1,1 1 0,0-1 0,1 1-1,-1 0 1,1 0 0,0 0 0,1 0-1,0 0 1,0 0 0,0 5 11,2-9-189,0-1 1,1 0-1,-1 1 1,0-1 0,1 0-1,-1 0 1,1 0-1,0 0 1,0 0-1,0 0 1,0 0-1,0-1 1,0 1-1,0 0 1,0-1 0,1 0-1,-1 0 1,0 0-1,1 0 1,-1 0-1,1 0 1,-1 0-1,1-1 1,0 0 0,-1 1-1,1-1 1,0 0-1,-1 0 1,1 0-1,0-1 1,-1 1-1,1 0 1,-1-1 188,2 1-472,33 1-4089</inkml:trace>
  <inkml:trace contextRef="#ctx0" brushRef="#br0" timeOffset="311.208">2031 846 8666,'0'0'3871,"0"0"-1966,0 0-698,0 0-198,0 0 169,0 0 143,6 6-116,142 205 1646,-32 30-3507,-102-210-4537,-9-22 472</inkml:trace>
  <inkml:trace contextRef="#ctx0" brushRef="#br0" timeOffset="1199.62">2553 994 4457,'0'0'5501,"0"0"-3292,0 0-910,0 0-181,0 0-96,0 0-200,0-5-148,0 3-620,0 0 0,1-1-1,0 1 1,-1 0-1,1 0 1,0 0 0,0 0-1,0 0 1,0 0 0,0 0-1,1 0 1,-1 1-1,1-1 1,-1 0 0,1 1-1,-1-1 1,1 1 0,0 0-1,0-1 1,0 1-1,0 0 1,0 0 0,0 0-1,0 0 1,0 1 0,0-1-1,0 0 1,0 1-1,1 0 1,-1-1 0,0 1-1,0 0 1,1 0 0,-1 0-1,0 1 1,0-1-1,1 0 1,-1 1-54,1-1 33,-1 0 0,0 0 0,0 0 0,0 0 0,0 1 0,1-1 0,-1 0 1,0 1-1,0 0 0,0-1 0,0 1 0,0 0 0,0 0 0,0 0 0,-1 1 0,1-1 0,0 0 0,0 1 0,-1-1 0,1 1 0,-1-1 0,0 1 0,1 0 0,-1 0 0,0-1 1,0 1-1,0 0 0,0 0 0,0 0 0,0 0 0,-1 0 0,1 0 0,-1 1 0,1-1 0,-1 0 0,0 0 0,0 0 0,0 0 0,0 1 0,0-1 0,-1 0 0,1 2-33,1 48 562,-3-44-536,0-1 0,1 0 0,0 1 0,0-1 1,1 1-1,-1-1 0,2 1 0,-1-1 0,1 1 0,0-1 1,1 1-1,-1-1 0,2 0 0,-1 0 0,1 0 0,0 0 1,0 0-1,1-1 0,0 1 0,0-1 0,0 0 0,1 0 1,0-1-1,0 1 0,1-1 0,0 0 0,-1 0 0,1-1 1,1 0-1,-1 0 0,1 0 0,0-1 0,-1 0 0,2 0-26,-1-2 15,0 0-1,0-1 0,0 0 0,0 0 0,0-1 0,0 0 0,0 0 1,0 0-1,0-1 0,0 0 0,0 0 0,-1-1 0,1 0 0,-1 0 1,0 0-1,0-1 0,0 0 0,0 0 0,-1-1 0,1 0 0,-1 1 1,0-2-1,-1 1 0,1-1 0,-1 1 0,0-1 0,-1 0 0,1-1 1,-1 1-1,0-1 0,-1 1 0,0-1 0,1-3-14,3-10 6,-1 1 1,-1 0-1,0-1 0,-2 0 0,0 0 0,-2 0 1,0 0-1,-1 0 0,-3-17-6,-32-28 176,34 82-142,3 0-13,2-1 1,-1 1-1,2-1 1,1 0-1,0 0 1,1 0 0,0-1-1,1 1 1,1-2-1,1 1 1,0-1 0,0 0-1,2-1 1,-1 0-1,2-1 1,0 0-1,0-1 1,1 0 0,0-1-1,1 0 1,0-1-1,1-1 1,0 0 0,0-1-1,1-1 1,0 0-1,6 1-21,11 11 310,-33-10-1843,-21-3-3594,11-5-1007</inkml:trace>
  <inkml:trace contextRef="#ctx0" brushRef="#br0" timeOffset="3375.221">3623 1011 4177,'0'0'3622,"0"0"-2354,0 0-738,0 0-53,0 0 54,0 0 93,0 0-56,0 0 0,0 0 72,0 0 98,0 0-78,0 0-150,0 0-152,0 0 13,0 0-3,0 0-24,0 0 48,22 0 1111,347-39 1894,-373 55-5744,-10 10-2918,14-19 889</inkml:trace>
  <inkml:trace contextRef="#ctx0" brushRef="#br0" timeOffset="3812.506">3738 1202 2681,'0'0'6113,"0"0"-3774,0 0-867,0 0 213,0 0-220,0 0-294,26-1-145,211-15 1336,-87 5-1337,-89 7-3879,-61 4 767,0-2-1548</inkml:trace>
  <inkml:trace contextRef="#ctx0" brushRef="#br0" timeOffset="4911.828">4925 825 9418,'0'0'2126,"0"0"-335,0 0-410,0 0-348,0 0-109,0 0-192,6-12-176,-3 6-507,-1 0-1,1 0 1,1 0-1,-1 0 1,1 1-1,0-1 1,0 1 0,0 0-1,1 1 1,0-1-1,0 1 1,0 0-1,0 0 1,1 0-1,0 1 1,-1-1-1,1 2 1,1-1-1,-1 1 1,0 0 0,0 0-1,1 0 1,-1 1-1,1 0 1,4 0-49,-6 4 32,-1 1 0,0 0 1,0 0-1,-1 0 0,1 0 1,-1 0-1,0 1 0,0-1 0,0 1 1,-1 0-1,1 0 0,-1 0 1,0 0-1,-1 1 0,1-1 0,-1 0 1,0 1-1,-1-1 0,1 1 1,-1-1-1,0 1-32,1-2 41,15 302 1051,-19-303-1082,0-1 0,0 0 0,0 0 0,0-1-1,0 1 1,-1 0 0,1-1 0,0 0 0,-1 0 0,1 0 0,-1 0 0,1-1 0,-1 1 0,1-1 0,-1 0 0,0 0 0,1 0 0,-1 0 0,1-1-1,-1 0 1,1 1 0,-1-1 0,1-1 0,-1 1 0,1 0 0,0-1 0,0 0 0,-1 1 0,0-2-10,-57-71 64,88 76-85,153 87 77,-152-82 43,-1-1 0,0 0 0,1-3 1,0 0-1,0-1 0,0-2 0,12-2-99,7-19-934,-28-7-3852,-11 10-655</inkml:trace>
  <inkml:trace contextRef="#ctx0" brushRef="#br0" timeOffset="5367.127">5746 779 12603,'0'0'2532,"0"0"-689,0 0-112,0 0-289,0 0-530,0 0-384,-12 18-113,-37 65-80,46-79-307,0 0 0,0 1 0,1-1 0,0 1 0,0-1 1,0 1-1,0 0 0,1 0 0,-1 0 0,1 0 0,0 0 0,1 0 1,-1 1-1,1-1 0,0 0 0,1 0 0,-1 0 0,1 0 0,0 0 0,0 0 1,1 0-1,-1 0 0,1 0 0,0 0 0,0-1 0,1 1 0,0-1 1,-1 1-1,1-1 0,1 0 0,-1 0 0,1 0 0,-1-1 0,1 1 1,0-1-1,0 0 0,1 0 0,-1 0 0,1-1 0,-1 0 0,1 1 0,0-2 1,0 1-1,0 0 0,0-1 0,0 0 0,0 0 0,0-1 0,0 1 1,0-1-1,1 0-28,1 2 4,-1 0 1,1 0-1,0-1 0,0 0 1,-1 0-1,1-1 0,0 1 1,0-1-1,0-1 1,0 0-1,0 1 0,0-2 1,-1 1-1,1-1 1,0 0-1,-1-1 0,1 0 1,-1 0-1,0 0 0,0 0 1,0-1-1,-1 0 1,1-1-1,-1 1 0,0-1 1,0 0-1,-1 0 1,1 0-1,-1-1 0,0 0 1,-1 0-1,1 0 1,-1 0-1,0 0 0,-1-1 1,1 1-1,-1-1 0,0-3-4,-1 4-8,0 0-1,0 0 1,-1 0-1,0 0 1,0-1-1,0 1 1,-1 0-1,0 0 1,0 0-1,0 0 1,-1 1-1,0-1 1,0 0-1,-1 1 1,1-1-1,-1 1 1,0 0-1,-1-1 1,1 2-1,-1-1 1,0 0-1,0 1 1,-1 0 0,1 0-1,-1 0 1,0 0-1,0 1 1,0 0-1,-1 0 1,1 0-1,-1 1 1,1-1-1,-1 1 1,0 1-1,-1-1 9,-3 0-4,1 0 0,0 1 0,-1 0 1,1 1-1,-1 0 0,1 1 0,-1-1 0,1 2 0,0-1 0,-1 1 1,1 1-1,0 0 0,0 0 0,1 1 0,-1 0 0,1 0 0,0 1 1,0 0-1,0 1 0,0-1 0,1 2 0,0-1 0,1 1 0,-1 0 1,1 0-1,0 1 0,1-1 0,0 1 0,0 1 0,1-1 0,0 1 0,0-1 1,1 1-1,0 0 0,1 1 0,0-1 0,0 0 0,1 5 4,1-11-52,0-1 0,0 1 0,1-1-1,-1 1 1,1-1 0,0 1-1,-1-1 1,1 1 0,0-1 0,0 0-1,1 0 1,-1 1 0,0-1-1,1 0 1,0 0 0,-1 0 0,1-1-1,0 1 1,0 0 0,0 0-1,0-1 1,0 0 0,0 1 0,0-1-1,1 0 1,-1 0 0,0 0-1,1 0 1,-1 0 0,1-1 0,-1 1-1,1-1 1,1 0 52,92 2-6632,-85-3 5135,34-4-5033</inkml:trace>
  <inkml:trace contextRef="#ctx0" brushRef="#br0" timeOffset="5679.046">5902 353 8650,'0'0'5298,"0"0"-3065,0 0-748,0 0 0,0 0-298,0 0-400,-4 6-370,1 4-303,0 1 1,0 0-1,2 0 0,-1 0 1,1 0-1,1 0 0,-1 0 1,2 0-1,0 0 0,0 0 1,1 0-1,1-1 0,-1 1 1,2 0-1,-1-1 0,2 0 1,2 6-115,2 12 155,12 37-160,3-2 0,2 0 1,4-2-1,2 0 0,39 53 5,-71-114 104,1 3-1489,-6-2-5573,-5-3-162</inkml:trace>
  <inkml:trace contextRef="#ctx0" brushRef="#br0" timeOffset="6007.595">6142 651 13003,'0'0'2270,"0"0"-1053,0 0-542,0 0 163,0 0 512,0 0-256,25 20-410,177 150 448,64 8 690,-262-176-2081,-1 1 0,1-1-1,0-1 1,0 1 0,0 0 0,0-1-1,0 0 1,0 0 0,0 0 0,0 0-1,0-1 1,1 0 0,-1 0-1,0 0 1,0 0 0,1-1 0,-1 1-1,0-1 1,0 0 0,0 0 0,0-1-1,0 1 1,0-1 0,0 0 0,-1 0-1,1 0 1,-1 0 0,1-1 0,-1 1-1,0-1 1,0 0 0,0 0 0,0 0-1,0-1 1,-1 1 0,0-1-1,1 1 260,9-22-3802</inkml:trace>
  <inkml:trace contextRef="#ctx0" brushRef="#br0" timeOffset="6289.657">6601 586 11498,'0'0'1754,"0"0"-479,0 0 243,0 18 213,1 25-641,1-7-416,-1 0 0,-2 0 0,-2 1 0,-1-1 0,-1 0 0,-3-1 0,-8 26-674,-69 60 181,31-93-4923,47-28 602</inkml:trace>
  <inkml:trace contextRef="#ctx0" brushRef="#br0" timeOffset="9781.087">6650 519 5657,'0'0'1246,"0"0"2005,0 0-1338,0 0-698,0 0-295,0 0-181,1 4 2414,0 27-2472,-120 223 1839,62-148-2353,32-67-72,2 2 0,3 0 0,1 1 0,1 1-1,3 0 1,2 1 0,1 1 0,-2 25-95,13-61-1984,1-38-1886,1 8 1498,-1-2 11</inkml:trace>
  <inkml:trace contextRef="#ctx0" brushRef="#br0" timeOffset="10278.691">6221 714 4153,'0'0'2110,"0"0"1270,0 0-1557,0 0-798,0 0-94,0 0-54,11 0 2566,42 10-1362,240 239 1214,-115-128-2589,-177-120-724,-1-1-23,0 0-6,0 0-194,-16-25-6060,7 2 858,1 2 47</inkml:trace>
  <inkml:trace contextRef="#ctx0" brushRef="#br0" timeOffset="13641.902">1698 887 3777,'0'0'1597,"0"0"-948,0 0-112,0 0 981,0 0-273,0 0-423,-5-1-235,3 0-552,0 0 0,0 0 0,0 1 0,1-1 1,-1 0-1,0-1 0,1 1 0,-1 0 0,1 0 0,-1-1 1,1 1-1,0-1 0,-1 1 0,1-1 0,0 0 1,0 1-1,0-1 0,0 0 0,0 0 0,1 0 0,-1 0 1,0 0-1,1 0 0,0 0 0,-1 1 0,1-1 1,0-1-1,0 1 0,0 0 0,0 0 0,0 0 0,1 0 1,-1 1-1,1-1 0,-1 0 0,1 0 0,0 0 1,0 0-1,-1 0 0,1 1 0,0-1 0,1-1-35,17-53-1395,-19 56 2270,0 0 281,-7-2 1904,-24-2-2205,24 2-750,0 1 0,0 0 0,0 1 0,0 0 0,0 0 0,0 0 0,0 1 0,-1 0 1,1 0-1,1 1 0,-1 0 0,0 0 0,0 1 0,1 0 0,-1 0 0,1 0 0,0 1 1,0 0-1,0 0 0,1 0 0,-1 1 0,1 0 0,0 0 0,0 0 0,1 1 0,0 0 0,-1 0-104,-7 13 98,1 0 0,1 1 1,1 0-1,0 0 0,2 1 1,0 0-1,1 0 0,1 1 1,2 0-1,0 0 0,1 0 1,1 0-1,1 0 0,1 0 1,1 0-1,1 0 1,0 0-1,2-1 0,1 0 1,7 18-100,181 450 1243,-192-483-1225,-2-5-23,-1 0 1,1 0 0,0 0-1,0 0 1,0 0 0,0 0-1,0 0 1,0 1 0,0-1-1,0 0 1,0 0 0,0 0-1,1 0 1,-1 0 0,0 0-1,1 0 1,-1 0 0,1 0-1,-1 0 1,1 0 0,-1 0 0,1 0-1,0 0 1,0 0 0,-1-1-1,1 1 1,0 0 0,0-1-1,0 1 1,0 0 0,0-1-1,0 1 1,0-1 0,0 1-1,0-1 1,0 0 0,0 1-1,0-1 1,0 0 0,0 0-1,0 0 1,0 0 0,1 0-1,-1 0 1,0 0 0,0 0-1,0 0 1,0 0 0,0-1-1,0 1 1,0 0 0,0-1-1,0 1 1,0-1 0,0 1-1,0-1 1,0 0 0,0 1-1,0-1 1,0 0 0,-1 0-1,1 1 1,0-1 0,0-1 4,24-11-14,0 1 1,0 1-1,2 1 1,-1 1-1,1 1 1,0 2 0,0 1-1,1 1 1,0 1-1,0 1 1,0 2-1,0 1 1,10 2 13,-15-3-12,553 68-23,-224-66 97,-294-10-29,-1-3-1,0-2 1,-1-2 0,-1-3 0,35-17-33,-7 4 42,-67 25-32,18-9-6,-1 2 1,2 1-1,0 2 1,0 1-1,1 2 1,0 1-1,0 2 0,1 1 1,-1 2-1,1 2 1,-1 1-1,15 4-4,28 6-31,0-3-1,1-3 1,80-6 31,-108 0 7,16-4-7,0-4 0,0-2-1,-1-3 1,30-12 0,108-19 31,-83 26-13,2 7 0,-1 4 0,1 6 0,24 7-18,380 84 63,-507-86-62,1-1 1,0-1-1,0 0 1,0-2 0,0-1-1,0-1 1,-1 0-1,1-2 1,0 0 0,-1-2-1,0 0 1,0-1-1,-1-1 1,0-2 0,0 1-1,-1-2 1,0-1-1,-1 0 1,-1-1 0,10-10-2,39-56 112,-52 59-99,1 1-1,1 0 0,1 1 1,0 1-1,1 0 1,1 2-1,0 0 0,1 1 1,11-5-13,-17 15-4,-1 2 1,0 0 0,1 0 0,0 2 0,-1-1 0,1 2 0,0 0 0,-1 0 0,1 1 0,-1 1-1,0 1 1,0-1 0,0 2 0,10 5 3,39 8 46,247 22 98,-313-74 318,-201-233 290,111-20-368,27 61-336,-163-220-63,228 444 7,0 1-1,0 0 0,0-1 0,0 1 1,0 0-1,0 0 0,0 0 1,-1 1-1,1-1 0,0 0 0,0 1 1,-1 0-1,1-1 0,-1 1 1,1 0-1,0 0 0,-1 0 0,1 1 1,0-1-1,-1 0 0,1 1 1,0 0-1,0-1 0,-1 1 0,1 0 1,0 0-1,0 0 0,0 1 1,0-1-1,0 0 0,0 1 0,0-1 1,1 1-1,-1 0 0,0-1 1,1 1-1,-1 1 9,-11 5 40,-49 23-54,-1-3 0,-1-2 0,-1-3 1,-2-4-1,0-2 0,0-3 1,-2-3-1,1-3 0,-1-3 1,0-3-1,-40-5 14,-639 57-408,717-53 439,-186 30-274,-2 59 249,-182 58 22,368-143-14,-1-2 0,1-1 0,-1-1 0,0-2 0,1-2 0,0-1-1,0-1 1,0-2 0,0-2 0,1 0 0,-22-11-14,-118-26-111,71 32 93,-1 5 0,0 4 0,0 5-1,-51 8 19,-86-1-6,59-70-66,146 58 69,-1 2 0,1 0 0,-1 3 0,1 1 1,0 1-1,-1 2 0,1 1 0,1 2 0,-1 1 0,1 2 0,0 1 0,1 2 0,1 1 0,-6 4 3,-8 0 2,24-12 1,0-1-1,0-1 0,0-1 0,-1-1 0,1-1 0,-1 0 0,1-2 0,0 0 0,-1-2 1,1 0-1,0-1 0,0-2 0,-8-3-2,2 2 17,1 1-1,-1 1 1,0 1-1,0 1 1,-1 2-1,1 1 1,0 1-1,-3 1-16,17 1-14,0 1-1,1 1 0,0 0 1,-1 1-1,1 0 0,1 0 0,0 2 1,0-1-1,0 1 0,1 1 0,0 0 1,0 0-1,1 1 0,1 0 1,-1 1-1,2 0 0,-1 0 0,2 1 1,0 0-1,0 0 0,1 0 0,0 1 1,1-1-1,0 5 15,19 22-4885,15-37-1096</inkml:trace>
  <inkml:trace contextRef="#ctx0" brushRef="#br1" timeOffset="20657.402">8 2290 3241,'0'0'7932,"0"0"-4327,0 0-1593,0 0-93,0 0-410,0 0-565,-8 11-47,64 101 870,-40-79-1650,2-1 0,2-1 0,1 0 0,1-2-1,1 0 1,2-2 0,1 0 0,1-2 0,1-1-1,1-1 1,1-2 0,14 7-117,-42-30-4,1 1 1,-1-1-1,1 0 0,-1 0 1,0 0-1,0-1 0,0 1 1,0-1-1,0 1 0,-1-1 1,1 1-1,-1-1 0,1 0 1,-1 0-1,0 0 0,0 0 1,0 0-1,-1 0 0,1 0 1,-1 0-1,0 0 0,0 0 1,0 0-1,0 0 0,0 0 1,0 0-1,-1 0 0,0 0 1,1 0-1,-1 0 0,0 0 1,-1 0-1,1 0 0,0 0 4,0-17-71,3-84-211,1 62 197,-1-1 1,-3 1 0,-1-1-1,-2 1 1,-2 0-1,-2 0 1,-1 1-1,-3-1 85,-1 32-2147,15 43-1285,39 21-4009,-18-30 4005</inkml:trace>
  <inkml:trace contextRef="#ctx0" brushRef="#br1" timeOffset="21622.584">641 2416 6393,'0'0'1298,"0"0"1433,0 0-826,0 0-510,0 0-22,0 0-293,4 1-14,13 3-524,0-1 0,0-1 0,1-1 0,-1 0 0,0-1 0,0-1 0,1-1 0,-1 0 0,0-1 0,11-4-542,95-9 225,-121 16-881,-2 0-794,-4 0-3165,-7 0 2605,9 0 754,-19 0-4329</inkml:trace>
  <inkml:trace contextRef="#ctx0" brushRef="#br1" timeOffset="21859.038">669 2594 5569,'0'0'368,"0"0"5273,0 0-3384,0 0-385,152 6-127,-103-6 455,-1-2-655,-3-4-721,-6 2-576,-11 0-224,-7 1-24,-7 3-112,-7 0-512,-7 0-1729,0-4-728,-7 2-3280,-5 0 3993</inkml:trace>
  <inkml:trace contextRef="#ctx0" brushRef="#br1" timeOffset="22764.798">1705 1989 5401,'0'0'608,"0"0"559,0 0 2250,0 0-1237,0 0-723,0 0-154,-8-4-190,2 1-1076,2 0 136,0 1 0,0 0 0,0-1 0,-1 1 0,1 1 1,-1-1-1,1 1 0,-1 0 0,1 0 0,-1 0 0,0 0 0,0 1 1,1 0-1,-1 0 0,0 0 0,1 0 0,-1 1 0,0 0 0,1 0 0,-1 0 1,0 1-1,1-1 0,0 1 0,-1 0 0,-1 2-173,-3 2 126,0 1 1,1 1-1,0-1 0,0 1 0,0 1 1,1 0-1,0 0 0,1 0 0,0 0 1,1 1-1,0 0 0,0 1 0,1-1 1,0 1-1,1-1 0,0 1 0,1 0 1,0 0-1,1 1 0,0-1 0,1 11-126,1 0 109,1 0-1,0 0 0,2-1 0,1 1 0,1-1 0,0 0 0,2-1 0,0 1 1,1-2-1,1 1 0,1-1 0,1-1 0,6 8-108,48 57 74,-54-71-56,1 1 0,-2 1 0,0 0 1,0 0-1,-1 1 0,-1 1 0,-1-1 0,0 1 1,-1 1-1,-1 0 0,0 0 0,-1 0 0,-1 0 1,-1 1-1,0 6-18,-4-12 2,-2 0 1,0 0-1,0-1 0,-1 1 1,-1-1-1,0 0 1,0 0-1,-1-1 0,0 1 1,-1-1-1,0 0 0,-1-1 1,0 0-1,0 0 1,-1-1-1,0 0 0,-1 0 1,1-1-1,-2-1 1,1 1-1,-1-2 0,1 1 1,-2-1-1,1-1 1,0 0-1,-1-1 0,0 0 1,0-1-1,0 0 1,0-1-1,0 0 0,0-1 1,0 0-1,-6-2-2,3 3-223,-24-5-471,25-18-4069,11 12-538</inkml:trace>
  <inkml:trace contextRef="#ctx0" brushRef="#br1" timeOffset="25391.553">2138 2316 5633,'0'0'5332,"0"0"-2487,0 0-1356,0 0-670,0 0-91,0 0 128,9 8 69,89 111 1406,-98-120-2313,0 0 1,0 0 0,0 0-1,0 0 1,0 0-1,0 0 1,0 0-1,0 0 1,1 0 0,-1 0-1,0 0 1,1 0-1,-1 0 1,1 0-1,-1 0 1,1 0 0,-1 0-1,1 0 1,0 1-1,-1-1 1,1 0 0,0 0-1,0 1 1,-1-1-1,1 0 1,0 1-1,0-1 1,0 1 0,0-1-1,0 1 1,0 0-1,0-1 1,0 1-1,0 0 1,0 0 0,0-1-1,0 1 1,0 0-1,0 0 1,0 0-1,0 0 1,0 1 0,0-1-1,0 0 1,0 0-1,0 1 1,0-1 0,0 0-1,0 1 1,0-1-1,0 1 1,0-1-1,0 1 1,-1-1 0,1 1-1,0 0 1,0 0-1,-1-1 1,1 1-1,0 0 1,-1 0 0,1 0-1,-1 0 1,1 0-1,-1-1 1,1 1-19,-9-85 250,5 81-242,0 1 0,0 0 0,0 0 0,0 0-1,-1 0 1,1 0 0,-1 1 0,1 0 0,-1 0 0,1 0 0,-1 0-1,0 0 1,0 1 0,1-1 0,-1 1 0,0 0 0,0 1 0,0-1 0,1 0-1,-1 1 1,0 0 0,1 0 0,-1 0 0,0 0 0,1 1 0,-1-1-1,1 1 1,0 0 0,0 0 0,0 0 0,0 1 0,0-1 0,0 1-1,0-1 1,1 1 0,-1 0 0,1 0 0,-1 2-8,-3 1 4,0 0 0,1 0 0,0 1 1,0 0-1,1 0 0,0 0 0,0 0 0,1 0 0,0 1 1,0 0-1,0 0 0,1 0 0,1 0 0,-1 0 1,1 0-1,0 0 0,1 0 0,0 0 0,1 1 0,-1-1 1,1 0-1,1 0 0,0 0 0,0 0 0,0 0 1,1-1-1,0 1 0,1-1 0,0 1 0,0-1 0,0 0 1,1-1-1,0 1 0,0-1 0,1 0 0,0 0 1,1 0-5,12 4-2,0 0 1,1-2 0,0 0-1,1-2 1,0 0 0,0-1-1,0-1 1,1-1 0,-1-1-1,1-1 1,-1-1 0,1-1-1,15-2 2,-31 1-93,0 1 0,0-1 0,0 0 0,-1-1 0,1 0 0,0 0 0,-1 0 0,0 0 0,0-1 0,0 0 0,0 0 0,0 0 1,-1-1-1,0 1 0,0-1 0,0 0 0,0-1 0,-1 1 0,0 0 0,0-1 0,-1 0 0,1 0 0,-1 0 0,0 0 0,-1 0 0,0 0 0,1 0 0,-2 0 0,1-1 0,-1 1 0,0 0 0,-1 0 0,1-1 0,-1 1 0,0 0 0,-1 0 0,1 0 0,-1 0 0,-1-2 93,41 103 1947,-29-87-1926,0 0 0,0 0 1,1-1-1,0 0 0,0-1 0,1 0 0,-1-1 0,1 0 0,1-1 1,-1 0-1,1 0 0,-1-1 0,1-1 0,0 0 0,0-1 0,0 0 1,0-1-1,0 0 0,0-1 0,11-2-21,-20 1 2,-1-1 1,1 1-1,-1-1 1,0 0-1,0 0 1,0 0-1,-1 0 0,1 0 1,-1 0-1,1 0 1,-1-1-1,0 1 1,0-1-1,-1 1 1,1-1-1,-1 1 0,0-1 1,1 1-1,-2-1 1,1 1-1,0-1 1,-1 1-1,1-1 0,-1 1 1,0 0-1,0-1 1,-1 1-1,1 0 1,-1-2-3,0-2 2,0 0 1,0 0-1,-1 0 1,0 1-1,0-1 1,-1 1-1,0-1 1,0 1-1,0 0 1,-1 1 0,1-1-1,-1 1 1,-1 0-1,1 0 1,-1 0-1,0 1 1,0 0-1,0 0 1,0 1-1,-1 0 1,0 0-1,1 0 1,-1 1 0,0 0-1,0 0 1,-1 0-1,1 1 1,0 0-1,0 1 1,-1 0-1,-3 0-2,8 2-193,0 0 1,0 0-1,1 0 0,-1 0 0,1 0 0,0 1 0,0-1 0,-1 1 0,2-1 1,-1 1-1,0 0 0,0 0 0,1 0 0,0 0 0,-1 0 0,1 0 0,0 0 1,1 1-1,-1-1 0,1 0 0,-1 0 0,1 1 0,0-1 0,0 1 193,15 7-5690,32-10 2568,-34-2 2367,21 1 101</inkml:trace>
  <inkml:trace contextRef="#ctx0" brushRef="#br1" timeOffset="25880.385">3225 2261 11931,'0'0'2876,"0"0"-1421,0 0-568,0 0 37,0 0 35,-22 11-411,-73 38-300,86-43-199,-1-1 0,1 1 0,0 0 0,1 1 0,-1 0 0,1 0 0,1 1 0,-1 0 0,1 1 0,1-1 0,0 1-1,0 0 1,0 1-49,8-8 15,0 0 0,-1-1 0,1 1-1,0-1 1,0 1 0,0-1-1,0 1 1,1-1 0,-1 0 0,0 0-1,0 0 1,1 0 0,-1-1 0,1 1-1,-1-1 1,0 1 0,1-1-1,-1 0 1,1 0 0,-1 0 0,1 0-1,-1 0 1,1-1 0,-1 1 0,1-1-1,-1 1 1,0-1 0,2 0-15,5 0 27,19 0-17,-24 0-10,0 0 0,0 1 0,0-1 0,0 0 0,0 1-1,0 0 1,0 0 0,0 0 0,0 1 0,0-1-1,0 1 1,0 0 0,0 0 0,0 1 0,-1-1 0,1 1-1,0-1 1,-1 1 0,1 0 0,-1 1 0,0-1-1,0 0 1,0 1 0,0 0 0,0 0 0,0 0 0,-1 0-1,1 0 1,-1 1 0,0-1 0,0 0 0,0 1-1,0 1 1,0 1 15,1-1-1,-2 1 0,1-1 0,0 1 0,-1 0 0,0-1 0,-1 1 0,1 0 0,-1 0 0,0 0 0,0 0 0,-1-1 0,0 1 0,0 0 0,0 0 0,-1-1 0,0 1 0,0-1 0,0 1 0,-1-1 0,1 0 0,-1 0 0,-1 0 0,1 0 1,-1-1-1,1 1 0,-1-1 0,-1 0 0,1 0 0,-1 0 0,1-1 0,-1 1 0,0-1 0,-2 1-14,-8 2 43,0 0 1,0 0-1,0-2 1,0 0-1,-1 0 0,0-2 1,0 0-1,0 0 1,0-2-1,0 0 0,-2-1-43,29-32-4594,15 9-874,7-1-3244</inkml:trace>
  <inkml:trace contextRef="#ctx0" brushRef="#br1" timeOffset="26145.06">3696 2209 7498,'0'0'3076,"0"0"876,0 0-2324,0 0-1101,0 0 144,-8 20 600,-132 323 1565,138-339-3500,-10 18 1546,6-19-3633,1-5-3647,1-5-3785</inkml:trace>
  <inkml:trace contextRef="#ctx0" brushRef="#br1" timeOffset="26427.167">3370 2211 4825,'0'0'5719,"0"0"-2535,0 0-1527,0 0-480,0 0 179,0 0 332,20 21-399,67 70-466,180 127 1103,-259-208-2245,14 17 690,-7-19-5499,-10-11-1245,-2-6 1727,-2 6 2876,4-14-984</inkml:trace>
  <inkml:trace contextRef="#ctx0" brushRef="#br1" timeOffset="27410.83">4475 2142 5393,'0'0'1665,"0"0"3173,0 0-2346,0 0-1410,0 0-72,-16 19 115,-49 63 146,63-77-1206,0-1 1,0 0-1,1 1 1,0-1-1,0 1 0,0 0 1,0-1-1,1 1 1,-1 0-1,1 0 1,1-1-1,-1 1 0,1 0 1,-1-1-1,1 1 1,0 0-1,1-1 0,-1 1 1,1-1-1,0 0 1,0 1-1,1-1 0,-1 0 1,1 0-1,0-1 1,0 1-1,0 0 0,0-1 1,1 0-1,-1 0 1,1 0-1,0 0 0,0 0 1,0-1-1,0 0 1,0 0-1,1 0 0,-1 0 1,1-1-1,-1 0 1,1 0-1,0 0 1,-1 0-1,1-1 0,4 1-65,-6 1-5,0 0 0,1 0 0,-1-1-1,0 1 1,1-1 0,0 0 0,-1 0-1,1 0 1,0 0 0,-1 0 0,1-1-1,0 0 1,0 0 0,0 0 0,-1 0 0,1-1-1,0 1 1,0-1 0,-1 0 0,1 0-1,0 0 1,-1-1 0,1 1 0,-1-1-1,0 0 1,1 0 0,-1 0 0,0 0-1,0-1 1,0 1 0,-1-1 0,1 1 0,-1-1-1,1 0 1,-1 0 0,0-1 0,0 1-1,0 0 1,-1-1 0,1 1 0,0-3 5,0-1 28,-1 0 0,0 0 1,0 0-1,0 0 1,-1 0-1,0 0 0,0-1 1,-1 1-1,0 0 0,0 0 1,-1 0-1,0 0 1,0 0-1,-1 0 0,0 1 1,0-1-1,0 1 0,-1 0 1,0 0-1,0 0 1,0 0-1,-1 1 0,0-1 1,0 1-1,0 1 1,-1-1-1,0 1 0,0 0 1,0 0-1,0 0 0,0 1 1,-7-3-29,6 6-15,0 0 1,0 0-1,1 1 1,-1-1 0,0 1-1,1 1 1,-1-1-1,1 1 1,0 0-1,-1 1 1,1-1-1,0 1 1,0 1 0,1-1-1,-1 1 1,1 0-1,-1 0 1,1 1-1,0-1 1,1 1-1,-1 0 1,1 0 0,0 1-1,1-1 1,-1 1-1,1 0 1,0 0-1,0 0 1,1 0-1,0 1 1,0-1 0,0 1-1,1-1 1,0 1-1,0 0 1,1 6 14,2-9-345,0 0 1,0 0-1,0 0 0,1 0 1,-1 0-1,1 0 0,0-1 1,0 1-1,0-1 1,1 0-1,-1 0 0,1 0 1,0-1-1,0 1 1,0-1-1,0 0 0,0 0 1,0 0-1,1-1 1,-1 1-1,1-1 0,-1 0 1,1-1-1,-1 1 1,1-1-1,0 1 0,-1-1 1,1-1-1,-1 1 1,1-1-1,-1 0 0,1 0 1,-1 0-1,1 0 1,-1-1-1,0 0 0,0 0 1,2-1 344,43-15-2489</inkml:trace>
  <inkml:trace contextRef="#ctx0" brushRef="#br1" timeOffset="27660.576">4389 1855 13299,'0'0'2962,"0"0"-754,0 0-827,0 0-451,0 0 17,12 25 299,91 168 508,147 110-2020,-232-288-5992,-14-13 698</inkml:trace>
  <inkml:trace contextRef="#ctx0" brushRef="#br1" timeOffset="27957.572">5251 1991 15427,'0'0'3089,"0"0"-2105,0 0-496,0 0 785,0 0 39,-19 113-512,-4-67-152,-5 0-248,0 0-72,-2-2-256,-1-2 0,6-4-72,1-7 0,3-4-8,5-8-720,-2-4-752,4-9-2481,2-4-1040</inkml:trace>
  <inkml:trace contextRef="#ctx0" brushRef="#br1" timeOffset="28207.003">4995 2010 6225,'0'0'7195,"0"0"-4107,0 0-1850,0 0 136,9 18 242,181 269 2080,-185-281-3822,87 89 387,-45-66-3759,-39-27-1191</inkml:trace>
  <inkml:trace contextRef="#ctx0" brushRef="#br1" timeOffset="30009.243">707 3451 2457,'0'0'6957,"0"0"-4227,0 0-1048,18 17-186,215 177 3044,32-52-3117,-272-173-1190,-1 10-206,0 1 1,2-1-1,0 0 1,1-1-1,1 0 0,2 1 1,0-1-1,1 0 1,1 0-1,1 0 0,2-7-27,44-79-22,-8 86-11892,-19 15 8944</inkml:trace>
  <inkml:trace contextRef="#ctx0" brushRef="#br1" timeOffset="30523.054">1947 3446 4097,'0'0'2551,"0"0"2183,0 0-1660,0 0-1388,0 0-311,0 0-172,3 2 15,153 7 1857,40-21-1094,-123 6-3524,-17 3-5850,-106 5-1602,28 2 4957</inkml:trace>
  <inkml:trace contextRef="#ctx0" brushRef="#br1" timeOffset="30849.478">2059 3652 4545,'0'0'2270,"0"0"2003,0 0-1633,0 0-963,0 0-348,26 3 257,208 14 1955,-12-37-2896,-220 18-2257,3-4-5190,0 1 1054,-1 1 2213</inkml:trace>
  <inkml:trace contextRef="#ctx0" brushRef="#br1" timeOffset="35947.494">3556 3180 3753,'0'0'2503,"0"0"828,0 0-1749,-25 5-671,-80 15 14,92-17-730,0 0 0,1 0 0,-1 1 0,1 1-1,0 0 1,1 1 0,-1 0 0,1 1-1,0 0 1,1 1 0,0 0 0,0 0-1,0 1 1,1 1 0,1-1 0,-1 1 0,2 1-1,-1 0 1,2 0 0,-1 0 0,0 4-195,7-14 9,-1 0 0,0 1 0,1-1 0,0 0 0,-1 1 0,1-1 0,0 1 0,0-1 0,-1 0 0,1 1 0,0-1 0,0 1 1,1-1-1,-1 0 0,0 1 0,0-1 0,1 1 0,-1-1 0,1 0 0,-1 1 0,1-1 0,0 0 0,-1 0 0,1 1 0,0-1 0,0 0 0,0 0 1,0 0-1,0 0 0,0 0 0,0 0 0,0 0 0,0-1 0,0 1 0,1 0 0,-1 0 0,0-1 0,1 1 0,-1-1 0,0 1 0,1-1 1,-1 0-1,0 0 0,1 1 0,-1-1 0,1 0 0,0 0-9,84 1 20,-64-2 10,31 0 12,-38-1-124,0 0 0,1 2 0,-1 0-1,0 1 1,1 0 0,-1 1 0,0 1 0,0 0-1,0 1 1,0 1 0,-1 0 0,2 2 82,-13-3 10,0-1 1,0 1-1,0 0 1,-1 0-1,1 0 1,-1 0-1,0 0 1,-1 0-1,1 1 1,-1-1-1,0 1 1,0-1-1,0 1 1,0-1-1,-1 1 0,0 0 1,0-1-1,0 1 1,-1 0-1,1-1 1,-1 1-1,0-1 1,-1 1-1,1-1 1,-1 1-1,1-1 1,-1 0-1,-1 0 1,1 0-1,-1 0 1,1 0-1,-1-1 1,0 1-1,0-1 1,-1 1-1,1-1 1,-1 0-1,1-1 1,-1 1-1,0-1 1,0 1-1,0-1 1,-1 0-1,1-1 1,0 1-1,-2 0-10,-7 5 140,-1 1-1,0-2 1,0 0-1,0-1 1,-1 0-1,1-1 1,-1 0-1,0-2 1,-1 1-1,1-2 1,0 0-1,-15-2-139,29-1-93,-1 0 0,1-1 0,0 1 0,0-1 0,0 0 0,0 1 0,0-1 0,1 0 0,-1 1 0,1-1 0,0 0 0,0 0 0,0 1 0,0-1 0,0 0 0,1 0 0,-1 0 0,1 1 0,-1-1 0,1 0 0,0 1 0,0-1 0,0 1 0,1-1 0,-1 1 0,1 0 0,0-2 93,4-1-540,0-1 1,-1 1-1,2 1 0,-1-1 1,1 1-1,-1 0 1,1 1-1,0-1 0,0 1 1,1 1-1,-1-1 0,1 1 1,-1 1-1,1-1 1,-1 1-1,8 1 540,20-3-1118</inkml:trace>
  <inkml:trace contextRef="#ctx0" brushRef="#br1" timeOffset="36682.864">3886 3559 5169,'0'0'1810,"0"0"1827,0 0-1225,0 0-932,21-5-457,63-18-357,-82 22-632,0 0 0,0 0 0,0-1 1,0 1-1,0-1 0,0 1 0,0-1 1,0 1-1,-1-1 0,1 0 0,0 0 1,-1 0-1,0 0 0,0 0 0,1 0 0,-1-1 1,0 1-1,-1 0 0,1-1 0,0 1 1,-1 0-1,1-1 0,-1 1 0,0-1 1,0 1-1,0-1 0,0 1 0,0 0 0,0-1 1,-1 1-1,1-1 0,-1 1 0,0 0 1,0-1-1,1 1 0,-1 0 0,-1 0 1,1-1-1,0 1 0,-1 0 0,1 0 0,-1 1 1,1-1-1,-1 0 0,0 0 0,0 1 1,0-1-1,-1 0-34,-71-34 517,62 110-430,13-67-81,1 0 0,0-1 0,0 1 0,1 0 0,-1-1 0,1 1-1,1-1 1,-1 0 0,1 0 0,0 0 0,1 0 0,-1-1 0,1 0 0,0 0 0,0 0 0,1-1 0,-1 1 0,1-1 0,0 0-1,1-1 1,-1 0 0,0 0 0,1 0 0,0-1 0,-1 0 0,1 0 0,0 0 0,0-1 0,0 0 0,0-1 0,0 1 0,1-1 0,-1-1-1,0 1 1,0-1 0,1-1-6,-5 0-17,0 1-1,0-1 1,0 0-1,0 0 1,0 0-1,-1-1 1,1 1-1,-1-1 0,1 1 1,-1-1-1,0 0 1,0 0-1,0 0 1,0 0-1,-1 0 1,1-1-1,-1 1 1,0 0-1,0-1 1,0 1-1,0-1 1,-1 1-1,1-1 0,-1 1 1,0-1-1,0 1 1,-1-1 17,15-44 36,-13 43-40,1 1 1,0 1-1,0-1 1,0 0-1,0 0 1,1 1-1,-1-1 1,1 1-1,0 0 1,0 0-1,1 0 0,-1 0 1,0 1-1,1-1 1,0 1-1,-1 0 1,1 0-1,0 0 1,0 0-1,0 1 1,0 0-1,1-1 1,-1 2-1,0-1 0,0 0 1,1 1-1,-1 0 1,0 0-1,1 0 1,-1 0-1,0 1 1,1 0-1,-1 0 1,0 0-1,0 0 1,0 1-1,0 0 0,0-1 1,0 1-1,0 1 1,-1-1-1,1 1 1,-1-1-1,1 1 1,-1 0-1,0 1 4,70 118 74,-59-160-85,-14 32 0,1 0 0,-1 0 0,1 0 0,1 0 0,-1 0-1,1 0 1,0 0 0,1 0 0,-1 0 0,1 1 0,0 0 0,0-1 0,1 1 0,-1 0 0,1 1 0,1-1 0,-1 1 0,0-1 0,1 1-1,0 1 1,0-1 0,0 1 0,1 0 0,-1 0 0,1 0 0,-1 1 0,1 0 0,0 0 0,0 0 0,5 0 11,-5 4-5,-1 0 1,0 0-1,1 1 1,-1 0 0,0 0-1,-1 1 1,1-1-1,-1 1 1,1 0-1,-1 0 1,0 1-1,-1-1 1,1 1 0,-1 0-1,0-1 1,0 2-1,0-1 1,-1 0-1,2 3 5,13 21 21,-12-23-43,-1 1 1,1-1-1,0 0 0,0-1 1,0 1-1,1-1 1,0 0-1,0 0 0,1-1 1,-1 0-1,1 0 1,0 0-1,0-1 1,0 0-1,0-1 0,0 1 1,1-1-1,-1-1 1,1 1-1,4-1 22,52-30-6004,-40 4 1695,-4 0 2067</inkml:trace>
  <inkml:trace contextRef="#ctx0" brushRef="#br1" timeOffset="36998.49">4906 3180 7330,'0'0'1640,"0"0"1914,0 0-1418,0 0-765,0 0 14,9 20 236,31 65-176,-32-71-1249,2 0-1,-1 0 1,1-1 0,1-1 0,1 0 0,-1 0 0,2-1-1,0 0 1,0-1 0,1-1 0,0 0 0,0-1 0,11 4-196,164 70 559,-103-69-4210,-80-62-6436,14-9 5917,-7 33-1269</inkml:trace>
  <inkml:trace contextRef="#ctx0" brushRef="#br1" timeOffset="37279.603">5472 3153 6753,'0'0'198,"0"0"391,0 0 1730,0 0-510,0 0-473,0 0-122,-20 6-85,-62 23-134,36 31 707,40-44-1183,-134 285 3021,139-298-3689,-2 8-4379,3-10-1680</inkml:trace>
  <inkml:trace contextRef="#ctx0" brushRef="#br1" timeOffset="39949.76">5414 3212 6001,'0'0'302,"0"0"-90,0 0-96,0 0-71,0 0 430,0 0 1395,-8 12 6693,-78 54-5512,45-23-2748,3 1 0,1 2-1,2 1 1,3 2 0,1 1-1,3 1 1,2 2 0,-3 14-303,13-51-527,11-53-2683,5 34 2883,0-71-10596,0 52 6422</inkml:trace>
  <inkml:trace contextRef="#ctx0" brushRef="#br1" timeOffset="40418.226">4988 3312 5881,'0'0'682,"0"0"-59,0 0 1382,0 0-343,0 0-627,0 0-215,12-10 1905,-9 10-2576,0 1 1,0 0 0,1-1 0,-1 1 0,0 0 0,0 0-1,0 1 1,0-1 0,0 1 0,0-1 0,0 1 0,-1 0-1,1 0 1,-1 0 0,1 0 0,-1 1 0,0-1 0,0 1-1,0-1 1,0 1 0,0 0 0,0 0 0,-1 0-1,1 0 1,-1 0 0,0 0 0,0 0 0,0 0 0,0 2-150,17 29 676,-3-13-563,2 0-1,1-1 1,1 0 0,0-2 0,2 0 0,0-1-1,0-2 1,2 0 0,0-1 0,0-1 0,1-1 0,1-2-1,0 0 1,1-2 0,15 4-113,-98-10-11909,28-2 8409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57:15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6145,'0'0'1502,"0"0"1667,0 0-837,0 0-741,0 0-192,0 0 43,1 14 1454,45-11-1058,147-14 734,1-1-3500,-201 18-11079,-6-6 7148,-3 0 200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57:15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 5881,'0'0'1525,"0"0"3160,0 0-1996,0 0-901,0 0 155,0 0 41,24 1-584,187-3 1188,-16 5-4165,-71-44-9262,-80 20 3853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2:13:57.188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05" units="cm"/>
      <inkml:brushProperty name="height" value="0.05" units="cm"/>
      <inkml:brushProperty name="color" value="#00A0D7"/>
    </inkml:brush>
    <inkml:brush xml:id="br2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666 968 13299,'0'0'2332,"0"0"-627,0 0-352,0 0 204,0 0 44,-16-1 1275,215-74-2320,-111 65-535,-85 12-34,0 1 0,0-1 0,-1 1 0,1-1 0,-1 1 0,0 0-1,0 0 1,0 0 0,0 1 0,-1-1 0,1 0 0,-1 1 0,0-1 0,1 1 0,-2-1 0,1 1 0,0-1 0,-1 1-1,0 0 1,1-1 0,-2 1 0,1 0 0,0-1 0,-1 1 0,1 0 0,-1-1 0,0 1 0,0-1 0,-1 1 0,1-1-1,-1 0 1,-1 3 13,-5 8 10,-1 0 0,0 0-1,-1-1 1,0 0 0,-1-1-1,-1 0 1,0 0-1,0-2 1,-1 1 0,-1-2-1,1 1 1,-2-2 0,0 0-10,22-12-73,1 1 0,0-1 0,0 1-1,0 0 1,0 1 0,0 0 0,1 0 0,-1 1 0,1 0 0,-1 0 0,1 1 0,-1 0 0,1 1 0,-1 0 0,1 0 0,-1 1 0,0 0 0,0 0 0,0 1 0,0 0 0,0 1 0,0-1-1,-1 1 1,1 1 0,-1 0 0,0 0 0,-1 0 0,1 1 0,-1 0 0,0 0 0,-1 0 0,1 1 0,-1 0 0,-1 0 0,1 0 0,1 4 73,-3-6 1,0 0 0,-1 0 0,1 1 0,-1-1 1,0 1-1,-1 0 0,1-1 0,-1 1 0,0 0 0,0 0 1,-1 0-1,0 0 0,0 0 0,0 0 0,-1 0 0,0 0 0,0-1 1,0 1-1,-1 0 0,0 0 0,0-1 0,0 1 0,-1-1 1,0 0-1,0 0 0,0 0 0,-1 0 0,1 0 0,-1-1 1,0 0-1,-1 1 0,1-1 0,-1-1 0,0 1 0,0-1 0,0 0 1,0 0-1,-4 1-1,-13 8 77,-1-1 1,0-1 0,-1-1-1,0-1 1,-1-2-1,0 0 1,0-1 0,0-2-1,0 0 1,-13-2-78,41-28-5525,72-25-4180,-31 28 8363</inkml:trace>
  <inkml:trace contextRef="#ctx0" brushRef="#br0" timeOffset="373.32">899 712 13707,'0'0'2111,"0"0"-629,0 0-743,0 0-326,0 0-4,0 0 316,18 17 597,44 41-242,-3 2-1,-3 3 0,39 57-1079,-72-84 145,-2 1-1,-2 1 1,-2 1-1,-1 1 0,-1 0 1,-3 1-1,-1 1 0,-3 0 1,-1 0-1,-2 0 1,-1 1-1,-3 34-144,-4-51 6,0 0 1,-2-1 0,-1 0-1,-1 0 1,-1 0-1,-1-1 1,-1 0 0,-1-1-1,-2 0 1,0-1-1,-1 0 1,-1-1 0,-1-1-1,-1 0 1,0-1-1,-2-1 1,0-1 0,-1-1-1,-12 8-6,-20 3-2165,13-23-6827,22-4 3195</inkml:trace>
  <inkml:trace contextRef="#ctx0" brushRef="#br1" timeOffset="-2.14748E6">21419 610 5777,'0'0'4516,"0"0"-2438,0 0-1002,0 0-444,0 0-73,0 0 25,19-16-17,61-47-258,-77 61-265,1 0 0,-1 0-1,1 0 1,-1 1 0,1 0 0,0-1-1,-1 1 1,1 1 0,0-1 0,0 1-1,0-1 1,0 1 0,0 0 0,-1 0-1,1 1 1,0-1 0,0 1 0,0 0 0,-1 0-1,1 0 1,0 0 0,-1 1 0,1-1-1,-1 1 1,1 0 0,-1 0 0,0 1-1,0-1 1,0 0 0,0 1 0,0 0-1,-1 0 1,1 0 0,-1 0 0,0 0-1,0 0 1,0 1 0,0-1 0,0 1-1,-1-1 1,1 1 0,-1 0 0,0-1-1,-1 1 1,1 0 0,0 0 0,-1 0 0,0 0-1,0 0 1,0-1 0,0 1 0,-1 0-1,0 2-43,16 94 1282,-15-78-1194,2 1 1,1-1 0,0 0 0,2 0 0,0 0 0,2 0-1,0-1 1,2 0 0,0-1 0,1 1 0,1-2 0,1 0-1,0 0 1,2-1 0,11 12-89,-24-29 4,0 0-1,0 0 1,0 0-1,0 0 1,1 0-1,-1 0 1,0 0-1,0 0 1,1-1-1,-1 1 1,1-1-1,-1 1 1,1-1-1,-1 1 1,0-1-1,1 0 1,0 0-1,-1 1 1,1-1 0,-1 0-1,1 0 1,-1-1-1,1 1 1,-1 0-1,1 0 1,-1-1-1,1 1 1,-1-1-1,0 0 1,1 1-1,-1-1 1,0 0-1,1 0 1,-1 1-1,0-1 1,0 0-1,0 0 1,1-1-1,-1 1 1,-1 0-1,1 0 1,0 0-1,0-1 1,0 1-1,0 0 1,-1-1-1,1 0-3,28-77 231,-27 74-235,9-56 49,-2 0 0,-3 0 0,-3-1 0,-3 1 1,-4-30-46,2-26-50,8 180 336,2 0 0,3 0-1,2-1 1,4 0 0,4 5-286,-15-46 61,9 34 148,3-2 1,2 1-1,2-2 0,3-1 1,26 40-210,-26-136-3021,41-43-8737,-31 46 2841</inkml:trace>
  <inkml:trace contextRef="#ctx0" brushRef="#br1" timeOffset="-2.14748E6">22737 649 13067,'0'0'2048,"0"0"-993,0 0-393,0 0 410,0 0 325,0 0-318,25-1-397,195-8 765,-58 5-2417,-162 4-1456,-1 0-3281,-11 0 2439,-5 0 644</inkml:trace>
  <inkml:trace contextRef="#ctx0" brushRef="#br1" timeOffset="-2.14748E6">22820 842 5281,'0'0'1404,"0"0"2359,0 0-1378,0 0-764,0 0-4,24 0 148,172 0 1661,-156-1-2890,134-13-1283,-123-15-12425,-35 17 7149</inkml:trace>
  <inkml:trace contextRef="#ctx0" brushRef="#br1" timeOffset="-2.14748E6">24238 348 4033,'0'0'7712,"0"0"-4591,0 0-2021,0 0-616,0 0 211,-17 22 476,-106 151 693,93-127-1537,-168 223 397,176-256-1492,-30-26-10700,36-5 7930</inkml:trace>
  <inkml:trace contextRef="#ctx0" brushRef="#br1" timeOffset="-2.14748E6">23812 417 5593,'0'0'4453,"0"0"-2382,0 0-704,0 0-39,23 20-43,75 67 66,10 65 1865,38-1-2110,-139-148-3022,-5-20-10209,-2 12 12803,0-15-2620</inkml:trace>
  <inkml:trace contextRef="#ctx0" brushRef="#br1" timeOffset="-2.14748E6">24341 2 6081,'0'0'949,"0"0"2130,0 0-1459,0 0-838,0 0-18,0 0 273,15 0-102,93-1 718,-106 3-1571,1 0 0,-1 1 0,0-1 1,0 1-1,0-1 0,0 1 0,0 0 1,0 0-1,-1 0 0,1 0 0,-1 0 0,0 0 1,0 0-1,0 0 0,0 1 0,-1-1 1,1 0-1,-1 1 0,0-1 0,0 0 1,0 1-1,0-1 0,-1 0 0,1 0 1,-1 1-1,0-1 0,0 0-82,0 13 364,0-5-256,0 1-1,-1-1 0,-1 0 1,0 1-1,0-1 0,-1 0 1,0-1-1,-1 1 0,-1-1 1,1 0-1,-2 0 0,1-1 1,-1 0-1,-6 6-107,11-14 6,0 0 0,0 1-1,0 0 1,0-1 0,0 1-1,0 0 1,0 0 0,0 0-1,1 0 1,-1 0 0,1 0-1,-1 0 1,1 1 0,0-1 0,0 1-1,0-1 1,0 1 0,0-1-1,1 1 1,-1-1 0,1 1-1,0 0 1,0-1 0,-1 1-1,2-1 1,-1 1 0,0 0 0,1-1-1,-1 1 1,1-1 0,-1 1-1,1-1 1,0 1 0,0-1-1,1 1 1,-1-1 0,0 0-1,1 0 1,-1 1 0,1-1-1,0 0 1,0-1 0,0 1 0,0 0-1,0 0 1,0-1 0,0 1-1,0-1 1,1 0 0,-1 0-1,0 0 1,1 0 0,-1 0-1,1 0 1,0-1 0,-1 1-6,328 6 1444,-372-5-5420,11-1-2267,7 0-495</inkml:trace>
  <inkml:trace contextRef="#ctx0" brushRef="#br1" timeOffset="-2.14748E6">23673 2802 5761,'0'0'4831,"0"0"-2726,0 0-856,0 0 184,0 0 369,0 0-94,21 0-465,163 0 891,-60 0-1030,-74 0-4492,-107 0-6020,23 0 2467</inkml:trace>
  <inkml:trace contextRef="#ctx0" brushRef="#br1" timeOffset="-2.14748E6">23677 3051 1560,'0'0'7443,"0"0"-4331,0 0-1519,0 0-112,0 0 248,24 2 46,176 9 1019,-17-39-3399,-143 1-8518,-24 17 5518</inkml:trace>
  <inkml:trace contextRef="#ctx0" brushRef="#br1" timeOffset="-2.14748E6">24701 2570 5577,'0'0'4109,"0"0"-1872,0 0-1016,0 0-411,0 0-88,0 0 135,14-13-161,43-39-159,-50 48-431,0-1-1,0 1 1,0 1 0,0-1-1,1 1 1,0 0 0,-1 1-1,1 0 1,0 0-1,0 1 1,0 0 0,0 0-1,1 1 1,-1 0 0,0 0-1,2 1-105,9-1 232,-17 1-211,1-1-1,-1 1 1,1 0-1,-1 0 1,1 0-1,-1 0 1,0 1-1,1-1 1,-1 0-1,0 1 1,0 0 0,0-1-1,0 1 1,0 0-1,-1 0 1,1 0-1,0 0 1,-1 1-1,0-1 1,1 0-1,-1 1 1,0-1 0,0 0-1,0 1 1,-1-1-1,1 1 1,-1 0-1,1-1 1,-1 1-1,0-1 1,0 1-1,0 0 1,0 2-21,-3 95 550,-2-81-510,-1 0-1,0 0 1,-1-1-1,-1 0 1,-1 0-1,0-1 1,-2 0-1,0 0 1,0-1-1,-2-1 0,0 0 1,0-1-1,-2 0 1,1-1-1,-3 1-39,16-13 1,0 0 0,0 0-1,-1 0 1,1 0-1,0 0 1,0 0 0,-1 0-1,1 0 1,-1 0-1,1 0 1,-1-1 0,1 1-1,-1-1 1,1 1-1,-1-1 1,1 1 0,-1-1-1,0 0 1,1 0-1,-1 0 1,0 0 0,1 0-1,-1 0 1,1 0-1,-1-1 1,0 1 0,1-1-1,-1 1 1,1-1-1,-1 1 1,1-1 0,-1 0-1,1 0 1,0 0-1,-1 0 1,1 0 0,0 0-1,0 0 1,0 0-1,-1 0 1,1-1 0,0 1-1,1 0 1,-1-1-1,0 1 1,0-1 0,1 1-1,-1-1 1,0 1-1,1-1 1,0 1 0,-1-1-1,1 0 1,0 1-1,0-2 0,-2-94-233,4 94 237,1 1 0,-1 0 0,0 0 0,1 0 0,-1 0 0,1 0-1,0 1 1,-1-1 0,1 1 0,0 0 0,0 0 0,0 0 0,0 0 0,0 0-1,0 0 1,0 1 0,1 0 0,-1-1 0,0 1 0,0 0 0,0 1-1,0-1 1,0 0 0,1 1 0,-1 0 0,0 0 0,0 0 0,0 0 0,-1 0-1,1 1 1,0-1 0,0 1 0,-1 0 0,1-1 0,-1 1 0,1 1 0,-1-1-1,0 0 1,0 0 0,0 1 0,0 0-4,26 21 89,-19-14-65,0-1 0,0 0 0,1-1 0,0 0 0,1-1-1,-1 0 1,2 0 0,-1-1 0,0-1 0,1 0 0,0 0 0,1-2-1,-1 1 1,0-1 0,1-1 0,0 0 0,3-1-24,72-23-2148,-47-27-5972,-26 22 3715</inkml:trace>
  <inkml:trace contextRef="#ctx0" brushRef="#br1" timeOffset="-2.14748E6">25232 2488 5801,'0'0'1661,"0"0"2878,0 0-2322,0 0-1206,0 0-145,0 0 255,7-1-36,-3 0-980,0 0-1,0 1 0,1 0 1,-1-1-1,0 2 1,1-1-1,-1 0 0,0 1 1,0 0-1,0 0 1,0 0-1,1 1 0,-1-1 1,-1 1-1,1 0 1,0 0-1,0 0 0,-1 1 1,1-1-1,-1 1 1,0 0-1,0 0 0,0 0 1,0 0-1,2 3-104,61 77 1363,-56-66-1240,1 0 0,1-1 0,0-1 0,1 0 1,1 0-1,0-1 0,1-1 0,0-1 0,1 0 0,0-1 0,1 0 1,1-2-1,-1 0 0,1-1 0,12 3-123,15-7-966,-44-4 589,1-1 0,-1 1 0,1-1 0,-1 1 0,1-1 0,-1 1 0,0-1 0,1 0 0,-1 0 0,0 1 0,0-1 1,1 0-1,-1 0 0,0 0 0,0-1 0,0 1 0,0 0 0,0 0 0,0-1 0,-1 1 0,1 0 0,0-1 0,-1 1 0,1 0 0,-1-1 0,1 1 0,-1-1 0,0 1 0,1-1 0,-1 0 0,0 1 1,0-1-1,0 1 0,0-1 0,0 1 0,-1-2 377,1-14-1959</inkml:trace>
  <inkml:trace contextRef="#ctx0" brushRef="#br1" timeOffset="-2.14748E6">25621 2369 4913,'0'0'1147,"0"0"1111,0 0-841,0 0-651,0 0-146,0 0 435,-3 9 112,-133 286 5577,24-102-5536,98-161-1292,14-32-547,0-2-6660,0-14 3597,0-1 828</inkml:trace>
  <inkml:trace contextRef="#ctx0" brushRef="#br1" timeOffset="-2.14748E6">21726 3175 6009,'0'0'1361,"0"0"2239,0 0-1318,0 0-907,0 0-417,0 0 331,0 0 72,0 0-352,5 0-107,195-1 563,0-9 1,12-10-1466,265-12 764,-477 32-1227,-26 13-10,-65 16-2689,30-15-3836,32-9 2271</inkml:trace>
  <inkml:trace contextRef="#ctx0" brushRef="#br1" timeOffset="-2.14748E6">22113 3583 11682,'0'0'2152,"0"0"-915,0 0-538,0 0-136,0 0 108,0 0-178,-3 4-357,-5 11 91,1-1 0,0 1 0,1 1 0,1-1 0,0 1 0,2 0-1,-1 0 1,2 0 0,0 1 0,1-1 0,1 0 0,0 1 0,1-1 0,2 6-227,0-17 48,0 1 0,1 0-1,0-1 1,0 1 0,1-1 0,-1 0 0,1-1 0,0 1 0,1-1 0,-1 0-1,1 0 1,-1-1 0,1 1 0,0-1 0,1-1 0,-1 1 0,0-1 0,1 0-1,-1-1 1,1 1 0,0-1 0,-1 0 0,1-1 0,0 0 0,-1 0 0,1 0-1,0-1 1,0 0 0,-1 0 0,3-2-48,-5 3-3,-1-1 0,1 0 0,0 0 0,-1 0 0,1 0 0,0 0 0,-1-1 0,1 0 0,-1 0 0,0 0 0,0 0 0,0 0 0,0-1 0,0 1 0,0-1 0,-1 0 0,1 0 0,-1 0 0,0 0 0,1 0 0,-2 0 0,1-1 0,0 1 0,-1-1 0,1 1 0,-1-1 0,0 0 0,0 1 0,-1-1 0,1 0 1,-1 0-1,0 0 0,1 1 0,-2-1 0,1 0 0,-1-2 3,-32-138-152,30 138 141,0 0-1,-1 0 1,0 0-1,0 1 1,0-1-1,0 1 1,-1 0-1,0 0 1,0 1-1,0-1 1,0 1-1,-1 0 1,0 0-1,0 1 0,0 0 1,0 0-1,-1 0 1,1 1-1,-1 0 1,1 0-1,-1 1 1,0 0-1,1 0 1,-1 0-1,0 1 1,0 0-1,0 0 1,-2 1 11,4 2-51,2 0 1,-1 1 0,0-1 0,1 1 0,-1-1-1,1 1 1,0 0 0,1 1 0,-1-1 0,0 0-1,1 1 1,0-1 0,0 1 0,1 0 0,-1 0-1,1-1 1,0 1 0,0 0 0,1 0 0,0 0 0,0 0-1,0 0 1,0 0 0,0 0 0,1 0 0,0 0-1,0 0 1,1 0 0,-1 0 0,1-1 0,0 1-1,0-1 1,1 1 0,-1-1 0,1 0 0,3 4 50,0-4-748,1 0 0,-1-1 1,1 1-1,-1-1 1,1-1-1,0 1 0,0-1 1,1 0-1,-1-1 1,0 0-1,1 0 1,-1-1-1,1 1 0,6-2 748,17 1-2526</inkml:trace>
  <inkml:trace contextRef="#ctx0" brushRef="#br1" timeOffset="-2.14748E6">22271 3231 5401,'0'0'3026,"0"0"-680,0 0-782,0 0-449,0 0-20,0 0-28,4-3-20,-4 2-995,1 0 0,0 1 0,0 0 0,0-1 0,0 1 0,0 0 0,0-1 0,0 1 0,0 0 0,0 0 0,0 0 0,0 0 0,0 0 0,0 0 0,0 0 0,0 0 0,0 0 0,0 0 0,0 0 0,0 1 0,0-1 0,-1 0 0,1 1 0,0-1 0,0 1 0,0-1 0,0 1 0,0-1 0,-1 1 0,1 0 0,0-1 0,-1 1 0,1 0 1,0 0-1,-1-1 0,1 1 0,-1 0 0,1 0 0,-1 0 0,1 0 0,-1 0 0,0 0 0,1 0 0,-1 0 0,0 0 0,0 0 0,0 0 0,0 0 0,0 0 0,0 0 0,0 0 0,0 0 0,0 0 0,0 0-52,21 83 1744,-18-71-1468,17 95 1061,37 136 518,15-94-3507,-60-155-10830,-8-11 9728</inkml:trace>
  <inkml:trace contextRef="#ctx0" brushRef="#br1" timeOffset="-2.14748E6">22988 3365 11690,'0'0'2073,"0"0"-865,0 0-565,0 0-44,0 0 64,0 0 86,-7 20 137,-114 252 2108,90-206-2623,23-45-362,-2 0 0,0-1 0,-2 0-1,0 0 1,-1-1 0,0-1 0,-15 14-9,27-31-198,0 1-1,-1-1 1,1 0 0,0 0-1,-1 0 1,1 0 0,-1 0-1,1 0 1,-1-1 0,1 1-1,-1 0 1,0-1 0,1 1-1,-1-1 1,0 0 0,1 1-1,-1-1 1,0 0 0,0 0 0,1 0-1,-1 0 1,0-1 0,1 1-1,-1 0 1,0-1 0,0 1-1,1-1 1,-1 1 0,1-1-1,-1 0 1,1 0 0,-1 0-1,1 0 1,-1 0 0,1 0-1,0 0 1,-1 0 0,1 0-1,0-1 1,0 1 0,0-1-1,0 1 1,0-1 0,0 1-1,1-1 199,-37-80-5444,33 70 5297,-13-38-1290</inkml:trace>
  <inkml:trace contextRef="#ctx0" brushRef="#br1" timeOffset="-2.14748E6">22555 3470 2713,'0'0'5900,"0"0"-1917,0 0-2372,0 0-679,0 0 341,0 0 399,25 9-169,82 31-558,-98-36-834,-1 1 0,0 0-1,0 0 1,0 0 0,0 1 0,-1 0-1,0 1 1,0-1 0,-1 1-1,0 1 1,0-1 0,-1 1-1,2 3-110,10 13 251,27 43 268,-37-53-478,2 1 0,0-2 1,0 1-1,1-1 0,1 0 1,0-1-1,1 0 1,1-1-1,-1-1 0,8 5-41,34-10-2762,-5-66-7234,-30 24 7090</inkml:trace>
  <inkml:trace contextRef="#ctx0" brushRef="#br1" timeOffset="-2.14748E6">21859 2576 4425,'0'0'909,"0"0"129,0 0 1491,0 0-688,0 0-616,0 0 51,-5-6-60,-16-16-65,19 21-1083,0 1 1,0-1-1,0 1 1,0-1-1,0 1 1,0 0-1,0 0 1,0 0-1,0 0 1,0 0-1,0 1 1,0-1-1,0 0 1,0 1-1,0-1 0,1 1 1,-1 0-1,0 0 1,0 0-1,0 0 1,1 0-1,-1 0 1,0 0-1,1 1 1,-1-1-1,1 0 1,0 1-1,-1-1 1,1 1-1,0 0 1,0-1-1,0 1 0,0 0 1,0 0-1,0 0 1,1-1-1,-1 1 1,1 0-1,-1 0 1,1 0-1,-1 2-68,0-1 144,-6 11-61,2 0-1,0 1 0,0-1 0,2 1 0,0 0 0,0 0 1,1 0-1,1 0 0,1 0 0,0 0 0,1 8-82,3-15 30,0 0-1,0 0 0,0 0 0,1-1 0,0 0 1,1 0-1,-1 0 0,1-1 0,1 0 0,-1 0 0,1 0 1,0-1-1,0 0 0,1-1 0,-1 1 0,1-1 0,0-1 1,0 1-1,1-1 0,-1-1 0,1 0 0,-1 0 0,1 0 1,-1-1-1,1-1 0,0 1 0,0-2 0,0 1 1,-1-1-1,1 0 0,0-1 0,3-1-29,-8 3 10,1-1 0,-1 0 0,0 0 0,0-1-1,0 1 1,0-1 0,0 0 0,0 0 0,-1 0 0,1 0 0,-1-1 0,1 0 0,-1 1-1,0-1 1,0 0 0,0-1 0,0 1 0,-1 0 0,1-1 0,-1 0 0,0 1 0,0-1-1,0 0 1,-1 0 0,1 0 0,-1 0 0,0-1 0,1-2-10,8-129 52,-10 116-58,2 16 3,-1-1 1,0 1-1,0 0 0,-1-1 1,1 1-1,-1-1 1,0 1-1,0-1 0,0 1 1,-1-1-1,1 1 1,-1-1-1,0 1 0,-1 0 1,1 0-1,-1-1 1,0 1-1,0 0 0,0 0 1,0 1-1,-1-1 1,1 0-1,-1 1 0,0 0 1,0-1-1,-1 1 1,1 0-1,-1 1 0,1-1 1,-1 0-1,0 1 1,0 0-1,0 0 0,0 0 1,0 1-1,0-1 1,-1 1-1,1 0 0,0 0 1,-2 0 2,-3 2-8,1 0 0,-1 0 0,0 1 0,1 0 0,-1 1 0,1-1-1,0 2 1,0-1 0,0 1 0,0 0 0,1 1 0,-1 0 0,1 0 0,0 1 0,1-1 0,-1 1 0,1 1 0,1-1 0,-1 1 0,1 0 0,0 1 0,-1 1 8,-18 74-2749,24-80 2457,0 0 1,1 0 0,-1 0 0,1 0-1,0 0 1,0 0 0,0-1-1,0 1 1,1 0 0,-1 0-1,1-1 1,-1 1 0,1-1-1,0 1 1,0-1 0,0 0-1,0 0 1,1 0 0,-1 0 0,1 0-1,-1 0 1,1-1 0,-1 1-1,1-1 1,0 0 0,0 0-1,0 0 1,0 0 0,0 0-1,0 0 1,0-1 0,1 0 291,33 8-1609</inkml:trace>
  <inkml:trace contextRef="#ctx0" brushRef="#br1" timeOffset="-2.14748E6">21871 2008 2481,'0'0'3078,"0"0"433,0 0-1901,0 0-401,0 0-135,0 0-165,2 10 225,39 217 3580,-33-158-3970,4 0 0,2-1-1,4 0 1,2-2-1,18 36-743,50 56 214,-90-155-5592,-26-26 149,-8-37 156,24 34 4038</inkml:trace>
  <inkml:trace contextRef="#ctx0" brushRef="#br1" timeOffset="-2.14748E6">22162 2471 4561,'0'0'5707,"0"0"-2967,0 0-1549,0 0-624,0 0-59,0 0 288,21-14 858,2 13-1330,-20 0-288,0 0 0,0 0 1,0 1-1,0-1 0,1 1 1,-1 0-1,0 0 0,0 0 0,0 0 1,0 0-1,0 1 0,0 0 1,1-1-1,-1 1 0,0 0 1,-1 0-1,1 1 0,0-1 0,0 1 1,0-1-1,-1 1 0,1 0 1,-1 0-1,1 0 0,-1 0 1,0 0-1,0 1 0,0-1 0,0 1 1,0-1-1,-1 1 0,1 0 1,-1 0-1,0 0 0,0 0 1,0 0-1,1 2-36,9 66 627,25 87 310,-34-153-919,0 0-1,1-1 1,-1 1-1,1 0 1,0-1 0,1 0-1,-1 0 1,1 0-1,0 0 1,0 0 0,0-1-1,1 0 1,-1 1-1,1-2 1,-1 1 0,1 0-1,0-1 1,0 0-1,0 0 1,0-1-1,1 1 1,-1-1 0,0 0-1,1-1 1,-1 1-1,1-1 1,1 0-18,-5 0 8,1 0-1,-1 0 1,1 0 0,-1-1 0,1 1-1,-1-1 1,1 1 0,-1-1 0,0 0-1,1 0 1,-1 0 0,0 0-1,1 0 1,-1 0 0,0-1 0,0 1-1,0-1 1,0 0 0,-1 1 0,1-1-1,0 0 1,-1 0 0,1 0 0,-1 0-1,1 0 1,-1-1 0,0 1-1,0 0 1,0 0 0,0-1 0,-1 1-1,1-1 1,-1 1 0,1-1 0,-1 0-8,8-26-25,-1-1 0,-2 0 0,-1 0 0,-1-1 0,-2 1 1,-1-1-1,-1 1 0,-3-12 25,-55-88-153,63 171 158,141 231 559,-139-260-495,0-1 0,1 0-1,0-1 1,1 0 0,0 0 0,1 0 0,0-1 0,0 0-1,1-1 1,0 0 0,1-1 0,0 0 0,0 0-1,0-1 1,1-1 0,0 0 0,0 0 0,0-1-1,0-1 1,1 0 0,0-1 0,-1 0 0,1-1 0,0 0-1,0-1-68,34-30-2116,-32 15-7035,-15 12 4558</inkml:trace>
  <inkml:trace contextRef="#ctx0" brushRef="#br1" timeOffset="-2.14748E6">23710 5235 1384,'0'0'4183,"0"0"99,0 0-2276,0 0-941,0 0-201,0 0 150,-8-1 82,0 0-1291,-9-2 2524,42 2 133,273-20 774,-301 22-11534,-12 2 2964,-1-1 2225</inkml:trace>
  <inkml:trace contextRef="#ctx0" brushRef="#br1" timeOffset="-2.14748E6">23735 5365 5945,'0'0'918,"0"0"1814,0 0-1049,0 0-636,0 0 26,0 0 127,20 3 129,355 9 3710,-337-10-4274,-21-1-2284,1 0-6894,-18-1 4096</inkml:trace>
  <inkml:trace contextRef="#ctx0" brushRef="#br1" timeOffset="-2.14748E6">26152 4896 5601,'0'0'5103,"0"0"-2492,0 0-1025,0 0-550,0 0-304,0 0 121,-5 10 212,-2 6-798,1 1 1,1-1-1,0 1 1,1 0-1,1 0 1,1 1-1,0-1 1,1 0-1,1 1 1,1 7-268,2-20 19,0-1 0,0 1 0,0 0 0,0-1 0,1 1-1,0-1 1,0 0 0,0 0 0,0-1 0,1 1 0,-1-1 0,1 0 0,0 0 0,0-1 0,0 1 0,0-1 0,0 0 0,1-1-1,-1 1 1,1-1 0,-1 0 0,1 0 0,-1-1 0,1 1 0,0-1 0,-1-1 0,1 1 0,-1-1 0,1 0 0,-1 0 0,1 0-1,-1-1 1,0 0 0,1 0 0,-1 0 0,0-1 0,0 0 0,-1 0 0,1 0 0,-1-1 0,1 1 0,2-4-19,0-2-55,-1 0 0,0-1 0,0 0 0,-1 0 0,-1-1 0,1 1 0,-2-1 0,1 0 0,-1 0 0,-1 0 0,0-1 0,-1 1 0,0 0 0,-1-1 55,1 7-33,-1 0 1,1 1 0,-1-1-1,-1 1 1,1-1 0,-1 0 0,1 1-1,-1-1 1,0 1 0,-1 0-1,1-1 1,-1 1 0,0 0-1,0 0 1,0 0 0,-1 0 0,1 0-1,-1 0 1,0 1 0,0-1-1,0 1 1,-1 0 0,1 0 0,-1 0-1,0 0 1,0 1 0,0 0-1,0 0 1,0 0 0,0 0-1,0 0 1,-1 1 0,1 0 0,-1 0-1,0 0 33,-3 0-4,1 0-1,-1 1 0,0 0 1,1 1-1,-1-1 0,1 2 1,-1-1-1,1 1 0,-1 0 1,1 0-1,0 1 0,0 0 1,0 1-1,0-1 0,1 1 1,0 0-1,-1 1 0,1 0 1,1 0-1,-1 0 0,1 0 1,0 1-1,0 0 0,0 0 1,1 1-1,0-1 0,1 1 1,-1 0-1,1 0 0,0 0 1,1 0-1,0 0 0,0 1 1,0-1-1,1 1 0,0 3 5,9 50-1200,46-33-3630,35-35-784,-53-8 4231</inkml:trace>
  <inkml:trace contextRef="#ctx0" brushRef="#br1" timeOffset="-2.14748E6">26280 4272 12427,'0'0'2120,"0"0"-713,0 0-464,0 0-128,0 0-31,0 0 91,5 25-47,39 171 292,-25-125-971,13 48 318,-4 1 0,-6 2 0,-5 5-467,-14-48-14389,1-94 12790</inkml:trace>
  <inkml:trace contextRef="#ctx0" brushRef="#br1" timeOffset="-2.14748E6">26668 4796 5961,'0'0'5128,"0"0"-2973,0 0-1253,0 0-349,10-18 45,29-56-29,-39 72-530,0 0 0,0 1 0,0-1-1,1 0 1,-1 0 0,0 0 0,1 1 0,-1-1 0,1 0 0,0 0-1,0 1 1,0-1 0,-1 0 0,1 1 0,1-1 0,-1 1-1,0 0 1,0-1 0,1 1 0,-1 0 0,0 0 0,1-1-1,-1 1 1,1 0 0,0 1 0,-1-1 0,1 0 0,0 0 0,-1 1-1,1-1 1,0 1 0,0-1 0,0 1 0,0 0 0,-1 0-1,1 0 1,0 0 0,0 0 0,0 0 0,0 0 0,-1 1 0,1-1-1,0 1 1,0-1 0,-1 1 0,1 0 0,0-1 0,-1 1-1,1 0 1,0 0 0,0 1-39,29 73 1460,-16 6-406,-15-67-959,1-1 0,0 1 1,1-1-1,0 0 1,1 1-1,1-1 0,0 0 1,1-1-1,1 1 1,-1-1-1,2 0 1,0 0-1,0-1 0,1 0 1,1 0-1,0-1 1,0 0-1,1 0 0,0-1 1,3 2-96,-10-10-123,104 56 455,-61-48-7195,-38-12 2517,-3-7 2386,-4 6 1377,4-12-1101</inkml:trace>
  <inkml:trace contextRef="#ctx0" brushRef="#br1" timeOffset="-2.14748E6">27099 4561 2761,'0'0'2907,"0"0"892,0 0-2136,0 0-684,0 0 117,0 0 74,-2 16 69,-30 101 713,-80 55-126,85-138-1389,2 2 0,2 0-1,1 2 1,2 0 0,1 2 0,-1 8-437,17-14-12124,3-36 9445</inkml:trace>
  <inkml:trace contextRef="#ctx0" brushRef="#br1" timeOffset="-2.14748E6">24829 4890 4793,'0'0'7982,"0"0"-4804,0 0-1963,0 0-526,0 0 22,0 0 89,7-2-212,184-5 128,-186 11-721,0 0 0,-1 0 0,1 1 0,-1 0 0,0 0 0,0 0 0,0 1 0,-1-1 0,1 1 0,-1 0 0,-1 0 0,1 0 0,-1 0 0,0 0 0,-1 0 0,1 1 0,-1-1 0,0 1-1,-1-1 1,0 1 0,0-1 0,0 1 0,-1-1 0,0 1 0,0-1 0,0 0 0,-1 1 0,-1 2 5,-3 17 34,0 0-1,-1-1 1,-2 0 0,-1 0-1,0-1 1,-2 0 0,-1-1-1,-1-1 1,-14 19-34,26-39-14,-1 0 0,0 0 0,1 0 1,-1 0-1,0 0 0,0-1 0,0 1 0,0-1 0,-1 0 1,1 0-1,0 0 0,0 0 0,-1-1 0,1 1 1,-1-1-1,1 0 0,0 0 0,-1 0 0,1 0 1,0-1-1,-1 1 0,1-1 0,0 0 0,-1 0 0,1 0 1,0 0-1,0-1 0,0 1 0,0-1 0,0 0 1,1 0-1,-1 0 0,0 0 0,1-1 0,-1 1 1,1 0-1,0-1 0,0 0 0,0 0 0,0 1 0,0-1 1,1 0-1,0 0 0,-1-1 0,1 1 0,0 0 1,0 0-1,0-1 0,1 1 0,-1 0 0,1-1 1,0 1-1,0 0 0,0-1 0,1 1 0,0-4 14,-2 6 2,1-1 0,0 1 0,0 0-1,0-1 1,0 1 0,0-1 0,1 1 0,-1 0-1,0-1 1,1 1 0,-1-1 0,1 1-1,-1 0 1,1 0 0,0-1 0,-1 1 0,1 0-1,0 0 1,0 0 0,0 0 0,0 0-1,0 0 1,0 0 0,0 0 0,0 0-1,0 0 1,1 0 0,-1 1 0,0-1 0,0 1-1,1-1 1,-1 1 0,1-1 0,-1 1-1,0 0 1,1-1 0,-1 1 0,1 0 0,-1 0-1,0 0 1,1 0 0,-1 0 0,1 1-1,-1-1 1,0 0 0,1 1 0,-1-1 0,0 1-1,1-1 1,-1 1 0,0 0 0,1-1-1,-1 1 1,0 0 0,0 0 0,0 0 0,0 0-1,0 0 1,0 0 0,0 0 0,0 0-1,0 0 1,-1 1-2,37 12 191,-1-1 0,2-2 0,-1-1 0,1-2 0,1-2 0,0-1-1,-1-2 1,17-2-191,-53-1-258,0-1 0,0 1 0,0-1 0,-1 0 0,1 1 0,0-1 0,-1 0 0,1 0 1,-1 0-1,1 0 0,-1 0 0,1 0 0,-1-1 0,0 1 0,1 0 0,-1-1 0,0 1 0,0-1 0,0 1 0,0-1 0,0 0 0,-1 1 0,1-1 0,0 0 0,-1 1 0,1-1 0,-1 0 0,0 0 0,1 0 0,-1 0 0,0 1 0,0-1 0,0 0 0,-1 0 0,1 0 0,0 0 0,-1 1 0,1-1 0,-1 0 0,1 0 0,-1 0 258,0-14-1635,1-11-466</inkml:trace>
  <inkml:trace contextRef="#ctx0" brushRef="#br1" timeOffset="-2.14748E6">25661 4829 6025,'0'0'5473,"0"0"-3144,0 0-1482,0 0-330,0 0 451,0 0 526,-8 20-123,-87 171 687,-63 18-651,136-192-2726,-30-33-11029,40-5 10015</inkml:trace>
  <inkml:trace contextRef="#ctx0" brushRef="#br1" timeOffset="-2.14748E6">25395 4873 6153,'0'0'958,"0"0"2360,0 0-1522,0 0-852,0 0 9,0 0 138,8 8 15,205 337 4384,-173-297-5736,-35-50-7600,-1-14 3550,-3 14 3706,3-17-1400</inkml:trace>
  <inkml:trace contextRef="#ctx0" brushRef="#br1" timeOffset="-2.14748E6">22101 5147 5337,'0'0'3704,"0"0"-1700,0 0-500,0 0-313,-7-4 27,-24-13 59,29 18-1192,0-1 0,-1 0 0,1 0 0,0 1 0,0-1 0,0 1-1,0-1 1,0 1 0,0 0 0,1 0 0,-1 0 0,0 0 0,0 0 0,0 1-1,1-1 1,-1 0 0,1 1 0,-1-1 0,1 1 0,0 0 0,-1-1-1,1 1 1,0 0 0,0 0 0,0 0 0,0-1 0,1 1 0,-1 0-1,0 0 1,1 0 0,0 1 0,-1 0-85,-2 4 220,-8 18 77,1 0 0,1 0 0,1 2 0,2-1 0,0 1-1,2-1 1,1 1 0,1 0 0,1 10-297,1-31 34,1-1-1,0 1 0,0-1 0,0 1 1,0-1-1,1 1 0,0-1 0,0 0 1,1 0-1,-1 0 0,1 0 0,0 0 1,0-1-1,1 1 0,-1-1 0,1 0 1,0 0-1,0 0 0,1-1 0,-1 1 1,1-1-1,-1 0 0,1-1 1,0 1-1,0-1 0,1 0 0,-1 0 1,0 0-1,1-1 0,-1 1 0,1-1 1,1-1-34,6 3 31,1-1 1,-1-1 0,0 0-1,0-1 1,1-1 0,-1 0-1,0 0 1,0-1 0,0-1 0,0 0-1,0-1 1,-1-1 0,7-2-32,-10 2-6,-1-1 1,0 0 0,0 0-1,0 0 1,0-1 0,-1 0-1,0-1 1,-1 1 0,0-1-1,0 0 1,0-1 0,-1 0-1,-1 0 1,1 0 0,-2 0-1,1-1 1,-1 1 0,0-1-1,-1 0 1,0 0 0,-1 0-1,0 0 1,-1 0 0,0 0-1,0 0 1,-1 0 0,-1-6 5,0 7-5,-1 0 1,0 1 0,0-1-1,0 1 1,-1 0 0,-1 0-1,1 0 1,-1 0 0,0 1-1,-1 0 1,0 0-1,0 0 1,-1 1 0,1 0-1,-1 0 1,-1 0 0,1 1-1,-1 0 1,0 1 0,0 0-1,0 0 1,-1 1 0,1 0-1,-1 0 1,0 1 0,0 0-1,0 0 1,0 1 0,0 1-1,0-1 1,0 1 0,0 1-1,0 0 1,0 0 0,-8 2 4,11-1-4,1-1 0,-1 1 1,0 0-1,1 0 1,-1 0-1,1 1 1,0 0-1,0 0 0,0 0 1,0 1-1,0 0 1,1-1-1,0 2 1,-1-1-1,2 0 0,-1 1 1,0 0-1,1 0 1,0 0-1,0 0 1,1 0-1,-1 1 0,1-1 1,0 1-1,1 0 1,-1 0-1,1-1 1,0 1-1,0 0 0,1 0 1,0 5 3,1-8-94,-1 0 0,1 1 0,0-1 0,0 0 0,0 0 0,0 1 0,1-1 0,-1 0 0,1 0 0,0-1 0,0 1 0,0 0 0,0-1 0,1 1 0,-1-1 0,1 1 0,-1-1 0,1 0 0,0 0 0,0 0 0,0-1 0,0 1 0,0-1 0,0 0 0,0 1 0,0-1 0,1-1 0,-1 1 0,0 0 0,2-1 94,106 6-9005,-80-16 5843,-9-7 245</inkml:trace>
  <inkml:trace contextRef="#ctx0" brushRef="#br1" timeOffset="-2.14748E6">22257 4636 2841,'0'0'7665,"0"0"-4537,0 0-1489,0 0-194,0 0-158,0 0-220,-6-2-341,6 2-704,-1 0 1,1 0 0,-1-1-1,1 1 1,-1 0-1,1 0 1,-1 0 0,1-1-1,-1 1 1,0 0 0,1 0-1,-1 0 1,1 0 0,-1 0-1,1 0 1,-1 0 0,0 0-1,1 1 1,-1-1 0,1 0-1,-1 0 1,1 0 0,-1 1-1,1-1 1,-1 0 0,1 1-1,-1-1 1,1 0 0,-1 1-1,1-1 1,-1 0 0,1 1-1,0-1 1,-1 1 0,1-1-1,0 1 1,-1-1-1,1 1 1,0-1 0,0 1-1,0-1 1,-1 1 0,1-1-1,0 1 1,0 0 0,0-1-1,0 1 1,0-1 0,0 1-1,0-1 1,0 1 0,0 0-1,0-1 1,0 1 0,0-1-1,1 1 1,-1-1 0,0 1-1,0-1 1,1 1 0,-1-1-1,0 1 1,1-1 0,-1 1-1,0-1 1,1 1-23,24 62 982,-11-30-505,18 59-156,-5 1 1,-3 1-1,-4 1 1,-5 0 0,-3 2-1,-3 55-321,-8-132 951,5 3-6018,22-36-6591,-12-10 8760</inkml:trace>
  <inkml:trace contextRef="#ctx0" brushRef="#br1" timeOffset="-2.14748E6">22516 5164 8994,'0'0'2813,"0"0"-1202,0 0-625,0 0 28,0 0-117,0 0-63,7-13-241,26-40-175,-31 50-361,1 0 1,-1 1-1,1-1 1,0 1-1,0 0 1,0 0-1,0 0 1,0 0-1,0 1 1,1-1-1,-1 1 1,0 0-1,1 0 1,-1 0 0,1 0-1,0 0 1,-1 1-1,1 0 1,0 0-1,-1 0 1,1 0-1,-1 0 1,1 1-1,0-1 1,-1 1-1,1 0 1,-1 0-1,0 1 1,1-1-1,-1 1 1,0-1-1,0 1 1,2 1-58,1 11 121,-1 1 1,-1-1-1,0 1 1,0 0 0,-2 0-1,0 0 1,-1 1 0,0-1-1,-1 0 1,-1 0-1,-1 6-121,2 13 251,-1-3-7,10 106 466,-8-133-693,0 0 0,0 0 0,0 0 0,0 0 0,1 0-1,-1 0 1,1-1 0,0 1 0,0-1 0,1 1 0,-1-1 0,1 0 0,0 0 0,-1 0 0,1 0 0,1 0 0,-1-1 0,0 1 0,1-1 0,-1 0 0,1 0 0,0 0 0,-1-1 0,1 1 0,0-1 0,0 0 0,0 0 0,0 0 0,4 0-17,-2-1 11,0 1 0,0-1 0,1-1 1,-1 1-1,0-1 0,0 0 0,0-1 1,0 1-1,-1-1 0,1 0 0,0 0 1,-1-1-1,1 0 0,-1 0 1,0 0-1,0-1 0,0 0 0,0 0 1,-1 0-1,0 0 0,1-1 0,-2 1 1,1-1-1,0 0 0,-1 0 0,0-1 1,2-4-12,9-15-45,-2 0 0,0-1 0,-2-1 1,-1 0-1,-1-1 0,-1 0 1,-2 0-1,-1 0 0,-1 0 0,-1-1 1,-1 1-1,-2-1 0,-2-11 45,3 38 3,0 0 0,0 0 0,0 0 0,-1 0 0,1 0 0,0 0 0,-1 0 0,1 1 0,-1-1 0,0 0 0,0 0 0,1 0 0,-1 1 0,0-1 0,-1 1 0,1-1 0,0 1 0,0-1 0,-1 1 0,1 0 0,-1-1 0,1 1 0,-1 0 0,1 0 0,-1 0 0,0 0 0,1 0 0,-1 1 0,0-1 0,0 0 0,0 1 0,0-1 0,0 1 0,1 0 0,-1 0 0,0 0 0,0 0 0,0 0 0,0 0 0,-1 0-3,-9 61 140,13-34-100,2 1 0,0 0 0,2-1 0,1 0 0,1 0 0,2-1 0,0 0 0,2 0 0,0-1 0,2 0 0,1-1-1,1-1 1,1 0 0,1-1 0,0-1 0,2 0 0,1-2 0,21 18-40,-36-33 533,13 13-2711,-40-10-9761,10-7 8627</inkml:trace>
  <inkml:trace contextRef="#ctx0" brushRef="#br2" timeOffset="-2.14748E6">21258 7311 5633,'0'0'5744,"0"0"-3473,0 0-1263,0 0-62,0 0 104,0 0-40,3-4 309,55 104 594,-39-62-1705,0 0 0,3-1 0,1-2 0,1 0 1,2-2-1,2 0 0,1-2 0,1-1 0,1-2 0,2-1 1,1-1-1,15 7-208,-46-34 4,-1-1 0,1 0 0,-1 0 0,1 0 0,-1-1 0,0 1 0,0 0 0,0-1 0,0 0 1,-1 1-1,1-1 0,-1 0 0,1 0 0,-1 0 0,0 0 0,0 0 0,0 0 0,0 0 0,-1 0 0,0 0 1,1 0-1,-1 0 0,0 0 0,0-1 0,-1 1 0,1 0 0,-1 0 0,1 0 0,-1 0 0,0 0 0,0 0 0,0 0 1,-1 0-1,-1-2-4,2-11 17,-5-385-183,27 324 153,-21 76-124,0 1-375,17 7-4702,6 8 1822,0 1-1036,-2-6 2056</inkml:trace>
  <inkml:trace contextRef="#ctx0" brushRef="#br2" timeOffset="-2.14748E6">22055 7491 5881,'0'0'1351,"0"0"2034,0 0-1201,0 0-933,0 0-232,0 0 363,0 0 1252,11 2-2242,375-50 2987,-385 48-3467,-1 0-60,0 0-53,0 0-109,-56 14-11205,37-8 8513</inkml:trace>
  <inkml:trace contextRef="#ctx0" brushRef="#br2" timeOffset="-2.14748E6">22171 7679 3609,'0'0'2199,"0"0"1231,0 0-1914,0 0-753,0 0-377,0 0 96,11 4 999,20-4 4193,130-6-4116,25-7-1142,-186 13-513,-11-10-1049,-7 2-4509,10 5 1089,-2-3 1814</inkml:trace>
  <inkml:trace contextRef="#ctx0" brushRef="#br2" timeOffset="-2.14748E6">22979 6716 5065,'0'0'1183,"0"0"1939,0 0-1280,0 0-695,0 0-156,0 0-51,1-6 133,0-4-601,3-10 154,-3 4 3332,-1 15-3665,-13 1 173,7 1-453,0 0 1,0 0-1,0 0 1,0 1-1,0 0 1,0 0 0,0 0-1,1 1 1,-1 0-1,1 0 1,0 0-1,0 1 1,0-1-1,0 1 1,1 1-1,-1-1 1,1 0-1,0 1 1,0 0-1,1 0 1,-1 0-1,1 1 1,1-1-1,-1 1 1,0 1-14,-40 153 194,37-126-13,3 0 0,1 0 0,1 0 0,2 1-1,1-1 1,2 0 0,2 0 0,0-1 0,3 1 0,0-2 0,13 28-181,19 20 291,-3 1 1,-4 2-1,-4 2 1,-3 0 0,-4 2-1,-4 1 1,-4 0-1,4 82-291,-20-146 31,-1 0 0,-1 0 0,-1-1 1,-1 1-1,-1-1 0,-1 0 0,-1 0 0,-1-1 0,-1 0 0,-12 18-31,18-29 8,0 1-1,-1-1 1,0 0 0,-1 0 0,-1 0-1,1-1 1,-2 0 0,1 0 0,-1-1-1,-1 0 1,0-1 0,0 0 0,-1 0-1,0-1 1,0 0 0,0 0 0,-1-1-1,0-1 1,0 0 0,-1 0 0,0-1-1,1-1 1,-1 0 0,0 0 0,-1-1-1,-3-1-7,-254-41 30,278 40-2119,60 0-4038,-22-3-873,-15-2 3412</inkml:trace>
  <inkml:trace contextRef="#ctx0" brushRef="#br0" timeOffset="1540.323">2582 1152 6065,'0'0'1423,"0"0"2298,0 0-1351,0 0-667,0 0-636,0-18-194,1-54 172,-1 70-959,-1 1 0,1-1 0,0 1 0,-1-1 0,1 0 0,-1 1 0,1-1 0,-1 1 0,1-1 0,-1 1 0,0 0 0,0-1 0,0 1 0,0 0 0,0-1 0,0 1 0,0 0 0,-1 0 0,1 0 0,0 0 0,0 0 0,-1 0 0,1 0 0,-1 1 1,1-1-1,-1 0 0,1 1 0,-1-1 0,1 1 0,-1 0 0,0-1 0,1 1 0,-1 0 0,1 0 0,-1 0 0,0 0 0,1 0 0,-1 1 0,0-1 0,1 0 0,-1 1 0,1-1 0,-1 1 0,0 0-86,-6 0 87,-5 1-46,0 2 0,1 0 0,-1 0-1,1 2 1,1-1 0,-1 1 0,1 1 0,0 0-1,0 1 1,1 0 0,0 0 0,0 1-1,1 0 1,0 1 0,1 0 0,0 0-1,0 1 1,1 0 0,1 1 0,0-1 0,0 1-1,1 0 1,1 1 0,0-1 0,1 1-1,0 0 1,1 0 0,-1 12-41,1 20 68,2 0 0,2 0 0,2 0 0,2-1 0,2 0 0,2 0 0,2 0 0,1-2 0,3 1 0,1-2 0,11 18-68,18 56 65,16 45 615,2-1-7,-7 2 0,-8 2 1,-1 25-674,-40-154 120,-1 0 1,-2 1-1,-1-1 0,-2 1 1,-1 0-1,-2 0 1,-1-1-1,-2 1 1,-2-1-1,-1 1 0,-1-2 1,-2 1-1,-1-1 1,-2-1-1,-1 0 1,-1-1-1,-2 0 0,-1-2 1,-2 0-1,-5 5-120,16-26-29,0 0-1,0-1 1,-1 0 0,0-1-1,0 0 1,-1 0-1,0-1 1,1-1-1,-2 0 1,1 0 0,0-1-1,-1-1 1,0 0-1,1 0 1,-1-1-1,0-1 1,0 0 0,0 0-1,1-1 1,-1-1-1,0 0 1,1 0 0,-1-1-1,1-1 1,0 0-1,0-1 1,0 0-1,1 0 1,0-1 0,0 0-1,0-1 1,-5-5 29,13 10-333,-1 0 0,1 0 0,1-1 1,-1 1-1,0 0 0,1-1 0,-1 0 1,1 1-1,0-1 0,0 0 1,0 1-1,0-1 0,0 0 0,0 0 1,1 0-1,0 0 0,-1 0 0,1 0 1,0 1-1,0-1 0,1 0 0,-1 0 1,1 0-1,-1 0 0,1 0 0,0 0 1,0 1-1,0-1 0,0 0 0,1 1 1,-1-1-1,1 1 0,0-1 0,-1 1 1,1 0-1,0 0 0,0 0 0,1 0 1,-1 0-1,0 0 0,1 0 0,-1 1 1,1-1-1,-1 1 0,1 0 0,0 0 1,-1 0-1,1 0 0,0 0 0,0 0 1,0 1-1,0 0 0,1-1 333,6-5-411,31-19-2577</inkml:trace>
  <inkml:trace contextRef="#ctx0" brushRef="#br1" timeOffset="-2.14748E6">3446 3700 4033,'0'0'1503,"0"0"-1140,0 0 55,0 0 1369,0 0-490,0 0-581,-2-3-297,-1-1-938,-6-21 8067,9 24-6916,0 1-133,0 0-100,0 0-195,0 0 9,0 0-93,0 0-52,3-28 1539,-1 24-1596,1 0 0,-1 0 0,1 0-1,0 0 1,0 0 0,1 1 0,-1-1 0,1 1 0,-1 0-1,1 0 1,0 0 0,0 0 0,1 1 0,-1 0-1,0 0 1,1 0 0,0 0 0,-1 1 0,1 0 0,0 0-1,-1 0 1,1 0 0,0 1 0,0-1 0,0 1-1,0 1 1,0-1 0,-1 1 0,1 0 0,0 0 0,0 0-1,-1 1 1,1-1 0,-1 1 0,1 0 0,-1 0-1,0 1 1,0 0 0,0-1 0,0 1 0,0 0 0,0 1-1,-1-1 1,0 1 0,0 0 0,0-1 0,0 1-1,0 1 1,-1-1 0,0 0 0,0 1 0,0-1 0,0 1-1,0 0-10,15 173 583,-18-161-529,0 1 0,1 0-1,0 0 1,2 0 0,0 0-1,1 0 1,1 0 0,0-1-1,2 0 1,0 0 0,0 0 0,2-1-1,0 0 1,1 0 0,0-1-1,2 0 1,0-1 0,0 0-1,4 3-53,-11-13 10,-1 0 0,1 0 0,0 0 1,0-1-1,0 1 0,0-1 0,1 0 0,-1-1 0,1 1 0,0-1 0,0 1 0,-1-1 0,2-1 0,-1 1 0,0-1 0,0 0 0,0 0 0,1 0 0,-1-1 0,0 0 0,1 0 0,-1 0 0,0-1 0,1 0 0,-1 0 0,0 0 0,0 0 0,0-1 0,0 0 1,0 0-1,0-1 0,0 1 0,-1-1 0,1 0 0,-1 0 0,2-2-10,5-17 12,-2 0 0,0-1 0,-2-1 0,0 1 0,-2-1 0,0 0 1,-2 0-1,-1 0 0,0-1 0,-2 1 0,-1-1 0,-4-22-12,4 4-3,-64-197 59,82 344-289,-14-90 274,1 23 40,1-1 0,2 0 1,2 0-1,1 0 0,2-2 1,1 1-1,1-2 0,3 1 1,0-2-1,2-1 0,2 0 0,0-1 1,2-1-1,1-2 0,19 17-81,-5-29 147,-38-15-682,0 0-584,0-7-7070,0-5 1662</inkml:trace>
  <inkml:trace contextRef="#ctx0" brushRef="#br0" timeOffset="5656.506">7198 2454 10306,'0'0'4169,"0"0"-2353,0 0-1022,0 0-45,0 0 505,0 0 153,-2 25-165,-8 82-413,10-98-776,0 0 0,0 0 0,1 0 0,0 0 0,1 0 0,-1 0 0,2-1 1,-1 1-1,1-1 0,1 1 0,0-1 0,0 0 0,0 0 0,1-1 0,0 1 0,0-1 0,1 0 0,0 0 0,1-1 0,-1 0 0,1 0 0,0-1 0,0 1 0,1-1 0,0-1 0,0 0 0,0 0 1,0 0-1,1-1 0,-1 0 0,1-1 0,0 0 0,-1 0 0,1-1 0,0 0 0,0-1 0,0 0 0,0 0 0,0-1 0,0 0 0,0-1 0,0 1 0,0-2 0,-1 1 0,2-2-53,0 1-83,0-1 0,0 0 1,-1 0-1,0-1 0,1 0 0,-2-1 0,1 0 0,-1 0 0,0-1 0,0 0 0,-1 0 0,0-1 0,0 0 0,-1 0 0,0-1 0,0 1 1,-1-2-1,0 1 0,-1 0 0,1-1 0,-2 0 0,0 0 0,0 0 0,-1 0 0,0 0 0,-1-1 0,0 1 0,0 0 0,-1-1 1,-1 1-1,0-1 0,0 1 0,-2-7 83,-1 9 17,0 2 1,0-1 0,0 0-1,-1 1 1,0-1-1,0 1 1,0 1 0,-1-1-1,0 1 1,0 0-1,-1 0 1,1 1 0,-1 0-1,0 0 1,0 0-1,0 1 1,-1 0 0,1 0-1,-1 1 1,1 0-1,-1 1 1,0-1 0,0 2-1,0-1 1,0 1-1,0 0 1,0 0 0,0 1-1,1 0 1,-1 1-1,0 0 1,0 0 0,1 1-1,-1-1 1,1 2-1,0-1 1,0 1 0,0 0-1,1 0 1,-3 3-18,2-3 4,1 0 0,0 1 1,1-1-1,-1 1 0,1 1 1,0-1-1,0 1 0,0 0 0,1 0 1,0 0-1,0 0 0,1 1 0,0 0 1,0 0-1,0 0 0,1 0 0,0 0 1,1 0-1,-1 0 0,1 1 1,1-1-1,-1 1 0,1-1 0,1 1 1,0 5-5,0-10-103,0 0 0,0 0 0,1-1 0,-1 1 0,1 0 0,0-1 0,0 1 0,0-1 0,0 0 0,0 1 1,1-1-1,-1 0 0,0 0 0,1-1 0,0 1 0,-1 0 0,1-1 0,0 0 0,0 1 0,0-1 0,0 0 1,0-1-1,2 2 103,2-1-771,1 1 0,-1-1 0,1 0 0,-1-1 0,1 0 0,-1 0-1,1-1 1,-1 1 0,0-2 0,1 1 0,-1-1 0,0 0 0,0 0 0,0-1 0,3-1 771,14-15-2910</inkml:trace>
  <inkml:trace contextRef="#ctx0" brushRef="#br0" timeOffset="6001.436">7368 1782 9338,'0'0'2449,"0"0"815,-13-22-1683,-64-107 706,77 129-2180,0 0 0,0 1 0,-1-1 0,1 0 1,0 1-1,0-1 0,0 0 0,-1 0 0,1 1 0,0-1 1,0 0-1,-1 0 0,1 0 0,0 1 0,0-1 0,-1 0 1,1 0-1,0 0 0,-1 0 0,1 0 0,0 0 0,-1 1 1,1-1-1,0 0 0,-1 0 0,1 0 0,0 0 0,-1 0 1,1 0-1,0 0 0,-1 0 0,1-1 0,0 1 1,-1 0-1,1 0 0,0 0 0,-1 0 0,1 0 0,0 0 1,0-1-1,-1 1-107,13 42 49,165 426 2899,-149-395-2674,4-2 0,2-1 0,3-2 0,4-1 0,2-2 0,37 42-274,-75-101 940,10 11-3304,-3-26-9770,-12-17 5698,0-1-932</inkml:trace>
  <inkml:trace contextRef="#ctx0" brushRef="#br0" timeOffset="6360.494">7929 2362 8490,'0'0'6931,"0"0"-4068,0 0-1636,0 0-100,0 0 77,0 0-184,6-3-373,-2 1-614,-1 1 0,1-1 0,0 1 0,0 0 0,1 0 0,-1 0 1,0 0-1,0 1 0,0 0 0,0-1 0,1 2 0,-1-1 0,0 0 0,0 1 0,0 0 0,0 0 0,1 0 0,-2 0 0,1 1 0,0 0 1,0-1-1,0 2 0,-1-1 0,1 0 0,0 1-33,16 11 86,-1 1 0,-1 1 1,0 1-1,-1 0 0,-1 1 1,-1 1-1,0 0 0,1 6-86,-5-8 84,0-1-1,0-1 1,2 0 0,-1 0-1,2-1 1,0-1 0,1 0-1,0-1 1,1-1 0,0 0-1,1-1 1,0-1 0,5 2-84,-1-5-47,0-1 0,0-1 0,0-1 0,0-1 0,0 0 1,1-2-1,-1 0 0,9-3 47,-24 1-508,-1 0 0,0-1 0,1 0 0,-1 0 0,-1 0 0,1-1 0,0 1 0,-1-1 0,0 0 0,0-1 0,0 1 0,0-1 1,-1 1-1,0-1 0,1 0 0,-2-1 0,1 1 0,-1 0 0,0-1 0,0 1 0,0-1 0,-1 0 0,0 1 0,0-1 0,0 0 0,-1 0 0,0 0 0,0 0 0,0 1 0,-1-1 0,0 0 1,0 0-1,-1-2 508,2-28-1287</inkml:trace>
  <inkml:trace contextRef="#ctx0" brushRef="#br0" timeOffset="6630.794">8353 2207 4137,'0'0'8462,"0"0"-5356,0 0-1695,-13 22-55,-162 320 5121,121-241-5938,-1 4-944,24-35-6391,30-65-98,1-5 3703</inkml:trace>
  <inkml:trace contextRef="#ctx0" brushRef="#br0" timeOffset="2135.541">3567 2291 5737,'0'0'2387,"0"0"1377,0 0-1313,0 0-779,0 0-586,0 0-223,1-4-120,6-3-1,-7 33-96,-10 43 734,-92 207 1439,3-15-6421,100-268-5041,-1-3 6238,-1 0 969,1-16-1207</inkml:trace>
  <inkml:trace contextRef="#ctx0" brushRef="#br0" timeOffset="2430.449">3271 2333 7009,'0'0'6745,"0"0"-4141,0 0-1442,0 0-690,0 0-252,0 0 72,4 9 296,38 73 555,4-2 1,4-3-1,3-1 0,32 31-1143,-81-101-1,130 130-426,-133-135-1397,-1-2-3504,-4-14 1723,-6-5-721</inkml:trace>
  <inkml:trace contextRef="#ctx0" brushRef="#br0" timeOffset="2896.483">3625 2140 7538,'0'0'6509,"0"0"-4071,0 0-1301,0 0-311,0 0 206,18-20 264,60-65-371,-72 78-884,2 0 1,-1 0-1,1 0 1,0 1-1,0 0 1,1 1 0,0 0-1,0 0 1,0 1-1,0 0 1,1 0-1,-1 1 1,1 1 0,0 0-1,0 0 1,0 0-1,0 2 1,4-1-42,-10 3 12,0 1 0,-1-1 1,1 1-1,-1 0 0,1 0 0,-1 0 1,0 0-1,0 0 0,0 1 0,-1-1 0,1 1 1,-1 0-1,0 0 0,0 0 0,0 0 1,-1 0-1,1 0 0,-1 1 0,0-1 1,0 0-1,-1 1 0,1-1 0,-1 1 1,0-1-1,0 1 0,0-1 0,-1 0 1,0 1-1,0-1 0,0 0 0,0 1 1,0-1-1,-2 1-12,2 11 60,-63 232 759,67-244-811,0-1 1,1 0-1,-1 0 1,1 0-1,-1 0 1,1 0-1,0-1 1,1 0-1,-1 1 0,0-2 1,0 1-1,1 0 1,-1-1-1,1 0 1,-1 0-1,1 0 1,0-1-1,-1 1 1,1-1-1,0 0 1,-1-1-1,1 1 1,0-1-1,-1 0 1,1 0-1,2-1-8,11 1 26,111 1-570,-125-4-8223,-4 0 2478</inkml:trace>
  <inkml:trace contextRef="#ctx0" brushRef="#br0" timeOffset="4479.619">4798 2450 6529,'0'0'5360,"0"0"-2501,0 0-1193,0 0-486,0 0-46,0 0-50,-17-5-154,-58-15-399,70 19-517,1 1 0,-1-1 0,0 1 1,1 0-1,-1 0 0,0 1 1,1 0-1,-1-1 0,1 2 1,-1-1-1,1 0 0,-1 1 1,1 0-1,0 0 0,0 0 1,0 1-1,0-1 0,0 1 1,0 0-1,1 0 0,-1 0 1,0 2-15,-12 8 15,-171 163 447,186-176-460,0 1-1,1-1 1,-1 1 0,0-1 0,1 0 0,-1 1 0,0-1 0,1 1-1,-1 0 1,1-1 0,-1 1 0,1-1 0,-1 1 0,1 0 0,-1-1-1,1 1 1,0 0 0,-1 0 0,1-1 0,0 1 0,0 0-1,0 0 1,-1-1 0,1 1 0,0 0 0,0 0 0,0-1 0,0 1-1,0 0 1,0 0 0,1 0 0,-1-1 0,0 1 0,0 0 0,0 0-1,1-1 1,-1 1 0,0 0 0,1-1 0,-1 1 0,1 0 0,-1-1-1,1 1 1,-1 0 0,1-1 0,-1 1 0,1-1 0,0 1 0,-1-1-1,1 1 1,0-1 0,-1 0 0,1 1 0,0-1 0,0 0 0,-1 1-1,1-1 1,0 0 0,0 0 0,-1 0 0,1 0 0,0 0-2,60-2 226,-49 0-189,115-30 48,-110 25-100,1 1 0,-1 1 1,1 0-1,0 2 0,0 0 0,0 1 1,0 0-1,1 2 0,17 1 15,-32 1-17,1 1-1,-1 0 0,1-1 1,-1 1-1,0 1 0,0-1 0,-1 1 1,1-1-1,0 1 0,-1 0 1,0 1-1,0-1 0,-1 0 0,1 1 1,-1 0-1,0-1 0,0 1 1,0 0-1,-1 0 0,1 0 0,-1 0 1,-1 0-1,1 1 0,-1-1 1,1 0-1,-2 0 0,1 0 1,0 0-1,-1 1 0,0-1 0,0 0 1,-2 3 17,-2-1 46,0 0 0,0-1 0,-1 1 0,1-1 0,-2 0 0,1-1 1,-1 1-1,1-1 0,-1 0 0,-1-1 0,1 0 0,-1 0 0,1-1 1,-1 0-1,0 0 0,-1-1 0,1 0 0,0 0 0,0-1 0,-1 0 0,1 0 1,-6-1-47,-69 2 146,89-14-1313,190-14 627,-173 24 546,0-2-1,-1-1 1,1 0-1,-1-2 1,0 0-1,-1-2 1,0 0-1,0-2 0,-1 0 1,0-1-1,-1-1 1,-1-1-1,0 0 1,-1-1-1,0-1 1,-1-1-1,-1-1 1,-1 0-1,4-6-5,-5-51 304,-14 73-279,0 1-1,1 0 1,-1 0-1,0 0 0,0 0 1,0 0-1,0 0 1,0 0-1,0 1 0,0-1 1,0 0-1,0 0 1,0 1-1,-1-1 0,1 1 1,0-1-1,0 1 0,-1-1 1,1 1-1,0 0 1,0 0-1,-1-1 0,1 1 1,0 0-1,-1 0 1,1 0-1,0 1 0,-1-1 1,1 0-1,0 0 1,-1 1-1,1-1 0,0 1 1,0-1-1,-1 1 1,1-1-1,0 1 0,0 0 1,0 0-1,0-1 1,0 1-1,0 0 0,0 0 1,-1 1-25,-1 5 16,0-1 0,0 1 0,0 0 0,1 0 0,0 0 0,0 0 0,1 0-1,0 0 1,0 1 0,1-1 0,0 0 0,0 1 0,1-1 0,-1 0 0,2 0 0,-1 0 0,1 1 0,0-1 0,0-1 0,1 1 0,0 0 0,0 0 0,1-1 0,0 0-16,7 1 5,1 0 1,0-1-1,0-1 1,1 0 0,0 0-1,0-1 1,0-1 0,0 0-1,0-1 1,1-1-1,-1 0 1,1 0 0,-1-2-1,9 0-5,-15-2-89,-1 0 0,0 0-1,0 0 1,0-1 0,-1 0-1,1 0 1,-1-1 0,0 1 0,0-1-1,0 0 1,-1-1 0,0 1-1,0-1 1,0 0 0,-1 0-1,1 0 1,-2 0 0,1 0 0,-1-1-1,1-2 90,12-19-193,-15 25 188,1 0 0,-1 0 0,1 0 0,0 1 0,0-1 0,0 0 0,1 0 0,-1 1 0,1-1 0,-1 1 0,1-1 0,0 1 0,0 0 0,0-1 1,0 1-1,0 0 0,1 1 0,-1-1 0,1 0 0,-1 1 0,1-1 0,-1 1 0,1 0 0,0-1 0,0 1 0,0 1 0,-1-1 0,1 0 0,0 1 0,0 0 0,0-1 0,0 1 0,0 0 0,0 0 0,0 1 0,0-1 0,0 1 0,0-1 0,0 1 0,0 0 0,-1 0 0,1 1 0,0-1 0,0 0 0,-1 1 0,1-1 0,-1 1 0,0 0 0,1 1 5,118 181 266,-119-183-234,-1-10 101,-2-182-539,3 186 402,0 1-1,0-1 0,0 1 1,1-1-1,0 1 0,-1 0 0,1 0 1,1 0-1,-1 0 0,1 0 1,-1 1-1,1 0 0,0 0 0,1 0 1,-1 0-1,0 0 0,1 1 1,-1 0-1,1 0 0,0 0 0,0 1 1,0-1-1,-1 1 0,1 0 1,1 1-1,-1-1 0,0 1 0,0 0 1,0 0-1,0 1 0,0-1 1,0 1-1,0 0 0,0 1 0,0-1 1,-1 1-1,1 0 0,0 0 1,-1 0-1,1 1 0,1 1 5,123 151 1166,-92-139-2369,16-40-9930,-36 7 7677</inkml:trace>
  <inkml:trace contextRef="#ctx0" brushRef="#br0" timeOffset="4790.669">6227 2417 7578,'0'0'2356,"0"0"2953,0 0-2273,0 0-1701,0 0-525,0 0-159,15-3-119,-6 0-446,-7 2-71,1-1-1,0 1 1,-1 0 0,1 0 0,0 1 0,0-1 0,0 0 0,0 1 0,-1 0 0,1 0 0,0 0 0,0 0 0,0 0 0,0 0 0,0 1-1,0-1 1,-1 1 0,1 0 0,0 0 0,0 0 0,-1 0 0,1 0 0,-1 1 0,1-1 0,-1 1 0,0 0 0,1 0 0,-1 0 0,0 0-1,0 0 1,0 0-15,50 94 414,-47-80-376,1 1 1,1-1-1,1-1 0,0 1 1,0-1-1,2-1 0,0 0 1,1 0-1,0-1 0,1 0 0,0-1 1,1 0-1,0-1 0,1 0 1,1-2-1,-1 1 0,1-2 0,1 0 1,0-1-1,0 0 0,0-1 1,13 2-39,103-13-1786,-97-17-2927,-12-17-4292,-17 18 1785</inkml:trace>
  <inkml:trace contextRef="#ctx0" brushRef="#br0" timeOffset="5101.179">6567 2285 7178,'0'0'2527,"0"0"2251,0 0-2427,-17 25-993,-99 163 1569,-50 132 116,163-315-4085,-6 15 2733,7-15-5458,1-3-5384,1-14 4652</inkml:trace>
  <inkml:trace contextRef="#ctx0" brushRef="#br1" timeOffset="-2.14748E6">3168 3158 4177,'0'0'691,"0"0"-358,0 0-169,0 0-95,0 0-15,-28-8 4404,18 0 1221,9 9-364,3 25-4794,-2-25-513,0 0 0,0 1 0,0-1 0,0 0 0,1 0 0,-1 0 0,0 0 0,1 1 0,-1-1 0,0 0 0,1 0 0,-1 0 0,1 0 0,0 0 0,-1 0 0,1 0 0,0 0 0,0 0 0,-1 0 0,1 0 0,0-1 0,0 1 0,0 0 0,0-1 0,0 1 0,0 0 0,0-1 0,0 1 0,1-1 0,-1 0 0,0 1 0,0-1 0,0 0 0,0 0 0,1 1 0,-1-1 0,0 0 0,0 0 0,0-1 0,1 1 0,-1 0 0,0 0 0,0 0 0,0-1 0,0 1 0,1-1 0,-1 1-8,5 0 5,277-40 576,-27 34-627,-252 8 32,1-1 0,-1 1 0,1 0 0,-1 1 0,0-1 1,0 1-1,0-1 0,0 1 0,0 1 0,-1-1 0,1 0 0,-1 1 0,0 0 0,0 0 1,0 0-1,-1 0 0,0 0 0,1 0 0,-1 1 0,-1-1 0,1 1 0,0 0 1,-1-1-1,0 1 0,0 0 0,-1 0 0,1-1 0,-1 1 0,0 0 0,-1 0 1,1 0-1,-2 4 14,-65-1-40,62-10 31,1-1 1,0 1-1,0-1 1,0 0-1,0 0 0,1-1 1,-1 1-1,1-1 1,0 1-1,0-1 1,0 0-1,0-1 1,1 1-1,-1 0 1,1-1-1,0 1 0,1-1 1,-1 0-1,1 1 1,0-1-1,0 0 1,0 0-1,1 0 1,0 0-1,0 0 1,0 0-1,0 0 0,1 1 1,0-1-1,0 0 1,0 0-1,1-1 9,3 0 3,0 1-1,0-1 0,1 1 1,0 0-1,0 1 0,0 0 1,0 0-1,1 0 0,-1 0 1,1 1-1,0 0 0,0 1 1,0-1-1,0 1 0,1 1 1,-1-1-1,0 1 0,1 1 1,-1-1-1,1 1 0,-1 1 1,1-1-1,-1 1 0,2 1-2,150 21 92,-155-21-92,0 0 0,0-1 0,0 1 0,1-1 0,-1 0 0,1 0 0,-1 0-1,1-1 1,-1 1 0,1-1 0,0 0 0,-1 0 0,1-1 0,-1 0 0,1 1 0,-1-1 0,1-1-1,-1 1 1,0-1 0,0 1 0,0-1 0,0-1 0,0 1 0,0 0 0,0-1 0,0 0-1,-1 0 1,0 0 0,1 0 0,-1-1 0,0 1 0,-1-1 0,1 0 0,-1 0 0,0 0 0,1 0-1,-2 0 1,1-1 0,15-204 535,-17 209-491,0 0 3,0 0-37,0 0-23,0 0 13,0 0-32,0 0-140,-5 9-2790,-29 36-6923,15-22 4999</inkml:trace>
  <inkml:trace contextRef="#ctx0" brushRef="#br2" timeOffset="-2.14748E6">4849 3181 3273,'0'0'1865,"0"0"539,0 0-373,0 0-1026,0 0-507,0 0-142,-4-1 156,-10-1 1602,30 16 1077,5 4-3402,9 2 449,0-1 0,1-2 1,1-1-1,0-2 0,1-1 0,1-1 0,0-2 0,1-1 0,-1-2 0,1-2 0,1-1 0,-1-1 0,1-2 0,-1-2 0,1-1 0,2-2-238,-19 4 8,511-61 294,-245 28-88,253 5-214,-505 30-6,0 0-1,0 3 1,-1 0 0,1 2-1,-1 2 1,-1 1 0,1 1-1,-2 1 1,0 2-1,0 1 1,-2 2 0,0 1-1,-1 1 1,15 13 6,-40-31-10,1 0 1,-1 0 0,0 1-1,1-1 1,-1 0-1,0 1 1,0 0-1,0-1 1,0 1 0,-1 0-1,1 0 1,0 0-1,-1 0 1,1 1-1,-1-1 1,0 0 0,0 1-1,0-1 1,0 0-1,0 1 1,0-1-1,-1 1 1,1 0-1,-1-1 1,0 1 0,0-1-1,0 1 1,0 0-1,0-1 1,0 1-1,-1-1 1,1 1 0,-1-1-1,0 1 1,0-1-1,0 1 1,0-1-1,0 0 1,0 1 0,-1-1-1,0 1 10,-1-1 5,0 0-1,0 0 1,0 0-1,0 0 1,0-1-1,-1 1 1,1-1-1,-1 0 1,1 0 0,-1 0-1,1 0 1,-1-1-1,1 0 1,-1 1-1,0-1 1,1 0-1,-1-1 1,1 1-1,-1-1 1,1 0-1,-1 0 1,1 0 0,-1 0-1,1 0 1,0-1-1,-1 1 1,1-1-1,0 0 1,0 0-1,0 0 1,0-1-1,1 1 1,-1-1 0,1 1-1,-1-1 1,1 0-1,0 0 1,0 0-1,0 0 1,1 0-1,-1 0 1,1-1-1,-1 1 1,1-1-1,0 1 1,1-1 0,-1 0-5,1-2 2,1 0 1,-1 0 0,1 1-1,1-1 1,-1 0 0,1 1 0,0-1-1,0 1 1,1 0 0,-1 0-1,1-1 1,0 2 0,1-1 0,-1 0-1,1 1 1,0-1 0,0 1-1,1 0 1,-1 1 0,1-1 0,-1 1-1,1 0 1,0 0 0,1 0 0,4-1-3,31-18 22,1 2 1,1 2 0,1 2-1,1 2 1,0 2 0,0 1-1,1 3 1,0 2 0,12 1-23,98-20 28,-106 14-23,0 2 0,1 3 1,-1 2-1,1 2 0,0 2 1,6 3-6,-46-1-6,-2 1 13,1-1 0,0 0 0,-1 0 0,1-1 0,0-1 0,0 1 1,-1-2-1,1 1 0,0-1 0,0-1 0,-1 0 0,1 0 0,-1-1 1,1 0-1,-1 0 0,0-1 0,-1-1 0,1 1 0,0-1 0,-1-1 1,6-4-8,-9 5 14,1 1 0,-1-1 0,0 0-1,-1 0 1,1 0 0,-1-1 0,0 1 0,0-1 0,-1 0 0,1 0 0,-1-1 0,-1 1 0,1-1 0,-1 1 0,0-1 0,-1 0 0,0 0 0,0 0 0,0-2-14,-43 4-2142,12 8-1737,2 7-2820</inkml:trace>
  <inkml:trace contextRef="#ctx0" brushRef="#br2" timeOffset="-2.14748E6">6972 4019 6137,'0'0'1407,"0"0"1970,0 0-1745,0 0-815,0 0-221,0 0 284,-10 6 105,4-2-822,2-2-74,1 0-1,0 0 1,-1 0 0,1 0-1,0 1 1,0 0 0,0-1-1,1 1 1,-1 0 0,1 0 0,-1 0-1,1 1 1,0-1 0,0 0-1,0 1 1,1 0 0,-1-1-1,1 1 1,0 0 0,0 3-89,-2 0 74,1 0 0,0 0 0,0 0 0,1 0 1,0 0-1,0 1 0,1-1 0,0 0 0,0 0 0,1 1 1,0-1-1,0 0 0,0 0 0,1 0 0,0 0 1,1 0-1,0 0 0,0 0 0,0-1 0,1 1 0,0-1 1,0 0-1,0 0 0,1-1 0,0 1 0,0-1 0,0 0 1,1 0-1,0-1 0,0 0 0,0 0 0,0 0 0,0-1 1,1 1-1,0-2 0,0 1 0,0-1 0,0 0 0,2 0-74,-3 0 6,-1 0-1,0-1 1,0 0-1,1 0 0,-1-1 1,0 1-1,1-1 1,-1 0-1,0 0 0,1-1 1,-1 0-1,0 0 1,1 0-1,-1 0 1,0-1-1,0 0 0,0 0 1,0-1-1,-1 1 1,1-1-1,0 0 0,-1 0 1,0 0-1,0-1 1,0 0-1,0 1 0,0-1 1,-1-1-1,0 1 1,0 0-1,0-1 0,0 0 1,-1 1-1,0-1 1,0 0-1,0 0 0,0-1-5,-2-2-3,1 0 0,-1 0-1,0 0 1,-1 0 0,0 0-1,0 0 1,-1 0-1,0 0 1,0 0 0,-1 0-1,0 1 1,0 0 0,-1-1-1,0 1 1,0 0-1,0 1 1,-1-1 0,0 1-1,-1 0 1,1 0 0,-1 1-1,0-1 1,-1 1-1,1 1 1,-1-1 0,0 1-1,0 0 1,-1 1-1,1 0 1,-1-1 3,4 2-3,0 0 0,0 0 0,0 0 0,0 0 0,-1 1 0,1-1 0,0 1 0,-1 0 0,1 1 0,-1-1 0,1 1-1,-1 0 1,1 0 0,-1 0 0,1 0 0,-1 1 0,1 0 0,0 0 0,-1 0 0,1 1 0,0-1 0,0 1 0,0 0 0,0 0 0,0 0 0,0 1 0,0-1 0,1 1 0,-1 0 0,1 0-1,0 0 1,0 1 0,0-1 0,0 1 0,1 0 0,-1-1 0,1 1 0,0 0 0,0 0 0,1 1 0,-1-1 0,1 0 0,0 1 0,0-1 0,0 5 3,5 42-936,-3-48 659,1 0 0,0-1 0,0 1 0,0 0 0,0 0 0,0-1 0,1 0 0,-1 1 0,1-1 0,0 0 0,0 0 0,0 0 0,-1-1 0,2 1 0,-1-1 0,0 1 0,0-1 0,0 0 0,1 0 0,-1-1 0,0 1 0,1-1 0,-1 1 0,1-1 0,-1 0 0,0-1 1,1 1-1,1-1 277,33 1-2866,-5 0 474</inkml:trace>
  <inkml:trace contextRef="#ctx0" brushRef="#br2" timeOffset="-2.14748E6">7028 3682 6993,'0'0'5772,"0"0"-3668,0 0-1436,0 0-163,6 17 586,123 235 3106,54-3-4584,-176-236-793,-3-5-1439,-2-5-5747,-2-3 6750</inkml:trace>
  <inkml:trace contextRef="#ctx0" brushRef="#br2" timeOffset="-2.14748E6">7489 4015 9498,'0'0'4338,"0"0"-2288,0 0-187,0 0-421,14 18-274,102 133 1174,-109-142-2362,0-1 0,0-1 0,0 1 0,1-1 1,0 0-1,1-1 0,-1 0 0,1 0 0,0-1 0,1 0 0,-1 0 0,1-1 1,0-1-1,0 0 0,1 0 0,-1-1 0,0 0 0,1-1 0,3 1 20,-11-5-61,0 1-1,0-1 1,0 0-1,0 0 1,-1 0-1,1 0 1,-1 0-1,1-1 1,-1 1-1,-1 0 1,1-1-1,0 0 1,-1 0-1,0 1 1,1-1-1,-1 0 1,-1 0-1,1 0 1,-1 0-1,0 0 1,1 0-1,-2 0 1,1 0-1,0 0 1,-1 0-1,0 0 1,0 0-1,0 0 1,-1-2 61,1-16-92,-18-201-518,45 211 679,-6 3-3578,-6-9-4270,-11 12 6450</inkml:trace>
  <inkml:trace contextRef="#ctx0" brushRef="#br2" timeOffset="-2.14748E6">25728 7359 6449,'0'0'5131,"0"0"-3104,0 0-1036,0 0-8,0 0 302,0 0-135,0 4-605,-2 6-480,1 0-1,0 0 1,0 1-1,1-1 1,1 0-1,-1 0 1,2 0-1,-1 0 1,2 0 0,-1 0-1,1 0 1,1 0-1,-1-1 1,2 0-1,-1 0 1,1 0-1,1 0 1,0-1-1,0 0 1,0 0-1,1 0 1,0-1-1,1 0 1,-1 0-1,2-1 1,-1 0-1,0-1 1,1 0-1,0 0 1,0 0 0,1-1-1,-1-1 1,1 0-1,7 2-64,-10-5 17,1 0 0,0 0 0,-1 0 1,1-1-1,0 0 0,-1-1 0,0 1 0,1-1 0,-1-1 0,0 1 0,0-2 0,0 1 1,0 0-1,-1-1 0,1-1 0,-1 1 0,0-1 0,0 0 0,-1 0 0,0 0 1,1-1-1,-2 0 0,1 0 0,-1-1 0,0 1 0,0-1 0,-1 1 0,0-1 0,0-1 1,0 0-18,0 4-18,0 0 1,0-1 0,-1 0-1,1 1 1,-1-1 0,0 0-1,0 0 1,-1 0 0,0-1-1,0 1 1,0 0-1,0 0 1,-1-1 0,0 1-1,0 0 1,0-1 0,-1 1-1,1 0 1,-2 0 0,1-1-1,0 1 1,-1 0 0,0 0-1,0 0 1,0 0 0,-1 1-1,0-1 1,0 1 0,0-1-1,0 1 1,-1 0 0,1 0-1,-1 1 1,0-1 0,0 1-1,-1 0 1,1 0 0,-1 0-1,1 0 1,-1 1 0,0 0-1,0 0 1,0 0 0,0 1-1,-4-1 18,1-1-27,0 1-1,0 1 0,-1-1 1,1 1-1,0 1 1,-1 0-1,1 0 0,0 0 1,-1 1-1,1 0 0,0 1 1,0 0-1,0 0 0,0 1 1,0 0-1,0 0 0,1 1 1,0 0-1,-1 0 0,1 1 1,1 0-1,-1 0 1,1 0-1,0 1 0,0 0 1,1 0-1,-1 1 0,1-1 1,1 1-1,-1 1 0,1-1 1,0 0-1,1 1 0,0 0 1,0 0-1,1 0 0,-1 4 28,4-9-265,0 0-1,-1 0 1,2 0-1,-1-1 1,0 1-1,1 0 0,-1-1 1,1 1-1,0-1 1,0 1-1,0-1 0,0 0 1,0 0-1,0 0 1,1 0-1,-1 0 0,0 0 1,1-1-1,0 1 1,-1-1-1,1 0 0,0 0 1,0 0-1,0 0 1,0 0-1,0-1 0,0 1 1,0-1-1,0 0 1,0 0-1,0 0 1,0 0-1,0 0 0,0-1 1,0 1-1,0-1 1,0 0-1,2-1 266,11 2-2058,11 0-48</inkml:trace>
  <inkml:trace contextRef="#ctx0" brushRef="#br2" timeOffset="-2.14748E6">25889 6860 11282,'0'0'2204,"0"0"-780,0 0-725,0 0 62,0 0 506,3 26 356,64 264 1136,-39-210-2341,3-2 1,4-2-1,3-1 0,34 47-418,-71-126-10027,-12-36 6378,7 28 2177,-5-19-263</inkml:trace>
  <inkml:trace contextRef="#ctx0" brushRef="#br2" timeOffset="-2.14748E6">26254 7264 5905,'0'0'1802,"0"0"1453,0 0-1296,0 0-913,0 0-38,0 0 254,10 6 257,-3-2-1342,0 0 1,-1 0-1,0 1 1,0 0 0,0 0-1,-1 1 1,1-1-1,-1 1 1,-1 0-1,1 1 1,-1-1 0,0 1-1,-1 0 1,4 7-178,-2 2 115,1 0 1,0 0-1,1 0 1,1-1-1,1 0 1,0 0-1,1-1 1,1 0-1,0-1 1,1 0-1,0-1 1,0 0-1,2-1 1,-1-1-1,2 0 1,-1 0-1,1-2 1,8 4-116,99 20 511,-70-34-3096,-40-63-8640,-12 42 9557</inkml:trace>
  <inkml:trace contextRef="#ctx0" brushRef="#br2" timeOffset="-2.14748E6">26603 7174 4561,'0'0'3413,"0"0"384,0 0-1796,0 0-1113,0 0-243,0 0 348,-9 20 211,-160 353 2833,159-339-4430,-15 33 44,11-50-3210,-5-5-3341,5-7 3884</inkml:trace>
  <inkml:trace contextRef="#ctx0" brushRef="#br2" timeOffset="-2.14748E6">23551 7287 5761,'0'0'843,"0"0"2143,0 0-1356,0 0-630,0 0 82,8-14 198,-9 10 2181,-11 6-3439,0 2 0,0 0 0,1 0 1,-1 1-1,1 1 0,0-1 1,0 2-1,1 0 0,0 0 1,0 1-1,0 0 0,1 0 1,0 1-1,1 1 0,0-1 1,1 1-1,0 1 0,0-1 1,-3 8-23,9-17 6,0 1 0,0-1 1,0 0-1,0 0 0,0 1 1,0-1-1,1 1 1,-1-1-1,0 1 0,1-1 1,-1 1-1,1 0 0,-1-1 1,1 1-1,0-1 0,0 1 1,0 0-1,0-1 0,0 1 1,0 0-1,0-1 1,0 1-1,1 0 0,-1-1 1,1 1-1,-1-1 0,1 1 1,0-1-1,-1 1 0,1-1 1,0 1-1,0-1 1,0 0-1,0 1 0,0-1 1,0 0-1,1 0 0,-1 0 1,0 0-1,1 0 0,-1 0 1,1 0-1,-1 0 1,0-1-1,1 1 0,0-1 1,-1 1-1,1-1 0,-1 1 1,1-1-1,0 0 0,-1 0 1,1 0-1,0 0 0,-1 0 1,1 0-1,0 0 1,-1 0-1,1-1 0,-1 1 1,1-1-7,233-51 378,-231 52-391,0-1 0,0 1 0,1 0 0,-1 0 0,0 0 0,0 0 0,0 1 0,0 0 0,0 0 0,0 0 0,0 0 0,0 0 0,-1 1-1,1 0 1,0 0 0,-1 0 0,1 0 0,-1 0 0,0 1 0,0-1 0,0 1 0,0 0 0,0 0 0,0 0 0,-1 1 0,0-1 0,0 1-1,0-1 1,0 1 0,0-1 0,0 1 0,-1 0 0,0 0 0,0 0 0,0 0 0,0 0 0,-1 0 0,1 0 0,-1 0 0,0 2 13,2 0 5,0-1 1,-1 1 0,1 1-1,-1-1 1,0 0 0,0 0-1,-1 0 1,0 1 0,0-1-1,-1 0 1,1 0 0,-1 1-1,-1-1 1,1 0 0,-1 0-1,0 0 1,-1 0 0,1-1-1,-1 1 1,0-1-1,0 1 1,-1-1 0,0 0-1,0 0 1,0-1 0,0 1-1,-1-1 1,1 0 0,-1 0-1,0 0 1,-1-1 0,1 0-1,-5 2-5,-111 7 304,118-12-333,0 0-1,0 0 0,0-1 0,1 1 1,-1-1-1,0 1 0,0-1 0,1 0 0,-1 0 1,0 0-1,1 0 0,-1 0 0,1-1 1,-1 1-1,1-1 0,0 1 0,0-1 1,0 0-1,0 0 0,0 0 0,0 0 0,0-1 1,1 1-1,-1 0 0,1-1 0,-1 1 1,1-1-1,0 1 0,0-1 0,0 0 0,1 1 1,-1-1-1,0 0 0,1 0 0,0 1 1,0-1-1,0 0 0,0 0 0,0 0 0,1-2 31,70-43-6956,-36 34 3581</inkml:trace>
  <inkml:trace contextRef="#ctx0" brushRef="#br2" timeOffset="-2.14748E6">23926 7583 3121,'0'0'2141,"0"0"508,0 0-665,0 0-546,0 0-127,0 0-172,17-5-27,55-15-110,-67 19-884,1-1 1,-1 0 0,1 0-1,-1-1 1,0 0 0,0 1 0,0-2-1,0 1 1,-1-1 0,1 1-1,-1-1 1,0 0 0,0-1-1,0 1 1,-1-1 0,1 0-1,-1 0 1,0 0 0,-1 0 0,1 0-1,-1-1 1,0 1 0,0-1-1,-1 1 1,0-1 0,0 0-1,0 1 1,-1-1 0,1 0-1,-1 0 1,-1 0 0,1 0-119,-75-4 77,68 13-49,-1 1-1,1 0 1,0 1 0,1 0-1,-1 0 1,1 0 0,0 1-1,0 0 1,1 0-1,0 0 1,0 1 0,0-1-1,1 1 1,0 1 0,0-1-1,1 0 1,0 1-1,0 0 1,0 0 0,1 0-1,1 0 1,-1 0-1,2 0 1,-1 0 0,1 0-1,0 1 1,0-1 0,1 0-1,0 0 1,1 0-1,0 0 1,0 0 0,0 0-1,1 0 1,1-1 0,-1 1-1,1-1 1,4 6-28,2-5 34,0-1 1,0 1 0,1-2-1,0 0 1,0 0 0,0-1 0,1 0-1,-1-1 1,1-1 0,0 1-1,1-2 1,-1 0 0,0 0-1,1-1 1,-1-1 0,1 0-1,-1-1-34,-4-14-1681,-8-30-6857,0 34 5816,0 3 1702</inkml:trace>
  <inkml:trace contextRef="#ctx0" brushRef="#br2" timeOffset="-2.14748E6">24357 7392 5697,'0'0'1931,"0"0"1683,0 0-1724,0 0-1002,0 0 325,8 18 691,121 258 1965,-130-336-3924,-1 49 24,0 0-1,2 0 1,-1-1 0,1 1-1,1-1 1,0 1 0,1 0-1,0 0 1,0 0-1,1 0 1,1 0 0,0 0-1,0 1 1,1-1 0,0 1-1,1 1 1,0-1-1,1 1 1,5-7 31,-10 15-1,-1-1-1,0 1 1,1 0 0,-1-1 0,1 1-1,-1 0 1,1 0 0,0 0-1,-1 0 1,1 0 0,0 0-1,0 0 1,0 1 0,0-1 0,0 0-1,-1 1 1,1 0 0,0-1-1,0 1 1,0 0 0,0 0-1,0 0 1,0 1 0,0-1-1,0 0 1,0 1 0,0-1 0,0 1-1,0 0 1,0-1 0,-1 1-1,1 0 1,0 0 0,0 0-1,-1 0 1,1 1 0,-1-1 0,1 0-1,-1 1 1,0-1 0,1 1-1,-1-1 1,0 1 0,0 0-1,1 1 2,41 91 189,-37-78-118,-2-5 7,-2-2-53,0 1 0,1-1 0,1 0 0,0 0 0,0 0 0,1 0 0,0-1 0,0 0 1,1 0-1,0 0 0,0-1 0,1 1 0,0-2 0,0 1 0,1-1 0,2 1-25,18-3-2507,-5-16-4741,-14-2 4058</inkml:trace>
  <inkml:trace contextRef="#ctx0" brushRef="#br2" timeOffset="-2.14748E6">25002 7277 5753,'0'0'1305,"0"0"1276,0 0-796,0 0-845,0 0-104,0 0 232,7 7 270,297 278 4893,-229-230-6955,-75-54-442,-1-8-4214,-12-41-1453,4 23 5836</inkml:trace>
  <inkml:trace contextRef="#ctx0" brushRef="#br2" timeOffset="-2.14748E6">25311 7212 5545,'0'0'1299,"0"0"2809,0 0-1941,0 0-1406,0 0-319,0 0 334,-18 21 225,-136 174 1984,129-159-2352,-54 111 653,81-127-2643,34-41-10261,-35 20 11644,20-19-2847</inkml:trace>
  <inkml:trace contextRef="#ctx0" brushRef="#br2" timeOffset="-2.14748E6">21519 9580 5089,'0'0'1164,"0"0"2372,0 0-1441,0 0-874,0 0-478,0 0-124,4 3 284,74 127 2986,-57-80-3142,-14-31-631,1 1 1,1-1-1,1-1 1,1 0 0,1 0-1,0-1 1,1-1-1,1 0 1,0 0 0,1-2-1,1 0 1,0 0-1,1-2 1,1 1-117,-16-13 5,0-1 1,1 1-1,-1 0 0,0 0 1,0-1-1,0 1 0,0-1 1,1 0-1,-1 0 1,0 1-1,0-1 0,-1-1 1,1 1-1,0 0 0,0 0 1,0-1-1,-1 1 0,1-1 1,-1 1-1,1-1 1,-1 0-1,0 0 0,1 1 1,-1-1-1,0 0 0,0 0 1,0 0-1,-1 0 0,1 0 1,0-1-1,-1 1 1,0 0-1,1 0 0,-1 0 1,0-1-1,0 1 0,0 0 1,0 0-1,0 0 0,-1 0 1,1-1-1,-1 1 1,1 0-1,-1 0 0,0 0 1,0 0-1,0 0 0,0 0 1,0 0-1,0 0 0,-1 1 1,1-1-6,-1-23-164,2-52-208,-4 1-1,-3 0 1,-4 1 0,-2 0 0,-19-55 372,32 130-99,1 1 0,-1-1 0,1 0 0,-1 0 0,1 0 0,-1 0 0,1 0 0,-1 0 0,1 0 0,-1 0 0,0 0 0,1 0 0,-1 0-1,1 0 1,-1 0 0,1 0 0,-1 0 0,1 0 0,-1-1 0,1 1 0,-1 0 0,0 0 0,1-1 0,-1 1 0,0 0 0,1 0 0,-1-1 0,1 1 0,-1 0 0,0-1-1,0 1 1,1-1 0,-1 1 0,0 0 0,0-1 0,1 1 0,-1-1 0,0 1 0,0 0 0,0-1 0,0 1 0,0-1 0,0 1 0,0-1 0,1 1 0,-1-1 0,-1 0 99,16 11-759,71 24-6256,-58-24 6257</inkml:trace>
  <inkml:trace contextRef="#ctx0" brushRef="#br2" timeOffset="-2.14748E6">22308 9802 6009,'0'0'923,"0"0"1996,0 0-703,0 0-845,0 0-267,0 0 163,0-3 172,4-1-1225,0 0 0,1 1 0,-1-1 0,1 1 0,0 1 0,0-1 0,0 1 0,0-1 0,0 2 0,0-1 0,1 0 0,-1 1 0,1 0 0,-1 0 0,1 1 0,-1 0 0,1-1 0,-1 2 0,1-1 0,-1 1 0,5 1-214,11-3 463,115-3 342,-102 4-8254,-56 0 2704,-3 0 1427</inkml:trace>
  <inkml:trace contextRef="#ctx0" brushRef="#br2" timeOffset="-2.14748E6">22285 9926 368,'0'0'6437,"0"0"-2205,0 0-2368,0 0-750,0 0 177,0 0 299,24 2 47,187 0 1365,-59-31-1381,-128 26-4603,-9 2-3370,-31 1 1945,-1 0 1945</inkml:trace>
  <inkml:trace contextRef="#ctx0" brushRef="#br2" timeOffset="-2.14748E6">23295 9771 5009,'0'0'4684,"0"0"-2186,0 0-1149,0 0-273,0 0 223,0 0 96,16 0-248,300-16 2806,-121-6-3093,-193 22-973,-2 0-212,-32 0-3019,31 0 3165,0 0-1,0 0 0,1 0 1,-1 0-1,0 0 0,0 0 1,0-1-1,1 1 1,-1 0-1,0 0 0,1-1 1,-1 1-1,0 0 1,1-1-1,-1 1 0,0-1 1,1 1-1,-1-1 0,1 1 1,-1-1-1,1 0 1,-1 1-1,1-1 0,-1 0 1,1 1-1,0-1 1,-1 0-1,1 1 0,0-1 1,0 0-1,0 0 0,-1 1 1,1-1-1,0 0 1,0 0-1,0 1 0,0-1 1,0 0-1,0 0 1,0 0-1,1 1 0,-1-1 1,0 0-1,0 0 0,0 1 1,1-1-1,-1 0 1,0 1-1,1-1 0,-1 0 1,1 1-1,-1-1 1,1 1-1,-1-1 0,1 0 1,-1 1-1,1-1 0,0 1 1,-1 0-1,1-1 1,0 1-1,-1-1 0,1 1 180,18-20-1211</inkml:trace>
  <inkml:trace contextRef="#ctx0" brushRef="#br2" timeOffset="-2.14748E6">25695 9254 10362,'0'0'2138,"0"0"-802,0 0-388,0 0 246,0 0 32,0 0-363,7-1-362,6 4-330,-1 0 0,0 1 0,0 0 0,0 1 0,-1 1 0,0 0 0,0 0 0,0 1 0,-1 1 0,0-1 0,0 2 0,-1-1 0,0 1 0,-1 1 0,0 0 0,0 0 0,0 1-171,22 21 456,-10-11-161,3 7-123,1-2 1,2 0 0,0-2-1,2-1 1,1-1 0,0-1-1,2-1 1,0-2 0,1-2-1,0 0 1,22 5-173,-37-19-1759,-7-27-10290,-10 5 9566</inkml:trace>
  <inkml:trace contextRef="#ctx0" brushRef="#br2" timeOffset="-2.14748E6">26180 9120 4961,'0'0'4449,"0"0"-2270,-12 18-832,-171 302 5504,168-275-7004,-24 53 1117,-3-56-9706,30-38 4176</inkml:trace>
  <inkml:trace contextRef="#ctx0" brushRef="#br2" timeOffset="-2.14748E6">24385 9329 10082,'0'0'5499,"0"0"-3059,0 0-1382,0 0-401,0 0-186,0 0 9,6 3-37,118 59-419,-167-85-1158,36 19 1142,1 0-1,-1 1 1,0 0-1,0 0 1,-1 1-1,1 0 1,0 0-1,-1 0 1,0 1-1,1 0 1,-1 1-1,1 0 1,-1 0-1,0 1 1,1-1-1,-1 2 1,1-1-1,-1 1 1,1 0-1,0 1 1,0-1-1,0 1 1,0 1-1,0 0 1,1 0-1,-1 0 1,1 0-1,0 1 1,1 0-1,-1 0 1,1 1-1,0 0 1,0 0-1,1 0 1,-1 0-1,1 1 1,1-1-1,-1 1 1,1 0-1,1 0 1,-1 1-1,0 3-7,1-3 22,0 0 1,1 0-1,0 0 1,0 0-1,1 0 1,0 0-1,0 0 1,1 0-1,0 0 0,0 0 1,1 0-1,0 0 1,1 0-1,-1-1 1,1 1-1,1-1 0,0 0 1,0 0-1,0 0 1,1 0-1,0-1 1,0 1-1,0-1 1,1-1-1,0 1 0,0-1 1,1 0-1,-1-1 1,1 1-1,0-1 1,0 0-1,1-1 0,-1 0 1,1 0-1,0-1 1,0 0-1,-1 0 1,1-1-1,0 1 1,6-2-23,-6 3 5,-1 0 0,1-1 0,0 0 0,1 0 0,-1-1 0,0 0 0,0-1 0,1 0 0,-1 0 0,0-1 0,0 0 0,1 0 0,-1-1 0,0 0 0,0 0 0,-1-1 0,1 0 0,0 0 0,-1-1 0,0 0 0,0 0 0,0-1 1,0 0-1,-1 0 0,0-1 0,0 0 0,0 0 0,-1 0 0,1 0 0,-2-1 0,1 0 0,3-7-5,25-87-490,-12 128 302,-15-18 207,-1 0-1,1-1 1,1 0-1,-1 0 1,1 0-1,1-1 0,0 0 1,0 0-1,0-1 1,0 0-1,1 0 1,0-1-1,1 0 0,-1-1 1,1 0-1,-1 0 1,1-1-1,1-1 0,-1 1 1,0-2-1,0 1 1,1-2-1,-1 1 1,1-1-1,-1-1 0,0 0 1,1 0-19,-8-2 0,0 0 0,0 0 0,-1 0 0,0 0 0,1-1 1,-1 1-1,-1-1 0,1 1 0,0-1 0,-1 0 0,0 1 0,0-1 0,0 0 0,0 0 1,0 0-1,-1 0 0,0 0 0,0 0 0,0 0 0,0 0 0,-1 0 0,1 0 0,-1 0 1,-1-1-1,2-9-31,1 7 15,-1 0 0,0 0 1,0 0-1,0 0 0,-1 0 1,0-1-1,-1 1 0,1 1 0,-1-1 1,-1 0-1,1 0 0,-1 1 1,0-1-1,-1 1 0,1 0 0,-1 0 1,0 0-1,-1 0 0,0 1 1,0 0-1,0 0 0,0 0 0,-1 1 1,1-1-1,-1 1 0,-1 1 1,1-1-1,0 1 0,-1 0 0,1 1 1,-1-1-1,0 1 0,0 1 1,0-1-1,0 1 0,0 0 0,-1 1 16,2-1-9,0 0 0,0 0 0,0 1 0,0-1-1,0 2 1,-1-1 0,1 1 0,0-1 0,0 2-1,0-1 1,1 1 0,-1 0 0,0 0-1,0 0 1,1 1 0,0 0 0,-1 0 0,1 1-1,0-1 1,1 1 0,-1 0 0,1 0 0,-1 1-1,1-1 1,1 1 0,-1 0 0,1 0 0,-1 0-1,1 0 1,1 1 0,-1-1 0,1 2 9,3-4-302,0 0 0,0 0 0,0 0 0,0-1 0,1 1 0,-1 0 0,1-1 0,0 1 0,0-1 1,0 0-1,0 0 0,0 0 0,1 0 0,-1 0 0,1 0 0,-1 0 0,1-1 0,-1 1 0,1-1 1,0 0-1,0 0 0,0 0 0,0 0 0,0 0 0,0 0 0,0-1 0,0 0 0,0 0 0,0 1 0,0-2 1,0 1-1,0 0 0,0-1 0,0 1 0,0-1 0,2-1 302,8 3-735,31 0-1026</inkml:trace>
  <inkml:trace contextRef="#ctx0" brushRef="#br2" timeOffset="-2.14748E6">25330 9264 5225,'0'0'4860,"0"0"-2177,0 0-1181,0 0-595,0 0-63,0 0 15,-18 4-65,-55 14-277,64-15-436,0 2 0,1 0 0,0 0 1,0 0-1,0 1 0,1 0 0,0 0 1,0 1-1,0 0 0,1 0 0,0 1 1,1 0-1,-1 1-81,5-8 4,0 0 1,0 0 0,0 0-1,1 0 1,-1 0 0,0 0-1,1 0 1,-1 0 0,1 1-1,-1-1 1,1 0 0,0 0-1,-1 1 1,1-1 0,0 0-1,0 0 1,0 1 0,0-1-1,0 0 1,0 1 0,0-1-1,0 0 1,1 1 0,-1-1-1,0 0 1,1 0-1,-1 0 1,1 1 0,-1-1-1,1 0 1,0 0 0,-1 0-1,1 0 1,0 0 0,0 0-1,0 0 1,0 0 0,0 0-1,0 0 1,0-1 0,0 1-1,0 0 1,0-1 0,1 1-1,-1-1 1,0 1 0,0-1-1,0 1 1,1-1 0,-1 0-1,1 0-4,80 13-398,-65-12 167,-12-1 219,-1 1-1,1-1 1,-1 1 0,1-1 0,-1 1 0,1 1 0,-1-1-1,0 0 1,1 1 0,-1 0 0,0 0 0,0 1 0,0-1-1,-1 1 1,1-1 0,0 1 0,-1 0 0,0 1-1,0-1 1,0 1 0,0-1 0,0 1 0,-1 0 0,0 0-1,0 0 1,0 0 0,0 0 0,0 0 0,-1 1 0,0-1-1,0 1 1,0-1 0,0 1 0,-1-1 0,0 1 0,0-1-1,0 1 1,0 0 0,-1-1 0,0 1 12,1 1 12,1-2 22,0 1 1,0-1 0,0 1-1,-1-1 1,1 0 0,-1 1 0,0-1-1,-1 1 1,1-1 0,-1 1 0,0-1-1,0 0 1,0 1 0,0-1-1,-1 0 1,0 0 0,0 0 0,0 0-1,0 0 1,-1-1 0,0 1-1,1-1 1,-1 1 0,0-1 0,-1 0-1,1 0 1,0 0 0,-1-1-1,0 1 1,0-1 0,0 0 0,0 0-1,0 0 1,0 0 0,0-1-1,-1 0-33,-146 5 661,135-20-2865,27-7-4756,8 9 3959</inkml:trace>
  <inkml:trace contextRef="#ctx0" brushRef="#br0" timeOffset="-2.14748E6">252 6155 1632,'0'0'7533,"0"0"-4643,0 0-1958,0 0-309,0 0 149,0 0 345,13 0-96,379-23 3019,-206 6-3370,-189 52-7108,-33-16-618,21-15 5769</inkml:trace>
  <inkml:trace contextRef="#ctx0" brushRef="#br0" timeOffset="-2.14748E6">352 6469 1136,'0'0'3652,"0"0"1513,0 0-2953,0 0-1290,0 0-361,0 0 138,9 0-39,164 1 2083,0-8-1,75-16-2742,-184 20 358,-63 3-253,-1 0 55,0 0 2,0 0-44,0 0-54,0 0-49,0 0-36,0 0-82,0-38-11164,0 20 8554</inkml:trace>
  <inkml:trace contextRef="#ctx0" brushRef="#br0" timeOffset="-2.14748E6">2058 5820 5457,'0'0'888,"0"0"1245,0 0-892,0 0-726,0 0-68,0 36 2615,-71 165 1807,-60 115-3837,109-282-1620,21-33 376,1 0 1,-1 0 0,1-1 0,-1 1 0,0 0 0,1 0 0,-1 0 0,0-1 0,0 1 0,1-1 0,-1 1 0,0 0 0,0-1 0,0 1-1,0-1 1,0 0 0,0 1 0,0-1 0,0 0 0,0 1 0,0-1 0,0 0 0,0 0 0,0 0 0,0 0 0,0 0 0,0 0 0,0 0-1,0 0 1,0-1 0,0 1 0,0 0 0,0 0 0,0-1 0,1 1 0,-1-1 0,0 1 0,0-1 0,0 1 0,0-1 0,0 0 0,1 1-1,-1-1 1,0 0 0,1 0 0,-1 1 0,0-1 0,1 0 0,-1 0 0,1 0 0,-1 0 0,1 0 0,0 0 0,-1 0 211,-6-15-1489</inkml:trace>
  <inkml:trace contextRef="#ctx0" brushRef="#br0" timeOffset="-2.14748E6">1709 5914 4857,'0'0'2929,"0"0"-269,0 0-918,0 0-604,0 0-268,0 0 73,24-1 24,77 6 81,-97-4-970,0 0 0,0 1 0,0-1 0,0 1 0,0 0 0,-1 0 0,1 0 0,-1 0 0,1 1 0,-1 0 0,0-1 0,0 1 0,0 0 0,0 1-1,-1-1 1,1 0 0,-1 1 0,0 0 0,0-1 0,0 1 0,0 0 0,0 1-78,5 8 252,57 130 1630,-53-113-1679,1-1-1,1 0 0,1-1 1,2-1-1,1 0 0,0-1 0,8 6-202,-20-26-54,0-1-1,1 1 1,-1-1-1,1 0 0,0-1 1,1 1-1,-1-1 1,1-1-1,-1 1 0,1-1 1,0 0-1,1-1 1,-1 1-1,0-1 0,1-1 1,-1 0-1,1 0 1,-1 0 54,-7-17-4136,-35-44-3979,10 29 5674</inkml:trace>
  <inkml:trace contextRef="#ctx0" brushRef="#br0" timeOffset="-2.14748E6">2188 5583 4745,'0'0'2010,"0"0"1010,0 0-1649,0 0-625,0 0-23,0 0-10,8-3-139,132-10 1090,-137 15-1586,0 1-1,0 0 1,0 0-1,0 0 1,-1 0-1,1 0 1,-1 0 0,0 1-1,0-1 1,-1 1-1,1 0 1,0-1 0,-1 1-1,0 0 1,0 0-1,0 0 1,-1 0-1,1 0 1,-1 0 0,0 0-1,0 0 1,0 0-1,-1 0 1,1 0-1,-1 0 1,0 0 0,0-1-1,-1 1 1,1 0-1,-1 0 1,0-1-1,1 1 1,-2-1 0,1 1-1,0-1-77,-15 26 439,12-22-390,0 0-1,1 0 0,-1 1 0,1 0 1,1-1-1,0 1 0,0 0 1,0 1-1,1-1 0,0 0 1,1 1-1,-1-1 0,2 1 1,-1 0-1,1-1 0,1 1 1,0 4-49,3-9 35,0 0 1,1-1-1,-1 1 1,1-1-1,0 0 1,0-1-1,0 1 1,0-1 0,0 0-1,0 0 1,1-1-1,-1 1 1,1-1-1,-1 0 1,1-1-1,-1 1 1,1-1 0,0-1-1,-1 1 1,1-1-1,3 0-35,2 1 68,120-15 1165,-127 15-1229,-36 22-2825,12 14-5163,17-21 4918</inkml:trace>
  <inkml:trace contextRef="#ctx0" brushRef="#br0" timeOffset="-2.14748E6">2829 6255 1712,'0'0'3488,"0"0"513,0 0-1842,0 0-878,0 0-375,0 0-30,2-12 274,5-36-42,-7 48-1065,0-1 0,0 1 0,0-1 0,0 0 0,0 1 0,0-1 0,0 1 0,-1-1 0,1 1 0,0-1 0,0 0 0,0 1 0,-1-1 0,1 1 0,0-1 0,-1 1 0,1-1 0,0 1 0,-1-1 0,1 1 0,-1 0 0,1-1 0,-1 1 0,1 0 0,-1-1 0,1 1 0,-1 0 0,1-1 0,-1 1 0,1 0 0,-1 0 0,1 0 0,-1 0 0,0-1 0,1 1 0,-1 0 0,1 0 0,-1 0 0,0 0 0,1 0 0,-1 0 0,1 1 0,-1-1 0,1 0 0,-1 0 0,0 0 0,1 0 0,-1 1 0,1-1 0,-1 0 0,1 1 0,-1-1 0,1 0 0,-1 1 0,1-1 0,-1 0 0,1 1 0,0-1 0,-1 1 0,1-1 0,0 1 0,-1-1-43,0 2 28,0 0-1,0-1 1,-1 1 0,1 0 0,0 0 0,1 0-1,-1 0 1,0 0 0,1 0 0,-1 0 0,1 0-1,-1 0 1,1 0 0,0 0 0,0 0-1,0 1 1,0-1 0,0 0 0,0 0 0,1 0-1,-1 0 1,1 0 0,0 0 0,-1 0 0,1 0-1,0 0 1,0 0 0,0-1 0,0 1 0,1 0-1,-1 0 1,0-1 0,1 1 0,-1-1 0,1 1-1,-1-1 1,1 0 0,0 0 0,0 0-1,0 1 1,-1-2 0,1 1 0,0 0 0,0 0-1,0-1 1,0 1 0,0-1 0,1 1 0,-1-1-1,0 0 1,0 0 0,0 0 0,0 0 0,0 0-1,0-1 1,2 1-28,-2 0 18,0 0-1,-1 0 1,1 0-1,0-1 1,0 1-1,-1 0 1,1-1-1,0 1 0,-1-1 1,1 1-1,-1-1 1,1 0-1,0 1 1,-1-1-1,0 0 1,1 0-1,-1 0 1,1-1-1,-1 1 1,0 0-1,0 0 1,0-1-1,0 1 1,0 0-1,0-1 1,0 1-1,0-1 1,-1 0-1,1 1 1,0-1-1,-1 1 1,1-1-1,-1 0 1,0 0-1,0 1 0,0-1 1,1 0-1,-1 1 1,-1-1-1,1 0 1,0 0-1,0 1 1,-1-1-1,1 0 1,-1 1-1,1-1 1,-1 0-18,1 2 0,-2-4 8,0 0 0,-1-1 0,1 2-1,-1-1 1,0 0 0,0 0 0,0 1 0,0-1 0,-1 1 0,0 0 0,1 0 0,-1 1 0,0-1 0,0 1 0,0 0 0,-1 0 0,1 0 0,0 0 0,-1 1 0,0 0 0,1-1 0,-1 2 0,1-1 0,-1 1 0,0-1 0,0 1 0,1 1-1,-1-1 1,0 1 0,1-1 0,-5 3-8,5-2 2,1 1-1,0-1 1,0 1-1,0 0 0,0 0 1,0 1-1,0-1 1,0 0-1,1 1 1,-1 0-1,1-1 0,0 1 1,0 0-1,0 0 1,0 1-1,1-1 1,-1 0-1,1 1 0,-1-1 1,1 0-1,0 1 1,1-1-1,-1 1 0,1 0 1,-1-1-1,1 1 1,0 0-1,1-1 1,-1 1-1,0-1 0,1 1 1,0-1-1,0 1 1,0-1-1,0 1 0,1-1 1,-1 0-1,1 1 1,0-1-1,0 0 1,0 0-1,0 0 0,0-1 1,1 1-1,0 0 1,0 0-2,100 18 102,-102-22-93,0-1 0,0 0-1,0 0 1,-1 0-1,1 0 1,0 0 0,-1 0-1,1 0 1,-1 0-1,0 0 1,1 0 0,-1 0-1,0-1 1,0 1-1,0 0 1,-1 0 0,1 0-1,-1 0 1,1 0-1,-1 0 1,1 0 0,-1 0-1,0 0 1,0 0-1,0 0 1,0 1 0,0-1-1,-1 0 1,0-1-9,0 2-29,0-1 1,-1 0 0,1 1-1,0 0 1,-1-1-1,1 1 1,-1 0 0,1 0-1,-1 1 1,1-1-1,-1 0 1,0 1 0,1 0-1,-1-1 1,0 1 0,1 0-1,-1 0 1,0 1-1,1-1 1,-1 1 0,0-1-1,1 1 1,-1 0-1,1 0 1,-1 0 0,1 0-1,-1 0 1,1 0-1,0 1 1,0 0 0,-2 1 28,-30 44-7189,26-26 1151</inkml:trace>
  <inkml:trace contextRef="#ctx0" brushRef="#br0" timeOffset="-2.14748E6">4528 5851 5401,'0'0'8147,"0"0"-4661,0 0-1968,0 0-639,0 0-187,0 0-40,5-2-188,85 14 326,-89-12-797,0-1 0,-1 1 1,1 0-1,0 0 0,-1 0 1,1-1-1,0 1 1,-1 0-1,1-1 0,0 1 1,-1-1-1,1 1 0,0-1 1,-1 1-1,1-1 0,-1 1 1,1-1-1,-1 0 0,0 1 1,1-1-1,-1 0 0,1 1 1,-1-1-1,0 0 1,0 1-1,1-1 0,-1 0 1,0 0-1,0 1 0,0-1 1,0 0-1,0 0 0,0 1 1,0-1-1,0 0 0,0 0 1,0 0-1,0 1 0,-1-1 1,1 0-1,0 1 0,-1-1 1,1 0-1,0 1 1,-1-1-1,1 0 0,-1 1 1,1-1-1,-1 0 0,1 1 1,-1-1-1,1 1 0,-1-1 1,1 1-1,-1 0 0,0-1 1,1 1-1,-1-1 0,0 1 1,1 0-1,-1 0 1,0-1-1,0 1 0,1 0 1,-1 0-1,0 0 0,0 0 1,0 0 6,-4-4-16,1 0 1,-1 1 0,0-1 0,-1 1 0,1 0 0,0 1 0,-1-1-1,0 1 1,0 0 0,1 1 0,-1-1 0,0 1 0,0 0-1,0 0 1,0 1 0,0 0 0,-1 0 0,1 1 0,0-1 0,0 1-1,0 1 1,1-1 0,-1 1 0,0 0 0,0 0 0,1 1-1,-1-1 1,1 1 0,0 1 0,0-1 0,0 1 0,0-1 0,-2 4 15,3 1 9,0 0 1,0 1 0,1-1 0,0 1 0,0 0 0,1 0 0,0 0 0,1 0 0,0 0 0,1 0 0,-1 1 0,2-1 0,-1 0 0,1 0 0,1 0 0,-1 0 0,2 0 0,-1 0 0,1 0 0,1 0 0,-1-1 0,2 0 0,-1 0 0,1 0 0,0 0 0,0-1 0,1 1 0,0-1 0,1-1 0,-1 1 0,1-1 0,1-1 0,-1 1 0,1-1 0,0 0 0,0-1 0,0 0 0,1 0 0,7 2-10,-3-1-1,0-1 0,1 0 1,0-1-1,-1-1 0,1 0 1,0-1-1,1 0 0,-1-1 0,0-1 1,0 0-1,3-1 1,-12-2-35,-1 0 0,0 0 0,0 0 0,0-1-1,-1 1 1,0-1 0,1 0 0,-1 0 0,-1 0 0,1-1 0,-1 1 0,0 0 0,0-1-1,-1 0 1,0 1 0,0-1 0,0 0 0,0 0 0,-1 0 0,0 1 0,0-1 0,-1 0 0,0 0-1,0 0 1,0 1 0,-1-3 35,1-17-302,1 2 218,26 62 463,-21-31-358,1 0 0,0 0 0,0-1-1,1 1 1,0-1 0,0-1 0,1 0 0,0 0 0,0 0 0,0-1 0,0 0 0,1-1 0,0 0 0,0 0 0,0-1 0,0 0-1,1 0 1,-1-1 0,1 0 0,0-1 0,0 0 0,-1-1 0,1 0 0,0-1 0,0 1 0,4-3-21,-1-61 113,-12 57-121,-1 1 0,0-1 0,0 0 0,0 0-1,-1 0 1,0 1 0,0-1 0,0 0 0,-1 1-1,0-1 1,-1 1 0,1-1 0,-1 1 0,0 0 0,-1 0-1,0 0 1,0 1 0,0 0 0,0-1 0,-1 1 0,0 1-1,0-1 1,0 1 0,-1-1 0,1 2 0,-1-1 0,0 1-1,0-1 1,0 2 0,-1-1 0,-3-1 8,4 4-24,0 0 0,0-1 0,0 2 0,0-1 0,0 1 0,0 0 0,0 0 0,1 1 0,-1-1 0,0 1 0,1 0 0,-1 1 0,1 0 0,0 0 0,0 0 0,0 0-1,0 1 1,1-1 0,-1 1 0,0 2 24,-18 45-2999,23-49 2765,0-1-1,0 1 0,1 0 0,-1-1 0,0 1 1,1 0-1,-1-1 0,1 1 0,0-1 1,-1 1-1,1-1 0,0 1 0,0-1 0,0 1 1,0-1-1,0 0 0,0 0 0,1 1 1,-1-1-1,0 0 0,1 0 0,-1 0 0,1 0 1,-1-1-1,1 1 0,-1 0 0,1-1 0,-1 1 1,1-1-1,0 1 0,-1-1 0,1 0 1,0 1-1,-1-1 0,1 0 0,0 0 0,0 0 1,-1-1-1,1 1 0,0 0 235,35 1-2214</inkml:trace>
  <inkml:trace contextRef="#ctx0" brushRef="#br0" timeOffset="-2.14748E6">5373 5750 6377,'0'0'826,"0"0"2452,0 0-1100,0 0-847,0 0-368,0 0-207,-19 3-112,-64 11-225,77-12-361,-1 1 0,0 1 0,1-1 0,0 1 0,0 0 0,0 0 1,0 0-1,1 1 0,0 0 0,0 0 0,0 1 0,0-1 0,1 1 1,0 0-1,0 0 0,1 1 0,0-1 0,0 1 0,0 0 1,0 1-59,2-7 11,0 1 0,0 0 0,-1 0 0,1-1 0,0 1 0,1 0 0,-1 0 0,0 0 0,1 0 0,-1 0 0,1 0 0,-1 1 0,1-1 0,0 0 0,0 0 0,0 0 0,0 0 0,0 0 0,0 0 0,1 0 0,-1 0 0,1 1 0,0-1 0,-1 0 0,1-1 0,0 1 0,0 0 0,0 0 0,0 0 0,1 0 0,-1-1 0,0 1 0,1-1 0,-1 1 0,1-1 0,0 1 0,-1-1 0,1 0 0,0 0 0,0 0 0,0 0 0,0 0 0,0 0 0,0-1 0,0 1 0,0 0 0,0-1 0,0 0 0,0 1 0,0-1 0,0 0 0,2 0-11,144 2 457,-145 1-444,0 1-1,-1-1 0,0 1 1,1 0-1,-1 0 1,-1 0-1,1 0 1,-1 0-1,1 0 1,-1 0-1,0 1 1,-1-1-1,1 0 1,-1 1-1,0-1 1,0 0-1,0 1 1,0-1-1,-1 0 1,0 1-1,0-1 1,0 0-1,0 0 1,-1 0-1,0 0 0,1 0 1,-2 0-1,1 1-12,-7 11 129,-1-1-1,-1 0 0,0 0 0,-1-1 0,0-1 0,-1 1 0,0-2 0,-1 0 1,-1-1-1,0 0 0,0-2 0,-1 1 0,-1-2 0,1 0 0,-6 1-128,22-8-36,-1-1-1,1 1 1,-1 0-1,1-1 1,-1 1-1,1 0 1,-1-1-1,0 1 1,1-1-1,-1 1 1,0-1-1,1 1 1,-1-1 0,0 1-1,0-1 1,1 0-1,-1 0 1,0 1-1,0-1 1,0 0-1,1 0 1,-1 0-1,0 0 1,0 0-1,0 0 1,0 0-1,1 0 1,-1 0-1,0 0 1,0 0-1,0-1 1,0 1-1,1 0 1,-1-1-1,0 1 1,0 0 0,1-1-1,-1 1 1,0-1-1,1 1 1,-1-1-1,1 1 1,-1-1-1,0 0 1,1 1-1,-1-1 1,1 0-1,-1 1 1,1-1-1,0 0 1,-1 0-1,1 1 1,0-1-1,0 0 1,-1 0-1,1 0 1,0 1 0,0-1-1,0 0 1,0 0-1,0 0 1,0 0-1,0 1 1,0-1-1,0 0 1,1 0-1,-1 0 1,0 0 36,29-49-4483,4 10 180,2 2 1744</inkml:trace>
  <inkml:trace contextRef="#ctx0" brushRef="#br0" timeOffset="-2.14748E6">5883 5727 8058,'0'0'1829,"0"0"1491,0 0-1629,0 0-722,0 0 216,0 0 184,-13 22-385,-88 168 38,26-61-2126,64-120-2239,-3-10-3766,9-6 5087</inkml:trace>
  <inkml:trace contextRef="#ctx0" brushRef="#br0" timeOffset="-2.14748E6">5643 5692 7762,'0'0'897,"0"0"2465,0 0-1257,0 0-217,17 23 125,138 177 1307,56-42-1990,-200-150-778,-26 1-14855,2-9 12651</inkml:trace>
  <inkml:trace contextRef="#ctx0" brushRef="#br0" timeOffset="-2.14748E6">5932 5267 3185,'0'0'2331,"0"0"1099,0 0-1508,0 0-562,0 0-584,0 0-126,12 2 1121,137 124 1591,-123-102-3177,0 1 0,-1 1 0,-2 1 0,-1 1 0,-1 1 0,-1 1 0,-2 1 0,-1 0 0,-1 1 0,-2 1 0,-1 1 0,-2 0 0,-1 0 0,-2 1 0,-1 0 0,-2 0 0,-1 1 0,-2 11-185,-1-32 42,-1 1 1,-1-1 0,-1 0-1,0 1 1,0-1 0,-2 0-1,0 0 1,-1 0 0,0-1 0,-2 2-43,-43 37-3721,45-51-1207,3-1-701</inkml:trace>
  <inkml:trace contextRef="#ctx0" brushRef="#br0" timeOffset="-2.14748E6">3597 5570 5745,'0'0'702,"0"0"2153,0 0-1067,0 0-501,0 0-276,0 0-16,0-16 449,-25 63-977,3-2 71,1 1-1,2 0 0,3 1 1,1 1-1,3 0 1,2 1-1,1 1 1,3-1-1,3 1 1,1 27-538,4-57 106,2 0-1,0 0 1,1-1 0,0 1 0,2-1 0,1-1 0,0 1 0,1-1 0,1-1 0,0 1 0,2-2-1,0 0 1,1 0 0,0-1 0,1-1 0,1 0 0,0-1 0,1 0 0,0-1 0,1-1 0,1-1-1,10 5-105,-28-15-205,1 0 0,0 0 0,0 0 0,0 0-1,-1 0 1,1 0 0,0 0 0,0 0 0,0 0-1,-1 0 1,1 0 0,0 0 0,0-1 0,-1 1-1,1 0 1,0-1 0,-1 1 0,1 0 0,0-1-1,-1 1 1,1-1 0,0 1 0,-1-1 0,1 1-1,-1-1 1,1 1 0,-1-1 0,1 0 0,-1 1-1,1-1 1,-1 0 0,0 0 0,1 1 0,-1-1-1,0 0 1,0 0 0,0 1 0,1-1-1,-1 0 1,0 0 0,0 1 0,0-1 0,0 0-1,0 0 1,0 0 0,-1 1 0,1-1 0,0 0-1,0 0 1,-1 1 0,1-1 0,0 0 0,-1 0-1,1 1 1,0-1 0,-1 0 0,1 1 0,-1-1-1,1 1 1,-1-1 0,0 1 0,1-1 0,-1 1-1,0-1 206,-1-7-1572,-2-11-439</inkml:trace>
  <inkml:trace contextRef="#ctx0" brushRef="#br0" timeOffset="-2.14748E6">3695 6178 9194,'0'0'4034,"0"0"-2117,0 0-960,0 0-79,0 0 517,24-2-38,198-28 589,-103 9-1506,-119 21-620,0 0-324,-30 16-8162,23-13 3828</inkml:trace>
  <inkml:trace contextRef="#ctx0" brushRef="#br0" timeOffset="-2.14748E6">7030 5949 4257,'0'0'729,"0"0"432,0 0 1926,0 0-1452,0 0-919,0 0-386,-5 1 0,-26 0 566,30-1-717,13 0 7129,46 0-6973,329-40 989,-697 45-2843,27 20 1250,282-25 233,14 0-79,475-50 1464,-443 48-1605,-44 2-233,-38 16-2953,36-15 3129,-21 7-1985,11-9-2966,10-4 3111</inkml:trace>
  <inkml:trace contextRef="#ctx0" brushRef="#br0" timeOffset="-2.14748E6">8332 4995 5129,'0'0'930,"0"0"1431,0 0-424,0 0-773,0 0-368,0 0 30,-2-4-21,1 2-643,-1-1-1,1 1 0,-1 0 1,1 0-1,-1-1 0,0 1 1,0 1-1,0-1 0,0 0 1,0 0-1,0 1 1,-1-1-1,1 1 0,0 0 1,-1-1-1,1 1 0,-1 0 1,1 1-1,-1-1 0,0 0 1,1 1-1,-1-1 0,0 1 1,1 0-1,-1 0 0,0 0 1,0 0-1,1 1 0,-3 0-161,-4 1 144,0 1-1,0 1 0,1-1 0,0 1 0,-1 1 0,1 0 0,1 0 1,-1 0-1,1 1 0,0 0 0,0 1 0,1-1 0,-4 5-143,1 6 164,0 0-1,1 0 0,1 1 0,1-1 1,1 1-1,0 1 0,1-1 0,1 1 1,0 0-1,2 0 0,0-1 1,1 1-1,1 0 0,1 0 0,1 2-163,-1 18 228,3 15-93,4-1 0,1-1 0,3 0-1,2 0 1,9 18-135,-8-22 63,28 81 436,-21-69-319,-2 1 0,-3 1 0,-3 1-1,-2 1 1,-4-1 0,2 55-180,-35 111 491,11-167-468,-50 129-9,56-184-4,-1-1 0,0 0 0,0 0 0,-1-1 0,0 0 0,0 0 0,0-1 0,0 0 0,-1-1 0,1 0 0,-1 0 0,0-1 0,0-1 0,0 0 0,0 0 0,0 0 0,0-2 0,0 1 0,0-1 0,0-1 0,-4 0-10,-9 1 8,-243-39 12,266 40-8,0 0-56,0 0 0,0 0-78,0 0-227,2 0-406,84-6-6876,-49 0-712</inkml:trace>
  <inkml:trace contextRef="#ctx0" brushRef="#br0" timeOffset="-2.14748E6">8953 5428 4217,'0'0'1093,"0"0"521,0 0 468,0 0-770,0 0-429,3-7 177,13-30 1624,-38 54-736,4 6-1760,1 1 1,1 0-1,2 1 0,0 1 1,1 0-1,2 1 0,1 0 1,1 1-1,1 0 0,1 0 1,2 0-1,1 1 1,1 0-1,1 0 0,2 0 1,1 0-1,4 26-188,2-33 148,0 0-1,2-1 1,0 0 0,2-1 0,0 0-1,1 0 1,1-1 0,1-1 0,0 0-1,2-1 1,0-1 0,0 0 0,2-1-1,0-1 1,1-1 0,0 0-1,0-2 1,2 0-148,-8 2-2435,-32-13-8862,4-12 8564</inkml:trace>
  <inkml:trace contextRef="#ctx0" brushRef="#br0" timeOffset="-2.14748E6">8965 5983 8058,'0'0'1431,"0"0"750,0 0-824,0 0-248,0 0 246,0 0 184,23 3-166,181 6 748,-96-25-2750,-124-2-9241,4 6 7343</inkml:trace>
  <inkml:trace contextRef="#ctx0" brushRef="#br0" timeOffset="-2.14748E6">9482 5765 8530,'0'0'4557,"0"0"-2635,0 0-909,0 0-13,0 0 509,0 0-386,20-3-547,89-15-195,-107 17-356,-1-1-1,1 1 1,-1 0 0,0-1-1,1 1 1,-1-1 0,0 0-1,0 1 1,0-1 0,0 0-1,-1 1 1,1-1 0,0 0-1,-1 0 1,1 0 0,-1 0-1,1 0 1,-1 0 0,0 0-1,0 1 1,0-1 0,0 0 0,0 0-1,-1 0 1,1 0 0,-1 0-1,1 0 1,-1 0 0,1 0-1,-1 1 1,0-1 0,0 0-1,0 0 1,0 1 0,0-1-1,0 1 1,-1-1 0,1 1-1,0 0 1,-1-1 0,1 1-1,-1 0 1,0 0 0,1 0-1,-1 0 1,0 0 0,1 0-1,-1 0 1,0 1 0,-1-1-25,-1 1 13,0 0 1,0 1 0,0 0-1,0 0 1,0 0 0,1 0-1,-1 0 1,0 1 0,0-1-1,1 1 1,-1 0-1,1 0 1,0 1 0,0-1-1,0 1 1,0-1 0,0 1-1,0 0 1,0 0 0,1 0-1,0 1 1,0-1 0,0 1-1,0-1 1,0 1 0,0-1-1,1 1 1,0 0 0,-1 4-14,-19 120 164,21-121-156,0 0 1,0 0-1,0 0 1,1 0 0,0 0-1,1 0 1,-1 0-1,1-1 1,1 1-1,-1 0 1,1-1-1,0 0 1,0 0-1,1 0 1,0 0 0,0 0-1,1-1 1,-1 0-1,1 0 1,0 0-1,0 0 1,1-1-1,-1 0 1,1 0 0,0 0-1,0-1 1,1 0-1,-1 0 1,1-1-1,-1 1 1,1-2-1,0 1 1,-1-1 0,7 1-9,-8 0 12,-1 0 0,1 0 1,0-1-1,0 0 1,0 0-1,0 0 1,0 0-1,0-1 1,0 0-1,0 0 0,0 0 1,0 0-1,0-1 1,0 0-1,0 0 1,0-1-1,-1 1 1,1-1-1,0 0 0,-1 0 1,1 0-1,-1-1 1,0 0-1,0 0 1,0 0-1,0 0 1,0-1-1,-1 1 0,1-1 1,-1 0-1,0 0 1,0 0-1,-1 0 1,1-1-1,-1 1 1,0-1-1,0 0 1,0 1-1,-1-1 0,0 0 1,0 0-1,1-2-12,-2-47-117,0 53 20,0 12-107,1-4 208,0 0 1,0-1 0,1 1 0,0 0-1,0 0 1,0-1 0,1 0 0,0 1-1,1-1 1,-1 0 0,1 0-1,0-1 1,1 1 0,-1-1 0,1 0-1,0 0 1,0 0 0,1-1 0,-1 0-1,1 0 1,0 0 0,0-1 0,0 0-1,1 0 1,-1-1 0,1 1 0,0-1-1,-1-1 1,1 1 0,0-1 0,0 0-1,0-1 1,0 0 0,3 0-5,-7-3 1,0-1 0,0 0-1,0 1 1,-1-1 0,1 0 0,-1 0 0,0-1-1,-1 1 1,1 0 0,-1-1 0,1 1 0,-1 0-1,-1-1 1,1 0 0,0 1 0,-1-1 0,0 1-1,0-1 1,-1 0 0,1 1 0,-1-1 0,0 1 0,0-1-1,-1 1 1,1-1 0,-1 1 0,0 0 0,-1-2-1,1 1-25,0 0 0,0 0 0,-1 0 0,0 0 0,0 1 0,0-1 0,0 1 0,-1-1 0,0 1 0,1 0 0,-2 1 0,1-1 0,0 1 0,-1-1 0,0 1 0,1 1 0,-1-1 0,0 1 0,0 0 0,-1 0 0,1 0 0,0 1 0,-1-1 0,1 1 0,-1 1 0,1-1 0,-1 1 0,1 0 0,-1 0 0,1 1 1,-1-1-1,1 1 0,-1 1 0,1-1 0,-1 1 0,1 0 0,0 0 0,0 0 0,0 1 0,0-1 0,1 1 0,-1 1 0,1-1 0,-1 1 0,1-1 0,0 1 0,1 0 25,-40 68-2034,43-71 1830,0 0 1,-1 0 0,1 1 0,0-1 0,0 0 0,0 0 0,0 1 0,0-1-1,0 0 1,0 0 0,1 1 0,-1-1 0,0 0 0,1 0 0,-1 0-1,0 0 1,1 1 0,0-1 0,-1 0 0,1 0 0,0 0 0,-1 0-1,1 0 1,0 0 0,0-1 0,0 1 0,0 0 0,0 0 0,0 0-1,0-1 1,0 1 0,0-1 0,0 1 0,0-1 0,1 1 0,-1-1-1,0 0 1,0 1 0,1-1 203,30 3-4131,2-3 2042</inkml:trace>
  <inkml:trace contextRef="#ctx0" brushRef="#br0" timeOffset="-2.14748E6">10217 5717 5025,'0'0'5749,"0"0"-3231,0 0-1388,0 0-269,-19-1 234,-63-3 180,83 5-1252,1 0-1,-1 0 0,0-1 1,0 1-1,0 0 0,0 0 1,0 0-1,0 0 1,0 0-1,0 0 0,0 1 1,-1-1-1,1 0 1,0 0-1,-1 1 0,1-1 1,-1 0-1,1 1 1,-1-1-1,0 0 0,0 1 1,1-1-1,-1 0 1,0 1-1,0-1 0,0 1 1,0-1-1,-1 0 1,1 1-1,0-1 0,-1 1 1,1-1-1,-1 0 1,1 1-1,-1-1 0,1 0 1,-1 0-1,0 0 1,0 1-1,0-1 0,1 0 1,-1 0-1,0 0 1,0 0-1,-1 0 0,1-1 1,0 1-1,0 0 1,0 0-1,-1-1 0,1 1 1,0-1-1,0 1 0,-1-1 1,1 1-1,-1-1 1,1 0-1,0 0 0,-1 0 1,1 1-1,-1-1 1,1-1-1,-1 1-22,168 36-2735,-164-32 2770,0-1 0,0 1 1,-1-1-1,1 1 0,-1 0 0,0 0 1,0-1-1,0 1 0,-1 0 0,1 0 1,-1 0-1,0 0 0,0 0 0,0 0 1,-1 0-1,1-1 0,-1 1 0,0 0 1,0 0-1,0 0 0,-1-1 0,1 1 1,-1-1-1,0 1 0,0-1 1,0 0-1,0 1 0,-1-1 0,1 0 1,-1-1-1,0 1 0,-2 1-35,-84 73 1149,16-57-4612,73-31-2438,7-10 3823,6 3 43</inkml:trace>
  <inkml:trace contextRef="#ctx0" brushRef="#br0" timeOffset="-2.14748E6">10632 5535 704,'0'0'7403,"0"0"-3046,0 0-2731,0 0-924,0 0 311,-3 18 456,-62 191 1767,-5-87-2623,69-121-900,0 0-1,-1 0 1,1 0 0,0 0-1,0 0 1,-1-1 0,1 1-1,-1 0 1,1-1 0,-1 1-1,1-1 1,-1 1 0,1-1-1,-1 0 1,1 0 0,-1 0-1,1 0 1,-1 0 0,0 0-1,1 0 1,-1 0 0,1 0-1,-1-1 1,1 1 0,-1-1-1,1 1 1,-1-1 0,1 0-1,-1 1 1,1-1-1,0 0 1,0 0 0,-1 0-1,1 0 1,0 0 0,0 0-1,0 0 1,0-1 0,0 1-1,0 0 1,0 0 0,0-1-1,1 1 1,-1-2 287,-14-21-1182,6 1 445</inkml:trace>
  <inkml:trace contextRef="#ctx0" brushRef="#br0" timeOffset="-2.14748E6">10357 5623 6217,'0'0'350,"0"0"1075,0 0 1049,0 0-600,0 0-775,0 0-103,7 5 174,94 95 2750,52 39-1476,-47-88-1792,-103-46-2232,-15-4-9615,8-1 11138,-8-4-2690</inkml:trace>
  <inkml:trace contextRef="#ctx0" brushRef="#br0" timeOffset="-2.14748E6">10709 5108 5009,'0'0'1355,"0"0"1663,0 0-1559,0 0-521,0 0 134,0 0-32,16 11-69,136 119 1499,-119-90-1997,-1 2 0,-1 2 0,-3 0 0,-2 2 0,-2 1 0,-2 1 0,-1 1 0,-4 0 0,-1 2 0,6 38-473,-18-77 40,-1 0-1,0 0 1,-1 0 0,0 1-1,-1-1 1,0 1 0,-1-1-1,-1 1 1,0-1 0,-1 1-1,0-1 1,-1 0-1,0 1 1,-1-1 0,0-1-1,-1 1 1,0-1 0,-1 1-1,0-2 1,-1 1 0,0-1-1,0 0 1,-2 0 0,1-1-1,-1 0 1,-7 5-40,4-5-708,-13 7 559,17-12-4240,0-3-4247,7-1 2866</inkml:trace>
  <inkml:trace contextRef="#ctx0" brushRef="#br0" timeOffset="-2.14748E6">12999 5430 4785,'0'0'639,"0"0"-368,0 0-142,0 0 32,0 0 518,0 0 785,-11-16 72,8 11 2025,3 5-2843,-4-1 5594,-13-1-6193,10 10-101,1 0 1,0 0 0,0 1-1,1 0 1,0 0 0,1 1-1,0-1 1,0 1 0,1 0-1,0 0 1,1 0 0,0 1-1,1-1 1,0 0 0,0 1-1,1-1 1,1 1 0,0-1-1,0 0 1,1 1-19,-2-8 1,1 1 0,0-1 0,0 1 0,0-1 0,1 1 0,-1-1 0,1 0 0,0 0 0,0 0 0,0 0 0,0 0 0,0 0 0,1 0 0,-1-1 0,1 1 0,0-1 0,-1 0 0,1 0 0,0 0 0,1 0 0,-1 0 0,0-1 0,0 1 0,1-1 0,-1 0 0,1 0 0,-1 0 0,1 0 0,-1-1 0,2 0-1,117 10 218,-110-10-174,-8 0-49,0 1-1,0-1 1,0 0-1,0 0 1,0 0-1,0 0 1,0-1-1,0 0 1,-1 0-1,1 0 1,0 0-1,0-1 1,0 1-1,-1-1 1,1 0-1,-1 0 1,0 0-1,1 0 1,-1-1-1,0 1 1,0-1-1,-1 0 1,1 0-1,0 0 1,-1 0-1,0-1 1,0 1-1,0-1 1,0 1-1,0-1 1,-1 0-1,1 1 1,-1-1-1,0 0 1,-1 0-1,1 0 1,0 0-1,-1 0 1,0 0-1,0 0 1,-1-3 5,2-3-14,0 1 1,0 0-1,-1 0 1,-1-1-1,0 1 1,0 0-1,-1 0 0,0 0 1,0 0-1,-1 0 1,0 1-1,-1-1 1,0 1-1,0 0 1,0 0-1,-1 0 1,-1 0-1,1 1 0,-1 0 1,-1 0-1,1 1 1,-1-1-1,0 2 1,0-1-1,-1 1 1,0 0-1,0 0 1,0 1-1,0 0 0,-1 1 1,0-1-1,0 2 14,4 1 0,0 1-1,0 0 0,1 0 0,-1 1 0,0-1 1,0 1-1,0 0 0,0 1 0,0-1 0,1 1 0,-1 0 1,1 0-1,-1 0 0,1 1 0,0-1 0,0 1 1,0 0-1,0 0 0,0 1 0,1-1 0,0 1 1,-1 0-1,1 0 0,1 0 0,-1 0 0,0 0 1,1 1-1,0-1 0,0 1 0,0-1 0,1 1 0,0 0 1,-1 4 0,-1-4-275,1 0 0,0 0 0,0 0 0,1 0 0,-1 0 0,1 0 1,0 0-1,0 0 0,1 1 0,0-1 0,-1 0 0,2 0 0,-1 1 0,1-1 1,0 0-1,0 0 0,0 1 0,1-1 0,-1 0 0,1-1 0,1 1 0,-1 0 1,1 0-1,-1-1 0,1 0 0,1 1 0,2 2 275,63-6-5665,-38-6 3351</inkml:trace>
  <inkml:trace contextRef="#ctx0" brushRef="#br0" timeOffset="-2.14748E6">12964 4821 280,'0'0'9270,"0"0"-6017,0 0-2141,0 0-564,0 0-61,0 0 737,20 23 370,114 177 845,-102-114-1441,-4 0-1,-4 2 1,9 64-998,-8-36 236,1-42 40,-2-53-1909,12-36-4471,-20-6 911,-4-2 2149</inkml:trace>
  <inkml:trace contextRef="#ctx0" brushRef="#br0" timeOffset="-2.14748E6">13521 5351 776,'0'0'4006,"0"0"-1304,0 0 662,0 0-1360,0 0-846,0 0 57,5 8 245,54 88 1552,-42-65-2545,1 0 0,1-1 0,2-1 1,1-1-1,1 0 0,2-2 0,0-1 0,10 6-467,-29-27-98,0-1-1,0-1 0,0 1 1,0-1-1,0 0 0,1 0 1,-1 0-1,0-1 0,1 0 1,0-1-1,-1 1 0,1-1 1,-1 0-1,1-1 0,-1 0 1,1 0-1,-1 0 0,1-1 1,-1 0-1,0 0 0,0 0 1,0-1-1,0 0 0,4-3 99,29-31-4864,-24-16-3976,-15 42 8455</inkml:trace>
  <inkml:trace contextRef="#ctx0" brushRef="#br0" timeOffset="-2.14748E6">13940 5223 6169,'0'0'1169,"0"0"1583,0 0-914,0 0-649,0 0-439,0 0 78,-10 6 39,-60 85 1205,38-16-934,-2-3 0,-4-1 0,-3-1 0,-14 13-1138,19-27 532,12 2-1296,24-58-1380,0 0 443,2 0-3605,2-2 1802,6-7 86</inkml:trace>
  <inkml:trace contextRef="#ctx0" brushRef="#br0" timeOffset="-2.14748E6">11663 5510 5033,'0'0'2525,"0"0"671,0 0-1447,0 0-857,0 0-88,-4-1-30,3 1-719,0 0 1,0 0 0,0 0-1,0-1 1,0 1 0,0 0 0,0-1-1,0 1 1,0-1 0,0 1 0,0-1-1,1 1 1,-1-1 0,0 1 0,0-1-1,1 0 1,-1 0 0,0 1 0,1-1-1,-1 0 1,1 0 0,-1 0 0,1 0-1,-1 0 1,1 0 0,0 1 0,-1-1-1,1 0 1,0 0 0,0 0 0,0 0-1,0 0 1,0 0 0,0 0-1,0 0 1,0 0 0,0 0 0,0 0-1,0 0 1,0 0 0,1 0 0,-1 0-1,1 0 1,-1 0 0,0 0 0,1 0-1,0 0 1,-1 1 0,1-1 0,-1 0-1,1 0 1,0 1 0,0-1 0,-1 0-1,1 1 1,0-1 0,0 1 0,0-1-1,0 1 1,-1-1 0,1 1-1,0 0 1,0-1 0,1 1-56,0-2 15,0 0 1,0 1-1,0-1 0,0 1 1,0-1-1,1 1 0,-1 0 1,0 0-1,1 0 0,-1 0 1,1 0-1,0 0 0,-1 1 1,1-1-1,-1 1 1,1 0-1,0 0 0,-1 0 1,1 0-1,0 0 0,-1 0 1,1 1-1,-1 0 0,1-1 1,-1 1-1,1 0 0,-1 0 1,1 0-1,-1 0 0,0 1 1,1-1-1,-1 1 0,0-1 1,0 1-1,0 0 0,0 0 1,-1 0-1,1 0 1,0 0-1,-1 0 0,1 0 1,-1 1-1,0-1 0,1 3-15,47 119-31,-45-112 128,-2-4-92,4 8-4,0 1-1,-2-1 1,0 1 0,-1 0 0,0 1-1,-2-1 1,0 0 0,-1 1 0,0-1-1,-3 15 0,0-28-4,-1 0 0,1-1-1,-1 1 1,1-1-1,-1 0 1,0 0-1,0 0 1,0 0 0,0-1-1,-1 0 1,1 0-1,-1 0 1,0 0-1,1-1 1,-1 1 0,0-1-1,0 0 1,0-1-1,0 1 1,0-1-1,1 0 1,-1 0-1,0-1 1,0 0 0,0 1-1,0-2 1,0 1-1,1 0 1,-1-1-1,0 0 1,1 0 0,0 0-1,-1-1 1,1 0-1,0 1 1,0-2-1,-3-2 5,-12-40 413,64 46-185,269 67 72,-309-67-472,17-2-3246,-1-8-3327,-9-1 4108</inkml:trace>
  <inkml:trace contextRef="#ctx0" brushRef="#br0" timeOffset="-2.14748E6">12056 5392 11867,'0'0'2165,"0"0"-850,0 0-512,0 0 359,0 0 379,22 15-431,168 123 502,-143-99-1196,-17-14-257,0 0-1,2-2 0,0-1 0,1-2 1,2-1-1,28 11-158,-57-28-1252,-11-8-9894,1 3 8849,1 0 3574,-6-12-3238</inkml:trace>
  <inkml:trace contextRef="#ctx0" brushRef="#br0" timeOffset="-2.14748E6">12531 5361 4625,'0'0'1695,"0"0"2066,0 0-1773,0 0-1021,0 0-331,0 0-10,-10 6 21,-62 62 555,-157 284 3850,228-351-5070,0-1 0,1 0 0,-1 0 0,0 0-1,1 1 1,-1-1 0,1 0 0,-1 1 0,0-1 0,1 0-1,-1 1 1,1-1 0,-1 1 0,1-1 0,-1 1 0,1-1 0,0 1-1,-1 0 1,1-1 0,0 1 0,-1-1 0,1 1 0,0 0-1,0-1 1,-1 1 0,1 0 0,0-1 0,0 1 0,0 0-1,0-1 1,0 1 0,0 0 0,0-1 0,0 1 0,0 0 0,0-1-1,0 1 1,1 0 0,-1-1 0,0 1 0,0 0 0,1-1-1,-1 1 1,0-1 0,1 1 0,-1-1 0,1 1 0,-1 0-1,0-1 1,1 0 0,-1 1 0,1-1 0,0 1 0,-1-1 0,1 0-1,-1 1 1,1-1 0,0 0 0,-1 1 0,1-1 0,0 0-1,-1 0 1,1 0 0,0 0 0,0 1 18,34-50-10517,-24 29 7096</inkml:trace>
  <inkml:trace contextRef="#ctx0" brushRef="#br0" timeOffset="-2.14748E6">477 8257 2473,'0'0'2648,"0"0"1068,0 0-1463,0 0-883,0 0-491,-4 0 409,7 0 2850,426 6-2179,-403-10-1860,-34 5-2843,-35 19-6229,27-14 7149</inkml:trace>
  <inkml:trace contextRef="#ctx0" brushRef="#br0" timeOffset="-2.14748E6">445 8546 5977,'0'0'578,"0"0"815,0 0 288,0 0-690,0 0-103,0 0 44,12 0 134,410 12 4923,-346-11-5614,-71 0-6545,9-1 1141,-1-6 3456</inkml:trace>
  <inkml:trace contextRef="#ctx0" brushRef="#br0" timeOffset="-2.14748E6">1723 8232 3673,'0'0'1385,"0"0"-170,0 0 1825,0 0-1248,0 0-453,0 0-272,-2-5-136,1 5-914,-7-16 752,7 22 365,117 167 2882,-103-157-3843,27 27 134,2-2 0,1-1 0,2-2 0,2-3 0,1-1 0,2-3 0,11 4-307,-54-28-2892,-18-17-4099,2-29 2056,6 18 3934</inkml:trace>
  <inkml:trace contextRef="#ctx0" brushRef="#br0" timeOffset="-2.14748E6">1441 8512 5841,'0'0'515,"0"0"1533,0 0-103,0 0-517,0 0-478,0 0-173,-37 7 3408,12-4-4244,39 0 190,159-22 1732,-157 18-1348,-47 13-343,8-2-125,-79 38-241,101-48-610,8-10-4704,6-1 2731,-5 5 1133,15-13-962</inkml:trace>
  <inkml:trace contextRef="#ctx0" brushRef="#br0" timeOffset="-2.14748E6">2133 8058 5209,'0'0'808,"0"0"1409,0 0-241,0 0-701,0 0-624,0 0-127,0-12 1335,-3 35-1258,-1 0-1,0 0 1,-2-1-1,0 0 1,-2 0-1,0 0 1,-2-1-1,-2 2-600,-18 49 888,1 4-312,3 0 0,4 2 0,-10 67-576,25-115-939,4-49-4770,3-27-937,2 23 6032,5-8-816</inkml:trace>
  <inkml:trace contextRef="#ctx0" brushRef="#br0" timeOffset="-2.14748E6">2109 7769 5025,'0'0'483,"0"0"-210,0 0 321,0 0 1599,0 0-718,0 0-597,26-4 1173,116 0 1306,-139 5-3292,0 0 1,0 0-1,0 0 0,0 1 1,0 0-1,0-1 1,0 1-1,0 0 0,0 0 1,-1 1-1,1-1 1,-1 1-1,0-1 1,0 1-1,0 0 0,0-1 1,0 1-1,0 0 1,-1 0-1,0 1 0,1-1 1,-1 0-1,0 0 1,-1 1-1,1-1 0,0 0 1,-1 1-1,0-1 1,0 1-1,0-1 0,0 0 1,0 1-1,-1-1 1,0 1-1,0-1 1,1 0-1,-2 0 0,1 1 1,0-1-1,-1 0 1,1 0-1,-1 0 0,0-1 1,-2 3-66,-14 20 409,13-21-359,1 1-1,0-1 1,0 1-1,0 0 0,0 0 1,1 1-1,0-1 1,0 0-1,1 1 0,-1 0 1,1 0-1,0-1 1,1 1-1,0 1 0,-1-1 1,2 0-1,-1 0 1,1 0-1,0 0 0,1 4-49,4-6 40,0 0-1,1 0 1,0-1-1,0 0 1,0 1-1,0-2 1,1 1-1,-1-1 1,1 0-1,-1-1 0,1 1 1,0-1-1,0 0 1,-1-1-1,1 0 1,0 0-1,2-1-39,26 5 632,-17-2-1956,0-1-4365,-4-1-523</inkml:trace>
  <inkml:trace contextRef="#ctx0" brushRef="#br0" timeOffset="-2.14748E6">3115 8175 1240,'0'0'3817,"0"0"1436,0 0-2880,0 0-1266,0 0-179,0 0-124,12-12 646,71 24 2221,-83-12-3604,-12-5 43,6 2-111,0-1-1,0 1 0,0 0 0,-1 1 0,1-1 0,-1 1 0,0 0 0,0 1 0,0 0 0,1 0 1,-1 0-1,0 1 0,0 0 0,0 1 0,0-1 0,0 1 0,0 0 0,0 1 0,1 0 0,-1 0 1,0 0-1,1 1 0,0 0 0,0 0 0,0 1 0,0 0 0,0 0 0,1 0 0,-1 0 0,1 1 1,0 0-1,1 0 0,-3 3 2,1 0 7,0 1 0,0 0 0,0 1 0,1-1 0,1 1 0,-1 0 0,2 0 0,-1 1 0,1-1 1,1 1-1,0 0 0,1-1 0,0 1 0,0 0 0,1 0 0,1 0 0,0 0 0,0-1 0,1 1 0,0 0 0,1-1 0,0 1 1,1-1-1,0 0 0,0 0 0,1-1 0,1 1 0,0-1 0,0 0 0,0 0 0,1-1 0,1 0 0,-1 0 0,1-1 0,1 0 1,4 3-9,6-1 12,0-1-1,1 0 0,0-1 1,1-2-1,-1 0 0,1-1 0,0-1 1,0-1-1,0 0 0,0-2 0,0-1 1,0 0-1,0-2 0,0 0 0,0-1 1,-1-2-1,1 0 0,-1-1 0,-1 0 1,1-2-1,-1-1 0,-1 0 1,16-12-11,-30 19 6,-1 0 1,1 0 0,-1 0-1,0 0 1,0 0 0,0-1 0,0 0-1,-1 1 1,0-1 0,1 0-1,-1 0 1,-1 0 0,1-1 0,-1 1-1,1 0 1,-1-1 0,0 1 0,-1 0-1,1-1 1,-1 1 0,0-1-1,0 1 1,0-1 0,-1 1 0,0-1-1,1 1 1,-2-1 0,1 1-1,0 0 1,-1-1 0,0 1 0,0 0-1,0 0 1,0 1 0,-1-1 0,0 0-1,1 1 1,-1-1 0,-1 1-1,1 0 1,0 0 0,-1 0 0,1 1-1,-1-1 1,0 1 0,0 0-1,0 0 1,0 0 0,0 0-7,3 38 87,8-27-86,0 0 1,0-1 0,1 0 0,1 0 0,-1-1-1,1 0 1,0-1 0,0 0 0,1 0 0,0-1-1,0 0 1,0-1 0,1 0 0,-1-1 0,1 0-1,0-1 1,0 0 0,0 0 0,0-1 0,0-1-1,0 1 1,0-2 0,1 0-2,-3 1 7,76-6-118,-83 6 104,-1 0-1,1 0 1,-1-1-1,1 1 1,-1-1 0,1 0-1,-1 1 1,0-1-1,1 0 1,-1 0 0,0 0-1,1 0 1,-1 0-1,0 0 1,0 0-1,0 0 1,0 0 0,0 0-1,0-1 1,0 1-1,-1 0 1,1-1 0,0 1-1,-1-1 1,1 1-1,-1-1 1,1 1-1,-1-1 1,0 1 0,0-1-1,1 1 1,-1-1-1,0 1 1,-1-1 0,1 1-1,0-1 1,0 1-1,-1-1 1,1 0-1,0 1 1,-1 0 0,0-1-1,1 1 1,-1-1-1,0 1 1,0 0-1,0-1 1,0 1 0,0 0-1,0-1 8,-11-10-23,1-1-1,-1 2 1,-1 0-1,0 0 1,-1 2-1,0-1 1,0 2-1,-1 0 1,0 0-1,-2 1 24,-108-26-38,122 33 35,0 0 0,0 0 0,0 1 0,0-1-1,0 0 1,0 1 0,0 0 0,0 0 0,0 0-1,0 0 1,0 0 0,0 0 0,1 1 0,-1 0-1,0-1 1,1 1 0,-1 0 0,1 0-1,0 0 1,0 1 0,0-1 0,0 0 0,0 1-1,0 0 1,1-1 0,-1 1 0,1 0 0,0 0-1,-1-1 1,1 1 0,1 0 0,-1 0 0,0 0-1,1 1 1,-1-1 0,1 0 0,0 0-1,0 2 4,1-2-246,0 1-1,0-1 1,1 1-1,-1-1 1,1 1-1,0-1 0,0 0 1,0 0-1,0 0 1,0 0-1,1 0 0,-1 0 1,1 0-1,0-1 1,-1 0-1,1 1 1,1-1-1,-1 0 0,0 0 1,0-1-1,1 1 1,-1-1-1,1 1 0,-1-1 1,1 0-1,0-1 1,-1 1-1,1-1 1,0 1-1,0-1 0,-1 0 1,1 0-1,0-1 1,-1 1-1,1-1 0,0 0 1,-1 0-1,1 0 1,2-1 246,15 1-1535,39 1-1189</inkml:trace>
  <inkml:trace contextRef="#ctx0" brushRef="#br0" timeOffset="-2.14748E6">4323 8064 3873,'0'0'6371,"-21"2"-3714,-146 25-895,159-25-1687,-166 82 1843,172-84-1914,1 1 1,0-1-1,0 0 1,0 1 0,0-1-1,0 1 1,0 0 0,0-1-1,0 1 1,0 0 0,0-1-1,1 1 1,-1 0-1,0 0 1,0 0 0,0 0-1,1 0 1,-1-1 0,1 1-1,-1 1 1,1-1 0,-1 0-1,1 0 1,-1 0-1,1 0 1,0 0 0,0 0-1,0 0 1,-1 0 0,1 1-1,0-1 1,1 0-1,-1 0 1,0 0 0,0 0-1,0 1 1,1-1 0,-1 0-1,0 0 1,1 0 0,-1 0-1,1 0 1,-1 0-1,1 0 1,0 0 0,-1 0-1,1 0 1,0-1 0,0 1-1,0 0 1,-1 0 0,1-1-1,0 1 1,0 0-1,0-1 1,0 1 0,0-1-1,0 1 1,1-1 0,-1 1-1,0-1 1,0 0 0,0 0-1,0 0 1,0 0-1,0 1 1,1-1 0,0-1-5,92 6 129,-82-5-105,211-14 212,-216 18-194,-1 0 0,1 0 0,-1 1 0,0 0 0,-1 0-1,1 0 1,-1 1 0,0 0 0,0 0 0,-1 0 0,0 0 0,0 1 0,0 0 0,-1-1 0,0 2 0,0-1 0,-1 0 0,0 0 0,0 1 0,-1-1 0,0 1 0,0-1 0,-1 1 0,1 0 0,-2-1 0,1 1 0,-1 0 0,-1 2-42,2-4 87,0-1 0,-1 1 1,0 0-1,0 0 0,0 0 0,-1-1 1,1 1-1,-1-1 0,-1 1 1,1-1-1,-1 0 0,0 1 1,0-1-1,0-1 0,-1 1 1,0 0-1,0-1 0,0 0 0,0 0 1,-1 0-1,0-1 0,1 1 1,-1-1-1,-1 0 0,1-1 1,0 1-1,-1-1 0,1 0 1,-1 0-1,0 0-87,-10 3 99,1-1 1,-1 0-1,1 0 1,-1-2-1,0 0 1,0-1-1,0 0 1,0-2-1,-1 0 1,-10-2-100,26 2-114,1 0-1,-1 0 1,0 0 0,0 0 0,1 0 0,-1 0 0,1 0 0,-1-1-1,1 1 1,-1 0 0,1 0 0,0 0 0,0-1 0,-1 1 0,1 0-1,0 0 1,0-1 0,0 1 0,0 0 0,1-1 0,-1 1 0,0 0-1,0 0 1,1 0 0,-1-1 0,1 1 0,-1 0 0,1 0 0,0 0-1,-1 0 1,1 0 0,0 0 0,0 0 0,-1 0 0,1 0 0,0 0-1,0 0 1,0 0 0,0 1 0,0-1 0,0 0 0,1 1 0,-1-1-1,0 1 115,81-54-10321,-41 30 8933</inkml:trace>
  <inkml:trace contextRef="#ctx0" brushRef="#br0" timeOffset="-2.14748E6">4917 7968 7098,'0'0'2145,"0"0"1321,0 0-1412,0 0-802,0 0-198,0 0 432,-5 20-223,1-5-1061,-12 49 326,-2-1 1,-3 0-1,-3-2 0,-16 29-528,33-77-258,-20 26 598,2-27-4339,8-24-1423,-1-27 1475,14 28 3106,-8-21-708</inkml:trace>
  <inkml:trace contextRef="#ctx0" brushRef="#br0" timeOffset="-2.14748E6">4600 8014 5345,'0'0'4301,"0"0"-2042,0 0-646,0 0-376,21 17 95,69 54 147,22 44 1467,-103-101-2834,2-1-1,-1-1 0,2 0 1,0-1-1,0 0 1,1 0-1,0-2 0,1 1 1,0-2-1,0 0 0,1 0 1,11 3-112,-9-7-717,19 9 1283,-29-4-4558,-4 2-4292,-3-10 6136</inkml:trace>
  <inkml:trace contextRef="#ctx0" brushRef="#br0" timeOffset="-2.14748E6">5680 8207 4585,'0'0'623,"0"0"-342,0 0-146,0 0-31,0 0 289,-6 2 1150,-10 3-2626,-2 2 9706,26-5-3889,11-1-4313,473-22 1218,-491 21-1716,-1 0 11,0 0 44,0 0-9,0 0 2,0 0 73,0 0 62,0 0-10,0 0-73,0 0-43,0 0-48,0 0 29,0 0-65,0 0-138,0 0 75,0 0-64,0 0-1,0 0 32,0-59-6124,0 34 703</inkml:trace>
  <inkml:trace contextRef="#ctx0" brushRef="#br0" timeOffset="-2.14748E6">5773 7999 5329,'0'0'251,"0"0"-75,0 0-100,0 0-20,0 0 12,0 0-35,3-3 73,52-100 1449,-51 98-725,1 2 10478,-6 11-9086,1 5-3904,37 225 4591,74 122-1599,-110-355-1278,0 1 1,0-1-1,0 1 1,-1-1-1,1 1 1,-1-1 0,-1 1-1,1-1 1,-1 1-1,0-1 1,0 0-1,-1 1 1,1-1 0,-1 0-1,0 0 1,-1 0-1,1 0 1,-1 0-1,-3 3-32,6-71-14925,0 38 12055</inkml:trace>
  <inkml:trace contextRef="#ctx0" brushRef="#br0" timeOffset="-2.14748E6">6926 7549 4505,'0'0'625,"0"0"-335,0 0-179,0 0 269,0 0 1196,-4-7-446,0 1-683,-13-27 178,11 8 4166,6 25-4060,0 0 3,0 0-90,0 0-23,-7 1-510,0 0 0,0 0 0,1 0-1,-1 1 1,0 0 0,0 1-1,1-1 1,0 1 0,-1 1 0,1-1-1,0 1 1,0 0 0,1 0-1,0 1 1,-1 0 0,1 0 0,1 0-1,-1 0 1,1 1 0,0 0-1,0 0 1,0 0 0,1 0 0,0 0-1,1 1 1,-1 0 0,1-1-1,0 2-110,-3 7 57,1 0 0,0 0 0,1 0 0,1 1 0,0-1-1,1 1 1,1 0 0,0-1 0,1 1 0,1-1 0,1 1-1,2 9-56,155 322 1065,-131-291-852,-4 2 0,-1 0 1,-4 2-1,-2 0 1,-2 1-1,-3 1 0,-3 0 1,1 63-214,-10-117 15,0 1 1,0-1 0,-1 0-1,-1 1 1,0-1-1,0 0 1,0 1-1,-1-1 1,0 0 0,-1 0-1,1 0 1,-2 0-1,1-1 1,-1 1 0,0-1-1,-1 0 1,0 0-1,0-1 1,0 1 0,-1-1-1,0 0 1,0 0-1,0-1 1,-1 0-1,0 0 1,0-1 0,0 1-1,-1-2 1,-5 4-16,-27 2 28,1-2 0,-1-1-1,0-2 1,-1-2 0,1-1 0,-1-3-28,13 2 4,25-1-171,1 0 1,0-1-1,0 0 1,0 1 0,-1-1-1,2 0 1,-1 0-1,0 0 1,0 0-1,1 0 1,-1 0 0,1-1-1,-1 1 1,1 0-1,0-1 1,0 1 0,0-1-1,0 0 1,1 1-1,-1-1 1,1 1 0,-1-1-1,1 0 1,0 0-1,0 1 1,0-1 0,0 0-1,1 1 1,-1-1-1,1 0 1,0 1 0,0-1-1,0 1 1,0-1-1,0 1 1,0-1 0,0 1-1,1 0 1,0 0-1,-1-1 1,1 1 0,0 0-1,0 1 1,0-1-1,2-2 167,31-43-5608,5-3 951</inkml:trace>
  <inkml:trace contextRef="#ctx0" brushRef="#br0" timeOffset="-2.14748E6">10830 7696 3673,'0'0'6651,"0"0"-3635,0 0-2014,-8 18-466,-2 8 29,0 2 1,2-1-1,1 1 1,1 1-1,2-1 1,0 1-1,2 0-565,1-24 23,1 0-1,-1 0 1,1 0 0,-1 0-1,1 0 1,1 0 0,-1 0-1,1 0 1,0 0 0,0 0-1,0-1 1,1 1 0,0 0-1,0-1 1,0 1 0,0-1-1,1 1 1,-1-1 0,1 0-1,0 0 1,1-1 0,-1 1-1,1 0 1,-1-1 0,1 0-1,0 0 1,0 0 0,0-1-1,1 1 1,-1-1 0,1 0 0,-1 0-1,1 0 1,0-1 0,0 0-1,-1 0 1,1 0 0,0 0-1,3-1-22,2 1 23,0 0-1,1-1 1,-1 0 0,0-1-1,1 0 1,-1-1 0,0 0-1,0-1 1,0 0-1,0 0 1,-1-1 0,1 0-1,-1-1 1,0 0 0,0-1-1,-1 0 1,0 0-1,0 0 1,0-1 0,0-1-1,-1 1 1,-1-1 0,1 0-1,-1 0 1,-1-1-1,1 0 1,-2 0 0,4-9-23,-4 14 7,-2-1 0,1 0 0,0 1 1,-1-1-1,0-1 0,0 1 0,0 0 1,-1 0-1,0-1 0,0 1 0,0-1 1,-1 1-1,1-1 0,-1 1 0,-1-1 1,1 1-1,-1-1 0,0 1 0,0-1 0,0 1 1,-1 0-1,0 0 0,0 0 0,-1 0 1,1 0-1,-1 0 0,0 0 0,0 1 1,0-1-1,-1 1 0,0 0 0,0 0 1,0 1-1,0-1 0,0 1 0,-1-1 1,1 2-1,-1-1 0,0 0 0,0 1 1,0 0-1,-3-1-7,-2 1-32,0 0-1,0 1 1,0 0 0,0 1 0,0 0 0,0 0-1,0 1 1,0 0 0,0 1 0,1 0-1,-1 1 1,0 0 0,1 0 0,0 1 0,0 0-1,0 1 1,0 0 0,1 0 0,0 1 0,0 0-1,0 1 1,1 0 0,0 0 0,0 0 0,0 1-1,1 0 1,1 0 0,-1 0 0,1 1 0,1 0-1,0 0 1,0 0 0,0 1 0,1-1 0,1 1-1,0 0 1,0-1 0,1 1 0,0 0 0,0 2 31,2-10-301,-1 0 0,1 0 0,-1 1 0,1-1 0,0 0 1,0 0-1,0 1 0,0-1 0,0 0 0,0 0 0,1 0 0,-1-1 0,0 1 0,1 0 0,0 0 0,0-1 0,-1 1 0,1-1 0,0 1 0,0-1 0,0 0 0,0 0 0,0 0 0,1 0 0,-1 0 0,0-1 0,0 1 0,1 0 0,-1-1 0,0 0 0,1 1 0,-1-1 0,0 0 0,1-1 0,-1 1 0,0 0 0,1 0 0,-1-1 302,29 2-2029</inkml:trace>
  <inkml:trace contextRef="#ctx0" brushRef="#br0" timeOffset="-2.14748E6">10878 7342 5657,'0'0'1212,"0"0"3668,0 0-2407,0 0-1224,0 0 22,0 0 194,-4-8-331,-12-18-359,24 52 288,223 603 3042,-226-619-4308,15 32 175,-3-24-2866,-16-22-4275,0-5 3606,-1-20 488,0 4 1893</inkml:trace>
  <inkml:trace contextRef="#ctx0" brushRef="#br0" timeOffset="-2.14748E6">11281 7694 8370,'0'0'2560,"0"0"-299,0 0-900,0 0-403,0 0 164,0 0 290,15 8-327,98 89 165,-86-52-1127,-21-30-24,1-1 0,0 1 1,1-2-1,1 1 1,0-1-1,0 0 1,1-1-1,1 0 1,0-1-1,1 0 1,0-1-1,1 0 1,0-1-1,0 0 1,1-1-1,0 0 1,0-2-1,1 1 1,0-2-1,0 0 1,0-1-1,13 2-99,-23-4-244,0-1-1,0 1 0,0-1 0,0 0 1,1-1-1,-1 1 0,0-1 1,0 0-1,0 0 0,1-1 1,-1 1-1,0-1 0,0 0 1,0-1-1,0 1 0,0-1 1,0 0-1,0 0 0,-1-1 1,1 1-1,-1-1 0,0 0 0,0 0 1,0-1-1,0 1 0,0-1 1,0 0-1,-1 0 0,0 0 1,0 0-1,0-1 0,-1 1 1,1-1-1,-1 0 0,0 0 1,1-4 244,2-60-6479,-5 49 5925</inkml:trace>
  <inkml:trace contextRef="#ctx0" brushRef="#br0" timeOffset="-2.14748E6">11651 7597 1696,'0'0'4304,"0"0"764,0 0-2915,0 0-1279,0 0-169,0 0 437,0 15 200,-49 174 2527,-108 101-1321,153-270-2895,21-22-13688,-5-11 10077</inkml:trace>
  <inkml:trace contextRef="#ctx0" brushRef="#br0" timeOffset="-2.14748E6">8746 7947 7330,'0'0'1785,"0"0"1549,0 0-1633,0 0-1018,0 0-81,0 0 511,4 6 595,4 8-1336,2 0 0,0 0 0,0-1 0,1 0 0,1-1 0,0 0 0,1-1 1,0 0-1,1-1 0,3 2-372,-20-33 349,0 16-356,0 1-1,0-1 1,-1 1 0,1 0-1,-1 0 1,0 0-1,0 0 1,-1 1 0,1-1-1,-1 1 1,0 0-1,0 1 1,0-1 0,0 1-1,0 0 1,0 0-1,-1 0 1,1 1 0,-1 0-1,1 0 1,-1 1-1,1-1 1,-1 1 0,1 0-1,-1 1 1,0-1-1,1 1 1,-1 0 0,1 0-1,0 1 1,-1 0-1,1 0 1,0 0 0,0 1-1,0-1 1,0 1-1,1 0 1,-1 1 0,1-1-1,0 1 1,0 0-1,-4 4 8,3 0-6,0 0-1,0 0 0,1 1 1,1 0-1,-1 0 0,1 0 0,1 0 1,-1 0-1,2 1 0,-1-1 1,1 1-1,1-1 0,0 1 1,0-1-1,1 1 0,0-1 0,0 1 1,1-1-1,0 0 0,1 1 1,0-1-1,1 0 0,0-1 1,0 1-1,1-1 0,0 0 0,0 0 1,1 0-1,0-1 0,0 0 1,1 0-1,0 0 0,0-1 1,1 0-1,-1 0 0,1-1 0,1 0 1,-1-1-1,1 0 0,0 0 1,8 2 6,-11-3-6,1-1 1,0 0 0,0-1 0,0 1 0,0-2 0,0 1-1,0-1 1,0 0 0,0 0 0,0 0 0,0-1-1,0-1 1,0 1 0,-1-1 0,1 0 0,0 0-1,-1-1 1,1 0 0,-1 0 0,0-1 0,0 0 0,0 0-1,-1 0 1,1 0 0,-1-1 0,0 0 0,0 0-1,-1-1 1,1 1 0,-1-1 0,0 0 0,-1 0 0,0 0-1,0-1 1,0 1 0,1-6 5,6-95-1111,18 113 827,6 35 326,-30-34-30,-1-1 0,2 0 0,-1 0 1,1 0-1,0-1 0,0 0 0,1 0 1,-1 0-1,1 0 0,0-1 1,0 0-1,1 0 0,-1-1 0,1 0 1,0 0-1,0 0 0,0-1 0,0 0 1,7 1-13,-9-2 6,0 1 1,0-1 0,0 0 0,0-1-1,0 1 1,0-1 0,0 0-1,0 0 1,1 0 0,-1-1-1,0 0 1,0 0 0,0 0 0,0-1-1,-1 1 1,1-1 0,0 0-1,-1-1 1,1 1 0,-1-1-1,0 0 1,0 0 0,0 0 0,0 0-1,0-1 1,-1 0 0,1 0-1,-1 0 1,0 0 0,0 0-1,-1 0 1,1-1 0,-1 1 0,0-1-1,0 0 1,-1 0 0,1 0-1,-1 0 1,0 0-7,0-1-15,0 1 0,0-1-1,-1 1 1,0-1 0,0 0 0,0 1 0,-1-1-1,1 1 1,-1-1 0,-1 1 0,1-1 0,-1 1-1,0 0 1,0 0 0,-1 0 0,1 0 0,-1 0-1,0 0 1,0 0 0,-1 1 0,1 0 0,-1 0-1,0 0 1,0 0 0,-1 0 0,1 1 0,-1 0-1,0 0 1,0 0 0,0 1 0,0-1 0,0 1-1,0 0 1,0 1 0,-1-1 0,1 1 0,-1 0-1,1 1 1,-1-1 0,-2 1 15,2-2-3,-1 0 0,0 1 0,0 0 1,0 0-1,0 1 0,0 0 0,1 0 0,-1 0 0,0 1 1,0 0-1,0 0 0,0 1 0,1 0 0,-1 0 0,1 1 1,-1-1-1,1 1 0,0 1 0,0-1 0,0 1 0,1 0 1,-1 1-1,1-1 0,0 1 0,0 0 0,1 0 0,-1 1 1,1-1-1,0 1 0,1 0 0,-1 0 0,1 0 3,4-4-204,0 0 0,0 0 0,0 0 0,1 0 0,-1 0 0,1 0 0,-1-1 0,1 1 0,-1-1 0,1 1 0,0-1 0,0 0 0,-1 0 0,1 1 0,0-1 0,0-1 0,0 1 0,1 0 0,-1 0-1,0-1 1,0 1 0,0-1 0,0 0 0,1 1 0,-1-1 0,0 0 0,0 0 0,0-1 0,1 1 0,-1 0 0,0-1 0,0 1 0,0-1 0,2-1 204,8 2-903,46 0-2839,0-2 1705</inkml:trace>
  <inkml:trace contextRef="#ctx0" brushRef="#br0" timeOffset="-2.14748E6">9619 7868 4745,'0'0'4425,"0"0"-1583,0 0-1279,-20 1-647,-65 7-101,82-8-734,-1 1 0,0-1 1,1 1-1,-1 0 0,1 0 1,-1 0-1,1 1 0,0-1 0,0 1 1,-1 0-1,1 0 0,0 0 1,0 0-1,1 0 0,-1 1 0,0-1 1,1 1-1,-1 0 0,1 0 1,0 0-1,0 0 0,0 0 0,1 0 1,-1 0-1,1 1 0,-1-1 1,1 1-1,0-1 0,1 1 0,-1-1 1,0 1-1,1 0 0,0-1 0,0 1 1,0-1-1,0 1 0,1 0 1,0 2-82,71 9 214,-66-16-212,0 1-1,0 0 0,1 1 1,-1-1-1,0 1 1,0 1-1,0-1 0,0 1 1,0 0-1,0 0 0,0 1 1,-1 0-1,1 0 1,-1 0-1,0 0 0,0 1 1,0 0-1,0 0 0,-1 0 1,0 1-1,1 0 1,-2 0-1,1 0 0,0 0 1,-1 0-1,0 1 0,-1-1 1,1 1-1,-1 0 1,0 0-1,0 0 0,-1 0 1,1 5-2,-2-6 50,-1 1 1,0-1 0,0 1 0,0-1 0,-1 0-1,0 1 1,0-1 0,0 0 0,-1 0-1,0-1 1,1 1 0,-2 0 0,1-1 0,0 0-1,-1 0 1,0 0 0,0 0 0,0 0 0,-1-1-1,1 0 1,-1 0 0,0 0 0,0 0-1,0-1 1,0 0 0,0 0 0,0 0 0,-1-1-1,1 1 1,-3-1-51,-170 19 686,161-20-609,17 0-4680,30-4-3014,-2-7 3369</inkml:trace>
  <inkml:trace contextRef="#ctx0" brushRef="#br0" timeOffset="-2.14748E6">9810 7826 5705,'0'0'6239,"0"0"-3700,0 0-1379,0 0-326,0 0 119,0 0 149,15 7-331,-2-1-613,-7-4-102,0 1 0,0-1 0,-1 1 0,1 0 0,-1 1 0,0-1 0,0 1 0,0 0 0,0 1 0,-1-1 0,1 1-1,-1-1 1,-1 1 0,1 1 0,0-1 0,-1 2-56,2 3 117,2 8 18,1 0 0,0-1 0,2 0 0,0 0 0,0-1 0,2 0 0,0-1 0,0 0 0,2-1 0,0 0 0,0-2 0,1 1 0,1-2 0,0 0 0,0-1 0,6 3-135,52 8-258,-41-19-3473,-28-10-1653,-5-16 1785,0 18 2743,0-15-651</inkml:trace>
  <inkml:trace contextRef="#ctx0" brushRef="#br0" timeOffset="-2.14748E6">10089 7771 4305,'0'0'2015,"0"0"2091,0 0-1757,0 0-1349,0 0-345,0 0 393,-6 10 274,-17 29-96,3-11-815,2 1 1,2 1-1,0 1 1,2 0-1,1 1 1,2 0-1,1 1 1,0 7-412,8 2 1049,2-26-3196,1-28-9970,1-4 10823</inkml:trace>
  <inkml:trace contextRef="#ctx0" brushRef="#br0" timeOffset="-2.14748E6">7436 8064 5337,'0'0'298,"0"0"94,0 0 973,0 0 533,0 0-820,0 0-458,23-2 3311,121-48-2433,-140 52-1484,0 0 1,-1 1-1,1 0 1,-1-1-1,1 1 1,-1 1-1,0-1 1,0 0-1,0 1 1,0-1-1,-1 1 1,0 0-1,1 0 1,-1 0-1,-1 0 1,1 0-1,-1 0 1,1 1-1,-1-1 1,0 0-1,-1 1 1,1-1-1,-1 3-14,6 17 97,-2 0 1,-1 0-1,0 0 0,-2 0 0,-1 1 0,-1-1 1,-1 0-1,-1 0 0,-1 2-97,3-23 6,1 1 0,-1-1 0,1 0 0,-1 1 0,0-1 1,-1 0-1,1 0 0,-1 1 0,1-1 0,-1 0 0,0-1 0,0 1 0,0 0 0,0 0 0,-1-1 0,1 1 0,-1-1 0,1 0 0,-1 0 0,0 0 1,0 0-1,0 0 0,0-1 0,0 1 0,0-1 0,0 0 0,-1 0 0,1 0 0,0 0 0,-1-1 0,1 0 0,-1 1 0,1-1 0,-1 0 0,1 0 1,-1-1-1,1 1 0,0-1 0,-1 0 0,1 0 0,0 0 0,0 0 0,-1 0 0,1-1 0,0 1 0,0-1 0,0 0 0,1 0 0,-1 0 1,0 0-1,1-1 0,-1 1 0,1-1 0,0 1 0,0-1 0,0 0 0,0 0 0,0 0 0,1 0 0,-1-1-6,2 3-16,0 0-1,0 0 0,1 0 1,-1 0-1,0-1 0,0 1 1,1 0-1,-1 0 0,1 0 1,-1 0-1,1 0 0,-1 0 1,1 0-1,0 0 1,-1 0-1,1 0 0,0 0 1,0 0-1,0 1 0,0-1 1,0 0-1,0 1 0,0-1 1,0 0-1,0 1 0,0-1 1,0 1-1,0 0 1,0-1-1,0 1 0,0 0 1,1 0-1,-1 0 0,0-1 1,0 1-1,0 0 0,0 1 1,1-1-1,-1 0 0,0 0 1,0 0-1,0 1 1,0-1-1,0 0 0,0 1 1,0-1-1,0 1 0,1 0 1,-2-1-1,1 1 0,0 0 1,1 0 16,68 26 240,-57-19-186,0-1 0,1-1 0,0 0 1,0-1-1,0 0 0,1-1 0,-1-1 1,1 0-1,0-1 0,0-1 0,0 0 1,9-2-55,3-9-717,2-48-8309,-24 37 7499</inkml:trace>
  <inkml:trace contextRef="#ctx0" brushRef="#br0" timeOffset="-2.14748E6">7894 8048 6081,'0'0'1350,"0"0"2115,0 0-1370,0 0-1100,0 0-311,0 0 44,6 2 332,10 7-676,-1 0-1,0 1 1,-1 1-1,0 1 0,-1 0 1,0 0-1,-1 1 1,0 1-1,-1 0 1,0 1-1,4 10-383,76 84 603,-85-104-628,0 0 0,0 0 0,0 0 0,1-1 0,0 0 0,-1 0 0,2-1 0,-1 0 0,0 0 0,1-1 0,-1 1 0,1-2 0,-1 1 0,1-1 0,0 0 0,0-1 0,0 0-1,6 0 26,-10-2-475,-2 0 0,1 0 0,0 0 0,0-1 0,-1 1 0,1-1-1,-1 1 1,0-1 0,0 0 0,0 0 0,0 0 0,0 0 0,0 0-1,-1 0 1,0 0 0,1-1 0,-1 1 0,-1 0 0,1-1-1,0 1 1,-1-1 0,0 1 0,1-1 0,-2 1 0,1-1 0,0 1-1,-1-1 1,1 0 475,0 0-186,0-23-983</inkml:trace>
  <inkml:trace contextRef="#ctx0" brushRef="#br0" timeOffset="-2.14748E6">8171 7926 5353,'0'0'948,"0"0"3077,0 0-1962,0 0-1343,0 0-85,0 0 317,-17 23 219,-97 147 862,109-161-1909,-8 19 211,0 1-1,1 0 1,2 1-1,1-1 1,2 2-1,0-1 1,2 1-1,1 16-334,4-47 8,0 0-5,0 0-51,0 0-257,0-44-9524,4 25 6990</inkml:trace>
  <inkml:trace contextRef="#ctx0" brushRef="#br0" timeOffset="-2.14748E6">1353 8533 7042,'0'0'468,"0"0"-255,0 0 263,0 0 942,0 0-315,0 0-466,-5 2 1,-22 7 550,26-9-837,-36 2 1413,2 12-1036,35-13-568,7-1 86,13 0-109,24 1 252,0-2 1,0-1-1,-1-3 1,1-1-1,36-11-389,75-41 433,-154 58-502,-1 0 29,-39 4 225,-2 8-416,0-2-1,0-2 0,-1-2 1,0-1-1,0-3 0,-9-1 232,46-1-126,-46 6-3823,29-2-273</inkml:trace>
  <inkml:trace contextRef="#ctx0" brushRef="#br1" timeOffset="-2.14748E6">7394 8638 5553,'0'0'4909,"0"0"-2782,0 0-937,0 0-363,0 0-147,0 0 91,5 9 3756,25 37-3976,-10-25-451,1-1 0,1-2 0,1 0 0,0-1 0,1-1 0,1-1-1,0-2 1,1 0 0,1-2 0,0-1 0,0-1 0,1-1 0,0-1 0,0-2-1,1-1 1,-1-1 0,1-1 0,0-2 0,0-1 0,25-4-100,-30 1 16,0-1 0,0-1 0,0-1 1,0-1-1,-1-1 0,-1-1 0,0-2 0,0 0 1,-1-1-1,-1-1 0,16-13-16,13-6 15,-45 29-12,0 0-1,0 0 1,0 0-1,-1-1 1,1 1 0,-1-1-1,0 0 1,-1 0-1,1 0 1,-1 0-1,0 0 1,0-1-1,-1 1 1,1 0-1,-1-1 1,0 1 0,-1-1-1,1 0 1,-1 1-1,0-1 1,-1-4-3,1 9-39,0 1 3,0 0-63,0 0 10,-10 25 64,0-2 43,7-12-16,0 0 0,-1 0 1,-1 0-1,1-1 0,-2 0 1,1 1-1,-1-2 0,-1 1 1,0-1-1,0 0 0,-1 0 1,0-1-1,-1 0 0,0 0 1,0-1-1,0 0 0,-1-1 0,0 0 1,0-1-1,-1 0 0,1 0 1,-1-1-1,0-1 0,0 1 1,-9 0-3,-1-2 20,0-2 1,0 0-1,0-1 1,0-1-1,0-1 1,0-1-1,0 0 1,1-2-1,0-1 1,-7-3-21,1-1-101,0 1 1,-1 2-1,0 0 1,0 2-1,-1 1 1,0 1-1,0 1 1,-20 1 100,43 9-4185,5-6 2132,0 2-4188</inkml:trace>
  <inkml:trace contextRef="#ctx0" brushRef="#br1" timeOffset="-2.14748E6">7503 9539 4049,'0'0'1133,"0"0"-627,0 0-10,0 0 1194,0 0 257,0 0-587,-16-15 2884,88-40-1932,-66 51-2142,0 1 0,0-1 0,1 1 0,0 0 0,-1 1 0,1 0 0,0 0 0,0 0 0,0 1 0,0 0 1,0 0-1,1 1 0,-1-1 0,7 2-170,-12 1 15,0 0 0,0 0 0,0 1 0,0-1 0,0 0 1,0 1-1,0-1 0,-1 1 0,1 0 0,-1 0 0,0-1 1,0 1-1,0 0 0,0 0 0,0 0 0,-1 0 0,1 0 1,-1 0-1,0 0 0,0 0 0,0 0 0,0 0 0,-1 2-15,2 2 41,16 325 1223,-16-326-1245,0 0-1,0 0 0,1 0 1,0-1-1,0 1 0,0 0 1,0-1-1,1 0 0,0 1 1,0-1-1,1 0 0,-1-1 1,1 1-1,0-1 1,0 1-1,1-1 0,-1 0 1,1-1-1,0 1 0,0-1 1,0 0-1,0 0 0,1 0 1,-1-1-1,1 0 0,0 0 1,-1-1-1,1 1 0,0-1 1,0 0-1,0-1 0,0 0 1,0 1-1,0-2 0,0 1 1,0-1-1,3-1-18,-5 2 10,0-1-1,-1 0 1,1 0-1,0 0 1,-1 0 0,1-1-1,-1 0 1,1 1-1,-1-1 1,0 0 0,1-1-1,-1 1 1,-1-1-1,1 1 1,0-1-1,0 0 1,-1 0 0,0 0-1,0 0 1,0 0-1,0-1 1,0 1-1,0-1 1,-1 1 0,0-1-1,1 0 1,-2 0-1,1 1 1,0-3-10,11-115 64,-14-98-12,-21 176-27,23 43-37,46 113-72,-9-11 197,-31-76-51,2 0 0,1-1-1,1 0 1,1 0 0,1-1-1,1-1 1,1 0 0,1 0 0,1-2-1,1 0 1,17 16-62,-28-33 26,0-1 0,0 0 1,1 0-1,-1-1 0,0 0 0,1 0 1,0 0-1,-1-1 0,1 0 0,0 0 1,0-1-1,-1 0 0,1 0 0,0-1 0,0 1 1,0-1-1,-1-1 0,1 1 0,-1-1 1,1-1-1,-1 1 0,0-1 0,0 0 0,0 0 1,0-1-1,0 0 0,-1 0 0,1 0 1,-1-1-1,0 1 0,-1-1 0,1 0 1,-1-1-27,-2 5 4,4-4-2310,-3-12-5868,-2 7 3638,6-10-690</inkml:trace>
  <inkml:trace contextRef="#ctx0" brushRef="#br2" timeOffset="-2.14748E6">9074 8732 5209,'0'0'530,"0"0"230,0 0 1643,0 0-913,0 0-601,0 0 55,-5-1 390,-27-8 1046,32 9-1517,0 0-301,0 0-149,2 8-7,6 6-300,1 0-1,0 0 1,1-1 0,1-1 0,0 0 0,1 0 0,0-1 0,0-1 0,1 0 0,1 0 0,0-1 0,0-1 0,0-1 0,1 0 0,0 0 0,1-2 0,-1 0 0,1-1 0,0 0 0,0-1 0,0-1 0,1-1 0,-1 0 0,9-1-106,28-2 190,1-3 0,-1-2 1,0-2-1,-1-2 0,0-2 0,48-21-190,-71 23 9,0 2-1,0 1 1,1 1 0,0 2-1,0 0 1,1 2-1,-1 2 1,1 1 0,-1 1-1,1 1 1,-1 2-1,0 1 1,0 2-1,12 4-8,-5 2 3,-1 1 1,0 2-1,-1 2 0,-1 1 0,0 2 0,9 9-3,-42-29 0,1-1 1,-1 1-1,0-1 0,0 1 1,0 0-1,1 0 1,-1-1-1,0 1 0,0 0 1,0 0-1,0 0 0,-1 0 1,1 0-1,0 0 0,0 1 1,-1-1-1,1 0 1,0 0-1,-1 0 0,1 1 1,-1-1-1,0 0 0,1 1 1,-1-1-1,0 0 0,0 1 1,0-1-1,0 0 1,0 1-1,0-1 0,0 1 1,-1-1-1,1 0 0,0 1 1,-1-1-1,1 0 0,-1 0 1,1 1-1,-1-1 0,0 0 1,1 0-1,-1 0 1,0 0-1,0 0 0,0 0 1,0 0-1,0 0 0,0 0 1,0 0-1,0 0 0,0-1 1,0 1-1,-1 0 1,1-1-1,0 1 0,0-1 1,-1 1-1,1-1 0,0 0 1,-1 0-1,1 1 0,0-1 1,-1 0-1,1 0 1,0 0-1,-1 0 0,1-1 1,0 1-1,-1 0 0,0-1 0,-3 0-5,1 0 0,-1-1-1,1 1 1,0-1 0,0 0-1,0 0 1,0-1-1,0 1 1,0-1 0,1 0-1,-1 0 1,1 0 0,-1 0-1,1 0 1,0-1 0,1 0-1,-1 1 1,1-1-1,-1 0 1,1 0 0,1-1-1,-1 1 1,0 0 0,1-1-1,0 1 1,0-1 0,0 1-1,1-1 1,-1 1-1,1-1 1,0 1 0,0-1-1,1 0 1,-1 1 0,1-1-1,0 1 1,1-1 0,-1 1-1,1 0 1,-1 0-1,1-1 1,1 1 0,1-2 5,11-8-2,1 1 0,1 0 0,0 1 1,1 2-1,0-1 0,1 2 0,0 0 0,0 2 1,1 0-1,0 1 0,0 1 0,17-2 2,33-12 84,1 4 0,1 3 0,-1 3 0,2 3-1,-1 4 1,56 5-84,118 45-92,-235-47 101,1-1 0,0-1 0,0 0 0,0 0 0,-1-1 0,1-1 1,-1 0-1,0-1 0,1 0 0,-1 0 0,-1-1 0,1-1 0,-1 0 0,0 0 0,0-1 0,-1 0 0,0-1 0,0 0 0,-1 0 0,1-3-9,1 2-59,-2-1-1,1-1 0,-1 1 0,-1-2 1,0 1-1,-1-1 0,0 1 0,-1-2 1,0 1-1,0-1 0,-2 1 0,0-1 1,0 0-1,-1 0 0,-1-1 0,1-10 60,-22 16-10058,5 8 6415</inkml:trace>
  <inkml:trace contextRef="#ctx0" brushRef="#br2" timeOffset="-2.14748E6">10334 9585 5065,'0'0'1398,"0"0"1833,0 0-1745,0 0-574,0 0 92,-12 21 160,-34 71-241,43-88-864,1 0 0,1 1-1,-1-1 1,1 0-1,-1 1 1,1 0 0,1-1-1,-1 1 1,1 0 0,-1-1-1,1 1 1,1 0 0,-1-1-1,1 1 1,0 0 0,0-1-1,0 1 1,0-1 0,1 1-1,0-1 1,0 0-1,0 1 1,0-1 0,1 0-1,0 0 1,-1-1 0,1 1-1,1-1 1,-1 1 0,0-1-1,1 0 1,0 0 0,0-1-1,3 3-58,5 1 157,-1 0-1,1-1 0,0 0 1,0-1-1,1 0 1,-1-1-1,1-1 1,0 0-1,0 0 0,12-1-156,-21 0 49,1-1-1,-1 1 1,0-1-1,1 0 1,-1 0-1,0 0 1,1-1-1,-1 1 1,0-1-1,0 0 1,0-1-1,0 1 1,1-1-1,-2 0 1,1 0-1,0 0 1,0 0-1,-1 0 1,1-1-1,-1 0 1,0 0-1,1 0 1,-2 0-1,1 0 1,0-1-1,0 1 0,-1-1 1,0 1-1,0-1 1,0 0-1,0 0 1,-1 0-1,1 0 1,-1 0-1,0-1 1,0 1-1,-1 0 1,1-1-1,-1 1 1,0 0-1,0-1 1,-1-2-49,1 1 7,0-1-1,-1 1 1,0-1 0,0 1 0,-1 0 0,0-1 0,0 1-1,0 0 1,-1 0 0,0 0 0,0 0 0,0 1 0,-1-1 0,0 1-1,0 0 1,0 0 0,-1 0 0,1 1 0,-1 0 0,0-1-1,0 2 1,-1-1 0,1 1 0,-1-1 0,0 1 0,0 1-1,0-1 1,0 1 0,-1 0 0,1 1 0,0 0 0,-1 0-1,1 0 1,-1 0 0,1 1 0,-1 0 0,1 1 0,-1 0 0,-3 0-8,3 3-88,0 1-1,1 0 0,-1 0 1,1 0-1,0 1 0,1 0 1,-1 0-1,1 0 0,0 1 1,1 0-1,-1 0 0,2 0 1,-1 0-1,1 0 0,0 1 1,0 0-1,1 0 0,0 0 1,0 0-1,1 0 0,0 0 1,1 0-1,-1 0 0,2 0 1,-1 1 89,2-6-324,0 0 1,1 0-1,-1 0 0,1 0 1,0-1-1,-1 1 1,1-1-1,0 0 1,0 0-1,1 0 0,-1 0 1,0 0-1,1-1 1,-1 1-1,1-1 1,0 0-1,-1 0 1,1 0-1,0-1 0,-1 1 1,1-1-1,0 0 1,0 0-1,-1 0 1,1-1-1,0 1 0,0-1 1,-1 0-1,1 0 1,-1 0-1,1 0 1,-1-1-1,1 0 0,-1 1 1,0-1-1,0 0 1,2-2 323,17-12-662</inkml:trace>
  <inkml:trace contextRef="#ctx0" brushRef="#br2" timeOffset="-2.14748E6">10427 9381 5937,'0'0'708,"0"0"1381,0 0-829,-9-18-533,-25-60-123,28 49 4634,29 69-2800,189 486 2739,-164-418-5265,-56-142-11241,-2-34 7174,9 53 3055,-2-23 115</inkml:trace>
  <inkml:trace contextRef="#ctx0" brushRef="#br2" timeOffset="-2.14748E6">10722 9516 6433,'0'0'2152,"0"0"1646,0 0-1666,0 0-1021,0 0-280,0 0 138,3 5 281,37 88 890,-32-68-2026,1 0-1,2-1 0,0-1 0,1 1 0,1-2 0,1 0 0,1 0 1,2-2-1,-1 0 0,2 0 0,1-2 0,3 2-113,-20-18 5,-1 0 0,1 0-1,0-1 1,0 1 0,0-1 0,0 0 0,0 0-1,0 1 1,0-1 0,0 0 0,0-1 0,0 1-1,1 0 1,-1-1 0,0 1 0,1-1 0,-1 0-1,0 1 1,1-1 0,-1 0 0,0-1 0,1 1-1,-1 0 1,0-1 0,1 1 0,-1-1 0,0 0-1,0 0 1,1 0 0,-1 0 0,0 0 0,0 0-1,0 0 1,0-1 0,-1 1 0,1-1 0,0 1-1,0-1 1,-1 0 0,1 0 0,-1 0 0,0 0-1,0 0 1,1 0 0,-1 0 0,0 0 0,-1 0-1,1 0 1,0-1 0,-1 1 0,1 0 0,-1-2-6,3-275 85,-5 120-442,2 159 231,0 0-86,5 33-8539,-1-22 3513</inkml:trace>
  <inkml:trace contextRef="#ctx0" brushRef="#br1" timeOffset="-2.14748E6">19932 10921 7042,'0'0'4643,"0"0"-2996,0 0-1107,0 0-74,0 0 95,26-13-71,201-93 231,-204 98-708,-1 0 1,2 2-1,-1 1 0,1 1 0,-1 1 1,1 1-1,0 1 0,0 2 0,0 0 0,0 1 1,0 1-1,-1 2 0,3 0-13,-18-3 48,-1 0-1,1-1 0,0 0 1,-1-1-1,1 0 0,0 0 1,0-1-1,-1 0 1,1 0-1,0-1 0,-1 1 1,1-2-1,-1 1 0,0-1 1,0 0-1,0-1 1,0 0-1,0 0 0,4-4-47,25-7 218,0 2 0,1 1 0,1 1 0,0 2-1,0 2 1,1 2 0,-1 1 0,1 2 0,6 2-218,27-5 299,1 4 0,-1 2 1,0 4-1,0 3 0,0 3 1,-1 3-1,37 13-299,117 51 166,264 74 268,-304-120-368,1-8 0,0-8 0,2-9 0,150-14-66,-47-19 133,-2-13 0,243-68-133,-473 95-18,205-47 13,-23 3 24,2 10-1,3 11 1,48 7-19,76 20 38,108 23-38,77 63 48,-373-45 29,1-8 0,51-4-77,-40-19 331,0-8-1,154-26-330,521-101 240,-784 121-252,0 4-1,1 3 0,-1 5 1,7 3 12,104 51-82,-146-51-68,-49-3-21,-6-2-245,-61-26-3997,21 12-1228</inkml:trace>
  <inkml:trace contextRef="#ctx0" brushRef="#br1" timeOffset="-2.14748E6">21468 11716 6441,'0'0'1362,"0"0"402,0 0-245,0 0-213,0 0-24,0 0-200,4-1-269,32-22 278,-32 19-1003,0 1 0,1 0 0,-1 0 1,1 0-1,-1 0 0,1 1 0,0-1 1,0 1-1,0 1 0,0-1 0,1 1 0,-1-1 1,0 2-1,1-1 0,-1 0 0,0 1 1,1 0-1,2 1-88,-4 2 67,-1 0 0,1 1 1,-1-1-1,1 1 0,-1 0 0,-1 0 0,1 0 1,0 0-1,-1 0 0,0 1 0,0-1 0,0 1 1,-1-1-1,1 1 0,-1 0 0,0 0 0,0 0 1,-1 0-1,0-1 0,0 1 0,0 5-67,2 2 116,6 83 444,-9-76-500,1 0 0,1 0-1,1 0 1,0 0 0,1-1 0,2 1 0,-1-1 0,2 1 0,1-2 0,0 1 0,1-1 0,1 0 0,0 0 0,1-1 0,7 7-60,-14-20 5,-1 0 1,1 0-1,0-1 1,0 0 0,0 1-1,0-1 1,0 0-1,0 0 1,1 0-1,-1-1 1,0 1-1,1-1 1,0 0-1,-1 0 1,1 0-1,0-1 1,-1 1-1,1-1 1,0 0 0,0 0-1,-1 0 1,1 0-1,0-1 1,0 1-1,-1-1 1,1 0-1,0 0 1,-1-1-1,1 1 1,-1-1-1,0 0 1,1 1-1,-1-1 1,0-1 0,0 1-1,0 0 1,-1-1-1,1 0 1,0 1-1,-1-1 1,0 0-1,1 0 1,-1-1-1,-1 1 1,1 0-1,0-1 1,0-1-6,6-27 27,0 0 0,-3 0 0,0 0 0,-2 0 0,-2-1 0,-1 0 0,-3-20-27,2-18 2,-20-75 142,7 184-31,13-25-107,-4 17 11,1 0 1,2 0-1,1 1 0,1-1 1,2 1-1,1-1 0,1 0 0,2 0 1,0 0-1,3-1 0,0 0 1,2-1-1,1 0 0,1 0 0,2 0-17,61 30-1903,-75-58-1775,-1 0-1986</inkml:trace>
  <inkml:trace contextRef="#ctx0" brushRef="#br1" timeOffset="-2.14748E6">22357 11823 8146,'0'0'1927,"0"0"1044,0 0-1625,0 0-718,0 0 37,0 0 212,9 2 189,262 5 2494,-252-2-3546,-22-4-7447,-11-1 1028</inkml:trace>
  <inkml:trace contextRef="#ctx0" brushRef="#br1" timeOffset="-2.14748E6">22476 12009 4305,'0'0'2559,"0"0"913,0 0-1565,0 0-360,0 0-210,24 2-133,194 3 1593,-106-5-2466,-97 10-1176,-12-8-6204,-3-2-3172</inkml:trace>
  <inkml:trace contextRef="#ctx0" brushRef="#br1" timeOffset="-2.14748E6">23265 11693 4929,'0'0'1206,"0"0"1488,0 0-483,0 0-698,0 0-291,0 0-91,-12 9 2318,158-45-2860,-136 35-573,-8 0-18,0 0 0,-1 0 1,1 1-1,-1-1 0,1 0 1,0 1-1,0-1 1,-1 1-1,1-1 0,0 1 1,0 0-1,0 0 1,-1 0-1,1 0 0,0 0 1,0 0-1,0 1 0,-1-1 1,1 0-1,0 1 1,0 0-1,-1-1 0,1 1 1,0 0-1,-1 0 1,1 0-1,-1 0 0,1 0 1,-1 0-1,0 0 0,1 0 1,-1 1-1,0-1 1,0 1-1,0-1 0,0 1 1,0-1-1,0 1 1,0-1-1,0 1 0,-1 0 1,1-1-1,-1 1 0,1 0 1,-1 0-1,0 0 1,1-1-1,-1 1 0,0 0 1,0 0 1,-75 318 908,78-317-898,0 1 1,0-1-1,0 0 1,0 0-1,1 0 1,-1 0-1,1-1 1,0 1-1,0-1 1,0 0-1,0 0 1,0 0-1,0-1 1,0 0-1,1 1 0,-1-1 1,0-1-1,1 1 1,-1-1-1,1 0 1,-1 0-1,1 0 1,-1 0-1,0-1 1,1 0-1,-1 0 1,1 0-1,3-2-10,13 3 54,89-17-50,-70-8-4803,-31 16 1799</inkml:trace>
  <inkml:trace contextRef="#ctx0" brushRef="#br1" timeOffset="-2.14748E6">23726 11672 6497,'0'0'731,"0"0"400,0 0 659,0 0-493,0 0-70,0 0-110,19-6 976,-10 8-1864,-1 1-1,0 0 1,1 0-1,-1 1 0,0 0 1,-1 0-1,1 1 0,-1 0 1,0 1-1,0-1 1,0 1-1,-1 0 0,0 1 1,0 0-1,-1 0 0,0 0 1,3 5-229,10 10 436,35 44 542,-36-42-815,2 0 0,1-1-1,0-1 1,2-1 0,0 0 0,2-2-1,20 13-162,35-10-179,-53-38-2740,-12-32-1992,-12 24 1011</inkml:trace>
  <inkml:trace contextRef="#ctx0" brushRef="#br1" timeOffset="-2.14748E6">24152 11555 4401,'0'0'1219,"0"0"-690,0 0 75,0 0 1545,0 0-746,0 0-668,-8 5-257,-28 25 294,1 1 0,3 2-1,0 1 1,2 1 0,2 2-1,1 0 1,2 2 0,-11 23-772,-63 143 2288,85-200-4540,9-5-1601</inkml:trace>
  <inkml:trace contextRef="#ctx0" brushRef="#br0" timeOffset="-2.14748E6">0 11239 936,'0'0'8706,"0"0"-5597,0 0-1914,0 0 145,0 0 259,0 0 399,19 4-325,126 11 141,165-82 495,-284 60-2405,-25 7-154,-1 0-339,0 0-143,5 1-2363,-5-1-709,0 0-3654,-10 2 4532</inkml:trace>
  <inkml:trace contextRef="#ctx0" brushRef="#br0" timeOffset="-2.14748E6">61 11595 6385,'0'0'5883,"0"0"-3363,0 0-1366,0 0-71,0 0 568,20 0-29,235-21 1301,70-15-1349,-325 36-1594,0 0-2,0 0-134,0 0-399,28-56-16743,-14 29 15355</inkml:trace>
  <inkml:trace contextRef="#ctx0" brushRef="#br0" timeOffset="-2.14748E6">2447 10602 5473,'0'0'3796,"0"0"-1553,0 0-790,0 0-331,0 0-63,0 0-156,9-1-371,265-33 4460,-267 87-2813,-50 122-1292,47-171-882,-1 0 0,1 0 0,0-1 0,0 1 0,0-1 0,0 1 1,1-1-1,-1-1 0,1 1 0,0-1 0,0 1 0,0-1 0,0-1 1,0 1-1,0-1 0,0 0 0,1 0 0,-1 0 0,0-1 0,1 0 1,-1 0-1,0 0 0,1-1 0,-1 0 0,0 0 0,1 0-5,4 1 47,110-8 255,-50 8-7906,-49 0 1457</inkml:trace>
  <inkml:trace contextRef="#ctx0" brushRef="#br0" timeOffset="-2.14748E6">3301 11193 1040,'0'0'4772,"0"0"-1938,0 0 1277,0 0-1645,0 0-940,0 0 286,4 13 181,-4-12-1948,4 16 287,1-2 0,0 1 1,1 0-1,0-1 0,2 0 0,-1-1 0,2 0 0,0 0 0,1 0 0,0-2 0,5 6-332,-13-72 715,-4 50-722,-1-1 0,0 1 0,-1 0 0,1 0 0,-1 0 0,0 0 0,0 0 0,0 1 0,0 0 0,0-1 0,-1 2 0,0-1 0,1 0 0,-1 1 1,0 0-1,0 0 0,-1 1 0,1-1 0,0 1 0,0 0 0,-1 1 0,1-1 0,0 1 0,-1 0 0,1 0 0,0 1 0,-1 0 0,1 0 0,0 0 0,0 0 0,-1 1 1,1 0-1,0 0 0,1 0 0,-1 0 0,0 1 0,1 0 0,-1 0 0,-2 3 7,2 2 9,0 1 1,0 0-1,1 1 0,0-1 0,0 1 1,1 0-1,0-1 0,1 2 1,0-1-1,1 0 0,0 0 1,0 0-1,1 1 0,0-1 0,1 0 1,1 0-1,-1 1 0,1-1 1,1 0-1,0 0 0,1-1 1,0 1-1,0-1 0,1 0 1,0 0-1,0 0 0,1-1 0,0 1 1,1-1-1,0-1 0,0 0 1,0 0-1,1 0 0,0-1 1,1 0-1,0 0 0,-1-1 0,2 0 1,-1-1-1,0 0 0,4 1-9,12 3 33,1-2 0,0 0 0,0-2 1,1-1-1,-1-1 0,1-1 0,-1-2 0,1 0 0,18-4-33,-39 3-12,-1 0 1,1 0 0,-1-1-1,1 1 1,-1-1-1,0 0 1,0-1-1,0 1 1,0-1 0,-1 0-1,1 0 1,-1-1-1,0 1 1,-1-1 0,1 0-1,-1 0 1,0 0-1,0 0 1,0-1 0,-1 1-1,1-1 1,-2 0-1,1 0 1,-1 1 0,1-1-1,-1 0 1,-1 0-1,1 0 1,-1 0-1,-1 0 1,1 0 0,-1 0-1,0 0 1,0 0-1,0 0 1,-1 0 0,-1-1 11,3 0-54,-8-26-35,6 41 67,4 0 39,1 0 0,-1-1 0,2 1 0,-1 0 0,1-1 0,0 0 0,0 0 0,1 0 1,0 0-1,1-1 0,-1 0 0,1 0 0,0 0 0,0-1 0,1 0 0,0 0 0,0-1 0,0 0 0,0 0 0,1 0 0,-1-1 0,1 0 0,0-1 0,0 1 0,0-2 1,0 1-1,0-1 0,1 0 0,6-1-17,-12-3 5,-1 0 1,1 0 0,-1 0 0,0 0-1,0 0 1,-1 0 0,1-1 0,-1 1 0,1-1-1,-1 0 1,0 1 0,0-1 0,-1 0-1,1 1 1,-1-1 0,0 0 0,0 0-1,0 1 1,0-1 0,-1 0 0,0-3-6,0-1 4,2 4-22,-1 0 0,0 0 0,0 0 0,0 0 0,0 0 0,-1 0 0,0 0 0,0 0 0,0 0 0,0 0 0,0 1 0,-1-1 0,0 0 0,0 1 0,0-1 0,0 1 0,0-1 0,-1 1 0,1 0 0,-1 0 0,0 0 0,0 1 0,0-1 0,0 1 0,-1-1 0,1 1-1,-1 0 1,1 1 0,-1-1 0,0 0 0,0 1 0,0 0 0,1 0 0,-1 0 0,0 0 0,0 1 0,-3-1 18,-6-1-23,1 0-1,-1 1 1,0 0-1,0 1 0,1 0 1,-1 1-1,0 1 1,1 0-1,-1 0 1,1 1-1,-1 1 1,1 0-1,0 1 0,1 0 1,-4 2 23,14-6-94,0-1 0,0 1 0,1 0 0,-1-1 0,0 1 0,0 0 0,0-1 0,1 1 0,-1 0 0,0 0 0,1 0 0,-1-1 0,1 1 0,-1 0 0,1 0 0,-1 0 0,1 0 0,0 0 0,0 0 0,-1 0 0,1 0 0,0 0 0,0 0 0,0 0 0,0 0 0,0 0 0,0 0 0,0 0 0,0 0 0,1 0 0,-1 0 0,0 0 0,1 0 0,-1 0 0,0 0 0,1 0 0,-1 0 0,1 0 0,0 0 0,-1 0 0,1 0 94,79 1-10932,-36-2 7395</inkml:trace>
  <inkml:trace contextRef="#ctx0" brushRef="#br0" timeOffset="-2.14748E6">4249 11256 7866,'0'0'5521,"0"0"-3367,0 0-837,0 0 54,-21-3-247,-67-6-234,85 8-846,-1 0 0,0 0 0,0 1 1,0 0-1,0-1 0,0 1 0,0 0 0,0 1 0,0-1 0,0 1 0,0 0 1,0 0-1,0 0 0,1 0 0,-1 1 0,0 0 0,1-1 0,-1 1 0,1 0 1,0 1-1,0-1 0,-1 1 0,1-1 0,1 1 0,-1 0 0,0 0 0,1 0 1,0 1-1,-1-1 0,1 0 0,1 1 0,-1-1 0,0 1 0,1 0 0,0 0 1,0 0-1,0-1 0,0 1 0,1 0 0,-1 0 0,1 0 0,0 0 0,0 0 1,0 0-1,1 1-44,91 28-11,-85-32-4,39 2-29,-36-4 47,0 1-1,0 0 1,0 1 0,0 0-1,0 1 1,0 0-1,0 1 1,-1-1-1,1 2 1,-1 0 0,0 0-1,0 0 1,5 4-3,-12-4 12,1 0 1,-1 1 0,0-1-1,0 1 1,-1-1 0,1 1-1,-1-1 1,0 1 0,0 0-1,0 0 1,-1-1 0,0 1-1,0 0 1,0 0-1,-1 0 1,1-1 0,-1 1-1,0 0 1,0-1 0,-1 1-1,1-1 1,-1 1 0,0-1-1,-1 1 1,1-1 0,-1 0-1,1 0 1,-1-1 0,0 1-1,-1 0 1,1-1 0,-1 0-1,1 0 1,-1 0-1,-2 1-11,-179 86 397,199-124-10102,6 8 3584</inkml:trace>
  <inkml:trace contextRef="#ctx0" brushRef="#br0" timeOffset="-2.14748E6">4458 11161 288,'0'0'10613,"0"0"-6357,0 0-2015,0 0-418,0 0-352,0 0-465,1-4-299,4 5-621,0-1 0,-1 1 0,1 0 0,-1 0 1,1 1-1,-1-1 0,1 1 0,-1 0 0,0 0 0,0 0 0,0 1 1,0 0-1,0-1 0,-1 1 0,1 0 0,-1 1 0,0-1 0,0 1 1,0-1-1,0 1 0,-1 0 0,1 0 0,-1 0 0,0 1 0,0-1 1,0 2-87,20 21 366,0-6-205,2 0 1,0-2 0,1 0 0,0-2-1,2 0 1,0-2 0,0-1 0,2-2-1,-1 0 1,2-2 0,26 5-162,-56-14-162,0-1 0,1 1 0,-1-1 0,1 0 0,-1 1 0,1-1 0,0 0 0,-1 0 0,1 1 0,-1-1 0,1 0 1,-1 0-1,1 0 0,0 0 0,-1 0 0,1 0 0,-1 0 0,1 0 0,0 0 0,-1 0 0,1 0 0,-1 0 0,1 0 0,-1 0 0,1 0 1,0-1-1,-1 1 0,1 0 0,-1 0 0,1-1 0,-1 1 0,1 0 0,-1-1 0,1 1 0,-1-1 0,1 1 0,-1 0 0,0-1 0,1 1 1,-1-1-1,0 1 0,1-1 0,-1 1 0,0-1 0,0 0 0,1 1 0,-1-1 0,0 1 0,0-1 0,0 1 0,0-1 0,0 0 0,0 1 0,0-1 1,0 1-1,0-1 0,0 0 0,0 1 0,0-1 0,0 1 0,-1-1 0,1 0 0,0 1 0,0-1 0,-1 1 162,1-5-730,0-20-3938,0 0 1260</inkml:trace>
  <inkml:trace contextRef="#ctx0" brushRef="#br0" timeOffset="-2.14748E6">4898 11038 6545,'0'0'1275,"0"0"127,0 0 542,0 0-73,0 0-294,0 0-369,-5 0-257,-3 3-708,1 1-1,0 0 1,0 1 0,0 0-1,1 0 1,0 0 0,0 1-1,0 0 1,0 0 0,1 0 0,0 1-1,0 0 1,1 0 0,0 0-1,0 0 1,1 1 0,-1 3-243,-20 27 703,-200 304 3182,267-371-11284,-19 4 753</inkml:trace>
  <inkml:trace contextRef="#ctx0" brushRef="#br0" timeOffset="-2.14748E6">1371 11473 3225,'0'0'3130,"0"0"1268,0 0-1700,0 0-1194,0 0-481,0 0 65,2 12 1636,79 1 178,202-11 578,-69-3-3873,-214-6-11418,2 3 4460</inkml:trace>
  <inkml:trace contextRef="#ctx0" brushRef="#br0" timeOffset="-2.14748E6">2582 11048 6049,'0'0'1330,"0"0"1302,0 0-558,0 0-291,0 0-426,0 0-317,0 9 918,-56 201 2278,28-136-3467,-88 246-147,115-316-924,-1-1 0,0 1 0,0-1 0,0 1 0,0-1 0,-1 0 0,1 0 0,-1 0 0,0 0 0,1 0 0,-2-1 0,1 1 0,0-1 0,0 0 0,-1 0 0,1 0 0,-1 0 0,1 0 0,-1-1 0,0 0 0,0 0 0,0 0 0,0 0-1,0 0 1,0-1 0,0 0 0,-1 0 302,-12 1-5277</inkml:trace>
  <inkml:trace contextRef="#ctx0" brushRef="#br0" timeOffset="-2.14748E6">2168 11111 4257,'0'0'2534,"0"0"2143,0 0-2603,0 0-982,0 0 169,0 0 138,15 5 186,18 7-837,0 1 0,-1 1 0,-1 2 0,0 1 1,-1 1-1,20 18-748,217 259 2228,-213-269-2564,-21-71-4756,-30-78-7162,-3 84 10605</inkml:trace>
  <inkml:trace contextRef="#ctx0" brushRef="#br0" timeOffset="-2.14748E6">5636 11073 1328,'0'0'4897,"0"0"-301,0 0-2354,0 0-886,0 0-166,0 0-39,-7 12 1257,61 203 2536,-47-192-4835,1 14 108,3-1 0,1 0 0,1 0 0,2-1 0,2-1 0,1 0 0,2-2 0,1 0 0,20 23-217,-41-55-110,0 0 0,1-1 0,-1 1 0,0 0 1,0 0-1,0-1 0,1 1 0,-1 0 1,0-1-1,0 1 0,1 0 0,-1 0 0,0-1 1,0 1-1,1 0 0,-1 0 0,0 0 1,1-1-1,-1 1 0,0 0 0,1 0 0,-1 0 1,0 0-1,1 0 0,-1 0 0,1 0 1,-1 0-1,0 0 0,1 0 0,-1 0 0,0 0 1,1 0-1,-1 0 0,0 0 0,1 0 1,-1 0-1,0 1 0,1-1 0,-1 0 0,0 0 1,1 0 109,-45-56-10527,13 25 1173</inkml:trace>
  <inkml:trace contextRef="#ctx0" brushRef="#br0" timeOffset="-2.14748E6">5375 11341 3633,'0'0'7016,"0"0"-4119,0 0-1852,0 0-311,0 0 183,21 5 225,150 18 1022,-59-28-531,0-5 0,-1-5 0,49-15-1633,-77 16 290,-39-21-11477,-20 14 4993,-3-2 3791</inkml:trace>
  <inkml:trace contextRef="#ctx0" brushRef="#br0" timeOffset="-2.14748E6">7030 10347 4001,'0'0'4445,"0"0"-571,0 0-2236,0 0-665,0 0-253,0 0-150,-3-2-169,19 46 717,42 27 213,-23-49-994,0-1 1,1-2-1,0-1 1,2-2-1,0-1 1,1-2-1,0-2 1,1-1-1,0-3 1,1-1-1,-1-2 1,27-1-338,90 12 581,1-7-1,0-7 1,64-11-581,208-78 45,-339 62-60,2 4 0,0 4 0,1 4 0,54 1 15,594 21-40,-629-10 27,-69-2 5,0 2-1,0 2 1,0 2-1,0 2 0,-1 1 1,1 3-1,-1 1 0,-1 3 1,0 1-1,23 11 9,-63-24 0,0 0 0,0 1-1,0-1 1,0 0-1,0 1 1,-1-1 0,1 1-1,0 0 1,0 0 0,-1 0-1,1 0 1,0 0-1,-1 0 1,1 0 0,-1 0-1,1 1 1,-1-1 0,0 0-1,1 1 1,-1 0 0,0-1-1,0 1 1,0-1-1,0 1 1,-1 0 0,1 0-1,0 0 1,-1-1 0,1 1-1,-1 0 1,0 0-1,1 0 1,-1 0 0,0 0-1,0 0 1,0 0 0,0 0-1,-1 0 1,1 0 0,-1-1-1,1 1 1,-1 0-1,1 0 1,-1 0 0,0-1-1,0 1 1,0 0 0,0-1-1,0 1 1,0 0-1,0-1 1,-1 0 0,1 1-1,-1-1 1,1 0 0,-1 0-1,1 0 1,-1 1-1,0-2 1,1 1 0,-1 0-1,0 0 1,0-1 0,0 1-1,0 0 1,1 0 1,-1 0-1,1 0 1,-1 0 0,1 0-1,-1 0 1,0-1-1,1 1 1,-1 0 0,0-1-1,0 1 1,1-1-1,-1 0 1,0 1-1,0-1 1,0 0 0,1 0-1,-1 0 1,0-1-1,0 1 1,0 0 0,1-1-1,-1 1 1,0-1-1,0 1 1,1-1 0,-1 0-1,0 0 1,1 0-1,-1 0 1,1 0-1,-1 0 1,1 0 0,0 0-1,-1-1 1,1 1-1,0 0 1,0-1 0,0 1-1,0-1 1,0 1-1,0-1 1,0 0-1,1 1 1,-1-1 0,0 0-1,1 0 1,0 1-1,-1-1 1,1 0 0,0-1-1,5-17-6,0 0 0,2 1 0,0-1 0,1 1 0,1 1 0,1 0 0,1 0 1,0 1-1,1 0 0,1 1 0,1 0 0,0 1 0,1 1 0,0 0 0,1 1 0,1 1 1,2-1 5,15-12-7,2 1 0,0 1-1,1 3 1,1 0 0,1 3 0,1 1 0,0 2 0,1 2 0,0 2 0,30-4 7,66-4 165,1 5 0,83 6-165,-184 6 61,353-1 426,-144 4-95,0-10 1,54-17-393,-216 11 24,-1-3 0,-1-5-1,0-2 1,-2-4 0,-1-4 0,12-10-24,27-3 670,-102 34-1099,-10-8-9253,-5 5 559</inkml:trace>
  <inkml:trace contextRef="#ctx0" brushRef="#br0" timeOffset="-2.14748E6">6863 11295 5297,'0'0'1264,"0"0"756,0 0-128,0 0-668,0 0-238,-4 1 226,-13 4-33,12-4-175,5-1-244,0 0-89,0 0-61,0 0 26,0 0 94,0 0-121,0 0-169,0 0-66,21-15 616,-18 10-984,1-1 0,0 1 0,0 0 0,0 0 0,0 1 0,1-1 0,-1 1 0,1 0 0,1 0 0,-1 1 0,0-1 1,1 1-1,-1 0 0,1 1 0,0-1 0,0 1 0,0 0 0,0 1 0,1 0 0,-1 0 0,0 0 0,1 0 0,-1 1 0,0 0 0,1 1 0,-1-1 0,0 1 0,1 0 0,-1 1 0,0 0 0,0 0 0,0 0 0,0 0 0,4 4-6,-3 9 0,0 2-1,-1-1 1,-1 1 0,0-1-1,-2 1 1,0 1-1,-1-1 1,0 0-1,-1 1 1,-2-1-1,1 1 1,-2-1-1,0 0 1,-1 0-1,-1 0 1,-1 0-1,0 0 1,-1-1 0,-1 0-1,-6 11 1,-56 113-3,67-139 3,0-1 0,0 1-1,0-1 1,0 0-1,0 0 1,1 1-1,-1-1 1,0-1 0,0 1-1,0 0 1,0 0-1,0-1 1,0 1 0,1-1-1,-1 1 1,0-1-1,0 0 1,1 0-1,-1 0 1,0 0 0,1 0-1,-1 0 1,1 0-1,-1 0 1,1-1-1,0 1 1,-1-1 0,1 1-1,0-1 1,0 1-1,0-1 1,0 0 0,0 1-1,1-1 1,-1-1 0,-14-51-131,25 53-33,0 4 161,1 0-1,-1 0 1,1 0-1,-1 2 1,0-1-1,-1 1 1,1 0-1,-1 1 1,0 0-1,0 1 1,-1 0-1,3 3 4,29 19 98,-23-19-117,0-1 0,1-1-1,0 0 1,0-2 0,0 0 0,1-1-1,0-1 1,0-1 0,0 0 0,0-1 0,1-2-1,15 0 20,-25-53-16734,-10 30 13453</inkml:trace>
  <inkml:trace contextRef="#ctx0" brushRef="#br0" timeOffset="-2.14748E6">7377 11333 6425,'0'0'6947,"0"0"-4106,0 0-1317,0 0-452,0 0 75,0 0-89,12 11-227,277 297 1687,-138-177-2480,-130-140-8519,-18-57 1359,-4 54 4853,1-20 749</inkml:trace>
  <inkml:trace contextRef="#ctx0" brushRef="#br0" timeOffset="-2.14748E6">7759 11306 6369,'0'0'1570,"0"0"1911,0 0-1603,0 0-986,0 0-229,0 0 75,-19 11 28,-58 38-183,17 42 323,49-62-551,-127 289 3397,125-309-4335,5-23-3937,8 0 1</inkml:trace>
  <inkml:trace contextRef="#ctx0" brushRef="#br0" timeOffset="-2.14748E6">8080 11549 4121,'0'0'2575,"0"0"1911,0 0-1897,0 0-1043,0 0-517,0 0-139,-14 9 297,14 8-759,-1-14-343,0-1 0,0 1 0,0-1 0,1 1 0,-1 0 0,1-1 0,0 1 0,-1 0 0,1 0 0,0-1 0,1 1 0,-1 0 0,1-1 0,-1 1 0,1 0 0,0-1 0,0 1 0,0-1 0,0 1 0,0-1 0,0 1 0,1-1 0,-1 0 0,1 0 0,0 1 0,0-1 0,0 0 0,0-1 0,0 1 0,0 0 0,0-1 0,0 1-1,1-1 1,-1 1 0,1-1 0,-1 0 0,1 0-85,-2-1 386,-6-28 390,6 25-763,-1 1 0,0 0 0,0 0 0,0 0 1,0 0-1,-1 0 0,1-1 0,0 1 0,-1 0 0,0 0 1,1 0-1,-1 0 0,0 0 0,0 0 0,0 0 0,0 1 1,0-1-1,-1 0 0,1 0 0,0 1 0,-1-1 0,0 1 1,1-1-1,-1 1 0,0 0 0,1 0 0,-1 0 1,0 0-1,0 0 0,0 0 0,0 0 0,0 0 0,0 1 1,0-1-1,0 1 0,-1 0 0,1-1 0,0 1 0,0 0-13,-1 1 0,1 1 0,0-1-1,0 1 1,0-1 0,0 1-1,0 0 1,1-1 0,-1 1-1,0 0 1,1 0 0,0 0-1,-1 1 1,1-1 0,0 0-1,0 0 1,0 1 0,0-1-1,0 1 1,1-1 0,-1 1-1,1-1 1,0 1 0,-1-1-1,1 1 1,0-1 0,1 1-1,-1-1 1,0 1-1,1-1 1,-1 1 0,1-1-1,0 0 1,0 1 0,0-1-1,0 0 1,0 1 0,0-1-1,1 0 1,-1 0 0,1 0-1,0 0 1,-1 0 0,3 1 0,0 0 18,1 1 1,0-1 0,0 0-1,0-1 1,1 1 0,-1-1-1,1 0 1,-1 0 0,1-1-1,0 0 1,-1 0 0,1 0-1,0 0 1,0-1 0,0 0-1,0-1 1,4 0-19,-4-49 496,-6 47-490,1 0 0,-1 0-1,0 1 1,0-1 0,0 0-1,0 0 1,-1 0 0,1 0 0,-1 1-1,0-1 1,0 0 0,0 1-1,0-1 1,0 0 0,0 1-1,-1-1 1,1 1 0,-1 0 0,0-1-1,1 1 1,-1 0 0,0 0-1,-1 0 1,1 1 0,0-1-1,0 0 1,-1 1 0,1-1 0,-1 1-1,1 0 1,-1 0 0,0 0-1,0 0-5,-11 59-197,14-54 187,-1 0 0,1 0 0,0 0 0,0 0 0,1-1 0,-1 1 0,1 0 0,0 0 0,0-1 0,0 1 0,0 0 0,1-1 0,-1 1 0,1-1 0,0 0 0,0 1 0,0-1 0,0 0 0,1 0 0,-1-1-1,1 1 1,0 0 0,0-1 0,0 1 0,0-1 0,0 0 0,1 0 0,-1 0 0,0-1 0,1 1 0,0-1 0,-1 0 0,1 0 0,0 0 0,-1 0 0,1-1 0,0 0 0,0 1 0,0-1 0,0-1 0,1 1 10,-3 0-2,0 0 1,0 0-1,0 0 0,0 0 1,0 0-1,0-1 0,0 1 1,0-1-1,-1 1 1,1-1-1,0 0 0,0 0 1,0 0-1,-1 0 0,1 0 1,0 0-1,-1 0 0,1 0 1,-1-1-1,1 1 0,-1-1 1,0 1-1,1-1 0,-1 0 1,0 1-1,0-1 0,0 0 1,-1 0-1,1 1 0,0-1 1,-1 0-1,1 0 0,-1 0 1,1 0-1,-1 0 0,0 0 1,0 0-1,0 0 0,0 0 1,0 0-1,0 0 0,-1 0 1,1 0-1,-1 0 0,1 0 1,-1 0-1,0 0 0,0 1 1,0-1 1,1-4 30,0 3-46,-1 1-1,1-1 0,-1 0 0,1 0 0,-1 0 1,0 0-1,0 1 0,-1-1 0,1 1 0,0-1 0,-1 1 1,0-1-1,1 1 0,-1 0 0,0-1 0,0 1 1,0 0-1,-1 0 0,1 1 0,0-1 0,-1 0 0,1 1 1,-1 0-1,1-1 0,-1 1 0,0 0 0,0 0 1,1 1-1,-1-1 0,0 0 0,-1 1 17,-14 52-6607,17-27-1381</inkml:trace>
  <inkml:trace contextRef="#ctx0" brushRef="#br0" timeOffset="-2.14748E6">8963 11264 5145,'0'0'962,"0"0"65,0 0 1834,0 0-1166,0 0-392,0 0-17,-1-5-92,0 3-1138,0 0 0,1 0 0,-1 1 0,0-1 0,0 1 0,0-1 0,0 0 0,-1 1 0,1 0 0,0-1 0,-1 1 1,1 0-1,-1 0 0,1-1 0,-1 1 0,1 0 0,-1 1 0,0-1 0,0 0 0,1 0 0,-1 1 0,0-1 0,0 1 0,0 0 1,0-1-1,0 1 0,0 0 0,1 0 0,-1 0 0,0 0 0,0 1 0,0-1 0,0 0 0,0 1 0,0-1 0,1 1 0,-1 0 0,0 0 1,1-1-1,-1 1 0,0 0 0,1 0 0,-2 2-56,-18 10 160,1 1 0,1 0 0,0 2 1,1 1-1,0 0 0,2 1 0,0 1 0,-12 17-160,20-26 68,1-1-1,-1 1 0,2 0 0,-1 1 0,1 0 0,1 0 0,0 0 0,1 1 0,0-1 0,0 1 0,1 0 1,1 0-1,0 3-67,42-14 242,122-72 124,-158 70-374,0 0 1,0 1 0,1 0-1,-1-1 1,0 2-1,1-1 1,-1 0 0,0 1-1,0 0 1,0 0-1,1 0 1,-1 0 0,0 1-1,0 0 1,-1-1-1,1 2 1,0-1 0,-1 0-1,1 1 1,-1-1-1,0 1 1,0 0 0,0 0-1,0 0 1,0 1-1,0-1 1,-1 1 0,0-1-1,0 1 1,0 0-1,0 0 1,-1 0 0,1 0-1,-1 0 1,0 0-1,0 0 1,0 1 0,-1-1-1,0 0 1,0 0-1,0 1 1,0 1 7,3 1 10,0 0 1,-1 1-1,0-1 0,0 0 1,0 1-1,-1 0 1,0-1-1,-1 1 0,1 0 1,-2-1-1,1 1 0,-1 0 1,0-1-1,-1 1 0,1-1 1,-2 1-1,1-1 0,-1 0 1,0 0-1,0 0 1,-1 0-1,0 0 0,0-1 1,-1 0-1,0 0 0,0 0 1,0 0-1,-1-1 0,1 0 1,-5 3-11,-8-1 38,-1 0 1,0-2-1,0 0 0,-1-1 1,1-1-1,-1 0 1,0-2-1,0 0 0,0-2 1,-13-1-39,-7-26-309,57-3-3244,61 1-4781,-41 21 6622</inkml:trace>
  <inkml:trace contextRef="#ctx0" brushRef="#br0" timeOffset="-2.14748E6">9226 11700 6385,'0'0'6560,"0"0"-4040,0 0-1623,0 0-79,0 0 358,0-18-24,-7-155-262,7 170-897,-1 1 0,1-1 0,0 0 0,-1 1 1,0-1-1,1 0 0,-1 1 0,0-1 0,0 1 1,0-1-1,-1 1 0,1 0 0,-1-1 0,1 1 0,-1 0 1,0 0-1,0 0 0,0 0 0,0 1 0,0-1 1,0 0-1,0 1 0,-1-1 0,1 1 0,0 0 0,-1 0 1,1 0-1,-1 0 0,0 0 0,1 1 0,-1-1 1,0 1-1,1-1 0,-1 1 0,0 0 0,0 0 7,1 4 2,-1-1-1,1 1 1,-1 0-1,1 0 0,0 0 1,1 0-1,-1 0 1,1 1-1,0-1 0,0 0 1,0 1-1,0-1 1,1 1-1,0-1 0,0 1 1,0-1-1,0 1 1,1-1-1,-1 1-1,1 2 3,-2-2 0,0 1-1,1-1 1,0 1 0,0-1 0,1 1 0,-1-1 0,1 1 0,0-1 0,1 1 0,0-1-1,-1 0 1,1 0 0,1 0 0,-1 0 0,1 0 0,0 0 0,0 0 0,1-1 0,-1 0-1,1 0 1,0 0 0,0 0 0,0 0 0,1-1 0,-1 0 0,1 0 0,0 0 0,-1 0-1,1-1 1,1 0-3,128 14-350,-132-18 308,1 0 1,-1 0 0,0 0 0,0-1-1,0 1 1,0 0 0,0-1 0,0 0-1,-1 1 1,1-1 0,-1 0 0,0 0 0,0 0-1,0 0 1,0 0 0,0 0 0,-1 0-1,1 0 1,-1 0 0,0 0 0,0 0-1,0 0 1,0 0 0,-1 0 0,1 0-1,-1-1 1,0 1 0,0-1 41,0-16-30,2 16 26,-1 0 0,1 0-1,0 0 1,0 0-1,0 0 1,1 1 0,-1-1-1,1 0 1,0 1-1,0-1 1,0 1-1,0 0 1,1-1 0,-1 1-1,1 0 1,0 1-1,0-1 1,0 0 0,0 1-1,0 0 1,1 0-1,-1 0 1,1 0 0,-1 0-1,1 1 1,0-1-1,0 1 1,0 0 0,-1 0-1,1 1 1,0-1-1,0 1 1,0 0 0,0 0-1,0 0 1,0 0-1,0 1 1,0 0 0,0-1-1,0 2 1,0-1-1,0 0 1,-1 1 0,1-1-1,-1 1 1,1 0-1,-1 0 1,0 1 0,1-1-1,-1 1 1,0 0-1,-1-1 1,2 3 4,73 117 17,-109-240 1,32 99-41,-1 16 12,0 0 0,0 0 0,0 0 0,0 0 0,1 0 0,0 0 0,-1 0 1,1 0-1,1 0 0,-1 0 0,0 0 0,1 0 0,-1 0 0,1 0 0,0 0 0,0 0 0,0 0 0,0 1 1,0-1-1,1 0 0,-1 1 0,1-1 0,0 1 0,0-1 0,0 1 0,0 0 0,0 0 0,0 0 0,1 0 1,-1 0-1,1 1 0,-1-1 0,1 1 0,0-1 0,-1 1 0,1 0 0,0 0 0,1 0 11,6 3 33,-1 0-1,0 0 1,0 1 0,0 1-1,0 0 1,0 0 0,-1 0-1,0 1 1,0 1 0,0-1-1,0 1 1,-1 0-1,0 1 1,0 0 0,-1 0-1,0 1 1,0-1 0,-1 1-1,0 0 1,3 8-33,42 44 701,-14-45-1793,-16-33-4027,-10 3-439</inkml:trace>
  <inkml:trace contextRef="#ctx0" brushRef="#br0" timeOffset="-2.14748E6">9887 11329 5113,'0'0'1999,"0"0"2443,0 0-1966,0 0-1180,0 0-283,0 0 145,13 11 48,132 137 1809,-129-131-2826,1-1 0,1-1 0,0 0-1,1-1 1,1-1 0,0-1 0,0-1 0,14 5-189,-23-12-299,0 1-1,0-2 1,0 0 0,0 0 0,1-1 0,0 0-1,-1-1 1,1-1 0,0 0 0,-1 0 0,8-2 299,-16 0-594,0 0 0,0 0 0,0 0 0,0 0 0,0-1 0,0 1 0,-1-1 1,1 0-1,-1 0 0,0 0 0,0 0 0,0 0 0,0 0 0,0-1 0,-1 1 1,1 0-1,-1-1 0,0 0 0,0 1 0,0-1 0,-1 0 0,1 1 0,-1-1 1,0 0-1,0-3 594,0 5-54,3-21-3791</inkml:trace>
  <inkml:trace contextRef="#ctx0" brushRef="#br0" timeOffset="-2.14748E6">10259 11212 6209,'0'0'712,"0"0"1625,0 0-217,0 0-629,0 0-266,0 0 68,-12 23 32,-80 180 2201,-19 23-1122,110-225-2413,4 0-6062,-3-1 5979,11-13-5328</inkml:trace>
  <inkml:trace contextRef="#ctx0" brushRef="#br0" timeOffset="-2.14748E6">10899 11356 4993,'0'0'1371,"0"0"-856,0 0-358,0 2 633,4 7 13306,378-17-13094,-323 1-1005,-59 7 8,0 0 53,0 0-12,-61-19-811,19 17 638,0 2-1,-1 2 1,1 1 0,0 2 0,-34 10 127,-67 19-262,143-34 265,0 0-16,0 0-38,0 0-28,32 0-53,519-61 328,-520 59-227,-34 2-57,-8 0 65,-209 42-96,84-25-2047,47-19-2360,67-4 569,3-5-1327</inkml:trace>
  <inkml:trace contextRef="#ctx0" brushRef="#br0" timeOffset="-2.14748E6">12112 10808 4729,'0'0'1011,"0"0"-584,0 0-367,0 0-236,0 0-275,4-12 28,33-77 1291,-26 58 12051,-37 15-9460,-44 9-3352,60 11-40,1 0-1,-1 1 1,1 0 0,0 1-1,1-1 1,0 2 0,0-1-1,0 1 1,1 1-1,-1-1 1,2 1 0,-1 0-1,1 1 1,1 0 0,-1 0-1,2 0 1,-1 0 0,1 1-1,0-1 1,1 1-1,0 0 1,1 0 0,0 1-1,1-1 1,0 0 0,0 1-1,1 2-66,-3 19 151,1 0 0,2 1 1,1-1-1,1 1 0,2-1 0,1 0 0,2 0 0,1-1 0,10 26-151,149 427 1792,-155-447-1716,-1-1 1,-2 1 0,-1 0 0,-3 1-1,-1 0 1,-1 0 0,-2 0 0,-2 0-1,-2 9-76,-2-32 15,0 1 0,0-1 0,-2 0 0,0-1 0,0 0 0,-1 0 0,-1 0 0,-1-1 0,0 0 0,0-1 0,-1 0 0,-1-1 0,0 0 0,0-1 0,-1 0 0,0-1 0,-1-1 0,0 0 0,-1-1 0,-11 5-15,-219 100 119,246-148-3873,33-11-4030,-18 26-546</inkml:trace>
  <inkml:trace contextRef="#ctx0" brushRef="#br0" timeOffset="-2.14748E6">12673 11197 5921,'0'0'1353,"0"0"1950,0 0-1459,0 0-623,0 0-128,-9 0 6121,-38 6-7124,25 4-90,2 0 0,0 2 0,0 0 0,1 1 0,0 2-1,1-1 1,1 2 0,-10 12 0,27-29-3,1 1-1,0 0 1,0-1-1,0 1 1,0 0-1,0-1 1,0 1-1,-1 0 1,1 0-1,0 0 1,0 0-1,0 0 1,0 0-1,0 0 1,0 0-1,0 0 1,0 0-1,0 1 1,-1-1-1,1 0 1,0 1-1,0-1 1,0 1-1,0-1 1,-1 1-1,1-1 1,0 1-1,0-1 1,-1 1-1,1 0 1,-1-1-1,1 1 1,0 0 0,-1-1-1,1 1 1,-1 0-1,1 0 1,-1 0-1,0 0 1,1-1-1,-1 1 1,0 0-1,0 0 1,0 0-1,0 0 1,1 0-1,-1 0 1,0 0-1,0 0 1,-1 0-1,1-1 1,0 1-1,0 0 1,0 0-1,-1 0 1,1 0-1,0 0 1,-1 0-1,1-1 1,-1 2 3,16-3-18,163 2-4259,-174 0 4266,1 1 0,-1 0 0,1 0-1,-1 0 1,0 0 0,0 0-1,0 1 1,0 0 0,0 0 0,0 0-1,-1 0 1,0 1 0,1-1 0,-1 1-1,-1 0 1,1 0 0,0 0-1,-1 0 1,0 1 0,0-1 0,0 0-1,-1 1 1,1-1 0,-1 1-1,0 0 1,-1 0 0,1-1 0,-1 1-1,0 0 1,0 0 0,0-1 0,0 1-1,-1 0 1,0 0 0,0-1-1,-1 1 1,1-1 0,-1 1 0,0-1-1,0 1 1,0-1 0,-1 0 0,1 0-1,-1 0 1,0-1 0,-1 2 11,-4 3 101,0 0 0,0 0-1,-1-1 1,0 0 0,0-1 0,-1 0 0,0-1 0,0 0 0,0 0 0,-1-1 0,1 0 0,-1-1 0,0 0 0,0-1 0,0 0 0,0-1 0,0 0 0,-1-1 0,1 0 0,-2-1-101,-3-13-1077,30-42-10442,0 45 9145</inkml:trace>
  <inkml:trace contextRef="#ctx0" brushRef="#br0" timeOffset="-2.14748E6">12934 11545 7090,'0'0'1449,"0"0"2376,0 0-1434,0 0-1060,0 0-483,0 0-13,12-8-217,36-27-285,-45 32-329,-1 0 0,0 0 0,0-1 0,0 1 0,0-1 0,-1 1 0,1-1 0,-1 1 0,0-1 0,0 0 0,-1 0 0,1 1 0,-1-1 0,1 0 0,-1 0 0,-1 0 0,1 0 0,0 1 0,-1-1 0,0 0 0,0 0 0,0 1 0,0-1-4,-1 0-2,-1 0-1,0 0 1,1 1 0,-1 0 0,0-1-1,-1 1 1,1 0 0,0 0 0,-1 1-1,0-1 1,0 1 0,0-1 0,0 1-1,0 1 1,0-1 0,0 0 0,0 1-1,-1 0 1,1 0 0,-1 0 0,1 1-1,-1 0 1,-3-1 2,7 3 15,-1 0 0,1 0 0,-1-1-1,1 1 1,0 0 0,0 0 0,0 0 0,0 0 0,0 1 0,0-1 0,1 0-1,-1 0 1,1 0 0,-1 1 0,1-1 0,0 0 0,0 1 0,0-1-1,0 0 1,0 0 0,1 1 0,-1-1 0,1 0 0,-1 0 0,1 0 0,0 1-1,1 1-14,3 6 19,1 0-1,1 0 1,0 0-1,0-1 0,1 0 1,0 0-1,0-1 1,1 0-1,0 0 0,0-1 1,1 0-1,0-1 1,1 0-1,-1 0 0,1-1 1,0-1-1,0 0 1,0 0-1,1-1 1,0-1-1,-1 0 0,1 0 1,0-1-1,0-1 1,5 0-19,-6-78 82,-11 63-141,-2 12 89,1 1-1,0-1 0,1 0 0,-1 1 0,0-1 0,1 0 0,-1 0 1,1 0-1,0 1 0,0-1 0,0 0 0,0 0 0,1 0 1,-1 1-1,1-1 0,-1 0 0,1 0 0,0 1 0,0-1 0,1 1 1,-1-1-1,0 1 0,1-1 0,-1 1 0,1 0 0,0 0 0,0-1 1,0 1-1,0 1 0,0-1 0,0 0 0,1 0 0,-1 1 1,0-1-1,1 1 0,-1 0 0,1 0 0,0 0 0,-1 0 0,1 0 1,0 1-1,0-1 0,-1 1 0,1 0 0,0-1 0,0 1 1,0 1-1,-1-1 0,4 1-29,2 2 30,-1 2 0,1-1 1,-1 1-1,0 0 0,0 0 0,0 1 1,-1 0-1,1 0 0,-2 1 0,1 0 0,-1 0 1,0 0-1,0 1 0,-1-1 0,0 1 1,2 5-31,13 18 71,2-14-51,-20-49 7,-2 10-20,1 18-4,-2-1-6,1 0 0,-1 0-1,1 0 1,0 0 0,1-1-1,-1 1 1,1 0 0,0 0 0,0 0-1,1-1 1,-1 1 0,1 0-1,1 0 1,-1 0 0,1 0 0,-1 0-1,1 0 1,1 1 0,-1-1-1,1 1 1,-1-1 0,1 1 0,1 0-1,-1 0 1,1 0 0,-1 1-1,1-1 1,0 1 0,0 0 0,0 0-1,1 0 1,-1 0 0,1 1-1,0 0 1,0 0 0,-1 0 0,1 0-1,0 1 1,3 0 3,-1 4-11,-1 1-1,0 0 1,0 0-1,0 1 1,0 0-1,-1 0 1,1 0 0,-1 1-1,-1-1 1,1 1-1,-1 0 1,0 1 0,0-1-1,-1 1 1,0 0-1,0 1 12,16 22 95,-17-25-141,1-2 0,0 1 1,0 0-1,0 0 0,0-1 0,1 0 0,-1 1 1,1-1-1,0-1 0,0 1 0,0 0 1,0-1-1,0 0 0,1 0 0,-1 0 0,1-1 1,-1 1-1,1-1 0,0 0 0,-1-1 1,5 1 45,48-43-7194,-24-53-404,-23 65 6706</inkml:trace>
  <inkml:trace contextRef="#ctx0" brushRef="#br0" timeOffset="-2.14748E6">13779 11300 5825,'0'0'1658,"0"0"2215,0 0-1059,0 0-1141,0 0-224,0 0 438,1 10-307,-1-3-1478,0-1 0,1 0 1,-1 0-1,1 0 0,1 0 0,-1 0 0,1 0 1,0 0-1,1 0 0,-1 0 0,1-1 0,0 1 1,1-1-1,-1 0 0,1 0 0,0 0 0,0-1 0,1 1 1,-1-1-1,1 0 0,0 0 0,0-1 0,0 1 1,1-1-103,-2 0-8,1 0 0,0-1 0,0 1 0,0-1 0,0 0 0,0 0 0,0-1 0,0 0 0,1 0 0,-1 0 0,0 0 0,1-1 0,-1 0 0,0 0 0,1 0 0,-1-1 0,1 0 0,-1 0 0,0 0 0,0 0 0,0-1 0,1 0 0,-2 0 0,1-1 0,0 1 0,0-1 0,-1 0 1,1 0-1,-1-1 0,0 1 0,0-1 0,0 0 0,-1 0 0,0 0 0,1-1 0,-1 1 0,0-1 0,-1 0 0,2-4 8,-5 4-14,0 0 1,0 0-1,-1 0 0,1 0 1,-1 0-1,-1 0 0,1 0 0,-1 0 1,0 1-1,0-1 0,0 1 1,0 0-1,-1 0 0,0 0 1,1 1-1,-2-1 0,1 1 1,0 0-1,-1 0 0,1 0 1,-1 1-1,0-1 0,0 1 1,0 0-1,0 1 0,0-1 1,0 1-1,0 0 0,-1 0 1,1 1-1,0 0 0,-1 0 1,1 0-1,0 0 0,-1 1 1,1 0-1,0 0 0,0 0 1,-1 1-1,1 0 0,0 0 1,1 0-1,-1 0 0,0 1 1,1 0-1,-1 0 0,1 0 0,0 0 1,0 1-1,0 0 0,0 0 1,1 0-1,0 0 0,0 0 1,0 1-1,0-1 0,0 1 1,1 0-1,0 0 0,0 0 1,1 0-1,-1 0 0,1 2 14,1-5-323,1 0 0,0 0 1,0-1-1,0 1 0,0 0 0,0-1 0,0 1 0,0-1 0,0 1 0,1-1 0,-1 0 0,1 1 0,-1-1 0,1 0 0,-1 0 0,1 0 0,0 0 0,-1 0 1,1 0-1,0-1 0,0 1 0,0-1 0,0 1 0,0-1 0,-1 1 0,1-1 0,0 0 0,0 0 0,0 0 0,0 0 0,0-1 0,0 1 0,0 0 0,0-1 0,0 1 1,-1-1-1,2 0 323,10 0-2211,11 1-748</inkml:trace>
  <inkml:trace contextRef="#ctx0" brushRef="#br0" timeOffset="-2.14748E6">14054 11065 5577,'0'0'1721,"0"0"2070,0 0-1286,0 0-913,0 0-412,0 0 335,-3 18 571,-32 115 432,-108 187 97,132-260-3247,7-59-6738,0-8 3423,-4-19-302,2 0 1987,3-1 943</inkml:trace>
  <inkml:trace contextRef="#ctx0" brushRef="#br0" timeOffset="-2.14748E6">13728 11180 6041,'0'0'2037,"0"0"2398,0 0-2318,0 0-1120,0 0-44,0 0 112,-2 15 150,1-6-970,0-6-191,0-1 1,0 0 0,1 1-1,-1-1 1,1 1-1,-1 0 1,1-1-1,0 1 1,0-1 0,0 1-1,1-1 1,-1 1-1,0 0 1,1-1-1,0 1 1,-1-1 0,1 0-1,0 1 1,0-1-1,1 0 1,-1 1 0,0-1-1,1 0 1,0 0-1,-1 0 1,1 0-1,0 0 1,0-1 0,0 1-1,0-1 1,0 1-1,0-1 1,0 1-1,1-1-54,236 91 3245,-14 83 137,-224-174-3327,1-1-30,-2 0-109,0 0-44,-1-45-4254,-21 15-5123,10 17 1474</inkml:trace>
  <inkml:trace contextRef="#ctx0" brushRef="#br0" timeOffset="-2.14748E6">14577 11013 6313,'0'0'674,"0"0"-421,0 0-138,0 0 270,0 0 972,0 0-317,0 0-464,0 0-223,0 0 18,0 0 0,0 0 18,0 0 91,0 0 347,0 0 256,0 0 44,0 0-3,0 0 67,0 0 157,0 0-285,0 0-320,0 0-312,0 0-72,0 0-143,17-5 471,-6 1-667,-5 0-10,0 0-1,0 0 1,1 1 0,-1 0 0,1 1 0,0-1 0,0 1 0,0 0 0,0 1-1,0 0 1,0 0 0,1 0 0,-1 1 0,0 0 0,0 1 0,1-1 0,-1 1-1,0 1 1,0-1 0,0 1 0,0 1 0,0-1 0,-1 1 0,1 0 0,-1 1-1,0 0 1,4 2-10,-3-1-5,0 1 0,-1 0 0,1 1 0,-1-1 1,0 1-1,-1 1 0,1-1 0,-2 1 0,1 0 0,-1 0 0,0 0 0,-1 0 0,0 1 0,0-1 0,0 1 0,-2 0 0,1 0 0,-1 0 0,0 0 0,-1 0 0,0 0 0,0 0 1,-1 0-1,0 0 0,-1 0 0,0 0 0,0 0 0,-1 0 0,0-1 0,0 0 0,-4 6 5,-86 76 53,84-156-105,9 64 47,0 0 0,1 0-1,-1 0 1,1 0-1,-1 0 1,1 0 0,0 0-1,-1 0 1,1 0 0,0 0-1,0 0 1,0 1 0,1-1-1,-1 0 1,0 1 0,1-1-1,-1 1 1,1 0-1,-1-1 1,1 1 0,0 0-1,-1 0 1,1 0 0,0 0-1,0 0 1,0 0 0,0 1-1,0-1 1,0 1-1,0-1 1,0 1 0,0 0-1,0-1 1,0 1 0,0 0-1,0 1 1,0-1 0,0 0-1,0 0 1,0 1 0,0 0-1,0-1 6,84 30-227,-80-27 159,178 82 139,-97-73-2558,-83-21-4023,-2-14 2882,-1 20 2741,1-20-1386,0 2 618</inkml:trace>
  <inkml:trace contextRef="#ctx0" brushRef="#br0" timeOffset="-2.14748E6">15355 11029 7450,'0'0'1014,"0"0"1834,0 0-562,0 0-806,0 0-608,0 0-45,-5 11 343,-27 124 2105,32-131-3232,0 0 0,0 0-1,0 0 1,0 1-1,1-1 1,0 0 0,0 0-1,0 0 1,0 0 0,1 0-1,-1 0 1,1-1-1,0 1 1,0 0 0,0-1-1,1 1 1,-1-1 0,1 0-1,0 0 1,0 0-1,0 0 1,0-1 0,1 1-1,-1-1 1,0 1 0,1-1-1,0-1 1,0 1-1,-1 0 1,1-1 0,0 0-1,0 0 1,1 0 0,-1 0-1,2 0-42,-1 0 11,0 0-1,0-1 0,0 1 1,-1-1-1,1 0 1,0 0-1,0-1 0,0 1 1,0-1-1,0 0 1,-1-1-1,1 1 0,0-1 1,-1 0-1,1 0 1,-1 0-1,0 0 1,0-1-1,1 0 0,-2 0 1,1 0-1,0 0 1,-1-1-1,1 1 0,-1-1 1,0 0-1,0 0 1,-1 0-1,1 0 0,-1-1 1,0 1-1,0-1 1,0 1-1,-1-1 0,0 0 1,0 0-1,0 1 1,0-1-1,-1 0 1,1 0-1,-2-3-10,2 6 0,0-1-6,0-1 1,0 1-1,0-1 1,0 1-1,-1-1 1,0 0-1,1 1 1,-1-1-1,0 0 1,-1 1-1,1-1 1,-1 1-1,1-1 1,-1 1-1,0-1 1,0 1-1,-1-1 1,1 1-1,-1 0 1,0 0-1,1-1 1,-1 1-1,-1 0 1,1 1-1,0-1 1,-1 0-1,1 1 1,-1-1-1,0 1 1,0 0-1,0 0 1,0 0-1,0 0 1,-1 1-1,1-1 1,0 1-1,-1 0 1,1 0-1,-1 0 1,1 0 5,-4 1-31,1 0 0,0 0-1,0 0 1,0 0 0,-1 1 0,1 0 0,0 1 0,0-1-1,0 1 1,0 0 0,1 1 0,-1-1 0,1 1-1,-1 0 1,1 1 0,0-1 0,0 1 0,0 0 0,1 0-1,-1 1 1,1-1 0,0 1 0,0 0 0,-2 4 31,0 60-2836,10-66 2422,-1-1-1,1 0 0,0 0 0,0 0 0,0 0 0,0-1 0,0 1 0,0-1 1,0 0-1,1-1 0,-1 1 0,0-1 0,0 0 0,1 0 0,-1 0 0,0 0 1,1-1-1,-1 1 0,0-1 0,0 0 0,0-1 0,1 1 415,51-38-6220,-38 18 5359</inkml:trace>
  <inkml:trace contextRef="#ctx0" brushRef="#br0" timeOffset="-2.14748E6">15448 10602 6329,'0'0'4099,"0"0"-19,0 0-1702,0 0-704,0 0-323,0 0-232,-2 15 206,22 126 1121,187 286-155,-192-378-4780,-23-51-3401,-18-35-4819,16 14 8770</inkml:trace>
  <inkml:trace contextRef="#ctx0" brushRef="#br0" timeOffset="-2.14748E6">15751 10971 6345,'0'0'6275,"0"0"-3786,0 0-1519,0 0-169,0 0 491,0 0 195,16-5-679,53-9-324,-66 15-447,0-1-1,0 1 0,0-1 1,0 1-1,0 0 1,-1 0-1,1 0 1,0 0-1,-1 1 1,1-1-1,-1 1 0,1-1 1,-1 1-1,0 0 1,0 0-1,0 0 1,0 0-1,0 1 1,0-1-1,-1 0 0,1 1 1,-1-1-1,1 1 1,-1 0-37,6 8 217,44 68 1105,-45-65-1189,1 1 0,0-2 0,1 1 0,0-1 1,1-1-1,1 1 0,0-1 0,1-1 0,0 0 1,0-1-1,1 0 0,0 0 0,1-2 0,0 1 0,1-2 1,0 1-1,0-2 0,0 0 0,1-1 0,0 0 1,9 1-134,105-15 282,-67-53-6772,-37-7-3957,-20 38 7853</inkml:trace>
  <inkml:trace contextRef="#ctx0" brushRef="#br0" timeOffset="-2.14748E6">16186 10818 7602,'0'0'1129,"0"0"3252,0 0-2242,0 0-1133,0 0 249,0 0 314,-10 24-258,-87 187 211,17-37-1115,49-98-4752,26-63-804</inkml:trace>
  <inkml:trace contextRef="#ctx0" brushRef="#br0" timeOffset="-2.14748E6">7196 11913 7402,'0'0'0,"0"0"-4537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57:20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1 6209,'0'0'1715,"0"0"2078,0 0-1318,0 0-850,0 0 202,0 0 517,10 23-521,154 357 2802,-85-217-5493,-78-162-1102,-2-1-2185,-3 0-1589</inkml:trace>
  <inkml:trace contextRef="#ctx0" brushRef="#br0" timeOffset="357.503">0 365 3817,'0'0'8106,"0"0"-4372,0 0-1874,0 0-138,0 0 85,28-3-334,168-23 149,190-52 161,-379 78-1248,19-4-3756,-6-17-7548,-10 6 2029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57:19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60 237 14563,'0'0'2389,"0"0"-965,0 0-160,0 0 118,0 0-227,0 0-506,9 2 167,110 87 819,-117-88-1605,-1-1-46,-13-2-343,6-1 279,-97-27-468,100 30 545,1 0 0,-1 0 0,1 0 0,-1 0 0,0 1 1,1-1-1,-1 1 0,0 0 0,1-1 0,-1 1 0,1 0 0,0 0 0,-1 1 0,1-1 0,0 0 0,0 1 0,0 0 1,0-1-1,0 1 0,0 0 0,0 0 0,0 0 0,1 0 0,-1 0 0,1 1 0,-1-1 0,1 0 0,0 1 0,0-1 1,0 1-1,0-1 0,1 1 0,-1-1 0,1 1 0,-1 0 0,1-1 0,0 1 0,0 2 3,-1 3 9,0-1 0,0 0 0,1 1 0,0-1 0,0 1 0,1-1 0,0 1 0,1-1 0,-1 0 0,1 1 0,0-1 0,1 0 0,0 0 0,0-1 0,1 1 0,-1 0 0,1-1 0,1 0-1,-1 0 1,1 0 0,0-1 0,0 0 0,1 0 0,0 0 0,0 0 0,0-1 0,0 0 0,1 0 0,-1-1 0,1 0 0,0 0 0,0 0 0,0-1 0,1 0 0,-1-1 0,5 1-9,124 2 514,-133-5-520,1 1 0,0-1 1,0 0-1,0 0 0,-1-1 0,1 1 0,0-1 0,-1 0 0,0 0 0,1 0 0,-1 0 0,0 0 0,0-1 0,0 1 0,0-1 0,0 0 0,-1 0 0,0 0 0,1 0 0,-1-1 0,0 1 0,0 0 1,-1-1-1,1 0 0,-1 1 0,0-1 0,0 0 0,0 0 0,0 1 0,0-1 0,-1 0 0,0-2 6,-11-91-1088,11 147 1428,3-40-300,1-1 0,0 0 0,1 0 1,0 0-1,0-1 0,1 1 0,0-1 0,1 0 0,-1-1 1,1 0-1,1 0 0,-1 0 0,1-1 0,1 0 1,-1-1-1,1 0 0,0 0 0,0-1 0,0 0 0,1 0 1,-1-1-1,1 0 0,0-1 0,0 0 0,0-1 1,0 0-1,0 0 0,0-1 0,0-1 0,0 1 0,3-2-40,-10 0 1,1-1-1,-1 0 0,0 0 1,0 0-1,0 0 1,0 0-1,0 0 0,-1-1 1,1 0-1,-1 1 0,0-1 1,0 0-1,0 0 0,-1 0 1,1 0-1,-1 0 0,0 0 1,0-1-1,-1 1 0,1 0 1,-1-1-1,0 1 0,0 0 1,0-1-1,-1 1 0,0 0 1,0 0-1,0-1 0,0 1 1,-1-1-1,1-18-197,0 17 154,0 0-1,-1-1 1,0 1 0,0 0 0,-1 0 0,0 0 0,0 0 0,0 1-1,-1-1 1,1 1 0,-1 0 0,-1 0 0,1 0 0,-1 1 0,0-1-1,0 1 1,0 0 0,0 1 0,-1-1 0,1 1 0,-1 0 0,0 0 0,0 1-1,0 0 1,0 0 0,-1 0 0,1 1 0,0 0 0,-1 0 0,1 0-1,-1 1 1,1 0 0,-1 1 0,1-1 0,-1 1 0,1 0 0,0 1-1,-1-1 1,1 1 0,0 1 0,0-1 0,0 1 0,0 0 0,1 0-1,-1 1 1,-2 2 43,-48 49-1599,49-11-3629,52-35-3356,-9-9 5638</inkml:trace>
  <inkml:trace contextRef="#ctx0" brushRef="#br0" timeOffset="453.476">1157 126 856,'0'0'11875,"0"0"-7517,0 0-2858,0 0-387,-25 5-61,-82 20-392,92-20-583,1 0 0,-1 1 0,1 1 0,0 0 0,1 0 0,0 2 0,0 0 0,1 0 0,0 1 0,0 1 0,-3 5-77,13-16 8,1 0 0,0 0-1,-1 1 1,1-1 0,0 1 0,0-1 0,-1 1 0,1-1 0,0 1 0,0 0 0,0 0 0,0-1-1,0 1 1,0 0 0,0 0 0,0 0 0,0 0 0,0 0 0,0 0 0,1 1 0,-1-1 0,0 0-1,1 0 1,-1 1 0,1-1 0,0 0 0,-1 0 0,1 1 0,0-1 0,0 0 0,0 1 0,-1-1-1,2 0 1,-1 1 0,0-1 0,0 0 0,0 1 0,1-1 0,-1 0 0,0 1 0,1-1-1,-1 0 1,1 0 0,0 1 0,-1-1 0,1 0 0,0 0 0,0 0 0,0 0 0,-1 0 0,1 0-1,0 0 1,0 0 0,1 0 0,-1-1 0,0 1 0,0 0 0,0-1 0,0 1 0,1-1 0,-1 1-1,0-1 1,1 0 0,0 1-8,200-7 144,-197 10-122,0-1 0,0 0 0,-1 1 0,1 0 0,-1 0 0,0 1 0,0-1 0,0 1 0,-1 0 0,1 0 0,-1 0 0,0 0 0,-1 0 0,1 1 0,-1 0 0,0-1 0,0 1 0,-1 0 0,0 0 0,0 0 0,0 0 0,-1 0 0,0 0 0,0 0 0,-1 4-22,1 7 124,1-12-75,0 1-1,-1-1 1,1 0 0,-1 0-1,-1 0 1,1 0-1,-1 0 1,0 0-1,0 0 1,0 0-1,0 0 1,-1 0-1,0 0 1,0-1-1,-1 1 1,1-1 0,-1 1-1,0-1 1,0 0-1,0 0 1,-1 0-1,1-1 1,-1 1-1,-2 0-48,-6 4 1,0-1 0,-1-1 0,0-1-1,0 1 1,0-2 0,-1 0 0,0-1 0,0 0-1,0-1 1,0 0 0,0-1 0,0-1 0,0 0-1,0-1 1,-14-3-1,4-17-3456,21-12-5652,3 32 8722,0-20-6832</inkml:trace>
  <inkml:trace contextRef="#ctx0" brushRef="#br0" timeOffset="815.596">1774 0 5193,'0'0'8221,"0"0"-4757,0 0-1978,-10 20 364,-182 309 3648,75-153-5518,106-171-2393,3-7-2912,1-7-2211</inkml:trace>
  <inkml:trace contextRef="#ctx0" brushRef="#br0" timeOffset="1096.632">1422 132 6185,'0'0'8994,"0"0"-5094,0 0-1573,0 0-339,13 19-557,179 246 1589,9-104-2524,-191-154-3168,-15-5-6692,-8-4 325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57:16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3 794 6897,'0'0'2592,"0"0"-596,0 0-424,0 0-53,-2 5-122,2-4-1306,-1 0 0,1 1 0,0-1 1,0 0-1,0 0 0,0 1 0,0-1 1,1 0-1,-1 1 0,0-1 0,1 0 0,-1 0 1,0 1-1,1-1 0,0 0 0,-1 0 1,1 0-1,0 0 0,-1 0 0,1 0 0,0 0 1,0 0-1,0 0 0,0 0 0,0 0 1,0-1-1,0 1 0,0 0 0,0-1 0,0 1 1,1 0-1,-1-1 0,0 0 0,0 1 1,1-1-1,-1 0 0,0 1 0,0-1 0,1 0 1,-1 0-1,0 0 0,1 0 0,-1-1 1,0 1-1,0 0 0,1 0 0,-1-1 0,0 1 1,0-1-1,0 1 0,1-1 0,-1 1-91,9 1 186,384-15 3860,-373 11-4555,4-16-13881,-14 9 9230</inkml:trace>
  <inkml:trace contextRef="#ctx0" brushRef="#br0" timeOffset="388.679">1097 482 9882,'0'0'2770,"0"0"-289,0 0-1241,0 0-487,0 0 305,0 0 477,-1 5-371,-70 157 1464,37-103-2169,-96 164-463,128-221-303,1-1 0,0 1-1,0-1 1,-1 0 0,1 1-1,-1-1 1,1 0 0,-1 0-1,1 0 1,-1 0 0,0-1-1,1 1 1,-1 0-1,0-1 1,0 1 0,0-1-1,0 1 1,1-1 0,-1 0-1,0 0 1,0 0 0,0 0-1,0 0 1,0 0 0,1-1-1,-1 1 1,0-1 0,0 1-1,0-1 1,1 1-1,-1-1 1,0 0 0,1 0-1,-1 0 1,0 0 0,1 0-1,0 0 1,-1-1 0,1 1-1,0 0 1,-1-1 0,1 1-1,0-1 1,0 1 0,0-1-1,0 0 1,0 1-1,1-1 1,-1 0 0,0 0-1,1 1 1,0-1 0,-1-1 307,-17-35-3043,8 8-1591</inkml:trace>
  <inkml:trace contextRef="#ctx0" brushRef="#br0" timeOffset="701.08">703 457 8186,'0'0'855,"0"0"1937,0 0-649,0 0-322,19 18 266,284 263 4884,-78-147-6190,-220-131-467,2-3-8017,-19-21 3058,2-11-606,2-1 3189</inkml:trace>
  <inkml:trace contextRef="#ctx0" brushRef="#br0" timeOffset="1249.344">1078 28 6833,'0'0'4052,"0"0"-514,0 0-2112,0 0-599,0 0 9,21-4 76,150-19 626,-168 23-1487,-1 1 0,1-1 1,0 1-1,-1 0 1,1 0-1,-1 0 0,1 1 1,-1-1-1,0 1 1,1-1-1,-1 1 1,0 0-1,0 0 0,0 0 1,0 0-1,0 0 1,-1 0-1,1 0 0,-1 1 1,1-1-1,-1 0 1,0 1-1,0-1 1,0 1-1,0 0 0,0-1 1,-1 1-1,1 0 1,-1 0-1,0-1 0,0 1 1,0 0-1,0 0 1,0-1-1,0 1 0,-1 0 1,0 0-52,-21 111 1512,10-90-1352,-10 65 220,26-85-346,0-1 1,-1 0-1,2 0 1,-1 0-1,0 0 1,0-1 0,1 0-1,-1 0 1,1 0-1,0 0 1,0-1-1,0 1 1,-1-1-1,1-1 1,0 1-1,0-1 1,0 1-1,0-2 1,4 1-35,142-2 403,-151 2-2210,0 0-2180,1 0-1772,1 0-1166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57:24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5417,'0'0'2334,"0"0"1176,0 0-1480,0 0-889,0 0-235,0 0-115,0 0 34,20-10 1157,-15 8-1937,-1 1 0,1 0-1,-1 0 1,1 0 0,0 0 0,-1 1-1,1 0 1,0 0 0,-1 0 0,1 0-1,0 1 1,-1 0 0,1 0 0,0 0-1,-1 0 1,1 1 0,-1 0 0,0 0-1,0 0 1,0 0 0,0 1 0,0-1-1,0 1 1,0 0 0,-1 1 0,1-1-1,-1 0 1,0 1 0,0 0 0,-1 0-1,1 0 1,-1 0 0,0 0 0,2 3-45,1 7-25,0 0 0,-1 0 1,-1 0-1,0 0 0,0 1 1,-2 0-1,0-1 0,-1 1 1,0 0-1,-2 11 25,1-19-81,0 0 0,-1 1-1,1-1 1,-2 0 0,1 0 0,-1 0 0,0 0-1,0 0 1,-1-1 0,0 1 0,0-1 0,-1 0-1,1 0 1,-1 0 0,-1-1 0,1 0 0,-1 0-1,0 0 1,0-1 0,0 0 0,0 0 0,-1 0-1,0-1 1,0 0 0,0-1 0,-3 2 81,-7-64-25,58 65 115,35 22 68,124 21-69,-183-47-120,48-1-1354,-25-11-2559,-18 1-194</inkml:trace>
  <inkml:trace contextRef="#ctx0" brushRef="#br0" timeOffset="360.656">524 30 8722,'0'0'1472,"0"0"2229,0 0-1801,0 0-666,0 0 284,11 22-15,108 165 790,-102-168-2188,1-1-1,0-1 0,1 0 0,0-1 0,2-2 0,-1 0 0,2-1 1,9 3-105,63 6-2682,-93-33-2754,-1-9 516,0-1-530</inkml:trace>
  <inkml:trace contextRef="#ctx0" brushRef="#br0" timeOffset="703.705">852 1 6977,'0'0'3592,"0"0"-1696,0 0-865,0 0-71,0 0-3,0 0-84,-13 22-230,-109 167 904,4-11 1822,90-154-3755,14-27-5434,14-1-145</inkml:trace>
  <inkml:trace contextRef="#ctx0" brushRef="#br0" timeOffset="2094.989">1395 66 6361,'0'0'3827,"0"0"-2195,0 0-643,0 0 334,0 0-153,0 0-298,-15-2-308,-49 0-140,-5 50 484,59-36-683,-68 78 1598,133-90-2061,-48-1 212,1-1-1,0 1 0,0 1 0,0-1 1,0 1-1,0 1 0,0-1 0,0 1 1,-1 1-1,1-1 0,0 1 0,-1 1 1,1 0-1,-1 0 0,0 0 0,0 1 1,0 0-1,0 0 0,-1 0 0,1 1 1,-1 0-1,0 1 0,-1-1 0,1 1 1,-1 0-1,0 1 0,-1-1 0,0 1 1,0 0-1,0 0 0,-1 0 0,0 0 1,0 1-1,0-1 0,-1 1 0,0 5 27,-1-10 0,-1 0-1,1 0 0,-1 1 0,0-1 0,0 0 1,0 0-1,-1 0 0,1 0 0,-1 1 0,0-1 1,0 0-1,0 0 0,0 0 0,0-1 0,-1 1 1,1 0-1,-1 0 0,0-1 0,0 1 0,0-1 1,0 1-1,0-1 0,0 0 0,-1 0 0,1 0 1,-1 0-1,1 0 0,-1 0 0,0-1 0,0 0 1,0 1-1,0-1 0,0 0 0,0 0 0,0-1 1,0 1-1,0-1 0,0 1 0,0-1 0,-2 0 1,-207 8-1453,302-6-2885,124-7 2147,-196 3 2763,0-1 1,0-1 0,-1-1 0,1 0-1,-1-1 1,0-1 0,-1-1 0,0 0-1,0-1 1,10-8-573,-20 13 81,-1 0 0,0 0 0,-1 0 1,1-1-1,-1 0 0,0 1 0,0-2 0,0 1 0,-1 0 0,1-1 0,-1 0 0,-1 1 0,1-1 0,-1 0 0,0-1 1,-1 1-1,1 0 0,-1 0 0,0-1 0,-1 1 0,1-1 0,-1 1 0,-1 0 0,1-1 0,-2-5-81,1 11 26,1-1 1,-1 1-1,0 0 0,1-1 0,-1 1 0,0 0 0,0-1 0,0 1 0,0 0 0,0 0 1,0 0-1,0 0 0,0 0 0,0 0 0,-1 0 0,1 1 0,0-1 0,-1 0 0,1 1 1,0-1-1,-1 1 0,1-1 0,-1 1 0,1 0 0,-1-1 0,1 1 0,-1 0 0,1 0 1,-1 0-1,1 0 0,-1 1 0,1-1 0,-1 0 0,1 0 0,-1 1 0,1-1 0,-1 1 1,1 0-1,0-1 0,-1 1 0,1 0 0,0 0 0,0 0 0,0-1 0,-1 1 0,1 1 1,0-1-1,0 0 0,0 0 0,0 0 0,1 0 0,-1 1 0,0-1 0,1 0 0,-1 1 1,0-1-1,1 1-26,-2 3-8,1-1 1,0 1 0,0 0 0,1 0 0,-1 0-1,1 0 1,0 1 0,0-1 0,1 0 0,-1 0-1,1 0 1,0-1 0,1 1 0,-1 0 0,1 0 0,0 0-1,0-1 1,1 1 0,-1-1 0,1 0 0,0 0-1,0 0 1,0 0 0,1 0 0,-1-1 0,1 1-1,0-1 1,0 0 0,0 0 0,0 0 0,1-1-1,-1 0 1,1 0 0,-1 0 0,1 0 0,0 0-1,0-1 1,0 0 0,0 0 0,0-1 0,0 1-1,0-1 1,0 0 7,2 0-278,-1 0 0,1-1 0,0 0 0,-1 0 0,1 0 0,-1-1 0,0 0 0,1 0 0,-1-1 0,0 0 0,0 0 0,-1 0 0,1-1 0,-1 1 0,1-1 0,-1-1 0,0 1 0,-1-1 0,1 0 0,-1 0 0,2-3 278,88-104-1982,-91 112 2043,1 0 0,0 0 0,-1 0 0,1 1 0,0-1 0,-1 1 0,1 0 0,-1 0 0,1 1 0,-1-1 0,1 1 0,-1-1 1,0 1-1,0 0 0,0 1 0,0-1 0,0 0 0,0 1 0,-1-1 0,1 1 0,-1 0 0,0 0 0,0 0 0,0 0 0,0 0 0,0 1 0,-1-1 0,1 0 0,-1 1 0,0-1 0,0 1 0,-1 0 1,1-1-1,0 3-61,12 19 226,29 37 843,-40-109-1242,-3 41 171,0 0 1,0 1-1,1-1 1,-1 0 0,1 0-1,0 0 1,1 1-1,0-1 1,0 0-1,0 1 1,0-1-1,1 0 1,0 1-1,0 0 1,0-1-1,1 1 1,0 0-1,0 0 1,0 0-1,1 1 1,-1-1-1,1 1 1,0 0 0,0 0-1,1 0 1,-1 1-1,1-1 1,0 1-1,0 0 1,0 0-1,0 1 1,1 0-1,-1 0 1,0 0-1,1 0 1,0 1-1,-1 0 1,3 0 1,-2 3 84,0 0 1,1 1-1,-1 0 1,0 0-1,-1 0 1,1 1-1,-1 0 1,1 0-1,-1 0 1,0 1-1,-1 0 1,1 0-1,-1 0 1,0 0-1,0 1 1,-1-1-1,1 1 1,-1 0-1,-1 0 1,1 0-1,0 3-84,30 44 745,-29-48-550,1 1 0,0-1-1,0 0 1,1 0 0,-1-1 0,1 0 0,0 0-1,0 0 1,0-1 0,1 0 0,-1 0 0,1 0-1,0-1 1,-1 0 0,3 0-195,29-24-4501,-28 6 630</inkml:trace>
  <inkml:trace contextRef="#ctx0" brushRef="#br0" timeOffset="2456.025">2568 118 8770,'0'0'4752,"0"0"-2445,0 0-722,0 0 64,0 0-216,0 0-524,10 8-459,89 95 508,-91-90-846,0 0 1,0 0-1,1-1 0,1 0 1,0-1-1,1 0 1,0-1-1,0 0 1,1-1-1,1 0 0,-1-1 1,1 0-1,1-1 1,-1 0-1,1-1 0,0-1 1,1 0-1,-1-1 1,1-1-1,0 0 0,10 0-112,-1-2-425,102-18-834,-94-7-4662,-9-17-6039,-16 22 9153</inkml:trace>
  <inkml:trace contextRef="#ctx0" brushRef="#br0" timeOffset="2776.896">3003 93 6729,'0'0'1598,"0"0"2592,0 0-2080,0 0-1200,0 0-33,0 0 251,-15 16-109,-255 281 3894,266-291-5038,-36 50 737,27-16-3805,13-40-1500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57:28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 7034,'0'0'396,"0"0"-230,0 0 382,0 0 1809,0 0-487,0 0-355,-4 6-115,-10 18-158,15-23-1110,-1 0 1,0 1 0,1-1-1,0 0 1,-1 0 0,1 0-1,0 0 1,-1 0 0,1 0-1,0 0 1,0 0 0,0 0-1,0 0 1,0-1 0,0 1-1,0 0 1,0-1 0,0 1-1,0 0 1,0-1 0,1 0-1,-1 1 1,0-1 0,0 1 0,0-1-1,1 0 1,-1 0 0,0 0-1,1 0 1,-1 0 0,0 0-1,0 0 1,1 0 0,-1-1-1,0 1 1,0 0 0,1-1-133,1 1 292,382-20 3083,-686 78-3491,139-35 41,263-22-521,57-4-278,-63-32-4526,-74 18-644,-9 2-2242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57:30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0 681 6601,'0'0'1354,"0"0"1831,0 0-1201,0 0-810,0 0-21,0 0 92,9-8-159,95-60 534,-100 66-1593,0 0 0,0 0 0,-1 0 0,1 0 0,1 1 0,-1 0 0,0-1 0,0 2 0,0-1 0,1 0 0,-1 1 0,0 0 0,1 0 0,-1 0 0,0 0 0,1 1-1,-1 0 1,0 0 0,0 0 0,0 0 0,1 1 0,-2 0 0,1-1 0,0 1 0,0 1 0,0-1 0,-1 0 0,1 1 0,-1 0 0,3 3-27,7 18 65,-2 1 0,0 0 0,-2 1 0,0 0 1,-2 0-1,-1 1 0,-1 0 0,-1 0 0,-2 0 0,-1 1 0,-1 6-65,1 75-1400,-4-107 1354,0 0 0,0 0 0,0-1 0,0 1 0,-1-1 0,1 1 0,0-1 0,-1 0 0,1-1 0,-1 1 0,1-1 0,-1 1 0,0-1 0,1 0 0,-1 0 0,1-1 0,-1 1 0,1-1 0,-1 0 0,1 1 0,-1-2 0,0 1 46,-40-25 350,44 26-56,9 0 106,259 39 444,-71-51 1055,-194 12-1882,-3 0-110,0 0-488,0-38-16282,0 24 12105</inkml:trace>
  <inkml:trace contextRef="#ctx0" brushRef="#br0" timeOffset="834.395">1139 189 5921,'0'0'1254,"0"0"277,0 0 871,0 0-490,0 0-606,0 0-198,-13-9-255,-42-30-66,49 36-508,-1-1 0,0 1 0,0 1 0,0-1 0,0 1 0,0 1-1,0-1 1,-1 1 0,1 1 0,0-1 0,-1 1 0,1 0 0,-1 1 0,1 0-1,-6 1-277,13-2 11,-10 5 84,1 0 1,1 1-1,-1 0 0,1 0 1,0 1-1,0 0 0,1 1 1,0-1-1,0 2 0,1-1 1,0 0-1,1 1 0,-1 0 1,2 1-1,-1-1 0,1 1 1,1 0-1,0 0 0,0 0 1,1 0-1,0 7-96,-8 22 321,3 0 0,1 0 0,3 0 0,0 1 0,3 0 0,1-1 0,5 28-321,3-27 256,2 0-1,1-1 0,2-1 1,1 0-1,3-1 1,6 9-256,36 83 470,-38-79-335,-2 1 0,-2 1 0,-3 0 0,-2 1 0,-2 1 0,-3 0-1,1 36-134,-9-74 9,2-6 4,-1 0-1,0 0 1,-1 0-1,0 1 0,0-1 1,-1 0-1,-1 0 0,0-1 1,0 1-1,-1 0 0,0 0 1,0-1-1,-1 0 1,-1 0-1,1 0 0,-2 0 1,1-1-1,-1 1 0,0-1 1,-1-1-1,0 1 0,0-1 1,-3 2-13,-12 4 6,0 0 1,0-2-1,-1 0 1,-1-2 0,0 0-1,0-2 1,0-1-1,-1-1 1,0-1-1,0 0 1,0-3 0,-12 0-8,35-4-416,1 0-1,0 0 0,0 0 0,0 0 0,0 0 1,1 0-1,-1 0 0,1 0 0,0 0 0,0-1 1,0 1-1,0 0 0,0 0 0,1 0 0,-1-1 1,1 1-1,0 0 0,0 0 0,0 0 0,1 0 0,-1 0 1,1 1-1,-1-1 0,1 0 418,24-38-8785,4 3 5828</inkml:trace>
  <inkml:trace contextRef="#ctx0" brushRef="#br0" timeOffset="1850.889">1686 614 6129,'0'0'863,"0"0"236,0 0 1002,0 0-113,-24 5-417,-78 16-548,89-18-802,0 1 1,1 1 0,0 0-1,0 0 1,0 1-1,1 1 1,-1 0-1,2 0 1,-1 1 0,1 1-1,0-1 1,1 2-1,0-1 1,-4 7-222,15-13 10,1-1-1,0 1 1,0-1 0,0 1 0,0-1-1,0 0 1,1 0 0,-1-1 0,1 1-1,-1-1 1,1 0 0,0 1 0,-1-2-1,1 1 1,0 0 0,-1-1 0,1 1-1,0-1 1,0 0 0,0-1 0,-1 1-1,1-1 1,0 1 0,0-1 0,-1 0-1,1-1 1,-1 1 0,1 0-10,16 0 3,-14 0-28,1 1 1,-1 0 0,1 0-1,-1 0 1,1 1-1,-1 0 1,1 0 0,-1 1-1,0 0 1,0 0-1,0 0 1,0 1 0,0 0-1,0 0 1,-1 0-1,1 1 1,-1 0 0,0 0-1,0 0 1,0 0-1,-1 1 1,0 0-1,1 0 1,-2 0 0,1 1-1,-1-1 1,0 1-1,0 0 1,0 0 0,-1 0-1,0 0 1,0 0-1,1 4 25,-3-6 37,1 1 0,-1-1 0,0 0 0,0 0-1,0 0 1,0 1 0,-1-1 0,0 0 0,1 0-1,-2 0 1,1 0 0,0 0 0,-1 0 0,0 0-1,0 0 1,0-1 0,0 1 0,-1-1 0,1 1 0,-1-1-1,0 0 1,0 0 0,0 0 0,0-1 0,0 1-1,-1-1 1,1 1 0,-1-1 0,0 0 0,0-1-1,0 1 1,0-1 0,0 1 0,0-1 0,0 0-1,0-1 1,0 1 0,0-1 0,0 0 0,-5 0-37,-144 7 976,153-7-1358,33-21-6274,-10 12 516</inkml:trace>
  <inkml:trace contextRef="#ctx0" brushRef="#br0" timeOffset="2605.308">1949 920 3753,'0'0'2812,"0"0"1069,0 0-1268,0 0-1237,0 0-524,0 0-132,6-20-211,18-64-275,-23 82-156,0-1-1,0 0 0,0 0 1,0 0-1,-1 1 1,0-1-1,0 0 1,1 0-1,-2 0 0,1 0 1,0 0-1,0 0 1,-1 0-1,0 0 1,0 1-1,0-1 0,0 0 1,0 0-1,0 1 1,0-1-1,-1 1 0,0-1 1,1 1-1,-1 0 1,0-1-1,0 1 1,0 0-1,0 0 0,-1 1 1,1-1-1,-1 0 1,1 1-1,-1-1 0,1 1 1,-1 0-1,0 0 1,1 0-1,-1 0 1,-1 0-78,-10 50 614,12-43-582,1 0 0,0 1 0,0-1 1,0 1-1,1-1 0,0 1 0,0-1 0,1 0 0,0 1 0,0-1 0,0 1 0,1-1 0,0 0 0,0 0 0,0 0 0,1 0 0,0 0 0,0-1 0,1 1 0,0-1 0,0 0 0,0 0 0,0 0 0,1-1 0,-1 1 0,1-1 0,0 0 0,1 0 1,-1-1-1,1 0 0,-1 0 0,1 0 0,0-1 0,0 1 0,1-1 0,-1-1 0,0 1 0,0-1 0,5 0-32,-8 0-60,1 0 0,0 0 0,0 0 0,-1-1 0,1 1 0,0-1 0,0 0 0,0 0 0,0 0 0,0-1 0,-1 0 0,1 1 0,0-1 0,0 0 0,-1-1 0,1 1 0,-1-1 0,1 0 0,-1 1 0,0-2 0,1 1 0,-1 0 0,0-1 0,0 1 0,-1-1 1,1 0-1,0 0 0,-1 0 0,0 0 0,0 0 0,0 0 0,0-1 0,0 1 0,-1-1 0,1 1 0,-1-1 0,0 0 0,0-1 60,-1 4-13,5-17-181,0-1 0,1 1 0,1 1 0,0-1 0,1 1 0,2 1 0,-1-1 0,2 2 0,9-13 194,-17 26 7,-1 1 0,1-1 0,0 1 0,0 0 0,-1 0 0,1 0 0,0 0-1,0 0 1,0 1 0,0-1 0,0 1 0,0 0 0,0 0 0,0 0 0,0 0 0,0 0 0,0 1 0,0-1 0,0 1 0,-1 0 0,1 0 0,0 0 0,0 0 0,0 1 0,-1-1 0,1 1 0,-1-1 0,1 1 0,-1 0 0,0 0 0,0 0 0,0 0 0,0 0 0,0 1 0,0-1-1,0 1 1,-1-1 0,1 1 0,-1 0 0,0-1 0,0 1 0,0 0 0,0 0 0,0 0 0,-1 0 0,1 0 0,-1 0 0,0 0 0,0 0-7,37 51 127,-36-53-150,0 1 0,1-1 1,-1 0-1,0 0 0,1 1 0,-1-1 1,1 0-1,0-1 0,-1 1 0,1 0 1,0 0-1,-1-1 0,1 1 0,0-1 1,0 1-1,0-1 0,-1 0 1,1 0-1,0 0 0,0 0 0,0 0 1,0 0-1,-1 0 0,1-1 0,0 1 1,0-1-1,0 1 0,-1-1 0,1 0 1,0 1-1,-1-1 0,1 0 0,-1 0 1,1 0-1,-1 0 0,1-1 0,-1 1 1,0 0-1,0-1 0,1 1 0,-1-1 1,0 1-1,0-1 0,0 1 0,-1-1 1,1 0-1,0 1 0,-1-1 1,1 0-1,-1 0 0,1 1 0,-1-1 1,0 0-1,0 0 0,0 0 0,0 0 1,0-1 22,0 1 4,0-3 28,-1-1-1,1 1 0,0 0 1,0-1-1,0 1 0,1 0 1,0-1-1,0 1 0,0 0 1,1 0-1,-1 0 1,1 0-1,1 0 0,-1 0 1,1 0-1,-1 1 0,1-1 1,1 1-1,-1 0 0,0 0 1,1 0-1,0 0 1,0 1-1,0 0 0,1-1 1,-1 1-1,1 1 0,-1-1 1,1 1-1,0 0 0,0 0 1,4-1-32,-3 6 234,0 1 0,0-1 1,-1 1-1,1 1 0,-1-1 0,0 1 1,0 0-1,-1 0 0,1 0 1,-1 0-1,0 1 0,-1 0 0,1 0 1,-1 0-1,0 0 0,-1 0 1,2 4-236,4 6 269,-5-9-189,0 0-1,1-1 1,0 1-1,1-1 1,-1 0-1,1-1 1,0 1-1,0-1 1,1 0 0,0 0-1,0 0 1,0-1-1,0 0 1,1 0-1,-1-1 1,6 3-79,46-15-3697,0-81-8189,-43 57 9339</inkml:trace>
  <inkml:trace contextRef="#ctx0" brushRef="#br0" timeOffset="2903.662">2908 451 6121,'0'0'6140,"0"0"-3038,0 0-1644,0 0-158,0 0 466,0 0-203,13 19-604,114 142 502,-126-159-1434,25 27 173,0-1 1,2-2-1,0-1 1,2-1-1,1-1 1,1-2-1,0-1 1,2-1-1,5 0-200,60-9-2639,-56-28-2540,-16-21-3517,-22 13 6317,0 3 188</inkml:trace>
  <inkml:trace contextRef="#ctx0" brushRef="#br0" timeOffset="3202.284">3259 451 6601,'0'0'4953,"0"0"-1928,-14 18-1233,-241 332 5970,208-265-7863,51-84-5540,6-1-187</inkml:trace>
  <inkml:trace contextRef="#ctx0" brushRef="#br0" timeOffset="3704.037">3669 501 16436,'0'0'3248,"0"0"-2308,0 0-613,0 0 373,0 0 80,1 21-315,7 70-209,-6-84-248,0 1 1,1-1 0,0 0-1,0 0 1,1 0 0,-1 0-1,2 0 1,-1-1 0,1 0-1,0 0 1,0 0 0,1 0-1,-1-1 1,1 0 0,1 0-1,-1-1 1,1 0 0,-1 0-1,1 0 1,0-1 0,1 0-1,-1 0 1,1-1 0,-1 0-1,1 0 1,-1 0 0,1-1-1,0-1 1,0 1 0,0-1-1,-1-1 1,6 0-9,-10 1-20,1-1 0,0 0 0,-1 1 0,1-1 0,-1-1 0,1 1 0,-1 0 0,0-1-1,0 0 1,0 1 0,0-1 0,0-1 0,0 1 0,0 0 0,0-1 0,-1 1 0,1-1 0,-1 0 0,0 0 0,0 0 0,0 0 0,0 0 0,-1 0 0,1-1 0,-1 1-1,0 0 1,0-1 0,0 1 0,0-1 0,0 1 0,-1-3 20,10-124-355,-10 118 256,1 9 100,-1-1 0,0 1 1,0 0-1,0 0 0,0 0 1,-1-1-1,1 1 0,-1 0 1,0 0-1,0 0 0,0 0 1,0 0-1,-1 0 0,1 0 1,-1 0-1,0 1 0,1-1 1,-1 0-1,-1 1 0,1 0 1,0-1-1,0 1 0,-1 0 1,1 0-1,-1 0 0,0 1 1,0-1-1,0 0 0,0 1 1,0 0-1,0 0 0,0 0 1,0 0-1,0 0 0,0 1 1,0-1-1,-1 1 0,1 0 1,0 0-1,0 0 0,0 1 1,-1-1-1,1 1 0,0-1 1,0 1-2,-12 2-42,1 0 0,-1 1 0,1 1 0,0 0 0,0 1 1,1 1-1,0 0 0,0 0 0,1 2 0,-1-1 0,2 2 0,-1-1 0,2 2 1,-1-1-1,1 1 0,1 1 0,0 0 0,0 0 0,2 1 0,-5 8 42,4 20-3051,55-25-6898,-14-16 5183</inkml:trace>
  <inkml:trace contextRef="#ctx0" brushRef="#br0" timeOffset="4045.646">3720 0 1672,'0'0'10923,"0"0"-6854,0 0-2172,0 0-400,0 0-54,0 0-222,1 21 230,27 141 650,142 137 88,-58-117-2154,-90-129-937,-23-16-2552,-13-30-1620,-3-9-3806,10-5 5597</inkml:trace>
  <inkml:trace contextRef="#ctx0" brushRef="#br0" timeOffset="4451.03">4237 382 8474,'0'0'1776,"0"0"2510,0 0-1921,0 0-927,0 0 47,0 0-305,1-9-559,-1 8-615,0 0 0,-1 0 1,1 0-1,0-1 1,0 1-1,0 0 0,0 0 1,0 0-1,0-1 0,0 1 1,0 0-1,0 0 1,1 0-1,-1 0 0,0 0 1,1-1-1,-1 1 0,1 0 1,-1 0-1,1 0 1,0 0-1,-1 0 0,1 0 1,0 0-1,0 1 0,-1-1 1,1 0-1,0 0 1,0 0-1,0 1 0,0-1 1,0 1-1,0-1 0,1 1 1,-1-1-1,0 1 1,0-1-1,0 1 0,0 0 1,0 0-1,1 0 0,-1 0 1,0 0-1,0 0 1,0 0-1,1 0 0,-1 0 1,0 0-1,0 1 0,0-1 1,0 0-1,0 1 1,1-1-1,-1 1 0,0-1 1,0 1-1,0 0 0,0-1 1,0 1-1,-1 0 1,1 0-1,0-1 0,0 1 1,0 1-7,106 138 1409,-102-128-1313,1 0 0,0-1-1,0 1 1,1-1-1,1-1 1,-1 1 0,2-1-1,0-1 1,0 1-1,1-1 1,0-1 0,0 0-1,1-1 1,0 0 0,0 0-1,0-1 1,1 0-1,0-1 1,1-1 0,-1 0-1,1 0 1,-1-2-1,7 1-95,53-10-1986,18-52-9026,-38-4 5233,-35 36 4676</inkml:trace>
  <inkml:trace contextRef="#ctx0" brushRef="#br0" timeOffset="4779.698">4621 220 8906,'0'0'5585,"0"0"-3103,0 0-1362,0 0 123,-14 24 871,-99 193 1715,47-82-2312,12-24-3204,21-37-8730,29-61-3443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4:57:38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1084 328,'0'0'6747,"0"0"276,0 0-3973,0 0-1558,0 0-33,0 0-80,-4 3-355,4-3-985,1 0 0,-1 0 0,1 0-1,0 0 1,-1 0 0,1 0 0,-1 0 0,1 0-1,-1 0 1,1 0 0,0 0 0,-1 0 0,1 0-1,-1 0 1,1 0 0,-1 0 0,1 1-1,-1-1 1,1 0 0,0 0 0,-1 1 0,0-1-1,1 0 1,-1 1 0,1-1 0,-1 1 0,1-1-1,-1 0 1,0 1 0,1-1 0,-1 1 0,0-1-1,1 1 1,-1-1 0,0 1 0,0-1 0,0 1-1,1 0 1,-1-1 0,0 1 0,0-1 0,0 1-1,0-1 1,0 1 0,0 0 0,0-1 0,0 1-1,0-1 1,0 1 0,0-1 0,-1 1 0,1 0-39,22-1 185,45 4 254,5 3-219,-1-4 1,1-3-1,0-3 0,-1-3 1,20-7-221,-69 6-335,-46-3-11485,1 10 5835</inkml:trace>
  <inkml:trace contextRef="#ctx0" brushRef="#br0" timeOffset="343.241">168 1426 1664,'0'0'4811,"0"0"-377,0 0-1740,0 0-804,0 0 63,0 0 571,25 3-608,210 2 407,-41-31-1821,-110 23-3820,-52-14-10025,-23 6 8270</inkml:trace>
  <inkml:trace contextRef="#ctx0" brushRef="#br0" timeOffset="5938.135">7314 578 6913,'0'0'4464,"0"0"-1487,0 0-1350,0 0-700,0 0-274,0 0 199,23-8 179,73-25-195,-92 31-810,1 0 0,-1 0 0,0 0 0,1 0 0,0 0 0,-1 1-1,1 0 1,0 0 0,0 0 0,0 1 0,-1-1 0,1 1 0,0 1-1,0-1 1,0 0 0,0 1 0,-1 0 0,1 0 0,0 1 0,-1-1-1,1 1 1,-1 0 0,1 0 0,-1 1 0,0-1 0,0 1 0,0 0-1,0 0 1,-1 0 0,1 1 0,-1-1 0,0 1 0,1 0 0,-2 0 0,1 0-1,0 0 1,-1 0 0,0 1 0,0-1 0,0 1 0,-1-1 0,0 1-1,1 0 1,-1 0 0,-1-1 0,1 1 0,-1 0 0,0 0 0,0 0-1,0 0 1,-1 1-26,1 10-135,0-1-1,-1 1 1,-1-1 0,0 0-1,-1 1 1,-1-1-1,0 0 1,-1-1-1,-1 1 1,0-1-1,-1 0 1,-1-1-1,0 0 1,0 0 0,-1 0-1,-9 7 136,18-19-44,-4 6-267,-1-1-1,1 0 1,-1-1 0,0 1 0,0-1 0,0 0 0,-1 0-1,0-1 1,0 0 0,0 0 0,0 0 0,-1-1-1,1 0 1,-1 0 0,0 0 0,0-1 0,-2 1 311,0-72 6,10 64 78,1 0-1,-1 0 0,1 1 1,0-1-1,0 1 0,0-1 1,1 1-1,0 0 0,-1 0 0,2 0 1,-1 0-1,0 1 0,1-1 1,-1 1-1,1 0 0,0 0 1,0 0-1,1 0 0,-1 1 1,0 0-1,1 0 0,-1 0 0,1 0 1,0 1-1,0 0 0,-1-1 1,1 2-1,0-1 0,0 1 1,0 0-1,0 0 0,0 0 1,0 0-1,0 1 0,0 0 0,0 0 1,-1 1-1,1-1 0,0 1 1,-1 0-1,1 0 0,-1 0 1,0 1-1,0 0 0,0-1 1,0 2-1,3 1-83,139 88 2981,-139-91-3186,-1 0 0,1 0 0,0-1 0,-1 0 0,1 0 0,0-1 0,0 1 0,0-2 0,-1 1 0,1-1 0,0 0 0,0 0 0,-1-1 0,1 0 1,5-2 204,10-10-4444</inkml:trace>
  <inkml:trace contextRef="#ctx0" brushRef="#br0" timeOffset="6267.471">7978 498 8522,'0'0'1576,"0"0"2442,0 0-2108,0 0-1031,0 0 528,0 0 649,8 23-535,32 78-532,-33-86-813,1-1 0,1 1-1,0-2 1,1 1 0,1-1-1,0-1 1,1 1 0,0-2-1,1 0 1,0 0 0,4 1-176,-4-2 92,14 10-341,1-1 0,1-1 0,0-1 0,1-2 0,1-1 0,29 9 249,-59-23-76,11 3-4103,-8-7-6489,-4-5 8703</inkml:trace>
  <inkml:trace contextRef="#ctx0" brushRef="#br0" timeOffset="6578.892">8332 477 9338,'0'0'1580,"0"0"2230,0 0-1976,-17 21-754,-108 146 2677,107-140-3296,5-9-382,0 1-1,2 0 0,0 1 0,1 0 0,1 0 0,1 1 0,-6 21-78,14-25-2299,0-12-2595,0-2-5023</inkml:trace>
  <inkml:trace contextRef="#ctx0" brushRef="#br0" timeOffset="5075.86">6202 490 6689,'0'0'5791,"0"0"-3040,0 0-1297,0 0 36,0 0 355,0 0-484,-4 14-485,-3 118 1491,12-94-2244,3 0-1,1 0 1,1-1 0,3 0-1,1-1 1,1 0 0,2-1-1,1-1 1,2 0 0,2-2 0,0 0-1,8 5-122,-32-39-9988,-17-14 4601,-13-9-1421</inkml:trace>
  <inkml:trace contextRef="#ctx0" brushRef="#br0" timeOffset="5370.876">6076 814 4761,'0'0'4793,"0"0"24,0 0-3105,0 0-287,0 0 679,144 38-279,-88-38-561,7 0-616,5 0-144,-1-8-336,-4-3-168,-7 1 0,4-9-1016,-15 4-3073,-8-2-2608</inkml:trace>
  <inkml:trace contextRef="#ctx0" brushRef="#br0" timeOffset="4038.024">5215 657 6649,'0'0'2626,"0"0"1883,0 0-1780,-9 25-729,-67 155 1470,16-90-2394,39-62-1293,1 0-1,1 2 1,2 1 0,1 0 0,1 1-1,-4 17 218,20-55-9630,-2-3 4800,0 0 1349,1-13 683</inkml:trace>
  <inkml:trace contextRef="#ctx0" brushRef="#br0" timeOffset="4351.844">4896 666 6753,'0'0'5730,"0"0"-3215,0 0-680,0 0 300,10 21 198,101 165 1683,117 110-1452,-212-288-5993,20-34-13013,-18 5 12073</inkml:trace>
  <inkml:trace contextRef="#ctx0" brushRef="#br0" timeOffset="3205.664">3287 802 6329,'0'0'8127,"0"0"-5073,0 0-1379,0 0 3,17 17-344,55 57-378,-67-68-871,0-1 0,0 0 0,0 0 1,1 0-1,-1-1 0,1 0 0,0 0 0,0 0 0,0-1 1,1 0-1,-1 0 0,1-1 0,0 0 0,0 0 0,0 0 1,0-1-1,0 0 0,0-1 0,0 1 0,0-1 0,1 0-85,-10-42-401,-4 36 342,0 0 0,0 0-1,0 1 1,0 0 0,-1 0 0,0 0 0,0 1 0,0 0 0,-1 1-1,1 0 1,-1 0 0,0 0 0,0 1 0,0 0 0,0 1 0,0 0-1,0 0 1,-1 0 0,1 1 0,-3 1 59,8-1 7,0 1 0,0 0 0,1-1 0,-1 1 0,0 1 0,0-1 0,0 0 1,1 1-1,-1-1 0,1 1 0,-1 0 0,1 0 0,0 0 0,0 0 0,0 0 0,0 0 0,0 1 0,0-1 0,0 1 0,1-1 0,-1 1 0,1 0 0,0 0 1,0-1-1,0 1 0,0 0 0,0 0 0,1 0 0,-1 0 0,1 0 0,0 0 0,0 3-7,3 101 302,2-96-277,0 0 1,1-1-1,1 0 0,-1 0 0,2 0 1,0-1-1,0 0 0,0 0 0,1-1 1,0 0-1,1-1 0,0 0 0,0-1 1,0 0-1,1 0 0,0-1 0,0 0 1,0-1-1,1 0 0,-1-1 0,1-1 1,0 1-1,0-2 0,0 0 0,0 0 1,0-1-1,0-1 0,0 0 0,0 0 1,6-2-26,-14 2-25,0 1 0,1-1 0,-1 0 0,0 0 0,0 0 0,0-1 0,0 1 0,0-1 0,-1 0 1,1 0-1,0 0 0,-1-1 0,1 1 0,-1-1 0,0 0 0,0 0 0,0 0 0,0 0 0,-1 0 0,1-1 1,-1 1-1,0-1 0,0 0 0,0 0 0,0 1 0,-1-1 0,1-1 0,-1 1 0,0 0 0,0 0 25,12-130-757,-13 133 767,0 0 148,0 22 174,0-10-281,1 0-1,0-1 1,0 1-1,1 0 1,0-1-1,1 1 1,0-1-1,1 0 0,0 0 1,1 0-1,-1 0 1,2-1-1,0 0 1,0 0-1,0 0 1,1-1-1,1 0 1,-1 0-1,1-1 0,0 0 1,1 0-1,0-1 1,0 0-1,0-1 1,1 0-1,0 0 1,0-1-1,0 0 1,0-1-1,11 2-50,-19-4 8,1-1-1,0 0 1,-1 1-1,1-1 1,-1 0 0,1 0-1,0 0 1,-1 0-1,1-1 1,-1 1 0,1-1-1,-1 0 1,1 0-1,-1 1 1,1-2 0,-1 1-1,0 0 1,0 0-1,1-1 1,-1 1 0,0-1-1,0 0 1,0 1-1,-1-1 1,1 0 0,0 0-1,-1 0 1,1 0-1,-1-1 1,0 1 0,0 0-1,0-1 1,0 1-1,0-1 1,0 1 0,0-1-1,-1 1 1,1-1-1,-1 1 1,0-1 0,0 1-1,0-1 1,0 0-8,2-155-596,-3 154 577,0-1 0,0 1 0,0-1 0,-1 1 0,1 0 0,-1 0 0,0 0 0,0 0 0,-1 0 0,1 0 0,-1 1 0,0-1 0,0 1 0,0 0 0,0 0 0,-1 0 0,1 0 0,-1 0 0,0 1 0,0 0 0,0 0 0,0 0 0,0 0 0,0 0 0,0 1 0,-1 0 0,1 0 0,0 0 0,-1 0 0,1 1 0,-1 0 0,-3 0 19,0-1-71,1 0 0,-1 1 0,0 0 0,0 0 0,1 1 0,-1 0 1,0 1-1,1-1 0,-1 1 0,1 1 0,0 0 0,-1 0 0,1 0 1,1 1-1,-1 0 0,0 0 0,1 0 0,0 1 0,0 0 0,0 0 1,1 1-1,0 0 0,-3 4 71,3 10-2978,10-9-3150,14-4-6579</inkml:trace>
  <inkml:trace contextRef="#ctx0" brushRef="#br0" timeOffset="3711.143">4570 753 5113,'0'0'3648,"0"0"2014,0 0-3541,0 0-1404,-22-1 234,-159 2 1962,171 1-2875,0 0 1,0 1 0,0 0 0,1 1-1,-1 0 1,1 1 0,0 0 0,0 0 0,0 1-1,1 0 1,0 0 0,0 1 0,1 0-1,0 1 1,0-1 0,0 1 0,1 1 0,0-1-1,1 1 1,0 0 0,0 0 0,1 1 0,0-1-1,1 1 1,0 1-39,5-8 14,0-1 0,0 1 0,1-1 0,-1 0 0,1 1 0,0-1 0,-1 0 0,1 0 0,0-1 0,0 1 0,0-1 0,0 1 0,1-1 0,-1 0 0,0 0 0,1 0 0,-1-1 0,0 1 0,1-1 0,-1 0 0,1 0 0,-1 0 0,0 0 1,1-1-1,0 1-14,-1 0-2,238 2 73,-237 1-67,0 0 0,0 1 0,-1-1 1,1 1-1,-1 0 0,1 0 0,-1 0 0,0 0 0,-1 1 0,1-1 0,-1 1 0,0-1 0,0 1 1,0 0-1,-1 0 0,0 0 0,0 0 0,0 0 0,0 0 0,-1 0 0,0 1 0,0-1 1,0 0-1,-1 0 0,0 0 0,0 0 0,0 0 0,0 0 0,-1 0 0,0 0 0,0 0 0,0-1 1,0 1-1,-1-1 0,0 0 0,0 1 0,0-1 0,-1 0 0,-1 2-4,-15 12 204,-1-1-1,0-1 1,-1-1-1,-1 0 0,0-2 1,-1-1-1,0-1 1,-1 0-1,-22 5-203,17-13-1478,24-21-5666,6-2-7635</inkml:trace>
  <inkml:trace contextRef="#ctx0" brushRef="#br0" timeOffset="1016.877">1090 1185 7682,'0'0'782,"0"0"1434,0 0 508,0 0-818,0 0-718,0 0-312,0 3-54,5 1-614,1-1 1,-1 1 0,0-1-1,1-1 1,0 1-1,-1-1 1,1 0 0,0 0-1,0-1 1,0 1-1,0-1 1,1-1-1,-1 1 1,0-1 0,0 0-1,0-1 1,0 1-1,1-1 1,-1-1-1,1 1-208,17 0 294,237 1 613,-197-27-9582,-49 16 3984</inkml:trace>
  <inkml:trace contextRef="#ctx0" brushRef="#br0" timeOffset="1362.944">2105 802 6617,'0'0'5190,"0"0"-2522,0 0-1556,0 0-340,0 0 489,-7 23 371,-96 255 995,-31-48-2820,110-203-1669,3-17-2876,9-9-1810</inkml:trace>
  <inkml:trace contextRef="#ctx0" brushRef="#br0" timeOffset="1724.919">1807 808 7434,'0'0'1508,"0"0"2461,0 0-1914,0 0-803,0 0 370,7 22 520,1 5-1487,53 92 1550,-26-76-1829,0-1 0,3-2 0,2-1 1,1-2-1,1-2 0,3-2 0,0-2 0,6 1-376,-44-30-1779,-4-13-10060,-4 6 11003,-7-10-3632</inkml:trace>
  <inkml:trace contextRef="#ctx0" brushRef="#br0" timeOffset="2301.076">2214 448 6665,'0'0'1383,"0"0"1506,0 0-1378,0 0-431,0 0-128,0 0 11,23-3-143,181-15 1266,-202 21-1940,0 0 0,0 1-1,0 0 1,0-1 0,-1 1 0,1 0-1,-1-1 1,0 1 0,0 0 0,-1 0-1,1 0 1,-1 0 0,0 0 0,0 0-1,0 0 1,-1 0 0,1 0 0,-1 0-1,0 0 1,0-1 0,0 1-1,-1 0 1,1 0 0,-1-1 0,0 1-146,-39 157 1253,43-157-1227,0-1 0,1 1 0,0-1 0,-1 1 0,1-1 0,1 0 0,-1 0 0,0 0 0,1-1 0,-1 1-1,1-1 1,0 0 0,-1 0 0,1 0 0,0-1 0,0 1 0,1-1 0,-1 0 0,0 0 0,0 0 0,1-1 0,-1 1 0,0-1-1,1 0 1,-1 0 0,0-1 0,1 1 0,-1-1 0,0 0 0,0 0 0,1-1-26,12 1 267,132-30 628,-144 46-5064,-7-3-2343</inkml:trace>
  <inkml:trace contextRef="#ctx0" brushRef="#br0" timeOffset="9558.476">11563 835 6313,'0'0'2860,"0"0"1617,0 0-1886,0 0-732,0 0 20,0 0 37,0 9 976,104-8-1341,287-19 73,-390 18-1952,-1 0-203,0 0-308,24-5-8209,-6-3-182</inkml:trace>
  <inkml:trace contextRef="#ctx0" brushRef="#br0" timeOffset="10277.273">12750 538 7802,'0'0'1147,"0"0"2595,0 0-1098,0 0-1043,0 0-72,0 0 202,4-5-334,4-3-1288,1 0 1,1 1 0,-1 0-1,1 0 1,0 1-1,1 1 1,0 0 0,-1 0-1,2 1 1,-1 0 0,0 1-1,1 1 1,-1 0 0,1 0-1,0 1 1,0 0-1,0 1 1,-1 1 0,6 0-110,-12 1 3,0 1 1,0 0 0,0-1-1,-1 1 1,1 1 0,-1-1-1,0 1 1,0 0 0,0 0-1,-1 0 1,1 0 0,-1 1-1,0-1 1,0 1 0,0 0-1,-1 0 1,0 0 0,0 0-1,0 0 1,0 0 0,-1 1-1,0-1 1,0 1 0,-1-1-1,1 0 1,-1 1 0,0-1-1,-1 1 1,1-1 0,-1 1-1,0-1 1,-1 1 0,1-1 0,-2 3-4,2 18 11,1-2-20,-2 0 0,-1 0 0,-1-1 0,0 1 0,-2-1 0,-1 0 0,-1 0 0,-1-1 0,0 0 0,-2-1 0,-12 18 9,21-37-107,0 0 0,0 0 1,0 0-1,0-1 0,-1 1 0,1-1 0,-1 1 1,1-1-1,-1 0 0,1 0 0,-1 0 0,0 0 1,0-1-1,1 1 0,-1-1 0,0 1 0,0-1 1,0 0-1,1 0 0,-1 0 0,0-1 0,0 1 0,0-1 1,1 0-1,-1 1 0,0-1 0,1 0 0,-1 0 1,1-1-1,-1 1 0,1-1 0,-1 1 0,1-1 1,0 0-1,0 0 0,0 1 0,0-2 0,0 1 1,0 0-1,1 0 0,-1-1 0,1 1 0,-1 0 0,1-1 1,0 0-1,0 1 0,0-1 0,0 0 0,1 1 1,-1-1-1,1 0 0,-1 0 0,1 0 0,0 1 1,0-1-1,0-1 107,57 1 780,115 55 2245,-128-43-2206,0-3 0,0-1 1,0-3-1,1-1 0,36-5-819,-75 3 8,1-1-1,-1 1 0,0-1 0,0 0 0,0-1 0,0 0 0,0 0 0,0 0 0,-1 0 0,1-1 0,-1 0 0,0 0 1,0-1-1,-1 1 0,1-1 0,-1 0 0,0 0 0,0 0 0,-1-1 0,0 0 0,0 1 0,0-1 0,0-2-7,8-23-3752,-6-1-3516,-5 6-3163</inkml:trace>
  <inkml:trace contextRef="#ctx0" brushRef="#br0" timeOffset="7235.083">9235 523 5209,'0'0'2038,"0"0"1664,0 0-987,0 0-980,0 0-820,0 0-560,-24 6-31,-77 24 136,86-24-256,1 0 1,0 1-1,0 1 0,0 0 1,1 1-1,0 0 0,1 1 0,0 1 1,0 0-1,-1 3-204,6-7 188,6-6-141,-36 65 752,102-63-479,-25-4-420,86 10-420,-122-8 515,0 1-1,-1 0 1,1-1 0,-1 1 0,1 0-1,-1 1 1,0-1 0,0 0 0,0 1-1,0 0 1,-1 0 0,1 0 0,-1 0-1,1 0 1,-1 0 0,0 0 0,0 1-1,-1-1 1,1 1 0,-1 0 0,0-1-1,0 1 1,0 0 0,0 0 0,0 0-1,-1 0 1,0 0 0,0 0 0,0-1-1,0 3 6,-1 0 105,0-1 0,0 1 0,0-1 0,-1 1 0,0-1 0,0 0 0,0 0 0,-1 0 0,0 0-1,1 0 1,-2-1 0,1 1 0,-1-1 0,1 0 0,-1 0 0,0 0 0,0 0 0,-1-1 0,1 0 0,-1 0 0,0 0-1,0 0 1,0-1 0,0 0 0,0 0 0,0 0 0,-1 0 0,-3 0-105,-162 23 678,180-35-5813,9-1-1407</inkml:trace>
  <inkml:trace contextRef="#ctx0" brushRef="#br0" timeOffset="8055.11">9579 871 5553,'0'0'8401,"0"0"-5142,0 0-2369,0 0-553,0 0-76,4-17-37,16-135-1981,-22 149 1746,1 1 0,-1-1 0,1 1 0,-1-1 0,0 1 0,0 0 0,0-1 0,0 1 0,-1 0 0,1 0 0,0 1 0,-1-1 1,1 0-1,-1 1 0,0 0 0,0-1 0,1 1 0,-1 0 0,0 1 0,0-1 0,0 0 0,0 1 0,0-1 0,0 1 0,0 0 0,0 0 0,0 0 0,0 1 1,0-1-1,0 1 0,0 0 0,0-1 0,0 1 0,0 0 0,1 1 0,-1-1 0,0 0 0,1 1 0,-1 0 0,1-1 0,-1 1 0,1 0 0,0 0 1,0 1-1,0-1 0,0 0 0,0 1 0,1-1 0,-1 1 0,0 0 11,-2 2 34,1 0 0,-1 0 0,1 0-1,0 0 1,1 1 0,-1-1 0,1 1 0,0 0 0,0 0 0,1 0 0,0 0 0,0 0 0,0 0 0,1 0-1,0 0 1,0 0 0,0 0 0,1 0 0,0 0 0,0 0 0,0 0 0,1 0 0,0 0 0,0-1-1,1 1 1,-1-1 0,1 1 0,0-1 0,1 0 0,-1 0 0,1 0 0,0-1 0,0 1 0,1-1-1,-1 0 1,1 0 0,0-1 0,0 1 0,0-1 0,1 0 0,-1-1 0,1 1 0,-1-1 0,1 0-1,0 0 1,0-1 0,0 0 0,0 0 0,0 0 0,4-1-34,-3 0-259,0 0 0,0-1 0,0 0 0,0-1 0,0 0 0,-1 0 1,1 0-1,-1-1 0,0 0 0,1 0 0,-1 0 0,0-1 0,-1 0 0,1 0 0,-1 0 0,0-1 0,0 0 0,0 0 1,0 0-1,2-5 259,-2 5-139,146-128 1507,-149 132-1248,0 0 1,0 1-1,0-1 1,1 1-1,-1-1 0,0 1 1,1 0-1,-1 0 1,0 0-1,0 0 0,1 0 1,-1 1-1,0-1 1,1 0-1,-1 1 0,0 0 1,0 0-1,0 0 1,0 0-1,0 0 0,0 0 1,0 0-1,0 0 0,0 1 1,0-1-1,-1 1 1,1-1-1,-1 1 0,1 0 1,-1 0-1,1 0 1,-1 0-1,0 0 0,0 0 1,0 0-1,0 0 1,0 0-1,-1 0 0,1 1 1,-1-1-1,1 0 1,-1 0-1,0 1 0,0-1 1,0 0-1,0 1 1,0-1-1,0 0 0,-1 0 1,1 1-1,-1-1 0,0 1-120,13 42 204,-12-46-250,1 0 0,0 0 0,-1 0 0,1 0 0,0 0 0,-1 0 0,1 0 0,0 0 0,0 0 0,0 1 0,0-1 0,-1 0 0,1 1 0,0-1 0,1 0 0,-1 1 0,0-1 0,0 1 0,0 0 0,0-1 0,0 1 0,0 0 0,0 0 0,1 0 0,-1-1 0,0 1 0,0 0 0,0 1 0,0-1 1,1 0-1,-1 0 0,0 0 0,0 1 0,0-1 0,0 1 0,0-1 0,0 1 0,0-1 0,0 1 0,0-1 0,0 1 0,0 0 0,0 0 0,0-1 0,0 1 0,-1 0 0,1 0 0,0 0 0,-1 0 0,1 0 0,0 0 0,-1 0 0,1 0 0,-1 0 0,0 0 0,1 1 46,46-119-9,-45 114 8,0 0 0,-1 0 0,1-1 0,1 1 0,-1 1 0,0-1 0,1 0 0,-1 0 0,1 1 0,0-1 0,0 1 0,0 0-1,0 0 1,0 0 0,1 1 0,-1-1 0,1 1 0,-1-1 0,1 1 0,-1 0 0,1 1 0,0-1 0,-1 0 0,1 1 0,0 0 0,-1 0 0,1 0 0,0 0-1,-1 1 1,1 0 0,0-1 0,1 2 1,89 109 2787,-90-105-2730,1 0-1,0 0 0,0-1 1,1 0-1,0 0 0,-1 0 1,2 0-1,-1-1 0,1 0 1,-1 0-1,1-1 0,0 0 1,0 0-1,0-1 0,1 0 0,-1 0 1,1 0-1,2-1-56,-8-2-600,0-1 0,1 1 0,-1-1 0,0 0 0,0 1 0,0-1 0,0 0 0,0-1 0,-1 1 0,1 0 0,-1 0 0,1-1 0,-1 1 0,0-1 0,0 1 0,0-1 0,0 0 0,0 1 0,-1-1 0,1 0 0,-1 1 0,0-1 0,1 0 0,-1 0 0,-1-1 600,3-3-1886,1-17-2834</inkml:trace>
  <inkml:trace contextRef="#ctx0" brushRef="#br0" timeOffset="8405.134">10490 532 6873,'0'0'6287,"0"0"-3096,0 0-1746,0 0-38,0 0 389,0 0-237,12 18-603,97 148 319,-96-147-1174,1 0-1,1-1 0,1-1 1,0 0-1,2-1 0,-1-1 1,2-1-1,0 0 0,0-1 1,2-2-1,-1 0 1,1-1-1,1 0 0,0-2 1,0-1-1,14 2-100,-9 0-249,64 11-4478,-83-57-4454,-8 27 7808,-2-60-3104,-5 37 2618</inkml:trace>
  <inkml:trace contextRef="#ctx0" brushRef="#br0" timeOffset="8655.114">10962 444 7050,'0'0'7638,"0"0"-4382,0 0-889,-27 16-271,-158 98 793,170-106-2861,0 0 1,0 1-1,1 0 0,0 1 0,1 1 1,0 0-1,0 1 0,2 0 1,-1 1-1,2 1 0,-1-1 0,2 2 1,0-1-1,1 1 0,0 1 0,1-1 1,1 1-1,1 0 0,0 1 1,1-1-1,0 1 0,2 0 0,0 0 1,1 0-1,0 4-28,18-1-3942,12-15-5423,-11-4 1894</inkml:trace>
  <inkml:trace contextRef="#ctx0" brushRef="#br0" timeOffset="14200.005">14054 96 5761,'0'0'1315,"0"0"-432,0 0 1051,0 0-411,0 0-290,0 0 148,0 0-218,-15 8 833,-6 10-1514,2 2 1,1 0-1,0 1 1,2 0-1,0 2 0,1 0 1,2 0-1,0 1 1,2 1-1,0 0 0,-2 14-482,6-16 227,1 0-1,2 1 1,0 0-1,2 0 0,1 0 1,0 0-1,2 0 0,1 0 1,0 0-1,2-1 0,1 1 1,1-1-1,1 0 0,1 0 1,1-1-1,0 0 0,2 0 1,1-1-1,1-1 0,0 0 1,1 0-1,10 8-226,-5-4 79,1 0 0,2-1-1,0-1 1,1-1 0,1-1-1,1-1 1,1-2 0,0 0-1,6 1-78,-29-38-6876,2-8 3379,30-64-7716,-15 50 5448</inkml:trace>
  <inkml:trace contextRef="#ctx0" brushRef="#br0" timeOffset="14610.995">14265 647 6753,'0'0'3370,"0"0"461,0 0-1674,0 0-500,0 0 54,0 0-52,15 0-156,312-5 1834,-326 5-3413,-1 0-113,0 0-207,0 0-349,16 0-3745,1-2-765,1-2-4651</inkml:trace>
  <inkml:trace contextRef="#ctx0" brushRef="#br0" timeOffset="24039.841">17904 25 6801,'0'0'1746,"0"0"2404,0 0-1430,0 0-931,0 0-35,0 0 33,-2 7-328,-5 34-542,2 0-1,2 0 0,1 0 1,3 1-1,1-1 1,3 13-917,8 40 406,4 0 0,3-1 0,18 41-406,-34-119-4,-14-18-11008,-31-71 1372,20 35 7102</inkml:trace>
  <inkml:trace contextRef="#ctx0" brushRef="#br0" timeOffset="24349.939">17641 377 7682,'0'0'1288,"0"0"3745,0 0-3121,0 0-471,0 0 231,0 0 320,137 25-831,-86-23-721,3-2-136,-3 0-304,-2 0-88,0 0-320,-2 0-1089,-3-2-799,7-11-2225,-11 1-1576,-8 1 3080</inkml:trace>
  <inkml:trace contextRef="#ctx0" brushRef="#br0" timeOffset="24821.878">18556 228 4353,'0'0'5488,"0"0"-646,0 0-2640,0 0-830,0 0 366,0 0-278,7 0-778,72 0 246,-80-46-647,-4 42-291,-1 1-1,1 0 0,-1-1 1,0 2-1,0-1 1,0 1-1,0 0 0,0 0 1,0 1-1,-1-1 1,1 1-1,-1 1 0,1-1 1,-1 1-1,1 1 1,0-1-1,-1 1 0,1 0 1,-1 0-1,1 1 0,0 0 1,0 0-1,0 0 1,-1 1 10,-6 5 98,0 1 1,1 0-1,0 0 1,0 1-1,1 1 1,0 0-1,1 1 0,0 0 1,1 0-1,1 1 1,0 0-1,0 1 1,1-1-1,1 2 1,0-1-1,1 1 1,1-1-1,0 1 1,1 0-1,1 1 1,0-1-1,1 0 1,0 1-1,2-1 1,0 1-1,1 6-98,1-13 59,1 0-1,-1-1 1,1 0-1,1 1 1,-1-1-1,1-1 1,1 1-1,0-1 0,0 0 1,0 0-1,1-1 1,0 0-1,0 0 1,0 0-1,1-1 1,0 0-1,0-1 1,0 0-1,0 0 1,1 0-1,0-1 1,5 1-59,203 29 1412,-74-33 301,-142 0-1701,-1 0-71,0 0-130,0 0-363,0 0-477,0-12-12311,0 7 5739</inkml:trace>
  <inkml:trace contextRef="#ctx0" brushRef="#br0" timeOffset="35738.826">9323 2073 6601,'0'0'4564,"0"0"-2361,0 0-1328,-23 9-217,-72 32 27,89-38-608,1 0 0,-1 0 0,1 1 0,0-1 0,0 1 0,0 1-1,1-1 1,0 0 0,-1 1 0,2 0 0,-1 0 0,0 1 0,1-1 0,0 0 0,0 1 0,1 0 0,-1 3-77,-5 9 103,-16 100 284,87-107-17,164-67-93,-224 55-270,0 1 0,0-1 0,0 1 0,0 0 0,0 0 0,0 0 0,0 0 0,0 1 0,0-1 0,0 1 0,-1 0 0,1-1 0,0 1 0,0 1 0,0-1 1,-1 0-1,1 1 0,-1-1 0,1 1 0,-1 0 0,1 0 0,-1 0 0,0 0 0,0 0 0,0 0 0,0 1 0,0-1 0,-1 1 0,1-1 0,-1 1 0,0 0 1,0 0-1,1-1 0,-2 1 0,1 0 0,0 0 0,-1 0 0,1 0 0,-1 0 0,0 0 0,0 0 0,0 0 0,0 0 0,-1 3-7,1 2 96,0 0 0,-1 0 0,0 1 0,-1-1 0,1 0 0,-1 0 0,-1-1 0,0 1 0,0 0-1,0-1 1,-1 0 0,0 1 0,-1-1 0,1-1 0,-1 1 0,-1-1 0,1 0 0,-1 0 0,0-1 0,0 1 0,-1-1-1,1 0 1,-1-1 0,0 0 0,-3 1-96,-7 3 221,-1 0 0,0 0 1,0-2-1,-1 0 0,0-2 0,0 0 0,0-1 0,0 0 0,-1-2 0,-5 0-221,-33-20-315,62-25-3773,10 27-336</inkml:trace>
  <inkml:trace contextRef="#ctx0" brushRef="#br0" timeOffset="36535.712">9614 2479 10506,'0'0'4313,"0"0"-2531,0 0-631,0 0 437,0 0-218,15-20-658,72-106-384,-70 53-856,-82 62-871,60 13 1437,1 1 0,-1-1 1,1 1-1,-1 0 0,1 1 0,0-1 1,0 1-1,1 0 0,-1 0 1,1 0-1,0 0 0,0 1 0,0-1 1,1 1-1,-1 0 0,1 0 0,0 0 1,1 0-1,-1 0 0,1 0 0,0 0 1,0 0-1,1 1 0,-1-1 0,1 0 1,1 1-1,-1-1 0,1 0 1,-1 0-1,1 1 0,1-1 0,-1 0 1,1 0-1,0 0 0,0 0 0,1-1 1,-1 1-1,1 0 0,0-1 0,0 0 1,0 0-1,2 2-38,121 38 329,-36-42-2892,-85-3 2396,-1-1 1,0 1-1,0-1 0,1 0 1,-1 0-1,0 0 0,-1-1 1,1 1-1,0-1 0,-1 0 1,1 0-1,-1 0 0,0-1 1,0 1-1,0-1 0,-1 1 0,1-1 1,-1 0-1,0 0 0,0 0 1,0 0-1,-1-1 0,1 1 1,-1 0-1,0-1 0,-1 1 1,1-1-1,-1 1 0,1-1 1,-1 1-1,-1-3 167,22-60 1272,-19 66-1122,1-1 0,-1 1 1,1 0-1,-1-1 0,1 1 1,0 0-1,0 0 0,0 1 1,-1-1-1,1 1 0,0-1 1,0 1-1,0 0 0,0 0 1,0 0-1,0 0 0,0 1 0,0-1 1,-1 1-1,1 0 0,0 0 1,0 0-1,0 0 0,-1 0 1,1 1-1,-1-1 0,1 1 1,-1-1-1,0 1 0,1 0 1,-1 0-1,0 0 0,0 0 1,0 1-1,-1-1 0,1 0 1,0 1-1,-1-1 0,0 1 1,1 0-1,-1-1 0,0 1 1,0 0-151,69 126 1061,-59-164-1624,22-84 442,-31 116 118,-1 0-1,1 0 1,0 0-1,-1 0 1,1 0-1,0 0 1,1 1-1,-1-1 1,0 1-1,1 0 1,0-1 0,-1 1-1,1 1 1,0-1-1,0 0 1,0 0-1,0 1 1,0 0-1,0 0 1,1 0-1,-1 0 1,0 0-1,0 1 1,1-1-1,-1 1 1,1 0-1,-1 0 1,0 0 0,1 0-1,-1 1 1,0-1-1,1 1 1,-1 0-1,0 0 1,2 1 3,3 3 20,0 1 1,0 1-1,0-1 1,0 1-1,-1 1 1,0-1-1,-1 1 1,0 1 0,0-1-1,-1 1 1,0 0-1,0 0 1,1 5-21,14 21 362,34 47 78,-53-82-592,0 0 0,1-1 0,-1 1 0,0-1 0,0 1 0,1-1 0,-1 1-1,0-1 1,0 0 0,0 1 0,0-1 0,0 0 0,0 0 0,0 0 0,0 0 0,0 0 0,0 0-1,-1 0 1,1 0 0,0 0 0,0 0 0,-1 0 0,1 0 0,-1-1 0,1 1 0,-1 0 0,0 0-1,0-1 1,1 1 0,-1 0 0,0-1 0,0 1 0,0 0 0,0-1 0,0 1 0,-1 0 0,1-1 152,1 0-1054,5-27-6202,-1 3 79</inkml:trace>
  <inkml:trace contextRef="#ctx0" brushRef="#br0" timeOffset="36894.922">10592 2194 6993,'0'0'7135,"0"0"-4074,0 0-1474,0 0 313,0 0-277,0 0-392,10 9-290,159 177 1124,-164-175-2060,2 0 0,-1 0-1,1-1 1,0 0 0,1 0-1,0-1 1,1 0-1,0 0 1,1-1 0,-1 0-1,1-1 1,1 0 0,-1 0-1,1-1 1,1-1 0,-1 0-1,1 0 1,0-1-1,0-1 1,0 0 0,11 2-5,41-6-2669,-61 1 2064,0-1 1,1 0 0,-1 0-1,0-1 1,0 1 0,0-1-1,0 1 1,0-1-1,-1 0 1,1 0 0,0 0-1,-1-1 1,0 1-1,1-1 1,-1 1 0,0-1-1,0 0 1,-1 1 0,1-1-1,0 0 1,-1 0-1,0 0 1,0-1 0,0 1-1,0-1 605,9-24-2694,-3 2 6</inkml:trace>
  <inkml:trace contextRef="#ctx0" brushRef="#br0" timeOffset="37193.846">11051 2106 7418,'0'0'1337,"0"0"2313,0 0-1823,-22 7-634,-70 25 254,79-26-966,1 0-1,0 1 1,0 0 0,1 1 0,0 0 0,0 1 0,1 0 0,0 0 0,1 1 0,0 1 0,-2 2-481,-7 9 437,-5 0-218,2 2 0,1 0 0,1 1 0,1 1 0,1 1 0,1 0-1,2 1 1,1 1 0,1 0 0,-1 7-219,13-35 102,-1 6-1360,8-5-4301,5-2-223</inkml:trace>
  <inkml:trace contextRef="#ctx0" brushRef="#br0" timeOffset="34306.122">7596 2182 8666,'0'0'3694,"0"0"-2255,0 0-652,0 0 148,0 0 38,21-5-23,-6 1-742,149-14 1476,-159 19-1621,1 1 0,-1 1 0,0-1 0,0 1 0,0 0-1,0 0 1,0 0 0,0 1 0,-1-1 0,0 1 0,0 0 0,0 0 0,0 1 0,-1-1 0,1 1-1,-1 0 1,0 0 0,-1 0 0,1 0 0,-1 1 0,0-1 0,0 1 0,-1-1 0,0 1-1,0-1 1,0 1 0,0 0 0,-1 1-63,2 7 78,-1 0 0,-1 1 0,0-1-1,-1 1 1,-1-1 0,0 1 0,0-1 0,-2 0 0,0 0-1,-5 12-77,7-18 3,0 1 0,0-1 0,-1 0 0,0 0 0,-1-1 0,0 1 0,0-1 0,0 1 0,-1-1 0,0 0 0,0-1 0,-1 0 0,0 1 0,0-2 0,-1 1 0,1-1 0,-1 0 0,0 0-1,-1-1 1,1 0 0,-1 0 0,0-1 0,0 0 0,0 0 0,0-1 0,0 0 0,-1 0 0,-4 0-3,9-4-56,1-1 0,0 1 0,0 0 0,0-1 0,1 0 0,-1 1 0,1-1 0,-1 0 0,1-1 0,0 1 0,0 0 0,0 0 0,1-1 0,-1 1 0,1-1 0,0 0 0,0 1 0,0-1 0,0 0 0,1 0 0,-1 0 0,1 1 0,0-1 0,0 0 0,1 0 0,-1 0 0,2-3 56,-2 4-111,2 2 88,0 0-1,0 0 1,1 0-1,-1 0 1,1 1 0,-1-1-1,1 1 1,-1-1 0,1 1-1,-1 0 1,1 0-1,-1 0 1,1 0 0,-1 1-1,1-1 1,-1 1-1,1-1 1,-1 1 0,0 0-1,1 0 1,-1 0-1,0 0 1,0 0 0,0 1-1,1-1 1,0 2 23,8 7 168,1 0 1,0 0 0,0-1-1,1-1 1,0 0-1,0-1 1,1 0 0,0-1-1,1 0 1,-1-1-1,1-1 1,0 0 0,0-2-1,0 1 1,0-2-1,1 0 1,-1-1 0,0 0-1,13-2-168,23-31-3473,-33 14-2437</inkml:trace>
  <inkml:trace contextRef="#ctx0" brushRef="#br0" timeOffset="34648.611">8232 2205 6369,'0'0'7814,"0"0"-4863,0 0-1561,0 0 529,0 0-145,0 0-367,21 22-316,145 163 82,-150-166-1222,-6-4-57,0 0 0,2 0 1,0-1-1,0 0 0,1-1 0,1-1 0,0 0 1,1 0-1,0-2 0,1 0 0,0-1 0,0 0 0,1-1 1,0-1-1,8 1 106,-23-7-482,-1-1 0,0 0-1,1 0 1,-1 0 0,1 0 0,-1 0 0,1 0 0,-1 0-1,0-1 1,1 1 0,-1 0 0,1-1 0,-1 1 0,0-1 0,0 0-1,1 1 1,-1-1 0,0 0 0,0 0 0,0 0 0,0 0-1,1 0 1,-1 0 0,-1 0 0,1 0 0,0 0 0,0 0-1,0 0 1,-1-1 0,1 1 0,0 0 0,-1-1 0,1 1 0,-1 0-1,0-1 1,1 1 0,-1-1 482,7-15-2939</inkml:trace>
  <inkml:trace contextRef="#ctx0" brushRef="#br0" timeOffset="34945.19">8592 2148 8522,'0'0'1501,"0"0"2551,0 0-1952,0 0-934,-19 22 69,-145 168 2419,153-178-3492,1-1-107,-1 0 0,2 0-1,0 1 1,0 1 0,1-1 0,0 1-1,1 0 1,1 1 0,0 0-1,1 0 1,1 0 0,0 1 0,0-1-1,0 10-54,18 0-3862,-2-18-1815</inkml:trace>
  <inkml:trace contextRef="#ctx0" brushRef="#br0" timeOffset="33287.651">6525 2089 5657,'0'0'8058,"0"0"-4895,2 27-1513,13 172 2531,-13-159-3827,2-1 1,2 1-1,1-1 1,2 0-1,2 0 1,2-1-1,1-1 1,2 0-1,1-1 1,16 23-355,-30-94-6116,-17-3 3316,0 2-1367</inkml:trace>
  <inkml:trace contextRef="#ctx0" brushRef="#br0" timeOffset="33600.719">6414 2494 6305,'0'0'8082,"0"0"-6194,0 0-607,0 0 903,167 10-231,-113-10-489,2 0-840,-1-2 0,4-6-120,-6-5-160,-4 3-224,-9 3-104,-5 3-32,-8 0-448,4 0-1192,-8 0-3585,-4-1-2033</inkml:trace>
  <inkml:trace contextRef="#ctx0" brushRef="#br0" timeOffset="32187.753">5538 2274 7194,'0'0'4598,"0"0"-1778,0 0-1237,0 0-358,0 0 203,0 0 438,-6 22-337,-102 250 1393,-15-104-2599,97-160-2555,14-11-2848,1-4-3110</inkml:trace>
  <inkml:trace contextRef="#ctx0" brushRef="#br0" timeOffset="32496.839">5226 2309 6225,'0'0'7291,"0"0"-4157,0 0-1528,0 0 640,0 0-259,14 24-412,48 77-480,-46-79-864,1 1 0,0-2 0,2-1 0,1 0 0,0-1 0,1-1 0,1-1 0,10 5-231,-8-5 136,134 104-1946,-143-112-2435,-4-8-6903,-8-1 7189,6 0 1387</inkml:trace>
  <inkml:trace contextRef="#ctx0" brushRef="#br0" timeOffset="31372.253">3837 2324 13955,'0'0'2537,"0"0"-1219,0 0-97,0 0 254,0 0-544,0 0-487,8 10-206,30 31-71,-38-42-161,0 1 0,-1-1 1,1 0-1,0 0 0,1 0 0,-1 0 0,0 1 1,0-1-1,0 0 0,0 0 0,1 0 0,-1 1 1,0-1-1,1 0 0,-1 0 0,1 1 0,-1-1 0,1 0 1,-1 1-1,1-1 0,-1 0 0,1 1 0,0-1 1,-1 1-1,1-1 0,0 1 0,-1-1 0,1 1 0,0-1 1,0 1-1,-1 0 0,1 0 0,0-1 0,0 1 1,0 0-1,0 0 0,-1 0 0,1 0 0,0 0 1,0 0-1,0 0 0,0 0 0,-1 0 0,1 0 0,0 0 1,0 1-1,0-1-6,-6-4-66,1 0 1,-1 1-1,0-1 1,0 1-1,0 1 1,-1-1-1,1 0 1,-1 1-1,1 0 1,-1 1-1,0-1 1,0 1-1,0 0 0,0 1 1,0-1-1,0 1 1,1 0-1,-1 1 1,0-1-1,0 1 1,0 0-1,0 1 1,0-1-1,1 1 1,-1 0-1,1 1 1,-1-1-1,1 1 1,0 0-1,-3 3 66,2 2 49,0-1 0,1 2-1,0-1 1,0 0 0,1 1 0,0 0-1,0 0 1,1 1 0,1-1 0,-1 0-1,2 1 1,-1 0 0,1-1-1,0 1 1,1 0 0,1-1 0,-1 1-1,1 0 1,1-1 0,0 1 0,0-1-1,1 1 1,0-1 0,1 0 0,0 0-1,0 0 1,1-1 0,0 1 0,0-1-1,1-1 1,0 1 0,1-1 0,-1 0-1,2 0 1,-1-1 0,0 0 0,1 0-1,1 0 1,-1-1 0,5 2-49,4 0 32,1-1 0,-1 0 0,1-1 0,0-1 0,0-1 1,0-1-1,0 0 0,1-1 0,-1-1 0,0-1 0,1 0 0,3-2-32,-16 0-110,0 0-1,0 0 0,-1 0 1,0 0-1,1-1 1,-1 0-1,-1 0 0,1-1 1,0 1-1,-1-1 1,0 0-1,0 0 0,-1-1 1,1 1-1,-1-1 0,0 1 1,-1-1-1,1 0 1,-1 0-1,0 0 0,-1-1 1,0 1-1,0 0 1,0-1-1,0 1 0,-1 0 1,0-1-1,-1 1 1,1-1-1,-1 1 0,-1 0 1,1 0-1,-1-2 111,-12-3 318,14 19-229,0 0 1,1 0 0,0 0-1,0 0 1,0 0 0,1 0 0,0-1-1,1 1 1,0-1 0,0 1-1,1-1 1,-1 0 0,2 0-1,-1-1 1,1 1 0,0-1 0,0 0-1,0 0 1,1-1 0,0 1-1,0-1 1,1-1 0,0 1 0,-1-1-1,1 0 1,3 1-90,5 1 23,0 0 0,0-1 0,0-1 0,1 0 0,-1-1 0,1-1-1,0-1 1,0 0 0,0 0 0,0-2 0,15-2-23,-27 0-9,0 1 0,-1-1 0,1 0 1,-1 0-1,0 0 0,0-1 0,0 1 0,0-1 0,-1 0 0,1 0 0,-1 0 0,0 0 1,0 0-1,-1 0 0,1-1 0,-1 1 0,0 0 0,0-1 0,0 1 0,-1-1 0,1 1 0,-1-1 1,0 0-1,-1 1 0,1-1 0,-1 1 0,0-1 0,0 1 0,0 0 0,-1-1 0,1 1 1,-1 0-1,0 0 0,0 0 0,-1 0 0,-2-3 9,2 0-37,-1 0 1,-1 0-1,1 1 1,-1 0-1,0 0 1,-1 0-1,1 0 1,-1 1-1,0 0 1,0 0-1,-1 1 1,0 0-1,1 0 1,-1 0-1,-1 1 0,1 0 1,0 0-1,-1 1 1,0 0-1,1 0 1,-1 1-1,0 0 1,0 0-1,0 1 1,1 0-1,-1 1 1,0-1-1,-7 3 37,11-2-278,-1 1-1,0 0 1,1 0-1,-1 0 1,1 0 0,0 1-1,-1 0 1,1 0-1,1 0 1,-1 1 0,0-1-1,1 1 1,0 0-1,0-1 1,0 2 0,0-1-1,0 0 1,1 1-1,0-1 1,0 1 0,0 1 278,-5 20-7071</inkml:trace>
  <inkml:trace contextRef="#ctx0" brushRef="#br0" timeOffset="31861.335">4742 2353 13179,'0'0'2150,"0"0"-965,-22 11-378,-70 38 211,90-49-983,0 0 0,0 0 1,-1 1-1,1-1 1,0 1-1,0-1 0,0 1 1,0 0-1,0 0 1,0 0-1,0 0 0,1 0 1,-1 0-1,0 0 1,0 1-1,1-1 0,-1 1 1,1-1-1,-1 1 1,1 0-1,0 0 0,0-1 1,0 1-1,-1 0 1,2 0-1,-1 0 0,0 0 1,0 0-1,1 0 1,-1 0-1,1 1 0,0-1 1,-1 0-1,1 0 1,0 0-1,0 0 0,1 1 1,-1-1-1,0 0 1,1 0-1,-1 0 0,1 0 1,0 0-1,-1 0 1,1 0-1,0 0 0,0 0 1,1 0-1,-1 0 1,0-1-1,1 1 0,-1 0 1,1-1-1,-1 1 1,1-1-1,0 0 0,-1 1 1,1-1-1,0 0 1,0 0-1,0 0 0,0 0 1,0-1-1,0 1 1,0 0-1,0-1 0,0 0 1,1 1-36,189 9-336,-188-7 405,1 0 0,-1 0 0,0 1 0,0-1 0,0 1 0,0 0 0,-1 1 0,1-1 0,-1 0 0,0 1 0,-1 0 0,1 0 0,-1 0 0,0 0 1,0 0-1,0 0 0,-1 1 0,0-1 0,0 0 0,0 1 0,-1-1 0,1 1 0,-2-1 0,1 1 0,0-1 0,-1 1 0,0-1 0,0 0 0,-1 1 0,1-1 0,-1 0 0,-1 0 0,1 0 1,0 0-1,-1 0 0,0-1 0,0 1 0,-1-1 0,1 0 0,-1 0 0,-2 2-69,-15 8 155,-1 0-1,0-2 1,-1 0 0,0-2-1,-1 0 1,0-2 0,-1 0 0,-16 2-155,37-10-440,4 0-2150,0 0-1983</inkml:trace>
  <inkml:trace contextRef="#ctx0" brushRef="#br0" timeOffset="40272.489">13104 2094 6649,'0'0'1483,"0"0"2104,0 0-1298,0 0-788,0 0-321,20-6-216,65-18-213,-78 22-680,-1 1 0,1 0-1,-1 1 1,1-1 0,0 1 0,-1 1 0,1-1-1,-1 1 1,1 0 0,0 0 0,-1 1 0,0 0-1,1 0 1,-1 1 0,0 0 0,0 0 0,0 0 0,-1 0-1,1 1 1,-1 0 0,0 1 0,0-1 0,0 1-1,-1 0 1,1 0 0,-1 0 0,0 0 0,-1 1-1,1 0 1,-1 0 0,0 0 0,-1 0 0,0 0 0,1 0-1,-2 1 1,1-1 0,-1 1 0,0-1 0,0 1-1,-1 0 1,0 4-71,5 13 37,0 1 0,-2-1 0,0 1-1,-2-1 1,-1 1 0,0-1 0,-4 20-37,1-38-117,0 1 0,0-1 0,-1 0 0,1 0 0,-1 0 0,0 0 0,-1-1 0,0 0 0,1 0 0,-2 0 0,1 0 0,0-1 0,-1 0 0,0 0 0,0 0 0,0-1 0,-1 0 0,1 0 0,-1-1 1,1 1-1,-1-1 0,0-1 0,0 1 0,0-1 0,0-1 0,0 1 0,0-1 0,0 0 0,0-1 0,0 0 0,0 0 0,0 0 0,-4-2 117,8 2-1,-1 0 0,1-1 0,0 1 1,-1 0-1,1-1 0,0 0 0,0 0 0,0 0 0,0 0 0,0 0 0,0-1 1,1 1-1,-1-1 0,1 1 0,0-1 0,0 0 0,0 0 0,0 0 0,0-1 1,1 1-1,-1 0 0,1-1 0,0 1 0,0 0 0,0-1 0,0 0 0,1 1 1,0-1-1,-1 1 0,1-1 0,0 0 0,1-2 1,86-12 171,-72 18-89,177 12 1766,-138-6-1012,1-2-1,-1-2 1,1-3-1,-1-3 1,10-2-836,-56 5-27,1-1-1,-1 0 1,1 0 0,-1-1 0,0 0 0,0 0 0,0-1 0,0 0-1,-1 0 1,1-1 0,-1 0 0,0 0 0,-1 0 0,5-5 27,14-43-10193,-22 32 555</inkml:trace>
  <inkml:trace contextRef="#ctx0" brushRef="#br0" timeOffset="42969.52">17357 1786 7554,'0'0'1475,"0"0"4116,0 0-2431,0 19-676,12 203 2188,-7-193-4227,-3-2-324,2-1 0,1 0 0,0 0 0,2 0 0,2-1 0,0 0 0,1 0 1,1-1-1,2-1 0,0 0 0,2 0 0,4 4-121,5-18-3159,-19-50-9743,-5 30 10195,0-19-2158</inkml:trace>
  <inkml:trace contextRef="#ctx0" brushRef="#br0" timeOffset="43220.058">17234 2052 6481,'0'0'6434,"0"0"-4914,0 0-824,0 0 408,0 0 41,0 0-345,0 0-240,156 25-64,-105-23 120,7-2-320,2 0-296,6 0-136,17 0-832,-13 0-680,-14-4-3409</inkml:trace>
  <inkml:trace contextRef="#ctx0" brushRef="#br0" timeOffset="43749.655">18335 1872 6753,'0'0'4946,"0"0"-1950,0 0-1504,0 0-509,0 0 204,0 0 547,25 27 1312,-25-28-3076,0 1-1,0-1 1,-1 0 0,1 1 0,0-1 0,0 0-1,0 1 1,0-1 0,0 0 0,0 1-1,0-1 1,0 0 0,1 1 0,-1-1 0,0 0-1,0 1 1,0-1 0,1 1 0,-1-1-1,0 0 1,1 1 0,-1-1 0,1 1-1,-1-1 1,0 1 0,1-1 0,-1 1 0,1-1-1,-1 1 1,1 0 0,0-1 0,-1 1-1,1 0 1,-1-1 0,1 1 0,0 0 30,-98-28-4000,85 28 3955,1 0-1,-1 1 1,1 1 0,0 0 0,-1 0 0,1 1-1,0 0 1,0 1 0,0 1 0,1-1 0,0 2-1,-7 3 46,6-1 160,1 1-1,0 0 0,0 0 0,1 1 0,0 0 0,0 1 0,2 0 0,-1 0 1,1 1-1,1 0 0,0 0 0,0 0 0,2 1 0,-1 0 0,2 0 0,0 0 1,0 0-1,1 1 0,1-1 0,0 1 0,1-1 0,0 1 0,1-1 0,1 1 1,1 5-160,3-8 117,1 0 1,0-1-1,1 0 0,0 0 1,1-1-1,0 0 1,0-1-1,1 0 1,0 0-1,0-1 1,1 0-1,0-1 1,0 0-1,0-1 1,1 0-1,0-1 0,0 0 1,0-1-1,0 0 1,0-1-1,1 0 1,-1-1-1,1-1 1,0 0-1,8-1-117,11 3 307,-22 0-177,0-1 0,1 1 0,-1-2 0,0 1 0,0-1-1,1-1 1,-1 0 0,0-1 0,0 1 0,0-2 0,0 0 0,0 0 0,-1 0 0,1-1 0,-1-1 0,0 0-1,4-3-129,1-25-2948,-26-19-7674,-3 32 881</inkml:trace>
  <inkml:trace contextRef="#ctx0" brushRef="#br0" timeOffset="42002.305">15923 1882 6953,'0'0'4828,"0"0"-2606,0 0-1271,0 0-264,0 0 316,0 0 266,11 6 370,64 58 1422,-74-63-3055,6 20 222,2 1 1,1-1-1,0-1 0,2 0 0,0 0 0,1-1 0,1-1 0,1 0 1,1-1-1,0-1 0,1 0 0,1-1 0,0-1 0,1-1 0,0 0 0,1-2 1,1 0-1,12 4-228,70 7-183,-33-23-6641,-39-19-4737,-20 5 8052</inkml:trace>
  <inkml:trace contextRef="#ctx0" brushRef="#br0" timeOffset="42314.698">16426 1838 6545,'0'0'1153,"0"0"3296,0 0-3825,0 0-88,-138 78 656,92-41 224,-1 7-31,-2 4-345,3 1-256,6-3-56,10-2-264,9-7-168,9-5-224,8-7-72,4-4-840,11-6-1576,8-9-6530</inkml:trace>
  <inkml:trace contextRef="#ctx0" brushRef="#br0" timeOffset="41138.757">14368 1960 6689,'0'0'7563,"0"0"-4654,0 0-1453,0 0 353,0 0-328,0 0-491,22 18-507,111 95-169,-221-141-5234,80 27 4919,-1 0 0,1 0 0,0 1 0,-1 0 1,1 1-1,-1-1 0,1 2 0,0-1 0,-1 1 0,1 1 0,0-1 0,0 1 1,1 1-1,-1-1 0,1 1 0,-1 1 0,1-1 0,1 1 0,-4 3 1,5-2 70,0-1-1,1 1 0,0 0 0,0 1 1,1-1-1,0 1 0,0-1 1,0 1-1,1 0 0,0 0 1,0 0-1,1 0 0,0 0 0,0 1 1,1-1-1,-1 0 0,2 0 1,-1 1-1,1-1 0,0 0 0,1 0 1,-1 0-1,1 0 0,1 0 1,-1 0-1,1 0 0,1-1 0,-1 0 1,1 1-1,0-1 0,0-1 1,1 1-1,0 0 0,0-1 0,0 0 1,1 0-1,-1-1 0,1 0 1,0 0-1,0 0 0,1 0 0,-1-1 1,1 0-1,0-1 0,1 1-69,18 6 62,1-1 1,1-2-1,0 0 0,0-2 0,0-1 0,0-1 0,0-1 0,0-2 0,22-3-62,-45 4-118,1 0 0,-1 0 0,0-1 0,0 1 0,0-1 0,-1 0 0,1 0 0,0-1 0,0 1-1,0-1 1,-1 0 0,1-1 0,-1 1 0,0-1 0,1 0 0,-1 0 0,0 0 0,-1 0 0,1-1 0,-1 1 0,1-1 0,-1 0 0,0 0 0,-1 0 0,1-1-1,-1 1 1,1-1 0,-1 1 0,-1-1 0,1 0 0,-1 0 0,0 0 0,0 0 0,0 0 0,0 0 0,-1-3 118,-14-109-1763,5 143 3718,10-18-1848,2-1 1,-1 1-1,1-1 0,0 0 1,0 0-1,1 0 1,0-1-1,0 1 0,0-1 1,1 0-1,0 0 0,1-1 1,-1 1-1,1-1 1,0 0-1,0-1 0,0 1 1,1-1-1,0-1 0,0 1 1,0-1-1,0 0 1,0-1-1,0 1 0,1-2 1,-1 1-1,1-1 0,0 0 1,-1 0-1,1-1 1,0 0-1,-1-1 0,1 1 1,0-2-1,-1 1 0,1-1 1,5-2-108,-7 0-3,0-1 1,0-1 0,0 1-1,-1-1 1,0 0-1,0 0 1,0-1 0,-1 1-1,0-1 1,0 0-1,-1 0 1,0 0 0,0-1-1,0 1 1,-1-1-1,0 1 1,-1-1 0,0 0-1,0 0 1,-1 0-1,0 0 1,0 1 0,0-1-1,-1 0 1,-1 0 2,2 6 1,1 1-14,0-1 0,-1 0 0,1 0 0,-1 0 0,0 0 0,0 0 0,0 0 0,0 0 0,0 0 0,0 0 0,0 0 0,-1 0 0,1 0 0,0 0 0,-1 0 0,0 0 0,0 0 0,1 0 0,-1 0 0,0 1 0,0-1 0,-1 0 0,1 1 0,0-1 0,-1 1 0,1-1 0,0 1 0,-1 0 0,0-1 0,1 1 0,-1 0 0,0 0 0,0 0 0,1 0 0,-1 1 0,0-1 0,0 0 0,0 1 0,0-1 0,0 1 0,0 0 0,0 0 0,-1 0 13,-11-1-123,1 0 0,-1 2 0,0-1 0,1 2 0,-1 0-1,1 1 1,-1 0 0,1 1 0,0 0 0,0 1 0,1 0 0,0 1 0,0 1-1,0 0 1,-9 8 123,-10 26-1848,34-6-3499,11-19-3741</inkml:trace>
  <inkml:trace contextRef="#ctx0" brushRef="#br0" timeOffset="41611.268">15620 1930 8386,'0'0'1568,"0"0"2018,0 0-1579,0 0-761,-22 0-46,-3-3-716,-109 17 1985,118-9-2314,1 1-1,0 0 1,0 1 0,0 0-1,0 1 1,1 1 0,1 1-1,0-1 1,0 2 0,-7 7-155,19-17 0,0 0-1,0 1 1,0-1 0,0 0 0,0 1-1,0-1 1,1 1 0,-1-1 0,0 1-1,1-1 1,-1 1 0,1-1 0,0 1-1,-1 0 1,1-1 0,0 1 0,0-1-1,0 1 1,0 0 0,0-1 0,0 1-1,0 0 1,1-1 0,-1 1 0,1-1-1,-1 1 1,1-1 0,0 1 0,-1-1-1,1 1 1,0-1 0,0 0 0,0 1-1,0-1 1,0 0 0,0 0 0,1 1-1,-1-1 1,0 0 0,0 0 0,1-1-1,-1 1 1,1 0 0,-1 0 0,1-1-1,-1 1 1,1-1 0,-1 1 0,1-1-1,0 0 1,-1 1 0,1-1 0,1 0 0,93 14-26,-93-13 25,37-1-60,78 19 8,-116-16 90,0 1-1,0-1 1,0 1-1,-1-1 1,1 1-1,-1 0 0,0-1 1,0 1-1,0 0 1,0 0-1,-1 0 0,0 0 1,0 0-1,0 0 1,0 0-1,0 0 0,-1-1 1,0 1-1,0 0 1,0 0-1,0 0 1,-1-1-1,1 1 0,-1-1 1,0 1-1,0-1 1,0 1-1,0-1 0,-1 0 1,1 0-1,-1 0 1,0-1-1,-3 3-36,-10 9 254,0-2 0,-1 0 1,0 0-1,-1-2 0,-1 0 0,0-1 0,0-1 1,-20 5-255,-47 0-5729,83-13 86</inkml:trace>
  <inkml:trace contextRef="#ctx0" brushRef="#br0" timeOffset="39173.664">11956 1976 7946,'0'0'1811,"0"0"3104,0 0-2721,0 0-1206,0 0 430,1 24 641,20 161 843,-8-122-2433,3-1 1,2-1-1,4 0 0,2-2 0,28 51-469,-49-104-378,13 18 762,-4-17-5376,-12-12-222,-2-13 1476,-10-6-1884,-4 2 3260</inkml:trace>
  <inkml:trace contextRef="#ctx0" brushRef="#br0" timeOffset="39488.556">11835 2360 6305,'0'0'3558,"0"0"-1366,0 0-491,20 0-50,258-9 3349,-2-12-2902,-233 19-2838,-9-7-4786,-5-9-8136,-15 7 11757</inkml:trace>
  <inkml:trace contextRef="#ctx0" brushRef="#br0" timeOffset="15375.604">15115 418 10122,'0'0'4997,"0"0"-2447,0 0-587,0 0-434,0 0-469,0 0-473,14 3-245,74 17-120,-114-38-488,20 17 277,0 0 0,-1 0 0,1 1 0,0-1 0,-1 1 0,1 1 0,0-1 0,-1 1 0,1 0 0,0 1 0,0-1-1,0 1 1,0 1 0,0-1 0,0 1 0,1 0 0,-1 0 0,1 0 0,0 1 0,-1 0 0,2 0 0,-1 0 0,0 1 0,1 0 0,0-1 0,0 2 0,1-1-1,-1 0 1,1 1 0,0-1 0,1 1 0,-1 0 0,1 0 0,0 0 0,1 0 0,-1 0 0,1 1 0,0-1 0,1 0 0,0 3-11,-1-2 28,0 0-1,1 0 1,0-1 0,0 1 0,0 0 0,1 0 0,0-1 0,1 1 0,-1 0-1,1-1 1,1 1 0,-1-1 0,1 0 0,0 0 0,0 0 0,1 0 0,0-1-1,0 1 1,0-1 0,1 0 0,-1 0 0,1 0 0,1-1 0,-1 0 0,0 0-1,1 0 1,0-1 0,0 1 0,0-1 0,0-1 0,5 2-28,6 2-22,0-1 1,0 0-1,1-2 1,-1 0 0,1-1-1,-1-1 1,1 0-1,0-1 1,0-1-1,14-3 22,-27 1-41,0 0 1,0-1-1,-1 1 0,0-1 1,0 0-1,0 0 0,0 0 1,-1 0-1,1-1 0,-1 0 1,0 1-1,0-1 0,-1 0 0,0-1 1,0 1-1,0 0 0,0-1 1,-1 1-1,0-1 0,0 1 1,0-1-1,-1 1 0,0-1 0,0 0 1,0 1-1,-1-1 0,0 0 1,0 1-1,0-1 0,-1 1 1,0-3 40,-10-4 115,14 53 28,4-32-128,0-1-1,1 1 0,0-1 0,0-1 0,1 1 1,0-1-1,1-1 0,-1 1 0,1-1 1,1-1-1,-1 0 0,1 0 0,0-1 0,0 0 1,0-1-1,0 0 0,1 0 0,-1-1 1,1-1-1,-1 0 0,1 0 0,0-1 0,0 0 1,-1-1-1,1 0 0,0-1 0,0 0-14,-6-1-11,-1 0 1,0 0-1,1 0 0,-1 0 0,0-1 0,0 1 0,-1-1 0,1 0 0,-1 0 1,0-1-1,0 1 0,0-1 0,-1 1 0,1-1 0,-1 0 0,0 0 0,-1 0 0,1 0 1,-1 0-1,0 0 0,0-1 0,-1 1 0,1 0 0,-1-1 0,0 1 0,-1 0 0,1 0 1,-1-1-1,0 1 0,0 0 0,-1 0 0,0 0 0,0 0 0,0 0 0,0 0 0,-1 1 1,0-1-1,0 1 0,0-1 0,0 1 0,-1 0 0,1 1 0,-3-3 11,0 3 18,0-1 0,0 1 0,0 0 0,0 0 0,-1 0 0,1 1 0,-1 0 0,1 1 0,-1-1-1,0 1 1,0 1 0,0-1 0,0 1 0,0 0 0,0 1 0,1 0 0,-6 0-18,9 0-56,0-1 0,0 0 0,0 1-1,0 0 1,0 0 0,0 0 0,0 0 0,1 0 0,-1 0 0,0 1 0,0-1 0,1 1 0,-1 0 0,1 0-1,0 0 1,-1 0 0,1 0 0,0 1 0,0-1 0,0 0 0,1 1 0,-1 0 0,1-1 0,-1 1-1,1 0 1,0 0 0,0 0 0,0 0 0,0 0 0,1 0 0,-1 0 0,1 0 0,0 0 0,-1 0 0,2 0-1,-1 0 1,0 0 0,1 0 0,-1 1 56,10 16-4163,9-4-2255</inkml:trace>
  <inkml:trace contextRef="#ctx0" brushRef="#br0" timeOffset="15853.654">16007 337 13771,'0'0'2750,"0"0"-1485,0 0-499,0 0 364,0 0-109,-21 7-441,-65 28-356,-39 71-70,124-106-168,0 1 1,0-1 0,0 1-1,0 0 1,0-1-1,0 1 1,1 0 0,-1 0-1,0-1 1,1 1 0,-1 0-1,0 0 1,1 0 0,-1 0-1,1 0 1,-1 0 0,1 0-1,0 0 1,-1 0-1,1 0 1,0 0 0,0 0-1,-1 0 1,1 0 0,0 0-1,0 0 1,1 1 0,-1-1-1,0 0 1,0 0-1,0 0 1,1 0 0,-1 0-1,0 0 1,1 0 0,-1 0-1,1 0 1,-1 0 0,1 0-1,0 0 1,-1-1 0,1 1-1,0 0 1,0 0-1,-1-1 1,1 1 0,0 0-1,0-1 1,0 1 0,0-1-1,0 1 1,0-1 0,0 1-1,0-1 1,0 0 0,0 1-1,0-1 1,0 0-1,0 0 1,0 0 0,0 0-1,1 0 1,-1 0 13,82 6-1053,-75-6 1015,14 0-153,-17-2 194,0 0-1,0 1 0,0 0 0,1 0 1,-1 0-1,1 1 0,-1 0 0,0 0 1,1 0-1,-1 1 0,1-1 0,-1 1 1,0 1-1,0-1 0,1 1 1,-1 0-1,0 0 0,0 0 0,-1 1 1,1-1-1,-1 1 0,1 1 0,-1-1 1,0 0-1,0 1 0,0 0 0,0 0 1,-1 0-1,0 1 0,0-1 0,0 1 1,0-1-1,-1 1 0,1 0 0,-1 0 1,-1 0-1,1 1 0,-1-1 1,1 3-3,-2-3 103,1 1 1,-1-1 0,0 0 0,-1 0 0,1 1 0,-1-1 0,0 0 0,0 0 0,-1 0 0,0 0-1,0 0 1,0 0 0,0-1 0,-1 1 0,1-1 0,-1 1 0,-1-1 0,1 0 0,0 0-1,-1 0 1,0-1 0,0 1 0,0-1 0,0 0 0,-1 0 0,1 0 0,-1-1 0,1 1 0,-1-1-1,0 0 1,0-1 0,-2 1-104,-91 17-1861,92-26-5138,6-5-5131</inkml:trace>
  <inkml:trace contextRef="#ctx0" brushRef="#br0" timeOffset="16132.941">16642 362 8370,'0'0'416,"0"0"6921,0 0-5568,0 0-209,0 0-152,0 0-351,-132 63-137,104-21-432,0 6-176,2-2-216,5 0-32,3-8 8,6-5-144,3-8 32,4-6-400,0-13-1280,5-4-2321,0-2-896</inkml:trace>
  <inkml:trace contextRef="#ctx0" brushRef="#br0" timeOffset="16444.278">16328 339 7009,'0'0'7713,"0"0"-5030,0 0-1495,0 0 742,0 0-120,17 22-307,56 73-472,-54-71-860,2-2-1,0-1 1,1 0 0,2-2 0,0-1 0,0 0 0,2-2 0,19 9-171,15 1-2155,-40-22-3226,3-2-6205,-14-2 5058</inkml:trace>
  <inkml:trace contextRef="#ctx0" brushRef="#br0" timeOffset="23504.819">16670 48 5601,'0'0'831,"0"0"51,0 0 1418,0 0-568,0 0-315,0 0 176,-5-7-83,-4-5-2202,-13-17 6614,40 42-2322,79 72-3115,-71-67-458,-1 2 0,-2 1-1,0 1 1,-1 1 0,-1 0-1,-1 2 1,-1 0 0,-2 2-1,0 0 1,-2 0 0,3 11-27,-6-1 2,-1 1 0,-2 1-1,-2 0 1,-2 0 0,-1 0 0,-2 0 0,-2 4-2,-5-32 12,0 1 0,0-1 0,-1 0 0,-1-1 0,0 1 0,0-1 0,-1 0 0,0-1 0,-1 0 0,0 0 0,0-1 0,-1 0 0,0-1 0,0 0-1,-1-1 1,0 0 0,0 0 0,-1-1 0,1-1 0,-1 0 0,-7 1-12,-1 5 57,-46 25 23,89-33-3058,65-23-6177,-46 3 3014</inkml:trace>
  <inkml:trace contextRef="#ctx0" brushRef="#br0" timeOffset="38178.223">16235 686 10682,'0'0'0,"0"0"-6281</inkml:trace>
  <inkml:trace contextRef="#ctx0" brushRef="#br0" timeOffset="28403.692">0 2584 5761,'0'0'4403,"0"0"-1419,0 0-1314,0 0-382,0 0 352,0 0-73,11 2-9,48 7-404,-1-3 1,0-2-1,1-3 0,38-4-1154,18 0 355,-111 3 66,14 1-1482,-24 11-5789,-8-4 1836</inkml:trace>
  <inkml:trace contextRef="#ctx0" brushRef="#br0" timeOffset="28722.881">147 2971 8914,'0'0'4050,"0"0"-1315,0 0-964,0 0 265,0 0 51,20 4-436,219 21 957,-144-17-2110,24 1-2008,-45-17-3762,-30-7-29</inkml:trace>
  <inkml:trace contextRef="#ctx0" brushRef="#br0" timeOffset="29134.16">1325 2753 6601,'0'0'763,"0"0"-384,0 0 226,0 0 1805,0 0 27,0 0-665,-5 0-534,-14 0-187,15 0-71,4 0 171,0 0-88,13 0 584,320-31 2830,-202 8-5176,-110 33-6053,-9-10 1704</inkml:trace>
  <inkml:trace contextRef="#ctx0" brushRef="#br0" timeOffset="29558.609">2400 2293 7978,'0'0'928,"0"0"1934,0 0-254,0 0-1003,0 0-613,0 0-22,0-5 1477,-4 28-1985,0 0 0,-2 0 0,-1-1 0,-1 1 0,-1-2 1,0 1-1,-2-1 0,-9 13-462,16-25 43,-251 385 408,245-430-12964,6 6 3206</inkml:trace>
  <inkml:trace contextRef="#ctx0" brushRef="#br0" timeOffset="29888.367">2030 2301 7034,'0'0'3951,"0"0"-1565,0 0-574,0 0 94,18 18 145,292 304 4905,-213-223-6609,-95-99-687,0 0 0,0 0 0,0 0 0,0 0 0,0-1 0,0 1-1,-1-1 1,1 1 0,0-1 0,0 0 0,0 0 0,-1 1 0,1-1 0,-1 0 0,1-1 0,-1 1 0,1 0 0,-1 0 0,1-1 0,-1 1-1,0-1 1,0 1 0,0-1 0,0 1 0,0-1 0,0 0 0,0 0 0,0 1 0,-1-1 0,1 0 0,-1 0 0,1 0 0,-1 0 0,0 0-1,0 1 1,0-1 0,0-2 340,1 1-981,7-26-7961</inkml:trace>
  <inkml:trace contextRef="#ctx0" brushRef="#br0" timeOffset="30435.062">2433 1951 6769,'0'0'910,"0"0"457,0 0 885,0 0-835,0 0-496,0 0-61,10-8 21,36-26-256,-40 32-542,-1 0 0,1 0 1,-1 0-1,1 1 0,0 0 0,0 0 1,0 0-1,0 1 0,-1 0 0,1 0 0,0 1 1,0-1-1,0 1 0,0 0 0,-1 1 0,1 0 1,0 0-1,5 2-83,118 97 1167,-128-99-1108,-1 0 0,1 0 0,-1 0 0,1 0 1,-1 0-1,0 0 0,0 0 0,0 0 0,0 0 1,0 0-1,0 0 0,-1 0 0,1-1 0,0 1 0,-1 0 1,0 0-1,1 0 0,-1 0 0,0-1 0,0 1 1,0 0-1,0-1 0,-1 1 0,1 0 0,0-1 0,-1 0 1,1 1-1,0-1 0,-1 0 0,0 0 0,1 0 1,-1 0-1,0 0-59,-6 8 231,4-6-164,1 0 1,-1 0-1,1 0 0,0 0 1,0 1-1,0-1 0,0 1 1,0 0-1,1 0 0,0 0 1,0 0-1,0 0 0,0 0 0,1 1 1,-1-1-1,1 1 0,0-1 1,1 1-1,-1-1 0,1 1 1,0-1-1,0 1 0,0-1 1,0 1-1,1 0 0,0-1 1,0 1-1,0-1 0,1 0 0,-1 1 1,1-1-1,0 0 0,1 0 1,-1 0-1,0 0 0,1-1 1,0 1-1,3 2-67,9 1 187,0-2 0,1 0-1,0-1 1,0 0 0,0-2 0,1 0 0,-1 0-1,0-2 1,1 0 0,-1-1 0,1 0 0,-1-1 0,7-3-187,1-3 264,-23 8-435,-1 0-700,0 0-1315,0 0-3051,0 0-3478</inkml:trace>
  <inkml:trace contextRef="#ctx0" brushRef="#br0" timeOffset="45153.185">1132 1930 7009,'0'0'1243,"0"0"1097,0 0-963,0 0-829,0 0 42,0 0 157,-17 17 169,-51 58-147,60-64-501,1 1-1,-1 0 0,2 0 0,0 0 1,0 1-1,1-1 0,1 2 1,0-1-1,1 0 0,0 1 0,1-1 1,0 1-1,1 5-267,0-12 154,-2 9 58,1-1 1,1 1-1,0 0 1,0-1-1,2 1 0,0 0 1,1-1-1,0 1 0,2-1 1,-1 0-1,2 0 1,0 0-1,1 0 0,0-1 1,1 0-1,7 10-212,104 101 667,37 58-436,-141-165-115,-2 1 1,0 0-1,-1 0 1,-1 2 0,-1-1-1,-1 1 1,-1 0 0,-1 1-1,0-1 1,-2 1-1,0 1 1,-2-1 0,-1 0-1,0 1 1,-1-1-1,-2 1 1,0-1 0,-2 0-1,0 0 1,-1 0-1,-2-1 1,0 1 0,-6 11-117,-32 47 1036,56-78-1504,48-29-2949,-31 3-1492</inkml:trace>
  <inkml:trace contextRef="#ctx0" brushRef="#br0" timeOffset="49800.184">1301 1780 7042,'0'0'674,"0"0"-396,0 0 92,0 0 1067,0 0 48,0 0-324,6-1 4756,34-7-4566,72-16 717,189-21-1406,-85 71-660,86 25-63,-272-48 82,-4 0 90,1-2 0,0 0 0,-1-2 0,1 0 0,0-2 0,-1-2 0,0 0 0,0-1 0,24-10-111,-38 11 58,17-8-5,1 1 1,1 2-1,-1 1 0,2 1 0,-1 2 1,1 1-1,2 1-53,514-70 156,-225 80-217,-206-20 42,1 6 0,1 4 0,10 6 19,-10-1 39,-85 2-49,-1 1-1,1 1 1,-1 2 0,-1 2-1,1 1 1,19 9 10,172 37 0,-165-54 8,1-2 0,-1-3 0,1-2 0,-1-3 0,6-4-8,365 0 122,371-114-167,-791 124 34,0-1-1,0 0 1,0 1 0,0 0 0,1 1-1,-1 0 1,1 1 0,-1 0 0,0 1 0,1 0-1,-1 0 1,0 1 0,1 0 0,-1 1-1,0 1 1,1 0 11,23 12 7,1 0 0,0-3 1,1-1-1,1-2 0,-1-1 0,2-1 0,-1-3 1,1-1-1,-1-2 0,1-1 0,0-2 0,32-5-7,33 4 51,134 2-55,1-11-1,16-12 5,-139 7 56,1 4 1,0 6-1,0 4 0,100 13-56,478 47 102,-478-19-137,-25-2 29,3-8 0,0-8-1,49-8 8,289-13 71,-513-2-70,0-2 0,-1 0 0,1-1 0,-1 0 0,-1-2 0,1 0 1,-1-1-1,0-1 0,11-8-2,44-19-54,-7 11 50,1 3 1,1 3 0,1 4-1,0 2 1,1 3-1,0 3 1,1 3 0,-1 3-1,11 4 4,250 32-22,162-12 68,-337-8-63,1-7 0,0-7 1,103-14 16,15 2 45,348-47-38,-558 57-6,41 2-13,1-4-1,-1-6 0,0-3 0,85-23 13,-85 9-18,2 5 1,0 4-1,102-1 18,98-21-42,-284 38 33,-1 1-1,0 2 0,1 0 1,-1 1-1,0 1 0,-1 1 0,1 2 1,-1 0-1,0 1 0,12 6 10,91 28-1,-46-28 6,0-3 0,1-4 0,1-3 0,75-7-5,121 6-4,-165 6 8,-14 1-43,0-5-1,1-4 0,96-11 40,287-57-52,-290 85-43,145-18 165,-48 66-85,-123-12 47,-159-51-26,1 0 0,-1 0-1,1 1 1,-1 0 0,0 0 0,0 0 0,-1 0-1,1 1 1,-1 0 0,0 0 0,0 1-1,-1-1 1,0 1 0,0 0 0,0 0 0,-1 1-1,1-1 1,-2 1 0,1 0 0,-1-1-1,0 1 1,0 0 0,-1 0 0,0 1 0,0-1-1,0 0 1,-1 0 0,-1 0 0,1 0-1,-1 1 1,0-1 0,0 0 0,-1 0 0,0 0-1,-1-1 1,-1 5-6,-24 28 149,17-26-109,0 1 1,0 0-1,1 1 0,1 1 1,1-1-1,0 1 0,1 1 1,0-1-1,2 1 1,0 0-1,1 1 0,0-1 1,0 15-41,4 104 28,-26-70-23,93-44 192,-64-19-198,0 0 0,0 0-1,0 0 1,0 1 0,-1-1 0,1 1-1,-1 0 1,0-1 0,0 1-1,0 0 1,-1 0 0,1 1-1,-1-1 1,0 0 0,0 0-1,-1 1 1,1-1 0,-1 0 0,0 1-1,0-1 1,-1 0 0,1 1-1,-1-1 1,0 0 0,0 0-1,-1 4 2,1 1 28,-75 231 182,75-232-211,-1-1 0,1 1 0,0-1 0,0 1 0,1 0 0,0-1 0,1 1 0,0-1 0,0 1 0,0-1 0,1 1 0,0-1 0,1 0 0,-1 0 0,1 0 0,1 0 0,-1 0 0,1-1 0,0 1 0,1-1 0,0 0 0,4 4 1,172 185 1057,-155-159-881,-37-47-3830,-5-40-10570,13 29 11427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5:03:48.119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05" units="cm"/>
      <inkml:brushProperty name="height" value="0.05" units="cm"/>
      <inkml:brushProperty name="color" value="#00A0D7"/>
    </inkml:brush>
    <inkml:brush xml:id="br2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792 95 4721,'0'0'2150,"0"0"-1219,0 0-530,0 0 917,0 0 671,0 0-239,2-8-153,-2 8-1626,8-38 2136,-13-6 3500,1 43-5492,0 0 0,0 0 1,0 0-1,0 1 0,0-1 0,0 1 0,-1 0 0,1 0 0,0 1 0,0-1 1,0 1-1,0 0 0,0 0 0,0 0 0,0 1 0,0-1 0,1 1 1,-1 0-1,0 0 0,1 0 0,-1 0-115,-13 16 32,1 1 0,1 0 0,0 1 0,1 0 0,1 1 0,2 1 0,0 0 0,1 1 0,1-1 0,1 2 0,1-1 0,1 1 0,1 1 0,1-1 0,1 0 0,2 1 0,0 0 0,2-1 0,0 2-32,3-4 105,0 1 0,2-1-1,0 0 1,2-1 0,0 0 0,1 0-1,1-1 1,7 11-105,21 46 240,220 616 1581,-208-548-1717,-7 2 0,-6 2-1,-7 1 1,5 86-104,2 258 52,-38-476-45,-1 0 1,-1-1-1,-1 1 0,0-1 1,-1 1-1,-1-1 0,-1-1 1,0 1-1,-1-1 0,0-1 1,-2 1-1,0-1 0,0-1 1,-2 0-1,0-1 0,0 0 1,-1 0-1,0-1 0,-1-1 0,-1-1 1,0 0-1,0 0 0,-1-2 1,0 0-1,-1-1 0,1 0 1,-1-2-1,-1 0 0,1 0 1,-1-2-1,-6 0-7,-501 8 45,293-40-277,231 28 155,0 1-1,-1 0 1,1-1-1,0 1 0,0-1 1,0 1-1,0-1 1,0 0-1,0 1 1,0-1-1,0 0 0,0 0 1,0 0-1,0 1 1,0-1-1,0 0 1,0 0-1,1 0 1,-1-1-1,1 1 0,-1 0 1,0 0-1,1 0 1,0 0-1,-1-1 1,1 1-1,0 0 1,0 0-1,-1-1 0,1 1 1,0 0-1,0 0 1,0-1-1,1 1 1,-1 0-1,0 0 0,0-1 1,1 1-1,-1 0 1,1 0-1,-1 0 1,1 0-1,-1-1 1,1 1-1,0 0 0,-1 0 1,1 0-1,0 0 1,0 0-1,0 1 1,0-1-1,0 0 1,0 0-1,0 1 0,0-1 1,0 0-1,1 0 78,119-95-9491,-57 45 2367</inkml:trace>
  <inkml:trace contextRef="#ctx0" brushRef="#br0" timeOffset="3731.903">4359 1479 9282,'0'0'4514,"0"0"-2025,0 0-953,0 0-616,0 0 145,0 0 148,-9-4-213,-36 7-180,22 62-122,8 169 1448,16-227-2130,1 0 0,1-1 0,-1 1 0,1-1 0,0 1 0,1-1 0,0 0 0,-1 0 0,2 0 0,-1-1 0,1 1 0,0-1 0,0 0 0,0 0 0,1-1 0,0 0 0,0 0 0,0 0 0,0-1 0,0 0 0,1 0 0,0 0 0,-1-1 1,1 0-1,0 0 0,0-1 0,0 0 0,0 0 0,1 0 0,-1-1 0,0 0 0,0-1 0,0 0 0,0 0 0,0 0 0,0-1 0,0 0 0,0 0 0,-1-1 0,1 0 0,-1 0 0,0 0 0,1-1 0,-1 0 0,-1 0 0,1-1 0,-1 1 0,0-1 0,0-1 0,0 1 0,1-3-16,3-6-25,-1 0-1,-1-1 1,0 0-1,-1 0 0,-1-1 1,0 1-1,-2-1 0,1 0 1,-2 0-1,0-1 1,-1 1-1,-1 0 0,0-1 1,-1 1-1,-1-3 26,2 15-13,-1 1 1,1-1-1,-1 1 0,0-1 0,0 1 0,0 0 0,-1-1 0,1 1 0,-1 0 1,1 0-1,-1 0 0,0 0 0,0 0 0,-1 0 0,1 1 0,-1-1 0,1 1 1,-1-1-1,0 1 0,0 0 0,0 0 0,0 0 0,0 1 0,0-1 0,0 1 1,-1 0-1,1 0 0,0 0 0,-1 0 0,1 0 0,-1 1 0,1-1 1,-1 1-1,-3 0 13,-120 30-270,118-25 243,0 1 0,1 1 1,0 0-1,0 0 0,0 1 0,1-1 0,0 2 0,0-1 0,1 1 0,0 0 0,1 0 0,0 1 0,0-1 0,1 1 0,1 0 0,-1 0 0,1 1 0,1-1 0,0 1 0,1-1 0,0 1 0,0 8 27,1-17-102,1 0 0,-1 1 1,1-1-1,0 0 0,-1 0 0,1 1 0,0-1 0,0 0 1,0 0-1,1 0 0,-1 0 0,0 0 0,1 0 0,0-1 1,-1 1-1,1 0 0,0-1 0,0 1 0,0-1 1,0 1-1,0-1 0,0 0 0,0 0 0,0 0 0,0 0 1,0-1-1,1 1 0,-1 0 0,0-1 0,1 0 1,-1 1-1,0-1 0,1 0 0,-1 0 0,1 0 0,-1-1 1,0 1-1,1-1 102,91-21-6823,-52-7 1385,-5-4-2952</inkml:trace>
  <inkml:trace contextRef="#ctx0" brushRef="#br0" timeOffset="4045.237">4447 809 8426,'0'0'1428,"0"0"3164,-14-22-2074,-5-8-1801,-13-21 71,-9-2 2788,63 110-869,24 57-1852,-6 2 0,-4 1 0,-6 2-1,11 91-854,43 166 627,-47-274-1080,-17-87-2079,-3-17-4625,-7-5-1033</inkml:trace>
  <inkml:trace contextRef="#ctx0" brushRef="#br0" timeOffset="4530.301">4822 1518 7634,'0'0'7369,"0"0"-4732,0 0-1841,0 0-463,0 0-66,0 0 293,10-5 27,-4 1-451,-4 2-102,0 0-1,0 1 1,1-1 0,-1 1 0,0-1 0,1 1 0,-1 0 0,1 0 0,-1 0 0,1 0 0,-1 0 0,1 1 0,0-1-1,-1 1 1,1 0 0,0 0 0,0 0 0,-1 0 0,1 0 0,0 0 0,-1 1 0,1-1 0,0 1 0,-1 0 0,1 0 0,1 1-34,9 9 349,0 1 0,-1 1 1,-1 0-1,0 1 0,-1 0 1,0 1-1,-2 0 0,1 0 1,-2 1-1,4 11-349,51 85 1026,-50-100-1016,1 0 0,0-1-1,0 0 1,1-1 0,0 0 0,1-1 0,0-1-1,0-1 1,1 0 0,0-1 0,0 0-1,1-2 1,0 0 0,-1 0 0,1-2 0,0 0-1,1-1 1,-1-1 0,0 0 0,0-1-1,16-4-9,-24 5-101,62-23-3526,-66 18 2727,-1 0 0,0 0 1,0 0-1,0-1 0,-1 0 0,0 1 0,0-1 0,0-1 0,-1 1 0,0 0 0,0 0 0,-1-1 0,1 0 1,-1 1-1,-1-1 0,1 0 900,1-44-3605,-2 20 2532</inkml:trace>
  <inkml:trace contextRef="#ctx0" brushRef="#br0" timeOffset="4845.85">5353 1246 4353,'0'0'3319,"0"0"1754,0 0-2329,-17 25-780,-104 172 2322,-138 279 1408,220-379-6444,63-106-5534,4-11-984,-1-7-4567</inkml:trace>
  <inkml:trace contextRef="#ctx0" brushRef="#br0" timeOffset="2639.545">3111 649 6041,'0'0'5599,"0"0"-2963,0 0-1081,0 0-358,0 0 3,0 0-12,15 2 279,111-29 294,-113 89-1749,-83 190 1973,70-247-1965,1-1 0,0 1 0,0 0 0,1-1 0,-1 1-1,1-1 1,0 0 0,1 1 0,-1-1 0,0 0 0,1 0-1,0-1 1,0 1 0,0-1 0,1 1 0,-1-1 0,1 0 0,0 0-1,0 0 1,0-1 0,0 1 0,0-1 0,0 0 0,1 0-1,-1-1 1,1 1 0,-1-1 0,1 0 0,0 0 0,-1-1 0,1 1-1,0-1 1,-1 0 0,4-1-20,132 6 458,-89-47-7675,-30 17 2072,0 0-1770</inkml:trace>
  <inkml:trace contextRef="#ctx0" brushRef="#br0" timeOffset="2920.151">3879 476 6361,'0'0'8093,"0"0"-5041,0 0-1950,0 0-487,0 0 489,-19 25 354,-63 86-425,-40 157-14,113-248-3070,9-20 1863,0-1-1,0 1 0,0-1 0,0 1 1,0-1-1,0 1 0,0-1 0,0 0 1,0 1-1,0-1 0,0 1 0,0-1 0,0 1 1,-1-1-1,1 1 0,0-1 0,0 1 1,-1 0-1,1-1 0,0 1 0,0-1 1,-1 1-1,1 0 0,-1-1 0,1 1 1,0-1-1,-1 1 0,1 0 0,-1 0 1,1-1-1,-1 1 0,1 0 0,-1 0 1,1 0-1,-1-1 0,1 1 0,-1 0 1,1 0-1,-1 0 0,1 0 0,-1 0 1,1 0-1,-1 0 0,1 0 0,-1 0 1,1 0-1,-1 0 0,1 0 0,-1 1 1,1-1-1,-1 0 0,1 0 0,-1 0 1,1 1-1,-1-1 0,1 0 0,0 1 0,-1-1 1,1 0-1,-1 1 0,1-1 0,0 1 189,-5-24-8691</inkml:trace>
  <inkml:trace contextRef="#ctx0" brushRef="#br0" timeOffset="3231.997">3614 532 7562,'0'0'3008,"0"0"-853,0 0-360,0 0-300,0 0-202,0 0-357,-2-4 41,-2-5 964,10 36-451,15 48 110,-10-47-1302,1-1 1,1 0 0,1 0-1,1-2 1,2 0 0,0 0-1,18 17-298,93 82-1503,-110-109-1859,-5-2-3536</inkml:trace>
  <inkml:trace contextRef="#ctx0" brushRef="#br1" timeOffset="19244.585">1547 3026 5329,'0'0'1905,"0"0"1833,0 0-1295,0 0-941,0 0-452,0 0-248,1-11 139,7-38-174,-6 45-663,1 0 0,-1-1 0,1 1 0,0 0 0,0 0 0,0 0-1,0 1 1,1-1 0,-1 1 0,1-1 0,0 1 0,0 1 0,0-1 0,1 0 0,-1 1-1,1 0 1,-1 0 0,1 0 0,3 0-104,-1-1 75,-2 2-26,-1 0 0,1 0 0,0 0 0,0 1 0,-1 0 0,1-1 0,0 2 0,0-1 0,-1 1 0,1-1 0,0 1 0,-1 1 0,1-1 0,-1 1 0,1-1 0,-1 1 0,0 0 0,1 1 1,-1-1-1,0 1 0,-1 0 0,1 0 0,0 0 0,-1 0 0,0 1 0,0 0 0,0-1 0,0 1 0,0 0 0,-1 0 0,0 1 0,0-1 0,0 0 0,0 1 0,-1-1 0,1 1 0,-1-1 0,0 1 0,-1 0 0,1 0 0,-1-1 0,0 1 1,0 0-1,-1 4-49,18 94 537,-16-84-482,0-1 0,1 1 0,1-1 0,1 0 0,1 0 0,0-1 0,1 1 0,1-1 0,1 0 0,0-1 0,1 0 0,1 0 0,0-1-1,1 0-54,-7-12 15,-1-1-1,1 1 1,-1-1-1,1 0 1,0 0-1,-1 0 0,1-1 1,0 1-1,0-1 1,1 0-1,-1 0 0,0 0 1,0-1-1,0 1 1,1-1-1,-1 0 0,0 0 1,0-1-1,0 1 1,1-1-1,-1 0 1,0 0-1,0 0 0,0-1 1,0 1-1,0-1 1,-1 0-1,1 0 0,0-1 1,-1 1-1,1-1 1,-1 1-1,0-1 1,0 0-1,0 0 0,-1-1 1,1 1-1,-1-1 1,1 1-1,-1-1 0,0 0 1,0 1-1,-1-1 1,1 0-1,-1 0 0,0-1 1,0-1-15,6-15 4,-1 0 1,-1 0-1,-1-1 0,-1 0 1,0 0-1,-2 0 0,-1 0 1,0 0-1,-2 0 0,-1 0 1,0 1-1,-3-8-4,3 22 10,1-1 1,-1 1-1,-1 0 0,1 0 1,-1 0-1,0 1 1,-1-1-1,0 1 0,0 0 1,0 0-1,0 1 0,-1 0 1,0 0-1,0 0 1,-1 0-1,1 1 0,-1 0 1,-2 0-11,9 3-6,51 128-166,-12-45 425,-27-49-30,2-2 1,1 0 0,2 0 0,1-2 0,1 0 0,1-1 0,2-1 0,0 0 0,2-2-1,23 19-223,-46-44-101,0 0-1,1 0 0,-1 0 0,0 0 0,0 0 1,0 0-1,0 0 0,0 0 0,0-1 0,0 1 0,0 0 1,0-1-1,0 1 0,-1-1 0,1 1 0,0-1 0,0 1 1,0-1-1,0 0 0,0 1 0,-1-1 0,1 0 1,0 0-1,-1 1 0,1-1 0,-1 0 0,1 0 0,-1 0 1,1 0-1,-1 0 0,1 0 0,-1 0 0,0 0 0,0 0 1,1 0-1,-1 0 0,0 0 0,0 0 0,0 0 0,0 0 1,0 0-1,0 0 0,0 0 0,-1 0 0,1 0 1,0 0-1,-1 0 0,1 0 0,0 0 0,-1 0 0,1 0 1,-1 0-1,0 0 0,1 1 0,-1-1 0,0 0 0,0 0 102,0-9-3481,1-11-4156</inkml:trace>
  <inkml:trace contextRef="#ctx0" brushRef="#br0" timeOffset="874.45">2117 1364 7954,'0'0'1028,"0"0"2385,0 0-1005,0 0-682,0 0-497,0 0-78,-11 22 499,-179 384 2984,2 42-5495,183-446-4408,-8-37-688,12 33 5000,-8-27-5335</inkml:trace>
  <inkml:trace contextRef="#ctx0" brushRef="#br0" timeOffset="1173.514">1558 1508 7362,'0'0'757,"0"0"2461,0-20-1402,1-101 626,0 119-2361,-1 0-1,1 1 0,0-1 1,0 0-1,0 1 0,0-1 1,0 0-1,0 1 0,1-1 1,-1 1-1,1 0 0,-1-1 1,1 1-1,-1 0 0,1 0 1,-1 0-1,1 0 0,0 0 1,0 0-1,-1 1 0,1-1 1,0 1-1,0-1 0,0 1 1,0 0-1,0-1 0,0 1 1,0 0-1,0 0 0,0 0 1,0 1-1,-1-1 0,1 0 1,0 1-1,0-1 0,0 1 1,0 0-1,0 0 1,-1-1-1,1 1 0,0 0 1,-1 1-1,1-1 0,-1 0 1,1 0-1,-1 1 0,0-1 1,1 0-1,-1 1 0,0 0 1,0-1-1,0 1 0,0 0 1,0 1-81,129 231 3939,-97-160-3393,-30-67-503,165 297 1071,-155-285-1128,1-1 1,1-1-1,1 0 0,0 0 0,1-2 1,0 0-1,1-1 0,1-1 1,1-1-1,-1 0 0,2-2 1,-1 0-1,2-1 0,1-1 14,46 3-1151,-23-12-2364,-38 1 2332,22-2-4437</inkml:trace>
  <inkml:trace contextRef="#ctx0" brushRef="#br0" timeOffset="1907.451">2731 1918 6489,'0'0'5065,"0"0"-2155,0 0-844,0 0-671,0 0-329,0 0 5,7-4 130,10-9-1056,0 0 0,0-1 1,-1-1-1,-1 0 0,-1-1 0,0-1 0,-1 0 0,0-1 0,-2-1 0,0 1 0,-1-2 0,-1 1 0,-1-2 1,-1 1-1,-1-1 0,0 0 0,-2 0 0,0 0 0,-1-1 0,-1-4-145,-1-1 30,1 23-33,-1 0 0,1 0 1,-1-1-1,0 1 0,-1 0 1,1-1-1,-1 1 1,0-1-1,0 1 0,0-1 1,-1 1-1,1-1 0,-1 1 1,0 0-1,-1-1 1,1 1-1,-1 0 0,1 0 1,-1 0-1,0 0 0,-1 0 1,1 1-1,-1-1 1,0 0-1,0 1 0,0 0 1,0 0-1,0 0 0,-1 0 1,1 0-1,-1 1 1,-2-1 1,-4 2-14,0 0 0,-1 1 0,1 0-1,-1 1 1,1 0 0,0 1-1,-1 0 1,1 1 0,0 0-1,0 1 1,1-1 0,-1 2-1,1 0 1,0 0 0,0 0-1,0 1 1,1 0 0,0 1-1,-5 5 16,-127 159 509,131-160-415,1 0-1,0 0 1,1 1 0,0 0 0,0 1 0,1-1 0,1 1-1,1 1 1,-1-1 0,2 0 0,0 1 0,1 0-1,0 0 1,1 0 0,0 0 0,1 0 0,1 0 0,0 0-1,1-1 1,1 1 0,0 0 0,1-1 0,0 0-1,1 1 1,0-2 0,1 1 0,1-1 0,0 1-1,7 7-93,18 2 130,2-1-1,0-2 1,2-2-1,0-1 1,0-2-1,2-1 1,-1-2-1,2-2 1,-1-1-1,1-2 1,0-2-1,1-1 1,-1-2-1,0-2 1,39-5-130,-61 6 98,-3 0-38,9 1-31,0-1 1,0-1 0,0-1 0,0-1-1,0 0 1,-1-2 0,0-1-1,6-3-29,-26 7-87,0 0-1,0 0 0,0 0 1,0 0-1,0 0 1,0-1-1,-1 1 0,1-1 1,-1 0-1,0 1 0,0-1 1,0 0-1,0 1 1,0-1-1,-1 0 0,1 0 1,-1 0-1,0 0 0,0 0 1,0 0-1,0 0 1,0 0-1,0 0 0,-1 1 1,0-1-1,1 0 88,-1-27-1329,4-6-237,3-34-5666,-2 20-1939</inkml:trace>
  <inkml:trace contextRef="#ctx0" brushRef="#br1" timeOffset="18225.737">1505 2417 6241,'0'0'5814,"0"0"-3279,0 0-1342,0 0-370,0 0-175,0 0 42,-2-15 6875,4 9-7451,104-13-1,-105 19-110,-1 0-25,0 0 55,0 0 4,0 0-37,0 0 12,0 0 8,0 0-12,0 0-4,0 0 23,0 0-38,0 0-1,0 0 17,0 0-5,0 0 18,16 13-14,-5-1 19,1 0 0,0 0 0,1-1 0,0-1 0,0 0 1,1-1-1,1-1 0,-1 0 0,1-1 0,0 0 0,1-1 1,0-1-1,0 0 0,0-2 0,0 1 0,1-2 1,-1 0-1,1-1 0,0-1 0,-1-1 0,7 0-23,-23 1 1,24 2 36,0-1-1,-1-1 1,1-1 0,0-1 0,-1-1-1,1-1 1,-1-1 0,0-1-1,0-1 1,-1-1 0,0-1 0,0-1-1,-1-1 1,1-2-37,-15 6-79,-1 1 1,0-2-1,0 1 0,-1-1 1,0 0-1,0 0 0,-1 0 1,0-1-1,-1 1 0,0-1 1,0 0-1,0 0 0,-1 0 1,-1 0-1,0-1 0,0 1 0,0-2 79,-31 69-11206,13-29 5345</inkml:trace>
  <inkml:trace contextRef="#ctx0" brushRef="#br2" timeOffset="22204.217">2685 2450 6105,'0'0'1069,"0"0"2361,0 0-1141,0 0-891,0 0-544,0 0-166,4-14 1188,10 16-1645,0 1 0,-1 0 1,1 1-1,-1 1 0,0 0 0,0 0 0,-1 2 0,0-1 1,0 2-1,0 0 0,7 6-231,35 20 724,-26-18-633,-1-1-1,2-1 1,0-2-1,0-1 1,1-1-1,0-2 0,1-1 1,0-1-1,0-1 1,0-2-1,1-2 1,-1 0-1,0-2 0,1-2 1,5-1-91,-5-6 105,0-2 1,0 0-1,-2-2 1,1-2-1,-2 0 1,26-20-106,134-65 655,-172 97-660,0 1 1,0 1-1,1 0 1,-1 1-1,0 1 0,1 1 1,-1 1-1,0 0 0,0 1 1,0 1-1,0 0 1,0 1-1,-1 1 0,0 1 1,0 0-1,-1 1 0,0 1 1,0 0-1,-1 1 1,0 1-1,-1 0 0,0 0 1,-1 2-1,0 0 0,-1 0 1,-1 1-1,0 0 1,0 0-1,-2 1 0,3 5 5,3 43-53,-16-62 52,1-1 1,-1 0-1,1 1 1,-1-1-1,1 0 1,-1 0-1,1 0 1,-1 0-1,1-1 0,-1 1 1,1 0-1,-1 0 1,1-1-1,-1 1 1,1-1-1,-1 0 1,1 1-1,0-1 0,-1 0 1,1 0-1,0 0 1,0 0-1,-1 0 1,1 0-1,0 0 0,0 0 1,0 0-1,0 0 1,1-1-1,-1 1 1,0 0-1,0-1 1,1 1-1,-1-1 0,1 1 1,-1 0-1,1-1 1,0 1-1,0-1 1,-1 0-1,1 1 1,0-1-1,0 0 1,1-10-6,1 0 1,0-1-1,1 1 0,0 0 0,0 0 1,2 1-1,-1-1 0,1 1 0,1 0 1,0 0-1,1 1 0,0-1 0,0 2 1,1-1-1,1 1 0,-1 0 0,2 1 1,-1 0-1,1 0 0,0 1 1,0 0-1,1 1 0,0 0 0,0 1 1,1 0-1,-1 1 0,1 0 0,0 0 1,0 2-1,0-1 0,1 2 0,-1 0 1,12 0 5,317 77-120,-325-73 145,0-1 1,0 0 0,0-2 0,0 0 0,1-1-1,-1 0 1,0-1 0,0-1 0,-1-1 0,1 0 0,-1-1-1,1 0 1,-1-2 0,-1 1 0,1-2 0,-1 0-1,-1-1 1,0 0 0,0-1 0,0 0 0,-1-1 0,-1-1-1,0 0 1,-1 0 0,0-1 0,-1 0 0,0-1-1,5-11-25,-14 24-39,1 0 0,-1 0-1,1-1 1,-1 1-1,1 0 1,-1-1 0,1 1-1,-1 0 1,0-1-1,0 1 1,0 0-1,0-1 1,0 1 0,0 0-1,0-1 1,-1 1-1,1 0 1,0-1 0,-1 1-1,1 0 1,-1-1-1,1 1 1,-1 0 0,1 0-1,-1 0 1,0-1-1,0 1 1,0 0-1,0 0 1,0 0 0,0 0-1,0 1 1,0-1-1,0 0 1,0 0 0,0 1-1,0-1 1,-1 0-1,1 1 1,0-1-1,0 1 1,-1 0 0,1-1-1,0 1 1,-1 0-1,1 0 1,-1 0 0,1 0-1,0 0 1,-1 0-1,1 0 1,0 0 0,-1 1-1,1-1 1,0 0-1,-1 1 1,1-1-1,0 1 1,0 0 0,0-1-1,-1 1 1,1 0-1,0 0 1,-1 0 39,-86 39-5965,38-10 1050,5-3 2069</inkml:trace>
  <inkml:trace contextRef="#ctx0" brushRef="#br2" timeOffset="23043.168">4212 3219 5809,'0'0'1274,"0"0"2308,0 0-1850,0 0-721,0 0 61,-11 20 265,-34 69 44,43-86-1304,0 1-1,0 0 0,0 0 0,1 0 0,0 0 0,0 0 1,0 0-1,0 0 0,1 1 0,0-1 0,-1 0 0,1 0 1,1 0-1,-1 1 0,1-1 0,0 0 0,0 0 1,0 0-1,0 0 0,1 0 0,-1 0 0,1 0 0,0-1 1,0 1-1,1 0 0,-1-1 0,1 0 0,-1 1 0,1-1 1,0 0-1,0-1 0,1 1 0,-1 0 0,1-1 1,-1 0-1,1 0 0,2 1-76,139 29 1185,-141-31-1161,0 0 1,0 0-1,0 0 1,0-1-1,0 1 1,0-1-1,0 0 1,0-1-1,0 1 0,0-1 1,-1 0-1,1 1 1,0-2-1,0 1 1,0 0-1,-1-1 1,1 0-1,-1 0 1,1 0-1,-1 0 1,0 0-1,1-1 0,-1 1 1,-1-1-1,1 0 1,0 0-1,-1 0 1,1 0-1,-1-1 1,0 1-1,0-1 1,0 1-1,-1-1 1,1 0-1,-1 1 1,0-1-1,0 0 0,0 0-24,-1-5 41,0 0-1,-1 1 0,0-1 1,0 0-1,-1 1 0,0-1 1,0 1-1,-1 0 0,0 0 1,-1 0-1,0 0 0,0 0 1,0 1-1,-1 0 0,0 0 1,-1 0-1,0 0 0,0 1 1,0 0-1,0 0 0,-1 1 1,0 0-1,-1 0 0,1 0 1,-1 1-1,1 0 0,-1 1 1,-1 0-1,1 0 0,0 0 1,-1 1-1,1 1 0,-1-1 1,1 1-1,-1 1 0,0 0 1,-8 0-41,13 2-69,0 0 1,0-1 0,0 2 0,1-1-1,-1 0 1,0 1 0,1-1 0,0 1-1,-1 0 1,1 0 0,0 0 0,0 1-1,1-1 1,-1 1 0,1-1 0,0 1-1,0 0 1,0 0 0,0 0 0,1 0-1,-1 0 1,1 1 0,0-1 0,0 0-1,1 1 1,-1-1 0,1 0 0,0 1-1,0-1 1,1 1 0,-1-1-1,1 0 1,1 3 68,2-4-510,0-1 1,0 1-1,0-1 0,0 0 0,1 0 0,-1 0 1,1-1-1,0 1 0,-1-1 0,1-1 0,0 1 0,0 0 1,0-1-1,-1 0 0,1 0 0,0-1 0,0 1 1,0-1-1,-1 0 0,1 0 0,0-1 0,-1 1 0,1-1 1,-1 0-1,4-2 510,7-9-1296</inkml:trace>
  <inkml:trace contextRef="#ctx0" brushRef="#br2" timeOffset="23385.69">4293 2942 3625,'0'0'3223,"0"0"1543,0 0-2396,0 0-1041,0 0-241,0 0 51,-8-14-56,-26-45-184,48 84 111,96 162 3338,75 106-2880,-119-211-3895,-63-76 589,-9 4-11303,-2-10 10856</inkml:trace>
  <inkml:trace contextRef="#ctx0" brushRef="#br2" timeOffset="24570.835">4678 3076 6529,'0'0'1066,"0"0"3110,0 0-1748,0 0-1152,0 0-87,0 0 347,-1 2 1461,6 15-2017,100 159 2074,106 117-1917,-199-406-1315,107-171 11,-110 172 1404,-11 90-2139,-19 33-6392,10-2 4581,-8 4-3900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5:04:16.4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379 421 3169,'0'0'3238,"0"0"1020,0 0-2399,0 0-873,0 0-158,0 0-183,6-5-139,-4 2-445,1 0 0,-1 1 0,1-1 1,-1 1-1,1 0 0,0 0 0,0 0 1,0 0-1,0 0 0,1 1 0,-1-1 1,0 1-1,1 0 0,-1 0 0,1 0 0,-1 1 1,1-1-1,-1 1 0,1 0 0,-1 0 1,1 0-1,-1 0 0,1 1 0,-1-1 1,1 1-1,-1 0 0,1 0 0,-1 0 1,1 0-1,-1 1 0,0-1 0,0 1 1,0 0-1,0 0 0,0 0 0,0 1 0,0 0-61,38 169 1749,-41-159-1724,-1-1-1,2 0 0,0 1 0,0-1 1,1 0-1,0 1 0,1-1 0,1 0 1,0-1-1,0 1 0,1-1 0,1 0 1,0 0-1,0 0 0,1-1 0,1 0 0,-1 0 1,2-1-1,-1 0 0,1 0 0,1-1 1,-1 0-1,1-1 0,1 0 0,-1 0 1,3-1-25,-10-4 9,0 0-1,0 0 1,1 0 0,-1-1 0,1 0 0,-1 0 0,1 0 0,-1 0 0,1 0 0,0 0 0,-1-1-1,1 0 1,0 0 0,-1 0 0,1 0 0,0-1 0,-1 1 0,1-1 0,-1 0 0,1 0 0,-1 0-1,1-1 1,-1 1 0,1-1 0,-1 0 0,0 1 0,0-2 0,0 1 0,0 0 0,0-1 0,-1 1 0,1-1-1,-1 0 1,0 1 0,1-1 0,-1-1 0,-1 1 0,1 0 0,0 0 0,-1-1 0,1 1 0,-1-1-1,0-1-8,14-96 43,-5 0 0,-4-1 0,-6-62-43,0 126 65,-9 96-128,5-29 211,1 1 0,1-1 1,1 1-1,2-1 0,1 1 0,2-1 0,0 0 1,2 0-1,1 0 0,2-1 0,0 0 0,2-1 0,1 0 1,2 0-1,0-1 0,1-1 0,2-1 0,3 3-148,-19-26-607,18 11 852,-17-14-4299,-1-3-3752,-1-9 4868</inkml:trace>
  <inkml:trace contextRef="#ctx0" brushRef="#br0" timeOffset="424.602">1268 580 6313,'0'0'6067,"0"0"-3660,0 0-1467,0 0-162,0 0 119,0 0 138,14-5 191,211-58 2961,-209 62-1679,-2 3-8070,-30 13-7558,-2-6 5868</inkml:trace>
  <inkml:trace contextRef="#ctx0" brushRef="#br0" timeOffset="783.523">1335 715 5521,'0'0'2082,"0"0"1916,0 0-1832,0 0-1092,0 0-225,0 0 219,8 0 34,263 0 2944,-253 6-4510,-14-4-9260,-4-2 9698,0 0-2504</inkml:trace>
  <inkml:trace contextRef="#ctx0" brushRef="#br0" timeOffset="4800.83">1810 304 6225,'0'0'3473,"0"0"2028,0 0-3094,0 0-1618,0 0-300,0 0 230,11 7 590,144 154 1911,-118-112-2937,2-2 0,2-2 1,2-1-1,2-3 0,2-1 1,2-3-1,16 9-283,-39-41-2441,-12-56-9425,-13 41 10923,-1-17-1320</inkml:trace>
  <inkml:trace contextRef="#ctx0" brushRef="#br0" timeOffset="5191.416">2269 258 6481,'0'0'5196,"0"0"-2942,0 0-1284,0 0-254,0 0 139,0 0 122,-20 15-43,-114 113 1045,-88 210 2150,184-225-4602,38-112-1028,0-1-2547,0-2-1298,0-7 1729</inkml:trace>
  <inkml:trace contextRef="#ctx0" brushRef="#br0" timeOffset="9646.85">1864 2130 5905,'0'0'1622,"0"0"2415,0 0-1245,0 0-1122,0 0-492,0 0 103,5-3 224,99-33 2635,74 13-2327,-58 18-2112,-129 30-10963,-15-14 6366,-3-1 1355</inkml:trace>
  <inkml:trace contextRef="#ctx0" brushRef="#br0" timeOffset="9914.261">1941 2302 7642,'0'0'1620,"0"0"2404,0 0-1619,0 0-644,0 0-50,0 0 134,22 0-259,188 2 651,-199-2-2022,76-4-3530,-31-9-8068,-37 5 7868</inkml:trace>
  <inkml:trace contextRef="#ctx0" brushRef="#br0" timeOffset="10602.333">2767 2201 4305,'0'0'2684,"0"0"1435,0 0-1983,0 0-1041,0 0-376,0 0-168,17-13-41,54-44 4,-62 49-260,-1-1 1,-1 0 0,1-1-1,-1 1 1,-1-2-1,0 1 1,0 0-1,-1-1 1,-1 0-1,0-1 1,0 1-1,-1 0 1,0-1-1,-1 0 1,-1 0 0,0 0-1,0 0 1,-1-3-255,16-82 3105,-16 96-3094,0 1 0,1 0 1,-1-1-1,0 1 0,1 0 0,-1-1 1,1 1-1,-1 0 0,1 0 0,-1-1 1,1 1-1,-1 0 0,0 0 0,1 0 1,-1-1-1,1 1 0,-1 0 0,1 0 1,0 0-1,-1 0 0,1 0 1,-1 0-1,1 0 0,-1 0 0,1 0 1,-1 1-1,1-1 0,-1 0 0,1 0 1,-1 0-1,0 0 0,1 1 0,-1-1 1,1 0-1,-1 1 0,1-1 0,-1 0 1,0 1-1,1-1 0,-1 0 0,0 1 1,1-1-1,-1 1 0,0-1 0,0 0 1,1 1-1,-1-1 0,0 1 0,0-1 1,0 1-1,1-1 0,-1 1 1,0-1-1,0 1 0,0-1 0,0 1 1,0-1-1,0 1 0,0 0-11,34 214 1763,-26-121-1367,10 171 907,-18-264-1626,0-1-345,0 0-671,0-4-7824,-5-9 3364,-4 2 2495</inkml:trace>
  <inkml:trace contextRef="#ctx0" brushRef="#br0" timeOffset="7630.546">316 2524 6585,'0'0'1123,"0"0"1371,0 0-56,0 0-552,0 0-347,0 0 78,26-4-314,178-26 760,73-9 679,100-11-857,-125 37-7634,-245 17-3088,-7 2 6478</inkml:trace>
  <inkml:trace contextRef="#ctx0" brushRef="#br0" timeOffset="8302.938">674 3003 6441,'0'0'2406,"0"0"1900,0 0-1814,0 0-1060,0 0-514,0 0-253,-10 0-25,8-1-594,0 1 1,-1-1-1,1 1 0,0 0 0,0 0 1,-1 0-1,1 0 0,0 0 0,-1 1 1,1-1-1,0 1 0,0-1 0,-1 1 1,1 0-1,0 0 0,0 0 0,0 0 0,0 0 1,0 0-1,0 1 0,0-1 0,1 1 1,-1-1-1,0 1 0,1 0 0,-1 0 1,1-1-1,0 1 0,0 0 0,-1 0 1,1 0-1,1 1 0,-1-1 0,0 0 1,0 0-1,1 0 0,-1 1 0,1-1 1,0 0-1,0 1 0,0-1 0,0 0 1,0 3-47,-3 1 101,1 0 0,-1 1 0,1 0 0,1-1 0,-1 1 0,1 0 0,0 0 0,1 0 0,0 0 0,0 0 0,0 0 0,1 0 0,0 0 0,0 0 0,1 0 0,0-1 0,0 1 0,1-1 0,-1 1 0,1-1 0,1 0 0,-1 0 0,1 0 1,0 0-1,1-1 0,-1 0 0,1 1 0,0-2 0,0 1 0,1-1 0,-1 1 0,1-2 0,0 1 0,0-1 0,1 1 0,-1-2 0,0 1 0,7 1-101,-5-2-28,0-1 0,1 0 0,-1 0 0,0-1-1,0 0 1,0 0 0,0-1 0,1 0 0,-1 0 0,0-1 0,0 0 0,-1-1 0,1 1-1,0-2 1,-1 1 0,0-1 0,0 0 0,0 0 0,0-1 0,-1 0 0,1 0 0,-1-1-1,0 0 1,-1 0 0,0 0 0,0 0 0,0-1 0,-1 0 0,0 0 0,0 0 0,0-1-1,-1 1 1,0-1 0,-1 0 0,0 0 0,0 0 0,-1 0 0,1-7 28,-1 10-34,1 1 0,-1-1 0,-1 0 0,1 1 1,-1-1-1,1 0 0,-1 0 0,-1 1 0,1-1 0,-1 0 1,1 0-1,-1 1 0,-1-1 0,1 1 0,-1-1 0,0 1 1,0-1-1,0 1 0,0 0 0,-1 0 0,0 0 0,0 0 1,0 1-1,0-1 0,0 1 0,-1 0 0,1 0 0,-1 0 1,0 0-1,0 0 0,0 1 0,-1 0 0,1 0 0,0 0 1,-2 0 33,-2-2 16,0 1 0,0 0 0,0 1 0,0 0 0,0 0 1,-1 1-1,1 0 0,-1 0 0,1 1 0,-1 0 1,0 0-1,1 1 0,-1 0 0,1 1 0,0 0 0,-1 0 1,1 0-1,0 1 0,0 1 0,1 0 0,-1 0 1,1 0-1,0 1 0,0 0 0,0 0 0,0 0 0,1 1 1,0 0-1,0 1 0,0 1-16,3 17-858,3-24 563,0 0 0,0 0 0,1 0 0,-1 0 1,1 0-1,-1 0 0,1 0 0,-1 0 0,1 0 1,-1 0-1,1 0 0,0-1 0,-1 1 0,1 0 1,0 0-1,0-1 0,0 1 0,0 0 0,0-1 1,-1 1-1,1-1 0,0 1 0,0-1 0,0 1 1,0-1-1,1 0 0,-1 0 0,0 1 0,0-1 1,0 0-1,0 0 0,0 0 0,0 0 0,0 0 1,0 0-1,0-1 0,0 1 0,0 0 0,0 0 1,0-1-1,0 1 0,0-1 0,0 1 0,0-1 1,1 0 294,10-6-2035</inkml:trace>
  <inkml:trace contextRef="#ctx0" brushRef="#br0" timeOffset="8615.324">681 2708 7402,'0'0'1341,"0"0"2729,0 0-1702,0 0-832,0-18 99,0-57 385,6 54 1039,7 27-2975,-13-5 179,81 138 2331,-72-116-2299,42 121 621,45 89-736,-81-214 478,3-3-3363,-17-15 2331,0 0 1,0 0 0,0 0 0,0-1 0,1 1-1,-1 0 1,0 0 0,1-1 0,-1 1 0,1-1-1,-1 1 1,0-1 0,1 1 0,-1-1-1,1 0 1,-1 0 0,1 0 0,-1 0 0,1 0-1,0 0 1,-1 0 0,1-1 0,-1 1 0,0 0-1,1-1 1,-1 1 0,1-1 0,-1 0 0,0 1-1,1-1 1,-1 0 0,0 0 0,0 0-1,1 0 1,-1 0 0,0 0 0,0 0 0,0 0-1,0 0 1,0 0 0,-1-1 0,1 0 373,9-16-1839</inkml:trace>
  <inkml:trace contextRef="#ctx0" brushRef="#br0" timeOffset="8881.711">1394 2781 1672,'0'0'11252,"0"0"-6956,0 0-2945,0 0-438,0 0 459,-10 21 65,-71 159 481,73-162-1918,-65 108-264,20-88-4280,-10-51-6312,46-3 9367</inkml:trace>
  <inkml:trace contextRef="#ctx0" brushRef="#br0" timeOffset="9162.671">1047 2863 7058,'0'0'3564,"0"0"981,0 0-2571,0 0-990,0 0 243,0 0 743,10 10-419,85 116 689,-87-110-2196,83 135 1300,-87-146-1466,0 0 0,0 0 0,0-1 0,1 0 0,-1 0 0,1 0 0,0 0 0,0 0 0,1-1 0,-1 0 0,1 0 0,-1-1 0,1 0 0,0 0 0,0 0 0,0 0 0,0-1 0,0 0 0,0 0 0,1-1 0,-1 0 0,0 0 0,0 0 0,0-1 0,1 0 0,1-1 122,21-25-10261,-21 6 6363</inkml:trace>
  <inkml:trace contextRef="#ctx0" brushRef="#br0" timeOffset="6068.404">551 1743 7042,'0'0'294,"0"0"1188,0 0 1717,0 0-1256,0 0-884,0 0-283,-16 6-22,4-2-584,7-3-117,1 0 0,0 1-1,-1-1 1,1 1 0,0-1 0,0 1 0,0 1 0,0-1 0,0 0-1,1 1 1,-1 0 0,1 0 0,-1 0 0,1 0 0,0 1 0,0-1-1,1 1 1,-1 0 0,1 0 0,0-1 0,0 2 0,0-1-1,-1 3-51,-1 4 107,1-1 1,1 1 0,0 0 0,0 0 0,1 0 0,0-1 0,1 1-1,0 0 1,1 0 0,1 0 0,-1 0 0,1 0 0,1 0 0,0-1-1,1 0 1,0 1 0,0-1 0,1 0 0,1-1 0,-1 1 0,1-1-1,1-1 1,0 1 0,0-1 0,1 0 0,0 0 0,8 5-109,-6-6 17,1 0 0,0-1 1,0-1-1,0 0 0,1 0 1,0-1-1,0 0 0,0-1 1,0-1-1,0 0 1,1 0-1,-1-2 0,0 1 1,1-1-1,-1-1 0,8-1-17,-15-2-33,-1 0-1,1 0 1,0-1-1,-1 1 1,0-1 0,0 0-1,-1 0 1,0-1-1,1 1 1,-2 0-1,1-1 1,0 0 0,-1 0-1,0 0 1,-1 0-1,1 0 1,-1 0-1,-1 0 1,1 0-1,-1-1 1,0 1 0,0 0-1,-1 0 1,1-1-1,-1 1 1,-1 0-1,1 0 34,0-15-8,2 14 7,-1-1-1,0 1 0,0-1 1,-1 0-1,0 1 0,0-1 1,-1 1-1,0 0 0,0-1 1,-1 1-1,0 0 0,0 0 1,-1 0-1,1 1 0,-2-1 1,1 1-1,-1 0 0,1 0 1,-2 1-1,1-1 0,-1 1 1,0 0-1,0 1 0,0-1 1,0 1-1,-1 1 0,0-1 1,0 1-1,0 0 0,0 0 1,0 1-1,0 0 0,-1 0 1,1 1-1,-1 0 0,1 1 1,-1-1-1,0 1 0,1 1 1,-1-1-1,1 1 0,-1 1 1,1-1-1,-8 3 2,10-1-43,-1 1 0,0-1 0,1 1 0,0 0 0,-1 0 0,2 1 0,-1-1 1,0 1-1,1 0 0,0 0 0,0 1 0,1-1 0,-1 1 0,1 0 0,0 0 0,1 0 0,-1 0 0,1 0 0,1 1 0,-1-1 0,1 0 0,0 1 1,0 0-1,1-1 0,0 1 0,1 6 43,49-2-5345,-14-11 1333,-3 0-57</inkml:trace>
  <inkml:trace contextRef="#ctx0" brushRef="#br0" timeOffset="6395.621">602 1324 6785,'0'0'6762,"0"0"-4083,0 0-1565,0 0-586,0 0 67,0 0 685,5 18 288,99 316 1956,-82-223-3099,50 156-824,-63-253-87,-1-2-3225,-4-4-6661,-4-8 6761</inkml:trace>
  <inkml:trace contextRef="#ctx0" brushRef="#br0" timeOffset="7114.559">889 1839 3425,'0'0'3316,"0"0"217,0 0-2371,0 0-821,0 0 102,0 0 245,5-15 327,19-46-68,-23 60-871,0-1 1,0 0-1,1 1 1,-1-1-1,0 1 1,1 0-1,0-1 1,-1 1 0,1 0-1,0 0 1,-1 0-1,1 0 1,0 0-1,0 1 1,0-1-1,0 0 1,0 1-1,0 0 1,0-1-1,0 1 1,0 0-1,0 0 1,0 0-1,0 0 1,0 0-1,0 1 1,0-1-1,0 0 1,0 1-1,0 0 1,0-1 0,0 1-1,-1 0 1,1 0-1,0 0 1,0 0-1,0 1-76,3 9 281,1 0 0,-2 1-1,1 0 1,-1-1 0,-1 2 0,0-1-1,-1 0 1,-1 1 0,1-1-1,-2 1 1,0 10-281,0-11 199,1-2-90,-3-2-71,1 0 0,-1 0-1,2 0 1,-1 0 0,1 0-1,0 0 1,1 0-1,0 0 1,0 0 0,1 0-1,0 0 1,1-1 0,-1 1-1,1-1 1,1 1 0,-1-1-1,1 0 1,0 0 0,1-1-1,0 1 1,0-1 0,0 0-1,1 0 1,0-1 0,0 0-1,0 0 1,1 0-1,0-1 1,0 0 0,0 0-1,0 0 1,8 2-38,-11-6 5,1 0 0,-1 1 1,0-1-1,1-1 0,-1 1 0,1-1 0,-1 0 0,0 0 0,0 0 0,1 0 1,-1-1-1,0 1 0,0-1 0,0 0 0,-1-1 0,1 1 0,0-1 1,-1 1-1,0-1 0,1 0 0,-1 0 0,0 0 0,-1-1 0,1 1 1,-1-1-1,1 0 0,-1 0 0,0 1 0,0-1 0,-1-1 0,1 1 1,-1 0-1,0 0 0,1-4-5,4-20-201,0-1-1,-2 0 1,-1 0 0,-2 0 0,0 0 0,-2 0 0,-4-24 201,-33-37 278,32 140 80,9-30-295,0 0 0,2 0 0,1 0 0,0-1 1,2 0-1,0 0 0,1-1 0,1 0 0,0 0 1,1-1-1,1-1 0,1 0 0,6 6-63,100 41 243,-122-60-11008,-9-3 8163</inkml:trace>
  <inkml:trace contextRef="#ctx0" brushRef="#br0" timeOffset="14107.669">2504 4197 4601,'0'0'2801,"0"0"2380,0 0-2119,0 0-1295,0 0-564,0 0 158,7-16 1316,82 2-917,176-25-294,-273 42-5661,-5 7 2397,3-3-73,-22 8-4133,2 0 2739</inkml:trace>
  <inkml:trace contextRef="#ctx0" brushRef="#br0" timeOffset="14404.524">2530 4392 5841,'0'0'6538,"0"0"-3978,0 0-1079,0 0-673,0 0 616,0 0 336,125-5-223,-78-1-673,2 2-328,2-2-48,-9 4-328,-7-1-160,-10 3-112,-6 0-464,-10 0-1793,-6 0-1415,-3 0-2322,0 0 4178</inkml:trace>
  <inkml:trace contextRef="#ctx0" brushRef="#br0" timeOffset="12827.319">951 3889 2833,'0'0'3282,"0"0"1551,0 0-2664,0 0-740,0 0-161,-3-18 67,-16-79 1380,22 123 372,7 30-2301,34 159 1815,-34-150-2254,3-1 0,2 0 0,4-1 0,17 38-347,-15-68 8,-31-72-508,6 27 377,-1 1 0,-1 0 0,0 0 0,-1 0 0,0 1-1,0 0 1,-1 0 0,0 1 0,-1 0 0,0 0 0,-1 1 0,1 1 0,-1-1 0,-1 1 0,0 1 0,0 0 0,0 1 0,0 0 0,-1 0 0,0 1 0,0 1 0,-12-2 123,17 4-3,-1 0 0,0 0 1,0 1-1,0 0 0,0 0 1,1 1-1,-1 0 1,0 1-1,1 0 0,-1 0 1,1 0-1,-1 1 0,1 0 1,0 1-1,0-1 1,0 1-1,1 1 0,-1-1 1,1 1-1,0 0 0,1 1 1,-1-1-1,1 1 0,0 0 1,0 1-1,1-1 1,0 1-1,0 0 0,1 0 1,-1 0-1,2 0 0,-1 1 1,1-1-1,-1 7 3,2-9 5,1 0-1,1 0 0,-1 1 1,1-1-1,0 0 1,0 0-1,0 0 0,1 0 1,-1 0-1,1 0 0,1-1 1,-1 1-1,1 0 1,0-1-1,0 0 0,0 0 1,0 0-1,1 0 0,-1 0 1,1-1-1,0 1 1,0-1-1,0 0 0,1 0 1,-1-1-1,1 1 1,0-1-1,0 0 0,-1 0 1,1-1-1,0 1 0,1-1 1,-1 0-1,0-1 1,5 1-5,34 8 26,1-3 0,-1-1 1,1-2-1,0-2 1,0-2-1,30-5-26,-45-1-735,1-1 0,-1-2 0,0 0 0,-1-2 0,-1-2 0,0 0-1,0-2 1,5-5 735,-17 12-553,54-34-7904,-46 28 4656</inkml:trace>
  <inkml:trace contextRef="#ctx0" brushRef="#br0" timeOffset="13579.727">1484 4201 6145,'0'0'786,"0"0"-101,0 0 1297,0 0-416,0 0-282,0 0-201,2-16 9,5-50 64,-6 63-1062,1 0 0,-1 0 0,1 0 0,0 0 0,0 0 0,0 1 0,1-1 0,-1 1 0,0-1 0,1 1 0,0 0 0,0 0 0,-1 0 0,1 0 0,0 0 0,1 1 0,-1 0 0,0-1 0,0 1 0,1 0 0,-1 1-1,0-1 1,1 0 0,-1 1 0,1 0 0,-1 0 0,0 0 0,1 0 0,-1 0 0,1 1 0,-1 0 0,0 0 0,2 0-94,0 3 138,-1 1 0,1 0 1,-1 0-1,0 0 0,-1 0 0,1 1 0,-1-1 1,0 1-1,-1 0 0,1 0 0,-1 0 0,0 0 1,-1 0-1,1 1 0,-1-1 0,0 6-138,1-1 323,10 51 800,-10-46-979,0 0 0,1-1 0,0 1 1,1 0-1,1-1 0,0 0 0,2 0 0,-1 0 0,2-1 0,0 0 0,0-1 1,7 7-145,-9-15 24,1-1 0,0 0 0,0-1 0,0 0 0,0 0 0,0 0 0,1-1 0,-1 0 0,1 0 0,0-1 0,0 0 0,-1 0 0,1-1 0,0 0 0,0 0 0,0-1 0,-1 0 0,5-2-24,-7 0-15,0-1 1,0 0 0,-1 0-1,1 0 1,-1-1 0,0 0-1,0 1 1,-1-1 0,1-1-1,-1 1 1,0-1 0,0 1-1,-1-1 1,0 0-1,0 0 1,0 0 0,-1 0-1,0 0 1,0 0 0,0 0-1,-1 0 1,0-1 0,0 1-1,-1 0 1,1 0 0,-1 0-1,-1 0 1,-1-6 14,2-13-113,3-8 83,-3 0 0,0-1 0,-3 1 0,0 0 0,-2 0 0,-2 1 0,-6-19 30,5 116 30,11-43 71,2 1 0,0 0 0,2-1 0,0 0-1,1 0 1,2 0 0,0-1 0,1-1 0,1 0 0,1 0 0,1-1 0,1 0 0,0-1 0,1-1 0,1 0 0,3 1-101,44 14-9,-49-31-4543,0-5-4695,-9-1 4421</inkml:trace>
  <inkml:trace contextRef="#ctx0" brushRef="#br0" timeOffset="16266.234">3161 3900 5697,'0'0'870,"0"0"-191,0 0 603,0 0-1682,0 0-732,5-6 387,26-22 415,-30 28 325,10-4 14113,-17 96-11912,7 85 226,1-171-2381,0 1 1,0-1-1,0 0 1,1 1-1,0-1 1,0 0-1,1-1 1,0 1-1,0 0 1,0-1-1,0 0 1,1 0-1,0-1 0,0 1 1,1-1-1,-1 0 1,1 0-1,0-1 1,-1 1-1,2-1 1,-1-1-1,0 1 1,1-1-1,-1 0 1,1 0-42,-3 0 5,0 0 1,0 0-1,0 0 0,1-1 1,-1 1-1,0-1 1,1 0-1,-1 0 0,1-1 1,-1 1-1,1-1 1,0 0-1,-1 0 0,1 0 1,-1-1-1,1 0 1,-1 0-1,1 0 0,-1 0 1,0-1-1,0 1 1,1-1-1,-1 0 0,0-1 1,-1 1-1,1-1 0,0 1 1,-1-1-1,1 0 1,-1-1-1,0 1 0,0 0 1,0-1-1,0 0 1,-1 0-1,0 0 0,0 0 1,0 0-1,0 0 1,0 0-1,-1-1 0,0 1 1,0 0-1,0-2-5,2-3-24,0-1-1,-1 1 0,0-1 1,-1 0-1,0 1 1,-1-1-1,1 0 1,-2 0-1,0 0 1,0 1-1,-1-1 0,0 0 1,0 1-1,-1 0 1,-1-1-1,1 1 1,-1 0-1,-1 1 0,0-1 1,0 1-1,-1 0 1,0 0-1,0 1 1,0-1-1,-1 1 0,-2 0 25,3 5-144,0 0 0,0 1 0,-1 0 0,1 1 0,0-1-1,-1 1 1,1 0 0,0 1 0,-1 0 0,1 0-1,0 0 1,0 0 0,-1 1 0,1 0 0,1 1 0,-1-1-1,0 1 1,0 0 0,1 1 0,0-1 0,0 1-1,0 0 1,0 0 0,0 1 0,1-1 0,0 1 0,0 0-1,0 0 1,1 1 0,-1-1 0,1 1 0,1-1-1,-1 1 1,1 0 0,0 0 0,0 0 0,1 1 0,-1-1-1,2 0 1,-1 1 0,1-1 0,-1 0 0,2 1 0,-1-1-1,1 1 145,47 7-8528,-39-14 7609,15 0-1534</inkml:trace>
  <inkml:trace contextRef="#ctx0" brushRef="#br0" timeOffset="16608.276">3428 3433 13371,'0'0'2528,"0"0"-753,0 0-840,0 0-81,0 0 207,0 0 246,-1 25 352,10 185 532,146 261-558,-109-347-2532,-42-115-175,-2-6-6342,-2-10 317,-2-2 6589,-6-11-2428</inkml:trace>
  <inkml:trace contextRef="#ctx0" brushRef="#br0" timeOffset="16970.745">3666 3876 968,'0'0'11157,"0"0"-7257,0 0-2871,0 0-521,0 0 279,0 0 244,7 11-97,66 98 663,-56-78-1190,2 0 0,1-2-1,2-1 1,0 0-1,2-2 1,1 0-1,6 3-406,95 44 1572,-30-66-4852,-92-9 2681,1 0 0,-1 0 0,1-1 0,-1 0 0,0 0 0,0 0 1,0 0-1,-1 0 0,1-1 0,-1 0 0,1 0 0,-1 0 0,-1 0 0,1 0 0,0-1 0,-1 1 0,0-1 0,0 0 1,0 1-1,-1-1 0,0 0 0,1-2 599,6-23-3112</inkml:trace>
  <inkml:trace contextRef="#ctx0" brushRef="#br0" timeOffset="17264.981">4038 3843 6617,'0'0'1374,"0"0"2736,0 0-1640,0 0-1156,0 0-119,-6 18 118,-49 117 1577,-109 146-401,160-251-1531,4-16-2675,-4-2-8341,4-12 6305</inkml:trace>
  <inkml:trace contextRef="#ctx0" brushRef="#br0" timeOffset="20185.027">4220 3292 5977,'0'0'1722,"0"0"1987,0 0-1510,0 0-929,0 0-534,0 0-102,-18-2 191,-149-4 1068,-291 81 1631,14-37-3502,-1010 73-8,910-65 38,390-34-53,1 7 0,0 6-1,-55 20 2,105-22 0,93-22-8,0 1 1,0 0-1,0 1 1,1 0-1,-1 1 1,1 0-1,0 0 1,0 1 0,0 0-1,1 1 1,0 0-1,0 0 1,0 1-1,1-1 1,0 2-1,0-1 1,1 1-1,0 0 1,0 0-1,1 1 1,0 0-1,1 0 1,-1 0-1,2 0 1,-1 1-1,2 0 1,-1-1-1,1 4 8,25 280-24,90 71 114,-101-325-85,-1 0 0,-2 1 0,-2 0 0,-2 0 0,-1 0 0,-3 1 0,-1-1 0,-1 4-5,0-17-15,34-25-18,114-29-69,654 15-700,-232-22 2882,-495 34-2029,245-1 26,174-27-77,537-100 395,-285 76 457,-547 16-409,-206 0-178,-37-17-163,35 44-95,1 0 1,0-1-1,1-1 1,0 1-1,0-2 1,1 1-1,1-1 1,0 1-1,0-2 1,2 1-1,-4-10-7,-11-350 478,6-315-613,11 678 129,0-1 0,0 1 0,-1 0 0,-1 0-1,1 0 1,-1 1 0,-1-1 0,0 1 0,0 0 0,0 0 0,-1 1 0,0-1 0,-1 1-1,1 1 1,-2-1 0,1 1 0,0 0 0,-1 1 0,0 0 0,-1 0 0,1 1 0,-1 0-1,0 0 1,0 1 0,0 0 0,0 1 0,0 0 0,-1 0 0,1 1 0,0 0 0,-8 1 6,-331 21-371,344-21 357,0 0 1,0 1 0,1-1-1,-1 1 1,0 0-1,0 0 1,1 0 0,-1 0-1,1 1 1,-1-1-1,1 1 1,0 0-1,0 0 1,0 0 0,0 1-1,0-1 1,0 1-1,0 0 1,1-1 0,-1 1-1,1 0 1,0 1-1,-2 2 14,-2 58-6775,12-36-1298</inkml:trace>
  <inkml:trace contextRef="#ctx0" brushRef="#br0" timeOffset="24513.88">23 67 5521,'0'0'1199,"0"0"335,0 0 1893,0 0-1208,0 0-918,0 0-437,4 5 1131,-9 261-582,12 296 2122,-4-526-3476,-2 0 1,-2 0 0,-1 0 0,-2 0 0,-1 0 0,-2-1-1,-7 20-59,17-52 47,1 0-1,0 0 0,-1 0 0,1 0 0,0-1 0,1 0 1,-1 1-1,0-1 0,1-1 0,-1 1 0,1-1 0,-1 1 1,1-1-1,-1-1 0,1 1 0,0-1 0,0 0 0,-1 0 1,1 0-1,0 0 0,0-1 0,-1 0 0,1 0 1,0 0-1,-1-1 0,0 1-46,22 0 106,265-10-639,512 1 426,-276-11 132,-34 8 16,-308 15-355,-175 0 342,0 0 0,0-1-1,0-1 1,0 0 0,0 0 0,1-1 0,-1 0-1,0-1 1,0 0 0,-1-1 0,1 0 0,0 0-1,-1-1 1,0 0 0,0-1 0,0 0 0,0 0-1,-1-1 1,0 0 0,0 0 0,0-1 0,-1 0-1,0-1 1,0 1 0,-1-2 0,2-3-28,-5-138 621,-8-325-414,-23 246 2,28 8-203,0 220-14,0 1-11,0 0 11,0 0 17,0 0 13,0 0-25,0 0-6,-184 26 138,115-2-141,-1-2-1,-1-4 1,-1-3-1,0-3 0,-54 2 13,-1050-13-941,831 70 370,73-83 665,146 33-1915,125-21 1765,1 0 17,0 0-61,0 0-28,0 0-234,0 0-8,0 0 49,0 0-10,0 0 19,0 0 29,0 0 121,0 0 78,0 0 48,0 0-31,0 0 38,35 0-8689,-21 0 6216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5:04:47.04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1477 60 5617,'0'0'1593,"0"0"2135,0 0-1623,0 0-973,0 0-298,0 0 223,1-7 193,3-28 807,-4 35-1160,-2-3 3728,-10-7-3964,1 8-633,0 1 0,0 0 0,0 1 0,0 0 0,0 0 0,0 1 0,0 1 0,0 0 0,0 0 0,0 1 0,1 1 0,-1 0 0,1 0 0,0 1 0,0 0 0,1 1 0,0 0 0,0 0 0,0 1-1,0 0 1,1 1 0,0 0 0,1 0 0,0 0 0,0 1 0,1 1 0,0-1 0,1 1 0,0-1 0,0 2 0,1-1 0,0 0 0,1 1 0,0 0 0,0 4-28,3 50 244,3 1-1,3 0 1,2-1-1,4 0 1,2-1-1,3-1 1,3 0-1,14 28-243,-16-35 102,17 42 12,-21-65-73,-1 1-1,-3 1 1,0 0 0,-2 0-1,-2 1 1,-1 0 0,-1 19-41,-2-15 24,-1 0 0,-2 0 0,-2 0 0,-2 0 0,-2 0 0,-1-1 0,-2 0 0,-2-1 0,-1 0 0,-2 0 0,-2 0-24,13-28 7,-1-1 0,0 1 0,-1-1 1,0 0-1,0-1 0,-1 1 0,1-1 0,-2-1 1,1 1-1,-1-1 0,-1 0 0,1-1 1,-1 0-1,0 0 0,-1-1 0,1-1 0,-1 1 1,0-1-1,-7 1-7,-282 17-32,298-22-299,1 0-301,11-9-2591,12-7 12,6-3-3460,-1 2-244</inkml:trace>
  <inkml:trace contextRef="#ctx0" brushRef="#br0" timeOffset="3055.85">1861 1107 5841,'0'0'730,"0"0"490,0 0 2245,0 0-1494,0 0-832,0 0-404,0 0 83,0 0-28,0 0-193,0 0-254,0 0-24,0 0 74,0 0 137,0 0 135,0 0-99,0 0 30,0 0-28,0 0 0,31-9 1235,-16 5-1762,0 0 0,-1-1-1,0-1 1,0 0 0,0-1 0,-1 0 0,0-1-1,-1-1 1,1 0 0,-1-1 0,-1 0-1,0 0 1,-1-1 0,0-1 0,0 0 0,-1 0-1,-1-1 1,0 0 0,-1 0 0,0-1 0,-1 0-1,-1 0 1,0-1 0,2-10-41,-6 11 18,0 11-20,0 1-1,0-1 1,-1 0 0,1 0 0,-1 0 0,1 1 0,-1-1 0,0 0-1,0 0 1,0 0 0,0 0 0,-1 1 0,1-1 0,-1 0-1,0 0 1,0 1 0,0-1 0,0 0 0,0 1 0,0-1 0,-1 1-1,1-1 1,-1 1 0,0 0 0,0 0 0,0 0 0,0 0-1,0 0 1,0 0 0,0 0 0,0 1 0,-1-1 0,1 1 0,-1 0-1,0-1 1,1 1 0,-1 0 0,-1 0 2,-6 0-20,0 0 0,0 0 1,0 1-1,0 1 0,0 0 1,0 0-1,0 1 0,0 0 0,0 0 1,0 1-1,1 1 0,-1 0 1,1 0-1,0 1 0,0 0 0,1 0 1,-1 1-1,1 0 0,1 0 0,-1 1 1,1 0-1,0 1 0,0-1 1,1 1-1,0 1 0,1-1 0,0 1 1,0 0-1,1 0 0,0 0 0,0 1 1,1 0-1,1-1 0,-1 1 1,2 0-1,-1 0 0,1 0 0,1 5 20,-4-2-1,1 1 0,0-1 0,1 1 0,1-1-1,0 1 1,1 0 0,0 0 0,1-1 0,0 1 0,2-1-1,-1 1 1,2-1 0,-1 0 0,2 0 0,0 0-1,1 0 1,0-1 0,0 0 0,2 0 0,-1-1 0,1 0-1,1 0 1,0-1 0,1 0 0,0-1 0,0 0-1,4 3 2,3-4 60,0 1 0,0-2 0,0-1-1,1 0 1,0-1 0,0-1 0,0 0-1,0-2 1,1 0 0,-1-1-1,1-1 1,0 0 0,-1-2 0,18-3-60,151-72 173,-184 27-14535,-3 34 12558</inkml:trace>
  <inkml:trace contextRef="#ctx0" brushRef="#br0" timeOffset="4014.42">2315 244 6001,'0'0'1665,"0"0"2261,0 0-1878,0 0-1114,0 0-111,0 0 130,14-2 5421,46-9-5556,-57 11-795,-1-1-23,1 0 0,-1 0 0,0 0 1,0 0-1,1 0 0,-1 0 1,1 1-1,-1-1 0,1 1 0,-1 0 1,1-1-1,-1 1 0,1 0 1,-1 1-1,1-1 0,-1 0 0,1 1 1,-1-1-1,1 1 0,-1 0 1,0 0-1,1 0 0,-1 0 0,0 0 1,0 1-1,0-1 0,0 1 1,0-1-1,0 1 0,0 0 0,0 0 1,-1-1-1,1 1 0,-1 0 1,1 1-1,-1-1 0,0 0 0,0 0 1,0 1-1,0-1 0,0 0 1,0 1-1,-1-1 0,1 1 1,-1-1-1,0 1 0,0-1 0,0 2 0,0 3 0,0 0 0,-1-1 0,0 1-1,-1 0 1,0-1 0,0 1-1,0-1 1,0 0 0,-1 0 0,0 0-1,-1 0 1,1 0 0,-1 0-1,0-1 1,-4 4 0,-8 13 15,13-19-11,0-1 0,1 1 0,-1 0 1,1 0-1,-1 0 0,1 0 0,0 1 0,0-1 0,1 0 0,-1 1 0,1-1 0,-1 1 1,1 0-1,0-1 0,0 1 0,1 0 0,-1 0 0,1-1 0,0 1 0,0 0 0,0 0 1,1 0-1,-1 0 0,1-1 0,0 1 0,0 0 0,0-1 0,0 1 0,1-1 1,0 1-1,-1-1 0,1 1 0,0-1 0,1 0 0,1 2-4,6 1 27,0-1-1,0 0 1,0 0 0,1-1-1,0 0 1,0-1 0,0 0-1,0-1 1,0 0-1,1-1 1,-1 0 0,0-1-1,1-1 1,-1 1 0,3-2-27,58-21-6376,-56-8-3447,-13 20 8450</inkml:trace>
  <inkml:trace contextRef="#ctx0" brushRef="#br0" timeOffset="4382.241">2860 208 784,'0'0'7484,"0"0"-2105,0 0-3309,0 0-1245,0 0-266,0 0-115,-4 6-5,-180 300 2369,171-294-2644,-22-16-11704,25-12 10584,4-1 314</inkml:trace>
  <inkml:trace contextRef="#ctx0" brushRef="#br0" timeOffset="4712.713">2604 231 1504,'0'0'4264,"0"0"-1347,0 0 978,0 0-2019,0 0-922,0 0-83,0 0 86,1 3-83,17 31-190,1-1 0,2-1 0,1-1 0,1-1 1,1-1-1,2-1 0,1-1 0,1-1 0,4 1-684,-30-26-454,0 0 0,0 0-1,-1 0 1,1 1 0,-1-1 0,1 0-1,-1 1 1,1 0 0,-1-1-1,0 1 1,0 0 0,0-1 0,0 1-1,0 0 1,0 0 0,0 0 0,-1 0-1,1 0 1,-1 0 0,1 0-1,-1 0 1,0 0 0,0 0 0,0 0-1,0 1 1,0-1 0,-1 0-1,1 0 1,0 0 0,-1 1 454,-7 6-2583</inkml:trace>
  <inkml:trace contextRef="#ctx0" brushRef="#br0" timeOffset="5382.239">3153 931 13931,'0'0'2330,"0"0"-1111,0 0-744,0 0-97,0 0 152,0 0 48,-3-4-229,-15-17 97,-8 66 689,20-29-881,0-1-1,1 2 1,0-1 0,1 0-1,1 1 1,1 0-1,1 0 1,0-1 0,1 16-254,1-27 20,-1 1 0,1-1 1,0 1-1,1-1 0,0 1 1,-1-1-1,2 0 0,-1 0 1,1 0-1,-1 0 0,1 0 1,1 0-1,-1-1 0,1 1 1,-1-1-1,1 0 0,1 0 1,-1-1-1,0 1 0,1-1 1,0 0-1,0 0 0,0 0 1,0-1-1,0 0 0,0 0 1,1 0-1,-1-1 1,1 1-1,3-1-20,-3 2-2,0-1-1,1 0 1,-1 0 0,1 0-1,-1-1 1,1 0 0,0 0 0,-1-1-1,1 0 1,0 0 0,-1 0 0,1-1-1,0 0 1,-1-1 0,1 1-1,-1-1 1,0 0 0,1-1 0,-1 0-1,0 0 1,0 0 0,-1 0-1,1-1 1,-1 0 0,0 0 0,0-1-1,0 1 1,0-1 0,-1 0 0,0 0-1,0-1 1,0 1 0,-1-1-1,1 0 1,-2 0 0,1 0 0,-1 0-1,1-1 1,-2 1 0,1-1-1,0-3 3,-1 3-5,1 0-1,-1 0 1,-1 0-1,1 0 1,-1-1-1,-1 1 0,1 0 1,-1 0-1,0 0 1,-1 0-1,0 0 1,0 0-1,0 0 0,-1 1 1,0-1-1,0 1 1,-1-1-1,0 1 1,0 0-1,0 1 0,-1-1 1,0 1-1,0 0 1,0 0-1,-1 0 1,1 1-1,-1 0 0,0 0 1,-1 0-1,1 1 1,0 0-1,-1 0 0,-5-1 6,-1 1 25,0 1 0,1 0-1,-1 1 1,0 1-1,0 0 1,0 1 0,0 0-1,0 1 1,1 0-1,-1 1 1,-6 3-25,14-5-87,1 0 1,0 1-1,-1-1 0,1 1 1,0 0-1,0 1 1,1-1-1,-1 1 0,0-1 1,1 1-1,-1 0 0,1 0 1,0 1-1,0-1 0,0 1 1,1-1-1,-1 1 0,1 0 1,0 0-1,0 0 1,0 0-1,1 1 0,-1-1 1,1 0-1,0 1 0,0-1 1,0 1-1,1-1 0,0 1 1,0-1-1,0 1 1,0-1-1,1 1 0,0 1 87,1-4-382,0 1 0,0 0-1,1 0 1,-1-1 0,1 1-1,0-1 1,0 0 0,0 1-1,0-1 1,0-1 0,0 1-1,0 0 1,1-1 0,-1 0-1,0 0 1,1 0 0,-1 0-1,1 0 1,0-1 0,-1 1-1,1-1 1,-1 0 0,1 0-1,0-1 1,-1 1 0,1-1-1,-1 1 1,1-1 0,1-1 382,15 1-1131,18 1-872</inkml:trace>
  <inkml:trace contextRef="#ctx0" brushRef="#br0" timeOffset="5756.855">3342 504 5337,'0'0'3185,"0"0"1313,0 0-2309,0 0-790,0 0-254,0 0 111,-8-8-95,-25-21-266,26 74 761,76 298 1362,-55-276-3227,36 140 1140,4-79-6254,-54-127 910,0-3-859,0-7 2813</inkml:trace>
  <inkml:trace contextRef="#ctx0" brushRef="#br0" timeOffset="6289.659">3626 874 656,'0'0'5557,"0"0"-336,0 0-2863,0 0-1243,0 0-132,0 0-184,9-3 14,30-9-182,-37 13-558,1-1 1,-1 1-1,0 0 0,1-1 1,-1 1-1,0 0 0,1 1 0,-1-1 1,0 0-1,0 1 0,0-1 0,0 1 1,0-1-1,-1 1 0,1 0 0,0 0 1,-1 0-1,1 0 0,-1 0 0,0 0 1,0 0-1,1 1 0,-1-1 0,-1 0 1,1 1-1,0-1 0,0 3-73,3 4 507,140 175 3147,-134-174-3616,-5-3-38,0-1-1,0 0 1,1 0-1,0 0 1,1-1 0,-1 0-1,1 0 1,0 0 0,0-1-1,0 0 1,1-1-1,-1 0 1,1 0 0,0 0-1,0-1 1,0 0-1,0-1 1,0 0 0,2 0 0,97-29-3293,-58-31-7401,-44 46 9367,-3 2-92</inkml:trace>
  <inkml:trace contextRef="#ctx0" brushRef="#br0" timeOffset="6680.765">4035 719 7202,'0'0'1366,"0"0"2191,0 0-1310,0 0-1033,0 0-360,0 0 52,-6 1-33,2 0-807,0 0 0,1 0 1,-1 0-1,1 0 0,-1 1 1,1 0-1,0-1 1,-1 1-1,1 0 0,0 1 1,0-1-1,0 1 0,1-1 1,-1 1-1,1 0 1,-1 0-1,1 0 0,0 0 1,0 0-1,0 1 1,0-1-1,0 3-66,-26 42 1555,-199 327 2186,210-337-5299,17-37-2060,0-4-1813,0-11-135</inkml:trace>
  <inkml:trace contextRef="#ctx0" brushRef="#br0" timeOffset="7708.966">13 950 4865,'0'0'1040,"0"0"406,0 0 2910,0 0-1735,0 0-1164,0 0-326,-3-10-190,-7-23 20,17 54 1683,15 48-1891,-18-49-497,1 0 0,1 0 0,1 0 0,0-1 0,2 0 0,0-1-1,1 1 1,1-2 0,0 0 0,1 0 0,1-1 0,1 0 0,0-1 0,1-1 0,3 1-256,-17-13 0,-1-1 0,1 0 0,0 0 1,-1 0-1,1 0 0,0 0 0,0 0 1,0-1-1,0 1 0,0 0 1,0 0-1,0-1 0,0 1 0,0 0 1,0-1-1,0 1 0,0-1 0,0 0 1,0 1-1,1-1 0,-1 0 1,0 0-1,0 1 0,1-1 0,-1 0 1,0 0-1,0 0 0,1-1 0,-1 1 1,0 0-1,0 0 0,0-1 1,1 1-1,-1-1 0,0 1 0,0-1 1,0 1-1,0-1 0,0 0 0,0 1 1,0-1-1,0 0 0,0 0 1,0 0-1,-1 0 0,1 0 0,0 0 1,0 0-1,-1 0 0,1 0 0,-1 0 1,1 0-1,-1 0 0,1 0 0,-1-1 1,0 1-1,1 0 0,-1 0 1,0-1-1,-23-200-346,2-29-1394,51 196-1435,14 54-7340,-34-9 9111</inkml:trace>
  <inkml:trace contextRef="#ctx0" brushRef="#br0" timeOffset="8175.148">595 1040 4793,'0'0'2479,"0"0"2362,0 0-1849,0 0-1253,0 0-266,0 0 18,10-1 279,338-60 3426,-368 68-15503,-34 14 4394,24-8 3713</inkml:trace>
  <inkml:trace contextRef="#ctx0" brushRef="#br0" timeOffset="225720.846">802 1054 2937,'0'0'3387,"0"0"-2392,0 0-846,0 0 366,0 0 1489,0 0-434,-10 4-539,-41 14 341,30 6 1638,-25 12-2484,221-38 2377,20-29-614,-195 31-2273,-22 1 82,-327 73-98,448-87-1267,98-37 1717,-201 22-9852,-1 12 3973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5:08:38.3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117 563 6489,'0'0'790,"0"0"-493,0 0 425,0 0 2181,0 0-1219,0 8-453,1 4-640,0 7-38,-1 3 3384,2-24 237,5-14-3553,3-294-284,-10 309-335,0 1-29,0 42-84,-3-25 156,1 1 1,1-1-1,1 1 0,1 0 0,0-1 0,1 1 0,1-1 1,1 1-1,0-1 0,1 0 0,1-1 0,1 1 0,0-1 1,1-1-1,1 1 0,0-1 0,1-1 0,0 1 0,2-2 1,-1 0-1,2 0 0,0-1 0,2 1-45,-13-11 3,1 1 0,0-1 0,0 0 1,1 0-1,-1 0 0,0 0 0,1 0 0,-1-1 0,1 0 0,0 1 0,-1-2 0,1 1 1,0 0-1,-1-1 0,1 1 0,0-1 0,0 0 0,0 0 0,-1-1 0,1 1 0,0-1 1,0 0-1,-1 0 0,1 0 0,0 0 0,-1-1 0,0 1 0,1-1 0,-1 0 0,0 0 1,0 0-1,0 0 0,0-1 0,0 1 0,0-1 0,2-3-3,4-23-45,-2-2 1,0 1-1,-2-1 1,-2 0-1,0-1 0,-2 1 1,-2 0-1,-1 0 0,-1-1 45,2-5-117,-15-21-68,16 95 12,-1-19 203,2 1-1,0-1 1,1 0 0,0 0 0,2 1 0,0-1 0,1-1 0,1 1 0,1-1 0,0 0 0,1-1 0,1 1 0,1-2 0,0 1 0,1-1 0,0-1 0,2 1-30,-4-5-10,0-1-1,0 0 1,1 0 0,1-1-1,0 0 1,0-1 0,0 0-1,1-1 1,0 0-1,0-1 1,0 0 0,1-1-1,-1-1 1,1 0 0,0 0-1,0-1 1,10 0 10,-19-50-7496,-3 19 1644,1 1 585</inkml:trace>
  <inkml:trace contextRef="#ctx0" brushRef="#br0" timeOffset="733.966">0 687 6265,'0'0'855,"0"0"-535,0 0 544,0 0 2402,0 0-1498,0 0-662,12 4 59,50 17 1092,-61-21-1398,-1 0-8,0 0 89,0 0 5,0 0-103,2-23 203,52-181-956,-45 225-10349,-4-6 1724</inkml:trace>
  <inkml:trace contextRef="#ctx0" brushRef="#br0" timeOffset="1313.444">980 413 5921,'0'0'1238,"0"0"-51,0 0 2167,0 0-1508,0 0-698,0 0-51,-5 4 157,-2 1-1009,8-5-176,-1 0-1,1 0 0,-1 1 0,1-1 1,-1 0-1,1 0 0,-1 1 1,0-1-1,1 0 0,-1 1 0,1-1 1,-1 0-1,0 1 0,1-1 1,-1 0-1,0 1 0,0-1 0,1 1 1,-1-1-1,0 1 0,0-1 1,0 1-1,0-1 0,1 1 0,-1-1 1,0 0-1,0 1 0,0-1 1,0 1-1,0-1 0,0 1 0,0-1 1,0 1-1,0-1 0,-1 1 1,1-1-1,0 1 0,0-1 0,0 1 1,0-1-1,-1 1 0,1-1 1,0 0-1,0 1 0,-1-1 1,1 1-1,0-1 0,-1 0 0,1 1-68,55-3 704,0-2 0,0-3-1,-1-2 1,0-2-1,45-17-703,-98 28-921,-11 1-5595,3-1 3912,-11 1-575,-10 6-3970</inkml:trace>
  <inkml:trace contextRef="#ctx0" brushRef="#br0" timeOffset="1580.778">1129 549 6993,'0'0'1347,"0"0"2712,0 0-1742,0 0-890,0 0-113,0 0 50,14 5 210,131 21 991,-13-27-3187,-87-40-15412,-34 27 13163</inkml:trace>
  <inkml:trace contextRef="#ctx0" brushRef="#br0" timeOffset="2158.715">1658 299 6465,'0'0'6922,"0"0"-3987,0 0-1631,0 0-506,0 0 1,0 0 328,21-18-315,71-60-341,-88 75-459,0-1 0,0 1 0,0-1 1,0 1-1,1 1 0,0-1 1,-1 0-1,1 1 0,0 0 0,0 0 1,0 1-1,0-1 0,1 1 1,-1 0-1,0 1 0,0-1 0,1 1 1,-1 0-1,0 0 0,1 1 1,3 0-13,-8-1 2,2 3 44,0 0-1,0 0 1,0 1 0,0-1 0,-1 1 0,0-1-1,1 1 1,-1 0 0,0 0 0,-1 0 0,1 0 0,-1 0-1,0 0 1,0 0 0,0 1 0,0-1 0,-1 0 0,0 1-1,0-1 1,0 0 0,0 1 0,-1-1 0,1 1-46,0-2 42,1 17 47,0 0 0,-1-1 0,-2 1 0,0-1 0,0 1 0,-2-1 0,-1 0 0,0 0 0,-1 0 0,-1-1 0,-5 10-89,12-29-9,-1 0 1,1 0 0,0-1-1,-1 1 1,1 0 0,0 0-1,-1 0 1,0 1 0,1-1-1,-1 0 1,1 0-1,-1 0 1,0 0 0,0 0-1,1 1 1,-1-1 0,0 0-1,0 1 1,0-1 0,0 0-1,0 1 1,0-1-1,0 1 1,0 0 0,0-1-1,0 1 1,0 0 0,0 0-1,0-1 1,0 1 0,0 0-1,0 0 1,0 0 0,0 0-1,0 0 1,-1 1-1,1-1 1,0 0 0,0 0-1,0 1 1,0-1 0,0 1-1,0-1 1,0 1 0,0-1-1,1 1 1,-1 0-1,0-1 1,0 1 0,0 0-1,0-1 1,1 1 0,-1 0-1,0 0 1,1 0 0,-1 0-1,1 0 1,-1 0-1,1 0 1,0 0 0,-1 0-1,1 0 1,-1 1 8,1-3-14,0 0 0,0 0 0,0-1 0,0 1 0,0 0 0,0 0 0,0 0 0,0 0 0,0-1 0,0 1 0,1 0 0,-1 0 0,0 0-1,1 0 1,-1 0 0,1 0 0,-1 0 0,1 0 0,0 0 0,-1 0 0,1 0 0,0 0 0,0 0 0,0 1 0,0-1 0,0 0 0,-1 0 0,1 1 0,0-1 0,0 1 0,1-1 0,-1 1 0,0-1 0,0 1 0,0 0 0,0-1 0,0 1 0,0 0 0,1 0 0,-1 0 0,0 0-1,0 0 1,0 0 0,0 0 0,1 0 0,-1 1 0,0-1 0,0 0 0,0 1 0,0-1 0,1 1 14,11-1 33,152 48 157,49-45-1292,-178-18-3829,-13-14-5485,-19 12 6982</inkml:trace>
  <inkml:trace contextRef="#ctx0" brushRef="#br0" timeOffset="2471.512">2221 126 7434,'0'0'6438,"0"0"-4091,0 0-1301,0 0 30,0 0 221,23 15 311,156 109 984,-134-81-2340,41 29 268,-20-52-6627,-45-29-3981,-17-5 7282</inkml:trace>
  <inkml:trace contextRef="#ctx0" brushRef="#br0" timeOffset="2816.179">2547 0 8410,'0'0'1432,"0"0"1770,0 0-1207,0 0-973,0 0-382,0 0 31,-3 5-2,-101 199 4600,89-179-4871,5-11-297,0 1-1,1 1 0,1-1 1,0 1-1,1 1 0,1-1 1,0 1-1,1 0 1,1 1-1,-1 16-100,5-34-1447,0 0 803,1 0-4092,1-1 1131,4-8-2625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5:08:47.7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1 170 7834,'0'0'1171,"0"0"2243,0 0-511,0 0-1159,0 0-669,0 0 51,7-4 397,212-48 2271,-111 34-3307,9-7-791,170-31 1391,-191 45-5202,1 7-4649,-71 4-570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5:08:50.8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 50 7009,'0'0'506,"0"0"433,0 0 2213,0 0-1561,0 0-428,0 0-1,-5 0 64,-7-10 598,50-10-1171,-31 17-783,-4 1 132,-1 0 0,1 0-1,0 0 1,0 1 0,-1 0 0,1-1 0,0 1 0,0 0 0,1 0 0,-1 1 0,0-1 0,0 1 0,0-1-1,1 1 1,-1 0 0,0 0 0,0 1 0,0-1 0,0 1 0,1-1 0,-1 1 0,0 0 0,0 0-1,0 0 1,0 1 0,0-1 0,-1 1 0,1 0-2,0 18 134,0 1-1,-2 0 1,0 0-1,-2 0 1,0 0-1,-2 0 1,0 0-1,-6 20-133,-77 172 3005,85-213-2992,0 0 0,-1 0-1,1 0 1,0-1 0,0 1 0,0 0 0,-1-1 0,1 1 0,0-1-1,0 0 1,0 1 0,0-1 0,0 0 0,0 0 0,0 1-1,0-1 1,0 0 0,0 0 0,0 0 0,1 0 0,-1 0-1,0 0 1,1 0 0,-1-1 0,1 1 0,-1 0 0,1 0-1,0 0 1,-1-1 0,1 1 0,0 0 0,0 0 0,0-1-1,0 1 1,0 0 0,0 0 0,0-1 0,0 0-13,0 2 7,-10-78-150,53 82 72,8 20 79,88 20 677,-125-44-674,120-15 1621,-131 14-1751,1-1 1,-1 0-1,0 0 0,0-1 1,0 1-1,0-1 0,0 1 1,0-1-1,0 0 1,-1 0-1,0 0 0,1-1 1,-1 1-1,0 0 0,-1-1 1,1 1-1,-1-1 0,1 0 1,-1 1-1,0-1 0,-1 0 1,1-1 118,-1-36-8938,-6 27 2610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5:08:46.4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128 312 5673,'0'0'1247,"0"0"88,0 0 2222,0 0-1527,0 0-825,-12 6-225,5-3-805,0 0-1,1 0 1,0 0-1,0 1 1,0 0-1,0 1 0,1-1 1,0 1-1,-1 0 1,2 0-1,-1 1 1,1-1-1,-1 1 0,2 0 1,-1 0-1,1 0 1,0 1-1,0-1 0,0 1-174,0 1 151,0-1-1,0 1 1,1 0-1,0 0 0,0 0 1,0 0-1,1 0 0,1 0 1,-1 0-1,1 0 1,1 0-1,-1 1 0,2-1 1,-1 0-1,1 0 0,0 0 1,0-1-1,1 1 1,0 0-1,1-1 0,0 0 1,0 0-1,0 0 0,1 0 1,0-1-1,0 1 1,1-1-1,0-1 0,0 1 1,0-1-1,0 0 1,1 0-1,5 2-150,0-2 40,0-1-1,0 0 1,1-1 0,0 0-1,-1-1 1,1 0 0,0-1-1,0 0 1,0-2 0,0 1-1,0-1 1,3-2-40,-11 0-6,0-1 1,-1 1-1,1-1 0,-1-1 1,0 1-1,0-1 1,-1 1-1,1-1 0,-1 0 1,0 0-1,0-1 0,-1 1 1,0 0-1,1-1 0,-2 0 1,1 1-1,-1-1 1,0 0-1,0 0 0,0 0 1,-1 0-1,0 0 0,0 0 1,-1 0-1,0 1 0,0-1 1,0 0-1,-1 0 1,-1-3 5,3-1-9,0 5-11,-1 0 0,1 0 1,-1 0-1,0 0 0,0 0 0,0 0 1,-1 0-1,0 1 0,0-1 0,0 0 1,0 1-1,-1 0 0,0-1 0,0 1 0,0 0 1,0 0-1,0 1 0,-1-1 0,0 1 1,0-1-1,0 1 0,0 0 0,0 1 1,-1-1-1,1 1 0,-1 0 0,0 0 1,0 0-1,1 1 0,-1-1 0,0 1 0,0 1 1,0-1-1,0 1 0,-1-1 0,1 1 1,0 1-1,0-1 0,0 1 0,0 0 1,0 0-1,0 0 0,0 1 0,1 0 1,-1 0-1,0 0 0,1 0 0,0 1 0,-1 0 1,-3 3 19,-78 90-912,75-45-2373,66-46-2290,12-39-297,-40 11 1169</inkml:trace>
  <inkml:trace contextRef="#ctx0" brushRef="#br0" timeOffset="327.84">195 88 6857,'0'0'1078,"0"0"1204,0 0-314,0 0-689,0 0-295,0 0-38,-7-15-106,-20-43-236,20 43-286,9 51 699,82 236 6002,71 94-5045,-152-359-4018,-3-12-12990,-1-1 14952,-5-13-4611</inkml:trace>
  <inkml:trace contextRef="#ctx0" brushRef="#br0" timeOffset="1047.38">631 714 6665,'0'0'5132,"0"0"-2745,0 0-1337,0 0-253,0 0 264,0 0 22,2-6-283,13-34-280,28-137 1446,-50 129 311,3 146-2215,4-90-59,0-1 0,1 0 0,0 1 1,1-1-1,0 1 0,0-1 0,0 0 0,1 0 0,0 0 1,0-1-1,1 1 0,0-1 0,0 1 0,0-1 1,1 0-1,0-1 0,0 1 0,0-1 0,1 0 1,0-1-1,0 1 0,0-1 0,1 0 0,-1-1 1,1 1-1,0-1 0,0 0 0,0-1 0,0 0 1,0 0-1,1-1 0,-1 0 0,1 0 0,-1 0 1,1-1-1,-1 0 0,1-1 0,2 0-3,-7-3-48,1 1 0,-1-1 0,0 0 0,0 0 0,0 0 0,0-1 1,-1 1-1,0-1 0,0 1 0,0-1 0,0 0 0,-1 0 0,0 0 0,0 0 0,0 0 0,-1 0 0,1 0 0,-1 0 0,-1 0 0,1 0 0,-1-4 48,1 4-77,1-151-381,1 167 521,0-1 0,1-1 0,1 1 0,-1 0 0,2-1 0,-1 0 0,1 0 0,0 0 0,1 0 0,0-1 0,1 0 0,0 0 0,0-1 0,0 0 0,1 0 0,0-1 0,0 1 0,1-2 0,0 1 0,0-1 0,0-1 0,1 0 0,-1 0 0,1-1 0,0 0-1,0-1 1,0 0 0,0 0 0,0-1 0,1 0 0,-1-1 0,0 0 0,2-1-63,-6 1-107,92-15-1321,-78-6-2858,-13-14-4233,-12 19 4314,-9 2 2134</inkml:trace>
  <inkml:trace contextRef="#ctx0" brushRef="#br0" timeOffset="3222.712">1520 591 7882,'0'0'1263,"0"0"3591,0 0-2032,0 0-1139,0 0-71,0 0 97,15 0-221,181-32 1747,-75-9-3848,-130 45-9272,-10 10 4439,-6 3 1005,0-5 2247</inkml:trace>
  <inkml:trace contextRef="#ctx0" brushRef="#br0" timeOffset="3490.112">1655 695 6737,'0'0'561,"0"0"5960,0 0-4321,0 0-655,0 0-177,0 0 752,0 0-567,23 9-585,-4-9-144,4 0-480,1 0-128,-1 0-216,0 0-136,3 0-1296,2-7-2593,11-11-1384,-6 1-1080,-3 0 3392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5:08:48.4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1031 453 3025,'0'0'2911,"0"0"-1721,0 0-884,0 0-192,0 0-21,0 0 590,2-11 1784,7-35-247,-9 45-2098,0 0-1,-1 0 0,1 0 1,0 0-1,-1 0 0,1 0 0,-1 0 1,0 0-1,1 0 0,-1 0 0,0 0 1,1 0-1,-1 1 0,0-1 1,0 0-1,0 1 0,0-1 0,0 0 1,0 1-1,0-1 0,0 1 0,0 0 1,0-1-1,0 1 0,0 0 1,0-1-1,0 1 0,0 0 0,0 0 1,0 0-1,0 0 0,0 0 0,-1 0 1,1 0-1,0 1 0,0-1 1,0 0-1,0 0 0,0 1 0,0-1 1,0 1-1,0-1 0,0 1 0,0-1 1,0 1-1,0 0 0,0 0-121,-5 4 294,0 1 1,1-1-1,-1 2 0,1-1 0,0 0 0,0 1 0,1 0 1,0 0-1,0 1 0,1-1 0,0 1 0,0 0 0,1-1 1,0 1-1,0 0 0,1 0 0,0 1 0,0-1 0,1 0 0,0 0 1,1 6-295,-1-10 26,1-1 1,0 1 0,0-1 0,0 0-1,0 1 1,0-1 0,1 0 0,-1 0 0,1 0-1,0 0 1,0 0 0,0-1 0,0 1-1,1 0 1,-1-1 0,1 0 0,-1 1-1,1-1 1,0 0 0,0 0 0,0-1 0,0 1-1,0-1 1,0 1 0,0-1 0,1 0-1,-1 0 1,0-1 0,1 1 0,-1 0-1,1-1 1,2 0-27,116 2 631,-115-3-698,-1 0-1,1-1 1,-1 0 0,0 0 0,1 0 0,-1-1 0,0 0 0,-1 0 0,1 0 0,0-1-1,-1 0 1,0 0 0,0 0 0,0-1 0,0 1 0,-1-1 0,0-1 0,0 1-1,0 0 1,0-1 0,-1 0 0,0 0 0,-1 0 0,1 0 0,-1 0 0,0-1 0,0 1-1,-1-1 1,0 1 0,0-1 0,-1 1 0,0-1 0,0 0 0,0 1 0,-1-1 0,0 0-1,-1-2 68,0 3-7,0 1 0,-1 0-1,0 0 1,0 0-1,-1 0 1,1 1-1,-1-1 1,0 1-1,0 0 1,0 0-1,-1 0 1,1 1-1,-1-1 1,0 1 0,0 0-1,0 1 1,-1-1-1,1 1 1,0 0-1,-1 0 1,0 1-1,1 0 1,-1 0-1,0 0 1,0 0 0,1 1-1,-1 0 1,0 0-1,0 1 1,0 0-1,1 0 1,-1 0-1,0 1 1,1-1-1,-1 1 1,1 1-1,0-1 1,0 1 0,0 0-1,0 0 1,0 0-1,0 1 1,1 0-1,0 0 1,0 0-1,0 0 1,0 0-1,0 1 1,1 0 0,0 0-1,0 0 1,0 0-1,1 0 1,-1 3 7,5-4-465,0-1 1,1 0 0,0 0-1,-1 0 1,1 0 0,0 0-1,0-1 1,1 1 0,-1-1-1,1 0 1,-1 0 0,1 0 0,0 0-1,-1 0 1,1-1 0,0 0-1,0 0 1,0 0 0,0 0-1,0-1 1,0 1 0,0-1-1,0 0 1,0-1 0,1 1-1,-1-1 1,0 1 0,0-1-1,0 0 1,-1-1 0,1 1-1,0-1 1,0 1 0,-1-1-1,1 0 1,0-1 464,21-12-2283</inkml:trace>
  <inkml:trace contextRef="#ctx0" brushRef="#br0" timeOffset="266.584">1129 0 2473,'0'0'5081,"0"0"1856,0 0-3867,0 0-1802,0 0-469,2 18 1028,41 135 1671,-31-127-3116,5 16-231,2-2 0,1 0-1,2-1 1,2-1 0,2-1 0,1-1 0,1-2 0,2-1-1,15 12-150,-44-44-139,-1-1 0,1 1-1,-1-1 1,1 0-1,-1 1 1,1-1-1,0 0 1,-1 0 0,1 1-1,-1-1 1,1 0-1,0 0 1,-1 0-1,1 1 1,0-1 0,-1 0-1,1 0 1,0 0-1,-1 0 1,1 0-1,-1-1 1,1 1 0,0 0-1,-1 0 1,1 0-1,0 0 1,-1-1-1,1 1 1,-1 0 0,1-1-1,-1 1 1,1 0-1,-1-1 1,1 1-1,-1-1 1,1 1 0,-1-1-1,1 1 1,-1-1-1,0 1 1,1-1-1,-1 1 1,0-1 0,1 1-1,-1-1 1,0 0-1,0 1 1,1-1-1,-1 0 1,0 1 0,0-1-1,0 0 1,0 1-1,0-1 1,0 1-1,0-1 1,0 0 0,0 1-1,-1-1 1,1 0-1,0 1 1,0-1-1,0 1 1,-1-1 139,-2-53-5097,2 50 4569,-9-43-3545,-4 1 2315</inkml:trace>
  <inkml:trace contextRef="#ctx0" brushRef="#br0" timeOffset="515.749">1478 155 6729,'0'0'7282,"0"0"-3856,0 0-1048,12 24-215,113 182 2610,35-70-2696,-30-97-4751,-119-88-9744,-20 14 7185,-8 1 2667</inkml:trace>
  <inkml:trace contextRef="#ctx0" brushRef="#br0" timeOffset="799.739">1720 185 6753,'0'0'7573,"0"0"-4583,0 0-1573,-14 25-2,-100 200 3145,51-38-3897,63-187-2092,3-6-2299,29-68-7448,-14 33 7811</inkml:trace>
  <inkml:trace contextRef="#ctx0" brushRef="#br0" timeOffset="6881.629">1406 2564 7842,'0'0'1015,"0"0"2096,0 0-360,0 0-765,0 0-304,0 0 194,1-13 791,3 8-2632,0 1 0,1 1 0,-1-1 1,1 1-1,0-1 0,0 1 0,0 1 0,0-1 0,0 1 0,1 0 0,-1 0 0,1 0 0,-1 1 0,1 0 0,0 0 0,0 0 1,-1 1-1,1 0 0,0 0 0,0 0 0,0 1 0,-1 0 0,1 0 0,0 0 0,-1 1 0,1 0 0,-1 0 0,0 0 0,1 1 0,2 2-35,2 11 0,-2 1 0,0 0 0,-1 0 0,-1 1 0,0 0 0,-1 0 0,-1 0-1,-1 1 1,-1-1 0,-1 1 0,0-1 0,-1 1 0,-1 0 0,-3 16 0,4-31 3,1 0-7,0 0-1,-1-1 1,1 1 0,-1 0 0,0-1 0,0 1 0,0 0 0,-1 0-1,1-1 1,-1 1 0,0 0 0,0-1 0,0 1 0,0-1 0,-1 1-1,0-1 1,1 0 0,-1 1 0,0-1 0,-1 0 0,1 0 0,0-1-1,-1 1 1,0 0 0,1-1 0,-1 1 0,0-1 0,0 0 0,-1 0-1,1 0 1,0-1 0,-1 1 0,1-1 0,-1 0 0,1 0 0,-1 0-1,0 0 1,1 0 0,-1-1 0,0 0 0,1 0 0,-1 0 0,0 0-1,0 0 1,1-1 0,-1 0 0,0 1 0,1-2 0,-1 1 0,1 0-1,-1-1 1,1 1 0,0-1 0,-1 0 0,1 0 0,-2-2 4,-48-64 16,78 65-2,247 20 565,-236-16-465,0-1-1,0-2 0,0-2 1,0 0-1,-1-3 0,1-1 1,22-9-114,11-32-4864,-36 2-4349,-13 10-1337</inkml:trace>
  <inkml:trace contextRef="#ctx0" brushRef="#br0" timeOffset="7429.616">2628 1724 6145,'0'0'2242,"0"0"2945,0 0-2611,0 0-1222,0 0-51,0 0 248,12 0-286,321-52 1949,-332 52-3161,15-2-2045,-28 4-3376,8-1 4615,-19 4-7750</inkml:trace>
  <inkml:trace contextRef="#ctx0" brushRef="#br0" timeOffset="7618.088">2684 1910 6905,'0'0'5746,"0"0"-3122,0 0-1079,0 0-305,0 0 248,158-10 225,-112-5-633,6-2-792,-1-1-288,12-10-472,-14 7-2321,-15 0-3664</inkml:trace>
  <inkml:trace contextRef="#ctx0" brushRef="#br0" timeOffset="8060.456">3373 1550 2457,'0'0'11894,"0"0"-6922,0 0-3643,0 0-444,-9 20 467,-26 68 2,32-85-1317,1 1 1,-1 0 0,1 0 0,0 1 0,0-1 0,0 0 0,1 1 0,0-1 0,-1 1 0,2-1 0,-1 1 0,0 0 0,1-1 0,0 1 0,0 0 0,0-1 0,1 1 0,-1-1 0,1 1 0,0 0 0,1-1-1,-1 1 1,1-1 0,0 0 0,0 0 0,0 1 0,1-1 0,-1-1 0,1 1 0,0 0 0,0-1 0,0 1 0,1-1 0,-1 0 0,1 0 0,-1 0 0,1-1 0,0 1 0,0-1 0,1 0 0,-1 0 0,0 0 0,1-1-1,-1 1 1,1-1 0,-1 0 0,1-1 0,0 1 0,-1-1 0,4 0-38,-1 2-11,0-2 0,0 1-1,0-1 1,-1 0 0,1 0 0,0-1-1,0 1 1,0-2 0,-1 1-1,1-1 1,0 0 0,-1 0 0,0-1-1,1 0 1,-1 0 0,0 0 0,-1-1-1,1 0 1,0 0 0,-1-1-1,0 1 1,0-1 0,-1 0 0,1 0-1,-1-1 1,0 1 0,0-1 0,-1 0-1,0 0 1,0 0 0,0-1-1,-1 1 1,1-2 11,-1 2-74,1-1 0,-1 0 0,0 1 0,0-1 0,-1 0 0,0 0 0,0 0 0,-1-1 0,0 1 0,0 0 0,0 0 0,-1 0 0,0 0 0,-1 0 0,1 0 0,-1 0 0,-1 1 0,1-1 0,-1 1 0,0-1 0,-1 1 0,0 0 0,0 0 0,0 0 0,0 1 0,-1-1 0,0 1 0,0 0 0,0 1 0,-1-1 0,0 1 0,0 0 0,0 1 0,0-1 0,0 1 0,-1 0 0,0 1 0,-1-1 74,1 2-48,0 0 1,0 0-1,0 1 1,0 0-1,0 0 0,0 1 1,0-1-1,0 2 1,0-1-1,1 1 1,-1 0-1,0 0 1,1 1-1,0 0 1,-1 0-1,1 1 1,0-1-1,1 1 1,-1 1-1,1-1 1,-1 1-1,1 0 1,1 0-1,-1 0 1,1 1-1,0-1 1,0 1-1,1 0 1,-1 1-1,1-1 1,1 0-1,-1 1 0,1 0 1,0-1-1,1 1 1,-1 0-1,1 0 1,0 6 47,58 1-10341,-47-14 7622,19-2-5371</inkml:trace>
  <inkml:trace contextRef="#ctx0" brushRef="#br0" timeOffset="8376.407">3421 1020 6617,'0'0'8382,"0"0"-5176,0 0-1657,0 0-440,0 0 69,0 0 311,8 24 148,122 370 1793,-122-365-3541,1 0 0,1-1 1,1 0-1,2 0 0,1-1 1,1-1-1,1-1 0,18 21 111,-30-51-10918,-3-24 5354,-1 24 3946,0-22-2168</inkml:trace>
  <inkml:trace contextRef="#ctx0" brushRef="#br0" timeOffset="8642.278">3771 1355 9722,'0'0'2682,"0"0"1077,0 0-2008,0 0-681,7 19 517,1 6-992,2-1-1,0 0 1,2 0 0,1-1-1,0-1 1,2 0 0,0-1-1,2-1 1,2 2-595,-7-12 9,-1-1 0,2-1-1,-1 0 1,1-1 0,0 0 0,0-1 0,1 0 0,0-1-1,0-1 1,0 0 0,1-1 0,-1 0 0,1-2 0,-1 1-1,1-2 1,2 0-9,-15 0-439,0-1 0,0 0 0,0 1 0,0-1 0,0 0 0,0 0 0,0 0 0,0-1-1,0 1 1,-1 0 0,1-1 0,0 1 0,-1-1 0,1 1 0,-1-1 0,0 0 0,0 0 0,1 1 0,-1-1 0,0 0 0,0 0-1,-1 0 1,1 0 0,0 0 0,-1-1 0,1 1 0,-1 0 0,0 0 0,0 0 0,0 0 0,0-1 0,0 1 0,0 0-1,-1-2 440,2-2-1510,2-21-4338</inkml:trace>
  <inkml:trace contextRef="#ctx0" brushRef="#br0" timeOffset="8953.959">4134 1244 6689,'0'0'4987,"0"0"-662,0 0-2183,0 0-429,-11 21 277,-159 351 2703,142-284-6099,23-93-13660,5-8 7736</inkml:trace>
  <inkml:trace contextRef="#ctx0" brushRef="#br0" timeOffset="5065.137">1119 1596 7834,'0'0'935,"0"0"2080,0 0-1087,0 0-670,0 0-63,0 0-132,-12-17-243,-37-52-200,30 5 3090,99 258-280,34 61-2142,-114-254-1348,-28-32-718,-6-13 163,30 36 568,0 0 0,-1 0 0,1 1 0,-2 0 0,1 0 0,-1 0 0,0 1 0,0 0 0,-1 0 0,0 0 0,0 1 0,0 0 0,-1 0 0,1 1 0,-1 0 0,0 1 0,-1-1 0,1 1 0,0 1 0,-1 0 0,-4-1 47,7 6 6,0 1 1,1-1-1,-1 1 0,0 0 1,1 0-1,0 1 0,0-1 1,0 1-1,1 0 0,-1 0 1,1 1-1,1 0 0,-1-1 1,1 1-1,0 0 0,0 1 1,0-1-1,1 0 0,0 1 1,1-1-1,-1 1 0,1 0 1,0 0-1,1-1 0,0 1 1,0 0-1,0 0 0,1 0 1,0-1-1,0 1 0,1 0 1,0 1-7,3-1 16,0 1 1,1-1-1,-1 0 0,2-1 1,-1 1-1,1-1 1,0 0-1,0-1 1,0 0-1,1 0 0,0 0 1,0-1-1,0 0 1,0-1-1,1 0 1,-1 0-1,1-1 0,0 0 1,0 0-1,0-1 1,0 0-1,0-1 1,0 0-1,0 0 0,0-1 1,0 0-1,0-1 1,3-1-17,-4 3-11,1-1 0,0-1 0,-1 1 0,0-1 0,1-1 0,-1 0 0,0 0 0,0 0 0,0-1 0,-1-1 0,0 1 1,1-1-1,-1 0 0,-1-1 0,1 1 0,-1-1 0,0-1 0,0 1 0,-1-1 0,0 0 0,0 0 0,-1-1 0,0 1 0,0-1 0,0 0 0,-1 0 0,-1 0 1,1 0-1,-1-1 0,0 1 0,-1-1 0,0 0 0,-1 1 0,0-1 0,0-2 11,0-64-78,1 110 205,-2-27-108,1 1-1,1-1 0,0 1 1,0-1-1,0 0 1,1 0-1,0 0 0,1 0 1,0 0-1,0 0 0,0-1 1,1 1-1,0-1 0,1 0 1,0 0-1,0 0 1,0-1-1,1 0 0,0 0 1,0 0-1,1-1 0,-1 0 1,1 0-1,0-1 1,0 1-1,1-2 0,-1 1 1,1-1-1,0 0 0,0-1 1,0 1-1,0-2 0,1 1 1,-1-1-1,8 0-18,-12-4-4,-1 0 1,-1 0-1,1 0 0,0 0 1,-1 0-1,1-1 0,-1 1 1,0-1-1,0 1 0,-1-1 0,1 0 1,-1 0-1,0 0 0,0 0 1,0 0-1,0 0 0,-1 0 1,1 0-1,-1 0 0,0 0 0,-1 0 1,1-1-1,-1-1 4,1-6-79,6-163-940,6 208 1174,-11-27-80,69 183 1442,-66-183-1483,-1 0 1,2 0-1,-1 0 1,1 0 0,-1-1-1,1 0 1,1 0-1,-1 0 1,1-1 0,0 0-1,0 0 1,0 0-1,0-1 1,1 0 0,0 0-1,-1 0 1,1-1-1,0 0 1,0-1 0,0 1-1,0-1 1,1-1-1,-1 1 1,0-1 0,0 0-1,5-1-34,-8-3-43,0 0 0,0 0 1,0-1-1,0 1 0,-1-1 0,0 0 0,0 0 0,0 0 0,-1 0 1,0 0-1,0 0 0,0-1 0,0 1 0,-1-1 0,0 1 0,0-1 1,-1 0-1,1 1 0,-1-1 0,-1 0 0,1 0 0,-1 1 0,0-1 1,0 1-1,0-1 0,-2-2 43,2-7-634,-7-27-4047,-13 27-6978,14 15 8553</inkml:trace>
  <inkml:trace contextRef="#ctx0" brushRef="#br0" timeOffset="5959.344">1003 2216 6177,'0'0'1041,"0"0"-592,0 0 208,0 0 1791,0 0-744,0 0-757,-4 3 36,-3 14 289,37-16-177,-12-1-774,69-6 1009,-1-4-1,0-3 1,-1-4-1,75-27-1329,79-14 1692,-127 34-1376,1 5 0,1 4 0,62 3-316,-175 12-125,-1 0-57,-10 0-814,7 0 1040,-53 0-3219,-30 3-10309,67-2 9591</inkml:trace>
  <inkml:trace contextRef="#ctx0" brushRef="#br0" timeOffset="11528.445">4134 679 6737,'0'0'4643,"0"0"-1840,0 0-1088,0 0-425,0 0 35,0 0 225,-1-18 21,-2-57-567,2 71-938,-1 1 0,1-1 0,0 0 0,-1 1-1,0-1 1,1 1 0,-1 0 0,-1 0 0,1-1 0,0 1-1,-1 1 1,0-1 0,0 0 0,1 1 0,-2-1 0,1 1 0,0 0-1,0 0 1,-1 0 0,1 0 0,-1 1 0,1 0 0,-1-1-1,0 1 1,1 0 0,-1 1 0,0-1 0,0 1 0,0 0 0,0-1-1,0 2 1,1-1 0,-1 0 0,0 1 0,0 0 0,0 0-1,1 0 1,-1 0 0,0 1-66,-18-1 27,-11 5 53,0 1 0,1 1 0,0 2 0,0 1 0,1 2-1,1 1 1,0 1 0,1 1 0,1 2 0,1 1-1,0 1 1,1 2 0,2 0 0,-2 3-80,1-3 33,0 2 1,1 1-1,2 1 0,0 0 1,2 2-1,1 0 0,-1 6-33,17-33 12,-1 1 0,0-1 0,1 0 0,-1 0 0,0-1 0,0 1 0,1-1 1,-1 0-1,0 0 0,0 0 0,0 0 0,1-1 0,-1 1 0,0-1 0,0 0 0,1 0 0,-1 0 0,1-1 0,-1 1 0,1-1 0,-1 0 0,1 0 0,0 0 0,0-1 0,0 1 0,0-1 0,1 1 0,-1-1 0,1 0 0,-1-1-12,-16-8 26,-2 0-28,0 1-1,0 0 1,-2 2-1,1 1 1,-1 0 0,0 2-1,-1 1 1,1 0-1,-1 2 1,0 1-1,-7 1 3,-74 7 11,0 5 0,1 4 0,1 5-1,1 4 1,1 5 0,-15 10-11,-255 63-41,-1 15-609,352-110 609,0-1 0,-1-1 0,1-1 0,-1-1 0,0-1 0,0-1 1,0-1-1,0 0 0,0-2 0,0 0 0,0-2 0,0 0 0,1-1 1,-8-3 40,-28-4-94,27 6 68,0 1-1,-1 2 1,1 2-1,-1 0 1,1 2 0,-1 1-1,0 1 1,1 2-1,0 1 1,0 1-1,1 1 1,0 2-1,0 1 1,1 1 0,1 1-1,0 2 1,-7 5 26,7 0-129,-52 13-68,-18-39-225,82 3 414,0 0-1,0 2 1,0 0 0,0 0 0,0 1 0,0 1 0,0 0 0,0 1 0,0 1 0,0 0 0,1 1 0,-1 0-1,1 1 1,0 1 0,0 0 0,-10 7 8,10-3 11,1 0 0,0 1 0,1 1 0,0 0-1,1 0 1,0 1 0,1 0 0,1 1 0,0 0 0,0 0-1,2 1 1,0 0 0,0 0 0,2 1 0,0-1 0,0 1-1,2 0 1,0 0 0,1 0 0,0 0 0,1 0 0,1 0-1,1 0 1,0 0 0,1 0 0,0 0 0,2-1 0,0 0-1,0 0 1,2 0 0,0 0 0,5 8-11,36 56 94,3-2-1,3-2 1,3-3 0,17 13-94,-6-8 13,-4 4-1,-3 2 1,8 21-13,-61-89 0,1-1 0,-2 1 0,0 0-1,-1 0 1,0 1 0,-1 0 0,-1 0-1,0 0 1,-2 1 0,1-1 0,-2 1-1,0 0 1,-2-1 0,1 1 0,-2-1-1,0 1 1,-1-1 0,-1 1 0,0-1 0,-1-1-1,-1 1 1,-6 11 0,-101 166-29,112-191 13,0 0 1,1 0 0,-1 0-1,1 0 1,-1 0 0,1 0-1,0 0 1,0 0 0,0 0-1,0 0 1,0 0 0,1 0-1,-1 0 1,1 0 0,-1 0-1,1 0 1,-1 0 0,1-1-1,0 1 1,0 0 0,0 0-1,0 0 1,1-1 0,-1 1-1,0-1 1,1 1 0,-1-1-1,1 1 1,-1-1 0,1 0-1,-1 0 1,1 0 0,0 0-1,0 0 1,0 0 0,0 0-1,0 0 1,-1-1 0,1 1-1,0-1 1,0 0 0,1 1-1,-1-1 1,1 0 15,109 2-333,-93-3 359,258-54-13,-122 17-2,-26 15 1,1 5 0,1 7 0,70 4-12,-166 10 40,0 1-1,0 2 1,-1 1 0,0 2-1,0 2 1,-1 1 0,-1 1-1,0 2 1,17 10-40,10 3 15,-40-20 80,0-1 1,1 0-1,0-2 0,1 0 0,-1-1 0,1-2 1,-1 0-1,1 0 0,0-2 0,0-1 0,-1-1 1,1 0-1,-1-2 0,1 0 0,-1-1 1,0-1-1,-1-1 0,12-6-95,65-29 151,-1-3 0,-3-5 0,-2-3 0,-3-5 0,75-63-151,-94 64 39,-42 29-118,2 2 0,0 1-1,2 1 1,1 2 0,0 1 0,2 1-1,0 2 1,1 1 0,1 2 0,1 1-1,0 2 1,0 2 0,1 1-1,0 1 1,21 0 79,382 55 1062,-436-47-1059,8 1-3,-1 0 0,1 1-1,-1 0 1,0 0 0,0 1-1,0 1 1,0 0 0,0 0 0,-1 1-1,0 1 1,0-1 0,0 2-1,-1-1 1,1 1 0,-2 1-1,4 3 1,-8-7 96,-3-3 110,-1-1 10,19-64 680,9-57-909,39-126-881,-15-108 773,-46 320 120,1 0 1,2 0 0,2 1-1,1 0 1,1 1 0,2 0-1,12-17 1,9 0-66,-31 46 65,-1 0 0,0 0 0,-1-1 0,1 0 1,-1 1-1,0-2 0,0 1 0,0 0 0,-1 0 0,0-1 0,0 1 0,0-1 0,-1 0 0,1 0 1,-1 1-1,-1-1 0,1-4 1,0-14-9,-1 0 1,0 0-1,-2 0 0,-1 1 1,-1-1-1,-1 1 1,-1 0-1,0 0 0,-10-19 9,-9-9 2,-2 2 0,-3 0-1,-1 2 1,-3 2 0,-1 1-1,-3 1 1,-1 2 0,-2 2-1,-1 2 1,-3 2 0,0 1-1,-12-3-1,-29-25-221,152 14 22,-24 21 231,-42 27-21,0 0-32,-9-7-1690,2 1-4019,8-9-4504,5 3 2255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5:09:07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0 732 6545,'0'0'5001,"0"0"-2301,0 0-1217,0 0-344,0 0 1,0 0 76,10 2 311,29 2-825,1-3 0,0 0 0,-1-3 1,1-1-1,-1-2 0,3-2-702,10 0 488,-81 6-11872,11 1 4510</inkml:trace>
  <inkml:trace contextRef="#ctx0" brushRef="#br0" timeOffset="339.9">19 927 6953,'0'0'1694,"0"0"1744,0 0-1305,0 0-652,0 0-179,0 0-126,8 3-101,152 21 2750,14-36-3456,-111-4-4193,-24 0-2160,-13 4-2461</inkml:trace>
  <inkml:trace contextRef="#ctx0" brushRef="#br0" timeOffset="1304.819">1139 1 7218,'0'0'1477,"0"0"1999,0 0-1280,0 0-818,0 0-442,0 0-145,-17 0-108,-54 0-254,67 0-401,0 1 0,1-1 0,-1 1 0,0 0 0,1 0 0,-1 1 0,1-1 0,-1 1 0,1 0 0,-1 0 0,1 0 0,0 0 0,0 1 0,0-1 0,1 1 0,-1 0 0,0-1 0,1 1 0,0 0 0,0 1 0,0-1 0,0 0 0,0 1-28,-6 8 75,-5 8 197,2 0 1,1 1-1,0 0 0,2 0 1,0 1-1,1 0 0,2 1 1,0-1-1,1 1 0,1 0 1,2 0-1,0 1 0,1-1 1,2 0-1,0 0 1,1 0-1,2 0 0,0-1 1,1 0-1,1 0 0,2 0 1,8 16-273,208 444 576,-218-466-563,-1-1-1,-1 1 1,-1 0 0,0 1 0,-1-1-1,0 1 1,-2 0 0,0-1 0,-1 1 0,0 0-1,-1 0 1,-1-1 0,-1 1 0,-1-1-1,0 0 1,-1 0 0,0 0 0,-1 0 0,-1-1-1,-1 0 1,0 0 0,-1-1 0,0 0-1,-1-1 1,-1 0 0,0-1 0,-1 0-1,0 0 1,-1-1 0,0-1 0,-1 0 0,0-1-1,-8 4-12,-157 11 173,153-24-176,22 0-45,1 0-1,0 0 1,-1 0 0,1-1 0,-1 1 0,1-1 0,0 0 0,-1 0 0,1 0 0,0 0 0,0-1 0,0 1-1,0-1 1,0 0 0,0 0 0,1 0 0,-1 0 0,0 0 0,1-1 0,0 1 0,-1-1 0,1 0 0,0 1-1,0-1 1,1 0 0,-1 0 0,1 0 0,-1 0 0,1-1 0,0 1 0,0 0 0,0-1 0,1 1 0,-1 0-1,1-1 1,0-2 48,20-80-7380,7 46 488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5:09:10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123 256 6649,'0'0'1242,"0"0"1357,0 0-349,0 0-706,0 0-437,0 0-141,4 1-186,6-4-671,-1 0-1,-1 0 1,1-1-1,0 0 1,-1 0-1,0-1 1,0 0-1,0 0 1,-1-1-1,0 0 1,0 0-1,0-1 1,-1 0-1,0 0 1,0-1 0,0 0-1,-1 1 1,-1-2-1,1 1 1,-1-1-1,-1 1 1,0-1-1,0 0 1,0 0-1,-1 0 1,0-6-109,-1 13 17,-1-1-1,0 0 1,0 1 0,1-1 0,-1 1-1,-1-1 1,1 0 0,0 1 0,-1-1-1,1 1 1,-1-1 0,0 1 0,0-1-1,0 1 1,0 0 0,0-1 0,0 1-1,-1 0 1,1 0 0,-1 0 0,0 0-1,1 0 1,-1 0 0,0 0 0,0 1-1,0-1 1,0 1 0,-1-1 0,1 1-1,0 0 1,0 0 0,-1 0 0,1 0-1,-1 0 1,1 0 0,-1 1 0,1-1-1,-1 1 1,0 0 0,1 0 0,-1 0-1,1 0 1,-1 0 0,0 1 0,1-1-1,-1 1 1,1-1 0,-1 1 0,1 0-1,-2 1-16,-7 0 20,0 2 0,0-1 0,1 1 0,-1 1 0,1 0 0,0 0 0,0 1 0,0 1 0,1-1 0,0 2 0,1-1-1,-1 1 1,1 0 0,1 1 0,0 0 0,0 0 0,0 1 0,2-1 0,-1 1 0,1 1 0,0-1 0,1 1 0,0 0 0,1 0-1,0 0 1,1 0 0,0 0 0,1 1 0,0-1 0,1 0 0,0 1 0,2 9-20,1-12 73,1-1 0,0 0 1,0 0-1,1-1 0,0 1 0,0-1 1,1 0-1,0 0 0,0-1 0,1 0 1,-1 0-1,1 0 0,1-1 0,-1 0 1,1-1-1,0 1 0,0-1 0,0-1 1,0 0-1,1 0 0,-1 0 0,1-1 1,0 0-1,0-1 0,-1 0 0,1-1-73,16 3 143,-1-2 0,1-1 0,-1-1 0,0-1-1,1-1 1,-1-1 0,0-1 0,-1-2 0,1 0-1,-1-1 1,-1-1 0,1-2 0,18-11-143,-34-7-3451,-9 2-2297,2 14-1205,0-1-1370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5:09:15.6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33 173 7802,'0'0'428,"0"0"904,0 0 176,0 0-585,0 0-355,0 0-42,-4-8 194,-12-42 464,11 2 2469,5 56-1288,1 55 1901,-1-58-4277,0 0 0,0 0 0,0 0 0,0 0 0,1 0 0,0 0 0,0 0 0,0 0-1,1 0 1,0 0 0,0 0 0,0-1 0,0 1 0,1 0 0,0-1 0,-1 0 0,2 0-1,-1 0 1,0 0 0,1-1 0,0 1 0,0-1 0,0 0 0,0 0 0,0 0 0,1 0 0,-1-1-1,1 0 1,0 0 0,0 0 0,-1-1 0,1 1 0,0-1 0,0 0 0,2 0 11,-4-2-3,1 1 1,0 0 0,0-1-1,0 0 1,0 0-1,-1 0 1,1 0 0,0 0-1,-1-1 1,1 0 0,-1 1-1,0-1 1,0-1-1,1 1 1,-1 0 0,0-1-1,-1 0 1,1 1 0,0-1-1,-1 0 1,0-1 0,0 1-1,0 0 1,0 0-1,0-1 1,0 0 0,-1 1-1,0-1 1,0 0 0,0 1-1,0-1 1,0-2 2,7-138-360,-9 110 428,2 35-77,0-1 0,-1 0 0,1 0 0,-1 0 0,1 0 0,-1 0 0,1 0 0,0 0 0,-1 0 0,1 0 0,-1 0 0,1-1 0,-1 1 0,1 0 0,-1 0 0,1 0 0,-1-1 0,1 1 0,-1 0 0,1-1 0,-1 1 0,1 0 0,-1-1 0,1 1 0,-1-1 0,0 1 1,1 0-1,-1-1 0,0 1 0,1-1 0,-1 1 0,0-1 0,0 1 0,1-1 0,-1 0 0,0 1 9,18 25-35,-22 43 238,-82 66-242,82-134 41,1 1-1,0-1 0,0 1 1,0-1-1,0 0 1,0 0-1,0-1 1,0 1-1,0 0 0,0-1 1,0 0-1,0 0 1,0 0-1,0 0 1,0 0-1,0-1 0,1 1 1,-1-1-1,1 0 1,-1 0-1,1 0 0,-1 0 1,1 0-1,0 0 1,0-1-1,0 1 1,0-1-1,1 1-1,-5-4 7,-16-12-44,18 16 36,1 0 0,0-1 0,-1 1 0,1-1-1,0 0 1,1 1 0,-1-1 0,0-1 0,1 1-1,-1 0 1,1-1 0,0 1 0,0-1 0,1 1-1,-1-1 1,1 0 0,-1 0 0,1 0 0,1 0-1,-1 0 1,0 0 0,1 0 0,0 0 1,0-49-162,32 53-13254,-20 0 6111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5:09:21.7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53 6585,'0'0'1814,"0"0"3373,0 0-2337,0 0-1376,0 0 8,0 0 333,6-4 254,28-7-2017,0 1 1,0 2-1,1 1 0,0 1 1,0 2-1,9 1-52,-42 5 0,0 0 0,0 0 0,0 0 0,-1 0 0,1 1 0,-1-1 0,1 0 0,-1 1 0,0-1 0,0 1 0,0-1 0,0 1 0,-1-1 0,1 1 0,-1 0 0,1-1 0,-1 1 0,0 0 0,0-1 0,0 1 0,0 0 0,-1-1 0,1 1 0,-1 0-1,0-1 1,1 1 0,-1-1 0,0 1 0,-1-1 0,1 1 0,0-1 0,-1 0 0,1 1 0,-1-1 0,0 0 0,0 0 0,0 0 0,-24 33 100,21-29-62,-1 0 0,1 0 0,0 1 0,1-1 0,0 1 0,0 0 0,0 1-1,1-1 1,0 1 0,1-1 0,-1 1 0,1 0 0,1 0 0,-1 5-38,4-11 41,-1 0-1,1 0 1,-1 0 0,1 0-1,0-1 1,0 1 0,0 0-1,0-1 1,0 1 0,0-1-1,1 0 1,-1 0 0,0 0-1,1 0 1,-1 0 0,1 0-1,-1-1 1,1 1 0,-1-1 0,1 1-1,-1-1 1,1 0 0,-1 0-1,1 0 1,0-1 0,-1 1-1,1-1 1,-1 1 0,3-2-41,5 2 71,20 0 96,-1-2 0,0-1 0,0-1 1,0-2-1,0 0 0,-1-2 0,0-1 1,-1-2-1,0 0 0,3-4-167,-24-8-4451,-28-3-3280,11 14 2497,-1-3 1364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5:09:19.9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135 423 5753,'0'0'1763,"0"0"687,0 0-1110,0 0-669,0 0 65,0 0 259,-13 3 256,-42 7-261,17 42 580,35-43-1316,-1-2-86,1-1-1,-1 1 1,1 0 0,1 0 0,-1 0-1,1 1 1,1-1 0,-1 1-1,1-1 1,1 1 0,-1-1-1,1 1 1,0-1 0,1 1-1,0 0 1,0-1 0,1 1-1,0-1 1,0 0 0,0 0 0,1 0-1,0 0 1,1 0 0,0 0-1,0-1 1,0 0 0,0 0-1,1 0 1,0 0 0,1-1-1,-1 0 1,1 0 0,0 0-1,0-1 1,1 1 0,-1-2 0,1 1-1,0-1 1,0 0 0,0 0-1,0-1 1,4 1-168,-5-2-23,0 0-1,0-1 1,0 0-1,0 0 1,0-1-1,0 0 1,0 0-1,0 0 1,0 0 0,-1-1-1,1 0 1,0 0-1,-1-1 1,0 0-1,1 1 1,-1-2-1,0 1 1,0-1-1,-1 0 1,1 0 0,-1 0-1,0 0 1,0-1-1,0 1 1,-1-1-1,0 0 1,0-1-1,0 1 1,0 0 0,-1-1-1,1-1 24,28-149-2191,-32 153 2143,1 1-1,0-1 1,-1 1-1,1-1 1,-1 1-1,0-1 1,0 1 0,0-1-1,0 1 1,0 0-1,0-1 1,-1 1-1,1 0 1,-1 0-1,0 0 1,1 0 0,-1 0-1,0 1 1,0-1-1,0 0 1,0 1-1,-1 0 1,1-1 0,0 1-1,0 0 1,-1 0-1,1 0 1,-1 1-1,1-1 1,-1 0-1,1 1 1,-1 0 0,0-1-1,1 1 1,-1 0-1,1 0 1,-1 1-1,0-1 1,0 1 48,-103 25-139,23 34-1897,92-53-7523,22-19 5617,-8-5 1915,-1-2 1033</inkml:trace>
  <inkml:trace contextRef="#ctx0" brushRef="#br0" timeOffset="328.643">70 0 6913,'0'0'5475,"0"0"-2174,0 0-1538,0 0-808,0 0 82,0 0 860,2 23-350,35 149 262,110 244 302,-129-388-1965,-17-27-478,0 0 1,-1-1-1,1 1 1,0-1-1,0 1 1,0-1-1,0 1 1,0-1 0,0 1-1,0-1 1,0 0-1,0 0 1,0 0-1,0 1 1,0-1-1,0 0 1,0 0-1,0 0 1,0-1-1,0 1 1,0 0-1,0 0 1,0 0-1,0-1 1,0 1-1,0-1 1,0 1-1,0-1 1,0 1-1,0-1 1,0 1-1,0-1 1,-1 0-1,1 1 1,0-1-1,0 0 1,-1 0-1,1 0 1,-1 0-1,1 1 1,0-1-1,-1 0 1,0 0-1,1 0 1,-1 0-1,0 0 1,1 0-1,-1 0 1,0 0-1,0 0 1,0 0-1,0 0 1,0-1-1,0 1 1,0 0 0,0 0-1,0 0 332,7-22-3106</inkml:trace>
  <inkml:trace contextRef="#ctx0" brushRef="#br0" timeOffset="764.944">454 350 3329,'0'0'8996,"0"0"-5064,0 0-2189,0 0-751,0 0-40,0 0 494,-4 14-154,-9 129 659,13-138-1920,1 0 0,-1 0 0,1 0 0,0 0-1,0 0 1,0 0 0,1 0 0,-1 0 0,1 0 0,1-1 0,-1 1-1,0-1 1,1 0 0,0 1 0,0-1 0,1 0 0,-1-1-1,1 1 1,-1-1 0,1 1 0,0-1 0,1 0 0,-1-1 0,0 1-1,1-1 1,-1 0 0,1 0 0,0 0 0,0 0 0,0-1-1,1 0-30,-2 0-17,-1-1-1,1 1 1,0-1-1,0 0 1,0 0-1,0 0 1,0-1-1,-1 1 1,1-1-1,0 0 1,0 0-1,-1 0 1,1-1-1,-1 1 1,1-1-1,-1 0 1,1 0-1,-1 0 1,0 0-1,0-1 0,0 1 1,0-1-1,-1 0 1,1 0-1,-1 0 1,0 0-1,1 0 1,-1 0-1,-1-1 1,1 1-1,0-1 1,-1 1-1,0-1 1,0 0-1,0 1 1,0-1-1,0 0 1,-1 0-1,0 0 1,0 0-1,0 0 1,0 1-1,-1-2 18,25-259-1642,-31 267-1141,-6 47-4384,10-22-828</inkml:trace>
  <inkml:trace contextRef="#ctx0" brushRef="#br0" timeOffset="1268.142">56 878 6785,'0'0'739,"0"0"-411,0 0-50,0 0 879,0 0 672,7 1 5748,15 2-4664,185-6 1141,101-25-3464,-220 11-868,57-8 556,-48 18-6866,-91 12-490,-14 8 562,-10-3 3441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5:09:24.724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659 667 7058,'0'0'5586,"0"0"-2935,0 0-1370,0 0-336,0 0 53,0 0 19,15 0 130,314-19 2650,-327 19-4839,17 0 1679,-14 0-5454,-3 0-6006,-2-2 2892</inkml:trace>
  <inkml:trace contextRef="#ctx0" brushRef="#br0" timeOffset="311.147">726 896 6057,'0'0'2142,"0"0"2242,0 0-1600,0 0-817,0 0-356,0 0-186,21 0-469,159 2-269,-156-2-264,39-2-3555,-5-15-6266,-36 4 4757</inkml:trace>
  <inkml:trace contextRef="#ctx0" brushRef="#br0" timeOffset="1070.313">1709 328 6729,'0'0'779,"0"0"-69,0 0 1306,0 0 53,0 0-422,0 0-150,-4-5-299,0-2-924,1 1 0,1-1 0,-1-1 0,1 1 0,0 0 0,0-1 0,1 1 0,0 0 0,1-1 0,-1 0 0,1 1 0,1-1 0,0 1 0,0-1 0,0 1 0,1 0 0,0-1 0,0 0-274,1-1 177,0 3 1611,-6 42-1082,2 20 468,-1-37-1003,0 0 0,1 0-1,1 0 1,1 1 0,1-1 0,0 0-1,2-1 1,0 1 0,1 0 0,1-1-1,0 0 1,1-1 0,2 1 0,5 8-171,-7-18 2863,0-2-10052,-10-8-3968,-6-5 6966,-7-5 589</inkml:trace>
  <inkml:trace contextRef="#ctx0" brushRef="#br0" timeOffset="1402.01">1569 655 6809,'0'0'865,"0"0"-129,0 0 1198,0 0-66,0 0-264,0 0 77,-3 9-217,1-1-1238,1-7-177,1 0 0,-1 0 0,0 0 0,1 0 0,-1 0 0,1 0 1,-1 0-1,1 0 0,0 0 0,-1 0 0,1 0 0,0 0 0,0 0 1,0 1-1,0-1 0,0 0 0,0 0 0,0 0 0,0 0 0,0 0 1,1 1-1,-1-1 0,0 0 0,1 0 0,-1 0 0,1 0 0,-1 0 0,1 0 1,-1 0-1,1 0 0,0 0 0,0 0 0,-1-1 0,1 1 0,0 0 1,0 0-1,0-1 0,0 1 0,0 0 0,0-1 0,0 1 0,0-1 0,0 1 1,0-1-1,0 0 0,0 1 0,0-1 0,0 0 0,1 0 0,-1 0 1,0 0-1,0 0 0,0 0 0,0 0 0,1 0 0,-1 0 0,0-1 1,0 1-1,1-1-49,225-15 3009,-113 4-4283,1 7-8388,-102 5 4569</inkml:trace>
  <inkml:trace contextRef="#ctx0" brushRef="#br0" timeOffset="1966.623">1762 950 6265,'0'0'4375,"0"0"244,0 0-2138,0 0-622,0 0 325,0 0-378,-8 7 68,72-21-1435,48-2-425,-110 19-23,0 0 0,0 1 0,0-1 0,0 0 0,0 1 0,0 0-1,-1-1 1,0 1 0,0 0 0,0 0 0,0 0 0,0 0 0,-1 0 0,0 0 0,0-1 0,0 1-1,0 0 1,-1 0 0,1 0 0,-1 0 0,0 0 0,0 0 0,-2 2 9,-7 23-20,-1 0 1,-2-1-1,0-1 1,-2 0-1,-2-1 1,0-1-1,-13 15 20,-3 5-7,121-32 61,120-49 1053,-177 18-5017,-7-10-7043,-22 26 9841,10-17-5260</inkml:trace>
  <inkml:trace contextRef="#ctx0" brushRef="#br0" timeOffset="2695.93">2756 4 6873,'0'0'1273,"0"0"1155,0 0-523,0 0-557,0 0 99,0 0-195,-9-1-361,4 0-816,0 0 1,0 1-1,0 0 0,0 0 1,0 0-1,0 1 1,-1-1-1,1 1 0,1 0 1,-1 1-1,0-1 0,0 1 1,0 0-1,1 0 0,-1 1 1,1-1-1,0 1 0,-1 0 1,1 0-1,-3 4-75,-3 6 239,0 0 0,0 1 1,2 0-1,0 1 0,0 0 0,1 0 0,1 1 1,1 0-1,0 0 0,1 0 0,1 0 0,0 1 1,1-1-1,1 1 0,1 0 0,0-1 0,1 1 1,1 0-1,0-1 0,1 1 0,1-1 0,1 0 1,0 0-1,1-1 0,1 2-239,77 141 322,-64-128-273,-1 1 1,-2 1 0,-1 1 0,-1 0 0,-2 1-1,-2 1 1,-1-1 0,-1 2 0,-2-1 0,-2 1 0,-1 2-50,-7-27 33,-1 0 1,0-1 0,0 0 0,-1 0 0,-1 0 0,1 0 0,-2-1 0,1 0 0,-1-1 0,-1 1 0,0-1 0,0 0 0,0-1 0,-1 0 0,0-1 0,0 1-1,-1-2 1,0 1 0,0-1 0,0-1 0,0 0 0,-1 0 0,0-1 0,1-1 0,-1 1 0,0-2 0,-1 0 0,1 0 0,-10-1-34,19 1-76,0-1 0,-1 1 0,1-1 0,0 1 0,-1-1 0,1 0 0,0 0 0,-1 0 0,1 0 0,-1 0 0,1-1 0,0 1 0,0-1 0,-1 0 0,1 1 0,0-1 0,0 0 1,0 0-1,0-1 0,0 1 0,0 0 0,0-1 0,0 1 0,0-1 0,0 1 0,1-1 0,-1 0 0,1 0 0,-1 0 0,1 0 0,0 0 0,0 0 0,0 0 0,0 0 0,0 0 0,0-1 0,1 1 0,-1 0 0,1 0 1,0-1-1,-1 1 0,1-1 0,0 1 0,0-2 76,9-84-10289,7 46 1099</inkml:trace>
  <inkml:trace contextRef="#ctx0" brushRef="#br0" timeOffset="3265.396">3068 713 6953,'0'0'4524,"0"0"-1557,0 0-1031,0 0-416,21-6-300,65-22-150,-80 27-1027,0-1 0,0 0 0,-1 0 0,1-1 0,-1 1 0,1-1 0,-1-1 0,0 1 0,0-1 0,0 0 0,-1 0 0,1 0 0,-1 0 0,0-1 0,0 0 0,0 0 0,-1 0 0,0 0 0,0 0 0,0-1 0,-1 0 0,1 1 0,-1-1 0,-1 0 0,1 0 0,-1 0 0,0 0 0,-1 0 0,1 0 0,-1 0 0,0-1 0,-1-3-43,-3 6-11,0 0 1,0 1-1,0-1 1,0 1-1,0 0 1,-1 0-1,0 0 1,1 0-1,-1 1 1,0 0-1,-1 0 1,1 0-1,0 1 1,0 0-1,-1 0 1,1 0-1,0 0 1,-1 1-1,1 0 1,-1 0-1,1 1 1,-1-1-1,1 1 1,0 0-1,-1 1 1,1 0 10,-5 1 128,0 1 0,1 0 0,0 0 0,0 1 0,0 1 1,0 0-1,1 0 0,0 0 0,0 1 0,1 0 1,-1 1-1,2-1 0,-1 1 0,1 1 0,0-1 1,1 1-1,0 0 0,1 1 0,-1-1 0,2 1 1,-1-1-1,1 1 0,1 0 0,0 1 0,0-1 0,1 0 1,1 0-1,-1 1 0,2-1 0,-1 0 0,2 1 1,-1-1-1,2 5-128,-1-9 72,0 0 0,-1-1 0,2 1 0,-1-1 0,1 1-1,0-1 1,0 0 0,0 0 0,1 0 0,-1 0 0,1-1 0,0 0 0,1 0 0,-1 0 0,1 0 0,0 0 0,0-1 0,0 0 0,0 0 0,0-1 0,1 1 0,-1-1 0,1 0 0,0 0 0,0-1-1,3 1-71,158 7 733,-160-9-796,-1-1 0,1 0 0,-1-1 0,1 0 1,-1 1-1,0-2 0,0 1 0,0-1 0,0 0 0,0 0 0,-1-1 0,1 0 0,-1 0 1,0 0-1,0 0 0,0-1 0,-1 0 0,0 0 0,2-2 63,15-31-4196,-9-6-4408,-9 16 1210</inkml:trace>
  <inkml:trace contextRef="#ctx0" brushRef="#br0" timeOffset="3981.355">3427 406 6513,'0'0'926,"0"0"-485,0 0 636,0 0 914,0 0-735,0 0-635,1-21-171,1-62 226,-1 81-551,0 0 0,-1 1 0,1-1 1,-1 0-1,0 0 0,1 0 0,-1 0 0,0 0 1,0 0-1,0 1 0,-1-1 0,1 0 0,0 0 0,-1 0 1,1 0-1,-1 1 0,1-1 0,-1 0 0,0 0 0,0 1 1,0-1-1,0 0 0,0 1 0,0-1 0,0 1 0,-1 0 1,1-1-1,0 1 0,-1 0 0,1 0 0,-1 0 0,1 0 1,-1 0-1,0 0 0,-1-1-125,0 57 3175,4-44-3034,0 0-1,0-1 1,1 1-1,0-1 1,1 1-1,0-1 1,0 0-1,1 0 1,1-1-1,-1 1 0,2-1 1,-1 0-1,1 0 1,1-1-1,-1 1 1,1-1-1,1-1 1,0 0-1,0 0 1,0 0-1,1-1 1,0 0-1,0-1 1,8 4-141,-14-10-2,0 0 1,0 0-1,0-1 1,0 1 0,0-1-1,0 1 1,0-1-1,-1 0 1,1 0-1,-1 0 1,1-1 0,-1 1-1,0 0 1,0-1-1,0 0 1,0 1-1,0-1 1,-1 0 0,1 0-1,-1 0 1,0 0-1,0 0 1,0 0-1,0-1 1,0 1 0,-1 0-1,1 0 1,-1-1-1,0 1 1,0 0-1,0-1 1,-1 1 0,1 0-1,-1 0 1,0-1-1,1 1 1,-1 0-1,-1 0 1,1 0 0,0 0-1,-1-1 2,1-19-27,-4-106-130,6 137 187,-1 0 0,1-1-1,1 1 1,-1-1 0,1 1 0,1-1 0,-1 0-1,1 0 1,1 0 0,-1 0 0,1 0 0,0-1 0,0 0-1,1 0 1,0 0 0,0 0 0,1-1 0,-1 0-1,1 0 1,0 0 0,0-1 0,1 0 0,-1 0-1,1 0 1,0-1 0,0 0 0,0-1 0,1 1 0,-1-1-1,1-1 1,2 1-30,68-11-1052,-34-23-8493,-32 19 2400</inkml:trace>
  <inkml:trace contextRef="#ctx0" brushRef="#br0" timeOffset="5010.714">4209 500 5217,'0'0'1426,"0"0"-846,0 0-284,0 0-56,0 0-125,-6-8 367,-34-28 2831,-51 7 6865,86 31-10048,2 1 0,-1 0 0,0 0 0,1 1 0,-1-1 0,1 1 0,0 0 0,0 0 0,0 0 0,1 0 0,-1 0 0,1 0 0,0 1 0,0-1 0,1 1-1,-1 0 1,1-1 0,0 1 0,0 0 0,1 0 0,0 0 0,-1 0 0,2-1 0,-1 1 0,1 3-130,-3-3 47,1 0 0,1 0 0,-1 0 0,1 0-1,-1 0 1,2 0 0,-1 0 0,0 0 0,1 0 0,0 0 0,0 0 0,0-1 0,1 1 0,0 0-1,0 0 1,0-1 0,0 1 0,1-1 0,0 0 0,0 0 0,0 0 0,0 0 0,0 0-1,1-1 1,0 1 0,0-1 0,0 0 0,0 0 0,0-1 0,0 1 0,1-1 0,0 0 0,-1 0-1,1 0 1,0-1 0,0 0 0,2 1-47,-1 0-32,1-1-1,-1 0 0,0-1 1,0 1-1,0-1 1,0 0-1,0 0 1,1-1-1,-1 0 1,0 0-1,0-1 1,0 1-1,0-1 0,-1 0 1,1-1-1,0 0 1,-1 0-1,0 0 1,0 0-1,0-1 1,0 0-1,0 0 1,-1 0-1,1 0 0,-1-1 1,0 0-1,-1 0 1,1 0-1,-1 0 1,0-1-1,0 1 1,-1-1-1,1 1 1,-1-1-1,-1 0 0,1 0 1,-1 0-1,0 0 1,0-1-1,-1 1 1,0 0-1,0-1 33,1 4-21,0 0 0,0-1 0,0 1 0,0 0 0,-1 0 1,0-1-1,1 1 0,-1 0 0,-1 0 0,1-1 0,0 1 0,-1 0 0,1-1 0,-1 1 0,0 0 0,0 0 0,-1 0 0,1 0 0,-1 0 0,1 0 1,-1 0-1,0 1 0,0-1 0,0 0 0,0 1 0,-1 0 0,1-1 0,0 1 0,-1 0 0,0 0 0,0 1 0,1-1 0,-1 0 0,0 1 0,0 0 1,0 0-1,-1 0 0,1 0 0,0 0 0,0 0 0,-1 1 0,1 0 0,0-1 0,0 1 0,-1 1 0,-1-1 21,-4 0-29,0 0 0,0 1 0,0 0 0,1 0 0,-1 1 0,0 0 0,0 1 0,1 0 0,0 0 0,-1 1 0,1 0 0,0 0 0,1 1-1,-1 0 1,1 0 0,0 1 0,0 0 0,1 0 0,0 0 0,0 1 0,0 0 0,1 1 0,0-1 0,0 1 0,1 0 0,0 0 0,0 0 0,0 4 29,8-9-464,-1 0 1,1 0-1,0 0 1,1-1-1,-1 1 1,0-1-1,1 0 1,-1 0-1,1-1 0,-1 1 1,1-1-1,0 0 1,0 0-1,0-1 1,-1 1-1,1-1 1,0 0-1,0-1 1,0 1-1,0-1 1,-1 0-1,1 0 1,0 0-1,0-1 1,-1 1-1,1-1 0,-1 0 1,3-2 463,31-12-4740</inkml:trace>
  <inkml:trace contextRef="#ctx0" brushRef="#br0" timeOffset="5324.176">4190 54 7922,'0'0'1144,"0"0"2739,0 0-1179,0 0-1099,0 0-534,0 0-47,-6-2 402,7 2-1372,0 1 1,-1-1-1,1 0 0,-1 1 1,0-1-1,1 0 0,-1 1 1,1-1-1,-1 1 0,1-1 1,-1 1-1,0-1 0,1 1 1,-1-1-1,0 1 0,0-1 1,1 1-1,-1-1 0,0 1 1,0 0-1,0-1 0,0 1 1,0-1-1,0 1 0,0 0 1,0-1-1,0 1 0,0-1 1,0 1-1,0 0 0,0-1 1,0 1-1,-1-1 0,1 1 1,0-1-1,0 1 0,-1 0 1,1-1-1,0 1 0,-1-1 1,1 1-1,0-1 0,-1 0 1,1 1-1,-1-1 0,1 1 1,-1-1-1,1 0 0,-1 1 1,1-1-1,-1 0 0,1 0 1,-1 1-1,1-1 0,-1 0 1,0 0-1,1 0 0,-1 0 0,1 0 1,-1 0-1,0 0 0,1 0 1,-1 0-1,0 0-54,50 69 1984,-30-45-1585,174 277 828,-191-297-1194,21 36-1247,-2-17-2571,0-14-2314,5-14-3496,-12-7 7022</inkml:trace>
  <inkml:trace contextRef="#ctx0" brushRef="#br0" timeOffset="5713.142">4588 225 6937,'0'0'8102,"0"0"-4485,0 0-1550,0 0-551,0 0-137,0 0 78,-4 17-180,2-8-1137,-1 1-46,1 0 1,-1 0-1,2-1 0,-1 1 1,1 0-1,1 1 0,0-1 1,0 0-1,1 0 0,1 0 1,-1-1-1,1 1 0,1 0 1,3 7-95,-1-6 20,1-1 1,1-1-1,-1 1 1,2-1 0,-1 0-1,1-1 1,0 0 0,1 0-1,0-1 1,0 0-1,1 0 1,0-1 0,0 0-1,0-1 1,1 0 0,0-1-1,-1 0 1,2-1-1,-1 0 1,0 0 0,1-2-1,-1 1 1,1-1-1,-1-1 1,1 0 0,1-1-21,-9 1 0,-1-1-1,1 0 1,-1 0 0,1-1 0,-1 1 0,0 0 0,0-1 0,0 0-1,0 0 1,0 0 0,0 0 0,0 0 0,0-1 0,-1 1 0,1-1 0,-1 0-1,0 0 1,0 0 0,0 0 0,0 0 0,-1 0 0,1 0 0,-1-1-1,0 1 1,1 0 0,-2-1 0,1 1 0,0-1 0,-1 1 0,1-5 0,9-113-41,-10 121 40,1-28-48,0 22-22,0 0 1,-1 0 0,1 0-1,-1 0 1,0 0 0,-1 0-1,1 0 1,-1 0 0,0 0-1,-1 0 1,0 0 0,0 0-1,0 0 1,0 1-1,-1-1 1,0 1 0,-3-5 70,6 10-908,0 0-1149,1 0-2372,5 0-2128</inkml:trace>
  <inkml:trace contextRef="#ctx0" brushRef="#br0" timeOffset="6812.463">1183 2102 8130,'0'0'1121,"0"0"2976,0 0-1254,0 0-1220,0 0-233,0 0 353,9 1-280,203-10 1573,-55-6-5929,-156 17-1232,-5 6 767,-8 1-3190</inkml:trace>
  <inkml:trace contextRef="#ctx0" brushRef="#br0" timeOffset="7046.691">1297 2290 6545,'0'0'6210,"0"0"-3898,0 0-647,0 0-193,0 0-40,0 0-288,0 0-559,77 13-465,-54-11-40,2 0-80,6-2-40,4 0 40,25 0-849,-6-11-1623,-3-3-4954</inkml:trace>
  <inkml:trace contextRef="#ctx0" brushRef="#br0" timeOffset="8766.554">2298 2397 5961,'0'0'3520,"0"0"1559,0 0-2717,0 0-1240,0 0-281,0 0-55,70-15 658,89-8-417,-157 26-993,-1 0 0,0-1-1,1 1 1,-1 0 0,0 0 0,0 0 0,-1 0-1,1 0 1,-1 0 0,1 0 0,-1 0-1,0 0 1,0 0 0,0 0 0,-1 0 0,1 0-1,-1 0 1,1 0 0,-1 0 0,0 0 0,0 0-1,-1 0 1,1-1 0,-2 4-34,-96 152 949,151-151-254,218-67 1508,-233 51-1316,-9-4-4133,18-35-13041,-32 29 11110</inkml:trace>
  <inkml:trace contextRef="#ctx0" brushRef="#br0" timeOffset="11715.111">4912 1652 6265,'0'0'1162,"0"0"-362,0 0 962,0 0-203,0 0-600,0 0-2,3-14 99,13-38 58,25-162 5674,-41 215-6720,-1-1 0,1 0 0,0 1 0,0-1 1,-1 0-1,1 0 0,-1 0 0,1 1 0,0-1 0,-1 0 0,1 0 0,-1 0 0,1 0 0,0 1 1,-1-1-1,1 0 0,-1 0 0,1 0 0,0 0 0,-1 0 0,1 0 0,-1 0 0,1 0 0,-1 0 0,1-1 1,0 1-1,-1 0 0,1 0 0,-1 0 0,1 0 0,0-1 0,-1 1 0,1 0 0,-1 0-68,5 22 382,1-1 0,1 1 0,1-1 0,1 0 0,0-1 0,2 0 0,0 0 0,1-1 0,1 0 0,1-1 0,1 0 0,1 0-382,13 22 228,-9-15-855,27 45 1409,-40-45-3952,-10-2-3678,-3-16-823,-6-3-3064</inkml:trace>
  <inkml:trace contextRef="#ctx0" brushRef="#br0" timeOffset="12030.964">4970 1888 5401,'0'0'8501,"0"0"-4431,0 0-1807,0 0-360,0 0-601,0 0-339,14 0-298,61-3-1801,121-12 5057,-124 5-5274,3-4-4541,-3-4-6489,-71 17 4160</inkml:trace>
  <inkml:trace contextRef="#ctx0" brushRef="#br0" timeOffset="12467.321">5105 2112 6729,'0'0'6723,"0"0"-2419,0 0-1684,0 0-401,0 0-209,0 0-629,17-11-384,4-3-792,0 1 0,1 1 0,1 1 0,0 1 0,0 1 0,1 1 0,0 1 0,0 1-1,16-1-204,-37 6 0,0 0-1,0 1 0,1-1 0,-1 1 0,0 0 0,0 0 0,1 0 0,-1 0 1,0 1-1,1-1 0,-1 1 0,0 0 0,0 0 0,0 0 0,0 0 0,0 0 1,0 1-1,0 0 0,0-1 0,0 1 0,-1 0 0,1 0 0,-1 0 0,1 1 1,-1-1-1,0 1 0,0-1 0,0 1 0,0 0 0,-1 0 0,1 0 0,-1 0 0,1 0 1,-1 0-1,0 0 0,0 0 0,-1 0 0,1 0 0,-1 1 0,1-1 0,-1 0 1,0 1-1,0-1 0,0 0 0,-1 0 0,1 1 0,-2 1 1,-1 6-51,-1-1 1,-1 1-1,0-1 0,0 0 0,-1 0 1,-1-1-1,1 0 0,-1 0 0,-1-1 1,0 1-1,0-2 0,0 1 0,-1-1 1,0 0-1,-1-1 0,0 0 0,1-1 1,-4 2 50,-11 9-50,-12 13-34,61-28 40,10-2-24,0-1 0,-1-2-1,1-1 1,-1-2 0,-1-1-1,1-2 1,-1-1-1,-1-2 1,0-1 0,-1-1-1,0-2 1,4-5 68,0-4-4482,-12 1-5748</inkml:trace>
  <inkml:trace contextRef="#ctx0" brushRef="#br0" timeOffset="13139.908">5759 1800 6689,'0'0'2229,"0"0"2893,0 0-2316,0 0-817,0 0 297,0 0-313,22-5-467,70-21-391,-78 20-991,-1 0 1,0 0 0,-1-1-1,1-1 1,-1 0-1,-1-1 1,0 0 0,0-1-1,0 0 1,-1 0 0,-1-1-1,0-1 1,-1 1-1,0-1 1,0-1 0,0-2-125,-2 5 8,-1-1 1,0 1 0,0-1 0,-1 0-1,0-1 1,-1 1 0,0-1 0,-1 1 0,0-1-1,-1 0 1,-1 1 0,0-4-9,-2 12-18,-1-1 0,0 1 0,0-1 0,0 1 0,-1 0 0,1 0 0,-1 0 0,0 1 0,0-1-1,0 1 1,0 0 0,0 0 0,0 1 0,0-1 0,-1 1 0,1 0 0,-1 0 0,1 0 0,-1 0 0,1 1 0,-1 0 0,1 0 0,-1 0 0,1 1 0,-1-1 0,1 1 0,-1 0 0,1 0 0,-1 1 0,1-1 0,0 1-1,-4 2 19,-5 3 17,-1 1-1,1 0 1,1 1-1,0 0 0,0 1 1,1 0-1,0 1 0,1 0 1,0 1-1,0 0 0,2 1 1,-1 0-1,2 0 0,0 0 1,0 1-1,1 0 0,1 1 1,0-1-1,2 1 1,-1 0-1,2 0 0,0 0 1,0 14-17,2-22 26,0 0 1,1 0 0,0 0 0,0-1 0,1 1 0,0 0 0,0-1 0,0 1 0,1-1 0,0 0 0,0 0 0,1 0-1,0 0 1,0 0 0,0-1 0,0 0 0,1 0 0,0 0 0,0 0 0,1-1 0,-1 0 0,1 0 0,0 0 0,0-1-1,0 0 1,0 0 0,1-1 0,-1 1 0,1-1 0,0-1 0,0 1-27,222 20 1089,-221-22-1025,15-1-39,0-1 0,0-1 1,0-2-1,-1 0 0,1-1 1,-1-1-1,-1-1 0,0-1 1,0-1-1,0-1 0,-1-1 1,3-3-26,9-15-3187,-18 6-5119,-10 9-2319</inkml:trace>
  <inkml:trace contextRef="#ctx0" brushRef="#br0" timeOffset="10796.086">4186 1857 6753,'0'0'781,"0"0"-1,0 0 1775,0 0 43,0 0-599,0 0-377,-14 0 4566,271-48-2380,-270 58-15542,-3-2 1841</inkml:trace>
  <inkml:trace contextRef="#ctx0" brushRef="#br0" timeOffset="11060.404">4139 2022 9738,'0'0'1040,"0"0"4722,0 0-3698,0 0 665,0 0-593,0 0-464,0 0-375,98 9-625,-63-12-264,0-3-336,-3 0-16,-4 0-112,-5-1-56,1-1-792,-3 0-1449,9-7-2216,-2 0-2072,-2 3-5146</inkml:trace>
  <inkml:trace contextRef="#ctx0" brushRef="#br0" timeOffset="9570.651">3185 2062 6633,'0'0'975,"0"0"162,0 0 2291,0 0-1002,0 0-686,0 0-289,16 0 617,86-97 787,-97 90-2803,-1-1-1,0 1 1,0-1 0,0 1 0,-1-1-1,-1 0 1,1 0 0,-1-1 0,0 1-1,-1 0 1,0-1 0,0 1 0,-1-1-1,0 1 1,-1-1-52,0 8 19,-1-1 0,1 0 0,-1 0 0,1 1 0,-1-1 0,0 1 0,0-1 0,0 1 0,0 0 0,0 0 0,0 0 0,0 0 0,0 0 0,-1 0 0,1 0 0,0 1 0,-1-1 0,1 1 0,0 0 0,-1 0 0,1-1 0,0 2 0,-1-1 0,1 0 0,0 0 0,-1 1 0,1-1 0,0 1 0,0 0 0,-1 0 0,1 0 0,0 0 0,0 0 0,0 0 0,0 0 0,0 1-1,0-1 1,-1 2-18,-8 3 59,0 1 0,1 0 0,0 1 0,0 0 1,1 1-1,0 0 0,0 0 0,1 1 1,0 0-1,1 0 0,0 1 0,0 0 0,2 0 1,-1 0-1,1 1 0,1 0 0,0 0 1,1 0-1,0 1 0,1-1 0,0 1 0,1-1 1,0 1-1,1 0 0,1 2-60,5-6 91,0-1 0,1 0 0,0-1-1,1 0 1,-1 0 0,2 0 0,-1-1 0,1 0 0,-1-1-1,1 0 1,1 0 0,-1-1 0,1 0 0,0-1 0,0 0-1,0 0 1,0-1 0,0-1 0,8 1-91,25 5 91,0-3 1,0-1-1,1-2 1,-1-2-1,43-7-91,-80 8-9,1 0-1,-1-1 0,0 0 1,0-1-1,1 1 0,-1-1 1,-1-1-1,1 1 0,0-1 1,0 0-1,-1 0 0,0 0 1,1-1-1,-1 0 0,-1 0 1,3-2 9,7-41-3194,-28-19-9324,3 47 6382</inkml:trace>
  <inkml:trace contextRef="#ctx0" brushRef="#br0" timeOffset="10215.944">3490 1490 6601,'0'0'791,"0"0"268,0 0 2309,0 0-809,0 0-918,0 0-495,-10 22 3032,10-14-4005,0 1 0,0-1 0,1 1-1,0-1 1,1 1 0,-1-1 0,2 0 0,-1 0-1,1 0 1,0 0 0,1 0 0,0 0 0,0-1 0,1 0-1,0 0 1,0 0 0,0 0 0,1-1 0,0 0-1,0 0 1,1-1 0,0 0 0,-1 0 0,2 0-1,-1-1 1,2 1-173,0-1 35,-1 0-1,1-1 1,0 0 0,0 0-1,0-1 1,0 0-1,0-1 1,1 0-1,-1 0 1,1-1 0,-1 0-1,0-1 1,1 0-1,0-1-34,1-70 19,-13 55 5,0 1 0,-1 0 0,-1-1 0,-1 1 0,0 1 0,-1-1 0,0 1 0,-1 0 0,-1 0 0,-1 1 0,-1-3-24,74 39-3443,-27-8-3035,-1-1-4675</inkml:trace>
  <inkml:trace contextRef="#ctx0" brushRef="#br0" timeOffset="7615.603">2200 1857 6545,'0'0'5784,"0"0"-2663,0 0-1569,0 0-527,0 0-371,-3-18-167,-12-106 2150,62 273 2105,-37-129-4678,0-1 0,2-1 0,0 0 0,1 0 0,1-1 0,1-1 0,0-1 0,1 0 0,0-1 0,3 1-64,-8-9-1969,-6-5-5939,-4-1-424</inkml:trace>
  <inkml:trace contextRef="#ctx0" brushRef="#br0" timeOffset="8192.463">2228 2181 6785,'0'0'2693,"0"0"1429,0 0-1617,0 0-884,0 0-368,25-4-57,163-27 771,168-26-992,-358 59-6152,-6 7 1181,-11 3-2906</inkml:trace>
  <inkml:trace contextRef="#ctx0" brushRef="#br0" timeOffset="14917.601">6057 1061 7042,'0'0'4427,"0"0"-2298,0 0-1127,0 0 117,0 0 95,0 0-75,4-1-464,157-34 3326,-156 103-3933,-20 11 7,3 48 648,16-124-676,-1 1 0,1-1 0,0 0-1,0-1 1,0 1 0,0-1 0,0 1-1,0-1 1,1-1 0,-1 1 0,1-1-1,-1 1 1,1-1 0,0 0 0,-1-1-1,1 1 1,0-1 0,0 0 0,-1 0-1,1-1 1,0 1 0,0-1 0,1-1-47,8 2 109,3 1 16,0-1 0,0-1 0,1 0 0,-1-2 0,0 1 0,0-2 1,-1-1-1,1 0 0,-1-1 0,0 0 0,0-1 0,7-6-125,-23 13-268,0-1-1,0 0 1,1 0 0,-1 1-1,0-1 1,0 0-1,0 0 1,0 1-1,0-1 1,0 0-1,0 0 1,0 1 0,0-1-1,0 0 1,0 0-1,0 0 1,-1 1-1,1-1 1,0 0-1,0 1 1,-1-1-1,1 0 1,-1 1 0,1-1-1,-1 0 1,1 1-1,-1-1 1,1 1-1,-1-1 1,1 0-1,-1 1 1,0 0 0,1-1-1,-1 1 1,0-1-1,1 1 1,-1 0-1,0 0 1,1-1-1,-1 1 1,0 0 0,0 0-1,0 0 1,1 0-1,-1 0 1,0 0-1,0 0 1,1 0-1,-1 0 1,0 0 0,0 0-1,0 0 1,1 0-1,-1 1 1,0-1-1,1 0 1,-1 1-1,0-1 1,1 1 0,-1-1-1,0 1 269,0-1-302,-27-2-8465</inkml:trace>
  <inkml:trace contextRef="#ctx0" brushRef="#br0" timeOffset="15313.067">6392 914 7802,'0'0'1191,"0"0"3392,0 0-1694,0 0-1365,0 0-416,0 0 142,22 6 1461,-1 5-2196,0 2 0,-1 0-1,-1 1 1,0 1 0,-1 1-1,-1 0 1,0 1 0,2 5-515,116 96 805,-132-118-1259,-1-1 0,0 0 1,0 0-1,0 0 0,0 0 1,0 0-1,0-1 0,0 1 1,0-1-1,0 1 0,-1-1 1,1 0-1,-1 1 0,1-1 1,-1 0-1,0 0 1,1 0-1,-1 0 0,0 0 1,0 0-1,0-1 0,-1 1 1,1 0-1,-1 0 0,1-1 1,-1 1-1,0 0 0,0-1 1,1 1-1,-2-1 0,1 1 1,0-1 453,0 0-712,6-31-4537,-1 4 1619</inkml:trace>
  <inkml:trace contextRef="#ctx0" brushRef="#br0" timeOffset="15606.853">6674 739 6617,'0'0'1693,"0"0"2242,0 0-1161,-11 19-941,-82 163 2744,-19 72-1569,109-249-3759,-10 16 1480,8-16-4056,0-4-4318,3-1-1221</inkml:trace>
  <inkml:trace contextRef="#ctx0" brushRef="#br1" timeOffset="19043.089">377 1857 6769,'0'0'5187,"0"0"-1974,0 0-1078,0 0-103,0 0 143,0 0-550,-5-3-621,-15 1 479,44 35-391,409 451 1531,-397-437-2611,-36-47-26,0 0 39,0-21-88,21-464-251,-16 352 144,-5 133 42,0 0-92,0 0-116,0 0-224,40 7-7775,-20 1 158</inkml:trace>
  <inkml:trace contextRef="#ctx0" brushRef="#br1" timeOffset="26329.651">503 1446 6345,'0'0'987,"0"0"-157,0 0 1184,0 0-441,0 0-421,-6-3 107,-133-50 4525,123 55-5732,0 0-1,0 2 1,1-1-1,-1 2 0,1 0 1,0 1-1,0 1 1,1 0-1,0 1 1,0 1-1,1 0 0,0 0 1,1 1-1,0 1 1,0 0-1,1 1 1,1 0-1,0 1 1,0 0-1,2 0 0,-1 1 1,2 0-1,0 1 1,0 0-1,2 0 1,0 0-1,0 0 0,2 1 1,0 0-1,-1 12-51,-7 44 83,3 0-1,3 0 0,3 1 1,5 25-83,3-63 122,1-1 1,2-1 0,2 1 0,0-2-1,2 1 1,2-2 0,1 0-1,1-1 1,2 0 0,1-1 0,7 7-123,43 71 261,-64-97-276,10 21-24,2-2 1,1 0-1,2-1 1,0 0-1,2-2 1,1-1 0,12 9 38,-34-32-581,2 1 576,0-3-6043,-4 0 244</inkml:trace>
  <inkml:trace contextRef="#ctx0" brushRef="#br1" timeOffset="28578.741">296 1641 2537,'-1'0'618,"6"-12"4193,16-107-2272,-21 116-2272,0 0 0,1 0-1,-1 1 1,0-1 0,1 0 0,-1 0 0,1 1-1,0-1 1,0 0 0,0 1 0,1-1 0,-1 1 0,0 0-1,1-1 1,0 1 0,-1 0 0,1 0 0,0 0 0,0 0-1,0 0 1,0 0 0,1 0 0,-1 1 0,0-1-1,1 1 1,-1 0 0,1 0 0,0 0 0,-1 0 0,1 0-1,0 0 1,-1 1 0,1-1 0,0 1-267,11-5-670,73-30 1011,-45 16-307,0 1 0,2 3 0,0 1 0,1 3 0,0 1 0,0 2 0,21 0-34,-38 7 2,-1 1 1,0 1 0,0 2 0,0 0 0,-1 2 0,1 1 0,-1 1 0,0 1 0,-1 1 0,0 1 0,0 2 0,-1 0 0,0 2 0,10 8-3,-24-14 0,3 2-2,-1 1 1,1-2 0,1 0-1,0 0 1,0-1 0,1-1-1,-1 0 1,2-2 0,-1 1-1,1-2 1,-1 0 0,1-1-1,13 1 2,-20-3 70,0-1-1,1 0 0,-1-1 0,0 0 0,0-1 0,1 0 1,-1 0-1,-1-1 0,1 0 0,0 0 0,-1-1 0,1-1 1,-1 1-1,0-1 0,-1 0 0,1-1 0,-1 0 0,0 0 1,-1-1-1,1 1 0,-1-1 0,4-7-69,-3 10 9,1-1 1,-1 2-1,1-1 0,0 1 0,1 0 1,-1 1-1,0 0 0,1 0 0,-1 1 1,1 0-1,-1 0 0,1 1 1,0 0-1,-1 1 0,1 0 0,-1 0 1,9 3-10,178 28 126,-181-30-106,1-1 0,0 0 0,0-1 0,0-1-1,0 0 1,-1-1 0,1-1 0,0 0 0,-1-1 0,0 0 0,0-1-1,0-1 1,-1 0 0,1-1 0,-2-1 0,1 0 0,6-5-20,40-48 176,-52 50-177,1 1 1,-1-1-1,2 2 1,-1-1-1,1 1 0,1 1 1,0-1-1,0 2 1,1-1-1,-1 1 1,2 1-1,-1 0 1,1 1-1,-1 0 0,2 1 1,-1 0-1,0 0 1,1 2-1,-1 0 1,1 0-1,0 1 1,0 0 0,114 104-124,-117-97 131,0 0 1,1 0 0,-1-1-1,1 0 1,1-1 0,-1 0-1,0-1 1,1-1 0,0 1-1,0-2 1,-1 0 0,1 0-1,0-1 1,0 0 0,0-1 0,0-1-1,0 0 1,-1 0 0,1-1-1,-1-1 1,1 0 0,-1 0-1,-1-1 1,1-1 0,5-3-8,38-33 4,-38 28-3,1 0 0,0 1 1,1 1-1,0 1 0,1 0 1,0 1-1,1 2 0,0 0 1,14-4-2,246-35-451,-231 29 487,0-2 0,-1-2 0,-2-3 0,0-1 0,19-17-36,-51 36 6,1 1 0,-1 1 0,1 0 0,0 1 0,0 0-1,0 1 1,1 1 0,-1 0 0,1 2 0,-1-1 0,1 2 0,-1 0 0,12 3-6,19-2 38,210 7 423,-162-66-221,-43 17-217,-34 32-32,0 1-1,1 1 1,-1 1 0,2 0 0,-1 2 0,0 0 0,1 1-1,-1 0 1,14 2 9,70-10 8,-58-1 46,0-2-1,0-3 1,-2 0-1,0-3 1,38-24-54,-46 26 70,246-124 215,-224 102-268,-39 26-18,-1 0 0,2 2 0,-1 0 0,1 0 0,1 2-1,0 0 1,0 2 0,1 0 0,0 1 0,0 1 0,1 0 0,11 0 1,30 1 44,0-3-1,0-2 1,-1-4 0,32-11-44,90-22-40,-177 45 28,0 0 1,0 0 0,0 1-1,0-1 1,0 1 0,-1 1-1,1-1 1,0 1 0,0 0-1,0 0 1,0 1 0,-1 0-1,1 0 1,-1 0 0,1 0 0,-1 1-1,0 0 1,0 0 0,0 0-1,-1 1 1,1 0 0,-1 0-1,1 0 1,-1 0 0,-1 1-1,1 0 1,-1-1 0,1 1-1,-1 1 12,64 52 10,-64-55 42,0-1-1,0 0 1,0 0-1,0-1 1,0 1 0,0-1-1,0 1 1,1-1 0,-1 0-1,1 0 1,-1-1 0,1 1-1,-1-1 1,1 1 0,-1-1-1,1 0 1,-1-1 0,1 1-1,-1 0 1,1-1-1,-1 0 1,0 0 0,1 0-1,-1 0 1,0-1 0,0 1-1,1-1 1,-1 0 0,0 0-1,-1 0 1,1 0 0,0 0-1,0-1-51,34-102 299,-16 97-3615,-10 7-4413,-8 1-217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5:09:57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0 7242,'0'0'524,"0"0"409,0 0 2191,0 0-1200,0 0-518,0 0-89,-6 3-29,2 0-759,-12 7-64,2-7 2776,79 7-293,300-8-1370,-234-14-1713,-131 12-181,0 0-521,0 0-404,-32 0-8701,18 0 4200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5:09:57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 6769,'0'0'1473,"0"0"1929,0 0-1408,0 0-545,0 0-54,0 0 108,15 1 98,220 3 3036,136-44-3496,-341 33-1094,-18 5-99,-29 6-152,9-2-901,12-5-4707,7-4 2284,11-10-6093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5:10:04.4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482 1 2721,'0'0'9540,"0"0"-5520,0 0-2313,0 0-674,0 0-152,0 0-69,-14 23 63,-94 169 1114,-111 309-151,189-372-3002,29-125-1023,-2-3-2922,-2-1-1653</inkml:trace>
  <inkml:trace contextRef="#ctx0" brushRef="#br0" timeOffset="410.629">2 179 5521,'0'0'2554,"0"0"1214,0 0-1929,0 0-769,0 0-88,0 0 46,-2-4-192,3 5-817,-1-1-1,1 0 0,-1 1 0,1-1 1,-1 0-1,0 0 0,1 1 0,-1-1 1,1 0-1,-1 0 0,1 0 0,-1 0 0,1 0 1,0 0-1,-1 0 0,1 0 0,-1 0 1,1 0-1,-1 0 0,1 0 0,-1 0 1,1 0-1,-1 0 0,1 0 0,-1-1 0,1 1 1,-1 0-1,0 0 0,1-1 0,-1 1 1,1 0-1,-1-1 0,1 1 0,-1 0 1,0-1-1,1 1 0,-1-1 0,0 1 0,1 0 1,-1-1-1,0 1 0,0-1 0,0 1 1,1-1-1,-1 1 0,0-1 0,0 1 1,0-1-1,0 1 0,0-1 0,0 1 0,0-1 1,0 1-1,0-1 0,0 1 0,0-1 1,0 1-1,0-1 0,0 1 0,-1-1 1,1 1-1,0-1 0,0 1 0,-1-1 0,1 1 1,0-1-1,0 1-18,45 28 1539,47 145 1569,-84-150-2982,1-1-1,1 0 1,1 0-1,1-2 1,0 1-1,2-1 1,0-1-1,1-1 1,1 0-1,1-1 1,0 0-1,5 2-125,56 2 90,-43-20-4853,-24-1 1577,-1 0-2470</inkml:trace>
  <inkml:trace contextRef="#ctx0" brushRef="#br0" timeOffset="1085.546">894 284 5881,'0'0'2617,"0"0"2747,0 0-2996,0 0-1218,0 0 14,0 0 367,-7 0-168,5 0-1276,0 1 1,0 0-1,0-1 0,0 1 1,-1 0-1,1 0 0,0 0 0,1 0 1,-1 1-1,0-1 0,0 1 1,0-1-1,1 1 0,-1-1 1,1 1-1,-1 0 0,1 0 1,0-1-1,0 1 0,0 0 1,0 0-1,0 1 0,0-1 1,0 0-1,1 0 0,-1 0 0,1 0 1,-1 1-1,1-1 0,0 0 1,0 0-1,0 1 0,0-1 1,0 0-1,1 0 0,-1 1 1,1-1-1,0 0 0,-1 0 1,2 2-88,-3-2 33,1 0 1,0 0-1,0 0 1,0 0-1,1 0 1,-1 0 0,0 0-1,1 0 1,0 1-1,-1-1 1,1-1-1,0 1 1,0 0 0,0 0-1,0 0 1,0 0-1,0-1 1,1 1-1,-1 0 1,1-1-1,-1 1 1,1-1 0,-1 0-1,1 1 1,0-1-1,0 0 1,-1 0-1,1 0 1,0 0 0,0 0-1,0-1 1,0 1-1,0-1 1,0 1-1,1-1 1,0 0-34,-2 0 167,0-3-146,0 0 0,0 0 1,-1 0-1,1 0 0,-1 0 0,0 0 1,0-1-1,0 1 0,0 0 1,-1 0-1,1 0 0,-1 0 1,0 0-1,0 0 0,0 0 1,0 0-1,0 0 0,-1 0 0,1 0 1,-1 0-1,0 1 0,0-1 1,0 1-1,0 0 0,0-1 1,-1 1-1,1 0 0,-1 0 0,1 0 1,-1 1-1,0-1 0,1 1 1,-1-1-1,0 1 0,0 0 1,0 0-1,0 0 0,0 0 1,-1 1-1,1-1 0,0 1 0,-2 0-21,1 3 2,1 0 0,0 0 0,0 0 0,0 0 0,1 0 0,-1 1 0,1-1 0,0 1 0,0 0-1,0 0 1,0 0 0,1 0 0,-1 0 0,1 0 0,0 0 0,0 0 0,1 0 0,-1 1 0,1-1-1,0 0 1,0 0 0,0 1 0,1-1 0,-1 0 0,1 0 0,1 3-2,0-5 5,0 1 0,0-1 1,0 0-1,1 0 0,-1-1 1,1 1-1,-1 0 0,1-1 1,0 1-1,-1-1 0,1 0 1,0 0-1,0 0 0,0 0 1,0-1-1,0 1 0,0-1 0,0 0 1,0 1-1,0-2 0,0 1 1,0 0-1,0 0 0,1-1-5,0 1 14,-6-45 278,0 39-292,-1 1 0,0-1 0,0 1-1,-1 0 1,1 0 0,-1 0 0,0 0 0,0 1-1,-1-1 1,1 1 0,-1 0 0,0 1 0,0-1-1,0 1 1,-1 0 0,1 0 0,-1 1-1,0-1 1,-3 0 0,8 48-900,13-16-1763,8-4-4945,5-7-5331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5:10:25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534 63 5857,'0'0'1262,"0"0"-169,0 0 1364,0 0-777,0 0-630,0 0-15,-9-6 261,2 0-981,-77-44 4849,73 52-4966,1 0 0,0 1 0,0 1 0,1-1 0,-1 2 0,1-1 0,0 1 0,0 1 0,0-1 0,1 2 0,0-1 0,0 1 0,0 0 0,1 1 0,0 0 0,1 0 0,-1 0 0,2 1 0,-1 0 0,1 0 0,1 0 0,-1 1 0,2 0 0,-1 0 0,1 0 0,1 0 0,0 0 0,0 0 0,1 2-198,-3 27 233,2 0 0,1 1-1,3-1 1,1 1 0,1-1-1,3 0 1,1-1 0,8 23-233,-1-19 178,2 0 1,2-2-1,2 0 1,1-1-1,24 31-178,66 122 388,-13 122-300,-92-297-72,0 1-1,-1 0 0,-1 1 1,-1-1-1,-1 1 1,0 0-1,-1 0 0,-1 0 1,-1 0-1,-1 1 1,0-1-1,-2 0 0,0 0 1,-1-1-1,-1 1 1,0-1-1,-2 0 1,-5 11-16,1-11 38,-1 0 1,-1-1 0,-1 0 0,-1-1-1,0 0 1,0-1 0,-2-1 0,0-1 0,0 0-1,-2-2 1,1 0 0,-1 0 0,-1-2 0,0-1-1,0 0 1,0-1 0,-1-1 0,0-1 0,-1-1-1,1-1 1,-1-1 0,-8-1-39,-157 1-155,186-2 68,1 0 0,-1-1 0,0 1 0,1 0-1,-1-1 1,0 1 0,1-1 0,-1 1 0,1-1-1,-1 1 1,1-1 0,-1 0 0,1 1 0,-1-1-1,1 1 1,0-1 0,-1 0 0,1 0 0,0 1 0,-1-1-1,1 0 1,0 1 0,0-1 0,0 0 0,0 0-1,0 0 1,-1 1 0,2-1 0,-1 0 0,0 0-1,0 1 1,0-1 0,0 0 0,0 0 0,1 1 0,-1-1-1,0 0 1,0 1 0,1-1 0,-1 0 0,1 1-1,-1-1 1,1 0 0,-1 1 0,1-1 0,-1 1-1,1-1 1,-1 1 0,1-1 0,0 1 0,-1-1 0,1 1-1,0 0 1,-1-1 0,1 1 0,0 0 0,-1 0-1,1-1 1,0 1 0,0 0 0,0 0 87,83-62-13987,-39 31 5416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5:10:13.149"/>
    </inkml:context>
    <inkml:brush xml:id="br0">
      <inkml:brushProperty name="width" value="0.05" units="cm"/>
      <inkml:brushProperty name="height" value="0.05" units="cm"/>
      <inkml:brushProperty name="color" value="#AB008B"/>
    </inkml:brush>
    <inkml:brush xml:id="br1">
      <inkml:brushProperty name="width" value="0.05" units="cm"/>
      <inkml:brushProperty name="height" value="0.05" units="cm"/>
    </inkml:brush>
  </inkml:definitions>
  <inkml:trace contextRef="#ctx0" brushRef="#br0">140 1111 8026,'0'0'1068,"0"0"2042,0 0-916,0 0-586,0 0-457,0 0 112,4-2-25,42-18 919,-34 13-1946,0 0 1,1 1-1,0 1 1,0 0 0,0 1-1,0 1 1,1 0-1,-1 0 1,1 1 0,0 1-1,0 0 1,-1 1-1,7 1-211,-14 4 6,0-1-1,0 1 1,-1 0-1,0 0 1,0 0-1,0 1 1,0 0-1,-1-1 1,0 2-1,0-1 1,-1 0-1,0 1 1,0 0-1,-1 0 1,1 0-1,-1 0 1,-1 0-1,0 0 1,0 0-1,0 1 1,-1-1-1,1 0 1,-2 1-1,1-1 1,-1 0-1,-2 7-5,3-12 3,-4 16 32,-1 0-1,0 0 1,-2-1 0,0 0 0,0 0 0,-2-1 0,0 0 0,-1 0 0,-1-1 0,0-1 0,-1 0 0,0 0 0,-1-1 0,-1-1-1,0 0 1,-10 6-35,23-17 5,0 0 0,0 0 0,0 0 0,0 0 0,0 0 0,0 0 0,0 0 0,0-1-1,-1 1 1,1-1 0,0 1 0,0-1 0,-1 1 0,1-1 0,0 0 0,-1 1 0,1-1 0,0 0-1,-1 0 1,1 0 0,0 0 0,-1 0 0,1 0 0,0 0 0,-1-1 0,1 1 0,0-1 0,0 1-1,-1 0 1,1-1 0,0 0 0,0 1 0,0-1 0,-1 0 0,1 0 0,0 1 0,0-1 0,0 0-1,1 0 1,-1 0 0,0 0 0,0-1 0,0 1 0,1 0 0,-1 0 0,0 0 0,1 0 0,-1-1-1,1 1 1,0 0 0,-1-1 0,1 1 0,0 0 0,0-1 0,0 1 0,0 0 0,0-1-1,0 1 1,0 0 0,0-1 0,1 1 0,-1-1-5,-4-12-48,5 12 43,1 1-1,0-1 0,-1 1 0,1 0 1,0-1-1,-1 1 0,1 0 0,0 0 1,0 1-1,0-1 0,0 0 0,0 0 1,0 1-1,0 0 0,0-1 0,0 1 1,0 0-1,1 0 0,-1 0 0,0 0 1,0 0-1,0 1 0,0-1 0,0 0 1,0 1-1,0 0 0,0-1 0,0 1 1,0 0-1,0 0 0,-1 0 0,1 1 6,62 32 99,-54-28-62,0 0 1,0 0-1,0-1 1,1 0-1,-1 0 1,1-1-1,1-1 1,-1 0-1,0-1 1,1 0-1,10 1-37,-1-3 198,-13 1-109,0 0 0,0-1 0,0 0 0,0 0 0,0-1-1,0 0 1,0-1 0,0 1 0,0-1 0,-1-1 0,1 0 0,-1 0-1,1 0 1,-1-1 0,1 0-89,-25-33-658,3 22-2194,13 0-4303,1 10 2718,0-5-3891</inkml:trace>
  <inkml:trace contextRef="#ctx0" brushRef="#br0" timeOffset="-1126.124">180 581 6225,'0'0'4933,"0"0"-1748,0 0-1338,0 0-833,0 0-23,0 0 187,4-16-83,32-200 2154,-35 202-3156,5-35 713,0 80-222,-4 4-259,2 49 169,4 0-1,3-1 1,19 66-494,-24-134-23,4 9-46,-9-14-2861,-2-10-2082,-7 0-2782</inkml:trace>
  <inkml:trace contextRef="#ctx0" brushRef="#br0" timeOffset="-809.006">0 824 9658,'0'0'3417,"0"0"308,0 0-1838,0 0-691,0 0 214,0 0-125,28 2 207,-15-2-1852,227-3 2663,-137-4-4676,-30 0-4223,0-5-5918,-58 10 9976</inkml:trace>
  <inkml:trace contextRef="#ctx0" brushRef="#br0" timeOffset="1465.655">871 774 6769,'0'0'5202,"0"0"-2803,0 0-914,0 0-83,0 0 314,0 0 106,12-3-479,-3 1-1169,0-1-1,0 0 0,0 0 1,0-1-1,0 0 1,-1-1-1,0 0 1,0 0-1,0 0 1,0-1-1,-1-1 1,0 1-1,3-5-173,-4 5 40,0-1-1,-1 0 1,0 0-1,0-1 1,-1 1-1,0-1 1,0 0 0,-1 0-1,0 0 1,0 0-1,-1-1 1,0 1-1,-1-1 1,0 0-1,0 1 1,0-1-1,-1 0 1,-1 0 0,0 1-1,-1-9-39,-1 14-1,-1-1-1,1 0 1,-1 1-1,1 0 1,-1 0-1,0 0 1,-1 0-1,1 1 1,0-1-1,-1 1 1,1 0 0,-1 0-1,0 1 1,0 0-1,1-1 1,-1 2-1,0-1 1,0 0-1,0 1 1,0 0-1,0 0 1,0 1-1,0-1 1,0 1 0,0 0-1,0 0 1,1 1-1,-1-1 1,0 1-1,1 0 1,-1 1-1,0 0 2,-14 9 0,1 1 0,1 1 0,1 0 0,0 1 0,0 1 0,2 0 0,0 1 0,1 1-1,0 0 1,2 1 0,0 0 0,1 1 0,-2 8 0,8-21 23,0 1-1,1-1 1,0 1 0,0-1 0,1 1-1,0 0 1,0 0 0,1 0 0,0 0-1,0 0 1,1 0 0,0 0-1,0 0 1,1 0 0,0 0 0,1 0-1,-1 0 1,2 0 0,-1 0-1,1-1 1,0 1 0,1-1 0,-1 0-1,1 0 1,1 0 0,4 6-23,13-3 116,-1-2 0,1 1 0,1-2 0,-1-1 0,1-1 0,1-1 1,-1-1-1,0-1 0,1-1 0,-1-1 0,1-1 0,-1-1 0,0-1 0,0-1 0,0-1 0,0-1 1,0-2-117,29-20-1194,-21-17-10018,-18 24 4528,1 0-871</inkml:trace>
  <inkml:trace contextRef="#ctx0" brushRef="#br0" timeOffset="3456.92">1169 93 6737,'0'0'1426,"0"0"1707,0 0-1150,0 0-611,0 0-278,0 0-94,-5 2 75,-17 3-120,16-3 181,6-2-73,38-9 1093,91-18-1509,-127 30-647,0 0 1,0-1-1,0 1 0,-1 0 0,1 0 0,-1 0 1,1 1-1,-1-1 0,0 0 0,-1 0 1,1 1-1,0-1 0,-1 1 0,0-1 1,0 0-1,0 1 0,0-1 0,0 1 0,-1-1 1,1 0-1,-1 1 0,0-1 0,-1 2 0,-4 16 81,0 0 0,-2 0 0,0-1 0,-1 0 0,-1 0 0,-1-1-1,-1 0 1,0-1 0,-15 15-81,-45 77 329,71-109-313,0 0 0,1 0-1,-1 0 1,0-1 0,1 1 0,-1 0 0,1 0 0,-1 0 0,1 0 0,0 0 0,-1 0 0,1 0 0,0 0 0,0 1 0,0-1 0,-1 0 0,1 0 0,0 0 0,1 0 0,-1 0 0,0 0 0,0 0-1,0 0 1,1 0 0,-1 0 0,0 0 0,1 0 0,-1 0 0,1 0 0,-1 0 0,1 0 0,0 0 0,-1 0 0,1 0 0,0-1 0,-1 1 0,1 0 0,0 0 0,0-1 0,0 1 0,0-1-1,0 1 1,0-1 0,0 1 0,0-1 0,0 1 0,0-1 0,0 0 0,0 0 0,0 1 0,0-1 0,0 0 0,0 0 0,0 0 0,0 0 0,0 0 0,1-1 0,-1 1 0,0 0 0,0 0 0,0-1-1,0 1 1,0 0 0,0-1 0,0 1 0,0-2-16,5 3 57,196-9 577,-156-38-23086,-36 31 18682</inkml:trace>
  <inkml:trace contextRef="#ctx0" brushRef="#br0" timeOffset="3861.532">1721 5 6753,'0'0'1162,"0"0"758,0 0-795,0 0-575,0 0 101,0 0 456,0-4 446,-112 192 6762,-44 44-6478,111-197-2301,27-29-2221,0-4-3504,6-19-2248,10 1 2111</inkml:trace>
  <inkml:trace contextRef="#ctx0" brushRef="#br0" timeOffset="4266.062">1381 49 928,'0'0'5305,"0"0"-3347,0 0 279,0 0-708,0 0-479,0 0-14,12 5 278,38 17-154,-10 47 1441,-35-53-1949,14 57 1514,-17-58-1998,0 0 1,1-1-1,1 1 1,0-1-1,1 1 0,0-1 1,1 0-1,1-1 0,0 0 1,1 0-1,0 0 0,1-1 1,0 0-1,1-1 1,0 0-1,1-1 0,1 0 1,2 2-169,23-3 30,-20-9-4237,-17-2-274,0-2 2504,0 4 1075,0-8-4958</inkml:trace>
  <inkml:trace contextRef="#ctx0" brushRef="#br0" timeOffset="7578.996">890 774 4049,'0'0'2322,"0"0"-1367,0 0-695,0 0-144,0 0-88,0 0 2,-12 20 6091,7-13-6231,-6 0 214,-1-1 0,1 0 0,-1 0 0,-1-1 0,1-1-1,-1 0 1,1-1 0,-1-1 0,0 1 0,0-2 0,-2 0-104,-69 14-560,58-1 290,23-1-2520,4-13-469,1 0-4768</inkml:trace>
  <inkml:trace contextRef="#ctx0" brushRef="#br1" timeOffset="11038.128">1942 1094 4729,'0'0'3179,"0"0"2038,0 0-2669,0 0-1360,0 0-639,0 0-12,4 1 43,177-9 3983,-103-3-3743,325-13-217,-477 18-412,-287 69-2009,305-63 1792,47-1 17,0 0 1,-1 0-1,1 1 1,0 0-1,-1 1 1,1 0-1,0 0 1,-1 1-1,1 0 1,0 1-1,0 0 1,1 0-1,-1 1 1,0 0-1,1 0 1,-7 6 8,74-3-137,311-57 326,-370 50-400,0 1-14663,2-5 13394,3-10-482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5:10:31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82 5753,'0'0'2293,"0"0"3460,0 0-2891,0 0-1408,0 0 37,0 0 336,3-3-610,9-7-1061,1 1-1,0 1 1,1 0 0,-1 0-1,1 2 1,1-1-1,-1 2 1,1 0-1,0 1 1,0 1 0,1 0-1,2 0-155,-16 5 0,0 0 0,0 1 0,0-1 1,-1 0-1,1 1 0,-1-1 0,1 1 0,-1-1 0,0 1 0,0 0 0,0-1 0,0 1 0,-1 0 0,1 0 0,-1 0 0,1-1 1,-1 1-1,0 0 0,0 0 0,-1 0 0,1 0 0,0 0 0,-1-1 0,0 1 0,0 0 0,0 0 0,0-1 0,0 1 0,0 0 1,-1-1-1,1 1 0,-1-1 0,1 0 0,-1 0 0,-1 2 0,-186 252 1104,224-252-480,289-85 1138,-310 75-3472,-4-13-10050,-7 13 7131,1-5 415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5:10:30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149 169 6433,'0'0'2010,"0"0"2873,0 0-2262,0 0-1502,0 0-495,0-13 4492,4-45-5141,9-39 57,-2 126 116,-8 145 2404,-6-146-2313,2 0 1,1 0 0,1 0-1,1 1 1,1-1 0,2-1-1,1 1 1,8 22-240,-5-35 2200,-3-8-7739,-19-17-9691,-5-1 8481</inkml:trace>
  <inkml:trace contextRef="#ctx0" brushRef="#br0" timeOffset="282.776">0 515 5033,'0'0'2810,"0"0"2002,0 0-2194,0 0-1158,0 0-284,0 0 387,14 0 272,152-11 1318,144-61-1515,-310 71-2350,9 1 1049,-6 0-3256,-2 1-4323,-1 4-1254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5:10:36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103 790 5457,'0'0'1450,"0"0"-353,0 0 1501,0 0-324,0 0-459,2 19 4649,5-19-6334,0 0-1,1 0 1,-1-1-1,0 0 1,0 0-1,0 0 1,0-1-1,0 0 1,0-1 0,0 0-1,-1 0 1,1 0-1,-1-1 1,0 0-1,0 0 1,0 0-1,-1-1 1,1 0-1,-1 0 1,0 0-1,-1-1 1,1 1-1,2-6-129,-1 1 55,0 0 0,-1 0 0,0-1 0,-1 0 0,0 0 0,0 0-1,-1-1 1,-1 1 0,0-1 0,0 0 0,-1 1 0,-1-1 0,0 0-1,0 0 1,-3-8-55,-64 10 242,52 14-240,2 2 1,-1 0-1,1 1 1,0 0-1,0 1 0,1 0 1,0 1-1,0 0 1,1 1-1,0 1 1,1-1-1,0 2 1,1-1-1,0 1 0,1 1 1,0 0-1,1 0 1,-5 13-3,9-20 36,0 1 1,0 0-1,1 0 1,0 1-1,0-1 1,1 0-1,0 1 1,0-1-1,1 1 1,0-1-1,0 1 0,1-1 1,-1 0-1,2 1 1,-1-1-1,1 0 1,0 1-1,1-1 1,0 0-1,0-1 1,0 1-1,1 0 1,0-1-1,0 0 1,0 0-1,1 0 1,0-1-1,0 1 1,1-1-1,0 0 1,-1-1-1,2 1 0,-1-1 1,2 1-37,14 3 73,1 0 1,-1-2-1,1 0 0,0-2 1,0 0-1,0-1 0,1-2 1,-1 0-1,1-2 0,-1-1 1,0 0-1,11-4-73,67-28 300,-68 4-8108,-26 22 1340</inkml:trace>
  <inkml:trace contextRef="#ctx0" brushRef="#br0" timeOffset="1968.758">532 164 5521,'0'0'1243,"0"0"-652,0 0-395,0 0-149,0 0 499,0 0 1699,-11 2-550,-4 3-1086,-16 3-239,0-6 4229,30-2-4024,1 0-84,0 0 149,0 0 86,26-4 298,88-8-840,-111 16-120,0 0 0,0 1 0,0-1 0,-1 1 0,1 0 0,-1 0 0,0 0 0,0 0 0,-1 0 0,0 0 0,0 0 0,0 0 0,0 1 0,-1-1 0,0 0 0,0 0 1,0 1-1,-1-1 0,0 0 0,0 0 0,-1 4-64,2-5 51,-25 106 747,83-91-621,148-27-874,-201 4-2751,-4-1-2353,-1 3 2443,0-2-6499</inkml:trace>
  <inkml:trace contextRef="#ctx0" brushRef="#br0" timeOffset="2360.402">1060 1 6729,'0'0'1433,"0"0"1767,0 0-1287,0 0-742,0 0 22,0 0 118,-17 22-68,-116 163 1163,32-29-900,83-160-12761,9-20 6244,8 22 4769,-4-15-2058</inkml:trace>
  <inkml:trace contextRef="#ctx0" brushRef="#br0" timeOffset="2672.707">757 187 4177,'0'0'1643,"0"0"-646,0 0-306,0 0-375,0 0-81,0 0 609,0-17 1197,-3-53-628,2 52-626,26 22 2446,98 110 2544,24 76-3694,-129-176-4939,-3-10-3084,-3-3-2780</inkml:trace>
  <inkml:trace contextRef="#ctx0" brushRef="#br0" timeOffset="6731.792">1267 876 7586,'0'0'108,"0"0"-66,0 0 461,0 0 1435,0 0-714,0 0-593,-8 2 9172,-12 4-8028,19-5-1769,0-1-1,0 1 1,-1 0-1,1-1 1,0 1-1,0 0 1,0 0-1,0 0 1,0 0-1,0-1 1,0 2-1,0-1 1,1 0-1,-1 0 1,0 0-1,1 0 1,-1 0-1,0 1 1,1-1-1,0 0 1,-1 0-1,1 1 1,0-1-1,-1 0 1,1 1-1,0-1 1,0 0-1,0 1 1,0-1-1,0 0 1,1 1-1,-1-1 1,0 0-1,1 1 1,-1-1-1,0 0 1,1 0-1,0 0 1,-1 1-1,1-1 1,0 0-1,0 0 1,-1 0-1,1 0 1,0 0-1,0 0 1,0 0-1,0 0 0,0-1 1,0 1-1,1 0 1,-1 0-1,0-1 1,0 1-1,0-1 1,1 1-1,-1-1 1,0 0-1,1 0 1,-1 1-1,0-1 1,1 0-1,-1 0 1,0 0-1,1 0 1,-1 0-1,0-1 1,2 1-6,-19-2-1561,26-8-11912,0 5 10530,5-1-2328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5:10:46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238 838 6433,'0'0'978,"0"0"173,0 0 2064,0 0-1494,0 0-679,0 0 217,-9-5-205,4 2-969,1 0 0,-1 1-1,0-1 1,0 1 0,-1 0 0,1 1 0,0-1 0,-1 1-1,1 0 1,0 0 0,-1 1 0,1-1 0,-1 1 0,1 1-1,-1-1 1,1 1 0,-1 0 0,1 0 0,-1 0 0,1 1-1,0 0 1,0 0 0,-5 2-85,1 5 203,0 0-1,1 0 1,-1 1 0,2 0-1,0 0 1,0 1 0,1 0-1,0 0 1,0 1-1,2-1 1,-1 1 0,2 0-1,-1 1 1,2-1 0,0 0-1,0 1 1,1 0 0,0-1-1,2 1 1,0 5-203,3-13 62,1-1 0,0 0 0,0-1 0,0 1 0,0-1-1,1 0 1,-1 0 0,1 0 0,0-1 0,0 0 0,0 0 0,0 0 0,0-1 0,0 0 0,0 0 0,1-1 0,-1 0 0,0 0 0,1 0 0,-1-1-1,0 0 1,0 0 0,0 0 0,0-1 0,5-2-62,9-1 49,-1-2 0,0 0-1,-1-1 1,0-1 0,0-1 0,-1-1-1,0 0 1,0-1 0,-2-1 0,1 0-1,-2-1 1,0-1 0,4-5-49,-15 15 10,1 0 0,-1 0 0,1 0 1,-2-1-1,1 1 0,0-1 0,-1 0 1,0 0-1,-1 0 0,1 0 0,-1 0 0,0 0 1,0 0-1,-1 0 0,0 0 0,0 0 1,-1-1-1,1 1 0,-1 0 0,-1 0 1,1 0-1,-1 0 0,0 0 0,0 1 1,-1-1-1,1 0 0,-1 1 0,-1 0 0,1 0 1,-1 0-1,0 0 0,0 0 0,0 1 1,-1 0-1,1 0 0,-1 0 0,0 0 1,0 1-1,-1 0 0,1 0 0,-1 0 1,1 1-1,-1-1 0,0 1 0,0 1 0,0-1 1,0 1-1,0 0 0,-1 1-10,2-3-4,0 2 1,0-1-1,0 0 1,-1 1-1,1 0 0,-1 1 1,1-1-1,-1 1 0,1 0 1,-1 0-1,1 1 0,-1-1 1,1 1-1,-1 0 0,1 1 1,0-1-1,0 1 1,0 0-1,0 1 0,0-1 1,0 1-1,0 0 0,1 0 1,-1 1-1,1-1 0,0 1 1,0 0-1,0 0 0,1 0 1,-1 0-1,1 1 1,0 0-1,0-1 0,1 1 1,0 0-1,-1 0 0,2 0 1,-1 1-1,0-1 0,1 0 1,0 1 3,1-2-140,-1 0 1,1-1 0,-1 1 0,1 0-1,0 0 1,1-1 0,-1 1 0,1 0-1,-1-1 1,1 1 0,0 0-1,1-1 1,-1 1 0,1-1 0,-1 1-1,1-1 1,0 0 0,0 0-1,0 0 1,1 0 0,-1 0 0,1 0-1,0-1 1,-1 1 0,1-1 0,0 0-1,0 0 1,1 0 0,-1 0-1,0-1 1,1 1 0,-1-1 0,1 0-1,-1 1 1,1-2 0,0 1 0,0 0-1,-1-1 1,2 0 139,69 6-7331,-47-6 1120</inkml:trace>
  <inkml:trace contextRef="#ctx0" brushRef="#br0" timeOffset="406.98">275 272 6889,'0'0'1523,"0"0"2560,-14-24-1649,9 16-2186,-57-103 1699,18 15 2139,32 64-1416,12 31-2261,0 4-213,44 123 763,60 152 801,120 271-627,-216-537-2854,-6-31-16137,-3 10 17036,-1-14-4305</inkml:trace>
  <inkml:trace contextRef="#ctx0" brushRef="#br0" timeOffset="828.151">571 639 6977,'0'0'4718,"0"0"-2063,0 0-1259,0 0-697,0 0 176,0 0 218,0-9-33,0-24-393,8 27-275,13 23 6,-2 2 0,0 0 0,-2 1-1,0 0 1,-1 2 0,-1 0 0,-1 0-1,0 3-397,24 39 780,-33-49-712,1-1 1,0 1 0,1-1 0,1-1 0,0 0 0,1 0 0,0 0 0,1-1 0,1-1 0,0 0 0,0 0 0,1-1 0,0 0 0,1-1 0,0-1 0,0 0 0,1-1 0,0 0-1,0-1 1,1 0 0,-1-2 0,1 1 0,1-2 0,4 1-69,64-28-2488,-34-46-9205,-43 44 6410,-4 1 2216</inkml:trace>
  <inkml:trace contextRef="#ctx0" brushRef="#br0" timeOffset="1170.443">915 515 6313,'0'0'1762,"0"0"1481,0 0-1564,-14 23 186,-86 154 1632,17 53 2092,45 12-3809,38-242-2587,0-11-6268,0-3-1577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5:10:49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11 5209,'0'0'2477,"0"0"1582,0 0-1521,0 0-1011,0 0-379,0 0 150,-8 3 66,-23 7 4,24-8-366,7-2-238,0 0-1,15 0 587,342-20 447,-285 15-2290,-74 33-5460,-23-2-3695,13-17 118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5:10:49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82 6313,'0'0'3980,"0"0"-1269,0 0-828,0 0-306,0 0-160,0 0 26,23 1-112,183 2 979,110-19-598,-306-18-7023,-10 23 1751,0-14-3692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5:10:54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44 872 6833,'0'0'4261,"0"0"116,0 0-2534,0 0-882,0 0 227,0 0 754,11-7-558,10-7-1222,-1-1-1,0-1 1,-1 0 0,-1-2-1,-1 0 1,0-1 0,-2-1-1,0 0 1,0-3-162,-8 11 3,0 0 1,-1 0-1,-1 0 0,0 0 1,-1-1-1,0 0 0,-1 0 1,0 0-1,-1 0 0,0 0 1,-1-1-1,-1-10-3,-2 21 0,-1-1 1,1 0-1,-1 1 1,0-1-1,0 1 1,0 0-1,0 0 1,0 0-1,-1 0 1,1 1-1,-1 0 1,0-1-1,1 1 1,-1 0-1,0 1 1,-1-1-1,1 1 1,0 0-1,0 0 1,-1 0-1,1 0 1,0 1-1,-1-1 1,1 1-1,0 1 1,-1-1-1,1 0 1,0 1-1,-1 0 1,1 0-1,0 0 0,0 1 1,0 0-1,0-1 1,0 1-1,0 0 1,0 1-1,1-1 1,-1 1-1,1 0 1,-1 0-1,-8 8 58,1 0-1,0 1 1,1 1 0,1-1 0,0 1 0,0 1-1,1 0 1,1 0 0,0 0 0,1 1 0,1 0-1,0 1 1,1-1 0,1 1 0,0-1-1,2 1 1,-1 0 0,2 0 0,0 0 0,1 0-1,1 7-57,-1-16 35,1 1-1,0-1 1,0 0-1,1 0 0,-1 0 1,1 0-1,1 0 0,0-1 1,0 1-1,0-1 0,0 0 1,1 0-1,0 0 1,1-1-1,-1 0 0,1 0 1,0 0-1,0-1 0,0 0 1,1 0-1,-1 0 1,1-1-1,0 0 0,0-1 1,0 1-1,1-1 0,2 0-34,206 15 1376,-208-18-1383,0-1 1,0 1 0,0-1-1,0-1 1,0 1-1,-1-1 1,1-1 0,-1 1-1,0-1 1,0-1 0,0 1-1,0-1 1,-1 0 0,0-1-1,0 1 1,0-1 0,-1-1 6,55-70-8749,-54 68 6809,16-25-11515</inkml:trace>
  <inkml:trace contextRef="#ctx0" brushRef="#br0" timeOffset="672.369">339 141 7346,'0'0'489,"0"0"418,0 0 2216,0 0-1344,0 0-476,0 0 44,-5 0 104,5 0-1281,0-1-1,0 1 1,0-1 0,0 1-1,0-1 1,1 1 0,-1-1-1,0 1 1,0 0 0,0-1-1,0 1 1,0-1 0,0 1-1,0-1 1,-1 1 0,1-1-1,0 1 1,0-1-170,70-10 1003,-68 9-977,0 1 0,0 0 0,0 0 0,0 1 0,0-1 1,0 0-1,1 1 0,-1-1 0,0 1 0,0 0 0,0 0 0,1 0 0,-1 0 0,0 0 0,0 0 0,1 0 1,-1 1-1,0-1 0,0 1 0,0 0 0,0-1 0,0 1 0,0 0 0,0 0 0,0 1 0,0-1 1,0 0-1,0 0 0,-1 1 0,1 0 0,-1-1 0,1 1 0,-1 0 0,1-1 0,-1 1 0,0 0 0,0 0 1,0 0-1,0 0 0,0 0 0,0 0 0,-1 0 0,1 1 0,-1-1 0,1 0 0,-1 2-26,-25 191 1298,24-193-1283,0-1 0,-1 1 0,1-1 0,0 1 1,0 0-1,0 0 0,0-1 0,1 1 0,-1 0 0,0 0 1,1 0-1,-1 0 0,1 0 0,0 0 0,-1 0 0,1 0 0,0 0 1,0 0-1,0 0 0,1 0 0,-1 0 0,0 0 0,1 0 1,-1 0-1,1 0 0,0-1 0,0 1 0,0 0 0,0 0 0,0 0 1,0-1-1,0 1 0,0-1 0,1 1 0,-1-1 0,0 1 1,1-1-1,0 0 0,-1 0 0,1 1 0,0-1 0,-1 0 0,1-1 1,0 1-1,0 0 0,0 0 0,0-1 0,0 1 0,0-1 1,0 0-1,0 0 0,0 1 0,0-1 0,0 0 0,0-1-15,127-35 1164,-75 12-1047,-23 20-3765,-20 3-77,1-1-2609</inkml:trace>
  <inkml:trace contextRef="#ctx0" brushRef="#br0" timeOffset="983.329">993 1 8586,'0'0'1762,"0"0"3005,0 0-2316,0 0-1401,0 0-144,0 0 67,-12 14 222,-69 100 392,-75 130-615,126-219-2827,5-18-6387,15-7 2420</inkml:trace>
  <inkml:trace contextRef="#ctx0" brushRef="#br0" timeOffset="1316.179">679 55 336,'0'0'5656,"0"0"-3289,0 0 768,0 0-1071,0 0-760,0 0-347,4 13 1281,69 156 3881,-59-140-5708,1 0 0,2-1 1,1 0-1,1-2 0,1 0 1,2-1-1,14 12-411,-31-33-189,5 4 318,-7-5-5778,-3-3-1878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5:10:52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24 229 6177,'0'0'5004,"0"0"-1172,0 0-2024,0 0-723,0 0-174,0 0 348,-8-15 2413,34-129-3139,-28 74 722,40 228-1092,30 171 164,-46-277-1228,-22-52-1084,0 0-2564,0 0-1815</inkml:trace>
  <inkml:trace contextRef="#ctx0" brushRef="#br0" timeOffset="300.099">0 533 6729,'0'0'5528,"0"0"-2970,0 0-1311,0 0-181,0 0 141,0 0 176,14 3-505,16 3-452,0-2-1,0-1 1,1-1-1,-1-2 1,1-1-1,-1-1 0,19-5-425,40-4-306,-30 9-5313,-42 2 101</inkml:trace>
  <inkml:trace contextRef="#ctx0" brushRef="#br0" timeOffset="924.971">163 815 8306,'0'0'1236,"0"0"3814,0 0-2658,0 0-1297,0 0 85,0 0 476,20 2 697,161-24-1116,-175 26-1241,0-1 0,-1 1 0,1 1 0,-1-1 1,0 1-1,0 0 0,0 0 0,-1 0 0,1 1 0,-1-1 0,-1 1 0,1 0 0,-1 0 0,0 1 0,0-1 0,-1 1 0,0-1 0,0 1 0,0 0 0,-1 0 0,0 0 0,-1 0 0,1 0 1,-1 5 3,4 13 15,-1 0 0,-1 0 0,-2 0 0,0 0 0,-1 1 0,-2-1 0,0 0 0,-2 0 1,-1-1-1,-1 0 0,0 0 0,-9 15-15,14-37-7,-1 0 1,1 0-1,-1-1 0,0 1 0,0-1 1,0 0-1,1 0 0,-1 0 1,0 0-1,0 0 0,0 0 0,-1-1 1,1 0-1,0 0 0,0 0 1,0 0-1,0 0 0,0 0 1,0-1-1,0 1 0,0-1 0,0 0 1,0 0-1,0 0 0,0-1 1,0 1-1,0 0 0,1-1 1,-1 0-1,1 0 0,-1 0 0,1 0 1,0 0-1,0 0 0,0-1 1,0 1-1,0-1 0,0 0 7,-20-61-509,67 61 383,279 4 611,-231-40-935,-69 0-6275,-17 18-1565</inkml:trace>
  <inkml:trace contextRef="#ctx0" brushRef="#br0" timeOffset="1536.48">1036 269 6873,'0'0'794,"0"0"50,0 0 1697,0 0-211,0 0-398,0 0-358,-4 14 66,-73 205 3825,-86 115-3323,127-287-2802,20-39-2498,-4-7-3998,8-2-395</inkml:trace>
  <inkml:trace contextRef="#ctx0" brushRef="#br0" timeOffset="1867.232">641 359 7298,'0'0'5889,"0"0"-3357,0 0-1690,0 0-215,0 0 490,0 0 366,21 9-61,68 32-255,-77-33-949,-1-1 0,0 2 0,0-1 0,0 2-1,-1-1 1,-1 1 0,1 1 0,-2 0 0,1 0 0,-2 0 0,1 1 0,-2 1 0,4 7-218,-3-6 169,90 204 818,-51-187-2105,-8-41-7074,-18-6-1678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5:10:57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6 6329,'0'0'910,"0"0"-529,0 0 209,0 0 1661,0 0-472,0 0-523,-6 0-145,-25 0 2339,31 0-2686,0 0 55,11 0 1100,396-6 1337,-634 52-4489,203-43 239,-56 6-2268,30-12-3588,31-4-1473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5:10:58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10 352 8242,'0'0'321,"0"0"1304,0 0 291,0 0-912,0 0-594,15-21 8,49-67 768,-57 76-752,1 0 0,-2-1 0,0 0 0,0 0 0,-1-1 0,-1 1 1,0-1-1,-1 0 0,0 0 0,-1 0 0,-1 0 0,0-1 0,-1 1 0,-2-14-434,2 3 2174,0 24-1978,0 1-35,-5 57 408,0 249 1296,49-186-2484,-43-111-6049,-1-9-142</inkml:trace>
  <inkml:trace contextRef="#ctx0" brushRef="#br0" timeOffset="249.725">10 352 5761</inkml:trace>
  <inkml:trace contextRef="#ctx0" brushRef="#br0" timeOffset="407.1">10 352 5761,'-10'102'5073,"13"-56"3078,31-31-6601,-20-13-751,342 2 2670,-167-12-3845,-176 40-6503,-14-26 4316,1 4-3100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5:10:59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62 6825,'0'0'1738,"0"0"3394,0 0-2193,0 0-1398,0 0-237,0 0 263,0 0-211,-1-5-476,1 3-857,0 0 0,0 0 0,0 0 0,0 0 0,0 0 0,0 0 0,1 1 0,-1-1 0,1 0 0,-1 0 0,1 0 0,0 1 0,0-1 0,-1 0 0,1 1 0,1-1 0,-1 1 0,0-1 0,0 1 0,0-1 0,1 1 0,-1 0-1,1 0 1,-1-1 0,1 1 0,-1 0 0,1 0 0,0 1 0,0-1 0,-1 0 0,1 1 0,0-1 0,0 1 0,0-1 0,0 1 0,-1 0 0,1 0 0,0 0 0,0 0 0,0 0 0,1 0-23,2-2-2,0 1 0,1 0 1,-1 0-1,0 0 0,0 0 0,0 1 1,1-1-1,-1 2 0,0-1 1,0 0-1,1 1 0,-1 0 0,0 0 1,0 1-1,0-1 0,0 1 0,0 0 1,0 1-1,-1-1 0,1 1 0,-1 0 1,0 0-1,1 0 0,-1 0 0,-1 1 1,1 0-1,0 0 0,-1 0 1,0 0-1,1 2 2,4 17 11,-2 0 0,0 1 0,-2-1 0,-1 1 0,0 0 1,-2 0-1,-1 0 0,-1 0 0,-3 21-11,3-31 5,0 0 0,-1-1 0,-1 1-1,0 0 1,0-1 0,-2 1 0,0-1 0,0 0 0,-1-1 0,-1 1 0,0-1 0,0 0-1,-1-1 1,-1 0 0,0 0 0,0-1 0,-1 0 0,-7 5-5,16-15 0,1 1 0,-1 0 0,0 0 0,0-1 0,0 1 0,1-1 0,-1 1 1,0-1-1,0 1 0,0-1 0,0 1 0,0-1 0,0 0 0,0 1 0,0-1 0,0 0 0,0 0 0,0 0 1,0 0-1,0 0 0,0 0 0,0 0 0,0 0 0,0 0 0,0-1 0,0 1 0,0 0 0,0-1 0,0 1 0,0-1 1,0 1-1,0-1 0,0 1 0,1-1 0,-1 1 0,0-1 0,0 0 0,1 1 0,-1-1 0,0 0 0,1 0 0,-1 0 1,1 0-1,-1 0 0,1 1 0,-1-1 0,1 0 0,0 0 0,-1 0 0,1 0 0,0 0 0,0-1 0,-3-63-81,4 47 119,-2 13-26,1 0 0,-1 0 0,1 0 0,0 0 0,0 0 0,1 1-1,0-1 1,-1 0 0,2 0 0,-1 0 0,0 0 0,1 1 0,0-1 0,0 1 0,0-1-1,1 1 1,0 0 0,-1 0 0,1 0 0,1 0 0,-1 1 0,0-1 0,1 1 0,0 0-1,0 0 1,0 0 0,0 0 0,0 1 0,1-1 0,-1 1 0,1 0 0,0 1 0,-1-1 0,1 1-1,0 0 1,0 0-12,240 39 187,-238-38-211,5 1-20,-1 1-1,1-2 1,-1 0-1,1 0 0,-1-1 1,1 0-1,-1-1 1,0 0-1,0-1 1,0 0-1,0-1 1,0 0-1,-1-1 0,1 0 1,-1-1-1,0 0 1,-1 0-1,0-1 1,0-1-1,6-5 45,8-15-3082,-6-1-3206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5:11:10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0 7786,'0'0'879,"0"0"2325,0 0-943,0 0-713,0 0-308,-12 2-19,2-1-774,-47 7 2817,121 4 107,13 3-3129,246-3 919,-323-12-1220,0 1-1,-1-1 0,1 0 0,0 1 0,-1-1 0,1 0 1,0 0-1,-1 1 0,1-1 0,0 0 0,0 1 0,0-1 1,-1 1-1,1-1 0,0 0 0,0 1 0,0-1 1,0 1-1,0-1 0,0 0 0,0 1 0,0-1 0,0 1 1,0-1-1,0 1 0,0-1 0,0 0 0,0 1 1,0-1-1,0 1 0,0-1 0,0 0 0,1 1 0,-1-1 1,0 1-1,0-1 0,0 0 0,1 1 0,-1-1 0,0 0 1,1 1-1,-1-1 0,0 0 0,0 0 0,1 1 1,-1-1-1,1 0 0,-1 0 0,0 1 0,1-1 0,-1 0 60,-41 18-4325,-4-5-3541,26-9 2029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5:11:10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5449,'0'0'2154,"0"0"505,0 0 158,0 0-741,0 0-707,0 0-125,-7 16 1332,57 5 658,-11-14-2637,1-2 0,-1-1 0,1-3 0,-1-1-1,1-2 1,28-5-597,-27 2-126,28-5-706,-27-2-8948,-28 4 88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5:11:15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26 1192,'0'0'4995,"0"0"-2947,0 0 943,0 0-790,0 0-407,0 0-547,-4 0-198,-11 8 3302,38-1-2561,41 0-849,223-37 1652,-205 23-3037,-14 4-6044,-35-5-361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5:11:17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95 10402,'0'0'4317,"0"0"-613,0 0-1616,0 0-612,0 0-78,0 0-270,12-6-450,22-10-521,1 2 1,0 1 0,1 2 0,0 1-1,0 2 1,1 2 0,0 1-1,38 0-157,-73 7-8,0 1-1,0-1 1,0 1-1,-1-1 1,1 1-1,-1 0 1,1 0-1,-1 0 0,0 0 1,0 0-1,-1 0 1,1 0-1,0 0 1,-1 0-1,0 0 1,0 0-1,0 0 1,0 1-1,0-1 0,-1 0 1,1 0-1,-1 0 1,0 0-1,0 0 1,0 0-1,0 0 1,0 0-1,-1-1 1,1 1-1,-1 0 0,0-1 1,0 1 8,-23 35-84,-1-1 1,-2-1 0,-1-1-1,-2-2 1,-24 20 83,11-9-38,26-27 40,13-14 2,1 0-1,0 0 0,0 0 0,0 0 0,0 1 0,1 0 0,0 0 0,-1 0 0,1 0 0,1 0 0,-1 1 0,0-1 0,1 1 0,0 0 0,0-1 1,1 1-1,-1 0 0,1 0 0,0 0 0,0 1 0,1 3-3,4-5 15,0 0 0,1 0 0,0 0 0,0-1 0,0 0 0,0 0 0,0 0 0,1-1 0,-1 0 0,1 0 0,0 0 0,-1-1 0,1 0 0,0 0 0,0 0 0,0-1 0,2 0-15,1 2 45,34 3 303,0-1 0,1-3 0,-1-1 0,0-3 0,1-1 0,-1-2-1,-1-2 1,1-2 0,-1-1 0,23-12-348,-59 22-7,0-1 0,0 0 1,0 0-1,0-1 0,0 1 0,-1-1 0,1-1 0,-1 1 0,0-1 0,0 0 0,0 0 0,0-1 0,-1 1 0,0-1 0,0 0 0,0 0 0,1-3 7,-13-44-3683,-15 24-3698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5:11:16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28 277 7618,'0'0'209,"0"0"-96,0 0 660,0 0 1654,0 0-587,0 0-360,-11 11 1374,46-35-1800,-23 16-796,-1 0 0,0 0 0,0-2 0,-1 1-1,0-1 1,0-1 0,-1 0 0,-1 0 0,0-1 0,0 1 0,-1-2 0,-1 1 0,0-1-1,-1 0 1,0-1 0,-1 1 0,0-1 0,-2 1 0,1-1 0,-1 0 0,-1-7-258,-5 92 1733,0-39-1531,1 2-1,2-1 0,1 0 0,1 0 1,2 0-1,2 0 0,1-1 0,1 1 1,1-1-1,2-1 0,2 1-201,-8-25-370,6 12-559,-6-5-6016,-4-8-2820</inkml:trace>
  <inkml:trace contextRef="#ctx0" brushRef="#br0" timeOffset="298.393">0 568 9754,'0'0'7838,"0"0"-4468,0 0-1987,0 0-202,21 0 326,309-17 1459,-56-47-2646,-320 80-8800,14 1 1580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5:11:11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10 731 8250,'0'0'589,"0"0"1776,0 0-713,0 0-457,0 0 124,0 0 104,9 1-39,-4 0-1250,-1-1-1,1 0 0,0-1 1,-1 1-1,1-1 1,-1 0-1,1 0 1,-1 0-1,1-1 0,-1 1 1,0-1-1,0 0 1,0-1-1,0 1 0,0 0 1,0-1-1,-1 0 1,1 0-1,-1 0 0,0-1 1,1 1-1,-2-1 1,1 1-1,0-1 1,-1 0-1,2-3-133,3-3 188,0 0 1,-1 0-1,-1 0 0,1-1 0,-1 0 1,-1 0-1,0 0 0,-1-1 1,0 1-1,-1-1 0,0 0 1,-1 1-1,0-1 0,-1 0 1,0 0-189,-1-14 750,0 44-455,0 45 45,63 174 771,-39-174-946,-23-61-272,5 20-781,-12-10-5526,-8-8 358</inkml:trace>
  <inkml:trace contextRef="#ctx0" brushRef="#br0" timeOffset="310.033">1 959 4849,'0'0'9277,"0"0"-5793,0 0-2502,0 0-327,0 0 702,0 0 245,10 2-520,47 3-620,-1-3-1,1-2 1,0-2 0,0-3 0,-1-3 0,21-6-462,76 5-5881,-121 21-1881,-23-3 2083</inkml:trace>
  <inkml:trace contextRef="#ctx0" brushRef="#br0" timeOffset="966.886">203 1322 5961,'0'0'5696,"0"0"-1092,0 0-2573,0 0-571,0 0 437,0 0-274,5-3-711,18-13-481,-12 7-361,0 1 0,1 0 0,0 1 0,0 0 0,0 1 0,1 1-1,0 0 1,0 0 0,0 1 0,1 1 0,8-1-70,-18 6-10,0 1-1,0-1 1,-1 1 0,0 0 0,1 1-1,-1-1 1,0 1 0,0-1-1,-1 1 1,1 0 0,-1 0-1,0 0 1,0 0 0,0 0 0,-1 0-1,1 1 1,-1-1 0,0 1-1,0-1 1,-1 1 0,1-1-1,-1 1 1,0-1 0,0 1 0,0 0-1,-1-1 1,0 3 10,1-1-2,1 11 0,-11 207-241,8-216 231,0 1 0,-1-1 0,0 0-1,0 0 1,0 0 0,-1-1 0,0 1 0,-1-1 0,0 0 0,0 0 0,0-1-1,-1 1 1,0-1 0,0 0 0,-1-1 0,1 0 0,-1 0 0,0 0 0,-1-1 0,1 0-1,-1 0 1,0-1 0,0 0 0,0 0 0,0-1 12,4 0-8,1 1 0,0-2-1,-1 1 1,0 0 0,1-1 0,-1 0 0,0 1-1,1-1 1,-1-1 0,0 1 0,0-1 0,0 1-1,0-1 1,0 0 0,0-1 0,0 1 0,0-1 0,1 1-1,-1-1 1,0 0 0,0-1 0,1 1 0,-1-1-1,1 1 1,-1-1 0,1 0 0,-1 0 0,1-1-1,0 1 1,0-1 0,0 1 0,1-1 0,-1 0 0,1 0-1,-1 0 1,1-1 0,0 1 0,0 0 0,0-1-1,1 0 1,-1 1 0,1-1 0,0-1 8,87-33 388,308-15 1170,-329 28-5205,8-44-11188,-47 36 7167</inkml:trace>
  <inkml:trace contextRef="#ctx0" brushRef="#br0" timeOffset="1375.024">1128 624 7354,'0'0'1236,"0"0"1902,0 0-1291,0 0-747,0 0-36,0 0 62,9-10 1747,-12 30-2166,-1-1 1,-1 1-1,0-1 1,-2 0 0,0 0-1,-1-1 1,-1 0 0,-7 11-708,1 1 541,-127 242 442,121-252-2468,3-19-5973,10-7 1305</inkml:trace>
  <inkml:trace contextRef="#ctx0" brushRef="#br0" timeOffset="1671.792">820 649 2785,'0'0'5079,"0"0"825,0 0-3339,0 0-1516,0 0 290,0 0 591,21 20-56,170 142 1185,-17-26-3734,-164-130-2704,-1-5-3468</inkml:trace>
  <inkml:trace contextRef="#ctx0" brushRef="#br0" timeOffset="2326.819">1633 863 7586,'0'0'1049,"0"0"2408,0 0-1158,0 0-868,0 0-372,0 0 100,12-11-64,5-5-649,-1 0 0,-1 0 0,0-2 0,-1 0 1,-1 0-1,-1-1 0,0-1 0,-1 0 0,3-11-446,-2-69 1287,-32 100-948,5 4-353,1 0 1,1 1-1,-1 0 1,1 2-1,0-1 1,0 1-1,1 1 1,0 1-1,0 0 1,1 0-1,0 1 1,-5 7 13,10-12 5,-6 3-6,1 1 0,0 0 0,0 0 0,1 1 0,1 1 0,0-1 1,0 2-1,1-1 0,0 1 0,1 1 0,0-1 0,1 1 1,1 0-1,0 0 0,1 1 0,0 0 0,1-1 0,0 1 0,2 0 1,-1 1-1,2-1 0,0 0 0,0 0 0,1 0 0,1 2 1,5-7 71,1 0 1,0 0-1,0-1 0,1 0 0,0-1 0,0 0 0,0 0 0,1 0 1,0-2-1,1 1 0,-1-1 0,1-1 0,0 0 0,0 0 0,0-1 1,1 0-1,-1-1 0,1-1 0,-1 0 0,2 0-71,21 4 155,0-2 0,0-2 0,0 0 0,0-3-1,0 0 1,0-3 0,0 0 0,-1-2 0,0-2 0,4-3-155,1-24-1119,-34-15-7023,-4 34 3529,0-9-5129</inkml:trace>
  <inkml:trace contextRef="#ctx0" brushRef="#br0" timeOffset="2971.743">1770 178 6705,'0'0'1755,"0"0"2285,0 0-1898,0 0-986,0 0-204,0 0 211,15-2-192,190-25 2954,-202 31-3854,0 0-1,-1 0 1,1 0 0,-1 0 0,0 0-1,-1 1 1,1-1 0,-1 1-1,1-1 1,-1 1 0,-1 0 0,1-1-1,-1 1 1,1 0 0,-1-1 0,-1 1-1,1 0 1,-1 0 0,0-1 0,0 1-1,0-1 1,0 1 0,-1-1 0,0 1-1,-1 0-70,-77 154 1342,80-157-1326,-1 0 0,1 0-1,1 0 1,-1 0 0,0 0 0,1 1 0,-1-1 0,1 0-1,-1 0 1,1 0 0,0 0 0,0 0 0,0-1 0,0 1-1,0 0 1,0 0 0,1-1 0,-1 1 0,1 0 0,-1-1-1,1 1 1,-1-1 0,1 0 0,0 0 0,0 0 0,-1 1-1,1-2 1,0 1 0,0 0 0,0 0 0,0-1 0,0 1-1,0-1 1,1 1 0,-1-1 0,0 0 0,0 0 0,0 0-1,0 0 1,0 0 0,0 0 0,1-1 0,-1 1 0,0-1-1,0 0 1,0 1 0,0-1 0,0 0 0,-1 0 0,1 0-1,0 0 1,0-1-16,11 1 33,78-18-276,-63 7-2894,-4-2-4356,-13 5-535</inkml:trace>
  <inkml:trace contextRef="#ctx0" brushRef="#br0" timeOffset="3281.04">2548 0 6913,'0'0'6431,"0"0"-3353,0 0-1671,0 0-359,0 0 429,-15 25 367,-96 159 358,-57 103-503,152-276-3924,-3-18-7253,10-5 3396</inkml:trace>
  <inkml:trace contextRef="#ctx0" brushRef="#br0" timeOffset="3534.043">2229 67 5569,'0'0'2650,"0"0"2167,0 0-2331,0 0-1279,0 0 612,0 0 726,12 18-620,8 12-1394,11 16 401,1-1 0,2-1 1,2-2-1,2-2 0,17 13-932,35 8 12,-50-38-5252,-28-16-2395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5:11:24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64 6385,'0'0'2070,"0"0"2767,0 0-1863,0 0-1168,0 0-210,0 0-226,9-3-31,55-18 36,-49 13-1228,1 2-1,-1 0 1,1 1 0,0 1-1,1 0 1,-1 2 0,1-1-1,0 2 1,-1 0 0,1 1-1,15 2-146,-28 1-1,0-1-1,1 1 0,-1 0 0,0 1 0,-1-1 0,1 0 1,-1 1-1,1 0 0,-1 0 0,0 0 0,-1 0 0,1 1 1,-1-1-1,0 1 0,0-1 0,0 1 0,0 0 0,-1 0 1,0-1-1,0 1 0,0 0 0,-1 0 0,0 0 0,0 0 1,0 1-1,0-1 0,-1 0 0,0-1 0,0 1 0,0 0 1,0 0-1,-1 0 0,0-1 0,0 1 0,0 0 0,-1-1 1,1 0-1,-1 0 0,0 0 0,-1 0 2,-110 109 145,113-113-140,0 1-1,1 0 1,-1 0-1,1 0 1,0 0-1,-1 0 1,1 0-1,0 0 1,-1 0-1,1 0 1,0 0-1,0 0 1,0 0-1,0 0 1,0 0-1,0 0 1,0 0-1,0 0 1,0 0-1,0 0 1,1 0-1,-1 0 1,0 0-1,1-1 1,-1 1-1,1 0 1,-1 0-1,1 0 1,-1 0-1,1 0 1,0-1-1,-1 1 1,1 0-1,0-1 1,0 1-1,-1 0 0,1-1 1,0 1-1,0-1 1,0 1-1,0-1 1,0 1-1,0-1 1,0 0-1,0 0 1,0 1-1,0-1 1,0 0-1,0 0 1,0 0-1,0 0 1,0 0-1,0 0 1,0 0-5,64 7 475,-62-7-435,13 0 138,19 3 96,1-2 0,-1-1 0,0-2 0,1-1 0,-1-2 0,-1-1 0,1-2 0,27-10-274,-25-14-1551,-24 1-5711,-8 6-4240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5:11:28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377 9 7394,'0'0'7556,"0"0"-4493,0 0-1857,0 0-254,0 0 532,0 0 338,8 13-398,16 32-733,86 122 1388,-109-166-2069,1 1-1,0 0 0,0-1 1,0 1-1,0-1 1,0 1-1,0-1 0,0 0 1,0 0-1,1 0 0,-1 0 1,0 0-1,1-1 1,-1 1-1,0-1 0,1 1 1,-1-1-1,1 0 1,-1 0-1,1 0 0,-1 0 1,0 0-1,1-1 0,-1 1 1,1-1-1,-1 0 1,0 1-1,1-1 0,-1 0 1,0-1-1,0 1 1,0 0-1,0 0 0,0-1 1,0 1-1,0-1 0,0 0 1,-1 0-1,1 1 1,0-1-1,-1 0 0,0 0 1,1-1-1,-1 1 1,0 0-1,0 0 0,0-1 1,-1 1-1,1 0 0,0-1 1,-1 1-1,0 0 1,1-1-1,-1 1 0,0-3-9,1-2-25,0 1-1,0-1 1,-1 0 0,0 0-1,0 0 1,-1 0-1,0 0 1,0 0-1,0 0 1,-1 1-1,0-1 1,0 1-1,-1-1 1,0 1 0,0 0-1,0 0 1,-1 0-1,0 0 1,0 0-1,0 1 1,-1 0-1,0 0 1,0 0-1,0 1 1,-1 0 0,1-1-1,-1 2 1,0-1-1,0 1 1,-1 0-1,1 0 1,0 1-1,-1 0 1,0 0 0,-4-1 24,-5 1-8,-1 1-1,1 0 1,-1 1-1,1 0 1,0 2-1,-1 0 0,1 0 1,0 2-1,0 0 1,0 1-1,1 0 1,0 1-1,0 1 0,0 1 1,1 0-1,0 1 1,0 0-1,1 1 1,0 0-1,1 1 0,0 1 1,1 0-1,0 1 1,1 0-1,1 0 1,0 1-1,1 0 0,-3 7 10,0-7 15,1 0 0,0 1 0,2 0-1,0 1 1,0-1 0,1 2-1,1-1 1,1 1 0,0 0 0,2 0-1,0 0 1,0 0 0,2 1-1,0-1 1,1 1 0,1-1 0,0 0-1,1 1 1,1-1 0,1 0-1,0 0 1,2 0 0,0-1 0,0 0-1,2 0 1,0 0 0,0-1-1,2 0 1,0-1 0,7 8-15,5-7 64,0-1 0,1-1 0,1-1 0,0 0 0,1-2 0,0-1 0,0-2 0,1 0 0,0-1 0,0-2 0,1 0 0,-1-2 0,1-1 0,0-1 0,-1-1 0,12-3-64,-19 4 99,12 0 66,1-1-1,-1-2 1,0 0 0,0-3 0,0 0-1,0-2 1,-1-1 0,-1-2 0,15-7-165,-69-1-4521,11 15-2438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5:11:03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2263 834 7914,'0'0'939,"0"0"2415,0 0-1286,0 0-524,0 0-331,0 0-202,-20 1 35,-63 7 380,80-6-1308,-1 1 0,1-1 1,0 0-1,0 1 0,0 0 0,0 0 0,0 0 0,1 0 0,-1 0 1,1 0-1,0 1 0,0-1 0,0 1 0,1-1 0,-1 1 1,1 0-1,0 0 0,0 0 0,0 0 0,0 0 0,1 0 1,-1 0-1,1 0 0,0 0 0,0 0 0,1 0 0,0 3-118,-1 0 191,-1-2-126,0-1 0,0 1 0,1 0 0,0 0 0,0-1 0,0 1 0,0 0 0,1 0 1,0-1-1,0 1 0,0 0 0,0-1 0,1 1 0,0-1 0,0 1 0,0-1 0,0 0 0,1 0 0,0 0 1,0 0-1,0-1 0,0 1 0,0-1 0,1 1 0,0-1 0,-1 0 0,1-1 0,0 1 0,0-1 0,1 0 0,-1 1 1,0-2-1,1 1 0,-1-1 0,1 1 0,3-1-65,0 2 17,0 0 0,-1-1 1,1 0-1,0-1 0,0 0 1,1 0-1,-1 0 0,0-1 0,0-1 1,0 1-1,0-1 0,0-1 0,0 1 1,0-1-1,0-1 0,-1 0 0,1 0 1,-1 0-1,1-1 0,-1 0 1,0 0-1,-1-1 0,1 1 0,-1-2 1,0 1-1,0-1 0,-1 0 0,1 0 1,-1 0-1,-1-1 0,1 0 0,-1 0 1,0 0-1,-1 0 0,0-1 1,0 1-1,0-1 0,-1-1-17,0 1-2,-1 1 0,-1-1 0,1 1-1,-1-1 1,-1 1 0,1-1 0,-1 1 0,0-1 0,-1 1 0,0-1-1,0 1 1,-1 0 0,1 0 0,-2 0 0,1 0 0,-1 1-1,0-1 1,0 1 0,-1 0 0,0 0 0,0 1 0,0-1 0,0 1-1,-1 0 1,0 1 0,0-1 0,-1 1 0,1 0 0,-1 1-1,0-1 1,0 2 0,0-1 0,0 1 0,0 0 0,-1 0 0,1 0-1,-1 1 1,1 1 0,-4-1 2,6 1-14,1 0-1,-1 0 0,0 1 1,1 0-1,-1 0 1,1 0-1,0 0 1,-1 0-1,1 1 1,0 0-1,0 0 1,0 0-1,0 0 1,0 1-1,0 0 1,1-1-1,-1 1 0,1 1 1,0-1-1,0 0 1,0 1-1,0 0 1,0-1-1,1 1 1,0 0-1,0 0 1,0 1-1,0-1 1,1 0-1,-1 1 1,1-1-1,0 0 0,1 1 1,-1 0-1,1-1 1,0 1-1,0-1 1,0 1-1,1 0 15,-1-2-118,1-1 0,-1 0-1,1 0 1,0 0-1,-1 1 1,1-1 0,0 0-1,0 0 1,1 0 0,-1 0-1,0-1 1,1 1 0,-1 0-1,1 0 1,0-1-1,-1 1 1,1-1 0,0 1-1,0-1 1,0 0 0,0 0-1,0 0 1,0 0 0,0 0-1,0 0 1,1-1-1,-1 1 1,2 0 118,72 5-6918,-62-5 4794,27-1-5635</inkml:trace>
  <inkml:trace contextRef="#ctx0" brushRef="#br0" timeOffset="371.268">2263 97 5009,'0'0'8455,"0"0"-5097,0 0-1501,0 0-40,-9-18-78,-26-53-597,27 64-390,13 24-685,162 559 4318,-162-556-4254,4 21-32,1 0-1,2-1 1,1 0 0,3 0 0,1-2 0,2 0-1,1-1 1,23 30-99,-43-66-108,0 0 0,0 0 0,0 0-1,1 0 1,-1 0 0,0 0-1,1 0 1,-1 0 0,1 0 0,-1 0-1,1-1 1,0 1 0,-1 0 0,1 0-1,0-1 1,-1 1 0,1 0 0,0-1-1,0 1 1,0 0 0,0-1 0,0 1-1,-1-1 1,1 0 0,0 1 0,0-1-1,0 0 1,0 1 0,0-1-1,0 0 1,0 0 0,0 0 0,0 0-1,0 0 1,0 0 0,0 0 0,0 0-1,0-1 1,0 1 0,0 0 0,0-1-1,0 1 1,0 0 0,0-1 0,0 1-1,0-1 1,0 0 0,-1 1 0,1-1-1,0 1 1,0-1 0,-1 0 0,1 0-1,0 0 1,-1 1 0,1-1-1,0-1 109,7-56-7245,-8 9 917,0 1-3262</inkml:trace>
  <inkml:trace contextRef="#ctx0" brushRef="#br0" timeOffset="667.393">2673 520 6857,'0'0'7630,"0"0"-4924,0 0-1698,0 0 244,0 0 602,13 20-423,72 135 154,-76-134-1390,-6-4-88,1 1 1,1-1-1,1 0 0,0-1 1,1 0-1,1 0 0,1 0 1,0-1-1,1 0 0,0-1 1,1 0-1,1-1 0,0 0 1,1-1-1,1 0 0,-1-1 1,2 0-1,-1-1 0,2-1 1,-1-1-1,1 0 0,0 0 0,1-2 1,1 0-108,126-2-176,-106-25-3385,-20-3-2918,-8 3-893</inkml:trace>
  <inkml:trace contextRef="#ctx0" brushRef="#br0" timeOffset="969.115">3090 428 6569,'0'0'6470,"0"0"-3758,0 0-1178,-6 22 52,-100 385 5256,36-204-7340,61-193-2113,-1-1-4544,-1-3-3205</inkml:trace>
  <inkml:trace contextRef="#ctx0" brushRef="#br0" timeOffset="-2501.22">289 296 5801,'0'0'1426,"0"0"-865,0 0 22,0 0 1367,0 0-178,0 0-726,1-4-425,-1 4-506,1-1-1,-1 1 1,0-1-1,0 1 0,1-1 1,-1 1-1,0-1 1,0 1-1,0-1 0,0 1 1,0-1-1,0 0 1,0 1-1,0-1 1,0 1-1,0-1 0,0 1 1,0-1-1,0 1 1,0-1-1,0 1 1,-1-1-1,1 1 0,0-1 1,0 1-1,-1-1 1,1 1-1,0-1 0,-1 1 1,1-1-1,0 1 1,-1 0-1,1-1 1,-1 1-1,1-1 0,0 1 1,-1 0-1,1 0 1,-1-1-1,1 1 1,-1 0-1,1 0 0,-1 0 1,0-1-1,1 1 1,-1 0-1,1 0 1,-1 0-1,1 0 0,-1 0 1,1 0-1,-1 0 1,1 0-1,-1 0 0,0 1 1,1-1-1,-1 0 1,1 0-1,-1 0 1,1 1-1,-1-1-114,-18 13 104,4 0 119,0 0 0,1 1-1,1 1 1,0 0-1,1 1 1,1 0-1,0 1 1,1 0 0,1 1-1,1 0 1,0 0-1,2 1 1,0 0 0,1 0-1,0 0 1,2 1-1,1-1 1,0 1-1,1 0 1,1 0 0,1-1-1,1 1 1,1 0-1,0-1 1,1 1-1,2-1 1,0 0 0,1-1-1,5 11-222,134 189 1126,-120-188-1048,-1 1 0,-2 2 0,-1 0 0,-1 2 0,-2 0 0,-2 1 1,-1 1-1,-1 0 0,-3 1 0,-1 0 0,-2 1 0,5 40-78,-11-54 92,-1 1 0,-1-1 0,-1 1 0,-2-1 0,0 1 0,-2-1 0,0 0 0,-2 0 0,-1-1 0,-1 1 0,-1-1-1,-1-1 1,-1 0 0,-1 0 0,-14 19-92,21-35 5,0 0-1,-1 0 1,0-1-1,0 1 1,-1-1-1,0-1 1,0 1-1,0-1 1,-1 0-1,0-1 1,0 0-1,0 0 1,0-1-1,0 0 1,-1 0-1,0-1 1,1 0-1,-1 0 1,0-1-1,0 0 1,0-1-1,0 0 1,0 0 0,0-1-1,1 0 1,-1-1-1,0 0 1,0 0-1,1-1 1,0 0-1,-1-1 1,1 1-1,0-2 1,-5-2-5,-97-94-1090,108 97 880,-1 0-1,1 0 1,0-1 0,1 1-1,-1-1 1,1 1-1,0-1 1,0 0 0,0 1-1,0-1 1,1 0 0,0 0-1,0 1 1,0-1 0,1 0-1,0 0 1,0 1 0,0-1-1,1-2 211,23-38-5713,9 3-3108</inkml:trace>
  <inkml:trace contextRef="#ctx0" brushRef="#br0" timeOffset="-1750.763">820 1184 7402,'0'0'214,"0"0"784,0 0 2753,0 0-1322,0 0-799,0 0 25,11-4 212,119-74 2096,-120 70-3893,-1 0 0,0 0 0,0-1 0,-1 0 0,0-1 0,-1 0 1,0 0-1,0 0 0,-1-1 0,-1 0 0,0 0 0,0-1 0,-1 1 0,0-1 0,-1 0 1,-1 0-1,1 0 0,-1-10-70,-4 18 3,0 0-1,0 1 1,-1-1 0,1 1 0,-1 0 0,1 0-1,-1 0 1,0 0 0,-1 0 0,1 1 0,0-1 0,-1 1-1,1 0 1,-1 0 0,0 0 0,1 0 0,-1 1-1,0 0 1,0-1 0,0 2 0,0-1 0,-1 0-1,1 1 1,0 0 0,0-1 0,0 2 0,0-1 0,0 0-1,0 1 1,-1 0 0,1 0 0,0 0 0,1 1-1,-1-1 1,0 1 0,0 0-3,-11 4 28,0 2-1,0-1 1,1 2 0,0 0-1,1 0 1,0 2 0,0-1-1,1 2 1,0-1-1,1 2 1,1-1 0,0 2-1,1-1 1,0 1 0,1 1-1,0-1 1,2 1 0,-5 13-28,8-22 63,0 0 1,1 1-1,0 0 1,0 0-1,1 0 1,0-1-1,0 1 1,0 0 0,1 0-1,0 0 1,0 1-1,1-1 1,0-1-1,0 1 1,1 0 0,0 0-1,0 0 1,0-1-1,1 1 1,0-1-1,0 0 1,1 0 0,0 0-1,0 0 1,0 0-1,1-1 1,-1 0-1,1 0 1,1 0 0,-1-1-1,1 1 1,-1-1-1,1-1 1,0 1-1,1-1 1,-1 0 0,1 0-1,-1-1 1,1 0-64,26 8 88,-1-1 1,2-2 0,-1-1 0,1-2-1,-1-1 1,1-2 0,0-1 0,0-1-1,0-3 1,-1 0 0,1-2-89,-21 3-17,-10 4 5,0-1 0,0 0-1,0 0 1,0 0 0,0-1 0,0 1 0,0-1 0,0 1 0,0-1 0,0 0 0,0 0 0,-1-1 0,1 1 0,0-1-1,-1 1 1,1-1 0,-1 0 0,1 0 0,-1 0 0,0 0 0,0 0 0,0 0 0,0-1 0,0 1 0,0-1-1,-1 1 1,1-1 0,-1 0 0,0 0 0,0 0 0,0 1 0,0-1 0,0-3 12,-1-23-1524,1-38-6001,1 36 224</inkml:trace>
  <inkml:trace contextRef="#ctx0" brushRef="#br0" timeOffset="-1094.847">1104 367 6737,'0'0'1581,"0"0"2274,0 0-1174,0 0-1065,0 0-457,0 0 253,8 1 1660,88-16-2061,-93 17-1002,-1 0 1,0 1 0,1-1-1,-1 1 1,0 0 0,-1-1-1,1 1 1,0 0 0,-1 0-1,0 1 1,1-1 0,-1 0-1,0 0 1,-1 0 0,1 1-1,-1-1 1,1 0 0,-1 1-1,0-1 1,0 1 0,0-1 0,-1 0-1,1 1 1,-1-1 0,0 0-1,-1 3-9,2 7 117,-28 200 906,30-210-1010,0-1 1,0 1 0,1-1 0,-1 1-1,1-1 1,0 0 0,-1 0 0,1-1-1,0 1 1,0 0 0,0-1 0,0 0 0,1 0-1,-1 0 1,0 0 0,0 0 0,1 0-1,-1-1 1,0 0 0,1 0 0,-1 0-1,1 0 1,-1 0 0,0-1 0,1 1 0,-1-1-1,0 0 1,2-1-14,10 2 47,85-12-1118,-54-4-3296,-1-9-3389,-21 7 812</inkml:trace>
  <inkml:trace contextRef="#ctx0" brushRef="#br0" timeOffset="-764.749">1733 254 6665,'0'0'1567,"0"0"2305,0 0-1434,0 0-1001,0 0-330,0 0 56,-8 16 386,-51 118 410,-88 159 1695,128-277-6458,-4-52-11456,16 11 6193</inkml:trace>
  <inkml:trace contextRef="#ctx0" brushRef="#br0" timeOffset="-547.436">1430 359 6641,'0'0'1259,"0"0"1610,0 0 560,0 0-1326,0 0-1090,0 0-75,4 0 1021,108 96 3680,98 105-4191,-184-184-3171,-5-11-4233,-5-4-1716</inkml:trace>
  <inkml:trace contextRef="#ctx0" brushRef="#br0" timeOffset="15916.922">38 2114 6585,'0'0'782,"0"0"-439,0 0 397,0 0 1532,0 0-511,0 0-402,-15-2 1646,11 4 3866,5 9-6716,1 0-1,0 0 1,0 0-1,1-1 1,1 1-1,0-1 1,0 1-1,1-1 1,0 0-1,1-1 1,0 1-1,0-1 0,1 0 1,0-1-1,1 0 1,0 0-1,0-1 1,1 1-1,5 2-154,194 103 788,-178-103-736,0 0 0,1-3 0,-1 0 0,1-2 0,1-1 0,-1-2 0,0-1 0,1-1 0,-1-2 1,1-1-1,-1-1 0,0-2 0,-1-1 0,17-7-52,137-50 79,-31 9-81,2 7 0,159-28 2,-290 71-10,1 1 1,-1 1-1,1 2 1,-1 0 0,1 1-1,-1 2 1,1 1-1,-1 0 1,0 2 0,0 1-1,-1 0 1,1 2-1,-1 1 1,-1 1-1,0 1 1,9 6 9,-9-4-14,-2 0 0,1 2 0,-2 0-1,0 1 1,-1 2 0,-1-1 0,0 2 0,-1 0 0,-2 1-1,0 1 1,0 0 0,-2 1 0,0 2 14,-55-27-743,38-2 742,0 0 0,1-1 0,0 0 0,0 0 0,0 0-1,1 0 1,0 0 0,0-1 0,1 1 0,0-1 0,0 0 0,0 0 0,1 0-1,0 0 1,0 0 0,1 0 0,0 0 0,0 0 0,0 0 0,1 0 0,0 0 0,1 0-1,-1 0 1,2 1 0,-1-1 0,0 0 0,1 1 0,1 0 0,-1-1 0,1 1-1,0 0 2,20-13 16,1 1-1,1 1 1,0 2-1,1 1 1,1 0-1,0 2 0,1 2 1,0 0-1,1 2 1,-1 1-1,1 2 0,1 0 1,-1 2-1,1 2 1,-1 1-1,1 1 0,0 1 1,19 5-16,40-6 5,304 63-6,-350-61 79,0-3-1,-1-2 1,1-1 0,-1-2-1,20-7-77,-50 9 21,0 0 1,0-2-1,0 0 0,0 0 0,-1-1 0,0 0 1,0-1-1,0-1 0,-1 0 0,-1 0 0,1-1 0,-1-1 1,-1 1-1,1-2 0,-2 1 0,0-1 0,0-1 0,-1 1 1,3-7-22,-2 2-1,-1-2 1,-1 1-1,-1-1 1,0 0-1,-1 0 0,-1 0 1,-1 0-1,-1-1 1,0 1-1,-1-4 1,-16 22-552,-19 2-2227,9 3-4098,-4 5-9338</inkml:trace>
  <inkml:trace contextRef="#ctx0" brushRef="#br0" timeOffset="20296.15">687 3404 6105,'0'0'2848,"0"0"-261,0 0-1118,0 0-150,0 0 114,-16 10-373,-51 35-345,53-12 3389,18-52 604,-4 19-4689,0 1 0,0-1 0,0 1 0,0-1 0,0 0 0,0 1 0,0-1 0,-1 0 0,1 1 0,0-1 0,0 1 0,0-1 0,0 0 0,0 1 0,-1-1 0,1 0 0,0 1 0,0-1 0,0 0 0,-1 1 0,1-1 0,0 0 0,0 0 0,-1 1 0,1-1 0,0 0 0,-1 0 0,1 0 0,0 1 0,-1-1-19,67 29-390,-65-29 434,-1 0-12,0 0 11,-5-25-351,5 8-5039,0 14 2806,0-2-5284</inkml:trace>
  <inkml:trace contextRef="#ctx0" brushRef="#br0" timeOffset="20924.873">1782 3194 5393,'0'0'2402,"0"0"1818,0 0-1912,0 0-864,0 0-353,0 0 20,-6-20 12,-16-63-265,18-48 4959,98 423-4713,-92-263-3086,-5-12-2993,-3-6-984</inkml:trace>
  <inkml:trace contextRef="#ctx0" brushRef="#br0" timeOffset="21254.513">1649 3433 8442,'0'0'1731,"0"0"3483,0 0-2365,0 0-998,0 0 167,0 0-321,4 4 308,83 2-1801,0-4 0,0-4 0,-1-4 0,61-12-204,-130 15 537,-10 3-2195,0-2-7066,-15 4 1996</inkml:trace>
  <inkml:trace contextRef="#ctx0" brushRef="#br0" timeOffset="22572.103">2771 3412 5641,'0'0'2633,"0"0"1504,0 0-2210,0 0-484,0 0 44,0 0-132,15-2-312,121-42 1400,-125 38-2315,0-1 1,0 1-1,-1-1 1,0-1-1,-1 0 0,1-1 1,-1 1-1,-1-2 1,0 1-1,0-1 1,-1-1-1,0 1 1,-1-1-1,0 0 1,-1 0-1,0-1 0,-1 0 1,0 0-1,-1 0 1,0 0-1,-1 0 1,0-1-1,-1 1 1,-1-1-1,0-2-128,-3 12 5,0-1 0,0 1 0,0 0 1,0 0-1,-1 1 0,1-1 0,-1 1 0,0 0 0,0 0 0,0 0 0,0 0 1,0 1-1,0-1 0,0 1 0,-1 0 0,1 1 0,0-1 0,-1 1 0,1-1 1,0 1-1,-1 1 0,1-1 0,-1 1 0,1-1 0,0 1 0,0 0 0,-3 2-5,6-3 1,-9 3 39,1 1 0,-1 1 1,1 0-1,-1 0 0,1 1 1,1 0-1,-1 0 0,1 1 0,0 0 1,1 1-1,0-1 0,0 2 1,0-1-1,1 1 0,1 0 1,-1 0-1,1 0 0,1 1 1,0-1-1,0 1 0,1 1 0,0-1 1,1 0-1,0 1 0,1-1 1,0 1-1,0-1 0,1 1 1,1-1-1,-1 1 0,2-1 0,0 1 1,0-1-1,1 1 0,0-1 1,0 0-1,1-1 0,1 1 1,0-1-1,0 1 0,2 0-40,6 4 81,2 0-1,-1-1 1,2 0 0,0-1 0,0-1-1,1-1 1,1 0 0,0-1-1,0-1 1,0 0 0,1-2-1,0 0 1,0-1 0,1-1-1,0-1 1,-1-1 0,1-1-1,0 0 1,0-1 0,10-2-81,57-59-6055,-51 32 73,-1 1-2640</inkml:trace>
  <inkml:trace contextRef="#ctx0" brushRef="#br0" timeOffset="23311.933">3146 2704 7634,'0'0'612,"0"0"1284,0 0 486,0 0-607,0 0-475,0 0 3,0 0-154,4 0-469,112-4 1674,-113 7-2306,0 0 1,0 0-1,0 0 1,0 1-1,-1-1 1,0 1 0,1 0-1,-1 0 1,0-1-1,-1 1 1,1 1 0,-1-1-1,0 0 1,0 0-1,0 0 1,-1 1 0,1-1-1,-1 0 1,0 1-1,0-1 1,0 0 0,-1 0-1,0 1 1,0-1-1,-1 4-48,2 7 84,-10 119 747,74-119-231,-41-15-325,19 3 186,0-2-1,0-3 1,1-1 0,-1-2-1,32-8-460,-59-15-1570,-35-10-5716,13 27 3266,1-2-1382</inkml:trace>
  <inkml:trace contextRef="#ctx0" brushRef="#br0" timeOffset="23670.436">3597 2595 6601,'0'0'947,"0"0"220,0 0 2250,0 0-1327,0 0-598,0 0-272,4 7-95,115 151 3581,-107-145-4536,1 0 0,1 0 0,0-2 0,0 0 0,1 0 0,0-1 0,1-1 0,0 0 0,1-2 0,-1 0 0,1 0 0,1-2 0,-1 0 0,1-1 0,14 1-170,119-1 878,-133-6-8100,-45-3-747</inkml:trace>
  <inkml:trace contextRef="#ctx0" brushRef="#br0" timeOffset="24013.034">4002 2419 7074,'0'0'6553,"0"0"-3985,0 0-1670,0 0-169,0 0 238,0 0-5,-19 24-138,-115 155 488,-101 183 2088,223-331-3768,27-21-5247,3-10-1206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5:11:27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443 72 7538,'0'0'4031,"0"0"-1865,0 0-796,0 0-384,0 0-85,0 0 168,0-15-43,-1-16-574,0 5 451,4 62 734,49 337 3595,37-5-3730,-87-363-1532,1 10-75,2 1-1,-1-1 0,2 0 1,0-1-1,1 1 0,1-1 0,0 0 1,0-1-1,2 0 0,0 0 1,1 0 105,1-8-3299,-8-12-3699,-3-6-1972</inkml:trace>
  <inkml:trace contextRef="#ctx0" brushRef="#br0" timeOffset="361.049">378 488 8546,'0'0'1509,"0"0"1535,0 0-337,0 0-877,0 0-693,0 0-182,2-8 1130,88 6 74,69 4-1470,-52 2 334,0-5 1,0-5-1,99-18-1023,-175 2-5233,-23 14 1948,6-6-6422</inkml:trace>
  <inkml:trace contextRef="#ctx0" brushRef="#br0" timeOffset="3482.959">1 470 6649,'0'0'765,"0"0"-475,0 0 216,0 0 1293,20 0-388,159 4 308,-91-3-382,0-4-1,-1-4 1,54-12-1337,165-31 1744,-323 75-3239,-56 9-2471,82-47-2038,8-3 1017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8T15:11:32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1698 7090,'0'0'1485,"0"0"2812,0 0-1462,0 0-1200,0 0-373,0 0 374,3 2 21,131 7 1678,131-50-2837,-258 62-6074,-6-13 97,-1-3 654</inkml:trace>
  <inkml:trace contextRef="#ctx0" brushRef="#br0" timeOffset="387.45">56 1993 6665,'0'0'4503,"0"0"-1956,0 0-793,0 0-391,0 0 169,0 0 382,9 1-122,57 2-664,0-2 0,0-3 1,0-3-1,19-5-1128,-10-6-3810,-4-5-4396,-51 13-1136</inkml:trace>
  <inkml:trace contextRef="#ctx0" brushRef="#br0" timeOffset="3962.828">2868 1855 7906,'0'0'5291,"0"0"-1974,0 0-1308,0 0-64,0 0 73,23-15-506,74-46-521,-84 52-941,0-1 0,0 0-1,-1 0 1,-1-2-1,0 1 1,0-1-1,-1-1 1,0 0 0,-1 0-1,-1-1 1,0 0-1,-1-1 1,-1 1 0,0-1-1,-1-1 1,1-5-50,-3 16-6,0 1 0,-1-1 0,0 0 0,0 0 0,-1 0 1,1 0-1,-1 0 0,0-1 0,0 1 0,-1 0 0,0 0 0,0-1 0,0 1 1,0 0-1,-1-1 0,0 1 0,0 0 0,0 0 0,-1 0 0,0 0 0,0 0 1,0 0-1,0 0 0,-1 1 0,0-1 0,0 1 0,0 0 0,0-1 0,-1 1 1,0 1-1,1-1 0,-2 1 0,1-1 0,0 1 0,-1 0 0,1 1 0,-4-2 6,-1 2 4,-1 0 0,0 1-1,0 1 1,0-1-1,0 1 1,0 1-1,0 0 1,1 1 0,-1-1-1,0 2 1,1-1-1,-1 2 1,1-1-1,0 1 1,0 1 0,0-1-1,1 1 1,-1 1-1,1 0 1,1 0-1,-1 0 1,1 1 0,0 0-1,0 1 1,-4 7-4,0-1 33,1 1 1,0 0 0,1 1-1,1 0 1,0 0 0,2 1-1,-1 0 1,2 0 0,1 1-1,0-1 1,1 1 0,0 0-1,1 17-33,3-27 15,-1 0 0,1 0 0,0-1 0,1 1-1,0 0 1,0-1 0,1 1 0,-1-1 0,2 0 0,-1 0-1,1 0 1,0-1 0,0 1 0,1-1 0,0 0 0,0 0-1,1 0 1,-1-1 0,1 0 0,0 0 0,1 0 0,-1-1 0,1 0-1,0 0 1,0-1 0,0 0 0,0 0 0,1 0 0,-1-1-1,3 0-14,239 27 1074,-232-29-991,0-1-1,0 0 1,0-1-1,0-1 1,0 0-1,0-2 1,-1 0 0,0-1-1,0 0 1,0-1-1,8-6-82,83-85-5826,-83 64 199,-3 2-2837</inkml:trace>
  <inkml:trace contextRef="#ctx0" brushRef="#br0" timeOffset="4695.643">3322 917 8202,'0'0'847,"0"0"1344,0 0-180,0 0-804,0 0-156,0 0 182,18-8-139,143-41 2195,-160 49-3243,1 0 0,0 0 0,-1 0 0,1 0 0,0 0 1,-1 0-1,1 0 0,-1 0 0,1 1 0,-1-1 0,1 1 1,0-1-1,-1 1 0,0 0 0,1-1 0,-1 1 0,1 0 1,-1 0-1,0 0 0,0 0 0,1 0 0,-1 0 0,0 1 1,0-1-1,0 0 0,0 0 0,-1 1 0,1-1 0,0 1 1,0-1-1,-1 1 0,1-1 0,-1 1 0,1-1 0,-1 1 1,0-1-1,0 1 0,0 0 0,1-1 0,-1 1 0,-1 0 1,1-1-1,0 1 0,0-1 0,-1 1 0,1-1 0,-1 1 1,1-1-1,-1 2-46,1-3 6,-40 137 1770,11-70-1552,28-65-215,0-1 0,-1 1 0,2 0 0,-1-1 0,0 1 0,0 0 0,0 0 0,1-1 0,-1 1 0,1 0 0,-1 0 0,1 0 0,0 0 0,0 0 0,0-1 0,0 1 0,0 0 0,0 0 0,1 0 0,-1 0 0,1 0 0,-1 0 0,1-1 0,-1 1 0,1 0 0,0 0 0,0-1 0,0 1 0,0-1 0,0 1 0,0-1 0,1 1 0,-1-1 0,0 0 0,1 1 0,-1-1 0,1 0 0,-1 0 0,1 0-1,0 0 1,-1 0 0,1-1 0,0 1 0,0 0 0,0-1 0,0 1 0,-1-1 0,1 0 0,0 0 0,0 1 0,0-1 0,0 0-9,120-8 404,-45-26-4745,6-25-5386,-57 38 4324</inkml:trace>
  <inkml:trace contextRef="#ctx0" brushRef="#br0" timeOffset="5012.906">4009 787 3977,'0'0'2564,"0"0"-1499,0 0-184,0 0 1614,0 0-490,0 0-612,4-2-231,-3 2-1107,0 0 0,0 0-1,-1 0 1,1 0 0,0 0 0,-1 0 0,1 0-1,0 0 1,0 0 0,-1 0 0,1 0 0,0 0 0,-1 1-1,1-1 1,0 0 0,-1 0 0,1 1 0,0-1-1,-1 0 1,1 1 0,-1-1 0,1 1 0,0-1 0,-1 1-1,1-1 1,-1 1 0,0-1 0,1 1 0,-1 0-1,1-1 1,-1 1 0,0 0 0,1-1 0,-1 1-1,0 0 1,0-1 0,0 1 0,1 0 0,-1-1 0,0 1-1,0 0 1,0 0 0,0-1 0,0 1 0,0 0-1,-1-1 1,1 1 0,0 0 0,0 0 0,0-1-1,-1 1 1,1 0 0,0-1 0,-1 1 0,1-1 0,0 1-1,-1 0 1,1-1 0,-1 1 0,1-1 0,-1 1-1,1-1 1,-1 1 0,0-1-55,-31 68 2855,26-57-2535,-159 293 3254,156-296-7481,18-45-3969,-8 32 7081,6-25-6361</inkml:trace>
  <inkml:trace contextRef="#ctx0" brushRef="#br0" timeOffset="5338.123">3806 751 6849,'0'0'1705,"0"0"1984,0 0-1316,0 0-524,0 0-21,0 0 18,5 22-40,48 163 1446,-42-157-2863,1 0-1,1-1 0,1 0 0,1-1 1,2-1-1,0 0 0,2-1 0,0-1 0,9 6-388,-24-25-454,11 10 695,-6-17-9029,-6-8 652</inkml:trace>
  <inkml:trace contextRef="#ctx0" brushRef="#br0" timeOffset="1198.754">1141 1574 6913,'0'0'1283,"0"0"1363,0 0-708,0 0-694,0 0-51,0 0-135,15-14 21,46-47-356,-54 52-639,1-1-1,-2 0 0,1 0 1,-2 0-1,1-1 0,-1 0 1,-1 0-1,0-1 0,-1 1 1,0-1-1,0 0 0,-1 1 1,-1-1-1,0-8-83,0 9 425,0 0-1,0 0 1,-1 0-1,-1 0 1,0 0-1,0 0 1,-1 1-1,-1-1 1,0 0-1,0 1 1,-1-1-1,0 1 1,-3-4-425,2 77 866,60 347 2315,-53-398-3304,22 80 751,8-40-3592,-34-56-1840,1-6 2525,0 0 225,-14-9-3237,-5 2-1471</inkml:trace>
  <inkml:trace contextRef="#ctx0" brushRef="#br0" timeOffset="1513.518">1066 1798 6617,'0'0'1922,"0"0"2723,0 0-1780,0 0-1344,0 0-304,0 0 180,-13 9 1792,212-4-731,-71-19-1695,-17 1-2384,-36 9-9081,-65 4 4417</inkml:trace>
  <inkml:trace contextRef="#ctx0" brushRef="#br0" timeOffset="2148.454">1178 2156 6769,'0'0'5902,"0"0"-2009,0 0-2122,0 0-436,0 0 365,0 0-110,11-9-561,1-1-903,-2 0-6,0 0 0,1 1 0,0 1-1,1 0 1,-1 0 0,1 1 0,1 0-1,0 1 1,0 1 0,0 0-1,0 1 1,13-3-120,-22 9 0,-1 1-1,1-1 1,-1 1 0,0 0-1,0 0 1,0 0 0,0 0-1,0 0 1,-1 1 0,0-1 0,1 1-1,-1-1 1,0 1 0,-1 0-1,1 0 1,-1 0 0,0 0-1,0 0 1,0 0 0,0 1-1,-1-1 1,1 0 0,-1 0-1,0 1 1,-1-1 0,1 0-1,-1 0 1,0 2 0,1-5 1,3 26-4,-2 1 0,-1-1-1,-1 1 1,-1-1 0,-2 1-1,0-1 1,-2 0 0,-1-1 0,-1 1-1,-2-1 1,-10 22 3,16-44-63,-1 0 1,1 0-1,-1 0 0,1-1 1,-1 1-1,0-1 0,0 0 1,-1-1-1,1 1 0,-1-1 0,1 0 1,-1 0-1,1-1 0,-1 1 1,0-1-1,0-1 0,0 1 1,0-1-1,0 0 0,0 0 0,1-1 1,-5 0 62,1 1 8,7-1-12,0 1 0,0 0-1,0-1 1,0 1 0,0-1 0,0 0 0,1 0-1,-1 0 1,0 1 0,0-2 0,1 1-1,-1 0 1,1 0 0,-1 0 0,1-1 0,-1 1-1,1-1 1,0 1 0,0-1 0,0 1-1,0-1 1,0 0 0,0 0 0,0 0 0,0 1-1,1-1 1,-1 0 0,1 0 0,-1 0-1,1 0 1,0 0 0,0 0 0,0 0 0,0 0-1,0 0 1,0 0 0,0 0 0,1 0-1,-1 0 1,1 1 0,0-1 0,-1 0 0,1 0-1,0 0 1,0 1 0,0-1 0,0 0-1,0 1 1,0-1 0,1 1 0,-1-1 0,1 1-1,-1 0 1,1-1 4,223-21 618,146-50 1250,-343 53-4555,-16 0-4509,-4 3-3339</inkml:trace>
  <inkml:trace contextRef="#ctx0" brushRef="#br0" timeOffset="3070.565">2321 1425 5337,'0'0'1771,"0"0"-286,0 0 2111,0 0-1474,0 0-679,0 0 47,-2 17 286,-85 290 4931,31-188-5852,-39 118-1326,94-235-355,0-5-6565,-1-10 859</inkml:trace>
  <inkml:trace contextRef="#ctx0" brushRef="#br0" timeOffset="3398.059">1946 1499 7986,'0'0'728,"0"0"2118,0 0-612,0 0-286,0 0-516,0 0-346,1 6 156,5 10-702,0 0 0,1 0 0,1-1 1,0 0-1,1-1 0,1 0 1,0 0-1,1-1 0,1 0 1,3 2-541,6 10 514,44 46 340,2-2 0,4-4 0,48 33-854,-112-91 420,9-13-7006,-8-15 173,2-4-1891</inkml:trace>
  <inkml:trace contextRef="#ctx0" brushRef="#br0" timeOffset="7863.153">4775 1712 5553,'0'0'2205,"0"0"1149,0 0-1375,0 0-615,0 0-236,0 0-29,-7 11 1922,179 3 1572,-119-16-3761,123-4 468,-99-1-4223,-11-19-9574,-42 13 2257</inkml:trace>
  <inkml:trace contextRef="#ctx0" brushRef="#br0" timeOffset="9575.478">6376 1922 5761,'0'0'6952,"0"0"-4758,0 0-1539,0 0-218,0 0 213,0 0 119,-16 120 4374,-45 208-2861,64-327-2273,0 1 0,0-1 0,0 0 0,1 0 1,-1 0-1,0 0 0,0-1 0,1 1 0,-1-1 1,0 1-1,0-1 0,1-1 0,-1 1 0,0 0 0,1-1 1,-1 1-1,0-1 0,0 0 0,0 0 0,1 0 1,-1-1-1,0 1 0,-1-1 0,1 1 0,0-1 1,0 0-1,-1 0-9,34-17 82,1 1 1,0 2-1,1 2 0,0 2 1,1 1-1,1 2 1,-1 1-1,1 3 1,1 1-1,-1 2 1,32 2-83,-75-46-11400,-7 29 5716</inkml:trace>
  <inkml:trace contextRef="#ctx0" brushRef="#br0" timeOffset="9916.739">6651 1848 6857,'0'0'5058,"0"0"-2438,0 0-890,0 0 337,0 22 273,7 142 1261,44 377 1046,-37-455-4498,-12-84-160,-2-2-90,8-10-4056,10-49-8732,-9 30 1474</inkml:trace>
  <inkml:trace contextRef="#ctx0" brushRef="#br0" timeOffset="8587.188">6055 1149 8050,'0'0'377,"0"0"1506,0 0 350,0 0-533,0 0-317,0 0-236,9-18 19,29-58-5,-32 63-651,-2-1 0,0 0 1,-1 0-1,0-1 0,-1 1 0,0-1 0,-1 1 0,-1-1 1,0 1-1,-3-12-510,1-16 898,54 262 406,-40-167-1172,3 0-1,2-1 1,3-2 0,1 1-1,3-2 1,20 29-132,-38-71-3116,-5-6 480,-1-1-4307</inkml:trace>
  <inkml:trace contextRef="#ctx0" brushRef="#br0" timeOffset="8916.123">5950 1627 4689,'0'0'10501,"0"0"-6263,0 0-2735,0 0-545,0 0 314,0 0-2,10 0-473,667-57 2125,-526 49-2906,-86 8-3459,-56 0-2020,-6 4-3051</inkml:trace>
  <inkml:trace contextRef="#ctx0" brushRef="#br0" timeOffset="19045.801">7328 1488 6753,'0'0'810,"0"0"-477,0 0 534,0 0 2263,0 0-848,-1 4-567,11 18 9634,15-24-11917,-6-3 637,-1-1 0,0-1 0,0 0 0,-1-2 1,0 0-1,0-1 0,-1 0 0,-1-1 0,1-1 0,-2-1 0,0 0 0,0-1 0,-1 0 1,-1-1-1,-1-1 0,0 0 0,2-5-69,-8 12-2,0 0 0,-1-1-1,0 0 1,0 0 0,-1 0 0,-1 0-1,1 0 1,-2 0 0,0-1 0,0 1 0,0-1-1,-2-5 3,-1 11-16,-1 0 0,0 0 0,0 0 0,-1 0 0,1 1 0,-1 0-1,0-1 1,0 1 0,0 1 0,-1-1 0,0 1 0,1-1 0,-1 1 0,0 1-1,0-1 1,-1 1 0,1 0 0,0 0 0,-1 0 0,0 1 0,1 0 0,-1 0 0,0 0-1,1 1 1,-1 0 0,0 0 0,0 0 0,1 1 0,-1 0 0,0 0 0,1 0-1,-1 1 1,1-1 0,-2 2 16,-8 3 24,1 1 0,-1 0 0,1 1 0,0 1 0,1 0 0,0 1 0,0 0 0,1 1 0,1 0 0,0 1 0,0 0 0,1 1 0,1 0 0,0 1 0,1 0-1,0 0 1,1 1 0,1 0 0,0 0 0,1 1 0,1-1 0,0 1 0,1 0 0,1 0 0,0 0 0,1 0 0,1 9-24,-1-15 37,1-1 1,0 1-1,0 0 0,1 0 0,0 0 1,1-1-1,0 1 0,0-1 1,1 1-1,0-1 0,1 0 0,0 0 1,1 0-1,-1-1 0,2 1 1,-1-1-1,1 0 0,0-1 0,1 1 1,0-1-1,0-1 0,0 1 1,1-1-1,7 4-37,14 5 43,0-1 1,2-1-1,-1-1 1,2-2-1,-1-2 1,1 0-1,0-2 1,1-2-1,-1-1 1,1-1-1,0-2 1,0-1-1,2-2-43,-21 3 22,81-12 132,-68-33-2033,9 1-1388,-8 11-1748,7-7-4104</inkml:trace>
  <inkml:trace contextRef="#ctx0" brushRef="#br0" timeOffset="19886.991">7959 743 8122,'0'0'580,"0"0"1698,0 0-94,0 0-581,0 0-301,0 0 79,6-9 1281,7-1-2526,-7 4 17,0 0 0,1 0 1,0 1-1,0 0 0,0 0 0,1 1 0,0-1 1,-1 2-1,2-1 0,-1 1 0,0 1 1,1-1-1,-1 1 0,1 1 0,5-1-153,15 67 241,-28-58-198,3 26 87,-2 0-1,-1 0 0,-1 0 1,-2 0-1,-1 0 0,-1-1 1,-2 1-1,-2-1 0,-1 1-129,6-22-52,2-12 61,1 1 0,-1-1-1,1 1 1,-1-1 0,0 1-1,1 0 1,-1-1 0,1 1-1,-1 0 1,0-1 0,1 1-1,-1 0 1,0-1-1,1 1 1,-1 0 0,0 0-1,0 0 1,1 0 0,-1 0-1,0 0 1,1 0 0,-1 0-1,0 0 1,0 0 0,1 0-1,-1 0 1,0 1 0,1-1-1,-1 0 1,0 0 0,1 1-1,-1-1 1,0 1 0,1-1-1,-1 0 1,1 1 0,-1-1-1,1 1 1,-1-1 0,1 1-1,-1 0 1,1-1 0,0 1-1,-1-1 1,1 1 0,0 0-1,-1-1 1,1 1 0,0 0-1,0-1 1,-1 1 0,1 0-1,0-1 1,0 1 0,0 0-1,0 0 1,0-1 0,0 1-1,0 0-8,-30-78-217,61 103 170,-19-16 105,0 1 1,1-1-1,0-1 0,1-1 0,0 0 0,0 0 0,1-1 1,0-1-1,0-1 0,0 0 0,1-1 0,0 0 1,0-2-1,0 0 0,0 0 0,0-2 0,0 0 1,0 0-1,6-3-58,38-26-2440,-30-5-4310,-16 13-25</inkml:trace>
  <inkml:trace contextRef="#ctx0" brushRef="#br0" timeOffset="20183.748">8688 644 6081,'0'0'2350,"0"0"2843,0 0-2562,0 0-1530,0 0-174,0 0 246,0 6 122,-45 175 2704,28-147-3963,-1 0 0,-2-1-1,-1-1 1,-2-2 0,0 0 0,-22 19-36,43-46-309,-23 19-2111,4-17-6241,18-5 2616</inkml:trace>
  <inkml:trace contextRef="#ctx0" brushRef="#br0" timeOffset="20513.096">8434 724 6729,'0'0'1062,"0"0"896,0 0 664,0 0-749,0 0-668,0 0-105,-4 15 1123,51 96 2077,-29-82-3492,117 218 1124,-95-216-3548,-6-25-5988,-11-5-2155</inkml:trace>
  <inkml:trace contextRef="#ctx0" brushRef="#br0" timeOffset="21120.023">9954 1113 7746,'0'0'2373,"0"0"2441,0 0-2173,0 0-970,0 0 205,0 0-264,-5 4-499,1 2-986,0 0 0,0 0-1,1 0 1,0 0 0,0 1-1,1-1 1,-1 1-1,2 0 1,-1-1 0,1 1-1,0 0 1,0 0 0,0 0-1,1 0 1,1 0 0,-1 0-1,1 0 1,0 0-1,0 0 1,2 1-127,-1 21 376,5 83 177,5 0 1,5-2-1,5 0 1,24 66-554,-35-158-5535,-20-60-2912,-5 10 2494</inkml:trace>
  <inkml:trace contextRef="#ctx0" brushRef="#br0" timeOffset="21368.897">9656 1570 6601,'0'0'4524,"0"0"-546,0 0-2267,0 0-736,0 0 72,0 0 403,13 8-133,108 30 257,-48-41-1372,-1-2 0,0-4 0,0-3 0,61-19-202,38-24-7365,-127 38-397</inkml:trace>
  <inkml:trace contextRef="#ctx0" brushRef="#br0" timeOffset="22016.185">10992 1170 7314,'0'0'8548,"0"0"-4704,0 0-1843,0 0-803,0 0-418,0 0 170,0 11-34,-1-4-773,0-1-101,0-1 0,0 1 1,0 0-1,1-1 0,0 1 0,0 0 0,1-1 0,-1 1 0,1 0 1,1-1-1,-1 1 0,1-1 0,0 1 0,0-1 0,0 0 1,1 0-1,0 0 0,0 0 0,1 2-42,0-8 10,-1 1 0,1-1 0,-1 1 0,0-1 0,1 0 0,-1-1 0,0 1 0,0-1 1,0 1-1,0-1 0,0 0 0,0 0 0,-1 0 0,1 0 0,0-1 0,-1 1 0,0-1 0,1 1 0,-1-1 0,0 0 0,-1 0 0,1 0 0,0 0 0,-1 0 1,0 0-1,0-1 0,0 1 0,0 0 0,0-1 0,0 1 0,-1 0 0,0-1 0,0-2-10,1 3-19,-1-1 0,0 0 0,0 0 0,0 1 0,0-1 0,0 0 0,-1 1 0,0-1 0,0 0 0,0 1 0,0-1 0,0 1 1,-1 0-1,0-1 0,1 1 0,-1 0 0,0 0 0,-1 0 0,1 0 0,0 0 0,-1 1 0,0-1 0,0 1 0,1-1 0,-1 1 0,-1 0 0,1 0 0,0 1 0,0-1 0,-1 0 0,1 1 0,-1 0 0,1 0 0,-1 0 0,0 0 0,1 1 0,-1 0 0,0-1 0,1 1 0,-1 0 1,0 1-1,1-1 0,-1 1 0,0 0 0,1-1 0,-1 2 0,1-1 0,-1 0 0,1 1 0,-3 1 19,-12 1 6,0 2 0,0 0 1,1 2-1,0-1 0,0 2 1,1 0-1,0 1 0,0 1 0,1 1 1,1 0-1,0 0 0,1 2 1,0-1-1,1 2 0,0 0 0,1 0 1,1 1-1,1 0 0,0 1 1,1 0-1,1 0 0,0 1 0,2 0 1,0 0-1,1 0 0,0 1 1,2-1-1,-1 10-6,3-17 26,1 0 0,0 0 0,0 0 0,1 0 0,0-1 0,1 1 0,0-1 0,1 1 0,0-1 0,1 0 0,0 0 0,0-1 0,1 0 0,0 0 0,1 0 0,0 0 0,0-1 0,1 0 0,0-1 0,1 0 0,-1 0-1,1-1 1,0 0 0,1 0 0,0-1 0,-1-1 0,4 2-26,18 7 133,0-2-1,0-1 1,1-1 0,0-1-1,1-2 1,0-2-1,0 0 1,20-2-133,3-5 588,0-2-1,-1-2 1,0-3 0,0-2 0,-1-2 0,20-10-588,-68-33-4843,-6 47 1696,0-7-4540</inkml:trace>
  <inkml:trace contextRef="#ctx0" brushRef="#br0" timeOffset="31801.002">987 881 8122,'0'0'1685,"0"0"1137,0 0-1044,0 0-443,0 0-523,-6-1-120,-17-3 77,17 3 19,0 1 2509,-16 1-2357,9 6-911,1 0 1,0 0-1,1 1 1,0 0-1,0 1 1,1 1 0,0 0-1,0 0 1,1 0-1,1 1 1,-4 7-30,2-6 23,-7 7 71,0 1 0,1 0 0,2 1 0,0 1 0,1 0 0,1 1 0,1 0 1,2 1-1,0 0 0,1 1 0,1 0 0,2 0 0,0 0 0,1 10-94,3-15-4,1 1 0,0-1 0,2 0 0,0 0 0,2-1 0,0 1 0,1-1 0,1 1-1,0-1 1,2-1 0,0 1 0,1-2 0,1 1 0,2 2 4,128 146 35,-118-147-18,-1 2 0,-1 0 0,0 1 1,-2 1-1,-1 1 0,0 0 0,-2 2 0,-1-1 0,-1 2 0,-1 0 0,-2 0 1,-1 1-1,0 1 0,-3-1 0,2 14-17,-7-20 129,0 1 0,-2 0-1,-1-1 1,-1 0 0,-1 1 0,0-1-1,-2 0 1,-1-1 0,-7 17-129,-5 2 28,2 1 1,2 1 0,1 0-1,2 1 1,2 0-1,2 1 1,2 0-1,2 0 1,2 0-1,2 34-28,7-54-3,0 0-1,2-1 0,1 0 0,0-1 0,2 0 1,0-1-1,2 0 0,7 8 4,15 27-11,-18-26 12,0 1 0,-2 0 0,-1 2 0,-2 0 0,-1 0 0,-2 1 0,-1 1 0,-2-1 0,-1 1 0,-2 1 0,-1-1 0,-2 12-1,72-224-335,-63 163 329,0 1 0,1-1 0,0 2-1,1 0 1,1 0 0,0 1 0,0 1-1,1 0 1,0 1 0,1 0 0,0 1-1,0 1 1,1 0 0,0 1 0,0 1 0,17-3 6,278-17-148,-134 20-56,-15-19 171,-2-7-1,-1-6 1,110-44 33,-182 55 8,110-39-80,-122 37 111,0 3 0,2 3 0,0 4 0,1 3 0,1 3 0,20 3-39,740 9 94,-738-3-105,-1 4 0,0 5 0,0 4 0,67 17 11,145 0 118,-143-73 15,-101 19-97,-57 21-35,1 1 1,-1 0-1,1 0 0,0 1 1,0 1-1,1 0 0,-1 1 0,0 0 1,1 1-1,0 0 0,-1 1 1,1 0-1,-1 1 0,1 1 0,0 0 1,-1 0-1,0 1 0,0 1 1,0 0-1,0 1 0,-1 0 0,1 1 1,-1 0-1,-1 0 0,10 8-1,-11 0 58,1-1 1,1-1-1,0 1 0,1-2 0,0 0 0,1 0 0,0-1 1,0-1-1,1 0 0,1 0 0,-1-2 0,1 0 1,0-1-1,1 0 0,0-1 0,5 1-58,56 3 287,1-2 1,0-4-1,0-3 1,28-6-288,223-66 832,-123 19-416,-52 31-215,1 7-1,1 7 1,-1 7 0,42 9-201,32-3 173,-143-5-169,-1 3 0,0 3 0,-1 5 0,0 3 0,0 3 0,11 8-4,-92-24 1,46 18 9,2-3 0,0-3 0,1-1 0,1-3 0,-1-2 1,32 0-11,-24-11 27,-1-3 1,0-3-1,-1-2 1,0-3-1,24-10-27,-29 10 7,117-42 8,-2-8 1,30-22-16,-74 33 3,-78 34-14,1 2 0,1 2 0,1 2 0,0 2 0,1 3 0,0 1 0,0 3 0,13 2 11,460 23 11,-331-13 78,-93-5-63,0 4 1,-1 4-1,29 10-26,-31 1 22,1-5-1,0-3 1,92-1-22,-105-17 53,0-4 0,-1-4 0,0-4-1,-2-3 1,48-19-53,-121 38 1,1 0 0,-1 0 0,0-1 0,0 0 0,0-1-1,0 0 1,0 0 0,-1-1 0,1 1 0,-1-2 0,0 1-1,0-1 1,0 0 0,-1-1 0,0 1 0,0-1 0,0 0-1,-1-1 1,0 0 0,0 1 0,0-2 0,-1 1 0,0 0 0,-1-1-1,0 0 1,0 0 0,0 0 0,-1 0 0,0 0 0,0-6-1,-77-45-246,45 42 251,-23-11-26,2-2 1,1-2 0,1-2-1,2-2 1,-37-39 20,64 45-1,2 0-1,1-2 1,2 0 0,1-1-1,2 0 1,0-1 0,3 0-1,1-1 1,1 0 0,2 0 0,2-1-1,1 1 1,1-1 0,3 1-1,2-20 2,-5-45-5,1 61 5,-2-1 0,-1 1 0,-2 0 0,-2 0 0,-2 0 0,-1 1 0,-2 0 0,-1 1 0,-2 1 0,-2 0 0,-10-15 0,-40-53 18,34 56-17,3-1 0,1-2 0,2-1 0,3 0 1,-12-41-2,16 9-61,4 0 0,3-1 0,0-53 61,1 15-104,9 116 89,-1 1 1,0-1 0,0 1-1,0 0 1,0 1 0,-1-1-1,0 1 1,0 0 0,-1 0-1,1 0 1,-1 1 0,0 0-1,0 0 1,-1 0 0,1 1-1,-1 0 1,0 0-1,0 1 1,0 0 0,0 0-1,0 1 1,0-1 0,0 1-1,-1 1 1,1 0 0,0 0-1,-1 0 1,1 1 0,0 0-1,0 0 1,0 1-1,0 0 1,-2 1 14,-28-2-29,13 3 37,1 0 0,-1 2-1,1 0 1,1 2 0,-1 0-1,1 2 1,1 0 0,0 2 0,-14 9-8,-9 3 9,10-5-53,20-9 38,-1-1 0,0-1 0,0 0 0,-1-1 0,0-1 0,0-1 0,0 0 0,-1-1 0,0 0 0,0-1 0,0-1 0,0-1 0,-8-1 6,-67-65-9,67 39 10,7 13-3,1 0 0,-1 1 0,-1 1 0,0 1 0,-1 0 0,1 1 0,-2 2 0,1 0 0,-1 1 0,0 1 0,-1 1-1,1 1 1,-1 1 0,1 0 0,-1 2 0,0 1 0,-14 2 2,-44 6-4,0 5 0,0 3 1,2 3-1,-4 5 4,-89 30-14,109-31-23,-2-4 0,0-2-1,-1-3 1,-1-2 0,0-4-1,-40 0 38,-405-7-661,175-60 648,150 18-61,130 24 67,-2 2-1,0 3 1,0 3-1,-1 2 1,1 3-1,-1 2 1,0 3-1,-7 3 8,-130 56-168,165-48 171,-1-1 0,1-1 0,-2-2 0,1-1 0,-1-2 0,-1-1 0,-17-1-3,-199-33-28,153 2 32,57 13 5,0 1 0,-1 2 0,0 1 0,-1 3 0,0 1 0,0 2 0,0 2 0,0 2 0,-1 2 0,1 1 0,0 3 0,-2 1-9,-261 125 50,258-106-61,-1-1 0,-1-3 0,0-2 0,-2-2 0,0-2 0,-1-3 0,0-2 0,-1-2 0,-14-1 11,-9-7 3,0-3-1,0-4 1,0-3 0,-38-11-3,69 12-5,1-2 0,0-2 0,1-2 0,1-2 0,0-2 0,1-1 0,1-3-1,1-1 1,-3-4 5,36 21-9,-1 0 0,1 0 0,-2 0 0,1 1 0,-1 0 0,1 1-1,-1-1 1,0 1 0,-1 1 0,1 0 0,-1 0 0,0 0 0,1 1-1,-1 1 1,0 0 0,0 0 0,0 0 0,0 1 0,0 0 0,0 1-1,0 0 1,0 1 0,0 0 0,0 0 0,0 1 0,1 0 0,0 0-1,-2 1 10,-51 47 19,51-39-12,-2-1 1,1-1 0,-1 0-1,-1 0 1,0-1 0,0-1-1,-1 0 1,0-1 0,0 0-1,-1-1 1,1-1 0,-1 0-1,-1-1 1,1-1 0,-7 1-8,-402-28-24,126 2-14,280 27 41,2 0-1,-1 0 1,1 2-1,0 0 1,0 1-1,0 1 1,1 0-1,1 1 1,0 0-1,0 1 1,1 1-1,0 0 1,1 1-1,1 0 0,-10 14-2,-36 33 6,54-56-7,0-1 0,0 1 0,0 0 0,0-1 0,0 0 0,-1 0 0,1 0 0,-1 0-1,0-1 1,0 1 0,0-1 0,0 0 0,-1 0 0,1-1 0,0 1 0,-1-1 0,1 0 0,-1 0 0,1 0 0,-1-1 0,0 0 0,1 0 0,-1 0-1,0 0 1,1-1 0,-1 1 0,1-1 0,-1-1 0,1 1 0,-2-1 1,-83-48 7,46 23 0,-2 3 1,0 1-1,-2 3 1,0 1-1,-9 0-7,48 18-2,0 0 0,1 0 0,-1 0 0,0 1 0,0 0 0,1 1 0,-1 0 1,0 0-1,1 0 0,-1 1 0,1 0 0,-1 1 0,1-1 0,0 2 0,0-1 0,0 1 0,1 0 0,-1 0 0,1 1 0,0-1 0,0 2 0,1-1 0,-3 3 2,-109 148 63,110-144-38,-31 48-40,-13-58-2,-305-12-38,296 9 69,41-2-14,1 2-1,-1 0 1,0 1 0,0 1-1,1 1 1,-1 1 0,1 0-1,0 2 1,0 0 0,0 1-1,0 0 1,1 1 0,0 2-1,-6 3 1,-17 20 8,3 1 0,0 2 0,3 2-1,1 1 1,-24 36-8,55-72 0,0 1-1,0-1 1,0 0-1,0 0 1,0 0 0,0 0-1,-1 0 1,1-1-1,-1 1 1,1-1-1,-1 1 1,0-1 0,1 0-1,-1 0 1,0 0-1,0 0 1,0-1-1,0 1 1,0-1 0,1 0-1,-1 0 1,0 0-1,0 0 1,0 0-1,0-1 1,0 1 0,0-1-1,-2 0 1,-98-82-47,94 75 53,-1 0 0,0 0 0,0 1 0,-1 1 0,0 0 0,0 0-1,0 1 1,-1 1 0,1-1 0,-1 2 0,0 0 0,-1 0 0,1 1-1,0 1 1,-1 0 0,1 1 0,-1 0 0,1 0 0,0 2 0,-1 0-1,1 0 1,0 1 0,-1 0-6,6 0 0,1 0 0,-1-1-1,0 0 1,0-1 0,0 1-1,0-1 1,0-1 0,0 1 0,0-1-1,0-1 1,0 1 0,0-1-1,0 0 1,0-1 0,0 1 0,0-1-1,0-1 1,1 0 0,-1 1-1,1-2 1,0 1 0,0-1 0,0 0-1,0 0 1,1-1 0,-1 0-1,1 0 1,-2-2 0,-58 4-53,41 5-1060,29 0-6976,9-2 969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8/06/2024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91346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8/06/2024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2073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8/06/2024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7851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8/06/2024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10615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8/06/2024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83732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8/06/2024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0232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8/06/2024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56448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8/06/2024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81550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8/06/2024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27082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8/06/2024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59962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8/06/2024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312956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8/06/2024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473635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8/06/2024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927802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8/06/2024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471542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8/06/2024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669628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8/06/2024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93433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510812-263F-41DA-BD6E-27B26346DDC6}" type="datetimeFigureOut">
              <a:rPr lang="es-CO" smtClean="0"/>
              <a:t>8/06/2024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5505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03.png"/><Relationship Id="rId42" Type="http://schemas.openxmlformats.org/officeDocument/2006/relationships/customXml" Target="../ink/ink21.xml"/><Relationship Id="rId47" Type="http://schemas.openxmlformats.org/officeDocument/2006/relationships/image" Target="../media/image116.png"/><Relationship Id="rId63" Type="http://schemas.openxmlformats.org/officeDocument/2006/relationships/image" Target="../media/image124.png"/><Relationship Id="rId68" Type="http://schemas.openxmlformats.org/officeDocument/2006/relationships/customXml" Target="../ink/ink34.xml"/><Relationship Id="rId84" Type="http://schemas.openxmlformats.org/officeDocument/2006/relationships/customXml" Target="../ink/ink42.xml"/><Relationship Id="rId89" Type="http://schemas.openxmlformats.org/officeDocument/2006/relationships/image" Target="../media/image137.png"/><Relationship Id="rId16" Type="http://schemas.openxmlformats.org/officeDocument/2006/relationships/customXml" Target="../ink/ink8.xml"/><Relationship Id="rId11" Type="http://schemas.openxmlformats.org/officeDocument/2006/relationships/image" Target="../media/image98.png"/><Relationship Id="rId32" Type="http://schemas.openxmlformats.org/officeDocument/2006/relationships/customXml" Target="../ink/ink16.xml"/><Relationship Id="rId37" Type="http://schemas.openxmlformats.org/officeDocument/2006/relationships/image" Target="../media/image111.png"/><Relationship Id="rId53" Type="http://schemas.openxmlformats.org/officeDocument/2006/relationships/image" Target="../media/image119.png"/><Relationship Id="rId58" Type="http://schemas.openxmlformats.org/officeDocument/2006/relationships/customXml" Target="../ink/ink29.xml"/><Relationship Id="rId74" Type="http://schemas.openxmlformats.org/officeDocument/2006/relationships/customXml" Target="../ink/ink37.xml"/><Relationship Id="rId79" Type="http://schemas.openxmlformats.org/officeDocument/2006/relationships/image" Target="../media/image132.png"/><Relationship Id="rId5" Type="http://schemas.openxmlformats.org/officeDocument/2006/relationships/image" Target="../media/image95.png"/><Relationship Id="rId90" Type="http://schemas.openxmlformats.org/officeDocument/2006/relationships/customXml" Target="../ink/ink45.xml"/><Relationship Id="rId95" Type="http://schemas.openxmlformats.org/officeDocument/2006/relationships/image" Target="../media/image140.png"/><Relationship Id="rId22" Type="http://schemas.openxmlformats.org/officeDocument/2006/relationships/customXml" Target="../ink/ink11.xml"/><Relationship Id="rId27" Type="http://schemas.openxmlformats.org/officeDocument/2006/relationships/image" Target="../media/image106.png"/><Relationship Id="rId43" Type="http://schemas.openxmlformats.org/officeDocument/2006/relationships/image" Target="../media/image114.png"/><Relationship Id="rId48" Type="http://schemas.openxmlformats.org/officeDocument/2006/relationships/customXml" Target="../ink/ink24.xml"/><Relationship Id="rId64" Type="http://schemas.openxmlformats.org/officeDocument/2006/relationships/customXml" Target="../ink/ink32.xml"/><Relationship Id="rId69" Type="http://schemas.openxmlformats.org/officeDocument/2006/relationships/image" Target="../media/image127.png"/><Relationship Id="rId8" Type="http://schemas.openxmlformats.org/officeDocument/2006/relationships/customXml" Target="../ink/ink4.xml"/><Relationship Id="rId51" Type="http://schemas.openxmlformats.org/officeDocument/2006/relationships/image" Target="../media/image118.png"/><Relationship Id="rId72" Type="http://schemas.openxmlformats.org/officeDocument/2006/relationships/customXml" Target="../ink/ink36.xml"/><Relationship Id="rId80" Type="http://schemas.openxmlformats.org/officeDocument/2006/relationships/customXml" Target="../ink/ink40.xml"/><Relationship Id="rId85" Type="http://schemas.openxmlformats.org/officeDocument/2006/relationships/image" Target="../media/image135.png"/><Relationship Id="rId93" Type="http://schemas.openxmlformats.org/officeDocument/2006/relationships/image" Target="../media/image139.png"/><Relationship Id="rId3" Type="http://schemas.openxmlformats.org/officeDocument/2006/relationships/image" Target="../media/image94.png"/><Relationship Id="rId12" Type="http://schemas.openxmlformats.org/officeDocument/2006/relationships/customXml" Target="../ink/ink6.xml"/><Relationship Id="rId17" Type="http://schemas.openxmlformats.org/officeDocument/2006/relationships/image" Target="../media/image101.png"/><Relationship Id="rId25" Type="http://schemas.openxmlformats.org/officeDocument/2006/relationships/image" Target="../media/image105.png"/><Relationship Id="rId33" Type="http://schemas.openxmlformats.org/officeDocument/2006/relationships/image" Target="../media/image109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59" Type="http://schemas.openxmlformats.org/officeDocument/2006/relationships/image" Target="../media/image122.png"/><Relationship Id="rId67" Type="http://schemas.openxmlformats.org/officeDocument/2006/relationships/image" Target="../media/image126.png"/><Relationship Id="rId20" Type="http://schemas.openxmlformats.org/officeDocument/2006/relationships/customXml" Target="../ink/ink10.xml"/><Relationship Id="rId41" Type="http://schemas.openxmlformats.org/officeDocument/2006/relationships/image" Target="../media/image113.png"/><Relationship Id="rId54" Type="http://schemas.openxmlformats.org/officeDocument/2006/relationships/customXml" Target="../ink/ink27.xml"/><Relationship Id="rId62" Type="http://schemas.openxmlformats.org/officeDocument/2006/relationships/customXml" Target="../ink/ink31.xml"/><Relationship Id="rId70" Type="http://schemas.openxmlformats.org/officeDocument/2006/relationships/customXml" Target="../ink/ink35.xml"/><Relationship Id="rId75" Type="http://schemas.openxmlformats.org/officeDocument/2006/relationships/image" Target="../media/image130.png"/><Relationship Id="rId83" Type="http://schemas.openxmlformats.org/officeDocument/2006/relationships/image" Target="../media/image134.png"/><Relationship Id="rId88" Type="http://schemas.openxmlformats.org/officeDocument/2006/relationships/customXml" Target="../ink/ink44.xml"/><Relationship Id="rId91" Type="http://schemas.openxmlformats.org/officeDocument/2006/relationships/image" Target="../media/image138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5" Type="http://schemas.openxmlformats.org/officeDocument/2006/relationships/image" Target="../media/image100.png"/><Relationship Id="rId23" Type="http://schemas.openxmlformats.org/officeDocument/2006/relationships/image" Target="../media/image104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117.png"/><Relationship Id="rId57" Type="http://schemas.openxmlformats.org/officeDocument/2006/relationships/image" Target="../media/image121.png"/><Relationship Id="rId10" Type="http://schemas.openxmlformats.org/officeDocument/2006/relationships/customXml" Target="../ink/ink5.xml"/><Relationship Id="rId31" Type="http://schemas.openxmlformats.org/officeDocument/2006/relationships/image" Target="../media/image108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125.png"/><Relationship Id="rId73" Type="http://schemas.openxmlformats.org/officeDocument/2006/relationships/image" Target="../media/image129.png"/><Relationship Id="rId78" Type="http://schemas.openxmlformats.org/officeDocument/2006/relationships/customXml" Target="../ink/ink39.xml"/><Relationship Id="rId81" Type="http://schemas.openxmlformats.org/officeDocument/2006/relationships/image" Target="../media/image133.png"/><Relationship Id="rId86" Type="http://schemas.openxmlformats.org/officeDocument/2006/relationships/customXml" Target="../ink/ink43.xml"/><Relationship Id="rId94" Type="http://schemas.openxmlformats.org/officeDocument/2006/relationships/customXml" Target="../ink/ink47.xml"/><Relationship Id="rId4" Type="http://schemas.openxmlformats.org/officeDocument/2006/relationships/customXml" Target="../ink/ink2.xml"/><Relationship Id="rId9" Type="http://schemas.openxmlformats.org/officeDocument/2006/relationships/image" Target="../media/image97.png"/><Relationship Id="rId13" Type="http://schemas.openxmlformats.org/officeDocument/2006/relationships/image" Target="../media/image99.png"/><Relationship Id="rId18" Type="http://schemas.openxmlformats.org/officeDocument/2006/relationships/customXml" Target="../ink/ink9.xml"/><Relationship Id="rId39" Type="http://schemas.openxmlformats.org/officeDocument/2006/relationships/image" Target="../media/image112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120.png"/><Relationship Id="rId76" Type="http://schemas.openxmlformats.org/officeDocument/2006/relationships/customXml" Target="../ink/ink38.xml"/><Relationship Id="rId7" Type="http://schemas.openxmlformats.org/officeDocument/2006/relationships/image" Target="../media/image96.png"/><Relationship Id="rId71" Type="http://schemas.openxmlformats.org/officeDocument/2006/relationships/image" Target="../media/image128.png"/><Relationship Id="rId92" Type="http://schemas.openxmlformats.org/officeDocument/2006/relationships/customXml" Target="../ink/ink46.xml"/><Relationship Id="rId2" Type="http://schemas.openxmlformats.org/officeDocument/2006/relationships/customXml" Target="../ink/ink1.xml"/><Relationship Id="rId29" Type="http://schemas.openxmlformats.org/officeDocument/2006/relationships/image" Target="../media/image107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115.png"/><Relationship Id="rId66" Type="http://schemas.openxmlformats.org/officeDocument/2006/relationships/customXml" Target="../ink/ink33.xml"/><Relationship Id="rId87" Type="http://schemas.openxmlformats.org/officeDocument/2006/relationships/image" Target="../media/image136.png"/><Relationship Id="rId61" Type="http://schemas.openxmlformats.org/officeDocument/2006/relationships/image" Target="../media/image123.png"/><Relationship Id="rId82" Type="http://schemas.openxmlformats.org/officeDocument/2006/relationships/customXml" Target="../ink/ink41.xml"/><Relationship Id="rId19" Type="http://schemas.openxmlformats.org/officeDocument/2006/relationships/image" Target="../media/image102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10.png"/><Relationship Id="rId56" Type="http://schemas.openxmlformats.org/officeDocument/2006/relationships/customXml" Target="../ink/ink28.xml"/><Relationship Id="rId77" Type="http://schemas.openxmlformats.org/officeDocument/2006/relationships/image" Target="../media/image131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3.xml"/><Relationship Id="rId18" Type="http://schemas.openxmlformats.org/officeDocument/2006/relationships/image" Target="../media/image10.png"/><Relationship Id="rId26" Type="http://schemas.openxmlformats.org/officeDocument/2006/relationships/image" Target="../media/image14.png"/><Relationship Id="rId39" Type="http://schemas.openxmlformats.org/officeDocument/2006/relationships/customXml" Target="../ink/ink66.xml"/><Relationship Id="rId21" Type="http://schemas.openxmlformats.org/officeDocument/2006/relationships/customXml" Target="../ink/ink57.xml"/><Relationship Id="rId34" Type="http://schemas.openxmlformats.org/officeDocument/2006/relationships/image" Target="../media/image18.png"/><Relationship Id="rId42" Type="http://schemas.openxmlformats.org/officeDocument/2006/relationships/image" Target="../media/image22.png"/><Relationship Id="rId47" Type="http://schemas.openxmlformats.org/officeDocument/2006/relationships/customXml" Target="../ink/ink70.xml"/><Relationship Id="rId50" Type="http://schemas.openxmlformats.org/officeDocument/2006/relationships/image" Target="../media/image26.png"/><Relationship Id="rId55" Type="http://schemas.openxmlformats.org/officeDocument/2006/relationships/customXml" Target="../ink/ink74.xml"/><Relationship Id="rId7" Type="http://schemas.openxmlformats.org/officeDocument/2006/relationships/customXml" Target="../ink/ink50.xml"/><Relationship Id="rId2" Type="http://schemas.openxmlformats.org/officeDocument/2006/relationships/image" Target="../media/image2.png"/><Relationship Id="rId16" Type="http://schemas.openxmlformats.org/officeDocument/2006/relationships/image" Target="../media/image9.png"/><Relationship Id="rId29" Type="http://schemas.openxmlformats.org/officeDocument/2006/relationships/customXml" Target="../ink/ink61.xml"/><Relationship Id="rId11" Type="http://schemas.openxmlformats.org/officeDocument/2006/relationships/customXml" Target="../ink/ink52.xml"/><Relationship Id="rId24" Type="http://schemas.openxmlformats.org/officeDocument/2006/relationships/image" Target="../media/image13.png"/><Relationship Id="rId32" Type="http://schemas.openxmlformats.org/officeDocument/2006/relationships/image" Target="../media/image17.png"/><Relationship Id="rId37" Type="http://schemas.openxmlformats.org/officeDocument/2006/relationships/customXml" Target="../ink/ink65.xml"/><Relationship Id="rId40" Type="http://schemas.openxmlformats.org/officeDocument/2006/relationships/image" Target="../media/image21.png"/><Relationship Id="rId45" Type="http://schemas.openxmlformats.org/officeDocument/2006/relationships/customXml" Target="../ink/ink69.xml"/><Relationship Id="rId53" Type="http://schemas.openxmlformats.org/officeDocument/2006/relationships/customXml" Target="../ink/ink73.xml"/><Relationship Id="rId58" Type="http://schemas.openxmlformats.org/officeDocument/2006/relationships/image" Target="../media/image30.png"/><Relationship Id="rId5" Type="http://schemas.openxmlformats.org/officeDocument/2006/relationships/customXml" Target="../ink/ink49.xml"/><Relationship Id="rId61" Type="http://schemas.openxmlformats.org/officeDocument/2006/relationships/customXml" Target="../ink/ink77.xml"/><Relationship Id="rId19" Type="http://schemas.openxmlformats.org/officeDocument/2006/relationships/customXml" Target="../ink/ink56.xml"/><Relationship Id="rId14" Type="http://schemas.openxmlformats.org/officeDocument/2006/relationships/image" Target="../media/image8.png"/><Relationship Id="rId22" Type="http://schemas.openxmlformats.org/officeDocument/2006/relationships/image" Target="../media/image12.png"/><Relationship Id="rId27" Type="http://schemas.openxmlformats.org/officeDocument/2006/relationships/customXml" Target="../ink/ink60.xml"/><Relationship Id="rId30" Type="http://schemas.openxmlformats.org/officeDocument/2006/relationships/image" Target="../media/image16.png"/><Relationship Id="rId35" Type="http://schemas.openxmlformats.org/officeDocument/2006/relationships/customXml" Target="../ink/ink64.xml"/><Relationship Id="rId43" Type="http://schemas.openxmlformats.org/officeDocument/2006/relationships/customXml" Target="../ink/ink68.xml"/><Relationship Id="rId48" Type="http://schemas.openxmlformats.org/officeDocument/2006/relationships/image" Target="../media/image25.png"/><Relationship Id="rId56" Type="http://schemas.openxmlformats.org/officeDocument/2006/relationships/image" Target="../media/image29.png"/><Relationship Id="rId8" Type="http://schemas.openxmlformats.org/officeDocument/2006/relationships/image" Target="../media/image5.png"/><Relationship Id="rId51" Type="http://schemas.openxmlformats.org/officeDocument/2006/relationships/customXml" Target="../ink/ink72.xml"/><Relationship Id="rId3" Type="http://schemas.openxmlformats.org/officeDocument/2006/relationships/customXml" Target="../ink/ink48.xml"/><Relationship Id="rId12" Type="http://schemas.openxmlformats.org/officeDocument/2006/relationships/image" Target="../media/image7.png"/><Relationship Id="rId17" Type="http://schemas.openxmlformats.org/officeDocument/2006/relationships/customXml" Target="../ink/ink55.xml"/><Relationship Id="rId25" Type="http://schemas.openxmlformats.org/officeDocument/2006/relationships/customXml" Target="../ink/ink59.xml"/><Relationship Id="rId33" Type="http://schemas.openxmlformats.org/officeDocument/2006/relationships/customXml" Target="../ink/ink63.xml"/><Relationship Id="rId38" Type="http://schemas.openxmlformats.org/officeDocument/2006/relationships/image" Target="../media/image20.png"/><Relationship Id="rId46" Type="http://schemas.openxmlformats.org/officeDocument/2006/relationships/image" Target="../media/image24.png"/><Relationship Id="rId59" Type="http://schemas.openxmlformats.org/officeDocument/2006/relationships/customXml" Target="../ink/ink76.xml"/><Relationship Id="rId20" Type="http://schemas.openxmlformats.org/officeDocument/2006/relationships/image" Target="../media/image11.png"/><Relationship Id="rId41" Type="http://schemas.openxmlformats.org/officeDocument/2006/relationships/customXml" Target="../ink/ink67.xml"/><Relationship Id="rId54" Type="http://schemas.openxmlformats.org/officeDocument/2006/relationships/image" Target="../media/image28.png"/><Relationship Id="rId6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5" Type="http://schemas.openxmlformats.org/officeDocument/2006/relationships/customXml" Target="../ink/ink54.xml"/><Relationship Id="rId23" Type="http://schemas.openxmlformats.org/officeDocument/2006/relationships/customXml" Target="../ink/ink58.xml"/><Relationship Id="rId28" Type="http://schemas.openxmlformats.org/officeDocument/2006/relationships/image" Target="../media/image15.png"/><Relationship Id="rId36" Type="http://schemas.openxmlformats.org/officeDocument/2006/relationships/image" Target="../media/image19.png"/><Relationship Id="rId49" Type="http://schemas.openxmlformats.org/officeDocument/2006/relationships/customXml" Target="../ink/ink71.xml"/><Relationship Id="rId57" Type="http://schemas.openxmlformats.org/officeDocument/2006/relationships/customXml" Target="../ink/ink75.xml"/><Relationship Id="rId10" Type="http://schemas.openxmlformats.org/officeDocument/2006/relationships/image" Target="../media/image6.png"/><Relationship Id="rId31" Type="http://schemas.openxmlformats.org/officeDocument/2006/relationships/customXml" Target="../ink/ink62.xml"/><Relationship Id="rId44" Type="http://schemas.openxmlformats.org/officeDocument/2006/relationships/image" Target="../media/image23.png"/><Relationship Id="rId52" Type="http://schemas.openxmlformats.org/officeDocument/2006/relationships/image" Target="../media/image27.png"/><Relationship Id="rId60" Type="http://schemas.openxmlformats.org/officeDocument/2006/relationships/image" Target="../media/image31.png"/><Relationship Id="rId4" Type="http://schemas.openxmlformats.org/officeDocument/2006/relationships/image" Target="../media/image3.png"/><Relationship Id="rId9" Type="http://schemas.openxmlformats.org/officeDocument/2006/relationships/customXml" Target="../ink/ink51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8.png"/><Relationship Id="rId18" Type="http://schemas.openxmlformats.org/officeDocument/2006/relationships/customXml" Target="../ink/ink86.xml"/><Relationship Id="rId26" Type="http://schemas.openxmlformats.org/officeDocument/2006/relationships/customXml" Target="../ink/ink90.xml"/><Relationship Id="rId21" Type="http://schemas.openxmlformats.org/officeDocument/2006/relationships/image" Target="../media/image42.png"/><Relationship Id="rId34" Type="http://schemas.openxmlformats.org/officeDocument/2006/relationships/customXml" Target="../ink/ink94.xml"/><Relationship Id="rId7" Type="http://schemas.openxmlformats.org/officeDocument/2006/relationships/image" Target="../media/image35.png"/><Relationship Id="rId12" Type="http://schemas.openxmlformats.org/officeDocument/2006/relationships/customXml" Target="../ink/ink83.xml"/><Relationship Id="rId17" Type="http://schemas.openxmlformats.org/officeDocument/2006/relationships/image" Target="../media/image40.png"/><Relationship Id="rId25" Type="http://schemas.openxmlformats.org/officeDocument/2006/relationships/image" Target="../media/image44.png"/><Relationship Id="rId33" Type="http://schemas.openxmlformats.org/officeDocument/2006/relationships/image" Target="../media/image48.png"/><Relationship Id="rId2" Type="http://schemas.openxmlformats.org/officeDocument/2006/relationships/customXml" Target="../ink/ink78.xml"/><Relationship Id="rId16" Type="http://schemas.openxmlformats.org/officeDocument/2006/relationships/customXml" Target="../ink/ink85.xml"/><Relationship Id="rId20" Type="http://schemas.openxmlformats.org/officeDocument/2006/relationships/customXml" Target="../ink/ink87.xml"/><Relationship Id="rId29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0.xml"/><Relationship Id="rId11" Type="http://schemas.openxmlformats.org/officeDocument/2006/relationships/image" Target="../media/image37.png"/><Relationship Id="rId24" Type="http://schemas.openxmlformats.org/officeDocument/2006/relationships/customXml" Target="../ink/ink89.xml"/><Relationship Id="rId32" Type="http://schemas.openxmlformats.org/officeDocument/2006/relationships/customXml" Target="../ink/ink93.xml"/><Relationship Id="rId37" Type="http://schemas.openxmlformats.org/officeDocument/2006/relationships/image" Target="../media/image50.png"/><Relationship Id="rId5" Type="http://schemas.openxmlformats.org/officeDocument/2006/relationships/image" Target="../media/image34.png"/><Relationship Id="rId15" Type="http://schemas.openxmlformats.org/officeDocument/2006/relationships/image" Target="../media/image39.png"/><Relationship Id="rId23" Type="http://schemas.openxmlformats.org/officeDocument/2006/relationships/image" Target="../media/image43.png"/><Relationship Id="rId28" Type="http://schemas.openxmlformats.org/officeDocument/2006/relationships/customXml" Target="../ink/ink91.xml"/><Relationship Id="rId36" Type="http://schemas.openxmlformats.org/officeDocument/2006/relationships/customXml" Target="../ink/ink95.xml"/><Relationship Id="rId10" Type="http://schemas.openxmlformats.org/officeDocument/2006/relationships/customXml" Target="../ink/ink82.xml"/><Relationship Id="rId19" Type="http://schemas.openxmlformats.org/officeDocument/2006/relationships/image" Target="../media/image41.png"/><Relationship Id="rId31" Type="http://schemas.openxmlformats.org/officeDocument/2006/relationships/image" Target="../media/image47.png"/><Relationship Id="rId4" Type="http://schemas.openxmlformats.org/officeDocument/2006/relationships/customXml" Target="../ink/ink79.xml"/><Relationship Id="rId9" Type="http://schemas.openxmlformats.org/officeDocument/2006/relationships/image" Target="../media/image36.png"/><Relationship Id="rId14" Type="http://schemas.openxmlformats.org/officeDocument/2006/relationships/customXml" Target="../ink/ink84.xml"/><Relationship Id="rId22" Type="http://schemas.openxmlformats.org/officeDocument/2006/relationships/customXml" Target="../ink/ink88.xml"/><Relationship Id="rId27" Type="http://schemas.openxmlformats.org/officeDocument/2006/relationships/image" Target="../media/image45.png"/><Relationship Id="rId30" Type="http://schemas.openxmlformats.org/officeDocument/2006/relationships/customXml" Target="../ink/ink92.xml"/><Relationship Id="rId35" Type="http://schemas.openxmlformats.org/officeDocument/2006/relationships/image" Target="../media/image49.png"/><Relationship Id="rId8" Type="http://schemas.openxmlformats.org/officeDocument/2006/relationships/customXml" Target="../ink/ink81.xml"/><Relationship Id="rId3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08.xml"/><Relationship Id="rId21" Type="http://schemas.openxmlformats.org/officeDocument/2006/relationships/image" Target="../media/image60.png"/><Relationship Id="rId42" Type="http://schemas.openxmlformats.org/officeDocument/2006/relationships/customXml" Target="../ink/ink116.xml"/><Relationship Id="rId47" Type="http://schemas.openxmlformats.org/officeDocument/2006/relationships/image" Target="../media/image73.png"/><Relationship Id="rId63" Type="http://schemas.openxmlformats.org/officeDocument/2006/relationships/image" Target="../media/image81.png"/><Relationship Id="rId68" Type="http://schemas.openxmlformats.org/officeDocument/2006/relationships/customXml" Target="../ink/ink129.xml"/><Relationship Id="rId16" Type="http://schemas.openxmlformats.org/officeDocument/2006/relationships/customXml" Target="../ink/ink103.xml"/><Relationship Id="rId11" Type="http://schemas.openxmlformats.org/officeDocument/2006/relationships/image" Target="../media/image55.png"/><Relationship Id="rId32" Type="http://schemas.openxmlformats.org/officeDocument/2006/relationships/customXml" Target="../ink/ink111.xml"/><Relationship Id="rId37" Type="http://schemas.openxmlformats.org/officeDocument/2006/relationships/image" Target="../media/image68.png"/><Relationship Id="rId53" Type="http://schemas.openxmlformats.org/officeDocument/2006/relationships/image" Target="../media/image76.png"/><Relationship Id="rId58" Type="http://schemas.openxmlformats.org/officeDocument/2006/relationships/customXml" Target="../ink/ink124.xml"/><Relationship Id="rId74" Type="http://schemas.openxmlformats.org/officeDocument/2006/relationships/customXml" Target="../ink/ink132.xml"/><Relationship Id="rId79" Type="http://schemas.openxmlformats.org/officeDocument/2006/relationships/image" Target="../media/image89.png"/><Relationship Id="rId5" Type="http://schemas.openxmlformats.org/officeDocument/2006/relationships/image" Target="../media/image52.png"/><Relationship Id="rId61" Type="http://schemas.openxmlformats.org/officeDocument/2006/relationships/image" Target="../media/image80.png"/><Relationship Id="rId19" Type="http://schemas.openxmlformats.org/officeDocument/2006/relationships/image" Target="../media/image59.png"/><Relationship Id="rId14" Type="http://schemas.openxmlformats.org/officeDocument/2006/relationships/customXml" Target="../ink/ink102.xml"/><Relationship Id="rId22" Type="http://schemas.openxmlformats.org/officeDocument/2006/relationships/customXml" Target="../ink/ink106.xml"/><Relationship Id="rId27" Type="http://schemas.openxmlformats.org/officeDocument/2006/relationships/image" Target="../media/image63.png"/><Relationship Id="rId30" Type="http://schemas.openxmlformats.org/officeDocument/2006/relationships/customXml" Target="../ink/ink110.xml"/><Relationship Id="rId35" Type="http://schemas.openxmlformats.org/officeDocument/2006/relationships/image" Target="../media/image67.png"/><Relationship Id="rId43" Type="http://schemas.openxmlformats.org/officeDocument/2006/relationships/image" Target="../media/image71.png"/><Relationship Id="rId48" Type="http://schemas.openxmlformats.org/officeDocument/2006/relationships/customXml" Target="../ink/ink119.xml"/><Relationship Id="rId56" Type="http://schemas.openxmlformats.org/officeDocument/2006/relationships/customXml" Target="../ink/ink123.xml"/><Relationship Id="rId64" Type="http://schemas.openxmlformats.org/officeDocument/2006/relationships/customXml" Target="../ink/ink127.xml"/><Relationship Id="rId69" Type="http://schemas.openxmlformats.org/officeDocument/2006/relationships/image" Target="../media/image84.png"/><Relationship Id="rId77" Type="http://schemas.openxmlformats.org/officeDocument/2006/relationships/image" Target="../media/image88.png"/><Relationship Id="rId8" Type="http://schemas.openxmlformats.org/officeDocument/2006/relationships/customXml" Target="../ink/ink99.xml"/><Relationship Id="rId51" Type="http://schemas.openxmlformats.org/officeDocument/2006/relationships/image" Target="../media/image75.png"/><Relationship Id="rId72" Type="http://schemas.openxmlformats.org/officeDocument/2006/relationships/customXml" Target="../ink/ink131.xml"/><Relationship Id="rId80" Type="http://schemas.openxmlformats.org/officeDocument/2006/relationships/customXml" Target="../ink/ink135.xml"/><Relationship Id="rId3" Type="http://schemas.openxmlformats.org/officeDocument/2006/relationships/image" Target="../media/image51.png"/><Relationship Id="rId12" Type="http://schemas.openxmlformats.org/officeDocument/2006/relationships/customXml" Target="../ink/ink101.xml"/><Relationship Id="rId17" Type="http://schemas.openxmlformats.org/officeDocument/2006/relationships/image" Target="../media/image58.png"/><Relationship Id="rId25" Type="http://schemas.openxmlformats.org/officeDocument/2006/relationships/image" Target="../media/image62.png"/><Relationship Id="rId33" Type="http://schemas.openxmlformats.org/officeDocument/2006/relationships/image" Target="../media/image66.png"/><Relationship Id="rId38" Type="http://schemas.openxmlformats.org/officeDocument/2006/relationships/customXml" Target="../ink/ink114.xml"/><Relationship Id="rId46" Type="http://schemas.openxmlformats.org/officeDocument/2006/relationships/customXml" Target="../ink/ink118.xml"/><Relationship Id="rId59" Type="http://schemas.openxmlformats.org/officeDocument/2006/relationships/image" Target="../media/image79.png"/><Relationship Id="rId67" Type="http://schemas.openxmlformats.org/officeDocument/2006/relationships/image" Target="../media/image83.png"/><Relationship Id="rId20" Type="http://schemas.openxmlformats.org/officeDocument/2006/relationships/customXml" Target="../ink/ink105.xml"/><Relationship Id="rId41" Type="http://schemas.openxmlformats.org/officeDocument/2006/relationships/image" Target="../media/image70.png"/><Relationship Id="rId54" Type="http://schemas.openxmlformats.org/officeDocument/2006/relationships/customXml" Target="../ink/ink122.xml"/><Relationship Id="rId62" Type="http://schemas.openxmlformats.org/officeDocument/2006/relationships/customXml" Target="../ink/ink126.xml"/><Relationship Id="rId70" Type="http://schemas.openxmlformats.org/officeDocument/2006/relationships/customXml" Target="../ink/ink130.xml"/><Relationship Id="rId75" Type="http://schemas.openxmlformats.org/officeDocument/2006/relationships/image" Target="../media/image8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8.xml"/><Relationship Id="rId15" Type="http://schemas.openxmlformats.org/officeDocument/2006/relationships/image" Target="../media/image57.png"/><Relationship Id="rId23" Type="http://schemas.openxmlformats.org/officeDocument/2006/relationships/image" Target="../media/image61.png"/><Relationship Id="rId28" Type="http://schemas.openxmlformats.org/officeDocument/2006/relationships/customXml" Target="../ink/ink109.xml"/><Relationship Id="rId36" Type="http://schemas.openxmlformats.org/officeDocument/2006/relationships/customXml" Target="../ink/ink113.xml"/><Relationship Id="rId49" Type="http://schemas.openxmlformats.org/officeDocument/2006/relationships/image" Target="../media/image74.png"/><Relationship Id="rId57" Type="http://schemas.openxmlformats.org/officeDocument/2006/relationships/image" Target="../media/image78.png"/><Relationship Id="rId10" Type="http://schemas.openxmlformats.org/officeDocument/2006/relationships/customXml" Target="../ink/ink100.xml"/><Relationship Id="rId31" Type="http://schemas.openxmlformats.org/officeDocument/2006/relationships/image" Target="../media/image65.png"/><Relationship Id="rId44" Type="http://schemas.openxmlformats.org/officeDocument/2006/relationships/customXml" Target="../ink/ink117.xml"/><Relationship Id="rId52" Type="http://schemas.openxmlformats.org/officeDocument/2006/relationships/customXml" Target="../ink/ink121.xml"/><Relationship Id="rId60" Type="http://schemas.openxmlformats.org/officeDocument/2006/relationships/customXml" Target="../ink/ink125.xml"/><Relationship Id="rId65" Type="http://schemas.openxmlformats.org/officeDocument/2006/relationships/image" Target="../media/image82.png"/><Relationship Id="rId73" Type="http://schemas.openxmlformats.org/officeDocument/2006/relationships/image" Target="../media/image86.png"/><Relationship Id="rId78" Type="http://schemas.openxmlformats.org/officeDocument/2006/relationships/customXml" Target="../ink/ink134.xml"/><Relationship Id="rId81" Type="http://schemas.openxmlformats.org/officeDocument/2006/relationships/image" Target="../media/image90.png"/><Relationship Id="rId4" Type="http://schemas.openxmlformats.org/officeDocument/2006/relationships/customXml" Target="../ink/ink97.xml"/><Relationship Id="rId9" Type="http://schemas.openxmlformats.org/officeDocument/2006/relationships/image" Target="../media/image54.png"/><Relationship Id="rId13" Type="http://schemas.openxmlformats.org/officeDocument/2006/relationships/image" Target="../media/image56.png"/><Relationship Id="rId18" Type="http://schemas.openxmlformats.org/officeDocument/2006/relationships/customXml" Target="../ink/ink104.xml"/><Relationship Id="rId39" Type="http://schemas.openxmlformats.org/officeDocument/2006/relationships/image" Target="../media/image69.png"/><Relationship Id="rId34" Type="http://schemas.openxmlformats.org/officeDocument/2006/relationships/customXml" Target="../ink/ink112.xml"/><Relationship Id="rId50" Type="http://schemas.openxmlformats.org/officeDocument/2006/relationships/customXml" Target="../ink/ink120.xml"/><Relationship Id="rId55" Type="http://schemas.openxmlformats.org/officeDocument/2006/relationships/image" Target="../media/image77.png"/><Relationship Id="rId76" Type="http://schemas.openxmlformats.org/officeDocument/2006/relationships/customXml" Target="../ink/ink133.xml"/><Relationship Id="rId7" Type="http://schemas.openxmlformats.org/officeDocument/2006/relationships/image" Target="../media/image53.png"/><Relationship Id="rId71" Type="http://schemas.openxmlformats.org/officeDocument/2006/relationships/image" Target="../media/image85.png"/><Relationship Id="rId2" Type="http://schemas.openxmlformats.org/officeDocument/2006/relationships/customXml" Target="../ink/ink96.xml"/><Relationship Id="rId29" Type="http://schemas.openxmlformats.org/officeDocument/2006/relationships/image" Target="../media/image64.png"/><Relationship Id="rId24" Type="http://schemas.openxmlformats.org/officeDocument/2006/relationships/customXml" Target="../ink/ink107.xml"/><Relationship Id="rId40" Type="http://schemas.openxmlformats.org/officeDocument/2006/relationships/customXml" Target="../ink/ink115.xml"/><Relationship Id="rId45" Type="http://schemas.openxmlformats.org/officeDocument/2006/relationships/image" Target="../media/image72.png"/><Relationship Id="rId66" Type="http://schemas.openxmlformats.org/officeDocument/2006/relationships/customXml" Target="../ink/ink128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3.png"/><Relationship Id="rId18" Type="http://schemas.openxmlformats.org/officeDocument/2006/relationships/customXml" Target="../ink/ink144.xml"/><Relationship Id="rId26" Type="http://schemas.openxmlformats.org/officeDocument/2006/relationships/customXml" Target="../ink/ink148.xml"/><Relationship Id="rId39" Type="http://schemas.openxmlformats.org/officeDocument/2006/relationships/image" Target="../media/image156.png"/><Relationship Id="rId21" Type="http://schemas.openxmlformats.org/officeDocument/2006/relationships/image" Target="../media/image147.png"/><Relationship Id="rId34" Type="http://schemas.openxmlformats.org/officeDocument/2006/relationships/customXml" Target="../ink/ink152.xml"/><Relationship Id="rId42" Type="http://schemas.openxmlformats.org/officeDocument/2006/relationships/customXml" Target="../ink/ink156.xml"/><Relationship Id="rId7" Type="http://schemas.openxmlformats.org/officeDocument/2006/relationships/image" Target="../media/image93.png"/><Relationship Id="rId2" Type="http://schemas.openxmlformats.org/officeDocument/2006/relationships/customXml" Target="../ink/ink136.xml"/><Relationship Id="rId16" Type="http://schemas.openxmlformats.org/officeDocument/2006/relationships/customXml" Target="../ink/ink143.xml"/><Relationship Id="rId29" Type="http://schemas.openxmlformats.org/officeDocument/2006/relationships/image" Target="../media/image15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38.xml"/><Relationship Id="rId11" Type="http://schemas.openxmlformats.org/officeDocument/2006/relationships/image" Target="../media/image142.png"/><Relationship Id="rId24" Type="http://schemas.openxmlformats.org/officeDocument/2006/relationships/customXml" Target="../ink/ink147.xml"/><Relationship Id="rId32" Type="http://schemas.openxmlformats.org/officeDocument/2006/relationships/customXml" Target="../ink/ink151.xml"/><Relationship Id="rId37" Type="http://schemas.openxmlformats.org/officeDocument/2006/relationships/image" Target="../media/image155.png"/><Relationship Id="rId40" Type="http://schemas.openxmlformats.org/officeDocument/2006/relationships/customXml" Target="../ink/ink155.xml"/><Relationship Id="rId45" Type="http://schemas.openxmlformats.org/officeDocument/2006/relationships/image" Target="../media/image159.png"/><Relationship Id="rId5" Type="http://schemas.openxmlformats.org/officeDocument/2006/relationships/image" Target="../media/image92.png"/><Relationship Id="rId15" Type="http://schemas.openxmlformats.org/officeDocument/2006/relationships/image" Target="../media/image144.png"/><Relationship Id="rId23" Type="http://schemas.openxmlformats.org/officeDocument/2006/relationships/image" Target="../media/image148.png"/><Relationship Id="rId28" Type="http://schemas.openxmlformats.org/officeDocument/2006/relationships/customXml" Target="../ink/ink149.xml"/><Relationship Id="rId36" Type="http://schemas.openxmlformats.org/officeDocument/2006/relationships/customXml" Target="../ink/ink153.xml"/><Relationship Id="rId10" Type="http://schemas.openxmlformats.org/officeDocument/2006/relationships/customXml" Target="../ink/ink140.xml"/><Relationship Id="rId19" Type="http://schemas.openxmlformats.org/officeDocument/2006/relationships/image" Target="../media/image146.png"/><Relationship Id="rId31" Type="http://schemas.openxmlformats.org/officeDocument/2006/relationships/image" Target="../media/image152.png"/><Relationship Id="rId44" Type="http://schemas.openxmlformats.org/officeDocument/2006/relationships/customXml" Target="../ink/ink157.xml"/><Relationship Id="rId4" Type="http://schemas.openxmlformats.org/officeDocument/2006/relationships/customXml" Target="../ink/ink137.xml"/><Relationship Id="rId9" Type="http://schemas.openxmlformats.org/officeDocument/2006/relationships/image" Target="../media/image141.png"/><Relationship Id="rId14" Type="http://schemas.openxmlformats.org/officeDocument/2006/relationships/customXml" Target="../ink/ink142.xml"/><Relationship Id="rId22" Type="http://schemas.openxmlformats.org/officeDocument/2006/relationships/customXml" Target="../ink/ink146.xml"/><Relationship Id="rId27" Type="http://schemas.openxmlformats.org/officeDocument/2006/relationships/image" Target="../media/image150.png"/><Relationship Id="rId30" Type="http://schemas.openxmlformats.org/officeDocument/2006/relationships/customXml" Target="../ink/ink150.xml"/><Relationship Id="rId35" Type="http://schemas.openxmlformats.org/officeDocument/2006/relationships/image" Target="../media/image154.png"/><Relationship Id="rId43" Type="http://schemas.openxmlformats.org/officeDocument/2006/relationships/image" Target="../media/image158.png"/><Relationship Id="rId8" Type="http://schemas.openxmlformats.org/officeDocument/2006/relationships/customXml" Target="../ink/ink139.xml"/><Relationship Id="rId3" Type="http://schemas.openxmlformats.org/officeDocument/2006/relationships/image" Target="../media/image91.png"/><Relationship Id="rId12" Type="http://schemas.openxmlformats.org/officeDocument/2006/relationships/customXml" Target="../ink/ink141.xml"/><Relationship Id="rId17" Type="http://schemas.openxmlformats.org/officeDocument/2006/relationships/image" Target="../media/image145.png"/><Relationship Id="rId25" Type="http://schemas.openxmlformats.org/officeDocument/2006/relationships/image" Target="../media/image149.png"/><Relationship Id="rId33" Type="http://schemas.openxmlformats.org/officeDocument/2006/relationships/image" Target="../media/image153.png"/><Relationship Id="rId38" Type="http://schemas.openxmlformats.org/officeDocument/2006/relationships/customXml" Target="../ink/ink154.xml"/><Relationship Id="rId20" Type="http://schemas.openxmlformats.org/officeDocument/2006/relationships/customXml" Target="../ink/ink145.xml"/><Relationship Id="rId41" Type="http://schemas.openxmlformats.org/officeDocument/2006/relationships/image" Target="../media/image15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8.png"/><Relationship Id="rId18" Type="http://schemas.openxmlformats.org/officeDocument/2006/relationships/customXml" Target="../ink/ink165.xml"/><Relationship Id="rId26" Type="http://schemas.openxmlformats.org/officeDocument/2006/relationships/image" Target="../media/image174.png"/><Relationship Id="rId39" Type="http://schemas.openxmlformats.org/officeDocument/2006/relationships/customXml" Target="../ink/ink176.xml"/><Relationship Id="rId21" Type="http://schemas.openxmlformats.org/officeDocument/2006/relationships/customXml" Target="../ink/ink167.xml"/><Relationship Id="rId34" Type="http://schemas.openxmlformats.org/officeDocument/2006/relationships/image" Target="../media/image178.png"/><Relationship Id="rId42" Type="http://schemas.openxmlformats.org/officeDocument/2006/relationships/image" Target="../media/image182.png"/><Relationship Id="rId47" Type="http://schemas.openxmlformats.org/officeDocument/2006/relationships/customXml" Target="../ink/ink180.xml"/><Relationship Id="rId50" Type="http://schemas.openxmlformats.org/officeDocument/2006/relationships/image" Target="../media/image186.png"/><Relationship Id="rId55" Type="http://schemas.openxmlformats.org/officeDocument/2006/relationships/customXml" Target="../ink/ink184.xml"/><Relationship Id="rId7" Type="http://schemas.openxmlformats.org/officeDocument/2006/relationships/image" Target="../media/image165.png"/><Relationship Id="rId2" Type="http://schemas.openxmlformats.org/officeDocument/2006/relationships/image" Target="../media/image162.png"/><Relationship Id="rId16" Type="http://schemas.openxmlformats.org/officeDocument/2006/relationships/customXml" Target="../ink/ink164.xml"/><Relationship Id="rId29" Type="http://schemas.openxmlformats.org/officeDocument/2006/relationships/customXml" Target="../ink/ink171.xml"/><Relationship Id="rId11" Type="http://schemas.openxmlformats.org/officeDocument/2006/relationships/image" Target="../media/image167.png"/><Relationship Id="rId24" Type="http://schemas.openxmlformats.org/officeDocument/2006/relationships/image" Target="../media/image173.png"/><Relationship Id="rId32" Type="http://schemas.openxmlformats.org/officeDocument/2006/relationships/image" Target="../media/image177.png"/><Relationship Id="rId37" Type="http://schemas.openxmlformats.org/officeDocument/2006/relationships/customXml" Target="../ink/ink175.xml"/><Relationship Id="rId40" Type="http://schemas.openxmlformats.org/officeDocument/2006/relationships/image" Target="../media/image181.png"/><Relationship Id="rId45" Type="http://schemas.openxmlformats.org/officeDocument/2006/relationships/customXml" Target="../ink/ink179.xml"/><Relationship Id="rId53" Type="http://schemas.openxmlformats.org/officeDocument/2006/relationships/customXml" Target="../ink/ink183.xml"/><Relationship Id="rId58" Type="http://schemas.openxmlformats.org/officeDocument/2006/relationships/image" Target="../media/image190.png"/><Relationship Id="rId5" Type="http://schemas.openxmlformats.org/officeDocument/2006/relationships/image" Target="../media/image164.png"/><Relationship Id="rId19" Type="http://schemas.openxmlformats.org/officeDocument/2006/relationships/customXml" Target="../ink/ink166.xml"/><Relationship Id="rId4" Type="http://schemas.openxmlformats.org/officeDocument/2006/relationships/customXml" Target="../ink/ink158.xml"/><Relationship Id="rId9" Type="http://schemas.openxmlformats.org/officeDocument/2006/relationships/image" Target="../media/image166.png"/><Relationship Id="rId14" Type="http://schemas.openxmlformats.org/officeDocument/2006/relationships/customXml" Target="../ink/ink163.xml"/><Relationship Id="rId22" Type="http://schemas.openxmlformats.org/officeDocument/2006/relationships/image" Target="../media/image172.png"/><Relationship Id="rId27" Type="http://schemas.openxmlformats.org/officeDocument/2006/relationships/customXml" Target="../ink/ink170.xml"/><Relationship Id="rId30" Type="http://schemas.openxmlformats.org/officeDocument/2006/relationships/image" Target="../media/image176.png"/><Relationship Id="rId35" Type="http://schemas.openxmlformats.org/officeDocument/2006/relationships/customXml" Target="../ink/ink174.xml"/><Relationship Id="rId43" Type="http://schemas.openxmlformats.org/officeDocument/2006/relationships/customXml" Target="../ink/ink178.xml"/><Relationship Id="rId48" Type="http://schemas.openxmlformats.org/officeDocument/2006/relationships/image" Target="../media/image185.png"/><Relationship Id="rId56" Type="http://schemas.openxmlformats.org/officeDocument/2006/relationships/image" Target="../media/image189.png"/><Relationship Id="rId8" Type="http://schemas.openxmlformats.org/officeDocument/2006/relationships/customXml" Target="../ink/ink160.xml"/><Relationship Id="rId51" Type="http://schemas.openxmlformats.org/officeDocument/2006/relationships/customXml" Target="../ink/ink182.xml"/><Relationship Id="rId3" Type="http://schemas.openxmlformats.org/officeDocument/2006/relationships/image" Target="../media/image163.png"/><Relationship Id="rId12" Type="http://schemas.openxmlformats.org/officeDocument/2006/relationships/customXml" Target="../ink/ink162.xml"/><Relationship Id="rId17" Type="http://schemas.openxmlformats.org/officeDocument/2006/relationships/image" Target="../media/image170.png"/><Relationship Id="rId25" Type="http://schemas.openxmlformats.org/officeDocument/2006/relationships/customXml" Target="../ink/ink169.xml"/><Relationship Id="rId33" Type="http://schemas.openxmlformats.org/officeDocument/2006/relationships/customXml" Target="../ink/ink173.xml"/><Relationship Id="rId38" Type="http://schemas.openxmlformats.org/officeDocument/2006/relationships/image" Target="../media/image180.png"/><Relationship Id="rId46" Type="http://schemas.openxmlformats.org/officeDocument/2006/relationships/image" Target="../media/image184.png"/><Relationship Id="rId59" Type="http://schemas.openxmlformats.org/officeDocument/2006/relationships/customXml" Target="../ink/ink186.xml"/><Relationship Id="rId20" Type="http://schemas.openxmlformats.org/officeDocument/2006/relationships/image" Target="../media/image171.png"/><Relationship Id="rId41" Type="http://schemas.openxmlformats.org/officeDocument/2006/relationships/customXml" Target="../ink/ink177.xml"/><Relationship Id="rId54" Type="http://schemas.openxmlformats.org/officeDocument/2006/relationships/image" Target="../media/image188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59.xml"/><Relationship Id="rId15" Type="http://schemas.openxmlformats.org/officeDocument/2006/relationships/image" Target="../media/image169.png"/><Relationship Id="rId23" Type="http://schemas.openxmlformats.org/officeDocument/2006/relationships/customXml" Target="../ink/ink168.xml"/><Relationship Id="rId28" Type="http://schemas.openxmlformats.org/officeDocument/2006/relationships/image" Target="../media/image175.png"/><Relationship Id="rId36" Type="http://schemas.openxmlformats.org/officeDocument/2006/relationships/image" Target="../media/image179.png"/><Relationship Id="rId49" Type="http://schemas.openxmlformats.org/officeDocument/2006/relationships/customXml" Target="../ink/ink181.xml"/><Relationship Id="rId57" Type="http://schemas.openxmlformats.org/officeDocument/2006/relationships/customXml" Target="../ink/ink185.xml"/><Relationship Id="rId10" Type="http://schemas.openxmlformats.org/officeDocument/2006/relationships/customXml" Target="../ink/ink161.xml"/><Relationship Id="rId31" Type="http://schemas.openxmlformats.org/officeDocument/2006/relationships/customXml" Target="../ink/ink172.xml"/><Relationship Id="rId44" Type="http://schemas.openxmlformats.org/officeDocument/2006/relationships/image" Target="../media/image183.png"/><Relationship Id="rId52" Type="http://schemas.openxmlformats.org/officeDocument/2006/relationships/image" Target="../media/image187.png"/><Relationship Id="rId60" Type="http://schemas.openxmlformats.org/officeDocument/2006/relationships/image" Target="../media/image191.png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99.xml"/><Relationship Id="rId21" Type="http://schemas.openxmlformats.org/officeDocument/2006/relationships/image" Target="../media/image201.png"/><Relationship Id="rId42" Type="http://schemas.openxmlformats.org/officeDocument/2006/relationships/customXml" Target="../ink/ink207.xml"/><Relationship Id="rId47" Type="http://schemas.openxmlformats.org/officeDocument/2006/relationships/image" Target="../media/image214.png"/><Relationship Id="rId63" Type="http://schemas.openxmlformats.org/officeDocument/2006/relationships/image" Target="../media/image222.png"/><Relationship Id="rId68" Type="http://schemas.openxmlformats.org/officeDocument/2006/relationships/customXml" Target="../ink/ink220.xml"/><Relationship Id="rId16" Type="http://schemas.openxmlformats.org/officeDocument/2006/relationships/customXml" Target="../ink/ink194.xml"/><Relationship Id="rId11" Type="http://schemas.openxmlformats.org/officeDocument/2006/relationships/image" Target="../media/image196.png"/><Relationship Id="rId32" Type="http://schemas.openxmlformats.org/officeDocument/2006/relationships/customXml" Target="../ink/ink202.xml"/><Relationship Id="rId37" Type="http://schemas.openxmlformats.org/officeDocument/2006/relationships/image" Target="../media/image209.png"/><Relationship Id="rId53" Type="http://schemas.openxmlformats.org/officeDocument/2006/relationships/image" Target="../media/image217.png"/><Relationship Id="rId58" Type="http://schemas.openxmlformats.org/officeDocument/2006/relationships/customXml" Target="../ink/ink215.xml"/><Relationship Id="rId74" Type="http://schemas.openxmlformats.org/officeDocument/2006/relationships/customXml" Target="../ink/ink223.xml"/><Relationship Id="rId79" Type="http://schemas.openxmlformats.org/officeDocument/2006/relationships/image" Target="../media/image230.png"/><Relationship Id="rId5" Type="http://schemas.openxmlformats.org/officeDocument/2006/relationships/image" Target="../media/image193.png"/><Relationship Id="rId61" Type="http://schemas.openxmlformats.org/officeDocument/2006/relationships/image" Target="../media/image221.png"/><Relationship Id="rId82" Type="http://schemas.openxmlformats.org/officeDocument/2006/relationships/customXml" Target="../ink/ink227.xml"/><Relationship Id="rId19" Type="http://schemas.openxmlformats.org/officeDocument/2006/relationships/image" Target="../media/image200.png"/><Relationship Id="rId14" Type="http://schemas.openxmlformats.org/officeDocument/2006/relationships/customXml" Target="../ink/ink193.xml"/><Relationship Id="rId22" Type="http://schemas.openxmlformats.org/officeDocument/2006/relationships/customXml" Target="../ink/ink197.xml"/><Relationship Id="rId27" Type="http://schemas.openxmlformats.org/officeDocument/2006/relationships/image" Target="../media/image204.png"/><Relationship Id="rId30" Type="http://schemas.openxmlformats.org/officeDocument/2006/relationships/customXml" Target="../ink/ink201.xml"/><Relationship Id="rId35" Type="http://schemas.openxmlformats.org/officeDocument/2006/relationships/image" Target="../media/image208.png"/><Relationship Id="rId43" Type="http://schemas.openxmlformats.org/officeDocument/2006/relationships/image" Target="../media/image212.png"/><Relationship Id="rId48" Type="http://schemas.openxmlformats.org/officeDocument/2006/relationships/customXml" Target="../ink/ink210.xml"/><Relationship Id="rId56" Type="http://schemas.openxmlformats.org/officeDocument/2006/relationships/customXml" Target="../ink/ink214.xml"/><Relationship Id="rId64" Type="http://schemas.openxmlformats.org/officeDocument/2006/relationships/customXml" Target="../ink/ink218.xml"/><Relationship Id="rId69" Type="http://schemas.openxmlformats.org/officeDocument/2006/relationships/image" Target="../media/image225.png"/><Relationship Id="rId77" Type="http://schemas.openxmlformats.org/officeDocument/2006/relationships/image" Target="../media/image229.png"/><Relationship Id="rId8" Type="http://schemas.openxmlformats.org/officeDocument/2006/relationships/customXml" Target="../ink/ink190.xml"/><Relationship Id="rId51" Type="http://schemas.openxmlformats.org/officeDocument/2006/relationships/image" Target="../media/image216.png"/><Relationship Id="rId72" Type="http://schemas.openxmlformats.org/officeDocument/2006/relationships/customXml" Target="../ink/ink222.xml"/><Relationship Id="rId80" Type="http://schemas.openxmlformats.org/officeDocument/2006/relationships/customXml" Target="../ink/ink226.xml"/><Relationship Id="rId3" Type="http://schemas.openxmlformats.org/officeDocument/2006/relationships/image" Target="../media/image192.png"/><Relationship Id="rId12" Type="http://schemas.openxmlformats.org/officeDocument/2006/relationships/customXml" Target="../ink/ink192.xml"/><Relationship Id="rId17" Type="http://schemas.openxmlformats.org/officeDocument/2006/relationships/image" Target="../media/image199.png"/><Relationship Id="rId25" Type="http://schemas.openxmlformats.org/officeDocument/2006/relationships/image" Target="../media/image203.png"/><Relationship Id="rId33" Type="http://schemas.openxmlformats.org/officeDocument/2006/relationships/image" Target="../media/image207.png"/><Relationship Id="rId38" Type="http://schemas.openxmlformats.org/officeDocument/2006/relationships/customXml" Target="../ink/ink205.xml"/><Relationship Id="rId46" Type="http://schemas.openxmlformats.org/officeDocument/2006/relationships/customXml" Target="../ink/ink209.xml"/><Relationship Id="rId59" Type="http://schemas.openxmlformats.org/officeDocument/2006/relationships/image" Target="../media/image220.png"/><Relationship Id="rId67" Type="http://schemas.openxmlformats.org/officeDocument/2006/relationships/image" Target="../media/image224.png"/><Relationship Id="rId20" Type="http://schemas.openxmlformats.org/officeDocument/2006/relationships/customXml" Target="../ink/ink196.xml"/><Relationship Id="rId41" Type="http://schemas.openxmlformats.org/officeDocument/2006/relationships/image" Target="../media/image211.png"/><Relationship Id="rId54" Type="http://schemas.openxmlformats.org/officeDocument/2006/relationships/customXml" Target="../ink/ink213.xml"/><Relationship Id="rId62" Type="http://schemas.openxmlformats.org/officeDocument/2006/relationships/customXml" Target="../ink/ink217.xml"/><Relationship Id="rId70" Type="http://schemas.openxmlformats.org/officeDocument/2006/relationships/customXml" Target="../ink/ink221.xml"/><Relationship Id="rId75" Type="http://schemas.openxmlformats.org/officeDocument/2006/relationships/image" Target="../media/image228.png"/><Relationship Id="rId83" Type="http://schemas.openxmlformats.org/officeDocument/2006/relationships/image" Target="../media/image23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89.xml"/><Relationship Id="rId15" Type="http://schemas.openxmlformats.org/officeDocument/2006/relationships/image" Target="../media/image198.png"/><Relationship Id="rId23" Type="http://schemas.openxmlformats.org/officeDocument/2006/relationships/image" Target="../media/image202.png"/><Relationship Id="rId28" Type="http://schemas.openxmlformats.org/officeDocument/2006/relationships/customXml" Target="../ink/ink200.xml"/><Relationship Id="rId36" Type="http://schemas.openxmlformats.org/officeDocument/2006/relationships/customXml" Target="../ink/ink204.xml"/><Relationship Id="rId49" Type="http://schemas.openxmlformats.org/officeDocument/2006/relationships/image" Target="../media/image215.png"/><Relationship Id="rId57" Type="http://schemas.openxmlformats.org/officeDocument/2006/relationships/image" Target="../media/image219.png"/><Relationship Id="rId10" Type="http://schemas.openxmlformats.org/officeDocument/2006/relationships/customXml" Target="../ink/ink191.xml"/><Relationship Id="rId31" Type="http://schemas.openxmlformats.org/officeDocument/2006/relationships/image" Target="../media/image206.png"/><Relationship Id="rId44" Type="http://schemas.openxmlformats.org/officeDocument/2006/relationships/customXml" Target="../ink/ink208.xml"/><Relationship Id="rId52" Type="http://schemas.openxmlformats.org/officeDocument/2006/relationships/customXml" Target="../ink/ink212.xml"/><Relationship Id="rId60" Type="http://schemas.openxmlformats.org/officeDocument/2006/relationships/customXml" Target="../ink/ink216.xml"/><Relationship Id="rId65" Type="http://schemas.openxmlformats.org/officeDocument/2006/relationships/image" Target="../media/image223.png"/><Relationship Id="rId73" Type="http://schemas.openxmlformats.org/officeDocument/2006/relationships/image" Target="../media/image227.png"/><Relationship Id="rId78" Type="http://schemas.openxmlformats.org/officeDocument/2006/relationships/customXml" Target="../ink/ink225.xml"/><Relationship Id="rId81" Type="http://schemas.openxmlformats.org/officeDocument/2006/relationships/image" Target="../media/image231.png"/><Relationship Id="rId4" Type="http://schemas.openxmlformats.org/officeDocument/2006/relationships/customXml" Target="../ink/ink188.xml"/><Relationship Id="rId9" Type="http://schemas.openxmlformats.org/officeDocument/2006/relationships/image" Target="../media/image195.png"/><Relationship Id="rId13" Type="http://schemas.openxmlformats.org/officeDocument/2006/relationships/image" Target="../media/image197.png"/><Relationship Id="rId18" Type="http://schemas.openxmlformats.org/officeDocument/2006/relationships/customXml" Target="../ink/ink195.xml"/><Relationship Id="rId39" Type="http://schemas.openxmlformats.org/officeDocument/2006/relationships/image" Target="../media/image210.png"/><Relationship Id="rId34" Type="http://schemas.openxmlformats.org/officeDocument/2006/relationships/customXml" Target="../ink/ink203.xml"/><Relationship Id="rId50" Type="http://schemas.openxmlformats.org/officeDocument/2006/relationships/customXml" Target="../ink/ink211.xml"/><Relationship Id="rId55" Type="http://schemas.openxmlformats.org/officeDocument/2006/relationships/image" Target="../media/image218.png"/><Relationship Id="rId76" Type="http://schemas.openxmlformats.org/officeDocument/2006/relationships/customXml" Target="../ink/ink224.xml"/><Relationship Id="rId7" Type="http://schemas.openxmlformats.org/officeDocument/2006/relationships/image" Target="../media/image194.png"/><Relationship Id="rId71" Type="http://schemas.openxmlformats.org/officeDocument/2006/relationships/image" Target="../media/image226.png"/><Relationship Id="rId2" Type="http://schemas.openxmlformats.org/officeDocument/2006/relationships/customXml" Target="../ink/ink187.xml"/><Relationship Id="rId29" Type="http://schemas.openxmlformats.org/officeDocument/2006/relationships/image" Target="../media/image205.png"/><Relationship Id="rId24" Type="http://schemas.openxmlformats.org/officeDocument/2006/relationships/customXml" Target="../ink/ink198.xml"/><Relationship Id="rId40" Type="http://schemas.openxmlformats.org/officeDocument/2006/relationships/customXml" Target="../ink/ink206.xml"/><Relationship Id="rId45" Type="http://schemas.openxmlformats.org/officeDocument/2006/relationships/image" Target="../media/image213.png"/><Relationship Id="rId66" Type="http://schemas.openxmlformats.org/officeDocument/2006/relationships/customXml" Target="../ink/ink219.xml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8.png"/><Relationship Id="rId18" Type="http://schemas.openxmlformats.org/officeDocument/2006/relationships/customXml" Target="../ink/ink236.xml"/><Relationship Id="rId26" Type="http://schemas.openxmlformats.org/officeDocument/2006/relationships/customXml" Target="../ink/ink240.xml"/><Relationship Id="rId39" Type="http://schemas.openxmlformats.org/officeDocument/2006/relationships/image" Target="../media/image251.png"/><Relationship Id="rId21" Type="http://schemas.openxmlformats.org/officeDocument/2006/relationships/image" Target="../media/image242.png"/><Relationship Id="rId34" Type="http://schemas.openxmlformats.org/officeDocument/2006/relationships/customXml" Target="../ink/ink244.xml"/><Relationship Id="rId42" Type="http://schemas.openxmlformats.org/officeDocument/2006/relationships/customXml" Target="../ink/ink248.xml"/><Relationship Id="rId47" Type="http://schemas.openxmlformats.org/officeDocument/2006/relationships/image" Target="../media/image255.png"/><Relationship Id="rId50" Type="http://schemas.openxmlformats.org/officeDocument/2006/relationships/customXml" Target="../ink/ink252.xml"/><Relationship Id="rId55" Type="http://schemas.openxmlformats.org/officeDocument/2006/relationships/image" Target="../media/image259.png"/><Relationship Id="rId7" Type="http://schemas.openxmlformats.org/officeDocument/2006/relationships/image" Target="../media/image235.png"/><Relationship Id="rId2" Type="http://schemas.openxmlformats.org/officeDocument/2006/relationships/customXml" Target="../ink/ink228.xml"/><Relationship Id="rId16" Type="http://schemas.openxmlformats.org/officeDocument/2006/relationships/customXml" Target="../ink/ink235.xml"/><Relationship Id="rId29" Type="http://schemas.openxmlformats.org/officeDocument/2006/relationships/image" Target="../media/image246.png"/><Relationship Id="rId11" Type="http://schemas.openxmlformats.org/officeDocument/2006/relationships/image" Target="../media/image237.png"/><Relationship Id="rId24" Type="http://schemas.openxmlformats.org/officeDocument/2006/relationships/customXml" Target="../ink/ink239.xml"/><Relationship Id="rId32" Type="http://schemas.openxmlformats.org/officeDocument/2006/relationships/customXml" Target="../ink/ink243.xml"/><Relationship Id="rId37" Type="http://schemas.openxmlformats.org/officeDocument/2006/relationships/image" Target="../media/image250.png"/><Relationship Id="rId40" Type="http://schemas.openxmlformats.org/officeDocument/2006/relationships/customXml" Target="../ink/ink247.xml"/><Relationship Id="rId45" Type="http://schemas.openxmlformats.org/officeDocument/2006/relationships/image" Target="../media/image254.png"/><Relationship Id="rId53" Type="http://schemas.openxmlformats.org/officeDocument/2006/relationships/image" Target="../media/image258.png"/><Relationship Id="rId58" Type="http://schemas.openxmlformats.org/officeDocument/2006/relationships/customXml" Target="../ink/ink256.xml"/><Relationship Id="rId5" Type="http://schemas.openxmlformats.org/officeDocument/2006/relationships/image" Target="../media/image234.png"/><Relationship Id="rId61" Type="http://schemas.openxmlformats.org/officeDocument/2006/relationships/image" Target="../media/image262.png"/><Relationship Id="rId19" Type="http://schemas.openxmlformats.org/officeDocument/2006/relationships/image" Target="../media/image241.png"/><Relationship Id="rId14" Type="http://schemas.openxmlformats.org/officeDocument/2006/relationships/customXml" Target="../ink/ink234.xml"/><Relationship Id="rId22" Type="http://schemas.openxmlformats.org/officeDocument/2006/relationships/customXml" Target="../ink/ink238.xml"/><Relationship Id="rId27" Type="http://schemas.openxmlformats.org/officeDocument/2006/relationships/image" Target="../media/image245.png"/><Relationship Id="rId30" Type="http://schemas.openxmlformats.org/officeDocument/2006/relationships/customXml" Target="../ink/ink242.xml"/><Relationship Id="rId35" Type="http://schemas.openxmlformats.org/officeDocument/2006/relationships/image" Target="../media/image249.png"/><Relationship Id="rId43" Type="http://schemas.openxmlformats.org/officeDocument/2006/relationships/image" Target="../media/image253.png"/><Relationship Id="rId48" Type="http://schemas.openxmlformats.org/officeDocument/2006/relationships/customXml" Target="../ink/ink251.xml"/><Relationship Id="rId56" Type="http://schemas.openxmlformats.org/officeDocument/2006/relationships/customXml" Target="../ink/ink255.xml"/><Relationship Id="rId8" Type="http://schemas.openxmlformats.org/officeDocument/2006/relationships/customXml" Target="../ink/ink231.xml"/><Relationship Id="rId51" Type="http://schemas.openxmlformats.org/officeDocument/2006/relationships/image" Target="../media/image257.png"/><Relationship Id="rId3" Type="http://schemas.openxmlformats.org/officeDocument/2006/relationships/image" Target="../media/image233.png"/><Relationship Id="rId12" Type="http://schemas.openxmlformats.org/officeDocument/2006/relationships/customXml" Target="../ink/ink233.xml"/><Relationship Id="rId17" Type="http://schemas.openxmlformats.org/officeDocument/2006/relationships/image" Target="../media/image240.png"/><Relationship Id="rId25" Type="http://schemas.openxmlformats.org/officeDocument/2006/relationships/image" Target="../media/image244.png"/><Relationship Id="rId33" Type="http://schemas.openxmlformats.org/officeDocument/2006/relationships/image" Target="../media/image248.png"/><Relationship Id="rId38" Type="http://schemas.openxmlformats.org/officeDocument/2006/relationships/customXml" Target="../ink/ink246.xml"/><Relationship Id="rId46" Type="http://schemas.openxmlformats.org/officeDocument/2006/relationships/customXml" Target="../ink/ink250.xml"/><Relationship Id="rId59" Type="http://schemas.openxmlformats.org/officeDocument/2006/relationships/image" Target="../media/image261.png"/><Relationship Id="rId20" Type="http://schemas.openxmlformats.org/officeDocument/2006/relationships/customXml" Target="../ink/ink237.xml"/><Relationship Id="rId41" Type="http://schemas.openxmlformats.org/officeDocument/2006/relationships/image" Target="../media/image252.png"/><Relationship Id="rId54" Type="http://schemas.openxmlformats.org/officeDocument/2006/relationships/customXml" Target="../ink/ink25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30.xml"/><Relationship Id="rId15" Type="http://schemas.openxmlformats.org/officeDocument/2006/relationships/image" Target="../media/image239.png"/><Relationship Id="rId23" Type="http://schemas.openxmlformats.org/officeDocument/2006/relationships/image" Target="../media/image243.png"/><Relationship Id="rId28" Type="http://schemas.openxmlformats.org/officeDocument/2006/relationships/customXml" Target="../ink/ink241.xml"/><Relationship Id="rId36" Type="http://schemas.openxmlformats.org/officeDocument/2006/relationships/customXml" Target="../ink/ink245.xml"/><Relationship Id="rId49" Type="http://schemas.openxmlformats.org/officeDocument/2006/relationships/image" Target="../media/image256.png"/><Relationship Id="rId57" Type="http://schemas.openxmlformats.org/officeDocument/2006/relationships/image" Target="../media/image260.png"/><Relationship Id="rId10" Type="http://schemas.openxmlformats.org/officeDocument/2006/relationships/customXml" Target="../ink/ink232.xml"/><Relationship Id="rId31" Type="http://schemas.openxmlformats.org/officeDocument/2006/relationships/image" Target="../media/image247.png"/><Relationship Id="rId44" Type="http://schemas.openxmlformats.org/officeDocument/2006/relationships/customXml" Target="../ink/ink249.xml"/><Relationship Id="rId52" Type="http://schemas.openxmlformats.org/officeDocument/2006/relationships/customXml" Target="../ink/ink253.xml"/><Relationship Id="rId60" Type="http://schemas.openxmlformats.org/officeDocument/2006/relationships/customXml" Target="../ink/ink257.xml"/><Relationship Id="rId4" Type="http://schemas.openxmlformats.org/officeDocument/2006/relationships/customXml" Target="../ink/ink229.xml"/><Relationship Id="rId9" Type="http://schemas.openxmlformats.org/officeDocument/2006/relationships/image" Target="../media/image236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8.png"/><Relationship Id="rId18" Type="http://schemas.openxmlformats.org/officeDocument/2006/relationships/customXml" Target="../ink/ink266.xml"/><Relationship Id="rId26" Type="http://schemas.openxmlformats.org/officeDocument/2006/relationships/customXml" Target="../ink/ink270.xml"/><Relationship Id="rId21" Type="http://schemas.openxmlformats.org/officeDocument/2006/relationships/image" Target="../media/image272.png"/><Relationship Id="rId34" Type="http://schemas.openxmlformats.org/officeDocument/2006/relationships/customXml" Target="../ink/ink274.xml"/><Relationship Id="rId7" Type="http://schemas.openxmlformats.org/officeDocument/2006/relationships/image" Target="../media/image265.png"/><Relationship Id="rId12" Type="http://schemas.openxmlformats.org/officeDocument/2006/relationships/customXml" Target="../ink/ink263.xml"/><Relationship Id="rId17" Type="http://schemas.openxmlformats.org/officeDocument/2006/relationships/image" Target="../media/image270.png"/><Relationship Id="rId25" Type="http://schemas.openxmlformats.org/officeDocument/2006/relationships/image" Target="../media/image274.png"/><Relationship Id="rId33" Type="http://schemas.openxmlformats.org/officeDocument/2006/relationships/image" Target="../media/image278.png"/><Relationship Id="rId2" Type="http://schemas.openxmlformats.org/officeDocument/2006/relationships/customXml" Target="../ink/ink258.xml"/><Relationship Id="rId16" Type="http://schemas.openxmlformats.org/officeDocument/2006/relationships/customXml" Target="../ink/ink265.xml"/><Relationship Id="rId20" Type="http://schemas.openxmlformats.org/officeDocument/2006/relationships/customXml" Target="../ink/ink267.xml"/><Relationship Id="rId29" Type="http://schemas.openxmlformats.org/officeDocument/2006/relationships/image" Target="../media/image276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60.xml"/><Relationship Id="rId11" Type="http://schemas.openxmlformats.org/officeDocument/2006/relationships/image" Target="../media/image267.png"/><Relationship Id="rId24" Type="http://schemas.openxmlformats.org/officeDocument/2006/relationships/customXml" Target="../ink/ink269.xml"/><Relationship Id="rId32" Type="http://schemas.openxmlformats.org/officeDocument/2006/relationships/customXml" Target="../ink/ink273.xml"/><Relationship Id="rId37" Type="http://schemas.openxmlformats.org/officeDocument/2006/relationships/image" Target="../media/image280.png"/><Relationship Id="rId5" Type="http://schemas.openxmlformats.org/officeDocument/2006/relationships/image" Target="../media/image264.png"/><Relationship Id="rId15" Type="http://schemas.openxmlformats.org/officeDocument/2006/relationships/image" Target="../media/image269.png"/><Relationship Id="rId23" Type="http://schemas.openxmlformats.org/officeDocument/2006/relationships/image" Target="../media/image273.png"/><Relationship Id="rId28" Type="http://schemas.openxmlformats.org/officeDocument/2006/relationships/customXml" Target="../ink/ink271.xml"/><Relationship Id="rId36" Type="http://schemas.openxmlformats.org/officeDocument/2006/relationships/customXml" Target="../ink/ink275.xml"/><Relationship Id="rId10" Type="http://schemas.openxmlformats.org/officeDocument/2006/relationships/customXml" Target="../ink/ink262.xml"/><Relationship Id="rId19" Type="http://schemas.openxmlformats.org/officeDocument/2006/relationships/image" Target="../media/image271.png"/><Relationship Id="rId31" Type="http://schemas.openxmlformats.org/officeDocument/2006/relationships/image" Target="../media/image277.png"/><Relationship Id="rId4" Type="http://schemas.openxmlformats.org/officeDocument/2006/relationships/customXml" Target="../ink/ink259.xml"/><Relationship Id="rId9" Type="http://schemas.openxmlformats.org/officeDocument/2006/relationships/image" Target="../media/image266.png"/><Relationship Id="rId14" Type="http://schemas.openxmlformats.org/officeDocument/2006/relationships/customXml" Target="../ink/ink264.xml"/><Relationship Id="rId22" Type="http://schemas.openxmlformats.org/officeDocument/2006/relationships/customXml" Target="../ink/ink268.xml"/><Relationship Id="rId27" Type="http://schemas.openxmlformats.org/officeDocument/2006/relationships/image" Target="../media/image275.png"/><Relationship Id="rId30" Type="http://schemas.openxmlformats.org/officeDocument/2006/relationships/customXml" Target="../ink/ink272.xml"/><Relationship Id="rId35" Type="http://schemas.openxmlformats.org/officeDocument/2006/relationships/image" Target="../media/image279.png"/><Relationship Id="rId8" Type="http://schemas.openxmlformats.org/officeDocument/2006/relationships/customXml" Target="../ink/ink261.xml"/><Relationship Id="rId3" Type="http://schemas.openxmlformats.org/officeDocument/2006/relationships/image" Target="../media/image26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88.xml"/><Relationship Id="rId21" Type="http://schemas.openxmlformats.org/officeDocument/2006/relationships/image" Target="../media/image291.png"/><Relationship Id="rId42" Type="http://schemas.openxmlformats.org/officeDocument/2006/relationships/customXml" Target="../ink/ink296.xml"/><Relationship Id="rId47" Type="http://schemas.openxmlformats.org/officeDocument/2006/relationships/image" Target="../media/image304.png"/><Relationship Id="rId63" Type="http://schemas.openxmlformats.org/officeDocument/2006/relationships/image" Target="../media/image312.png"/><Relationship Id="rId68" Type="http://schemas.openxmlformats.org/officeDocument/2006/relationships/customXml" Target="../ink/ink309.xml"/><Relationship Id="rId16" Type="http://schemas.openxmlformats.org/officeDocument/2006/relationships/customXml" Target="../ink/ink283.xml"/><Relationship Id="rId11" Type="http://schemas.openxmlformats.org/officeDocument/2006/relationships/image" Target="../media/image286.png"/><Relationship Id="rId32" Type="http://schemas.openxmlformats.org/officeDocument/2006/relationships/customXml" Target="../ink/ink291.xml"/><Relationship Id="rId37" Type="http://schemas.openxmlformats.org/officeDocument/2006/relationships/image" Target="../media/image299.png"/><Relationship Id="rId53" Type="http://schemas.openxmlformats.org/officeDocument/2006/relationships/image" Target="../media/image307.png"/><Relationship Id="rId58" Type="http://schemas.openxmlformats.org/officeDocument/2006/relationships/customXml" Target="../ink/ink304.xml"/><Relationship Id="rId74" Type="http://schemas.openxmlformats.org/officeDocument/2006/relationships/customXml" Target="../ink/ink312.xml"/><Relationship Id="rId79" Type="http://schemas.openxmlformats.org/officeDocument/2006/relationships/image" Target="../media/image320.png"/><Relationship Id="rId5" Type="http://schemas.openxmlformats.org/officeDocument/2006/relationships/image" Target="../media/image283.png"/><Relationship Id="rId61" Type="http://schemas.openxmlformats.org/officeDocument/2006/relationships/image" Target="../media/image311.png"/><Relationship Id="rId82" Type="http://schemas.openxmlformats.org/officeDocument/2006/relationships/customXml" Target="../ink/ink316.xml"/><Relationship Id="rId19" Type="http://schemas.openxmlformats.org/officeDocument/2006/relationships/image" Target="../media/image290.png"/><Relationship Id="rId14" Type="http://schemas.openxmlformats.org/officeDocument/2006/relationships/customXml" Target="../ink/ink282.xml"/><Relationship Id="rId22" Type="http://schemas.openxmlformats.org/officeDocument/2006/relationships/customXml" Target="../ink/ink286.xml"/><Relationship Id="rId27" Type="http://schemas.openxmlformats.org/officeDocument/2006/relationships/image" Target="../media/image294.png"/><Relationship Id="rId30" Type="http://schemas.openxmlformats.org/officeDocument/2006/relationships/customXml" Target="../ink/ink290.xml"/><Relationship Id="rId35" Type="http://schemas.openxmlformats.org/officeDocument/2006/relationships/image" Target="../media/image298.png"/><Relationship Id="rId43" Type="http://schemas.openxmlformats.org/officeDocument/2006/relationships/image" Target="../media/image302.png"/><Relationship Id="rId48" Type="http://schemas.openxmlformats.org/officeDocument/2006/relationships/customXml" Target="../ink/ink299.xml"/><Relationship Id="rId56" Type="http://schemas.openxmlformats.org/officeDocument/2006/relationships/customXml" Target="../ink/ink303.xml"/><Relationship Id="rId64" Type="http://schemas.openxmlformats.org/officeDocument/2006/relationships/customXml" Target="../ink/ink307.xml"/><Relationship Id="rId69" Type="http://schemas.openxmlformats.org/officeDocument/2006/relationships/image" Target="../media/image315.png"/><Relationship Id="rId77" Type="http://schemas.openxmlformats.org/officeDocument/2006/relationships/image" Target="../media/image319.png"/><Relationship Id="rId8" Type="http://schemas.openxmlformats.org/officeDocument/2006/relationships/customXml" Target="../ink/ink279.xml"/><Relationship Id="rId51" Type="http://schemas.openxmlformats.org/officeDocument/2006/relationships/image" Target="../media/image306.png"/><Relationship Id="rId72" Type="http://schemas.openxmlformats.org/officeDocument/2006/relationships/customXml" Target="../ink/ink311.xml"/><Relationship Id="rId80" Type="http://schemas.openxmlformats.org/officeDocument/2006/relationships/customXml" Target="../ink/ink315.xml"/><Relationship Id="rId3" Type="http://schemas.openxmlformats.org/officeDocument/2006/relationships/image" Target="../media/image282.png"/><Relationship Id="rId12" Type="http://schemas.openxmlformats.org/officeDocument/2006/relationships/customXml" Target="../ink/ink281.xml"/><Relationship Id="rId17" Type="http://schemas.openxmlformats.org/officeDocument/2006/relationships/image" Target="../media/image289.png"/><Relationship Id="rId25" Type="http://schemas.openxmlformats.org/officeDocument/2006/relationships/image" Target="../media/image293.png"/><Relationship Id="rId33" Type="http://schemas.openxmlformats.org/officeDocument/2006/relationships/image" Target="../media/image297.png"/><Relationship Id="rId38" Type="http://schemas.openxmlformats.org/officeDocument/2006/relationships/customXml" Target="../ink/ink294.xml"/><Relationship Id="rId46" Type="http://schemas.openxmlformats.org/officeDocument/2006/relationships/customXml" Target="../ink/ink298.xml"/><Relationship Id="rId59" Type="http://schemas.openxmlformats.org/officeDocument/2006/relationships/image" Target="../media/image310.png"/><Relationship Id="rId67" Type="http://schemas.openxmlformats.org/officeDocument/2006/relationships/image" Target="../media/image314.png"/><Relationship Id="rId20" Type="http://schemas.openxmlformats.org/officeDocument/2006/relationships/customXml" Target="../ink/ink285.xml"/><Relationship Id="rId41" Type="http://schemas.openxmlformats.org/officeDocument/2006/relationships/image" Target="../media/image301.png"/><Relationship Id="rId54" Type="http://schemas.openxmlformats.org/officeDocument/2006/relationships/customXml" Target="../ink/ink302.xml"/><Relationship Id="rId62" Type="http://schemas.openxmlformats.org/officeDocument/2006/relationships/customXml" Target="../ink/ink306.xml"/><Relationship Id="rId70" Type="http://schemas.openxmlformats.org/officeDocument/2006/relationships/customXml" Target="../ink/ink310.xml"/><Relationship Id="rId75" Type="http://schemas.openxmlformats.org/officeDocument/2006/relationships/image" Target="../media/image318.png"/><Relationship Id="rId83" Type="http://schemas.openxmlformats.org/officeDocument/2006/relationships/image" Target="../media/image32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78.xml"/><Relationship Id="rId15" Type="http://schemas.openxmlformats.org/officeDocument/2006/relationships/image" Target="../media/image288.png"/><Relationship Id="rId23" Type="http://schemas.openxmlformats.org/officeDocument/2006/relationships/image" Target="../media/image292.png"/><Relationship Id="rId28" Type="http://schemas.openxmlformats.org/officeDocument/2006/relationships/customXml" Target="../ink/ink289.xml"/><Relationship Id="rId36" Type="http://schemas.openxmlformats.org/officeDocument/2006/relationships/customXml" Target="../ink/ink293.xml"/><Relationship Id="rId49" Type="http://schemas.openxmlformats.org/officeDocument/2006/relationships/image" Target="../media/image305.png"/><Relationship Id="rId57" Type="http://schemas.openxmlformats.org/officeDocument/2006/relationships/image" Target="../media/image309.png"/><Relationship Id="rId10" Type="http://schemas.openxmlformats.org/officeDocument/2006/relationships/customXml" Target="../ink/ink280.xml"/><Relationship Id="rId31" Type="http://schemas.openxmlformats.org/officeDocument/2006/relationships/image" Target="../media/image296.png"/><Relationship Id="rId44" Type="http://schemas.openxmlformats.org/officeDocument/2006/relationships/customXml" Target="../ink/ink297.xml"/><Relationship Id="rId52" Type="http://schemas.openxmlformats.org/officeDocument/2006/relationships/customXml" Target="../ink/ink301.xml"/><Relationship Id="rId60" Type="http://schemas.openxmlformats.org/officeDocument/2006/relationships/customXml" Target="../ink/ink305.xml"/><Relationship Id="rId65" Type="http://schemas.openxmlformats.org/officeDocument/2006/relationships/image" Target="../media/image313.png"/><Relationship Id="rId73" Type="http://schemas.openxmlformats.org/officeDocument/2006/relationships/image" Target="../media/image317.png"/><Relationship Id="rId78" Type="http://schemas.openxmlformats.org/officeDocument/2006/relationships/customXml" Target="../ink/ink314.xml"/><Relationship Id="rId81" Type="http://schemas.openxmlformats.org/officeDocument/2006/relationships/image" Target="../media/image321.png"/><Relationship Id="rId4" Type="http://schemas.openxmlformats.org/officeDocument/2006/relationships/customXml" Target="../ink/ink277.xml"/><Relationship Id="rId9" Type="http://schemas.openxmlformats.org/officeDocument/2006/relationships/image" Target="../media/image285.png"/><Relationship Id="rId13" Type="http://schemas.openxmlformats.org/officeDocument/2006/relationships/image" Target="../media/image287.png"/><Relationship Id="rId18" Type="http://schemas.openxmlformats.org/officeDocument/2006/relationships/customXml" Target="../ink/ink284.xml"/><Relationship Id="rId39" Type="http://schemas.openxmlformats.org/officeDocument/2006/relationships/image" Target="../media/image300.png"/><Relationship Id="rId34" Type="http://schemas.openxmlformats.org/officeDocument/2006/relationships/customXml" Target="../ink/ink292.xml"/><Relationship Id="rId50" Type="http://schemas.openxmlformats.org/officeDocument/2006/relationships/customXml" Target="../ink/ink300.xml"/><Relationship Id="rId55" Type="http://schemas.openxmlformats.org/officeDocument/2006/relationships/image" Target="../media/image308.png"/><Relationship Id="rId76" Type="http://schemas.openxmlformats.org/officeDocument/2006/relationships/customXml" Target="../ink/ink313.xml"/><Relationship Id="rId7" Type="http://schemas.openxmlformats.org/officeDocument/2006/relationships/image" Target="../media/image284.png"/><Relationship Id="rId71" Type="http://schemas.openxmlformats.org/officeDocument/2006/relationships/image" Target="../media/image316.png"/><Relationship Id="rId2" Type="http://schemas.openxmlformats.org/officeDocument/2006/relationships/customXml" Target="../ink/ink276.xml"/><Relationship Id="rId29" Type="http://schemas.openxmlformats.org/officeDocument/2006/relationships/image" Target="../media/image295.png"/><Relationship Id="rId24" Type="http://schemas.openxmlformats.org/officeDocument/2006/relationships/customXml" Target="../ink/ink287.xml"/><Relationship Id="rId40" Type="http://schemas.openxmlformats.org/officeDocument/2006/relationships/customXml" Target="../ink/ink295.xml"/><Relationship Id="rId45" Type="http://schemas.openxmlformats.org/officeDocument/2006/relationships/image" Target="../media/image303.png"/><Relationship Id="rId66" Type="http://schemas.openxmlformats.org/officeDocument/2006/relationships/customXml" Target="../ink/ink30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72D895-051A-4147-9017-0D33B0CB09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MX" sz="9600" b="1" dirty="0"/>
              <a:t>CALCULO II</a:t>
            </a:r>
            <a:endParaRPr lang="es-CO" sz="9600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67BFEC8-6E07-4E2C-967C-EB57831CA8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b="1" i="1" dirty="0"/>
              <a:t>ALCIRA MARTINEZ ALVAREZ</a:t>
            </a:r>
            <a:endParaRPr lang="es-CO" b="1" i="1" dirty="0"/>
          </a:p>
        </p:txBody>
      </p:sp>
    </p:spTree>
    <p:extLst>
      <p:ext uri="{BB962C8B-B14F-4D97-AF65-F5344CB8AC3E}">
        <p14:creationId xmlns:p14="http://schemas.microsoft.com/office/powerpoint/2010/main" val="1727649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232FCE-165C-443C-8988-3C93CE600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OBJETIVOS DE LA CLASE</a:t>
            </a:r>
            <a:endParaRPr lang="es-C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7381B8-73E9-44E0-92C9-2C6A3C071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7664" y="1540189"/>
            <a:ext cx="8915400" cy="4158246"/>
          </a:xfrm>
        </p:spPr>
        <p:txBody>
          <a:bodyPr>
            <a:noAutofit/>
          </a:bodyPr>
          <a:lstStyle/>
          <a:p>
            <a:r>
              <a:rPr lang="es-MX" sz="3600" b="1" dirty="0"/>
              <a:t>Utilizar las diferentes fórmulas de integración </a:t>
            </a:r>
          </a:p>
          <a:p>
            <a:r>
              <a:rPr lang="es-MX" sz="3600" b="1" dirty="0"/>
              <a:t>Utilizar integrales indefinidas a partir de los métodos sustitución de variables</a:t>
            </a:r>
          </a:p>
          <a:p>
            <a:r>
              <a:rPr lang="es-MX" sz="3600" b="1" dirty="0"/>
              <a:t>Integración por partes</a:t>
            </a:r>
            <a:endParaRPr lang="es-CO" sz="3600" b="1" dirty="0"/>
          </a:p>
        </p:txBody>
      </p:sp>
    </p:spTree>
    <p:extLst>
      <p:ext uri="{BB962C8B-B14F-4D97-AF65-F5344CB8AC3E}">
        <p14:creationId xmlns:p14="http://schemas.microsoft.com/office/powerpoint/2010/main" val="3307336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2829FD79-925D-49B0-A891-0873B910C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166" y="1802296"/>
            <a:ext cx="7694556" cy="3773763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DB8734DF-1095-494E-86C3-CAB7F9C5C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/>
              <a:t>Integración por sustitución</a:t>
            </a:r>
          </a:p>
        </p:txBody>
      </p:sp>
    </p:spTree>
    <p:extLst>
      <p:ext uri="{BB962C8B-B14F-4D97-AF65-F5344CB8AC3E}">
        <p14:creationId xmlns:p14="http://schemas.microsoft.com/office/powerpoint/2010/main" val="3636922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7" name="Entrada de lápiz 16">
                <a:extLst>
                  <a:ext uri="{FF2B5EF4-FFF2-40B4-BE49-F238E27FC236}">
                    <a16:creationId xmlns:a16="http://schemas.microsoft.com/office/drawing/2014/main" id="{03BC3F7F-C390-4E98-8317-BF5886F1EB23}"/>
                  </a:ext>
                </a:extLst>
              </p14:cNvPr>
              <p14:cNvContentPartPr/>
              <p14:nvPr/>
            </p14:nvContentPartPr>
            <p14:xfrm>
              <a:off x="5796527" y="274482"/>
              <a:ext cx="1169280" cy="212760"/>
            </p14:xfrm>
          </p:contentPart>
        </mc:Choice>
        <mc:Fallback xmlns="">
          <p:pic>
            <p:nvPicPr>
              <p:cNvPr id="17" name="Entrada de lápiz 16">
                <a:extLst>
                  <a:ext uri="{FF2B5EF4-FFF2-40B4-BE49-F238E27FC236}">
                    <a16:creationId xmlns:a16="http://schemas.microsoft.com/office/drawing/2014/main" id="{03BC3F7F-C390-4E98-8317-BF5886F1EB2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87527" y="265497"/>
                <a:ext cx="1186920" cy="2303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8" name="Entrada de lápiz 17">
                <a:extLst>
                  <a:ext uri="{FF2B5EF4-FFF2-40B4-BE49-F238E27FC236}">
                    <a16:creationId xmlns:a16="http://schemas.microsoft.com/office/drawing/2014/main" id="{DFCB0721-8215-484B-9499-0074947763CF}"/>
                  </a:ext>
                </a:extLst>
              </p14:cNvPr>
              <p14:cNvContentPartPr/>
              <p14:nvPr/>
            </p14:nvContentPartPr>
            <p14:xfrm>
              <a:off x="4662887" y="406242"/>
              <a:ext cx="839880" cy="420840"/>
            </p14:xfrm>
          </p:contentPart>
        </mc:Choice>
        <mc:Fallback xmlns="">
          <p:pic>
            <p:nvPicPr>
              <p:cNvPr id="18" name="Entrada de lápiz 17">
                <a:extLst>
                  <a:ext uri="{FF2B5EF4-FFF2-40B4-BE49-F238E27FC236}">
                    <a16:creationId xmlns:a16="http://schemas.microsoft.com/office/drawing/2014/main" id="{DFCB0721-8215-484B-9499-0074947763C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53887" y="397242"/>
                <a:ext cx="857520" cy="43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9" name="Entrada de lápiz 18">
                <a:extLst>
                  <a:ext uri="{FF2B5EF4-FFF2-40B4-BE49-F238E27FC236}">
                    <a16:creationId xmlns:a16="http://schemas.microsoft.com/office/drawing/2014/main" id="{65F3FFA4-170A-4D6F-823F-ED7F70B5D48B}"/>
                  </a:ext>
                </a:extLst>
              </p14:cNvPr>
              <p14:cNvContentPartPr/>
              <p14:nvPr/>
            </p14:nvContentPartPr>
            <p14:xfrm>
              <a:off x="1714847" y="197082"/>
              <a:ext cx="2501640" cy="543240"/>
            </p14:xfrm>
          </p:contentPart>
        </mc:Choice>
        <mc:Fallback xmlns="">
          <p:pic>
            <p:nvPicPr>
              <p:cNvPr id="19" name="Entrada de lápiz 18">
                <a:extLst>
                  <a:ext uri="{FF2B5EF4-FFF2-40B4-BE49-F238E27FC236}">
                    <a16:creationId xmlns:a16="http://schemas.microsoft.com/office/drawing/2014/main" id="{65F3FFA4-170A-4D6F-823F-ED7F70B5D48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05847" y="188082"/>
                <a:ext cx="2519280" cy="56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0" name="Entrada de lápiz 29">
                <a:extLst>
                  <a:ext uri="{FF2B5EF4-FFF2-40B4-BE49-F238E27FC236}">
                    <a16:creationId xmlns:a16="http://schemas.microsoft.com/office/drawing/2014/main" id="{A43C2E2F-4B36-45C2-B374-1B22EDAB6A62}"/>
                  </a:ext>
                </a:extLst>
              </p14:cNvPr>
              <p14:cNvContentPartPr/>
              <p14:nvPr/>
            </p14:nvContentPartPr>
            <p14:xfrm>
              <a:off x="7748087" y="147042"/>
              <a:ext cx="1513080" cy="397800"/>
            </p14:xfrm>
          </p:contentPart>
        </mc:Choice>
        <mc:Fallback xmlns="">
          <p:pic>
            <p:nvPicPr>
              <p:cNvPr id="30" name="Entrada de lápiz 29">
                <a:extLst>
                  <a:ext uri="{FF2B5EF4-FFF2-40B4-BE49-F238E27FC236}">
                    <a16:creationId xmlns:a16="http://schemas.microsoft.com/office/drawing/2014/main" id="{A43C2E2F-4B36-45C2-B374-1B22EDAB6A6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739087" y="138394"/>
                <a:ext cx="1530720" cy="4154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1" name="Entrada de lápiz 30">
                <a:extLst>
                  <a:ext uri="{FF2B5EF4-FFF2-40B4-BE49-F238E27FC236}">
                    <a16:creationId xmlns:a16="http://schemas.microsoft.com/office/drawing/2014/main" id="{363A0EAD-73F0-4812-AB6A-ECE66CA3CBBC}"/>
                  </a:ext>
                </a:extLst>
              </p14:cNvPr>
              <p14:cNvContentPartPr/>
              <p14:nvPr/>
            </p14:nvContentPartPr>
            <p14:xfrm>
              <a:off x="7241927" y="361962"/>
              <a:ext cx="291240" cy="184680"/>
            </p14:xfrm>
          </p:contentPart>
        </mc:Choice>
        <mc:Fallback xmlns="">
          <p:pic>
            <p:nvPicPr>
              <p:cNvPr id="31" name="Entrada de lápiz 30">
                <a:extLst>
                  <a:ext uri="{FF2B5EF4-FFF2-40B4-BE49-F238E27FC236}">
                    <a16:creationId xmlns:a16="http://schemas.microsoft.com/office/drawing/2014/main" id="{363A0EAD-73F0-4812-AB6A-ECE66CA3CBB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233287" y="353305"/>
                <a:ext cx="308880" cy="2023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8" name="Entrada de lápiz 37">
                <a:extLst>
                  <a:ext uri="{FF2B5EF4-FFF2-40B4-BE49-F238E27FC236}">
                    <a16:creationId xmlns:a16="http://schemas.microsoft.com/office/drawing/2014/main" id="{8024EDEB-FA40-410C-9BFF-4E73C476C429}"/>
                  </a:ext>
                </a:extLst>
              </p14:cNvPr>
              <p14:cNvContentPartPr/>
              <p14:nvPr/>
            </p14:nvContentPartPr>
            <p14:xfrm>
              <a:off x="10482287" y="148122"/>
              <a:ext cx="49680" cy="383760"/>
            </p14:xfrm>
          </p:contentPart>
        </mc:Choice>
        <mc:Fallback xmlns="">
          <p:pic>
            <p:nvPicPr>
              <p:cNvPr id="38" name="Entrada de lápiz 37">
                <a:extLst>
                  <a:ext uri="{FF2B5EF4-FFF2-40B4-BE49-F238E27FC236}">
                    <a16:creationId xmlns:a16="http://schemas.microsoft.com/office/drawing/2014/main" id="{8024EDEB-FA40-410C-9BFF-4E73C476C42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473287" y="139130"/>
                <a:ext cx="67320" cy="4013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9" name="Entrada de lápiz 38">
                <a:extLst>
                  <a:ext uri="{FF2B5EF4-FFF2-40B4-BE49-F238E27FC236}">
                    <a16:creationId xmlns:a16="http://schemas.microsoft.com/office/drawing/2014/main" id="{C9B52B54-53E1-44AD-B9E4-5D9D2C4FF13C}"/>
                  </a:ext>
                </a:extLst>
              </p14:cNvPr>
              <p14:cNvContentPartPr/>
              <p14:nvPr/>
            </p14:nvContentPartPr>
            <p14:xfrm>
              <a:off x="9443687" y="318042"/>
              <a:ext cx="851400" cy="219240"/>
            </p14:xfrm>
          </p:contentPart>
        </mc:Choice>
        <mc:Fallback xmlns="">
          <p:pic>
            <p:nvPicPr>
              <p:cNvPr id="39" name="Entrada de lápiz 38">
                <a:extLst>
                  <a:ext uri="{FF2B5EF4-FFF2-40B4-BE49-F238E27FC236}">
                    <a16:creationId xmlns:a16="http://schemas.microsoft.com/office/drawing/2014/main" id="{C9B52B54-53E1-44AD-B9E4-5D9D2C4FF13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434687" y="309042"/>
                <a:ext cx="86904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2" name="Entrada de lápiz 41">
                <a:extLst>
                  <a:ext uri="{FF2B5EF4-FFF2-40B4-BE49-F238E27FC236}">
                    <a16:creationId xmlns:a16="http://schemas.microsoft.com/office/drawing/2014/main" id="{B0A6D571-8C2B-48D9-8A38-2DB1FC46F133}"/>
                  </a:ext>
                </a:extLst>
              </p14:cNvPr>
              <p14:cNvContentPartPr/>
              <p14:nvPr/>
            </p14:nvContentPartPr>
            <p14:xfrm>
              <a:off x="2362847" y="1104282"/>
              <a:ext cx="267120" cy="1010880"/>
            </p14:xfrm>
          </p:contentPart>
        </mc:Choice>
        <mc:Fallback xmlns="">
          <p:pic>
            <p:nvPicPr>
              <p:cNvPr id="42" name="Entrada de lápiz 41">
                <a:extLst>
                  <a:ext uri="{FF2B5EF4-FFF2-40B4-BE49-F238E27FC236}">
                    <a16:creationId xmlns:a16="http://schemas.microsoft.com/office/drawing/2014/main" id="{B0A6D571-8C2B-48D9-8A38-2DB1FC46F13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353847" y="1095642"/>
                <a:ext cx="284760" cy="102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6" name="Entrada de lápiz 45">
                <a:extLst>
                  <a:ext uri="{FF2B5EF4-FFF2-40B4-BE49-F238E27FC236}">
                    <a16:creationId xmlns:a16="http://schemas.microsoft.com/office/drawing/2014/main" id="{72BA9641-8D97-4CD3-8630-E8A12A0FEF29}"/>
                  </a:ext>
                </a:extLst>
              </p14:cNvPr>
              <p14:cNvContentPartPr/>
              <p14:nvPr/>
            </p14:nvContentPartPr>
            <p14:xfrm>
              <a:off x="2826527" y="1332162"/>
              <a:ext cx="353160" cy="445320"/>
            </p14:xfrm>
          </p:contentPart>
        </mc:Choice>
        <mc:Fallback xmlns="">
          <p:pic>
            <p:nvPicPr>
              <p:cNvPr id="46" name="Entrada de lápiz 45">
                <a:extLst>
                  <a:ext uri="{FF2B5EF4-FFF2-40B4-BE49-F238E27FC236}">
                    <a16:creationId xmlns:a16="http://schemas.microsoft.com/office/drawing/2014/main" id="{72BA9641-8D97-4CD3-8630-E8A12A0FEF2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817527" y="1323162"/>
                <a:ext cx="370800" cy="46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7" name="Entrada de lápiz 46">
                <a:extLst>
                  <a:ext uri="{FF2B5EF4-FFF2-40B4-BE49-F238E27FC236}">
                    <a16:creationId xmlns:a16="http://schemas.microsoft.com/office/drawing/2014/main" id="{E584D687-6E03-4DF1-8B02-501B1571FC65}"/>
                  </a:ext>
                </a:extLst>
              </p14:cNvPr>
              <p14:cNvContentPartPr/>
              <p14:nvPr/>
            </p14:nvContentPartPr>
            <p14:xfrm>
              <a:off x="1728527" y="1168002"/>
              <a:ext cx="228240" cy="687960"/>
            </p14:xfrm>
          </p:contentPart>
        </mc:Choice>
        <mc:Fallback xmlns="">
          <p:pic>
            <p:nvPicPr>
              <p:cNvPr id="47" name="Entrada de lápiz 46">
                <a:extLst>
                  <a:ext uri="{FF2B5EF4-FFF2-40B4-BE49-F238E27FC236}">
                    <a16:creationId xmlns:a16="http://schemas.microsoft.com/office/drawing/2014/main" id="{E584D687-6E03-4DF1-8B02-501B1571FC6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719887" y="1159002"/>
                <a:ext cx="245880" cy="70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61" name="Entrada de lápiz 60">
                <a:extLst>
                  <a:ext uri="{FF2B5EF4-FFF2-40B4-BE49-F238E27FC236}">
                    <a16:creationId xmlns:a16="http://schemas.microsoft.com/office/drawing/2014/main" id="{7583C52E-C80A-490E-B660-00AA3E9EEB63}"/>
                  </a:ext>
                </a:extLst>
              </p14:cNvPr>
              <p14:cNvContentPartPr/>
              <p14:nvPr/>
            </p14:nvContentPartPr>
            <p14:xfrm>
              <a:off x="4013807" y="1510722"/>
              <a:ext cx="286200" cy="102600"/>
            </p14:xfrm>
          </p:contentPart>
        </mc:Choice>
        <mc:Fallback xmlns="">
          <p:pic>
            <p:nvPicPr>
              <p:cNvPr id="61" name="Entrada de lápiz 60">
                <a:extLst>
                  <a:ext uri="{FF2B5EF4-FFF2-40B4-BE49-F238E27FC236}">
                    <a16:creationId xmlns:a16="http://schemas.microsoft.com/office/drawing/2014/main" id="{7583C52E-C80A-490E-B660-00AA3E9EEB6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005167" y="1502082"/>
                <a:ext cx="30384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62" name="Entrada de lápiz 61">
                <a:extLst>
                  <a:ext uri="{FF2B5EF4-FFF2-40B4-BE49-F238E27FC236}">
                    <a16:creationId xmlns:a16="http://schemas.microsoft.com/office/drawing/2014/main" id="{8BA3C33B-CD2A-4297-BEB4-12D6630080C7}"/>
                  </a:ext>
                </a:extLst>
              </p14:cNvPr>
              <p14:cNvContentPartPr/>
              <p14:nvPr/>
            </p14:nvContentPartPr>
            <p14:xfrm>
              <a:off x="3403607" y="1280682"/>
              <a:ext cx="422280" cy="398880"/>
            </p14:xfrm>
          </p:contentPart>
        </mc:Choice>
        <mc:Fallback xmlns="">
          <p:pic>
            <p:nvPicPr>
              <p:cNvPr id="62" name="Entrada de lápiz 61">
                <a:extLst>
                  <a:ext uri="{FF2B5EF4-FFF2-40B4-BE49-F238E27FC236}">
                    <a16:creationId xmlns:a16="http://schemas.microsoft.com/office/drawing/2014/main" id="{8BA3C33B-CD2A-4297-BEB4-12D6630080C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394967" y="1271682"/>
                <a:ext cx="439920" cy="41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67" name="Entrada de lápiz 66">
                <a:extLst>
                  <a:ext uri="{FF2B5EF4-FFF2-40B4-BE49-F238E27FC236}">
                    <a16:creationId xmlns:a16="http://schemas.microsoft.com/office/drawing/2014/main" id="{26D7152F-C40D-4153-B3EC-FAE585B763D6}"/>
                  </a:ext>
                </a:extLst>
              </p14:cNvPr>
              <p14:cNvContentPartPr/>
              <p14:nvPr/>
            </p14:nvContentPartPr>
            <p14:xfrm>
              <a:off x="5167247" y="1741842"/>
              <a:ext cx="103320" cy="216720"/>
            </p14:xfrm>
          </p:contentPart>
        </mc:Choice>
        <mc:Fallback xmlns="">
          <p:pic>
            <p:nvPicPr>
              <p:cNvPr id="67" name="Entrada de lápiz 66">
                <a:extLst>
                  <a:ext uri="{FF2B5EF4-FFF2-40B4-BE49-F238E27FC236}">
                    <a16:creationId xmlns:a16="http://schemas.microsoft.com/office/drawing/2014/main" id="{26D7152F-C40D-4153-B3EC-FAE585B763D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158247" y="1732842"/>
                <a:ext cx="12096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71" name="Entrada de lápiz 70">
                <a:extLst>
                  <a:ext uri="{FF2B5EF4-FFF2-40B4-BE49-F238E27FC236}">
                    <a16:creationId xmlns:a16="http://schemas.microsoft.com/office/drawing/2014/main" id="{E1890562-37F5-48D4-9C9F-31B3F87BB58D}"/>
                  </a:ext>
                </a:extLst>
              </p14:cNvPr>
              <p14:cNvContentPartPr/>
              <p14:nvPr/>
            </p14:nvContentPartPr>
            <p14:xfrm>
              <a:off x="5876807" y="1367082"/>
              <a:ext cx="515520" cy="250560"/>
            </p14:xfrm>
          </p:contentPart>
        </mc:Choice>
        <mc:Fallback xmlns="">
          <p:pic>
            <p:nvPicPr>
              <p:cNvPr id="71" name="Entrada de lápiz 70">
                <a:extLst>
                  <a:ext uri="{FF2B5EF4-FFF2-40B4-BE49-F238E27FC236}">
                    <a16:creationId xmlns:a16="http://schemas.microsoft.com/office/drawing/2014/main" id="{E1890562-37F5-48D4-9C9F-31B3F87BB58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868167" y="1358442"/>
                <a:ext cx="533160" cy="2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72" name="Entrada de lápiz 71">
                <a:extLst>
                  <a:ext uri="{FF2B5EF4-FFF2-40B4-BE49-F238E27FC236}">
                    <a16:creationId xmlns:a16="http://schemas.microsoft.com/office/drawing/2014/main" id="{33F7E759-266B-4FFD-B97A-FBBD1FC8CA93}"/>
                  </a:ext>
                </a:extLst>
              </p14:cNvPr>
              <p14:cNvContentPartPr/>
              <p14:nvPr/>
            </p14:nvContentPartPr>
            <p14:xfrm>
              <a:off x="4624007" y="1775322"/>
              <a:ext cx="418680" cy="181800"/>
            </p14:xfrm>
          </p:contentPart>
        </mc:Choice>
        <mc:Fallback xmlns="">
          <p:pic>
            <p:nvPicPr>
              <p:cNvPr id="72" name="Entrada de lápiz 71">
                <a:extLst>
                  <a:ext uri="{FF2B5EF4-FFF2-40B4-BE49-F238E27FC236}">
                    <a16:creationId xmlns:a16="http://schemas.microsoft.com/office/drawing/2014/main" id="{33F7E759-266B-4FFD-B97A-FBBD1FC8CA9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615367" y="1766682"/>
                <a:ext cx="43632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73" name="Entrada de lápiz 72">
                <a:extLst>
                  <a:ext uri="{FF2B5EF4-FFF2-40B4-BE49-F238E27FC236}">
                    <a16:creationId xmlns:a16="http://schemas.microsoft.com/office/drawing/2014/main" id="{8B425590-C329-4FA2-AC70-438C0B3D11F8}"/>
                  </a:ext>
                </a:extLst>
              </p14:cNvPr>
              <p14:cNvContentPartPr/>
              <p14:nvPr/>
            </p14:nvContentPartPr>
            <p14:xfrm>
              <a:off x="4510247" y="1052442"/>
              <a:ext cx="1109520" cy="555840"/>
            </p14:xfrm>
          </p:contentPart>
        </mc:Choice>
        <mc:Fallback xmlns="">
          <p:pic>
            <p:nvPicPr>
              <p:cNvPr id="73" name="Entrada de lápiz 72">
                <a:extLst>
                  <a:ext uri="{FF2B5EF4-FFF2-40B4-BE49-F238E27FC236}">
                    <a16:creationId xmlns:a16="http://schemas.microsoft.com/office/drawing/2014/main" id="{8B425590-C329-4FA2-AC70-438C0B3D11F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501247" y="1043802"/>
                <a:ext cx="1127160" cy="57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76" name="Entrada de lápiz 75">
                <a:extLst>
                  <a:ext uri="{FF2B5EF4-FFF2-40B4-BE49-F238E27FC236}">
                    <a16:creationId xmlns:a16="http://schemas.microsoft.com/office/drawing/2014/main" id="{E143C260-DAF5-44BE-B981-87642C18F558}"/>
                  </a:ext>
                </a:extLst>
              </p14:cNvPr>
              <p14:cNvContentPartPr/>
              <p14:nvPr/>
            </p14:nvContentPartPr>
            <p14:xfrm>
              <a:off x="1718447" y="2628882"/>
              <a:ext cx="326880" cy="612360"/>
            </p14:xfrm>
          </p:contentPart>
        </mc:Choice>
        <mc:Fallback xmlns="">
          <p:pic>
            <p:nvPicPr>
              <p:cNvPr id="76" name="Entrada de lápiz 75">
                <a:extLst>
                  <a:ext uri="{FF2B5EF4-FFF2-40B4-BE49-F238E27FC236}">
                    <a16:creationId xmlns:a16="http://schemas.microsoft.com/office/drawing/2014/main" id="{E143C260-DAF5-44BE-B981-87642C18F55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709807" y="2619882"/>
                <a:ext cx="344520" cy="63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98" name="Entrada de lápiz 97">
                <a:extLst>
                  <a:ext uri="{FF2B5EF4-FFF2-40B4-BE49-F238E27FC236}">
                    <a16:creationId xmlns:a16="http://schemas.microsoft.com/office/drawing/2014/main" id="{C8E4411B-B7D1-46AD-AF28-A9E011032AE8}"/>
                  </a:ext>
                </a:extLst>
              </p14:cNvPr>
              <p14:cNvContentPartPr/>
              <p14:nvPr/>
            </p14:nvContentPartPr>
            <p14:xfrm>
              <a:off x="1769927" y="3823722"/>
              <a:ext cx="272880" cy="591480"/>
            </p14:xfrm>
          </p:contentPart>
        </mc:Choice>
        <mc:Fallback xmlns="">
          <p:pic>
            <p:nvPicPr>
              <p:cNvPr id="98" name="Entrada de lápiz 97">
                <a:extLst>
                  <a:ext uri="{FF2B5EF4-FFF2-40B4-BE49-F238E27FC236}">
                    <a16:creationId xmlns:a16="http://schemas.microsoft.com/office/drawing/2014/main" id="{C8E4411B-B7D1-46AD-AF28-A9E011032AE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760927" y="3815082"/>
                <a:ext cx="290520" cy="60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99" name="Entrada de lápiz 98">
                <a:extLst>
                  <a:ext uri="{FF2B5EF4-FFF2-40B4-BE49-F238E27FC236}">
                    <a16:creationId xmlns:a16="http://schemas.microsoft.com/office/drawing/2014/main" id="{71573511-14FB-488D-B064-1AC032706D91}"/>
                  </a:ext>
                </a:extLst>
              </p14:cNvPr>
              <p14:cNvContentPartPr/>
              <p14:nvPr/>
            </p14:nvContentPartPr>
            <p14:xfrm>
              <a:off x="5219087" y="2497842"/>
              <a:ext cx="1602000" cy="274680"/>
            </p14:xfrm>
          </p:contentPart>
        </mc:Choice>
        <mc:Fallback xmlns="">
          <p:pic>
            <p:nvPicPr>
              <p:cNvPr id="99" name="Entrada de lápiz 98">
                <a:extLst>
                  <a:ext uri="{FF2B5EF4-FFF2-40B4-BE49-F238E27FC236}">
                    <a16:creationId xmlns:a16="http://schemas.microsoft.com/office/drawing/2014/main" id="{71573511-14FB-488D-B064-1AC032706D91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210087" y="2488854"/>
                <a:ext cx="1619640" cy="2922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0" name="Entrada de lápiz 99">
                <a:extLst>
                  <a:ext uri="{FF2B5EF4-FFF2-40B4-BE49-F238E27FC236}">
                    <a16:creationId xmlns:a16="http://schemas.microsoft.com/office/drawing/2014/main" id="{0332BED8-0FFD-4867-B0F8-28851333E5D5}"/>
                  </a:ext>
                </a:extLst>
              </p14:cNvPr>
              <p14:cNvContentPartPr/>
              <p14:nvPr/>
            </p14:nvContentPartPr>
            <p14:xfrm>
              <a:off x="4777367" y="2691522"/>
              <a:ext cx="223560" cy="128520"/>
            </p14:xfrm>
          </p:contentPart>
        </mc:Choice>
        <mc:Fallback xmlns="">
          <p:pic>
            <p:nvPicPr>
              <p:cNvPr id="100" name="Entrada de lápiz 99">
                <a:extLst>
                  <a:ext uri="{FF2B5EF4-FFF2-40B4-BE49-F238E27FC236}">
                    <a16:creationId xmlns:a16="http://schemas.microsoft.com/office/drawing/2014/main" id="{0332BED8-0FFD-4867-B0F8-28851333E5D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768713" y="2682522"/>
                <a:ext cx="241228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1" name="Entrada de lápiz 100">
                <a:extLst>
                  <a:ext uri="{FF2B5EF4-FFF2-40B4-BE49-F238E27FC236}">
                    <a16:creationId xmlns:a16="http://schemas.microsoft.com/office/drawing/2014/main" id="{A57FBC34-DA3C-418A-AB52-FA23D374BDA4}"/>
                  </a:ext>
                </a:extLst>
              </p14:cNvPr>
              <p14:cNvContentPartPr/>
              <p14:nvPr/>
            </p14:nvContentPartPr>
            <p14:xfrm>
              <a:off x="4120007" y="2568402"/>
              <a:ext cx="409680" cy="336240"/>
            </p14:xfrm>
          </p:contentPart>
        </mc:Choice>
        <mc:Fallback xmlns="">
          <p:pic>
            <p:nvPicPr>
              <p:cNvPr id="101" name="Entrada de lápiz 100">
                <a:extLst>
                  <a:ext uri="{FF2B5EF4-FFF2-40B4-BE49-F238E27FC236}">
                    <a16:creationId xmlns:a16="http://schemas.microsoft.com/office/drawing/2014/main" id="{A57FBC34-DA3C-418A-AB52-FA23D374BDA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111007" y="2559762"/>
                <a:ext cx="427320" cy="35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2" name="Entrada de lápiz 101">
                <a:extLst>
                  <a:ext uri="{FF2B5EF4-FFF2-40B4-BE49-F238E27FC236}">
                    <a16:creationId xmlns:a16="http://schemas.microsoft.com/office/drawing/2014/main" id="{6E561A8B-DBF8-40F6-8692-301298C7ADB1}"/>
                  </a:ext>
                </a:extLst>
              </p14:cNvPr>
              <p14:cNvContentPartPr/>
              <p14:nvPr/>
            </p14:nvContentPartPr>
            <p14:xfrm>
              <a:off x="2585327" y="2507562"/>
              <a:ext cx="1334520" cy="1023480"/>
            </p14:xfrm>
          </p:contentPart>
        </mc:Choice>
        <mc:Fallback xmlns="">
          <p:pic>
            <p:nvPicPr>
              <p:cNvPr id="102" name="Entrada de lápiz 101">
                <a:extLst>
                  <a:ext uri="{FF2B5EF4-FFF2-40B4-BE49-F238E27FC236}">
                    <a16:creationId xmlns:a16="http://schemas.microsoft.com/office/drawing/2014/main" id="{6E561A8B-DBF8-40F6-8692-301298C7ADB1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576327" y="2498922"/>
                <a:ext cx="1352160" cy="10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14" name="Entrada de lápiz 113">
                <a:extLst>
                  <a:ext uri="{FF2B5EF4-FFF2-40B4-BE49-F238E27FC236}">
                    <a16:creationId xmlns:a16="http://schemas.microsoft.com/office/drawing/2014/main" id="{78F1B1A0-DA0B-44F3-9D2B-71C431226C39}"/>
                  </a:ext>
                </a:extLst>
              </p14:cNvPr>
              <p14:cNvContentPartPr/>
              <p14:nvPr/>
            </p14:nvContentPartPr>
            <p14:xfrm>
              <a:off x="4743167" y="4037922"/>
              <a:ext cx="189360" cy="1080"/>
            </p14:xfrm>
          </p:contentPart>
        </mc:Choice>
        <mc:Fallback xmlns="">
          <p:pic>
            <p:nvPicPr>
              <p:cNvPr id="114" name="Entrada de lápiz 113">
                <a:extLst>
                  <a:ext uri="{FF2B5EF4-FFF2-40B4-BE49-F238E27FC236}">
                    <a16:creationId xmlns:a16="http://schemas.microsoft.com/office/drawing/2014/main" id="{78F1B1A0-DA0B-44F3-9D2B-71C431226C39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734167" y="4028922"/>
                <a:ext cx="20700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15" name="Entrada de lápiz 114">
                <a:extLst>
                  <a:ext uri="{FF2B5EF4-FFF2-40B4-BE49-F238E27FC236}">
                    <a16:creationId xmlns:a16="http://schemas.microsoft.com/office/drawing/2014/main" id="{91BE01FC-61B6-4F05-B65B-DF63D1F6E9D6}"/>
                  </a:ext>
                </a:extLst>
              </p14:cNvPr>
              <p14:cNvContentPartPr/>
              <p14:nvPr/>
            </p14:nvContentPartPr>
            <p14:xfrm>
              <a:off x="4699607" y="4101282"/>
              <a:ext cx="267840" cy="34920"/>
            </p14:xfrm>
          </p:contentPart>
        </mc:Choice>
        <mc:Fallback xmlns="">
          <p:pic>
            <p:nvPicPr>
              <p:cNvPr id="115" name="Entrada de lápiz 114">
                <a:extLst>
                  <a:ext uri="{FF2B5EF4-FFF2-40B4-BE49-F238E27FC236}">
                    <a16:creationId xmlns:a16="http://schemas.microsoft.com/office/drawing/2014/main" id="{91BE01FC-61B6-4F05-B65B-DF63D1F6E9D6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690607" y="4092282"/>
                <a:ext cx="28548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23" name="Entrada de lápiz 122">
                <a:extLst>
                  <a:ext uri="{FF2B5EF4-FFF2-40B4-BE49-F238E27FC236}">
                    <a16:creationId xmlns:a16="http://schemas.microsoft.com/office/drawing/2014/main" id="{850A138A-F528-4F73-AA9F-227C21419314}"/>
                  </a:ext>
                </a:extLst>
              </p14:cNvPr>
              <p14:cNvContentPartPr/>
              <p14:nvPr/>
            </p14:nvContentPartPr>
            <p14:xfrm>
              <a:off x="5110367" y="3776562"/>
              <a:ext cx="1589760" cy="358560"/>
            </p14:xfrm>
          </p:contentPart>
        </mc:Choice>
        <mc:Fallback xmlns="">
          <p:pic>
            <p:nvPicPr>
              <p:cNvPr id="123" name="Entrada de lápiz 122">
                <a:extLst>
                  <a:ext uri="{FF2B5EF4-FFF2-40B4-BE49-F238E27FC236}">
                    <a16:creationId xmlns:a16="http://schemas.microsoft.com/office/drawing/2014/main" id="{850A138A-F528-4F73-AA9F-227C21419314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101727" y="3767562"/>
                <a:ext cx="1607400" cy="37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24" name="Entrada de lápiz 123">
                <a:extLst>
                  <a:ext uri="{FF2B5EF4-FFF2-40B4-BE49-F238E27FC236}">
                    <a16:creationId xmlns:a16="http://schemas.microsoft.com/office/drawing/2014/main" id="{6F20D64A-BA73-456E-8FD9-610358681D4B}"/>
                  </a:ext>
                </a:extLst>
              </p14:cNvPr>
              <p14:cNvContentPartPr/>
              <p14:nvPr/>
            </p14:nvContentPartPr>
            <p14:xfrm>
              <a:off x="3601607" y="3842082"/>
              <a:ext cx="902880" cy="446040"/>
            </p14:xfrm>
          </p:contentPart>
        </mc:Choice>
        <mc:Fallback xmlns="">
          <p:pic>
            <p:nvPicPr>
              <p:cNvPr id="124" name="Entrada de lápiz 123">
                <a:extLst>
                  <a:ext uri="{FF2B5EF4-FFF2-40B4-BE49-F238E27FC236}">
                    <a16:creationId xmlns:a16="http://schemas.microsoft.com/office/drawing/2014/main" id="{6F20D64A-BA73-456E-8FD9-610358681D4B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592967" y="3833442"/>
                <a:ext cx="920520" cy="46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25" name="Entrada de lápiz 124">
                <a:extLst>
                  <a:ext uri="{FF2B5EF4-FFF2-40B4-BE49-F238E27FC236}">
                    <a16:creationId xmlns:a16="http://schemas.microsoft.com/office/drawing/2014/main" id="{1068AAE8-7B1B-45F2-BF72-47D9AA3213C3}"/>
                  </a:ext>
                </a:extLst>
              </p14:cNvPr>
              <p14:cNvContentPartPr/>
              <p14:nvPr/>
            </p14:nvContentPartPr>
            <p14:xfrm>
              <a:off x="2896007" y="4081842"/>
              <a:ext cx="585720" cy="279720"/>
            </p14:xfrm>
          </p:contentPart>
        </mc:Choice>
        <mc:Fallback xmlns="">
          <p:pic>
            <p:nvPicPr>
              <p:cNvPr id="125" name="Entrada de lápiz 124">
                <a:extLst>
                  <a:ext uri="{FF2B5EF4-FFF2-40B4-BE49-F238E27FC236}">
                    <a16:creationId xmlns:a16="http://schemas.microsoft.com/office/drawing/2014/main" id="{1068AAE8-7B1B-45F2-BF72-47D9AA3213C3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887367" y="4073191"/>
                <a:ext cx="603360" cy="2973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26" name="Entrada de lápiz 125">
                <a:extLst>
                  <a:ext uri="{FF2B5EF4-FFF2-40B4-BE49-F238E27FC236}">
                    <a16:creationId xmlns:a16="http://schemas.microsoft.com/office/drawing/2014/main" id="{E375355D-B45F-4B31-85DE-AECE62E810F5}"/>
                  </a:ext>
                </a:extLst>
              </p14:cNvPr>
              <p14:cNvContentPartPr/>
              <p14:nvPr/>
            </p14:nvContentPartPr>
            <p14:xfrm>
              <a:off x="2426567" y="3734802"/>
              <a:ext cx="340200" cy="938520"/>
            </p14:xfrm>
          </p:contentPart>
        </mc:Choice>
        <mc:Fallback xmlns="">
          <p:pic>
            <p:nvPicPr>
              <p:cNvPr id="126" name="Entrada de lápiz 125">
                <a:extLst>
                  <a:ext uri="{FF2B5EF4-FFF2-40B4-BE49-F238E27FC236}">
                    <a16:creationId xmlns:a16="http://schemas.microsoft.com/office/drawing/2014/main" id="{E375355D-B45F-4B31-85DE-AECE62E810F5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417567" y="3725802"/>
                <a:ext cx="357840" cy="9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30" name="Entrada de lápiz 129">
                <a:extLst>
                  <a:ext uri="{FF2B5EF4-FFF2-40B4-BE49-F238E27FC236}">
                    <a16:creationId xmlns:a16="http://schemas.microsoft.com/office/drawing/2014/main" id="{F7C0C29E-1E4E-4820-98AD-B13ACAFA185F}"/>
                  </a:ext>
                </a:extLst>
              </p14:cNvPr>
              <p14:cNvContentPartPr/>
              <p14:nvPr/>
            </p14:nvContentPartPr>
            <p14:xfrm>
              <a:off x="2499287" y="4859082"/>
              <a:ext cx="264600" cy="942120"/>
            </p14:xfrm>
          </p:contentPart>
        </mc:Choice>
        <mc:Fallback xmlns="">
          <p:pic>
            <p:nvPicPr>
              <p:cNvPr id="130" name="Entrada de lápiz 129">
                <a:extLst>
                  <a:ext uri="{FF2B5EF4-FFF2-40B4-BE49-F238E27FC236}">
                    <a16:creationId xmlns:a16="http://schemas.microsoft.com/office/drawing/2014/main" id="{F7C0C29E-1E4E-4820-98AD-B13ACAFA185F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490647" y="4850442"/>
                <a:ext cx="282240" cy="9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38" name="Entrada de lápiz 137">
                <a:extLst>
                  <a:ext uri="{FF2B5EF4-FFF2-40B4-BE49-F238E27FC236}">
                    <a16:creationId xmlns:a16="http://schemas.microsoft.com/office/drawing/2014/main" id="{8C3AC54F-9B0E-4EFD-9742-753A752C5D35}"/>
                  </a:ext>
                </a:extLst>
              </p14:cNvPr>
              <p14:cNvContentPartPr/>
              <p14:nvPr/>
            </p14:nvContentPartPr>
            <p14:xfrm>
              <a:off x="4212527" y="5182362"/>
              <a:ext cx="217800" cy="38880"/>
            </p14:xfrm>
          </p:contentPart>
        </mc:Choice>
        <mc:Fallback xmlns="">
          <p:pic>
            <p:nvPicPr>
              <p:cNvPr id="138" name="Entrada de lápiz 137">
                <a:extLst>
                  <a:ext uri="{FF2B5EF4-FFF2-40B4-BE49-F238E27FC236}">
                    <a16:creationId xmlns:a16="http://schemas.microsoft.com/office/drawing/2014/main" id="{8C3AC54F-9B0E-4EFD-9742-753A752C5D35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203887" y="5173362"/>
                <a:ext cx="23544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39" name="Entrada de lápiz 138">
                <a:extLst>
                  <a:ext uri="{FF2B5EF4-FFF2-40B4-BE49-F238E27FC236}">
                    <a16:creationId xmlns:a16="http://schemas.microsoft.com/office/drawing/2014/main" id="{08BA91BD-2883-4B9E-9720-FA60F3B97D8F}"/>
                  </a:ext>
                </a:extLst>
              </p14:cNvPr>
              <p14:cNvContentPartPr/>
              <p14:nvPr/>
            </p14:nvContentPartPr>
            <p14:xfrm>
              <a:off x="4220807" y="5286762"/>
              <a:ext cx="204840" cy="41040"/>
            </p14:xfrm>
          </p:contentPart>
        </mc:Choice>
        <mc:Fallback xmlns="">
          <p:pic>
            <p:nvPicPr>
              <p:cNvPr id="139" name="Entrada de lápiz 138">
                <a:extLst>
                  <a:ext uri="{FF2B5EF4-FFF2-40B4-BE49-F238E27FC236}">
                    <a16:creationId xmlns:a16="http://schemas.microsoft.com/office/drawing/2014/main" id="{08BA91BD-2883-4B9E-9720-FA60F3B97D8F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212167" y="5278122"/>
                <a:ext cx="22248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43" name="Entrada de lápiz 142">
                <a:extLst>
                  <a:ext uri="{FF2B5EF4-FFF2-40B4-BE49-F238E27FC236}">
                    <a16:creationId xmlns:a16="http://schemas.microsoft.com/office/drawing/2014/main" id="{901B5BED-F77E-4F31-B124-BCA8962F452A}"/>
                  </a:ext>
                </a:extLst>
              </p14:cNvPr>
              <p14:cNvContentPartPr/>
              <p14:nvPr/>
            </p14:nvContentPartPr>
            <p14:xfrm>
              <a:off x="3518087" y="5004162"/>
              <a:ext cx="474480" cy="369000"/>
            </p14:xfrm>
          </p:contentPart>
        </mc:Choice>
        <mc:Fallback xmlns="">
          <p:pic>
            <p:nvPicPr>
              <p:cNvPr id="143" name="Entrada de lápiz 142">
                <a:extLst>
                  <a:ext uri="{FF2B5EF4-FFF2-40B4-BE49-F238E27FC236}">
                    <a16:creationId xmlns:a16="http://schemas.microsoft.com/office/drawing/2014/main" id="{901B5BED-F77E-4F31-B124-BCA8962F452A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509440" y="4995522"/>
                <a:ext cx="492133" cy="38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44" name="Entrada de lápiz 143">
                <a:extLst>
                  <a:ext uri="{FF2B5EF4-FFF2-40B4-BE49-F238E27FC236}">
                    <a16:creationId xmlns:a16="http://schemas.microsoft.com/office/drawing/2014/main" id="{AD27611F-A443-48B2-AFCE-4757FE989457}"/>
                  </a:ext>
                </a:extLst>
              </p14:cNvPr>
              <p14:cNvContentPartPr/>
              <p14:nvPr/>
            </p14:nvContentPartPr>
            <p14:xfrm>
              <a:off x="3033527" y="5465682"/>
              <a:ext cx="218160" cy="244440"/>
            </p14:xfrm>
          </p:contentPart>
        </mc:Choice>
        <mc:Fallback xmlns="">
          <p:pic>
            <p:nvPicPr>
              <p:cNvPr id="144" name="Entrada de lápiz 143">
                <a:extLst>
                  <a:ext uri="{FF2B5EF4-FFF2-40B4-BE49-F238E27FC236}">
                    <a16:creationId xmlns:a16="http://schemas.microsoft.com/office/drawing/2014/main" id="{AD27611F-A443-48B2-AFCE-4757FE989457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024527" y="5456682"/>
                <a:ext cx="23580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45" name="Entrada de lápiz 144">
                <a:extLst>
                  <a:ext uri="{FF2B5EF4-FFF2-40B4-BE49-F238E27FC236}">
                    <a16:creationId xmlns:a16="http://schemas.microsoft.com/office/drawing/2014/main" id="{A0FEE28F-C646-45AF-AC1C-9E01AA0D4484}"/>
                  </a:ext>
                </a:extLst>
              </p14:cNvPr>
              <p14:cNvContentPartPr/>
              <p14:nvPr/>
            </p14:nvContentPartPr>
            <p14:xfrm>
              <a:off x="2952887" y="5091282"/>
              <a:ext cx="340560" cy="298800"/>
            </p14:xfrm>
          </p:contentPart>
        </mc:Choice>
        <mc:Fallback xmlns="">
          <p:pic>
            <p:nvPicPr>
              <p:cNvPr id="145" name="Entrada de lápiz 144">
                <a:extLst>
                  <a:ext uri="{FF2B5EF4-FFF2-40B4-BE49-F238E27FC236}">
                    <a16:creationId xmlns:a16="http://schemas.microsoft.com/office/drawing/2014/main" id="{A0FEE28F-C646-45AF-AC1C-9E01AA0D4484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944247" y="5082632"/>
                <a:ext cx="358200" cy="3164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46" name="Entrada de lápiz 145">
                <a:extLst>
                  <a:ext uri="{FF2B5EF4-FFF2-40B4-BE49-F238E27FC236}">
                    <a16:creationId xmlns:a16="http://schemas.microsoft.com/office/drawing/2014/main" id="{B382CE55-A15F-49DE-BAC5-291474241F44}"/>
                  </a:ext>
                </a:extLst>
              </p14:cNvPr>
              <p14:cNvContentPartPr/>
              <p14:nvPr/>
            </p14:nvContentPartPr>
            <p14:xfrm>
              <a:off x="1737167" y="4923522"/>
              <a:ext cx="263520" cy="643320"/>
            </p14:xfrm>
          </p:contentPart>
        </mc:Choice>
        <mc:Fallback xmlns="">
          <p:pic>
            <p:nvPicPr>
              <p:cNvPr id="146" name="Entrada de lápiz 145">
                <a:extLst>
                  <a:ext uri="{FF2B5EF4-FFF2-40B4-BE49-F238E27FC236}">
                    <a16:creationId xmlns:a16="http://schemas.microsoft.com/office/drawing/2014/main" id="{B382CE55-A15F-49DE-BAC5-291474241F44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728179" y="4914882"/>
                <a:ext cx="281136" cy="66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54" name="Entrada de lápiz 153">
                <a:extLst>
                  <a:ext uri="{FF2B5EF4-FFF2-40B4-BE49-F238E27FC236}">
                    <a16:creationId xmlns:a16="http://schemas.microsoft.com/office/drawing/2014/main" id="{706F3FD6-C432-48D7-BB0B-E6D63B18E74C}"/>
                  </a:ext>
                </a:extLst>
              </p14:cNvPr>
              <p14:cNvContentPartPr/>
              <p14:nvPr/>
            </p14:nvContentPartPr>
            <p14:xfrm>
              <a:off x="5782127" y="4881762"/>
              <a:ext cx="608040" cy="281880"/>
            </p14:xfrm>
          </p:contentPart>
        </mc:Choice>
        <mc:Fallback xmlns="">
          <p:pic>
            <p:nvPicPr>
              <p:cNvPr id="154" name="Entrada de lápiz 153">
                <a:extLst>
                  <a:ext uri="{FF2B5EF4-FFF2-40B4-BE49-F238E27FC236}">
                    <a16:creationId xmlns:a16="http://schemas.microsoft.com/office/drawing/2014/main" id="{706F3FD6-C432-48D7-BB0B-E6D63B18E74C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773487" y="4872762"/>
                <a:ext cx="625680" cy="2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55" name="Entrada de lápiz 154">
                <a:extLst>
                  <a:ext uri="{FF2B5EF4-FFF2-40B4-BE49-F238E27FC236}">
                    <a16:creationId xmlns:a16="http://schemas.microsoft.com/office/drawing/2014/main" id="{15E1F929-F8EC-4FE2-931B-F21D7306A37B}"/>
                  </a:ext>
                </a:extLst>
              </p14:cNvPr>
              <p14:cNvContentPartPr/>
              <p14:nvPr/>
            </p14:nvContentPartPr>
            <p14:xfrm>
              <a:off x="4608167" y="4762242"/>
              <a:ext cx="1061280" cy="561240"/>
            </p14:xfrm>
          </p:contentPart>
        </mc:Choice>
        <mc:Fallback xmlns="">
          <p:pic>
            <p:nvPicPr>
              <p:cNvPr id="155" name="Entrada de lápiz 154">
                <a:extLst>
                  <a:ext uri="{FF2B5EF4-FFF2-40B4-BE49-F238E27FC236}">
                    <a16:creationId xmlns:a16="http://schemas.microsoft.com/office/drawing/2014/main" id="{15E1F929-F8EC-4FE2-931B-F21D7306A37B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4599167" y="4753236"/>
                <a:ext cx="1078920" cy="5788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257" name="Entrada de lápiz 256">
                <a:extLst>
                  <a:ext uri="{FF2B5EF4-FFF2-40B4-BE49-F238E27FC236}">
                    <a16:creationId xmlns:a16="http://schemas.microsoft.com/office/drawing/2014/main" id="{CC3084E7-93C7-4B4A-9CD6-7DAFB6ECD071}"/>
                  </a:ext>
                </a:extLst>
              </p14:cNvPr>
              <p14:cNvContentPartPr/>
              <p14:nvPr/>
            </p14:nvContentPartPr>
            <p14:xfrm>
              <a:off x="7135367" y="639522"/>
              <a:ext cx="5047200" cy="2960640"/>
            </p14:xfrm>
          </p:contentPart>
        </mc:Choice>
        <mc:Fallback xmlns="">
          <p:pic>
            <p:nvPicPr>
              <p:cNvPr id="257" name="Entrada de lápiz 256">
                <a:extLst>
                  <a:ext uri="{FF2B5EF4-FFF2-40B4-BE49-F238E27FC236}">
                    <a16:creationId xmlns:a16="http://schemas.microsoft.com/office/drawing/2014/main" id="{CC3084E7-93C7-4B4A-9CD6-7DAFB6ECD071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7126727" y="630881"/>
                <a:ext cx="5064840" cy="29782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258" name="Entrada de lápiz 257">
                <a:extLst>
                  <a:ext uri="{FF2B5EF4-FFF2-40B4-BE49-F238E27FC236}">
                    <a16:creationId xmlns:a16="http://schemas.microsoft.com/office/drawing/2014/main" id="{7521496B-01D9-4666-A054-4322A0906710}"/>
                  </a:ext>
                </a:extLst>
              </p14:cNvPr>
              <p14:cNvContentPartPr/>
              <p14:nvPr/>
            </p14:nvContentPartPr>
            <p14:xfrm>
              <a:off x="12457967" y="3302082"/>
              <a:ext cx="69120" cy="57600"/>
            </p14:xfrm>
          </p:contentPart>
        </mc:Choice>
        <mc:Fallback xmlns="">
          <p:pic>
            <p:nvPicPr>
              <p:cNvPr id="258" name="Entrada de lápiz 257">
                <a:extLst>
                  <a:ext uri="{FF2B5EF4-FFF2-40B4-BE49-F238E27FC236}">
                    <a16:creationId xmlns:a16="http://schemas.microsoft.com/office/drawing/2014/main" id="{7521496B-01D9-4666-A054-4322A0906710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2449327" y="3293082"/>
                <a:ext cx="8676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261" name="Entrada de lápiz 260">
                <a:extLst>
                  <a:ext uri="{FF2B5EF4-FFF2-40B4-BE49-F238E27FC236}">
                    <a16:creationId xmlns:a16="http://schemas.microsoft.com/office/drawing/2014/main" id="{20202347-5203-49C3-BB1E-8407235EDA7A}"/>
                  </a:ext>
                </a:extLst>
              </p14:cNvPr>
              <p14:cNvContentPartPr/>
              <p14:nvPr/>
            </p14:nvContentPartPr>
            <p14:xfrm>
              <a:off x="2729327" y="5972202"/>
              <a:ext cx="266400" cy="725040"/>
            </p14:xfrm>
          </p:contentPart>
        </mc:Choice>
        <mc:Fallback xmlns="">
          <p:pic>
            <p:nvPicPr>
              <p:cNvPr id="261" name="Entrada de lápiz 260">
                <a:extLst>
                  <a:ext uri="{FF2B5EF4-FFF2-40B4-BE49-F238E27FC236}">
                    <a16:creationId xmlns:a16="http://schemas.microsoft.com/office/drawing/2014/main" id="{20202347-5203-49C3-BB1E-8407235EDA7A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2720327" y="5963202"/>
                <a:ext cx="284040" cy="74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276" name="Entrada de lápiz 275">
                <a:extLst>
                  <a:ext uri="{FF2B5EF4-FFF2-40B4-BE49-F238E27FC236}">
                    <a16:creationId xmlns:a16="http://schemas.microsoft.com/office/drawing/2014/main" id="{E216A053-6656-4B7E-8933-2D5E6D05004B}"/>
                  </a:ext>
                </a:extLst>
              </p14:cNvPr>
              <p14:cNvContentPartPr/>
              <p14:nvPr/>
            </p14:nvContentPartPr>
            <p14:xfrm>
              <a:off x="6498527" y="5899122"/>
              <a:ext cx="305640" cy="273960"/>
            </p14:xfrm>
          </p:contentPart>
        </mc:Choice>
        <mc:Fallback xmlns="">
          <p:pic>
            <p:nvPicPr>
              <p:cNvPr id="276" name="Entrada de lápiz 275">
                <a:extLst>
                  <a:ext uri="{FF2B5EF4-FFF2-40B4-BE49-F238E27FC236}">
                    <a16:creationId xmlns:a16="http://schemas.microsoft.com/office/drawing/2014/main" id="{E216A053-6656-4B7E-8933-2D5E6D05004B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6489527" y="5890122"/>
                <a:ext cx="323280" cy="29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277" name="Entrada de lápiz 276">
                <a:extLst>
                  <a:ext uri="{FF2B5EF4-FFF2-40B4-BE49-F238E27FC236}">
                    <a16:creationId xmlns:a16="http://schemas.microsoft.com/office/drawing/2014/main" id="{47B0DB04-C8B8-4BA6-AEE2-94EC12DEDB20}"/>
                  </a:ext>
                </a:extLst>
              </p14:cNvPr>
              <p14:cNvContentPartPr/>
              <p14:nvPr/>
            </p14:nvContentPartPr>
            <p14:xfrm>
              <a:off x="6154367" y="5932962"/>
              <a:ext cx="236520" cy="259560"/>
            </p14:xfrm>
          </p:contentPart>
        </mc:Choice>
        <mc:Fallback xmlns="">
          <p:pic>
            <p:nvPicPr>
              <p:cNvPr id="277" name="Entrada de lápiz 276">
                <a:extLst>
                  <a:ext uri="{FF2B5EF4-FFF2-40B4-BE49-F238E27FC236}">
                    <a16:creationId xmlns:a16="http://schemas.microsoft.com/office/drawing/2014/main" id="{47B0DB04-C8B8-4BA6-AEE2-94EC12DEDB20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6145367" y="5923962"/>
                <a:ext cx="254160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278" name="Entrada de lápiz 277">
                <a:extLst>
                  <a:ext uri="{FF2B5EF4-FFF2-40B4-BE49-F238E27FC236}">
                    <a16:creationId xmlns:a16="http://schemas.microsoft.com/office/drawing/2014/main" id="{502854DC-0253-4F69-8C2C-8DBAF14A89A0}"/>
                  </a:ext>
                </a:extLst>
              </p14:cNvPr>
              <p14:cNvContentPartPr/>
              <p14:nvPr/>
            </p14:nvContentPartPr>
            <p14:xfrm>
              <a:off x="5352287" y="5750442"/>
              <a:ext cx="459000" cy="549720"/>
            </p14:xfrm>
          </p:contentPart>
        </mc:Choice>
        <mc:Fallback xmlns="">
          <p:pic>
            <p:nvPicPr>
              <p:cNvPr id="278" name="Entrada de lápiz 277">
                <a:extLst>
                  <a:ext uri="{FF2B5EF4-FFF2-40B4-BE49-F238E27FC236}">
                    <a16:creationId xmlns:a16="http://schemas.microsoft.com/office/drawing/2014/main" id="{502854DC-0253-4F69-8C2C-8DBAF14A89A0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5343287" y="5741802"/>
                <a:ext cx="476640" cy="56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279" name="Entrada de lápiz 278">
                <a:extLst>
                  <a:ext uri="{FF2B5EF4-FFF2-40B4-BE49-F238E27FC236}">
                    <a16:creationId xmlns:a16="http://schemas.microsoft.com/office/drawing/2014/main" id="{11116A34-1C30-480E-904C-6AF75CD44501}"/>
                  </a:ext>
                </a:extLst>
              </p14:cNvPr>
              <p14:cNvContentPartPr/>
              <p14:nvPr/>
            </p14:nvContentPartPr>
            <p14:xfrm>
              <a:off x="4877087" y="6208722"/>
              <a:ext cx="276120" cy="132120"/>
            </p14:xfrm>
          </p:contentPart>
        </mc:Choice>
        <mc:Fallback xmlns="">
          <p:pic>
            <p:nvPicPr>
              <p:cNvPr id="279" name="Entrada de lápiz 278">
                <a:extLst>
                  <a:ext uri="{FF2B5EF4-FFF2-40B4-BE49-F238E27FC236}">
                    <a16:creationId xmlns:a16="http://schemas.microsoft.com/office/drawing/2014/main" id="{11116A34-1C30-480E-904C-6AF75CD44501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4868447" y="6200082"/>
                <a:ext cx="293760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280" name="Entrada de lápiz 279">
                <a:extLst>
                  <a:ext uri="{FF2B5EF4-FFF2-40B4-BE49-F238E27FC236}">
                    <a16:creationId xmlns:a16="http://schemas.microsoft.com/office/drawing/2014/main" id="{F7B9A070-016B-4168-9931-E13E82DE9BAF}"/>
                  </a:ext>
                </a:extLst>
              </p14:cNvPr>
              <p14:cNvContentPartPr/>
              <p14:nvPr/>
            </p14:nvContentPartPr>
            <p14:xfrm>
              <a:off x="3845327" y="6010002"/>
              <a:ext cx="501120" cy="466560"/>
            </p14:xfrm>
          </p:contentPart>
        </mc:Choice>
        <mc:Fallback xmlns="">
          <p:pic>
            <p:nvPicPr>
              <p:cNvPr id="280" name="Entrada de lápiz 279">
                <a:extLst>
                  <a:ext uri="{FF2B5EF4-FFF2-40B4-BE49-F238E27FC236}">
                    <a16:creationId xmlns:a16="http://schemas.microsoft.com/office/drawing/2014/main" id="{F7B9A070-016B-4168-9931-E13E82DE9BAF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3836681" y="6001002"/>
                <a:ext cx="518773" cy="48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281" name="Entrada de lápiz 280">
                <a:extLst>
                  <a:ext uri="{FF2B5EF4-FFF2-40B4-BE49-F238E27FC236}">
                    <a16:creationId xmlns:a16="http://schemas.microsoft.com/office/drawing/2014/main" id="{102582D8-23F9-4568-8BB6-07D12F84ADEE}"/>
                  </a:ext>
                </a:extLst>
              </p14:cNvPr>
              <p14:cNvContentPartPr/>
              <p14:nvPr/>
            </p14:nvContentPartPr>
            <p14:xfrm>
              <a:off x="3283727" y="6028002"/>
              <a:ext cx="395280" cy="474120"/>
            </p14:xfrm>
          </p:contentPart>
        </mc:Choice>
        <mc:Fallback xmlns="">
          <p:pic>
            <p:nvPicPr>
              <p:cNvPr id="281" name="Entrada de lápiz 280">
                <a:extLst>
                  <a:ext uri="{FF2B5EF4-FFF2-40B4-BE49-F238E27FC236}">
                    <a16:creationId xmlns:a16="http://schemas.microsoft.com/office/drawing/2014/main" id="{102582D8-23F9-4568-8BB6-07D12F84ADEE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3275087" y="6019002"/>
                <a:ext cx="412920" cy="49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282" name="Entrada de lápiz 281">
                <a:extLst>
                  <a:ext uri="{FF2B5EF4-FFF2-40B4-BE49-F238E27FC236}">
                    <a16:creationId xmlns:a16="http://schemas.microsoft.com/office/drawing/2014/main" id="{E3906DF1-F8E1-407E-A7BC-3D1EDC75D2EA}"/>
                  </a:ext>
                </a:extLst>
              </p14:cNvPr>
              <p14:cNvContentPartPr/>
              <p14:nvPr/>
            </p14:nvContentPartPr>
            <p14:xfrm>
              <a:off x="1834727" y="6114042"/>
              <a:ext cx="243720" cy="559800"/>
            </p14:xfrm>
          </p:contentPart>
        </mc:Choice>
        <mc:Fallback xmlns="">
          <p:pic>
            <p:nvPicPr>
              <p:cNvPr id="282" name="Entrada de lápiz 281">
                <a:extLst>
                  <a:ext uri="{FF2B5EF4-FFF2-40B4-BE49-F238E27FC236}">
                    <a16:creationId xmlns:a16="http://schemas.microsoft.com/office/drawing/2014/main" id="{E3906DF1-F8E1-407E-A7BC-3D1EDC75D2EA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826087" y="6105042"/>
                <a:ext cx="261360" cy="577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86184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DAF58B5E-22E7-4C20-900D-E8161A6A5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443" y="596347"/>
            <a:ext cx="9279836" cy="231995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E4E185F3-A52C-43CA-B427-B63482A1D333}"/>
                  </a:ext>
                </a:extLst>
              </p14:cNvPr>
              <p14:cNvContentPartPr/>
              <p14:nvPr/>
            </p14:nvContentPartPr>
            <p14:xfrm>
              <a:off x="1501367" y="3249162"/>
              <a:ext cx="453960" cy="68544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E4E185F3-A52C-43CA-B427-B63482A1D33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92367" y="3240522"/>
                <a:ext cx="471600" cy="70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0878653B-7FCF-435B-B76F-A6F0DCCDC802}"/>
                  </a:ext>
                </a:extLst>
              </p14:cNvPr>
              <p14:cNvContentPartPr/>
              <p14:nvPr/>
            </p14:nvContentPartPr>
            <p14:xfrm>
              <a:off x="2278247" y="3303882"/>
              <a:ext cx="219600" cy="81360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0878653B-7FCF-435B-B76F-A6F0DCCDC80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69247" y="3294882"/>
                <a:ext cx="237240" cy="83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0" name="Entrada de lápiz 19">
                <a:extLst>
                  <a:ext uri="{FF2B5EF4-FFF2-40B4-BE49-F238E27FC236}">
                    <a16:creationId xmlns:a16="http://schemas.microsoft.com/office/drawing/2014/main" id="{C09062F1-F1F8-4B8F-A17C-4C70E054D856}"/>
                  </a:ext>
                </a:extLst>
              </p14:cNvPr>
              <p14:cNvContentPartPr/>
              <p14:nvPr/>
            </p14:nvContentPartPr>
            <p14:xfrm>
              <a:off x="4924247" y="3211002"/>
              <a:ext cx="498960" cy="469080"/>
            </p14:xfrm>
          </p:contentPart>
        </mc:Choice>
        <mc:Fallback>
          <p:pic>
            <p:nvPicPr>
              <p:cNvPr id="20" name="Entrada de lápiz 19">
                <a:extLst>
                  <a:ext uri="{FF2B5EF4-FFF2-40B4-BE49-F238E27FC236}">
                    <a16:creationId xmlns:a16="http://schemas.microsoft.com/office/drawing/2014/main" id="{C09062F1-F1F8-4B8F-A17C-4C70E054D85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915247" y="3202002"/>
                <a:ext cx="516600" cy="48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1" name="Entrada de lápiz 20">
                <a:extLst>
                  <a:ext uri="{FF2B5EF4-FFF2-40B4-BE49-F238E27FC236}">
                    <a16:creationId xmlns:a16="http://schemas.microsoft.com/office/drawing/2014/main" id="{BE5AFC67-E78E-460F-95ED-324E071AB499}"/>
                  </a:ext>
                </a:extLst>
              </p14:cNvPr>
              <p14:cNvContentPartPr/>
              <p14:nvPr/>
            </p14:nvContentPartPr>
            <p14:xfrm>
              <a:off x="4008047" y="3289122"/>
              <a:ext cx="640800" cy="412560"/>
            </p14:xfrm>
          </p:contentPart>
        </mc:Choice>
        <mc:Fallback>
          <p:pic>
            <p:nvPicPr>
              <p:cNvPr id="21" name="Entrada de lápiz 20">
                <a:extLst>
                  <a:ext uri="{FF2B5EF4-FFF2-40B4-BE49-F238E27FC236}">
                    <a16:creationId xmlns:a16="http://schemas.microsoft.com/office/drawing/2014/main" id="{BE5AFC67-E78E-460F-95ED-324E071AB49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999407" y="3280482"/>
                <a:ext cx="658440" cy="43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2" name="Entrada de lápiz 21">
                <a:extLst>
                  <a:ext uri="{FF2B5EF4-FFF2-40B4-BE49-F238E27FC236}">
                    <a16:creationId xmlns:a16="http://schemas.microsoft.com/office/drawing/2014/main" id="{89CC4D7B-5F07-492A-9CBF-3AC93C0E9B86}"/>
                  </a:ext>
                </a:extLst>
              </p14:cNvPr>
              <p14:cNvContentPartPr/>
              <p14:nvPr/>
            </p14:nvContentPartPr>
            <p14:xfrm>
              <a:off x="3493967" y="3362202"/>
              <a:ext cx="356040" cy="410760"/>
            </p14:xfrm>
          </p:contentPart>
        </mc:Choice>
        <mc:Fallback>
          <p:pic>
            <p:nvPicPr>
              <p:cNvPr id="22" name="Entrada de lápiz 21">
                <a:extLst>
                  <a:ext uri="{FF2B5EF4-FFF2-40B4-BE49-F238E27FC236}">
                    <a16:creationId xmlns:a16="http://schemas.microsoft.com/office/drawing/2014/main" id="{89CC4D7B-5F07-492A-9CBF-3AC93C0E9B8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484976" y="3353202"/>
                <a:ext cx="373662" cy="42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4" name="Entrada de lápiz 23">
                <a:extLst>
                  <a:ext uri="{FF2B5EF4-FFF2-40B4-BE49-F238E27FC236}">
                    <a16:creationId xmlns:a16="http://schemas.microsoft.com/office/drawing/2014/main" id="{96C21392-38F4-47AD-8A1E-4F3DBD549A13}"/>
                  </a:ext>
                </a:extLst>
              </p14:cNvPr>
              <p14:cNvContentPartPr/>
              <p14:nvPr/>
            </p14:nvContentPartPr>
            <p14:xfrm>
              <a:off x="2241167" y="4382442"/>
              <a:ext cx="217800" cy="823320"/>
            </p14:xfrm>
          </p:contentPart>
        </mc:Choice>
        <mc:Fallback>
          <p:pic>
            <p:nvPicPr>
              <p:cNvPr id="24" name="Entrada de lápiz 23">
                <a:extLst>
                  <a:ext uri="{FF2B5EF4-FFF2-40B4-BE49-F238E27FC236}">
                    <a16:creationId xmlns:a16="http://schemas.microsoft.com/office/drawing/2014/main" id="{96C21392-38F4-47AD-8A1E-4F3DBD549A1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232167" y="4373802"/>
                <a:ext cx="235440" cy="84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7" name="Entrada de lápiz 26">
                <a:extLst>
                  <a:ext uri="{FF2B5EF4-FFF2-40B4-BE49-F238E27FC236}">
                    <a16:creationId xmlns:a16="http://schemas.microsoft.com/office/drawing/2014/main" id="{655DE0B4-CADC-4702-99AF-3D442DAA2FFD}"/>
                  </a:ext>
                </a:extLst>
              </p14:cNvPr>
              <p14:cNvContentPartPr/>
              <p14:nvPr/>
            </p14:nvContentPartPr>
            <p14:xfrm>
              <a:off x="2652287" y="3395682"/>
              <a:ext cx="533880" cy="549720"/>
            </p14:xfrm>
          </p:contentPart>
        </mc:Choice>
        <mc:Fallback>
          <p:pic>
            <p:nvPicPr>
              <p:cNvPr id="27" name="Entrada de lápiz 26">
                <a:extLst>
                  <a:ext uri="{FF2B5EF4-FFF2-40B4-BE49-F238E27FC236}">
                    <a16:creationId xmlns:a16="http://schemas.microsoft.com/office/drawing/2014/main" id="{655DE0B4-CADC-4702-99AF-3D442DAA2FF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643647" y="3386688"/>
                <a:ext cx="551520" cy="5673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43" name="Entrada de lápiz 42">
                <a:extLst>
                  <a:ext uri="{FF2B5EF4-FFF2-40B4-BE49-F238E27FC236}">
                    <a16:creationId xmlns:a16="http://schemas.microsoft.com/office/drawing/2014/main" id="{90B52E57-466C-4AB7-82A9-0DCDF2C250D0}"/>
                  </a:ext>
                </a:extLst>
              </p14:cNvPr>
              <p14:cNvContentPartPr/>
              <p14:nvPr/>
            </p14:nvContentPartPr>
            <p14:xfrm>
              <a:off x="4700327" y="4320522"/>
              <a:ext cx="442800" cy="381240"/>
            </p14:xfrm>
          </p:contentPart>
        </mc:Choice>
        <mc:Fallback>
          <p:pic>
            <p:nvPicPr>
              <p:cNvPr id="43" name="Entrada de lápiz 42">
                <a:extLst>
                  <a:ext uri="{FF2B5EF4-FFF2-40B4-BE49-F238E27FC236}">
                    <a16:creationId xmlns:a16="http://schemas.microsoft.com/office/drawing/2014/main" id="{90B52E57-466C-4AB7-82A9-0DCDF2C250D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691327" y="4311513"/>
                <a:ext cx="460440" cy="3988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60" name="Entrada de lápiz 59">
                <a:extLst>
                  <a:ext uri="{FF2B5EF4-FFF2-40B4-BE49-F238E27FC236}">
                    <a16:creationId xmlns:a16="http://schemas.microsoft.com/office/drawing/2014/main" id="{42C39AFE-780D-4121-8093-1E7E4E6EBEC1}"/>
                  </a:ext>
                </a:extLst>
              </p14:cNvPr>
              <p14:cNvContentPartPr/>
              <p14:nvPr/>
            </p14:nvContentPartPr>
            <p14:xfrm>
              <a:off x="3677207" y="6047802"/>
              <a:ext cx="213480" cy="47880"/>
            </p14:xfrm>
          </p:contentPart>
        </mc:Choice>
        <mc:Fallback>
          <p:pic>
            <p:nvPicPr>
              <p:cNvPr id="60" name="Entrada de lápiz 59">
                <a:extLst>
                  <a:ext uri="{FF2B5EF4-FFF2-40B4-BE49-F238E27FC236}">
                    <a16:creationId xmlns:a16="http://schemas.microsoft.com/office/drawing/2014/main" id="{42C39AFE-780D-4121-8093-1E7E4E6EBEC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668207" y="6038802"/>
                <a:ext cx="23112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71" name="Entrada de lápiz 70">
                <a:extLst>
                  <a:ext uri="{FF2B5EF4-FFF2-40B4-BE49-F238E27FC236}">
                    <a16:creationId xmlns:a16="http://schemas.microsoft.com/office/drawing/2014/main" id="{5D59611D-34D2-4C8D-A1E9-C61925BCFD92}"/>
                  </a:ext>
                </a:extLst>
              </p14:cNvPr>
              <p14:cNvContentPartPr/>
              <p14:nvPr/>
            </p14:nvContentPartPr>
            <p14:xfrm>
              <a:off x="2699087" y="4269402"/>
              <a:ext cx="1834920" cy="987120"/>
            </p14:xfrm>
          </p:contentPart>
        </mc:Choice>
        <mc:Fallback>
          <p:pic>
            <p:nvPicPr>
              <p:cNvPr id="71" name="Entrada de lápiz 70">
                <a:extLst>
                  <a:ext uri="{FF2B5EF4-FFF2-40B4-BE49-F238E27FC236}">
                    <a16:creationId xmlns:a16="http://schemas.microsoft.com/office/drawing/2014/main" id="{5D59611D-34D2-4C8D-A1E9-C61925BCFD92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690085" y="4260402"/>
                <a:ext cx="1852563" cy="100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74" name="Entrada de lápiz 73">
                <a:extLst>
                  <a:ext uri="{FF2B5EF4-FFF2-40B4-BE49-F238E27FC236}">
                    <a16:creationId xmlns:a16="http://schemas.microsoft.com/office/drawing/2014/main" id="{6071830A-9350-49B0-BD83-EB8855DCEEDA}"/>
                  </a:ext>
                </a:extLst>
              </p14:cNvPr>
              <p14:cNvContentPartPr/>
              <p14:nvPr/>
            </p14:nvContentPartPr>
            <p14:xfrm>
              <a:off x="11037407" y="1114002"/>
              <a:ext cx="229320" cy="101880"/>
            </p14:xfrm>
          </p:contentPart>
        </mc:Choice>
        <mc:Fallback>
          <p:pic>
            <p:nvPicPr>
              <p:cNvPr id="74" name="Entrada de lápiz 73">
                <a:extLst>
                  <a:ext uri="{FF2B5EF4-FFF2-40B4-BE49-F238E27FC236}">
                    <a16:creationId xmlns:a16="http://schemas.microsoft.com/office/drawing/2014/main" id="{6071830A-9350-49B0-BD83-EB8855DCEEDA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1028767" y="1105362"/>
                <a:ext cx="246960" cy="1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88" name="Entrada de lápiz 87">
                <a:extLst>
                  <a:ext uri="{FF2B5EF4-FFF2-40B4-BE49-F238E27FC236}">
                    <a16:creationId xmlns:a16="http://schemas.microsoft.com/office/drawing/2014/main" id="{809A6E5B-7F18-4A2F-BD32-1AF025F5B2D5}"/>
                  </a:ext>
                </a:extLst>
              </p14:cNvPr>
              <p14:cNvContentPartPr/>
              <p14:nvPr/>
            </p14:nvContentPartPr>
            <p14:xfrm>
              <a:off x="11205887" y="1725642"/>
              <a:ext cx="720360" cy="405360"/>
            </p14:xfrm>
          </p:contentPart>
        </mc:Choice>
        <mc:Fallback>
          <p:pic>
            <p:nvPicPr>
              <p:cNvPr id="88" name="Entrada de lápiz 87">
                <a:extLst>
                  <a:ext uri="{FF2B5EF4-FFF2-40B4-BE49-F238E27FC236}">
                    <a16:creationId xmlns:a16="http://schemas.microsoft.com/office/drawing/2014/main" id="{809A6E5B-7F18-4A2F-BD32-1AF025F5B2D5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1196887" y="1716994"/>
                <a:ext cx="738000" cy="4230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89" name="Entrada de lápiz 88">
                <a:extLst>
                  <a:ext uri="{FF2B5EF4-FFF2-40B4-BE49-F238E27FC236}">
                    <a16:creationId xmlns:a16="http://schemas.microsoft.com/office/drawing/2014/main" id="{D7AF4341-1504-4179-8B4F-D5B1F5F591B2}"/>
                  </a:ext>
                </a:extLst>
              </p14:cNvPr>
              <p14:cNvContentPartPr/>
              <p14:nvPr/>
            </p14:nvContentPartPr>
            <p14:xfrm>
              <a:off x="11414327" y="1120122"/>
              <a:ext cx="406440" cy="300600"/>
            </p14:xfrm>
          </p:contentPart>
        </mc:Choice>
        <mc:Fallback>
          <p:pic>
            <p:nvPicPr>
              <p:cNvPr id="89" name="Entrada de lápiz 88">
                <a:extLst>
                  <a:ext uri="{FF2B5EF4-FFF2-40B4-BE49-F238E27FC236}">
                    <a16:creationId xmlns:a16="http://schemas.microsoft.com/office/drawing/2014/main" id="{D7AF4341-1504-4179-8B4F-D5B1F5F591B2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1405327" y="1111122"/>
                <a:ext cx="424080" cy="31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90" name="Entrada de lápiz 89">
                <a:extLst>
                  <a:ext uri="{FF2B5EF4-FFF2-40B4-BE49-F238E27FC236}">
                    <a16:creationId xmlns:a16="http://schemas.microsoft.com/office/drawing/2014/main" id="{01F7AC71-E30C-41A3-90C6-2F972862D6F6}"/>
                  </a:ext>
                </a:extLst>
              </p14:cNvPr>
              <p14:cNvContentPartPr/>
              <p14:nvPr/>
            </p14:nvContentPartPr>
            <p14:xfrm>
              <a:off x="10984847" y="1272042"/>
              <a:ext cx="349560" cy="165960"/>
            </p14:xfrm>
          </p:contentPart>
        </mc:Choice>
        <mc:Fallback>
          <p:pic>
            <p:nvPicPr>
              <p:cNvPr id="90" name="Entrada de lápiz 89">
                <a:extLst>
                  <a:ext uri="{FF2B5EF4-FFF2-40B4-BE49-F238E27FC236}">
                    <a16:creationId xmlns:a16="http://schemas.microsoft.com/office/drawing/2014/main" id="{01F7AC71-E30C-41A3-90C6-2F972862D6F6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0976207" y="1263042"/>
                <a:ext cx="367200" cy="18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95" name="Entrada de lápiz 94">
                <a:extLst>
                  <a:ext uri="{FF2B5EF4-FFF2-40B4-BE49-F238E27FC236}">
                    <a16:creationId xmlns:a16="http://schemas.microsoft.com/office/drawing/2014/main" id="{7C575AB8-F21E-4B2F-A531-2EE06C9156CF}"/>
                  </a:ext>
                </a:extLst>
              </p14:cNvPr>
              <p14:cNvContentPartPr/>
              <p14:nvPr/>
            </p14:nvContentPartPr>
            <p14:xfrm>
              <a:off x="5175527" y="5558562"/>
              <a:ext cx="464400" cy="461880"/>
            </p14:xfrm>
          </p:contentPart>
        </mc:Choice>
        <mc:Fallback>
          <p:pic>
            <p:nvPicPr>
              <p:cNvPr id="95" name="Entrada de lápiz 94">
                <a:extLst>
                  <a:ext uri="{FF2B5EF4-FFF2-40B4-BE49-F238E27FC236}">
                    <a16:creationId xmlns:a16="http://schemas.microsoft.com/office/drawing/2014/main" id="{7C575AB8-F21E-4B2F-A531-2EE06C9156CF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5166534" y="5549562"/>
                <a:ext cx="482026" cy="47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99" name="Entrada de lápiz 98">
                <a:extLst>
                  <a:ext uri="{FF2B5EF4-FFF2-40B4-BE49-F238E27FC236}">
                    <a16:creationId xmlns:a16="http://schemas.microsoft.com/office/drawing/2014/main" id="{818FEAD7-ABBB-4C10-9C1F-E5906B74E006}"/>
                  </a:ext>
                </a:extLst>
              </p14:cNvPr>
              <p14:cNvContentPartPr/>
              <p14:nvPr/>
            </p14:nvContentPartPr>
            <p14:xfrm>
              <a:off x="4033967" y="5346522"/>
              <a:ext cx="964800" cy="810000"/>
            </p14:xfrm>
          </p:contentPart>
        </mc:Choice>
        <mc:Fallback>
          <p:pic>
            <p:nvPicPr>
              <p:cNvPr id="99" name="Entrada de lápiz 98">
                <a:extLst>
                  <a:ext uri="{FF2B5EF4-FFF2-40B4-BE49-F238E27FC236}">
                    <a16:creationId xmlns:a16="http://schemas.microsoft.com/office/drawing/2014/main" id="{818FEAD7-ABBB-4C10-9C1F-E5906B74E006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025327" y="5337522"/>
                <a:ext cx="982440" cy="82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100" name="Entrada de lápiz 99">
                <a:extLst>
                  <a:ext uri="{FF2B5EF4-FFF2-40B4-BE49-F238E27FC236}">
                    <a16:creationId xmlns:a16="http://schemas.microsoft.com/office/drawing/2014/main" id="{4FCA8D87-F654-4D25-93B2-C5368D2BFC15}"/>
                  </a:ext>
                </a:extLst>
              </p14:cNvPr>
              <p14:cNvContentPartPr/>
              <p14:nvPr/>
            </p14:nvContentPartPr>
            <p14:xfrm>
              <a:off x="2259887" y="5568642"/>
              <a:ext cx="1132560" cy="1017720"/>
            </p14:xfrm>
          </p:contentPart>
        </mc:Choice>
        <mc:Fallback>
          <p:pic>
            <p:nvPicPr>
              <p:cNvPr id="100" name="Entrada de lápiz 99">
                <a:extLst>
                  <a:ext uri="{FF2B5EF4-FFF2-40B4-BE49-F238E27FC236}">
                    <a16:creationId xmlns:a16="http://schemas.microsoft.com/office/drawing/2014/main" id="{4FCA8D87-F654-4D25-93B2-C5368D2BFC15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2251247" y="5559645"/>
                <a:ext cx="1150200" cy="10353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120" name="Entrada de lápiz 119">
                <a:extLst>
                  <a:ext uri="{FF2B5EF4-FFF2-40B4-BE49-F238E27FC236}">
                    <a16:creationId xmlns:a16="http://schemas.microsoft.com/office/drawing/2014/main" id="{98CAAD92-07FA-4DB7-84A3-B26FA72A6856}"/>
                  </a:ext>
                </a:extLst>
              </p14:cNvPr>
              <p14:cNvContentPartPr/>
              <p14:nvPr/>
            </p14:nvContentPartPr>
            <p14:xfrm>
              <a:off x="8296727" y="3834882"/>
              <a:ext cx="266040" cy="41040"/>
            </p14:xfrm>
          </p:contentPart>
        </mc:Choice>
        <mc:Fallback>
          <p:pic>
            <p:nvPicPr>
              <p:cNvPr id="120" name="Entrada de lápiz 119">
                <a:extLst>
                  <a:ext uri="{FF2B5EF4-FFF2-40B4-BE49-F238E27FC236}">
                    <a16:creationId xmlns:a16="http://schemas.microsoft.com/office/drawing/2014/main" id="{98CAAD92-07FA-4DB7-84A3-B26FA72A6856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8288087" y="3826242"/>
                <a:ext cx="28368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132" name="Entrada de lápiz 131">
                <a:extLst>
                  <a:ext uri="{FF2B5EF4-FFF2-40B4-BE49-F238E27FC236}">
                    <a16:creationId xmlns:a16="http://schemas.microsoft.com/office/drawing/2014/main" id="{C8B62CBB-716C-4656-AAA5-9CD8EF4785B6}"/>
                  </a:ext>
                </a:extLst>
              </p14:cNvPr>
              <p14:cNvContentPartPr/>
              <p14:nvPr/>
            </p14:nvContentPartPr>
            <p14:xfrm>
              <a:off x="9278447" y="4451562"/>
              <a:ext cx="210600" cy="145080"/>
            </p14:xfrm>
          </p:contentPart>
        </mc:Choice>
        <mc:Fallback>
          <p:pic>
            <p:nvPicPr>
              <p:cNvPr id="132" name="Entrada de lápiz 131">
                <a:extLst>
                  <a:ext uri="{FF2B5EF4-FFF2-40B4-BE49-F238E27FC236}">
                    <a16:creationId xmlns:a16="http://schemas.microsoft.com/office/drawing/2014/main" id="{C8B62CBB-716C-4656-AAA5-9CD8EF4785B6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9269807" y="4442922"/>
                <a:ext cx="22824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138" name="Entrada de lápiz 137">
                <a:extLst>
                  <a:ext uri="{FF2B5EF4-FFF2-40B4-BE49-F238E27FC236}">
                    <a16:creationId xmlns:a16="http://schemas.microsoft.com/office/drawing/2014/main" id="{2C52C6AF-211F-43D5-919D-C2C2BC838F71}"/>
                  </a:ext>
                </a:extLst>
              </p14:cNvPr>
              <p14:cNvContentPartPr/>
              <p14:nvPr/>
            </p14:nvContentPartPr>
            <p14:xfrm>
              <a:off x="11297327" y="3509082"/>
              <a:ext cx="369000" cy="282240"/>
            </p14:xfrm>
          </p:contentPart>
        </mc:Choice>
        <mc:Fallback>
          <p:pic>
            <p:nvPicPr>
              <p:cNvPr id="138" name="Entrada de lápiz 137">
                <a:extLst>
                  <a:ext uri="{FF2B5EF4-FFF2-40B4-BE49-F238E27FC236}">
                    <a16:creationId xmlns:a16="http://schemas.microsoft.com/office/drawing/2014/main" id="{2C52C6AF-211F-43D5-919D-C2C2BC838F71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1288687" y="3500442"/>
                <a:ext cx="38664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142" name="Entrada de lápiz 141">
                <a:extLst>
                  <a:ext uri="{FF2B5EF4-FFF2-40B4-BE49-F238E27FC236}">
                    <a16:creationId xmlns:a16="http://schemas.microsoft.com/office/drawing/2014/main" id="{EC4C2CB8-A4AE-4EF2-9A16-192382341212}"/>
                  </a:ext>
                </a:extLst>
              </p14:cNvPr>
              <p14:cNvContentPartPr/>
              <p14:nvPr/>
            </p14:nvContentPartPr>
            <p14:xfrm>
              <a:off x="10849847" y="3580722"/>
              <a:ext cx="299520" cy="256680"/>
            </p14:xfrm>
          </p:contentPart>
        </mc:Choice>
        <mc:Fallback>
          <p:pic>
            <p:nvPicPr>
              <p:cNvPr id="142" name="Entrada de lápiz 141">
                <a:extLst>
                  <a:ext uri="{FF2B5EF4-FFF2-40B4-BE49-F238E27FC236}">
                    <a16:creationId xmlns:a16="http://schemas.microsoft.com/office/drawing/2014/main" id="{EC4C2CB8-A4AE-4EF2-9A16-192382341212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0840847" y="3572082"/>
                <a:ext cx="317160" cy="27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143" name="Entrada de lápiz 142">
                <a:extLst>
                  <a:ext uri="{FF2B5EF4-FFF2-40B4-BE49-F238E27FC236}">
                    <a16:creationId xmlns:a16="http://schemas.microsoft.com/office/drawing/2014/main" id="{51ED0584-CD2B-4594-B776-4B53A518FAA0}"/>
                  </a:ext>
                </a:extLst>
              </p14:cNvPr>
              <p14:cNvContentPartPr/>
              <p14:nvPr/>
            </p14:nvContentPartPr>
            <p14:xfrm>
              <a:off x="9246767" y="4120002"/>
              <a:ext cx="806400" cy="241560"/>
            </p14:xfrm>
          </p:contentPart>
        </mc:Choice>
        <mc:Fallback>
          <p:pic>
            <p:nvPicPr>
              <p:cNvPr id="143" name="Entrada de lápiz 142">
                <a:extLst>
                  <a:ext uri="{FF2B5EF4-FFF2-40B4-BE49-F238E27FC236}">
                    <a16:creationId xmlns:a16="http://schemas.microsoft.com/office/drawing/2014/main" id="{51ED0584-CD2B-4594-B776-4B53A518FAA0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9237767" y="4111002"/>
                <a:ext cx="824040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144" name="Entrada de lápiz 143">
                <a:extLst>
                  <a:ext uri="{FF2B5EF4-FFF2-40B4-BE49-F238E27FC236}">
                    <a16:creationId xmlns:a16="http://schemas.microsoft.com/office/drawing/2014/main" id="{CF9A714B-686F-4DC3-8591-2529037C8C3F}"/>
                  </a:ext>
                </a:extLst>
              </p14:cNvPr>
              <p14:cNvContentPartPr/>
              <p14:nvPr/>
            </p14:nvContentPartPr>
            <p14:xfrm>
              <a:off x="9025367" y="3079242"/>
              <a:ext cx="1392840" cy="824760"/>
            </p14:xfrm>
          </p:contentPart>
        </mc:Choice>
        <mc:Fallback>
          <p:pic>
            <p:nvPicPr>
              <p:cNvPr id="144" name="Entrada de lápiz 143">
                <a:extLst>
                  <a:ext uri="{FF2B5EF4-FFF2-40B4-BE49-F238E27FC236}">
                    <a16:creationId xmlns:a16="http://schemas.microsoft.com/office/drawing/2014/main" id="{CF9A714B-686F-4DC3-8591-2529037C8C3F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9016727" y="3070602"/>
                <a:ext cx="1410480" cy="84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145" name="Entrada de lápiz 144">
                <a:extLst>
                  <a:ext uri="{FF2B5EF4-FFF2-40B4-BE49-F238E27FC236}">
                    <a16:creationId xmlns:a16="http://schemas.microsoft.com/office/drawing/2014/main" id="{CC7FCCC4-807B-4260-B049-C06CDE5519F2}"/>
                  </a:ext>
                </a:extLst>
              </p14:cNvPr>
              <p14:cNvContentPartPr/>
              <p14:nvPr/>
            </p14:nvContentPartPr>
            <p14:xfrm>
              <a:off x="1920407" y="4900842"/>
              <a:ext cx="143640" cy="17640"/>
            </p14:xfrm>
          </p:contentPart>
        </mc:Choice>
        <mc:Fallback>
          <p:pic>
            <p:nvPicPr>
              <p:cNvPr id="145" name="Entrada de lápiz 144">
                <a:extLst>
                  <a:ext uri="{FF2B5EF4-FFF2-40B4-BE49-F238E27FC236}">
                    <a16:creationId xmlns:a16="http://schemas.microsoft.com/office/drawing/2014/main" id="{CC7FCCC4-807B-4260-B049-C06CDE5519F2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911767" y="4892202"/>
                <a:ext cx="16128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146" name="Entrada de lápiz 145">
                <a:extLst>
                  <a:ext uri="{FF2B5EF4-FFF2-40B4-BE49-F238E27FC236}">
                    <a16:creationId xmlns:a16="http://schemas.microsoft.com/office/drawing/2014/main" id="{154FE1F0-98CD-4163-98D3-01B63FBD6437}"/>
                  </a:ext>
                </a:extLst>
              </p14:cNvPr>
              <p14:cNvContentPartPr/>
              <p14:nvPr/>
            </p14:nvContentPartPr>
            <p14:xfrm>
              <a:off x="1956407" y="5001282"/>
              <a:ext cx="127800" cy="6480"/>
            </p14:xfrm>
          </p:contentPart>
        </mc:Choice>
        <mc:Fallback>
          <p:pic>
            <p:nvPicPr>
              <p:cNvPr id="146" name="Entrada de lápiz 145">
                <a:extLst>
                  <a:ext uri="{FF2B5EF4-FFF2-40B4-BE49-F238E27FC236}">
                    <a16:creationId xmlns:a16="http://schemas.microsoft.com/office/drawing/2014/main" id="{154FE1F0-98CD-4163-98D3-01B63FBD6437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947767" y="4992282"/>
                <a:ext cx="14544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149" name="Entrada de lápiz 148">
                <a:extLst>
                  <a:ext uri="{FF2B5EF4-FFF2-40B4-BE49-F238E27FC236}">
                    <a16:creationId xmlns:a16="http://schemas.microsoft.com/office/drawing/2014/main" id="{B1D904E0-1F5E-4913-B237-FD1862DF83BB}"/>
                  </a:ext>
                </a:extLst>
              </p14:cNvPr>
              <p14:cNvContentPartPr/>
              <p14:nvPr/>
            </p14:nvContentPartPr>
            <p14:xfrm>
              <a:off x="1957487" y="6125562"/>
              <a:ext cx="159480" cy="155880"/>
            </p14:xfrm>
          </p:contentPart>
        </mc:Choice>
        <mc:Fallback>
          <p:pic>
            <p:nvPicPr>
              <p:cNvPr id="149" name="Entrada de lápiz 148">
                <a:extLst>
                  <a:ext uri="{FF2B5EF4-FFF2-40B4-BE49-F238E27FC236}">
                    <a16:creationId xmlns:a16="http://schemas.microsoft.com/office/drawing/2014/main" id="{B1D904E0-1F5E-4913-B237-FD1862DF83BB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948847" y="6116922"/>
                <a:ext cx="177120" cy="1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167" name="Entrada de lápiz 166">
                <a:extLst>
                  <a:ext uri="{FF2B5EF4-FFF2-40B4-BE49-F238E27FC236}">
                    <a16:creationId xmlns:a16="http://schemas.microsoft.com/office/drawing/2014/main" id="{CF7E3D13-83BB-41B3-900A-72662392B7E9}"/>
                  </a:ext>
                </a:extLst>
              </p14:cNvPr>
              <p14:cNvContentPartPr/>
              <p14:nvPr/>
            </p14:nvContentPartPr>
            <p14:xfrm>
              <a:off x="8578607" y="5364522"/>
              <a:ext cx="189720" cy="41760"/>
            </p14:xfrm>
          </p:contentPart>
        </mc:Choice>
        <mc:Fallback>
          <p:pic>
            <p:nvPicPr>
              <p:cNvPr id="167" name="Entrada de lápiz 166">
                <a:extLst>
                  <a:ext uri="{FF2B5EF4-FFF2-40B4-BE49-F238E27FC236}">
                    <a16:creationId xmlns:a16="http://schemas.microsoft.com/office/drawing/2014/main" id="{CF7E3D13-83BB-41B3-900A-72662392B7E9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8569967" y="5355882"/>
                <a:ext cx="20736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180" name="Entrada de lápiz 179">
                <a:extLst>
                  <a:ext uri="{FF2B5EF4-FFF2-40B4-BE49-F238E27FC236}">
                    <a16:creationId xmlns:a16="http://schemas.microsoft.com/office/drawing/2014/main" id="{C7B3A357-780A-4A41-A637-432C3D49560D}"/>
                  </a:ext>
                </a:extLst>
              </p14:cNvPr>
              <p14:cNvContentPartPr/>
              <p14:nvPr/>
            </p14:nvContentPartPr>
            <p14:xfrm>
              <a:off x="10283207" y="5130162"/>
              <a:ext cx="584280" cy="256320"/>
            </p14:xfrm>
          </p:contentPart>
        </mc:Choice>
        <mc:Fallback>
          <p:pic>
            <p:nvPicPr>
              <p:cNvPr id="180" name="Entrada de lápiz 179">
                <a:extLst>
                  <a:ext uri="{FF2B5EF4-FFF2-40B4-BE49-F238E27FC236}">
                    <a16:creationId xmlns:a16="http://schemas.microsoft.com/office/drawing/2014/main" id="{C7B3A357-780A-4A41-A637-432C3D49560D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0274572" y="5121162"/>
                <a:ext cx="601909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188" name="Entrada de lápiz 187">
                <a:extLst>
                  <a:ext uri="{FF2B5EF4-FFF2-40B4-BE49-F238E27FC236}">
                    <a16:creationId xmlns:a16="http://schemas.microsoft.com/office/drawing/2014/main" id="{38F4FB58-E140-4886-9CE2-DC4026588DAA}"/>
                  </a:ext>
                </a:extLst>
              </p14:cNvPr>
              <p14:cNvContentPartPr/>
              <p14:nvPr/>
            </p14:nvContentPartPr>
            <p14:xfrm>
              <a:off x="9096647" y="4797522"/>
              <a:ext cx="773640" cy="1118520"/>
            </p14:xfrm>
          </p:contentPart>
        </mc:Choice>
        <mc:Fallback>
          <p:pic>
            <p:nvPicPr>
              <p:cNvPr id="188" name="Entrada de lápiz 187">
                <a:extLst>
                  <a:ext uri="{FF2B5EF4-FFF2-40B4-BE49-F238E27FC236}">
                    <a16:creationId xmlns:a16="http://schemas.microsoft.com/office/drawing/2014/main" id="{38F4FB58-E140-4886-9CE2-DC4026588DAA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9088007" y="4788879"/>
                <a:ext cx="791280" cy="11361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189" name="Entrada de lápiz 188">
                <a:extLst>
                  <a:ext uri="{FF2B5EF4-FFF2-40B4-BE49-F238E27FC236}">
                    <a16:creationId xmlns:a16="http://schemas.microsoft.com/office/drawing/2014/main" id="{8EF4B097-50ED-45C5-9F42-ED9C27E2EDA4}"/>
                  </a:ext>
                </a:extLst>
              </p14:cNvPr>
              <p14:cNvContentPartPr/>
              <p14:nvPr/>
            </p14:nvContentPartPr>
            <p14:xfrm>
              <a:off x="5893367" y="3167082"/>
              <a:ext cx="2206080" cy="3349080"/>
            </p14:xfrm>
          </p:contentPart>
        </mc:Choice>
        <mc:Fallback>
          <p:pic>
            <p:nvPicPr>
              <p:cNvPr id="189" name="Entrada de lápiz 188">
                <a:extLst>
                  <a:ext uri="{FF2B5EF4-FFF2-40B4-BE49-F238E27FC236}">
                    <a16:creationId xmlns:a16="http://schemas.microsoft.com/office/drawing/2014/main" id="{8EF4B097-50ED-45C5-9F42-ED9C27E2EDA4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5884366" y="3158441"/>
                <a:ext cx="2223723" cy="336672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20792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F0791D48-08E1-4706-9729-961D3ABB95FC}"/>
                  </a:ext>
                </a:extLst>
              </p14:cNvPr>
              <p14:cNvContentPartPr/>
              <p14:nvPr/>
            </p14:nvContentPartPr>
            <p14:xfrm>
              <a:off x="3231527" y="147402"/>
              <a:ext cx="109440" cy="146520"/>
            </p14:xfrm>
          </p:contentPart>
        </mc:Choice>
        <mc:Fallback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F0791D48-08E1-4706-9729-961D3ABB95F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22887" y="138402"/>
                <a:ext cx="127080" cy="1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1" name="Entrada de lápiz 10">
                <a:extLst>
                  <a:ext uri="{FF2B5EF4-FFF2-40B4-BE49-F238E27FC236}">
                    <a16:creationId xmlns:a16="http://schemas.microsoft.com/office/drawing/2014/main" id="{B23B0821-91E4-4E32-818D-7CB2EA85C315}"/>
                  </a:ext>
                </a:extLst>
              </p14:cNvPr>
              <p14:cNvContentPartPr/>
              <p14:nvPr/>
            </p14:nvContentPartPr>
            <p14:xfrm>
              <a:off x="3223607" y="358362"/>
              <a:ext cx="194040" cy="7200"/>
            </p14:xfrm>
          </p:contentPart>
        </mc:Choice>
        <mc:Fallback>
          <p:pic>
            <p:nvPicPr>
              <p:cNvPr id="11" name="Entrada de lápiz 10">
                <a:extLst>
                  <a:ext uri="{FF2B5EF4-FFF2-40B4-BE49-F238E27FC236}">
                    <a16:creationId xmlns:a16="http://schemas.microsoft.com/office/drawing/2014/main" id="{B23B0821-91E4-4E32-818D-7CB2EA85C31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14967" y="349362"/>
                <a:ext cx="21168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4" name="Entrada de lápiz 13">
                <a:extLst>
                  <a:ext uri="{FF2B5EF4-FFF2-40B4-BE49-F238E27FC236}">
                    <a16:creationId xmlns:a16="http://schemas.microsoft.com/office/drawing/2014/main" id="{13F74F4E-62DD-4EFB-9A9B-F4F013003959}"/>
                  </a:ext>
                </a:extLst>
              </p14:cNvPr>
              <p14:cNvContentPartPr/>
              <p14:nvPr/>
            </p14:nvContentPartPr>
            <p14:xfrm>
              <a:off x="4415207" y="865602"/>
              <a:ext cx="266040" cy="11160"/>
            </p14:xfrm>
          </p:contentPart>
        </mc:Choice>
        <mc:Fallback>
          <p:pic>
            <p:nvPicPr>
              <p:cNvPr id="14" name="Entrada de lápiz 13">
                <a:extLst>
                  <a:ext uri="{FF2B5EF4-FFF2-40B4-BE49-F238E27FC236}">
                    <a16:creationId xmlns:a16="http://schemas.microsoft.com/office/drawing/2014/main" id="{13F74F4E-62DD-4EFB-9A9B-F4F01300395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406567" y="856962"/>
                <a:ext cx="28368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5" name="Entrada de lápiz 14">
                <a:extLst>
                  <a:ext uri="{FF2B5EF4-FFF2-40B4-BE49-F238E27FC236}">
                    <a16:creationId xmlns:a16="http://schemas.microsoft.com/office/drawing/2014/main" id="{750950CF-FEB2-4A66-95D5-6A6596494A7F}"/>
                  </a:ext>
                </a:extLst>
              </p14:cNvPr>
              <p14:cNvContentPartPr/>
              <p14:nvPr/>
            </p14:nvContentPartPr>
            <p14:xfrm>
              <a:off x="5223767" y="547362"/>
              <a:ext cx="230400" cy="261000"/>
            </p14:xfrm>
          </p:contentPart>
        </mc:Choice>
        <mc:Fallback>
          <p:pic>
            <p:nvPicPr>
              <p:cNvPr id="15" name="Entrada de lápiz 14">
                <a:extLst>
                  <a:ext uri="{FF2B5EF4-FFF2-40B4-BE49-F238E27FC236}">
                    <a16:creationId xmlns:a16="http://schemas.microsoft.com/office/drawing/2014/main" id="{750950CF-FEB2-4A66-95D5-6A6596494A7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214767" y="538362"/>
                <a:ext cx="24804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2" name="Entrada de lápiz 21">
                <a:extLst>
                  <a:ext uri="{FF2B5EF4-FFF2-40B4-BE49-F238E27FC236}">
                    <a16:creationId xmlns:a16="http://schemas.microsoft.com/office/drawing/2014/main" id="{CDD9B3EB-0B09-4E55-A872-4D883E853470}"/>
                  </a:ext>
                </a:extLst>
              </p14:cNvPr>
              <p14:cNvContentPartPr/>
              <p14:nvPr/>
            </p14:nvContentPartPr>
            <p14:xfrm>
              <a:off x="5226647" y="897282"/>
              <a:ext cx="907200" cy="76320"/>
            </p14:xfrm>
          </p:contentPart>
        </mc:Choice>
        <mc:Fallback>
          <p:pic>
            <p:nvPicPr>
              <p:cNvPr id="22" name="Entrada de lápiz 21">
                <a:extLst>
                  <a:ext uri="{FF2B5EF4-FFF2-40B4-BE49-F238E27FC236}">
                    <a16:creationId xmlns:a16="http://schemas.microsoft.com/office/drawing/2014/main" id="{CDD9B3EB-0B09-4E55-A872-4D883E85347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218007" y="888282"/>
                <a:ext cx="92484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3" name="Entrada de lápiz 22">
                <a:extLst>
                  <a:ext uri="{FF2B5EF4-FFF2-40B4-BE49-F238E27FC236}">
                    <a16:creationId xmlns:a16="http://schemas.microsoft.com/office/drawing/2014/main" id="{2A78C8A2-FDDD-4A5A-A2E0-FC257098DDC3}"/>
                  </a:ext>
                </a:extLst>
              </p14:cNvPr>
              <p14:cNvContentPartPr/>
              <p14:nvPr/>
            </p14:nvContentPartPr>
            <p14:xfrm>
              <a:off x="5571167" y="1136322"/>
              <a:ext cx="196200" cy="272520"/>
            </p14:xfrm>
          </p:contentPart>
        </mc:Choice>
        <mc:Fallback>
          <p:pic>
            <p:nvPicPr>
              <p:cNvPr id="23" name="Entrada de lápiz 22">
                <a:extLst>
                  <a:ext uri="{FF2B5EF4-FFF2-40B4-BE49-F238E27FC236}">
                    <a16:creationId xmlns:a16="http://schemas.microsoft.com/office/drawing/2014/main" id="{2A78C8A2-FDDD-4A5A-A2E0-FC257098DDC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562527" y="1127322"/>
                <a:ext cx="213840" cy="29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6" name="Entrada de lápiz 25">
                <a:extLst>
                  <a:ext uri="{FF2B5EF4-FFF2-40B4-BE49-F238E27FC236}">
                    <a16:creationId xmlns:a16="http://schemas.microsoft.com/office/drawing/2014/main" id="{A812D928-4529-444B-8C15-5E221999BF39}"/>
                  </a:ext>
                </a:extLst>
              </p14:cNvPr>
              <p14:cNvContentPartPr/>
              <p14:nvPr/>
            </p14:nvContentPartPr>
            <p14:xfrm>
              <a:off x="6853127" y="649242"/>
              <a:ext cx="333720" cy="229320"/>
            </p14:xfrm>
          </p:contentPart>
        </mc:Choice>
        <mc:Fallback>
          <p:pic>
            <p:nvPicPr>
              <p:cNvPr id="26" name="Entrada de lápiz 25">
                <a:extLst>
                  <a:ext uri="{FF2B5EF4-FFF2-40B4-BE49-F238E27FC236}">
                    <a16:creationId xmlns:a16="http://schemas.microsoft.com/office/drawing/2014/main" id="{A812D928-4529-444B-8C15-5E221999BF3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844127" y="640602"/>
                <a:ext cx="35136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7" name="Entrada de lápiz 26">
                <a:extLst>
                  <a:ext uri="{FF2B5EF4-FFF2-40B4-BE49-F238E27FC236}">
                    <a16:creationId xmlns:a16="http://schemas.microsoft.com/office/drawing/2014/main" id="{258825F9-A63B-4C95-BEAC-B785B60AEB94}"/>
                  </a:ext>
                </a:extLst>
              </p14:cNvPr>
              <p14:cNvContentPartPr/>
              <p14:nvPr/>
            </p14:nvContentPartPr>
            <p14:xfrm>
              <a:off x="6442727" y="617562"/>
              <a:ext cx="264240" cy="275040"/>
            </p14:xfrm>
          </p:contentPart>
        </mc:Choice>
        <mc:Fallback>
          <p:pic>
            <p:nvPicPr>
              <p:cNvPr id="27" name="Entrada de lápiz 26">
                <a:extLst>
                  <a:ext uri="{FF2B5EF4-FFF2-40B4-BE49-F238E27FC236}">
                    <a16:creationId xmlns:a16="http://schemas.microsoft.com/office/drawing/2014/main" id="{258825F9-A63B-4C95-BEAC-B785B60AEB9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433727" y="608562"/>
                <a:ext cx="281880" cy="29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8" name="Entrada de lápiz 27">
                <a:extLst>
                  <a:ext uri="{FF2B5EF4-FFF2-40B4-BE49-F238E27FC236}">
                    <a16:creationId xmlns:a16="http://schemas.microsoft.com/office/drawing/2014/main" id="{AE2D59C4-DD5A-4856-9C12-FD8210DE9DD5}"/>
                  </a:ext>
                </a:extLst>
              </p14:cNvPr>
              <p14:cNvContentPartPr/>
              <p14:nvPr/>
            </p14:nvContentPartPr>
            <p14:xfrm>
              <a:off x="5612207" y="339642"/>
              <a:ext cx="540720" cy="507240"/>
            </p14:xfrm>
          </p:contentPart>
        </mc:Choice>
        <mc:Fallback>
          <p:pic>
            <p:nvPicPr>
              <p:cNvPr id="28" name="Entrada de lápiz 27">
                <a:extLst>
                  <a:ext uri="{FF2B5EF4-FFF2-40B4-BE49-F238E27FC236}">
                    <a16:creationId xmlns:a16="http://schemas.microsoft.com/office/drawing/2014/main" id="{AE2D59C4-DD5A-4856-9C12-FD8210DE9DD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603207" y="330642"/>
                <a:ext cx="558360" cy="52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35" name="Entrada de lápiz 34">
                <a:extLst>
                  <a:ext uri="{FF2B5EF4-FFF2-40B4-BE49-F238E27FC236}">
                    <a16:creationId xmlns:a16="http://schemas.microsoft.com/office/drawing/2014/main" id="{8108E156-49FE-486B-ADD4-7CC4735155E6}"/>
                  </a:ext>
                </a:extLst>
              </p14:cNvPr>
              <p14:cNvContentPartPr/>
              <p14:nvPr/>
            </p14:nvContentPartPr>
            <p14:xfrm>
              <a:off x="2656247" y="1076922"/>
              <a:ext cx="391680" cy="434160"/>
            </p14:xfrm>
          </p:contentPart>
        </mc:Choice>
        <mc:Fallback>
          <p:pic>
            <p:nvPicPr>
              <p:cNvPr id="35" name="Entrada de lápiz 34">
                <a:extLst>
                  <a:ext uri="{FF2B5EF4-FFF2-40B4-BE49-F238E27FC236}">
                    <a16:creationId xmlns:a16="http://schemas.microsoft.com/office/drawing/2014/main" id="{8108E156-49FE-486B-ADD4-7CC4735155E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647607" y="1067922"/>
                <a:ext cx="409320" cy="45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36" name="Entrada de lápiz 35">
                <a:extLst>
                  <a:ext uri="{FF2B5EF4-FFF2-40B4-BE49-F238E27FC236}">
                    <a16:creationId xmlns:a16="http://schemas.microsoft.com/office/drawing/2014/main" id="{1E773E60-F0A1-4CAB-A71C-6F1AFC6463A8}"/>
                  </a:ext>
                </a:extLst>
              </p14:cNvPr>
              <p14:cNvContentPartPr/>
              <p14:nvPr/>
            </p14:nvContentPartPr>
            <p14:xfrm>
              <a:off x="2027687" y="427482"/>
              <a:ext cx="1942200" cy="581040"/>
            </p14:xfrm>
          </p:contentPart>
        </mc:Choice>
        <mc:Fallback>
          <p:pic>
            <p:nvPicPr>
              <p:cNvPr id="36" name="Entrada de lápiz 35">
                <a:extLst>
                  <a:ext uri="{FF2B5EF4-FFF2-40B4-BE49-F238E27FC236}">
                    <a16:creationId xmlns:a16="http://schemas.microsoft.com/office/drawing/2014/main" id="{1E773E60-F0A1-4CAB-A71C-6F1AFC6463A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019047" y="418842"/>
                <a:ext cx="1959840" cy="59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58" name="Entrada de lápiz 57">
                <a:extLst>
                  <a:ext uri="{FF2B5EF4-FFF2-40B4-BE49-F238E27FC236}">
                    <a16:creationId xmlns:a16="http://schemas.microsoft.com/office/drawing/2014/main" id="{EEBF86CA-514D-4603-BA76-2D8C58766EDB}"/>
                  </a:ext>
                </a:extLst>
              </p14:cNvPr>
              <p14:cNvContentPartPr/>
              <p14:nvPr/>
            </p14:nvContentPartPr>
            <p14:xfrm>
              <a:off x="1571207" y="1795122"/>
              <a:ext cx="23040" cy="10080"/>
            </p14:xfrm>
          </p:contentPart>
        </mc:Choice>
        <mc:Fallback>
          <p:pic>
            <p:nvPicPr>
              <p:cNvPr id="58" name="Entrada de lápiz 57">
                <a:extLst>
                  <a:ext uri="{FF2B5EF4-FFF2-40B4-BE49-F238E27FC236}">
                    <a16:creationId xmlns:a16="http://schemas.microsoft.com/office/drawing/2014/main" id="{EEBF86CA-514D-4603-BA76-2D8C58766ED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562207" y="1786122"/>
                <a:ext cx="4068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89" name="Entrada de lápiz 88">
                <a:extLst>
                  <a:ext uri="{FF2B5EF4-FFF2-40B4-BE49-F238E27FC236}">
                    <a16:creationId xmlns:a16="http://schemas.microsoft.com/office/drawing/2014/main" id="{940AB51E-22BD-41D0-B4EA-431A71B48C73}"/>
                  </a:ext>
                </a:extLst>
              </p14:cNvPr>
              <p14:cNvContentPartPr/>
              <p14:nvPr/>
            </p14:nvContentPartPr>
            <p14:xfrm>
              <a:off x="3547967" y="3410082"/>
              <a:ext cx="115200" cy="114840"/>
            </p14:xfrm>
          </p:contentPart>
        </mc:Choice>
        <mc:Fallback>
          <p:pic>
            <p:nvPicPr>
              <p:cNvPr id="89" name="Entrada de lápiz 88">
                <a:extLst>
                  <a:ext uri="{FF2B5EF4-FFF2-40B4-BE49-F238E27FC236}">
                    <a16:creationId xmlns:a16="http://schemas.microsoft.com/office/drawing/2014/main" id="{940AB51E-22BD-41D0-B4EA-431A71B48C7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530327" y="3374442"/>
                <a:ext cx="15084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90" name="Entrada de lápiz 89">
                <a:extLst>
                  <a:ext uri="{FF2B5EF4-FFF2-40B4-BE49-F238E27FC236}">
                    <a16:creationId xmlns:a16="http://schemas.microsoft.com/office/drawing/2014/main" id="{4433DB02-7641-43DB-8AF4-8888F11F446B}"/>
                  </a:ext>
                </a:extLst>
              </p14:cNvPr>
              <p14:cNvContentPartPr/>
              <p14:nvPr/>
            </p14:nvContentPartPr>
            <p14:xfrm>
              <a:off x="2822207" y="2233962"/>
              <a:ext cx="111240" cy="97560"/>
            </p14:xfrm>
          </p:contentPart>
        </mc:Choice>
        <mc:Fallback>
          <p:pic>
            <p:nvPicPr>
              <p:cNvPr id="90" name="Entrada de lápiz 89">
                <a:extLst>
                  <a:ext uri="{FF2B5EF4-FFF2-40B4-BE49-F238E27FC236}">
                    <a16:creationId xmlns:a16="http://schemas.microsoft.com/office/drawing/2014/main" id="{4433DB02-7641-43DB-8AF4-8888F11F446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804567" y="2197962"/>
                <a:ext cx="14688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91" name="Entrada de lápiz 90">
                <a:extLst>
                  <a:ext uri="{FF2B5EF4-FFF2-40B4-BE49-F238E27FC236}">
                    <a16:creationId xmlns:a16="http://schemas.microsoft.com/office/drawing/2014/main" id="{5FECFA86-CE9C-465A-94C5-77EC4CDBD97C}"/>
                  </a:ext>
                </a:extLst>
              </p14:cNvPr>
              <p14:cNvContentPartPr/>
              <p14:nvPr/>
            </p14:nvContentPartPr>
            <p14:xfrm>
              <a:off x="6525167" y="3424842"/>
              <a:ext cx="82440" cy="115920"/>
            </p14:xfrm>
          </p:contentPart>
        </mc:Choice>
        <mc:Fallback>
          <p:pic>
            <p:nvPicPr>
              <p:cNvPr id="91" name="Entrada de lápiz 90">
                <a:extLst>
                  <a:ext uri="{FF2B5EF4-FFF2-40B4-BE49-F238E27FC236}">
                    <a16:creationId xmlns:a16="http://schemas.microsoft.com/office/drawing/2014/main" id="{5FECFA86-CE9C-465A-94C5-77EC4CDBD97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507167" y="3389202"/>
                <a:ext cx="11808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92" name="Entrada de lápiz 91">
                <a:extLst>
                  <a:ext uri="{FF2B5EF4-FFF2-40B4-BE49-F238E27FC236}">
                    <a16:creationId xmlns:a16="http://schemas.microsoft.com/office/drawing/2014/main" id="{9F2938EA-3CE3-4A1B-9326-A290BD7CE4A6}"/>
                  </a:ext>
                </a:extLst>
              </p14:cNvPr>
              <p14:cNvContentPartPr/>
              <p14:nvPr/>
            </p14:nvContentPartPr>
            <p14:xfrm>
              <a:off x="6780407" y="3370482"/>
              <a:ext cx="83160" cy="120960"/>
            </p14:xfrm>
          </p:contentPart>
        </mc:Choice>
        <mc:Fallback>
          <p:pic>
            <p:nvPicPr>
              <p:cNvPr id="92" name="Entrada de lápiz 91">
                <a:extLst>
                  <a:ext uri="{FF2B5EF4-FFF2-40B4-BE49-F238E27FC236}">
                    <a16:creationId xmlns:a16="http://schemas.microsoft.com/office/drawing/2014/main" id="{9F2938EA-3CE3-4A1B-9326-A290BD7CE4A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762767" y="3334842"/>
                <a:ext cx="11880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93" name="Entrada de lápiz 92">
                <a:extLst>
                  <a:ext uri="{FF2B5EF4-FFF2-40B4-BE49-F238E27FC236}">
                    <a16:creationId xmlns:a16="http://schemas.microsoft.com/office/drawing/2014/main" id="{F21271A8-ECFF-4752-B567-A23887FD2FA4}"/>
                  </a:ext>
                </a:extLst>
              </p14:cNvPr>
              <p14:cNvContentPartPr/>
              <p14:nvPr/>
            </p14:nvContentPartPr>
            <p14:xfrm>
              <a:off x="5481527" y="2009682"/>
              <a:ext cx="100080" cy="114480"/>
            </p14:xfrm>
          </p:contentPart>
        </mc:Choice>
        <mc:Fallback>
          <p:pic>
            <p:nvPicPr>
              <p:cNvPr id="93" name="Entrada de lápiz 92">
                <a:extLst>
                  <a:ext uri="{FF2B5EF4-FFF2-40B4-BE49-F238E27FC236}">
                    <a16:creationId xmlns:a16="http://schemas.microsoft.com/office/drawing/2014/main" id="{F21271A8-ECFF-4752-B567-A23887FD2FA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463527" y="1973682"/>
                <a:ext cx="135720" cy="18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30" name="Entrada de lápiz 129">
                <a:extLst>
                  <a:ext uri="{FF2B5EF4-FFF2-40B4-BE49-F238E27FC236}">
                    <a16:creationId xmlns:a16="http://schemas.microsoft.com/office/drawing/2014/main" id="{F7B9646F-C427-45F4-9EF6-B23C3DE1B77C}"/>
                  </a:ext>
                </a:extLst>
              </p14:cNvPr>
              <p14:cNvContentPartPr/>
              <p14:nvPr/>
            </p14:nvContentPartPr>
            <p14:xfrm>
              <a:off x="1871087" y="1623042"/>
              <a:ext cx="5885640" cy="3805200"/>
            </p14:xfrm>
          </p:contentPart>
        </mc:Choice>
        <mc:Fallback>
          <p:pic>
            <p:nvPicPr>
              <p:cNvPr id="130" name="Entrada de lápiz 129">
                <a:extLst>
                  <a:ext uri="{FF2B5EF4-FFF2-40B4-BE49-F238E27FC236}">
                    <a16:creationId xmlns:a16="http://schemas.microsoft.com/office/drawing/2014/main" id="{F7B9646F-C427-45F4-9EF6-B23C3DE1B77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862087" y="1614402"/>
                <a:ext cx="5903280" cy="382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70529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2" name="Entrada de lápiz 81">
                <a:extLst>
                  <a:ext uri="{FF2B5EF4-FFF2-40B4-BE49-F238E27FC236}">
                    <a16:creationId xmlns:a16="http://schemas.microsoft.com/office/drawing/2014/main" id="{7AAA72DA-DCC0-4ADC-8CFC-FBD11CF470C7}"/>
                  </a:ext>
                </a:extLst>
              </p14:cNvPr>
              <p14:cNvContentPartPr/>
              <p14:nvPr/>
            </p14:nvContentPartPr>
            <p14:xfrm>
              <a:off x="8411927" y="670482"/>
              <a:ext cx="165600" cy="286200"/>
            </p14:xfrm>
          </p:contentPart>
        </mc:Choice>
        <mc:Fallback>
          <p:pic>
            <p:nvPicPr>
              <p:cNvPr id="82" name="Entrada de lápiz 81">
                <a:extLst>
                  <a:ext uri="{FF2B5EF4-FFF2-40B4-BE49-F238E27FC236}">
                    <a16:creationId xmlns:a16="http://schemas.microsoft.com/office/drawing/2014/main" id="{7AAA72DA-DCC0-4ADC-8CFC-FBD11CF470C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03287" y="661482"/>
                <a:ext cx="183240" cy="30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3" name="Entrada de lápiz 82">
                <a:extLst>
                  <a:ext uri="{FF2B5EF4-FFF2-40B4-BE49-F238E27FC236}">
                    <a16:creationId xmlns:a16="http://schemas.microsoft.com/office/drawing/2014/main" id="{CE7B9BE5-91EE-4D2F-A449-74B3AF8CEA5E}"/>
                  </a:ext>
                </a:extLst>
              </p14:cNvPr>
              <p14:cNvContentPartPr/>
              <p14:nvPr/>
            </p14:nvContentPartPr>
            <p14:xfrm>
              <a:off x="7796687" y="669762"/>
              <a:ext cx="475560" cy="293400"/>
            </p14:xfrm>
          </p:contentPart>
        </mc:Choice>
        <mc:Fallback>
          <p:pic>
            <p:nvPicPr>
              <p:cNvPr id="83" name="Entrada de lápiz 82">
                <a:extLst>
                  <a:ext uri="{FF2B5EF4-FFF2-40B4-BE49-F238E27FC236}">
                    <a16:creationId xmlns:a16="http://schemas.microsoft.com/office/drawing/2014/main" id="{CE7B9BE5-91EE-4D2F-A449-74B3AF8CEA5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88047" y="660773"/>
                <a:ext cx="493200" cy="3110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4" name="Entrada de lápiz 83">
                <a:extLst>
                  <a:ext uri="{FF2B5EF4-FFF2-40B4-BE49-F238E27FC236}">
                    <a16:creationId xmlns:a16="http://schemas.microsoft.com/office/drawing/2014/main" id="{3C717472-47C0-49FC-9ED5-C9F2C451A67B}"/>
                  </a:ext>
                </a:extLst>
              </p14:cNvPr>
              <p14:cNvContentPartPr/>
              <p14:nvPr/>
            </p14:nvContentPartPr>
            <p14:xfrm>
              <a:off x="6914327" y="761202"/>
              <a:ext cx="689400" cy="252720"/>
            </p14:xfrm>
          </p:contentPart>
        </mc:Choice>
        <mc:Fallback>
          <p:pic>
            <p:nvPicPr>
              <p:cNvPr id="84" name="Entrada de lápiz 83">
                <a:extLst>
                  <a:ext uri="{FF2B5EF4-FFF2-40B4-BE49-F238E27FC236}">
                    <a16:creationId xmlns:a16="http://schemas.microsoft.com/office/drawing/2014/main" id="{3C717472-47C0-49FC-9ED5-C9F2C451A67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905687" y="752202"/>
                <a:ext cx="707040" cy="27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97" name="Entrada de lápiz 96">
                <a:extLst>
                  <a:ext uri="{FF2B5EF4-FFF2-40B4-BE49-F238E27FC236}">
                    <a16:creationId xmlns:a16="http://schemas.microsoft.com/office/drawing/2014/main" id="{5CC2BD07-D584-4DC4-9DAA-CEF8A50F39CF}"/>
                  </a:ext>
                </a:extLst>
              </p14:cNvPr>
              <p14:cNvContentPartPr/>
              <p14:nvPr/>
            </p14:nvContentPartPr>
            <p14:xfrm>
              <a:off x="7802807" y="1106802"/>
              <a:ext cx="220680" cy="221760"/>
            </p14:xfrm>
          </p:contentPart>
        </mc:Choice>
        <mc:Fallback>
          <p:pic>
            <p:nvPicPr>
              <p:cNvPr id="97" name="Entrada de lápiz 96">
                <a:extLst>
                  <a:ext uri="{FF2B5EF4-FFF2-40B4-BE49-F238E27FC236}">
                    <a16:creationId xmlns:a16="http://schemas.microsoft.com/office/drawing/2014/main" id="{5CC2BD07-D584-4DC4-9DAA-CEF8A50F39C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793807" y="1098162"/>
                <a:ext cx="238320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8" name="Entrada de lápiz 97">
                <a:extLst>
                  <a:ext uri="{FF2B5EF4-FFF2-40B4-BE49-F238E27FC236}">
                    <a16:creationId xmlns:a16="http://schemas.microsoft.com/office/drawing/2014/main" id="{E6878638-3D99-4710-83B7-C130152F5483}"/>
                  </a:ext>
                </a:extLst>
              </p14:cNvPr>
              <p14:cNvContentPartPr/>
              <p14:nvPr/>
            </p14:nvContentPartPr>
            <p14:xfrm>
              <a:off x="6983447" y="1375002"/>
              <a:ext cx="642960" cy="393480"/>
            </p14:xfrm>
          </p:contentPart>
        </mc:Choice>
        <mc:Fallback>
          <p:pic>
            <p:nvPicPr>
              <p:cNvPr id="98" name="Entrada de lápiz 97">
                <a:extLst>
                  <a:ext uri="{FF2B5EF4-FFF2-40B4-BE49-F238E27FC236}">
                    <a16:creationId xmlns:a16="http://schemas.microsoft.com/office/drawing/2014/main" id="{E6878638-3D99-4710-83B7-C130152F548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974802" y="1366002"/>
                <a:ext cx="660610" cy="41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9" name="Entrada de lápiz 98">
                <a:extLst>
                  <a:ext uri="{FF2B5EF4-FFF2-40B4-BE49-F238E27FC236}">
                    <a16:creationId xmlns:a16="http://schemas.microsoft.com/office/drawing/2014/main" id="{8EC92E96-04B0-49E2-9766-C4661879C091}"/>
                  </a:ext>
                </a:extLst>
              </p14:cNvPr>
              <p14:cNvContentPartPr/>
              <p14:nvPr/>
            </p14:nvContentPartPr>
            <p14:xfrm>
              <a:off x="7070567" y="1846242"/>
              <a:ext cx="372240" cy="253440"/>
            </p14:xfrm>
          </p:contentPart>
        </mc:Choice>
        <mc:Fallback>
          <p:pic>
            <p:nvPicPr>
              <p:cNvPr id="99" name="Entrada de lápiz 98">
                <a:extLst>
                  <a:ext uri="{FF2B5EF4-FFF2-40B4-BE49-F238E27FC236}">
                    <a16:creationId xmlns:a16="http://schemas.microsoft.com/office/drawing/2014/main" id="{8EC92E96-04B0-49E2-9766-C4661879C09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061567" y="1837602"/>
                <a:ext cx="389880" cy="27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0" name="Entrada de lápiz 99">
                <a:extLst>
                  <a:ext uri="{FF2B5EF4-FFF2-40B4-BE49-F238E27FC236}">
                    <a16:creationId xmlns:a16="http://schemas.microsoft.com/office/drawing/2014/main" id="{862389CD-CBB6-4E65-BC1D-416031BC0EB8}"/>
                  </a:ext>
                </a:extLst>
              </p14:cNvPr>
              <p14:cNvContentPartPr/>
              <p14:nvPr/>
            </p14:nvContentPartPr>
            <p14:xfrm>
              <a:off x="7874087" y="1498842"/>
              <a:ext cx="150480" cy="198000"/>
            </p14:xfrm>
          </p:contentPart>
        </mc:Choice>
        <mc:Fallback>
          <p:pic>
            <p:nvPicPr>
              <p:cNvPr id="100" name="Entrada de lápiz 99">
                <a:extLst>
                  <a:ext uri="{FF2B5EF4-FFF2-40B4-BE49-F238E27FC236}">
                    <a16:creationId xmlns:a16="http://schemas.microsoft.com/office/drawing/2014/main" id="{862389CD-CBB6-4E65-BC1D-416031BC0EB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865087" y="1490202"/>
                <a:ext cx="16812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05" name="Entrada de lápiz 104">
                <a:extLst>
                  <a:ext uri="{FF2B5EF4-FFF2-40B4-BE49-F238E27FC236}">
                    <a16:creationId xmlns:a16="http://schemas.microsoft.com/office/drawing/2014/main" id="{D959A0E8-38AF-4825-8515-DB47C99A365B}"/>
                  </a:ext>
                </a:extLst>
              </p14:cNvPr>
              <p14:cNvContentPartPr/>
              <p14:nvPr/>
            </p14:nvContentPartPr>
            <p14:xfrm>
              <a:off x="8365847" y="1090242"/>
              <a:ext cx="225000" cy="254880"/>
            </p14:xfrm>
          </p:contentPart>
        </mc:Choice>
        <mc:Fallback>
          <p:pic>
            <p:nvPicPr>
              <p:cNvPr id="105" name="Entrada de lápiz 104">
                <a:extLst>
                  <a:ext uri="{FF2B5EF4-FFF2-40B4-BE49-F238E27FC236}">
                    <a16:creationId xmlns:a16="http://schemas.microsoft.com/office/drawing/2014/main" id="{D959A0E8-38AF-4825-8515-DB47C99A365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357207" y="1081602"/>
                <a:ext cx="242640" cy="27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06" name="Entrada de lápiz 105">
                <a:extLst>
                  <a:ext uri="{FF2B5EF4-FFF2-40B4-BE49-F238E27FC236}">
                    <a16:creationId xmlns:a16="http://schemas.microsoft.com/office/drawing/2014/main" id="{5817CE0C-E0F0-42DF-8109-DE128792B5CF}"/>
                  </a:ext>
                </a:extLst>
              </p14:cNvPr>
              <p14:cNvContentPartPr/>
              <p14:nvPr/>
            </p14:nvContentPartPr>
            <p14:xfrm>
              <a:off x="8179727" y="1471122"/>
              <a:ext cx="146880" cy="170640"/>
            </p14:xfrm>
          </p:contentPart>
        </mc:Choice>
        <mc:Fallback>
          <p:pic>
            <p:nvPicPr>
              <p:cNvPr id="106" name="Entrada de lápiz 105">
                <a:extLst>
                  <a:ext uri="{FF2B5EF4-FFF2-40B4-BE49-F238E27FC236}">
                    <a16:creationId xmlns:a16="http://schemas.microsoft.com/office/drawing/2014/main" id="{5817CE0C-E0F0-42DF-8109-DE128792B5C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171087" y="1462122"/>
                <a:ext cx="16452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07" name="Entrada de lápiz 106">
                <a:extLst>
                  <a:ext uri="{FF2B5EF4-FFF2-40B4-BE49-F238E27FC236}">
                    <a16:creationId xmlns:a16="http://schemas.microsoft.com/office/drawing/2014/main" id="{B1C18204-AE43-4837-AFC0-0713D830741D}"/>
                  </a:ext>
                </a:extLst>
              </p14:cNvPr>
              <p14:cNvContentPartPr/>
              <p14:nvPr/>
            </p14:nvContentPartPr>
            <p14:xfrm>
              <a:off x="8469887" y="1488042"/>
              <a:ext cx="123480" cy="155520"/>
            </p14:xfrm>
          </p:contentPart>
        </mc:Choice>
        <mc:Fallback>
          <p:pic>
            <p:nvPicPr>
              <p:cNvPr id="107" name="Entrada de lápiz 106">
                <a:extLst>
                  <a:ext uri="{FF2B5EF4-FFF2-40B4-BE49-F238E27FC236}">
                    <a16:creationId xmlns:a16="http://schemas.microsoft.com/office/drawing/2014/main" id="{B1C18204-AE43-4837-AFC0-0713D830741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460887" y="1479402"/>
                <a:ext cx="14112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16" name="Entrada de lápiz 115">
                <a:extLst>
                  <a:ext uri="{FF2B5EF4-FFF2-40B4-BE49-F238E27FC236}">
                    <a16:creationId xmlns:a16="http://schemas.microsoft.com/office/drawing/2014/main" id="{A1863FDB-8004-4444-B702-D48E1F8529FB}"/>
                  </a:ext>
                </a:extLst>
              </p14:cNvPr>
              <p14:cNvContentPartPr/>
              <p14:nvPr/>
            </p14:nvContentPartPr>
            <p14:xfrm>
              <a:off x="7805327" y="2602962"/>
              <a:ext cx="144360" cy="22320"/>
            </p14:xfrm>
          </p:contentPart>
        </mc:Choice>
        <mc:Fallback>
          <p:pic>
            <p:nvPicPr>
              <p:cNvPr id="116" name="Entrada de lápiz 115">
                <a:extLst>
                  <a:ext uri="{FF2B5EF4-FFF2-40B4-BE49-F238E27FC236}">
                    <a16:creationId xmlns:a16="http://schemas.microsoft.com/office/drawing/2014/main" id="{A1863FDB-8004-4444-B702-D48E1F8529F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796327" y="2594322"/>
                <a:ext cx="16200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17" name="Entrada de lápiz 116">
                <a:extLst>
                  <a:ext uri="{FF2B5EF4-FFF2-40B4-BE49-F238E27FC236}">
                    <a16:creationId xmlns:a16="http://schemas.microsoft.com/office/drawing/2014/main" id="{B5C374CC-D539-43ED-B87E-B913DAF282E8}"/>
                  </a:ext>
                </a:extLst>
              </p14:cNvPr>
              <p14:cNvContentPartPr/>
              <p14:nvPr/>
            </p14:nvContentPartPr>
            <p14:xfrm>
              <a:off x="7842767" y="2687562"/>
              <a:ext cx="122040" cy="9360"/>
            </p14:xfrm>
          </p:contentPart>
        </mc:Choice>
        <mc:Fallback>
          <p:pic>
            <p:nvPicPr>
              <p:cNvPr id="117" name="Entrada de lápiz 116">
                <a:extLst>
                  <a:ext uri="{FF2B5EF4-FFF2-40B4-BE49-F238E27FC236}">
                    <a16:creationId xmlns:a16="http://schemas.microsoft.com/office/drawing/2014/main" id="{B5C374CC-D539-43ED-B87E-B913DAF282E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833767" y="2678922"/>
                <a:ext cx="13968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18" name="Entrada de lápiz 117">
                <a:extLst>
                  <a:ext uri="{FF2B5EF4-FFF2-40B4-BE49-F238E27FC236}">
                    <a16:creationId xmlns:a16="http://schemas.microsoft.com/office/drawing/2014/main" id="{BF80D8D0-C50F-4514-A4EA-19248FC37C0A}"/>
                  </a:ext>
                </a:extLst>
              </p14:cNvPr>
              <p14:cNvContentPartPr/>
              <p14:nvPr/>
            </p14:nvContentPartPr>
            <p14:xfrm>
              <a:off x="7241927" y="2396682"/>
              <a:ext cx="435240" cy="599400"/>
            </p14:xfrm>
          </p:contentPart>
        </mc:Choice>
        <mc:Fallback>
          <p:pic>
            <p:nvPicPr>
              <p:cNvPr id="118" name="Entrada de lápiz 117">
                <a:extLst>
                  <a:ext uri="{FF2B5EF4-FFF2-40B4-BE49-F238E27FC236}">
                    <a16:creationId xmlns:a16="http://schemas.microsoft.com/office/drawing/2014/main" id="{BF80D8D0-C50F-4514-A4EA-19248FC37C0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233287" y="2387687"/>
                <a:ext cx="452880" cy="6170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19" name="Entrada de lápiz 118">
                <a:extLst>
                  <a:ext uri="{FF2B5EF4-FFF2-40B4-BE49-F238E27FC236}">
                    <a16:creationId xmlns:a16="http://schemas.microsoft.com/office/drawing/2014/main" id="{5A535E1D-4711-4EA0-B5A6-093C1D99CC77}"/>
                  </a:ext>
                </a:extLst>
              </p14:cNvPr>
              <p14:cNvContentPartPr/>
              <p14:nvPr/>
            </p14:nvContentPartPr>
            <p14:xfrm>
              <a:off x="8196647" y="2416482"/>
              <a:ext cx="109440" cy="203400"/>
            </p14:xfrm>
          </p:contentPart>
        </mc:Choice>
        <mc:Fallback>
          <p:pic>
            <p:nvPicPr>
              <p:cNvPr id="119" name="Entrada de lápiz 118">
                <a:extLst>
                  <a:ext uri="{FF2B5EF4-FFF2-40B4-BE49-F238E27FC236}">
                    <a16:creationId xmlns:a16="http://schemas.microsoft.com/office/drawing/2014/main" id="{5A535E1D-4711-4EA0-B5A6-093C1D99CC7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187647" y="2407842"/>
                <a:ext cx="12708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23" name="Entrada de lápiz 122">
                <a:extLst>
                  <a:ext uri="{FF2B5EF4-FFF2-40B4-BE49-F238E27FC236}">
                    <a16:creationId xmlns:a16="http://schemas.microsoft.com/office/drawing/2014/main" id="{20DB0C2E-18C4-4BD8-80B5-3DDEA04D5AC9}"/>
                  </a:ext>
                </a:extLst>
              </p14:cNvPr>
              <p14:cNvContentPartPr/>
              <p14:nvPr/>
            </p14:nvContentPartPr>
            <p14:xfrm>
              <a:off x="7496447" y="3182922"/>
              <a:ext cx="309600" cy="275040"/>
            </p14:xfrm>
          </p:contentPart>
        </mc:Choice>
        <mc:Fallback>
          <p:pic>
            <p:nvPicPr>
              <p:cNvPr id="123" name="Entrada de lápiz 122">
                <a:extLst>
                  <a:ext uri="{FF2B5EF4-FFF2-40B4-BE49-F238E27FC236}">
                    <a16:creationId xmlns:a16="http://schemas.microsoft.com/office/drawing/2014/main" id="{20DB0C2E-18C4-4BD8-80B5-3DDEA04D5AC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487447" y="3174293"/>
                <a:ext cx="327240" cy="2926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33" name="Entrada de lápiz 132">
                <a:extLst>
                  <a:ext uri="{FF2B5EF4-FFF2-40B4-BE49-F238E27FC236}">
                    <a16:creationId xmlns:a16="http://schemas.microsoft.com/office/drawing/2014/main" id="{2DD67A08-6B41-41B7-8B95-4F333AB1D2CE}"/>
                  </a:ext>
                </a:extLst>
              </p14:cNvPr>
              <p14:cNvContentPartPr/>
              <p14:nvPr/>
            </p14:nvContentPartPr>
            <p14:xfrm>
              <a:off x="8035727" y="3229002"/>
              <a:ext cx="554400" cy="311400"/>
            </p14:xfrm>
          </p:contentPart>
        </mc:Choice>
        <mc:Fallback>
          <p:pic>
            <p:nvPicPr>
              <p:cNvPr id="133" name="Entrada de lápiz 132">
                <a:extLst>
                  <a:ext uri="{FF2B5EF4-FFF2-40B4-BE49-F238E27FC236}">
                    <a16:creationId xmlns:a16="http://schemas.microsoft.com/office/drawing/2014/main" id="{2DD67A08-6B41-41B7-8B95-4F333AB1D2C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026727" y="3220012"/>
                <a:ext cx="572040" cy="3290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34" name="Entrada de lápiz 133">
                <a:extLst>
                  <a:ext uri="{FF2B5EF4-FFF2-40B4-BE49-F238E27FC236}">
                    <a16:creationId xmlns:a16="http://schemas.microsoft.com/office/drawing/2014/main" id="{1ED69118-243F-49ED-A008-95EB90494B3D}"/>
                  </a:ext>
                </a:extLst>
              </p14:cNvPr>
              <p14:cNvContentPartPr/>
              <p14:nvPr/>
            </p14:nvContentPartPr>
            <p14:xfrm>
              <a:off x="7502567" y="3524562"/>
              <a:ext cx="422280" cy="45720"/>
            </p14:xfrm>
          </p:contentPart>
        </mc:Choice>
        <mc:Fallback>
          <p:pic>
            <p:nvPicPr>
              <p:cNvPr id="134" name="Entrada de lápiz 133">
                <a:extLst>
                  <a:ext uri="{FF2B5EF4-FFF2-40B4-BE49-F238E27FC236}">
                    <a16:creationId xmlns:a16="http://schemas.microsoft.com/office/drawing/2014/main" id="{1ED69118-243F-49ED-A008-95EB90494B3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493927" y="3515922"/>
                <a:ext cx="43992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48" name="Entrada de lápiz 147">
                <a:extLst>
                  <a:ext uri="{FF2B5EF4-FFF2-40B4-BE49-F238E27FC236}">
                    <a16:creationId xmlns:a16="http://schemas.microsoft.com/office/drawing/2014/main" id="{07945EFB-5ACD-4E41-B433-625B474968A5}"/>
                  </a:ext>
                </a:extLst>
              </p14:cNvPr>
              <p14:cNvContentPartPr/>
              <p14:nvPr/>
            </p14:nvContentPartPr>
            <p14:xfrm>
              <a:off x="7598327" y="3641922"/>
              <a:ext cx="1493280" cy="820080"/>
            </p14:xfrm>
          </p:contentPart>
        </mc:Choice>
        <mc:Fallback>
          <p:pic>
            <p:nvPicPr>
              <p:cNvPr id="148" name="Entrada de lápiz 147">
                <a:extLst>
                  <a:ext uri="{FF2B5EF4-FFF2-40B4-BE49-F238E27FC236}">
                    <a16:creationId xmlns:a16="http://schemas.microsoft.com/office/drawing/2014/main" id="{07945EFB-5ACD-4E41-B433-625B474968A5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589687" y="3633282"/>
                <a:ext cx="1510920" cy="83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149" name="Entrada de lápiz 148">
                <a:extLst>
                  <a:ext uri="{FF2B5EF4-FFF2-40B4-BE49-F238E27FC236}">
                    <a16:creationId xmlns:a16="http://schemas.microsoft.com/office/drawing/2014/main" id="{B07CC9D3-4530-46A9-B3BF-77C73C846D03}"/>
                  </a:ext>
                </a:extLst>
              </p14:cNvPr>
              <p14:cNvContentPartPr/>
              <p14:nvPr/>
            </p14:nvContentPartPr>
            <p14:xfrm>
              <a:off x="1498127" y="2169162"/>
              <a:ext cx="204120" cy="22320"/>
            </p14:xfrm>
          </p:contentPart>
        </mc:Choice>
        <mc:Fallback>
          <p:pic>
            <p:nvPicPr>
              <p:cNvPr id="149" name="Entrada de lápiz 148">
                <a:extLst>
                  <a:ext uri="{FF2B5EF4-FFF2-40B4-BE49-F238E27FC236}">
                    <a16:creationId xmlns:a16="http://schemas.microsoft.com/office/drawing/2014/main" id="{B07CC9D3-4530-46A9-B3BF-77C73C846D0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489487" y="2160522"/>
                <a:ext cx="22176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50" name="Entrada de lápiz 149">
                <a:extLst>
                  <a:ext uri="{FF2B5EF4-FFF2-40B4-BE49-F238E27FC236}">
                    <a16:creationId xmlns:a16="http://schemas.microsoft.com/office/drawing/2014/main" id="{A6EACCB2-8EE5-4A2F-83C4-8F1F298768BD}"/>
                  </a:ext>
                </a:extLst>
              </p14:cNvPr>
              <p14:cNvContentPartPr/>
              <p14:nvPr/>
            </p14:nvContentPartPr>
            <p14:xfrm>
              <a:off x="1496327" y="2325762"/>
              <a:ext cx="255240" cy="29520"/>
            </p14:xfrm>
          </p:contentPart>
        </mc:Choice>
        <mc:Fallback>
          <p:pic>
            <p:nvPicPr>
              <p:cNvPr id="150" name="Entrada de lápiz 149">
                <a:extLst>
                  <a:ext uri="{FF2B5EF4-FFF2-40B4-BE49-F238E27FC236}">
                    <a16:creationId xmlns:a16="http://schemas.microsoft.com/office/drawing/2014/main" id="{A6EACCB2-8EE5-4A2F-83C4-8F1F298768BD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487687" y="2317122"/>
                <a:ext cx="27288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70" name="Entrada de lápiz 169">
                <a:extLst>
                  <a:ext uri="{FF2B5EF4-FFF2-40B4-BE49-F238E27FC236}">
                    <a16:creationId xmlns:a16="http://schemas.microsoft.com/office/drawing/2014/main" id="{884848A5-3D35-47E7-948A-8C565F044D78}"/>
                  </a:ext>
                </a:extLst>
              </p14:cNvPr>
              <p14:cNvContentPartPr/>
              <p14:nvPr/>
            </p14:nvContentPartPr>
            <p14:xfrm>
              <a:off x="8868047" y="556362"/>
              <a:ext cx="592560" cy="316800"/>
            </p14:xfrm>
          </p:contentPart>
        </mc:Choice>
        <mc:Fallback>
          <p:pic>
            <p:nvPicPr>
              <p:cNvPr id="170" name="Entrada de lápiz 169">
                <a:extLst>
                  <a:ext uri="{FF2B5EF4-FFF2-40B4-BE49-F238E27FC236}">
                    <a16:creationId xmlns:a16="http://schemas.microsoft.com/office/drawing/2014/main" id="{884848A5-3D35-47E7-948A-8C565F044D7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859047" y="547722"/>
                <a:ext cx="610200" cy="33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180" name="Entrada de lápiz 179">
                <a:extLst>
                  <a:ext uri="{FF2B5EF4-FFF2-40B4-BE49-F238E27FC236}">
                    <a16:creationId xmlns:a16="http://schemas.microsoft.com/office/drawing/2014/main" id="{E56171E5-ED62-4CF9-86CF-B5E99C709640}"/>
                  </a:ext>
                </a:extLst>
              </p14:cNvPr>
              <p14:cNvContentPartPr/>
              <p14:nvPr/>
            </p14:nvContentPartPr>
            <p14:xfrm>
              <a:off x="9721967" y="327402"/>
              <a:ext cx="2172240" cy="645480"/>
            </p14:xfrm>
          </p:contentPart>
        </mc:Choice>
        <mc:Fallback>
          <p:pic>
            <p:nvPicPr>
              <p:cNvPr id="180" name="Entrada de lápiz 179">
                <a:extLst>
                  <a:ext uri="{FF2B5EF4-FFF2-40B4-BE49-F238E27FC236}">
                    <a16:creationId xmlns:a16="http://schemas.microsoft.com/office/drawing/2014/main" id="{E56171E5-ED62-4CF9-86CF-B5E99C70964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713327" y="318402"/>
                <a:ext cx="2189880" cy="66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181" name="Entrada de lápiz 180">
                <a:extLst>
                  <a:ext uri="{FF2B5EF4-FFF2-40B4-BE49-F238E27FC236}">
                    <a16:creationId xmlns:a16="http://schemas.microsoft.com/office/drawing/2014/main" id="{02FF4F7F-3EEF-48E8-871B-C4CBDFE5AF6E}"/>
                  </a:ext>
                </a:extLst>
              </p14:cNvPr>
              <p14:cNvContentPartPr/>
              <p14:nvPr/>
            </p14:nvContentPartPr>
            <p14:xfrm>
              <a:off x="1538447" y="2906442"/>
              <a:ext cx="164520" cy="15480"/>
            </p14:xfrm>
          </p:contentPart>
        </mc:Choice>
        <mc:Fallback>
          <p:pic>
            <p:nvPicPr>
              <p:cNvPr id="181" name="Entrada de lápiz 180">
                <a:extLst>
                  <a:ext uri="{FF2B5EF4-FFF2-40B4-BE49-F238E27FC236}">
                    <a16:creationId xmlns:a16="http://schemas.microsoft.com/office/drawing/2014/main" id="{02FF4F7F-3EEF-48E8-871B-C4CBDFE5AF6E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529447" y="2897442"/>
                <a:ext cx="18216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182" name="Entrada de lápiz 181">
                <a:extLst>
                  <a:ext uri="{FF2B5EF4-FFF2-40B4-BE49-F238E27FC236}">
                    <a16:creationId xmlns:a16="http://schemas.microsoft.com/office/drawing/2014/main" id="{8E1DED33-6FB0-4BA2-825E-7B318A370315}"/>
                  </a:ext>
                </a:extLst>
              </p14:cNvPr>
              <p14:cNvContentPartPr/>
              <p14:nvPr/>
            </p14:nvContentPartPr>
            <p14:xfrm>
              <a:off x="1576967" y="2997522"/>
              <a:ext cx="169560" cy="23040"/>
            </p14:xfrm>
          </p:contentPart>
        </mc:Choice>
        <mc:Fallback>
          <p:pic>
            <p:nvPicPr>
              <p:cNvPr id="182" name="Entrada de lápiz 181">
                <a:extLst>
                  <a:ext uri="{FF2B5EF4-FFF2-40B4-BE49-F238E27FC236}">
                    <a16:creationId xmlns:a16="http://schemas.microsoft.com/office/drawing/2014/main" id="{8E1DED33-6FB0-4BA2-825E-7B318A370315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567967" y="2988522"/>
                <a:ext cx="18720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212" name="Entrada de lápiz 211">
                <a:extLst>
                  <a:ext uri="{FF2B5EF4-FFF2-40B4-BE49-F238E27FC236}">
                    <a16:creationId xmlns:a16="http://schemas.microsoft.com/office/drawing/2014/main" id="{711CD5F4-B0D2-4161-9472-EB429E07A279}"/>
                  </a:ext>
                </a:extLst>
              </p14:cNvPr>
              <p14:cNvContentPartPr/>
              <p14:nvPr/>
            </p14:nvContentPartPr>
            <p14:xfrm>
              <a:off x="1902047" y="318402"/>
              <a:ext cx="2891880" cy="3210840"/>
            </p14:xfrm>
          </p:contentPart>
        </mc:Choice>
        <mc:Fallback>
          <p:pic>
            <p:nvPicPr>
              <p:cNvPr id="212" name="Entrada de lápiz 211">
                <a:extLst>
                  <a:ext uri="{FF2B5EF4-FFF2-40B4-BE49-F238E27FC236}">
                    <a16:creationId xmlns:a16="http://schemas.microsoft.com/office/drawing/2014/main" id="{711CD5F4-B0D2-4161-9472-EB429E07A279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893407" y="309402"/>
                <a:ext cx="2909520" cy="322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213" name="Entrada de lápiz 212">
                <a:extLst>
                  <a:ext uri="{FF2B5EF4-FFF2-40B4-BE49-F238E27FC236}">
                    <a16:creationId xmlns:a16="http://schemas.microsoft.com/office/drawing/2014/main" id="{E0FEDDAB-0BF6-4CFF-AFAB-ECFD83CC735B}"/>
                  </a:ext>
                </a:extLst>
              </p14:cNvPr>
              <p14:cNvContentPartPr/>
              <p14:nvPr/>
            </p14:nvContentPartPr>
            <p14:xfrm>
              <a:off x="1506407" y="4374162"/>
              <a:ext cx="163800" cy="16920"/>
            </p14:xfrm>
          </p:contentPart>
        </mc:Choice>
        <mc:Fallback>
          <p:pic>
            <p:nvPicPr>
              <p:cNvPr id="213" name="Entrada de lápiz 212">
                <a:extLst>
                  <a:ext uri="{FF2B5EF4-FFF2-40B4-BE49-F238E27FC236}">
                    <a16:creationId xmlns:a16="http://schemas.microsoft.com/office/drawing/2014/main" id="{E0FEDDAB-0BF6-4CFF-AFAB-ECFD83CC735B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497767" y="4365162"/>
                <a:ext cx="18144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214" name="Entrada de lápiz 213">
                <a:extLst>
                  <a:ext uri="{FF2B5EF4-FFF2-40B4-BE49-F238E27FC236}">
                    <a16:creationId xmlns:a16="http://schemas.microsoft.com/office/drawing/2014/main" id="{EFD22762-C1DA-49B4-A175-14148E99B284}"/>
                  </a:ext>
                </a:extLst>
              </p14:cNvPr>
              <p14:cNvContentPartPr/>
              <p14:nvPr/>
            </p14:nvContentPartPr>
            <p14:xfrm>
              <a:off x="1535927" y="4481082"/>
              <a:ext cx="236520" cy="12600"/>
            </p14:xfrm>
          </p:contentPart>
        </mc:Choice>
        <mc:Fallback>
          <p:pic>
            <p:nvPicPr>
              <p:cNvPr id="214" name="Entrada de lápiz 213">
                <a:extLst>
                  <a:ext uri="{FF2B5EF4-FFF2-40B4-BE49-F238E27FC236}">
                    <a16:creationId xmlns:a16="http://schemas.microsoft.com/office/drawing/2014/main" id="{EFD22762-C1DA-49B4-A175-14148E99B284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526927" y="4472082"/>
                <a:ext cx="25416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221" name="Entrada de lápiz 220">
                <a:extLst>
                  <a:ext uri="{FF2B5EF4-FFF2-40B4-BE49-F238E27FC236}">
                    <a16:creationId xmlns:a16="http://schemas.microsoft.com/office/drawing/2014/main" id="{836301A5-1465-48CF-BD0E-02158426D46F}"/>
                  </a:ext>
                </a:extLst>
              </p14:cNvPr>
              <p14:cNvContentPartPr/>
              <p14:nvPr/>
            </p14:nvContentPartPr>
            <p14:xfrm>
              <a:off x="2928047" y="4325922"/>
              <a:ext cx="193680" cy="38160"/>
            </p14:xfrm>
          </p:contentPart>
        </mc:Choice>
        <mc:Fallback>
          <p:pic>
            <p:nvPicPr>
              <p:cNvPr id="221" name="Entrada de lápiz 220">
                <a:extLst>
                  <a:ext uri="{FF2B5EF4-FFF2-40B4-BE49-F238E27FC236}">
                    <a16:creationId xmlns:a16="http://schemas.microsoft.com/office/drawing/2014/main" id="{836301A5-1465-48CF-BD0E-02158426D46F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919407" y="4316922"/>
                <a:ext cx="21132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224" name="Entrada de lápiz 223">
                <a:extLst>
                  <a:ext uri="{FF2B5EF4-FFF2-40B4-BE49-F238E27FC236}">
                    <a16:creationId xmlns:a16="http://schemas.microsoft.com/office/drawing/2014/main" id="{3D9AF722-885B-4846-9281-B274396D6003}"/>
                  </a:ext>
                </a:extLst>
              </p14:cNvPr>
              <p14:cNvContentPartPr/>
              <p14:nvPr/>
            </p14:nvContentPartPr>
            <p14:xfrm>
              <a:off x="3246287" y="4166802"/>
              <a:ext cx="236520" cy="321120"/>
            </p14:xfrm>
          </p:contentPart>
        </mc:Choice>
        <mc:Fallback>
          <p:pic>
            <p:nvPicPr>
              <p:cNvPr id="224" name="Entrada de lápiz 223">
                <a:extLst>
                  <a:ext uri="{FF2B5EF4-FFF2-40B4-BE49-F238E27FC236}">
                    <a16:creationId xmlns:a16="http://schemas.microsoft.com/office/drawing/2014/main" id="{3D9AF722-885B-4846-9281-B274396D6003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237647" y="4157802"/>
                <a:ext cx="254160" cy="33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235" name="Entrada de lápiz 234">
                <a:extLst>
                  <a:ext uri="{FF2B5EF4-FFF2-40B4-BE49-F238E27FC236}">
                    <a16:creationId xmlns:a16="http://schemas.microsoft.com/office/drawing/2014/main" id="{D53CF7ED-EB76-4167-B7E8-6828FB8100B8}"/>
                  </a:ext>
                </a:extLst>
              </p14:cNvPr>
              <p14:cNvContentPartPr/>
              <p14:nvPr/>
            </p14:nvContentPartPr>
            <p14:xfrm>
              <a:off x="3613487" y="3856122"/>
              <a:ext cx="1212120" cy="791640"/>
            </p14:xfrm>
          </p:contentPart>
        </mc:Choice>
        <mc:Fallback>
          <p:pic>
            <p:nvPicPr>
              <p:cNvPr id="235" name="Entrada de lápiz 234">
                <a:extLst>
                  <a:ext uri="{FF2B5EF4-FFF2-40B4-BE49-F238E27FC236}">
                    <a16:creationId xmlns:a16="http://schemas.microsoft.com/office/drawing/2014/main" id="{D53CF7ED-EB76-4167-B7E8-6828FB8100B8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604847" y="3847122"/>
                <a:ext cx="1229760" cy="80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236" name="Entrada de lápiz 235">
                <a:extLst>
                  <a:ext uri="{FF2B5EF4-FFF2-40B4-BE49-F238E27FC236}">
                    <a16:creationId xmlns:a16="http://schemas.microsoft.com/office/drawing/2014/main" id="{DAE46557-3B9F-445F-9E80-3F900BCC4CAF}"/>
                  </a:ext>
                </a:extLst>
              </p14:cNvPr>
              <p14:cNvContentPartPr/>
              <p14:nvPr/>
            </p14:nvContentPartPr>
            <p14:xfrm>
              <a:off x="1958207" y="3963762"/>
              <a:ext cx="728640" cy="914040"/>
            </p14:xfrm>
          </p:contentPart>
        </mc:Choice>
        <mc:Fallback>
          <p:pic>
            <p:nvPicPr>
              <p:cNvPr id="236" name="Entrada de lápiz 235">
                <a:extLst>
                  <a:ext uri="{FF2B5EF4-FFF2-40B4-BE49-F238E27FC236}">
                    <a16:creationId xmlns:a16="http://schemas.microsoft.com/office/drawing/2014/main" id="{DAE46557-3B9F-445F-9E80-3F900BCC4CAF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949567" y="3955119"/>
                <a:ext cx="746280" cy="9316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237" name="Entrada de lápiz 236">
                <a:extLst>
                  <a:ext uri="{FF2B5EF4-FFF2-40B4-BE49-F238E27FC236}">
                    <a16:creationId xmlns:a16="http://schemas.microsoft.com/office/drawing/2014/main" id="{EC77C7DF-EA3E-4E27-85F0-D4B59EEC11AB}"/>
                  </a:ext>
                </a:extLst>
              </p14:cNvPr>
              <p14:cNvContentPartPr/>
              <p14:nvPr/>
            </p14:nvContentPartPr>
            <p14:xfrm>
              <a:off x="1532687" y="5495202"/>
              <a:ext cx="147960" cy="13320"/>
            </p14:xfrm>
          </p:contentPart>
        </mc:Choice>
        <mc:Fallback>
          <p:pic>
            <p:nvPicPr>
              <p:cNvPr id="237" name="Entrada de lápiz 236">
                <a:extLst>
                  <a:ext uri="{FF2B5EF4-FFF2-40B4-BE49-F238E27FC236}">
                    <a16:creationId xmlns:a16="http://schemas.microsoft.com/office/drawing/2014/main" id="{EC77C7DF-EA3E-4E27-85F0-D4B59EEC11AB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523687" y="5486562"/>
                <a:ext cx="16560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238" name="Entrada de lápiz 237">
                <a:extLst>
                  <a:ext uri="{FF2B5EF4-FFF2-40B4-BE49-F238E27FC236}">
                    <a16:creationId xmlns:a16="http://schemas.microsoft.com/office/drawing/2014/main" id="{1FBE2F95-E693-460B-AD36-B74E1D5970A0}"/>
                  </a:ext>
                </a:extLst>
              </p14:cNvPr>
              <p14:cNvContentPartPr/>
              <p14:nvPr/>
            </p14:nvContentPartPr>
            <p14:xfrm>
              <a:off x="1522607" y="5614002"/>
              <a:ext cx="195480" cy="12600"/>
            </p14:xfrm>
          </p:contentPart>
        </mc:Choice>
        <mc:Fallback>
          <p:pic>
            <p:nvPicPr>
              <p:cNvPr id="238" name="Entrada de lápiz 237">
                <a:extLst>
                  <a:ext uri="{FF2B5EF4-FFF2-40B4-BE49-F238E27FC236}">
                    <a16:creationId xmlns:a16="http://schemas.microsoft.com/office/drawing/2014/main" id="{1FBE2F95-E693-460B-AD36-B74E1D5970A0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513607" y="5605362"/>
                <a:ext cx="21312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249" name="Entrada de lápiz 248">
                <a:extLst>
                  <a:ext uri="{FF2B5EF4-FFF2-40B4-BE49-F238E27FC236}">
                    <a16:creationId xmlns:a16="http://schemas.microsoft.com/office/drawing/2014/main" id="{F300E3DB-E607-4C68-980C-285F6DD4442E}"/>
                  </a:ext>
                </a:extLst>
              </p14:cNvPr>
              <p14:cNvContentPartPr/>
              <p14:nvPr/>
            </p14:nvContentPartPr>
            <p14:xfrm>
              <a:off x="2397767" y="6337242"/>
              <a:ext cx="222120" cy="139680"/>
            </p14:xfrm>
          </p:contentPart>
        </mc:Choice>
        <mc:Fallback>
          <p:pic>
            <p:nvPicPr>
              <p:cNvPr id="249" name="Entrada de lápiz 248">
                <a:extLst>
                  <a:ext uri="{FF2B5EF4-FFF2-40B4-BE49-F238E27FC236}">
                    <a16:creationId xmlns:a16="http://schemas.microsoft.com/office/drawing/2014/main" id="{F300E3DB-E607-4C68-980C-285F6DD4442E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389127" y="6328602"/>
                <a:ext cx="23976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253" name="Entrada de lápiz 252">
                <a:extLst>
                  <a:ext uri="{FF2B5EF4-FFF2-40B4-BE49-F238E27FC236}">
                    <a16:creationId xmlns:a16="http://schemas.microsoft.com/office/drawing/2014/main" id="{D5A5FB48-BAD4-499E-983F-7B53D9D43EF9}"/>
                  </a:ext>
                </a:extLst>
              </p14:cNvPr>
              <p14:cNvContentPartPr/>
              <p14:nvPr/>
            </p14:nvContentPartPr>
            <p14:xfrm>
              <a:off x="3601247" y="5578002"/>
              <a:ext cx="228960" cy="48600"/>
            </p14:xfrm>
          </p:contentPart>
        </mc:Choice>
        <mc:Fallback>
          <p:pic>
            <p:nvPicPr>
              <p:cNvPr id="253" name="Entrada de lápiz 252">
                <a:extLst>
                  <a:ext uri="{FF2B5EF4-FFF2-40B4-BE49-F238E27FC236}">
                    <a16:creationId xmlns:a16="http://schemas.microsoft.com/office/drawing/2014/main" id="{D5A5FB48-BAD4-499E-983F-7B53D9D43EF9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592247" y="5569002"/>
                <a:ext cx="24660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254" name="Entrada de lápiz 253">
                <a:extLst>
                  <a:ext uri="{FF2B5EF4-FFF2-40B4-BE49-F238E27FC236}">
                    <a16:creationId xmlns:a16="http://schemas.microsoft.com/office/drawing/2014/main" id="{2A10AD85-CFB5-4530-82AC-0492FCC04430}"/>
                  </a:ext>
                </a:extLst>
              </p14:cNvPr>
              <p14:cNvContentPartPr/>
              <p14:nvPr/>
            </p14:nvContentPartPr>
            <p14:xfrm>
              <a:off x="2320367" y="5972562"/>
              <a:ext cx="707400" cy="285480"/>
            </p14:xfrm>
          </p:contentPart>
        </mc:Choice>
        <mc:Fallback>
          <p:pic>
            <p:nvPicPr>
              <p:cNvPr id="254" name="Entrada de lápiz 253">
                <a:extLst>
                  <a:ext uri="{FF2B5EF4-FFF2-40B4-BE49-F238E27FC236}">
                    <a16:creationId xmlns:a16="http://schemas.microsoft.com/office/drawing/2014/main" id="{2A10AD85-CFB5-4530-82AC-0492FCC04430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311372" y="5963573"/>
                <a:ext cx="725031" cy="3030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255" name="Entrada de lápiz 254">
                <a:extLst>
                  <a:ext uri="{FF2B5EF4-FFF2-40B4-BE49-F238E27FC236}">
                    <a16:creationId xmlns:a16="http://schemas.microsoft.com/office/drawing/2014/main" id="{15A75171-0A65-47DB-BDCA-B894148D1791}"/>
                  </a:ext>
                </a:extLst>
              </p14:cNvPr>
              <p14:cNvContentPartPr/>
              <p14:nvPr/>
            </p14:nvContentPartPr>
            <p14:xfrm>
              <a:off x="2015087" y="5067522"/>
              <a:ext cx="1181880" cy="762480"/>
            </p14:xfrm>
          </p:contentPart>
        </mc:Choice>
        <mc:Fallback>
          <p:pic>
            <p:nvPicPr>
              <p:cNvPr id="255" name="Entrada de lápiz 254">
                <a:extLst>
                  <a:ext uri="{FF2B5EF4-FFF2-40B4-BE49-F238E27FC236}">
                    <a16:creationId xmlns:a16="http://schemas.microsoft.com/office/drawing/2014/main" id="{15A75171-0A65-47DB-BDCA-B894148D1791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006447" y="5058882"/>
                <a:ext cx="1199520" cy="78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269" name="Entrada de lápiz 268">
                <a:extLst>
                  <a:ext uri="{FF2B5EF4-FFF2-40B4-BE49-F238E27FC236}">
                    <a16:creationId xmlns:a16="http://schemas.microsoft.com/office/drawing/2014/main" id="{8F70549D-811D-4E05-AA1A-0A0D9039D067}"/>
                  </a:ext>
                </a:extLst>
              </p14:cNvPr>
              <p14:cNvContentPartPr/>
              <p14:nvPr/>
            </p14:nvContentPartPr>
            <p14:xfrm>
              <a:off x="4699607" y="6022602"/>
              <a:ext cx="212400" cy="123840"/>
            </p14:xfrm>
          </p:contentPart>
        </mc:Choice>
        <mc:Fallback>
          <p:pic>
            <p:nvPicPr>
              <p:cNvPr id="269" name="Entrada de lápiz 268">
                <a:extLst>
                  <a:ext uri="{FF2B5EF4-FFF2-40B4-BE49-F238E27FC236}">
                    <a16:creationId xmlns:a16="http://schemas.microsoft.com/office/drawing/2014/main" id="{8F70549D-811D-4E05-AA1A-0A0D9039D067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4690607" y="6013962"/>
                <a:ext cx="230040" cy="14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273" name="Entrada de lápiz 272">
                <a:extLst>
                  <a:ext uri="{FF2B5EF4-FFF2-40B4-BE49-F238E27FC236}">
                    <a16:creationId xmlns:a16="http://schemas.microsoft.com/office/drawing/2014/main" id="{2190284C-0315-4E0F-9997-1AF5ED4F1AB1}"/>
                  </a:ext>
                </a:extLst>
              </p14:cNvPr>
              <p14:cNvContentPartPr/>
              <p14:nvPr/>
            </p14:nvContentPartPr>
            <p14:xfrm>
              <a:off x="4096967" y="4850442"/>
              <a:ext cx="1386000" cy="1088640"/>
            </p14:xfrm>
          </p:contentPart>
        </mc:Choice>
        <mc:Fallback>
          <p:pic>
            <p:nvPicPr>
              <p:cNvPr id="273" name="Entrada de lápiz 272">
                <a:extLst>
                  <a:ext uri="{FF2B5EF4-FFF2-40B4-BE49-F238E27FC236}">
                    <a16:creationId xmlns:a16="http://schemas.microsoft.com/office/drawing/2014/main" id="{2190284C-0315-4E0F-9997-1AF5ED4F1AB1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087967" y="4841802"/>
                <a:ext cx="1403640" cy="11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277" name="Entrada de lápiz 276">
                <a:extLst>
                  <a:ext uri="{FF2B5EF4-FFF2-40B4-BE49-F238E27FC236}">
                    <a16:creationId xmlns:a16="http://schemas.microsoft.com/office/drawing/2014/main" id="{FC2AD5A5-10E6-49FE-8C70-B77E51EF0014}"/>
                  </a:ext>
                </a:extLst>
              </p14:cNvPr>
              <p14:cNvContentPartPr/>
              <p14:nvPr/>
            </p14:nvContentPartPr>
            <p14:xfrm>
              <a:off x="5704367" y="5301162"/>
              <a:ext cx="426960" cy="336960"/>
            </p14:xfrm>
          </p:contentPart>
        </mc:Choice>
        <mc:Fallback>
          <p:pic>
            <p:nvPicPr>
              <p:cNvPr id="277" name="Entrada de lápiz 276">
                <a:extLst>
                  <a:ext uri="{FF2B5EF4-FFF2-40B4-BE49-F238E27FC236}">
                    <a16:creationId xmlns:a16="http://schemas.microsoft.com/office/drawing/2014/main" id="{FC2AD5A5-10E6-49FE-8C70-B77E51EF0014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695367" y="5292522"/>
                <a:ext cx="444600" cy="35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31514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3E3B21C9-42CC-4C28-A510-751FF76A9A3D}"/>
                  </a:ext>
                </a:extLst>
              </p14:cNvPr>
              <p14:cNvContentPartPr/>
              <p14:nvPr/>
            </p14:nvContentPartPr>
            <p14:xfrm>
              <a:off x="2767127" y="512802"/>
              <a:ext cx="118800" cy="136080"/>
            </p14:xfrm>
          </p:contentPart>
        </mc:Choice>
        <mc:Fallback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3E3B21C9-42CC-4C28-A510-751FF76A9A3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58127" y="504162"/>
                <a:ext cx="13644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8" name="Entrada de lápiz 27">
                <a:extLst>
                  <a:ext uri="{FF2B5EF4-FFF2-40B4-BE49-F238E27FC236}">
                    <a16:creationId xmlns:a16="http://schemas.microsoft.com/office/drawing/2014/main" id="{19B818FD-58F5-45C8-B160-2A114063BCD4}"/>
                  </a:ext>
                </a:extLst>
              </p14:cNvPr>
              <p14:cNvContentPartPr/>
              <p14:nvPr/>
            </p14:nvContentPartPr>
            <p14:xfrm>
              <a:off x="5470367" y="958482"/>
              <a:ext cx="558360" cy="284040"/>
            </p14:xfrm>
          </p:contentPart>
        </mc:Choice>
        <mc:Fallback>
          <p:pic>
            <p:nvPicPr>
              <p:cNvPr id="28" name="Entrada de lápiz 27">
                <a:extLst>
                  <a:ext uri="{FF2B5EF4-FFF2-40B4-BE49-F238E27FC236}">
                    <a16:creationId xmlns:a16="http://schemas.microsoft.com/office/drawing/2014/main" id="{19B818FD-58F5-45C8-B160-2A114063BCD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61721" y="949482"/>
                <a:ext cx="576011" cy="30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6" name="Entrada de lápiz 35">
                <a:extLst>
                  <a:ext uri="{FF2B5EF4-FFF2-40B4-BE49-F238E27FC236}">
                    <a16:creationId xmlns:a16="http://schemas.microsoft.com/office/drawing/2014/main" id="{CD9A625F-63E2-4ED5-8E6B-D6D933DF20A8}"/>
                  </a:ext>
                </a:extLst>
              </p14:cNvPr>
              <p14:cNvContentPartPr/>
              <p14:nvPr/>
            </p14:nvContentPartPr>
            <p14:xfrm>
              <a:off x="3533927" y="462402"/>
              <a:ext cx="1580400" cy="1403280"/>
            </p14:xfrm>
          </p:contentPart>
        </mc:Choice>
        <mc:Fallback>
          <p:pic>
            <p:nvPicPr>
              <p:cNvPr id="36" name="Entrada de lápiz 35">
                <a:extLst>
                  <a:ext uri="{FF2B5EF4-FFF2-40B4-BE49-F238E27FC236}">
                    <a16:creationId xmlns:a16="http://schemas.microsoft.com/office/drawing/2014/main" id="{CD9A625F-63E2-4ED5-8E6B-D6D933DF20A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524927" y="453402"/>
                <a:ext cx="1598040" cy="142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7" name="Entrada de lápiz 36">
                <a:extLst>
                  <a:ext uri="{FF2B5EF4-FFF2-40B4-BE49-F238E27FC236}">
                    <a16:creationId xmlns:a16="http://schemas.microsoft.com/office/drawing/2014/main" id="{ED1C3C59-4624-4D17-A345-06BD6AD02B88}"/>
                  </a:ext>
                </a:extLst>
              </p14:cNvPr>
              <p14:cNvContentPartPr/>
              <p14:nvPr/>
            </p14:nvContentPartPr>
            <p14:xfrm>
              <a:off x="1912127" y="707202"/>
              <a:ext cx="1267200" cy="1177200"/>
            </p14:xfrm>
          </p:contentPart>
        </mc:Choice>
        <mc:Fallback>
          <p:pic>
            <p:nvPicPr>
              <p:cNvPr id="37" name="Entrada de lápiz 36">
                <a:extLst>
                  <a:ext uri="{FF2B5EF4-FFF2-40B4-BE49-F238E27FC236}">
                    <a16:creationId xmlns:a16="http://schemas.microsoft.com/office/drawing/2014/main" id="{ED1C3C59-4624-4D17-A345-06BD6AD02B8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03487" y="698559"/>
                <a:ext cx="1284840" cy="11948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45" name="Entrada de lápiz 44">
                <a:extLst>
                  <a:ext uri="{FF2B5EF4-FFF2-40B4-BE49-F238E27FC236}">
                    <a16:creationId xmlns:a16="http://schemas.microsoft.com/office/drawing/2014/main" id="{2C89F9E9-299E-407F-80E8-1BF5787F2CA1}"/>
                  </a:ext>
                </a:extLst>
              </p14:cNvPr>
              <p14:cNvContentPartPr/>
              <p14:nvPr/>
            </p14:nvContentPartPr>
            <p14:xfrm>
              <a:off x="2924087" y="3401442"/>
              <a:ext cx="204480" cy="294480"/>
            </p14:xfrm>
          </p:contentPart>
        </mc:Choice>
        <mc:Fallback>
          <p:pic>
            <p:nvPicPr>
              <p:cNvPr id="45" name="Entrada de lápiz 44">
                <a:extLst>
                  <a:ext uri="{FF2B5EF4-FFF2-40B4-BE49-F238E27FC236}">
                    <a16:creationId xmlns:a16="http://schemas.microsoft.com/office/drawing/2014/main" id="{2C89F9E9-299E-407F-80E8-1BF5787F2CA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915087" y="3392802"/>
                <a:ext cx="222120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47" name="Entrada de lápiz 46">
                <a:extLst>
                  <a:ext uri="{FF2B5EF4-FFF2-40B4-BE49-F238E27FC236}">
                    <a16:creationId xmlns:a16="http://schemas.microsoft.com/office/drawing/2014/main" id="{EFD3E35B-D50E-4D5F-A1B7-27B78DB510BC}"/>
                  </a:ext>
                </a:extLst>
              </p14:cNvPr>
              <p14:cNvContentPartPr/>
              <p14:nvPr/>
            </p14:nvContentPartPr>
            <p14:xfrm>
              <a:off x="3896447" y="3008682"/>
              <a:ext cx="173160" cy="65160"/>
            </p14:xfrm>
          </p:contentPart>
        </mc:Choice>
        <mc:Fallback>
          <p:pic>
            <p:nvPicPr>
              <p:cNvPr id="47" name="Entrada de lápiz 46">
                <a:extLst>
                  <a:ext uri="{FF2B5EF4-FFF2-40B4-BE49-F238E27FC236}">
                    <a16:creationId xmlns:a16="http://schemas.microsoft.com/office/drawing/2014/main" id="{EFD3E35B-D50E-4D5F-A1B7-27B78DB510B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887807" y="3000042"/>
                <a:ext cx="190800" cy="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54" name="Entrada de lápiz 53">
                <a:extLst>
                  <a:ext uri="{FF2B5EF4-FFF2-40B4-BE49-F238E27FC236}">
                    <a16:creationId xmlns:a16="http://schemas.microsoft.com/office/drawing/2014/main" id="{FDC89875-32D6-4217-9AD0-6769FF00B933}"/>
                  </a:ext>
                </a:extLst>
              </p14:cNvPr>
              <p14:cNvContentPartPr/>
              <p14:nvPr/>
            </p14:nvContentPartPr>
            <p14:xfrm>
              <a:off x="5122607" y="3202722"/>
              <a:ext cx="227880" cy="283320"/>
            </p14:xfrm>
          </p:contentPart>
        </mc:Choice>
        <mc:Fallback>
          <p:pic>
            <p:nvPicPr>
              <p:cNvPr id="54" name="Entrada de lápiz 53">
                <a:extLst>
                  <a:ext uri="{FF2B5EF4-FFF2-40B4-BE49-F238E27FC236}">
                    <a16:creationId xmlns:a16="http://schemas.microsoft.com/office/drawing/2014/main" id="{FDC89875-32D6-4217-9AD0-6769FF00B93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113967" y="3193722"/>
                <a:ext cx="245520" cy="30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58" name="Entrada de lápiz 57">
                <a:extLst>
                  <a:ext uri="{FF2B5EF4-FFF2-40B4-BE49-F238E27FC236}">
                    <a16:creationId xmlns:a16="http://schemas.microsoft.com/office/drawing/2014/main" id="{1FE2A081-069F-4344-ACB2-78ED5EF110C9}"/>
                  </a:ext>
                </a:extLst>
              </p14:cNvPr>
              <p14:cNvContentPartPr/>
              <p14:nvPr/>
            </p14:nvContentPartPr>
            <p14:xfrm>
              <a:off x="6236447" y="2663802"/>
              <a:ext cx="560160" cy="306360"/>
            </p14:xfrm>
          </p:contentPart>
        </mc:Choice>
        <mc:Fallback>
          <p:pic>
            <p:nvPicPr>
              <p:cNvPr id="58" name="Entrada de lápiz 57">
                <a:extLst>
                  <a:ext uri="{FF2B5EF4-FFF2-40B4-BE49-F238E27FC236}">
                    <a16:creationId xmlns:a16="http://schemas.microsoft.com/office/drawing/2014/main" id="{1FE2A081-069F-4344-ACB2-78ED5EF110C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227447" y="2654791"/>
                <a:ext cx="577800" cy="3240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61" name="Entrada de lápiz 60">
                <a:extLst>
                  <a:ext uri="{FF2B5EF4-FFF2-40B4-BE49-F238E27FC236}">
                    <a16:creationId xmlns:a16="http://schemas.microsoft.com/office/drawing/2014/main" id="{3613B6A5-6F5D-40C1-9725-426CB1D09B43}"/>
                  </a:ext>
                </a:extLst>
              </p14:cNvPr>
              <p14:cNvContentPartPr/>
              <p14:nvPr/>
            </p14:nvContentPartPr>
            <p14:xfrm>
              <a:off x="2183927" y="2493522"/>
              <a:ext cx="1409040" cy="847440"/>
            </p14:xfrm>
          </p:contentPart>
        </mc:Choice>
        <mc:Fallback>
          <p:pic>
            <p:nvPicPr>
              <p:cNvPr id="61" name="Entrada de lápiz 60">
                <a:extLst>
                  <a:ext uri="{FF2B5EF4-FFF2-40B4-BE49-F238E27FC236}">
                    <a16:creationId xmlns:a16="http://schemas.microsoft.com/office/drawing/2014/main" id="{3613B6A5-6F5D-40C1-9725-426CB1D09B4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175287" y="2484518"/>
                <a:ext cx="1426680" cy="8650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63" name="Entrada de lápiz 62">
                <a:extLst>
                  <a:ext uri="{FF2B5EF4-FFF2-40B4-BE49-F238E27FC236}">
                    <a16:creationId xmlns:a16="http://schemas.microsoft.com/office/drawing/2014/main" id="{9D5E760E-83C1-47C8-A486-BF055AAFCE44}"/>
                  </a:ext>
                </a:extLst>
              </p14:cNvPr>
              <p14:cNvContentPartPr/>
              <p14:nvPr/>
            </p14:nvContentPartPr>
            <p14:xfrm>
              <a:off x="4436807" y="2337642"/>
              <a:ext cx="1488240" cy="793800"/>
            </p14:xfrm>
          </p:contentPart>
        </mc:Choice>
        <mc:Fallback>
          <p:pic>
            <p:nvPicPr>
              <p:cNvPr id="63" name="Entrada de lápiz 62">
                <a:extLst>
                  <a:ext uri="{FF2B5EF4-FFF2-40B4-BE49-F238E27FC236}">
                    <a16:creationId xmlns:a16="http://schemas.microsoft.com/office/drawing/2014/main" id="{9D5E760E-83C1-47C8-A486-BF055AAFCE4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427807" y="2328642"/>
                <a:ext cx="1505880" cy="81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04" name="Entrada de lápiz 103">
                <a:extLst>
                  <a:ext uri="{FF2B5EF4-FFF2-40B4-BE49-F238E27FC236}">
                    <a16:creationId xmlns:a16="http://schemas.microsoft.com/office/drawing/2014/main" id="{9ACB299E-F473-4633-A028-3159927AE22B}"/>
                  </a:ext>
                </a:extLst>
              </p14:cNvPr>
              <p14:cNvContentPartPr/>
              <p14:nvPr/>
            </p14:nvContentPartPr>
            <p14:xfrm>
              <a:off x="8195927" y="4643802"/>
              <a:ext cx="153000" cy="20160"/>
            </p14:xfrm>
          </p:contentPart>
        </mc:Choice>
        <mc:Fallback>
          <p:pic>
            <p:nvPicPr>
              <p:cNvPr id="104" name="Entrada de lápiz 103">
                <a:extLst>
                  <a:ext uri="{FF2B5EF4-FFF2-40B4-BE49-F238E27FC236}">
                    <a16:creationId xmlns:a16="http://schemas.microsoft.com/office/drawing/2014/main" id="{9ACB299E-F473-4633-A028-3159927AE22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186927" y="4635162"/>
                <a:ext cx="17064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05" name="Entrada de lápiz 104">
                <a:extLst>
                  <a:ext uri="{FF2B5EF4-FFF2-40B4-BE49-F238E27FC236}">
                    <a16:creationId xmlns:a16="http://schemas.microsoft.com/office/drawing/2014/main" id="{99DF1D4B-B5F1-471A-AA19-4496EAA7C46E}"/>
                  </a:ext>
                </a:extLst>
              </p14:cNvPr>
              <p14:cNvContentPartPr/>
              <p14:nvPr/>
            </p14:nvContentPartPr>
            <p14:xfrm>
              <a:off x="8244527" y="4709322"/>
              <a:ext cx="137880" cy="34200"/>
            </p14:xfrm>
          </p:contentPart>
        </mc:Choice>
        <mc:Fallback>
          <p:pic>
            <p:nvPicPr>
              <p:cNvPr id="105" name="Entrada de lápiz 104">
                <a:extLst>
                  <a:ext uri="{FF2B5EF4-FFF2-40B4-BE49-F238E27FC236}">
                    <a16:creationId xmlns:a16="http://schemas.microsoft.com/office/drawing/2014/main" id="{99DF1D4B-B5F1-471A-AA19-4496EAA7C46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235527" y="4700682"/>
                <a:ext cx="15552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31" name="Entrada de lápiz 130">
                <a:extLst>
                  <a:ext uri="{FF2B5EF4-FFF2-40B4-BE49-F238E27FC236}">
                    <a16:creationId xmlns:a16="http://schemas.microsoft.com/office/drawing/2014/main" id="{9FC5D0CA-46A1-4499-AFF0-4AEBE5BE7CAB}"/>
                  </a:ext>
                </a:extLst>
              </p14:cNvPr>
              <p14:cNvContentPartPr/>
              <p14:nvPr/>
            </p14:nvContentPartPr>
            <p14:xfrm>
              <a:off x="8715767" y="4018482"/>
              <a:ext cx="1914840" cy="951840"/>
            </p14:xfrm>
          </p:contentPart>
        </mc:Choice>
        <mc:Fallback>
          <p:pic>
            <p:nvPicPr>
              <p:cNvPr id="131" name="Entrada de lápiz 130">
                <a:extLst>
                  <a:ext uri="{FF2B5EF4-FFF2-40B4-BE49-F238E27FC236}">
                    <a16:creationId xmlns:a16="http://schemas.microsoft.com/office/drawing/2014/main" id="{9FC5D0CA-46A1-4499-AFF0-4AEBE5BE7CA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707127" y="4009482"/>
                <a:ext cx="1932480" cy="9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80" name="Entrada de lápiz 179">
                <a:extLst>
                  <a:ext uri="{FF2B5EF4-FFF2-40B4-BE49-F238E27FC236}">
                    <a16:creationId xmlns:a16="http://schemas.microsoft.com/office/drawing/2014/main" id="{EAE45296-AC9E-4602-9115-21D8B5030A54}"/>
                  </a:ext>
                </a:extLst>
              </p14:cNvPr>
              <p14:cNvContentPartPr/>
              <p14:nvPr/>
            </p14:nvContentPartPr>
            <p14:xfrm>
              <a:off x="8488247" y="1888002"/>
              <a:ext cx="3623040" cy="1996560"/>
            </p14:xfrm>
          </p:contentPart>
        </mc:Choice>
        <mc:Fallback>
          <p:pic>
            <p:nvPicPr>
              <p:cNvPr id="180" name="Entrada de lápiz 179">
                <a:extLst>
                  <a:ext uri="{FF2B5EF4-FFF2-40B4-BE49-F238E27FC236}">
                    <a16:creationId xmlns:a16="http://schemas.microsoft.com/office/drawing/2014/main" id="{EAE45296-AC9E-4602-9115-21D8B5030A5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479247" y="1879002"/>
                <a:ext cx="3640680" cy="20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81" name="Entrada de lápiz 180">
                <a:extLst>
                  <a:ext uri="{FF2B5EF4-FFF2-40B4-BE49-F238E27FC236}">
                    <a16:creationId xmlns:a16="http://schemas.microsoft.com/office/drawing/2014/main" id="{D8A17DD9-61FA-4DDE-9EAC-E02BE21241C2}"/>
                  </a:ext>
                </a:extLst>
              </p14:cNvPr>
              <p14:cNvContentPartPr/>
              <p14:nvPr/>
            </p14:nvContentPartPr>
            <p14:xfrm>
              <a:off x="11274287" y="1997442"/>
              <a:ext cx="229320" cy="199080"/>
            </p14:xfrm>
          </p:contentPart>
        </mc:Choice>
        <mc:Fallback>
          <p:pic>
            <p:nvPicPr>
              <p:cNvPr id="181" name="Entrada de lápiz 180">
                <a:extLst>
                  <a:ext uri="{FF2B5EF4-FFF2-40B4-BE49-F238E27FC236}">
                    <a16:creationId xmlns:a16="http://schemas.microsoft.com/office/drawing/2014/main" id="{D8A17DD9-61FA-4DDE-9EAC-E02BE21241C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1256287" y="1961802"/>
                <a:ext cx="264960" cy="27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82" name="Entrada de lápiz 181">
                <a:extLst>
                  <a:ext uri="{FF2B5EF4-FFF2-40B4-BE49-F238E27FC236}">
                    <a16:creationId xmlns:a16="http://schemas.microsoft.com/office/drawing/2014/main" id="{63A8DB3E-0BD0-4361-B79B-59822F1907B6}"/>
                  </a:ext>
                </a:extLst>
              </p14:cNvPr>
              <p14:cNvContentPartPr/>
              <p14:nvPr/>
            </p14:nvContentPartPr>
            <p14:xfrm>
              <a:off x="10250807" y="2152962"/>
              <a:ext cx="145080" cy="142920"/>
            </p14:xfrm>
          </p:contentPart>
        </mc:Choice>
        <mc:Fallback>
          <p:pic>
            <p:nvPicPr>
              <p:cNvPr id="182" name="Entrada de lápiz 181">
                <a:extLst>
                  <a:ext uri="{FF2B5EF4-FFF2-40B4-BE49-F238E27FC236}">
                    <a16:creationId xmlns:a16="http://schemas.microsoft.com/office/drawing/2014/main" id="{63A8DB3E-0BD0-4361-B79B-59822F1907B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0232807" y="2117322"/>
                <a:ext cx="18072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91" name="Entrada de lápiz 190">
                <a:extLst>
                  <a:ext uri="{FF2B5EF4-FFF2-40B4-BE49-F238E27FC236}">
                    <a16:creationId xmlns:a16="http://schemas.microsoft.com/office/drawing/2014/main" id="{E70ED071-F261-40F3-BA28-6DFB08F4551B}"/>
                  </a:ext>
                </a:extLst>
              </p14:cNvPr>
              <p14:cNvContentPartPr/>
              <p14:nvPr/>
            </p14:nvContentPartPr>
            <p14:xfrm>
              <a:off x="11509007" y="4661082"/>
              <a:ext cx="203040" cy="168840"/>
            </p14:xfrm>
          </p:contentPart>
        </mc:Choice>
        <mc:Fallback>
          <p:pic>
            <p:nvPicPr>
              <p:cNvPr id="191" name="Entrada de lápiz 190">
                <a:extLst>
                  <a:ext uri="{FF2B5EF4-FFF2-40B4-BE49-F238E27FC236}">
                    <a16:creationId xmlns:a16="http://schemas.microsoft.com/office/drawing/2014/main" id="{E70ED071-F261-40F3-BA28-6DFB08F4551B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1500367" y="4652442"/>
                <a:ext cx="22068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94" name="Entrada de lápiz 193">
                <a:extLst>
                  <a:ext uri="{FF2B5EF4-FFF2-40B4-BE49-F238E27FC236}">
                    <a16:creationId xmlns:a16="http://schemas.microsoft.com/office/drawing/2014/main" id="{561CB209-209C-4A80-AA87-B51C030E1BE6}"/>
                  </a:ext>
                </a:extLst>
              </p14:cNvPr>
              <p14:cNvContentPartPr/>
              <p14:nvPr/>
            </p14:nvContentPartPr>
            <p14:xfrm>
              <a:off x="10218767" y="5744322"/>
              <a:ext cx="236880" cy="232920"/>
            </p14:xfrm>
          </p:contentPart>
        </mc:Choice>
        <mc:Fallback>
          <p:pic>
            <p:nvPicPr>
              <p:cNvPr id="194" name="Entrada de lápiz 193">
                <a:extLst>
                  <a:ext uri="{FF2B5EF4-FFF2-40B4-BE49-F238E27FC236}">
                    <a16:creationId xmlns:a16="http://schemas.microsoft.com/office/drawing/2014/main" id="{561CB209-209C-4A80-AA87-B51C030E1BE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0209767" y="5735322"/>
                <a:ext cx="254520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195" name="Entrada de lápiz 194">
                <a:extLst>
                  <a:ext uri="{FF2B5EF4-FFF2-40B4-BE49-F238E27FC236}">
                    <a16:creationId xmlns:a16="http://schemas.microsoft.com/office/drawing/2014/main" id="{F06A8A95-9CA6-433E-9B63-7243B6FC32EC}"/>
                  </a:ext>
                </a:extLst>
              </p14:cNvPr>
              <p14:cNvContentPartPr/>
              <p14:nvPr/>
            </p14:nvContentPartPr>
            <p14:xfrm>
              <a:off x="9816647" y="5761242"/>
              <a:ext cx="301320" cy="234000"/>
            </p14:xfrm>
          </p:contentPart>
        </mc:Choice>
        <mc:Fallback>
          <p:pic>
            <p:nvPicPr>
              <p:cNvPr id="195" name="Entrada de lápiz 194">
                <a:extLst>
                  <a:ext uri="{FF2B5EF4-FFF2-40B4-BE49-F238E27FC236}">
                    <a16:creationId xmlns:a16="http://schemas.microsoft.com/office/drawing/2014/main" id="{F06A8A95-9CA6-433E-9B63-7243B6FC32EC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807647" y="5752242"/>
                <a:ext cx="318960" cy="25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96" name="Entrada de lápiz 195">
                <a:extLst>
                  <a:ext uri="{FF2B5EF4-FFF2-40B4-BE49-F238E27FC236}">
                    <a16:creationId xmlns:a16="http://schemas.microsoft.com/office/drawing/2014/main" id="{83186D6C-5F99-42B4-8351-C26EEC69B35B}"/>
                  </a:ext>
                </a:extLst>
              </p14:cNvPr>
              <p14:cNvContentPartPr/>
              <p14:nvPr/>
            </p14:nvContentPartPr>
            <p14:xfrm>
              <a:off x="10748687" y="3951162"/>
              <a:ext cx="1445760" cy="595800"/>
            </p14:xfrm>
          </p:contentPart>
        </mc:Choice>
        <mc:Fallback>
          <p:pic>
            <p:nvPicPr>
              <p:cNvPr id="196" name="Entrada de lápiz 195">
                <a:extLst>
                  <a:ext uri="{FF2B5EF4-FFF2-40B4-BE49-F238E27FC236}">
                    <a16:creationId xmlns:a16="http://schemas.microsoft.com/office/drawing/2014/main" id="{83186D6C-5F99-42B4-8351-C26EEC69B35B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0739687" y="3942162"/>
                <a:ext cx="1463400" cy="61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97" name="Entrada de lápiz 196">
                <a:extLst>
                  <a:ext uri="{FF2B5EF4-FFF2-40B4-BE49-F238E27FC236}">
                    <a16:creationId xmlns:a16="http://schemas.microsoft.com/office/drawing/2014/main" id="{2C825165-05E9-4038-80DA-93A9DC88AD52}"/>
                  </a:ext>
                </a:extLst>
              </p14:cNvPr>
              <p14:cNvContentPartPr/>
              <p14:nvPr/>
            </p14:nvContentPartPr>
            <p14:xfrm>
              <a:off x="6983087" y="3586122"/>
              <a:ext cx="12960" cy="109800"/>
            </p14:xfrm>
          </p:contentPart>
        </mc:Choice>
        <mc:Fallback>
          <p:pic>
            <p:nvPicPr>
              <p:cNvPr id="197" name="Entrada de lápiz 196">
                <a:extLst>
                  <a:ext uri="{FF2B5EF4-FFF2-40B4-BE49-F238E27FC236}">
                    <a16:creationId xmlns:a16="http://schemas.microsoft.com/office/drawing/2014/main" id="{2C825165-05E9-4038-80DA-93A9DC88AD52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974447" y="3577482"/>
                <a:ext cx="3060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199" name="Entrada de lápiz 198">
                <a:extLst>
                  <a:ext uri="{FF2B5EF4-FFF2-40B4-BE49-F238E27FC236}">
                    <a16:creationId xmlns:a16="http://schemas.microsoft.com/office/drawing/2014/main" id="{B71347BF-B82A-4489-AC8B-CB94EF6D71AB}"/>
                  </a:ext>
                </a:extLst>
              </p14:cNvPr>
              <p14:cNvContentPartPr/>
              <p14:nvPr/>
            </p14:nvContentPartPr>
            <p14:xfrm>
              <a:off x="1856327" y="3866202"/>
              <a:ext cx="6155280" cy="2187720"/>
            </p14:xfrm>
          </p:contentPart>
        </mc:Choice>
        <mc:Fallback>
          <p:pic>
            <p:nvPicPr>
              <p:cNvPr id="199" name="Entrada de lápiz 198">
                <a:extLst>
                  <a:ext uri="{FF2B5EF4-FFF2-40B4-BE49-F238E27FC236}">
                    <a16:creationId xmlns:a16="http://schemas.microsoft.com/office/drawing/2014/main" id="{B71347BF-B82A-4489-AC8B-CB94EF6D71AB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847687" y="3857562"/>
                <a:ext cx="6172920" cy="2205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22146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B2B709DD-7734-44FF-89B8-27713E231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2334" y="286394"/>
            <a:ext cx="3386344" cy="6208298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19E67CE-C321-4E13-A9F7-D4AB023846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1678" y="467138"/>
            <a:ext cx="2501348" cy="6027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653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844C9489-E378-4FA7-B1D3-F47048548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629" y="251793"/>
            <a:ext cx="11506742" cy="2862468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C821A2E-78F6-43E8-A9D7-E0E5853D86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96" y="3114261"/>
            <a:ext cx="11266275" cy="350634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3C31F40E-69FB-462F-89E9-4B74F56D814A}"/>
                  </a:ext>
                </a:extLst>
              </p14:cNvPr>
              <p14:cNvContentPartPr/>
              <p14:nvPr/>
            </p14:nvContentPartPr>
            <p14:xfrm>
              <a:off x="1758047" y="2317482"/>
              <a:ext cx="360" cy="36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3C31F40E-69FB-462F-89E9-4B74F56D814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49047" y="230884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C35FBD32-FB4F-4FEC-B8FA-0954B99D4B87}"/>
                  </a:ext>
                </a:extLst>
              </p14:cNvPr>
              <p14:cNvContentPartPr/>
              <p14:nvPr/>
            </p14:nvContentPartPr>
            <p14:xfrm>
              <a:off x="2003567" y="2329002"/>
              <a:ext cx="32040" cy="720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C35FBD32-FB4F-4FEC-B8FA-0954B99D4B8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94567" y="2320002"/>
                <a:ext cx="4968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494E6CE5-6F61-4881-8F25-3CE0D77DB0A8}"/>
                  </a:ext>
                </a:extLst>
              </p14:cNvPr>
              <p14:cNvContentPartPr/>
              <p14:nvPr/>
            </p14:nvContentPartPr>
            <p14:xfrm>
              <a:off x="1742927" y="2426922"/>
              <a:ext cx="28080" cy="648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494E6CE5-6F61-4881-8F25-3CE0D77DB0A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733927" y="2417922"/>
                <a:ext cx="4572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6C0813F9-95F8-4F45-A3A3-97F3432B9A19}"/>
                  </a:ext>
                </a:extLst>
              </p14:cNvPr>
              <p14:cNvContentPartPr/>
              <p14:nvPr/>
            </p14:nvContentPartPr>
            <p14:xfrm>
              <a:off x="2127047" y="2364282"/>
              <a:ext cx="14400" cy="1692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6C0813F9-95F8-4F45-A3A3-97F3432B9A1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118047" y="2355282"/>
                <a:ext cx="3204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24CE92E0-1020-4087-B5FA-B9E565EE42B7}"/>
                  </a:ext>
                </a:extLst>
              </p14:cNvPr>
              <p14:cNvContentPartPr/>
              <p14:nvPr/>
            </p14:nvContentPartPr>
            <p14:xfrm>
              <a:off x="2709167" y="2339442"/>
              <a:ext cx="1080" cy="504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24CE92E0-1020-4087-B5FA-B9E565EE42B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700167" y="2330442"/>
                <a:ext cx="18720" cy="2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465A02E5-CB72-47B5-B93A-BC6D3A47A1CE}"/>
                  </a:ext>
                </a:extLst>
              </p14:cNvPr>
              <p14:cNvContentPartPr/>
              <p14:nvPr/>
            </p14:nvContentPartPr>
            <p14:xfrm>
              <a:off x="2887727" y="2358162"/>
              <a:ext cx="15480" cy="3240"/>
            </p14:xfrm>
          </p:contentPart>
        </mc:Choice>
        <mc:Fallback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465A02E5-CB72-47B5-B93A-BC6D3A47A1C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878727" y="2349522"/>
                <a:ext cx="3312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A91EB0CC-8807-4DC6-B78C-25F5102B3621}"/>
                  </a:ext>
                </a:extLst>
              </p14:cNvPr>
              <p14:cNvContentPartPr/>
              <p14:nvPr/>
            </p14:nvContentPartPr>
            <p14:xfrm>
              <a:off x="3180047" y="2310642"/>
              <a:ext cx="14760" cy="12600"/>
            </p14:xfrm>
          </p:contentPart>
        </mc:Choice>
        <mc:Fallback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A91EB0CC-8807-4DC6-B78C-25F5102B362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171407" y="2302002"/>
                <a:ext cx="3240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1" name="Entrada de lápiz 10">
                <a:extLst>
                  <a:ext uri="{FF2B5EF4-FFF2-40B4-BE49-F238E27FC236}">
                    <a16:creationId xmlns:a16="http://schemas.microsoft.com/office/drawing/2014/main" id="{92110C93-4283-43E3-83E9-AF35254C2F5E}"/>
                  </a:ext>
                </a:extLst>
              </p14:cNvPr>
              <p14:cNvContentPartPr/>
              <p14:nvPr/>
            </p14:nvContentPartPr>
            <p14:xfrm>
              <a:off x="3737327" y="2379402"/>
              <a:ext cx="1080" cy="3240"/>
            </p14:xfrm>
          </p:contentPart>
        </mc:Choice>
        <mc:Fallback>
          <p:pic>
            <p:nvPicPr>
              <p:cNvPr id="11" name="Entrada de lápiz 10">
                <a:extLst>
                  <a:ext uri="{FF2B5EF4-FFF2-40B4-BE49-F238E27FC236}">
                    <a16:creationId xmlns:a16="http://schemas.microsoft.com/office/drawing/2014/main" id="{92110C93-4283-43E3-83E9-AF35254C2F5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728687" y="2370402"/>
                <a:ext cx="1872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2" name="Entrada de lápiz 11">
                <a:extLst>
                  <a:ext uri="{FF2B5EF4-FFF2-40B4-BE49-F238E27FC236}">
                    <a16:creationId xmlns:a16="http://schemas.microsoft.com/office/drawing/2014/main" id="{59790134-E34C-4D84-91D9-7424AFC93371}"/>
                  </a:ext>
                </a:extLst>
              </p14:cNvPr>
              <p14:cNvContentPartPr/>
              <p14:nvPr/>
            </p14:nvContentPartPr>
            <p14:xfrm>
              <a:off x="4139807" y="2386962"/>
              <a:ext cx="5400" cy="15480"/>
            </p14:xfrm>
          </p:contentPart>
        </mc:Choice>
        <mc:Fallback>
          <p:pic>
            <p:nvPicPr>
              <p:cNvPr id="12" name="Entrada de lápiz 11">
                <a:extLst>
                  <a:ext uri="{FF2B5EF4-FFF2-40B4-BE49-F238E27FC236}">
                    <a16:creationId xmlns:a16="http://schemas.microsoft.com/office/drawing/2014/main" id="{59790134-E34C-4D84-91D9-7424AFC9337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130807" y="2377962"/>
                <a:ext cx="2304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3" name="Entrada de lápiz 12">
                <a:extLst>
                  <a:ext uri="{FF2B5EF4-FFF2-40B4-BE49-F238E27FC236}">
                    <a16:creationId xmlns:a16="http://schemas.microsoft.com/office/drawing/2014/main" id="{BB2E3E95-A0B6-4226-861D-B3DB4ABCFC26}"/>
                  </a:ext>
                </a:extLst>
              </p14:cNvPr>
              <p14:cNvContentPartPr/>
              <p14:nvPr/>
            </p14:nvContentPartPr>
            <p14:xfrm>
              <a:off x="1717007" y="2121642"/>
              <a:ext cx="202320" cy="264240"/>
            </p14:xfrm>
          </p:contentPart>
        </mc:Choice>
        <mc:Fallback>
          <p:pic>
            <p:nvPicPr>
              <p:cNvPr id="13" name="Entrada de lápiz 12">
                <a:extLst>
                  <a:ext uri="{FF2B5EF4-FFF2-40B4-BE49-F238E27FC236}">
                    <a16:creationId xmlns:a16="http://schemas.microsoft.com/office/drawing/2014/main" id="{BB2E3E95-A0B6-4226-861D-B3DB4ABCFC26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699367" y="2086002"/>
                <a:ext cx="237960" cy="33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4" name="Entrada de lápiz 13">
                <a:extLst>
                  <a:ext uri="{FF2B5EF4-FFF2-40B4-BE49-F238E27FC236}">
                    <a16:creationId xmlns:a16="http://schemas.microsoft.com/office/drawing/2014/main" id="{13079B43-C638-47A3-8DB0-E0D359F51FE2}"/>
                  </a:ext>
                </a:extLst>
              </p14:cNvPr>
              <p14:cNvContentPartPr/>
              <p14:nvPr/>
            </p14:nvContentPartPr>
            <p14:xfrm>
              <a:off x="3943607" y="2123442"/>
              <a:ext cx="263520" cy="253080"/>
            </p14:xfrm>
          </p:contentPart>
        </mc:Choice>
        <mc:Fallback>
          <p:pic>
            <p:nvPicPr>
              <p:cNvPr id="14" name="Entrada de lápiz 13">
                <a:extLst>
                  <a:ext uri="{FF2B5EF4-FFF2-40B4-BE49-F238E27FC236}">
                    <a16:creationId xmlns:a16="http://schemas.microsoft.com/office/drawing/2014/main" id="{13079B43-C638-47A3-8DB0-E0D359F51FE2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925607" y="2087802"/>
                <a:ext cx="299160" cy="32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5" name="Entrada de lápiz 14">
                <a:extLst>
                  <a:ext uri="{FF2B5EF4-FFF2-40B4-BE49-F238E27FC236}">
                    <a16:creationId xmlns:a16="http://schemas.microsoft.com/office/drawing/2014/main" id="{00269013-0B2A-4000-A30F-56ECAEA35A63}"/>
                  </a:ext>
                </a:extLst>
              </p14:cNvPr>
              <p14:cNvContentPartPr/>
              <p14:nvPr/>
            </p14:nvContentPartPr>
            <p14:xfrm>
              <a:off x="2010407" y="2106522"/>
              <a:ext cx="252000" cy="283320"/>
            </p14:xfrm>
          </p:contentPart>
        </mc:Choice>
        <mc:Fallback>
          <p:pic>
            <p:nvPicPr>
              <p:cNvPr id="15" name="Entrada de lápiz 14">
                <a:extLst>
                  <a:ext uri="{FF2B5EF4-FFF2-40B4-BE49-F238E27FC236}">
                    <a16:creationId xmlns:a16="http://schemas.microsoft.com/office/drawing/2014/main" id="{00269013-0B2A-4000-A30F-56ECAEA35A63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974407" y="2034882"/>
                <a:ext cx="323640" cy="42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6" name="Entrada de lápiz 15">
                <a:extLst>
                  <a:ext uri="{FF2B5EF4-FFF2-40B4-BE49-F238E27FC236}">
                    <a16:creationId xmlns:a16="http://schemas.microsoft.com/office/drawing/2014/main" id="{19E4C6F1-63CE-4902-A5A1-4C6391EFB209}"/>
                  </a:ext>
                </a:extLst>
              </p14:cNvPr>
              <p14:cNvContentPartPr/>
              <p14:nvPr/>
            </p14:nvContentPartPr>
            <p14:xfrm>
              <a:off x="3617087" y="2131002"/>
              <a:ext cx="183960" cy="227880"/>
            </p14:xfrm>
          </p:contentPart>
        </mc:Choice>
        <mc:Fallback>
          <p:pic>
            <p:nvPicPr>
              <p:cNvPr id="16" name="Entrada de lápiz 15">
                <a:extLst>
                  <a:ext uri="{FF2B5EF4-FFF2-40B4-BE49-F238E27FC236}">
                    <a16:creationId xmlns:a16="http://schemas.microsoft.com/office/drawing/2014/main" id="{19E4C6F1-63CE-4902-A5A1-4C6391EFB209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581087" y="2059002"/>
                <a:ext cx="255600" cy="37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17" name="Entrada de lápiz 16">
                <a:extLst>
                  <a:ext uri="{FF2B5EF4-FFF2-40B4-BE49-F238E27FC236}">
                    <a16:creationId xmlns:a16="http://schemas.microsoft.com/office/drawing/2014/main" id="{7D64A9FB-FF53-4C6A-9164-17B2A57C37BC}"/>
                  </a:ext>
                </a:extLst>
              </p14:cNvPr>
              <p14:cNvContentPartPr/>
              <p14:nvPr/>
            </p14:nvContentPartPr>
            <p14:xfrm>
              <a:off x="2905367" y="2182122"/>
              <a:ext cx="105480" cy="138960"/>
            </p14:xfrm>
          </p:contentPart>
        </mc:Choice>
        <mc:Fallback>
          <p:pic>
            <p:nvPicPr>
              <p:cNvPr id="17" name="Entrada de lápiz 16">
                <a:extLst>
                  <a:ext uri="{FF2B5EF4-FFF2-40B4-BE49-F238E27FC236}">
                    <a16:creationId xmlns:a16="http://schemas.microsoft.com/office/drawing/2014/main" id="{7D64A9FB-FF53-4C6A-9164-17B2A57C37BC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869727" y="2110122"/>
                <a:ext cx="177120" cy="28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18" name="Entrada de lápiz 17">
                <a:extLst>
                  <a:ext uri="{FF2B5EF4-FFF2-40B4-BE49-F238E27FC236}">
                    <a16:creationId xmlns:a16="http://schemas.microsoft.com/office/drawing/2014/main" id="{43F6F4DA-4C5F-417E-98A7-4575CFD0829F}"/>
                  </a:ext>
                </a:extLst>
              </p14:cNvPr>
              <p14:cNvContentPartPr/>
              <p14:nvPr/>
            </p14:nvContentPartPr>
            <p14:xfrm>
              <a:off x="2610887" y="2178162"/>
              <a:ext cx="199080" cy="222480"/>
            </p14:xfrm>
          </p:contentPart>
        </mc:Choice>
        <mc:Fallback>
          <p:pic>
            <p:nvPicPr>
              <p:cNvPr id="18" name="Entrada de lápiz 17">
                <a:extLst>
                  <a:ext uri="{FF2B5EF4-FFF2-40B4-BE49-F238E27FC236}">
                    <a16:creationId xmlns:a16="http://schemas.microsoft.com/office/drawing/2014/main" id="{43F6F4DA-4C5F-417E-98A7-4575CFD0829F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593247" y="2142162"/>
                <a:ext cx="234720" cy="29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21" name="Entrada de lápiz 20">
                <a:extLst>
                  <a:ext uri="{FF2B5EF4-FFF2-40B4-BE49-F238E27FC236}">
                    <a16:creationId xmlns:a16="http://schemas.microsoft.com/office/drawing/2014/main" id="{5FE37E43-61DC-414A-BC11-2588057B29E6}"/>
                  </a:ext>
                </a:extLst>
              </p14:cNvPr>
              <p14:cNvContentPartPr/>
              <p14:nvPr/>
            </p14:nvContentPartPr>
            <p14:xfrm>
              <a:off x="5239967" y="1854882"/>
              <a:ext cx="931680" cy="690840"/>
            </p14:xfrm>
          </p:contentPart>
        </mc:Choice>
        <mc:Fallback>
          <p:pic>
            <p:nvPicPr>
              <p:cNvPr id="21" name="Entrada de lápiz 20">
                <a:extLst>
                  <a:ext uri="{FF2B5EF4-FFF2-40B4-BE49-F238E27FC236}">
                    <a16:creationId xmlns:a16="http://schemas.microsoft.com/office/drawing/2014/main" id="{5FE37E43-61DC-414A-BC11-2588057B29E6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5231324" y="1845882"/>
                <a:ext cx="949327" cy="70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52" name="Entrada de lápiz 51">
                <a:extLst>
                  <a:ext uri="{FF2B5EF4-FFF2-40B4-BE49-F238E27FC236}">
                    <a16:creationId xmlns:a16="http://schemas.microsoft.com/office/drawing/2014/main" id="{6B3F3047-EBAC-47BD-97A8-D00B5846F6FC}"/>
                  </a:ext>
                </a:extLst>
              </p14:cNvPr>
              <p14:cNvContentPartPr/>
              <p14:nvPr/>
            </p14:nvContentPartPr>
            <p14:xfrm>
              <a:off x="8782367" y="1456362"/>
              <a:ext cx="1895760" cy="484200"/>
            </p14:xfrm>
          </p:contentPart>
        </mc:Choice>
        <mc:Fallback>
          <p:pic>
            <p:nvPicPr>
              <p:cNvPr id="52" name="Entrada de lápiz 51">
                <a:extLst>
                  <a:ext uri="{FF2B5EF4-FFF2-40B4-BE49-F238E27FC236}">
                    <a16:creationId xmlns:a16="http://schemas.microsoft.com/office/drawing/2014/main" id="{6B3F3047-EBAC-47BD-97A8-D00B5846F6FC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8773729" y="1447716"/>
                <a:ext cx="1913397" cy="5018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53" name="Entrada de lápiz 52">
                <a:extLst>
                  <a:ext uri="{FF2B5EF4-FFF2-40B4-BE49-F238E27FC236}">
                    <a16:creationId xmlns:a16="http://schemas.microsoft.com/office/drawing/2014/main" id="{3A2A959A-9054-4FEB-B69B-C3B0E9CC7DB1}"/>
                  </a:ext>
                </a:extLst>
              </p14:cNvPr>
              <p14:cNvContentPartPr/>
              <p14:nvPr/>
            </p14:nvContentPartPr>
            <p14:xfrm>
              <a:off x="7048967" y="1603242"/>
              <a:ext cx="1515960" cy="273960"/>
            </p14:xfrm>
          </p:contentPart>
        </mc:Choice>
        <mc:Fallback>
          <p:pic>
            <p:nvPicPr>
              <p:cNvPr id="53" name="Entrada de lápiz 52">
                <a:extLst>
                  <a:ext uri="{FF2B5EF4-FFF2-40B4-BE49-F238E27FC236}">
                    <a16:creationId xmlns:a16="http://schemas.microsoft.com/office/drawing/2014/main" id="{3A2A959A-9054-4FEB-B69B-C3B0E9CC7DB1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7039967" y="1594591"/>
                <a:ext cx="1533600" cy="2916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58" name="Entrada de lápiz 57">
                <a:extLst>
                  <a:ext uri="{FF2B5EF4-FFF2-40B4-BE49-F238E27FC236}">
                    <a16:creationId xmlns:a16="http://schemas.microsoft.com/office/drawing/2014/main" id="{76E635E1-DA2E-43CB-93B9-373EB4A3A61E}"/>
                  </a:ext>
                </a:extLst>
              </p14:cNvPr>
              <p14:cNvContentPartPr/>
              <p14:nvPr/>
            </p14:nvContentPartPr>
            <p14:xfrm>
              <a:off x="6373967" y="1708002"/>
              <a:ext cx="357480" cy="245880"/>
            </p14:xfrm>
          </p:contentPart>
        </mc:Choice>
        <mc:Fallback>
          <p:pic>
            <p:nvPicPr>
              <p:cNvPr id="58" name="Entrada de lápiz 57">
                <a:extLst>
                  <a:ext uri="{FF2B5EF4-FFF2-40B4-BE49-F238E27FC236}">
                    <a16:creationId xmlns:a16="http://schemas.microsoft.com/office/drawing/2014/main" id="{76E635E1-DA2E-43CB-93B9-373EB4A3A61E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6364967" y="1699362"/>
                <a:ext cx="37512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60" name="Entrada de lápiz 59">
                <a:extLst>
                  <a:ext uri="{FF2B5EF4-FFF2-40B4-BE49-F238E27FC236}">
                    <a16:creationId xmlns:a16="http://schemas.microsoft.com/office/drawing/2014/main" id="{C4331D3D-2140-47F9-B09B-8677FB1B0B97}"/>
                  </a:ext>
                </a:extLst>
              </p14:cNvPr>
              <p14:cNvContentPartPr/>
              <p14:nvPr/>
            </p14:nvContentPartPr>
            <p14:xfrm>
              <a:off x="11008247" y="1418922"/>
              <a:ext cx="511560" cy="323280"/>
            </p14:xfrm>
          </p:contentPart>
        </mc:Choice>
        <mc:Fallback>
          <p:pic>
            <p:nvPicPr>
              <p:cNvPr id="60" name="Entrada de lápiz 59">
                <a:extLst>
                  <a:ext uri="{FF2B5EF4-FFF2-40B4-BE49-F238E27FC236}">
                    <a16:creationId xmlns:a16="http://schemas.microsoft.com/office/drawing/2014/main" id="{C4331D3D-2140-47F9-B09B-8677FB1B0B97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0999247" y="1410282"/>
                <a:ext cx="529200" cy="34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61" name="Entrada de lápiz 60">
                <a:extLst>
                  <a:ext uri="{FF2B5EF4-FFF2-40B4-BE49-F238E27FC236}">
                    <a16:creationId xmlns:a16="http://schemas.microsoft.com/office/drawing/2014/main" id="{70B43569-9277-4207-AD45-311D11521F68}"/>
                  </a:ext>
                </a:extLst>
              </p14:cNvPr>
              <p14:cNvContentPartPr/>
              <p14:nvPr/>
            </p14:nvContentPartPr>
            <p14:xfrm>
              <a:off x="6367127" y="1690362"/>
              <a:ext cx="367200" cy="359640"/>
            </p14:xfrm>
          </p:contentPart>
        </mc:Choice>
        <mc:Fallback>
          <p:pic>
            <p:nvPicPr>
              <p:cNvPr id="61" name="Entrada de lápiz 60">
                <a:extLst>
                  <a:ext uri="{FF2B5EF4-FFF2-40B4-BE49-F238E27FC236}">
                    <a16:creationId xmlns:a16="http://schemas.microsoft.com/office/drawing/2014/main" id="{70B43569-9277-4207-AD45-311D11521F68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6349127" y="1654362"/>
                <a:ext cx="402840" cy="43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62" name="Entrada de lápiz 61">
                <a:extLst>
                  <a:ext uri="{FF2B5EF4-FFF2-40B4-BE49-F238E27FC236}">
                    <a16:creationId xmlns:a16="http://schemas.microsoft.com/office/drawing/2014/main" id="{A3147880-F1C5-4CB3-B919-968BCFBD4B83}"/>
                  </a:ext>
                </a:extLst>
              </p14:cNvPr>
              <p14:cNvContentPartPr/>
              <p14:nvPr/>
            </p14:nvContentPartPr>
            <p14:xfrm>
              <a:off x="11032007" y="1489842"/>
              <a:ext cx="453240" cy="326160"/>
            </p14:xfrm>
          </p:contentPart>
        </mc:Choice>
        <mc:Fallback>
          <p:pic>
            <p:nvPicPr>
              <p:cNvPr id="62" name="Entrada de lápiz 61">
                <a:extLst>
                  <a:ext uri="{FF2B5EF4-FFF2-40B4-BE49-F238E27FC236}">
                    <a16:creationId xmlns:a16="http://schemas.microsoft.com/office/drawing/2014/main" id="{A3147880-F1C5-4CB3-B919-968BCFBD4B83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1014007" y="1454202"/>
                <a:ext cx="488880" cy="39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68" name="Entrada de lápiz 67">
                <a:extLst>
                  <a:ext uri="{FF2B5EF4-FFF2-40B4-BE49-F238E27FC236}">
                    <a16:creationId xmlns:a16="http://schemas.microsoft.com/office/drawing/2014/main" id="{341A2F72-96DD-4FA9-A599-07A407398487}"/>
                  </a:ext>
                </a:extLst>
              </p14:cNvPr>
              <p14:cNvContentPartPr/>
              <p14:nvPr/>
            </p14:nvContentPartPr>
            <p14:xfrm>
              <a:off x="6453167" y="2269242"/>
              <a:ext cx="537840" cy="376920"/>
            </p14:xfrm>
          </p:contentPart>
        </mc:Choice>
        <mc:Fallback>
          <p:pic>
            <p:nvPicPr>
              <p:cNvPr id="68" name="Entrada de lápiz 67">
                <a:extLst>
                  <a:ext uri="{FF2B5EF4-FFF2-40B4-BE49-F238E27FC236}">
                    <a16:creationId xmlns:a16="http://schemas.microsoft.com/office/drawing/2014/main" id="{341A2F72-96DD-4FA9-A599-07A407398487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6444527" y="2260602"/>
                <a:ext cx="555480" cy="39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69" name="Entrada de lápiz 68">
                <a:extLst>
                  <a:ext uri="{FF2B5EF4-FFF2-40B4-BE49-F238E27FC236}">
                    <a16:creationId xmlns:a16="http://schemas.microsoft.com/office/drawing/2014/main" id="{5CFB372B-0374-4FC0-B7D4-744BD2B75D7C}"/>
                  </a:ext>
                </a:extLst>
              </p14:cNvPr>
              <p14:cNvContentPartPr/>
              <p14:nvPr/>
            </p14:nvContentPartPr>
            <p14:xfrm>
              <a:off x="7236167" y="2589642"/>
              <a:ext cx="12960" cy="203040"/>
            </p14:xfrm>
          </p:contentPart>
        </mc:Choice>
        <mc:Fallback>
          <p:pic>
            <p:nvPicPr>
              <p:cNvPr id="69" name="Entrada de lápiz 68">
                <a:extLst>
                  <a:ext uri="{FF2B5EF4-FFF2-40B4-BE49-F238E27FC236}">
                    <a16:creationId xmlns:a16="http://schemas.microsoft.com/office/drawing/2014/main" id="{5CFB372B-0374-4FC0-B7D4-744BD2B75D7C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7227527" y="2581002"/>
                <a:ext cx="30600" cy="22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88" name="Entrada de lápiz 87">
                <a:extLst>
                  <a:ext uri="{FF2B5EF4-FFF2-40B4-BE49-F238E27FC236}">
                    <a16:creationId xmlns:a16="http://schemas.microsoft.com/office/drawing/2014/main" id="{CCA596B8-2E3A-43C4-89DA-1588059AB0E9}"/>
                  </a:ext>
                </a:extLst>
              </p14:cNvPr>
              <p14:cNvContentPartPr/>
              <p14:nvPr/>
            </p14:nvContentPartPr>
            <p14:xfrm>
              <a:off x="11309927" y="2055402"/>
              <a:ext cx="263520" cy="336600"/>
            </p14:xfrm>
          </p:contentPart>
        </mc:Choice>
        <mc:Fallback>
          <p:pic>
            <p:nvPicPr>
              <p:cNvPr id="88" name="Entrada de lápiz 87">
                <a:extLst>
                  <a:ext uri="{FF2B5EF4-FFF2-40B4-BE49-F238E27FC236}">
                    <a16:creationId xmlns:a16="http://schemas.microsoft.com/office/drawing/2014/main" id="{CCA596B8-2E3A-43C4-89DA-1588059AB0E9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1300927" y="2046762"/>
                <a:ext cx="281160" cy="35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89" name="Entrada de lápiz 88">
                <a:extLst>
                  <a:ext uri="{FF2B5EF4-FFF2-40B4-BE49-F238E27FC236}">
                    <a16:creationId xmlns:a16="http://schemas.microsoft.com/office/drawing/2014/main" id="{270BE7C0-A6BF-4400-AB77-C383400B255B}"/>
                  </a:ext>
                </a:extLst>
              </p14:cNvPr>
              <p14:cNvContentPartPr/>
              <p14:nvPr/>
            </p14:nvContentPartPr>
            <p14:xfrm>
              <a:off x="9375287" y="2114802"/>
              <a:ext cx="1790640" cy="564120"/>
            </p14:xfrm>
          </p:contentPart>
        </mc:Choice>
        <mc:Fallback>
          <p:pic>
            <p:nvPicPr>
              <p:cNvPr id="89" name="Entrada de lápiz 88">
                <a:extLst>
                  <a:ext uri="{FF2B5EF4-FFF2-40B4-BE49-F238E27FC236}">
                    <a16:creationId xmlns:a16="http://schemas.microsoft.com/office/drawing/2014/main" id="{270BE7C0-A6BF-4400-AB77-C383400B255B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9366647" y="2105808"/>
                <a:ext cx="1808280" cy="5817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90" name="Entrada de lápiz 89">
                <a:extLst>
                  <a:ext uri="{FF2B5EF4-FFF2-40B4-BE49-F238E27FC236}">
                    <a16:creationId xmlns:a16="http://schemas.microsoft.com/office/drawing/2014/main" id="{73C00186-6B8B-406A-A4C0-E5DCFE860500}"/>
                  </a:ext>
                </a:extLst>
              </p14:cNvPr>
              <p14:cNvContentPartPr/>
              <p14:nvPr/>
            </p14:nvContentPartPr>
            <p14:xfrm>
              <a:off x="7427687" y="2170602"/>
              <a:ext cx="1671120" cy="615240"/>
            </p14:xfrm>
          </p:contentPart>
        </mc:Choice>
        <mc:Fallback>
          <p:pic>
            <p:nvPicPr>
              <p:cNvPr id="90" name="Entrada de lápiz 89">
                <a:extLst>
                  <a:ext uri="{FF2B5EF4-FFF2-40B4-BE49-F238E27FC236}">
                    <a16:creationId xmlns:a16="http://schemas.microsoft.com/office/drawing/2014/main" id="{73C00186-6B8B-406A-A4C0-E5DCFE860500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7419045" y="2161602"/>
                <a:ext cx="1688764" cy="63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91" name="Entrada de lápiz 90">
                <a:extLst>
                  <a:ext uri="{FF2B5EF4-FFF2-40B4-BE49-F238E27FC236}">
                    <a16:creationId xmlns:a16="http://schemas.microsoft.com/office/drawing/2014/main" id="{D27E251B-B72B-4726-A7B1-ECF9BC3A2F07}"/>
                  </a:ext>
                </a:extLst>
              </p14:cNvPr>
              <p14:cNvContentPartPr/>
              <p14:nvPr/>
            </p14:nvContentPartPr>
            <p14:xfrm>
              <a:off x="6381527" y="2337282"/>
              <a:ext cx="587160" cy="348840"/>
            </p14:xfrm>
          </p:contentPart>
        </mc:Choice>
        <mc:Fallback>
          <p:pic>
            <p:nvPicPr>
              <p:cNvPr id="91" name="Entrada de lápiz 90">
                <a:extLst>
                  <a:ext uri="{FF2B5EF4-FFF2-40B4-BE49-F238E27FC236}">
                    <a16:creationId xmlns:a16="http://schemas.microsoft.com/office/drawing/2014/main" id="{D27E251B-B72B-4726-A7B1-ECF9BC3A2F07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6345527" y="2265642"/>
                <a:ext cx="658800" cy="49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92" name="Entrada de lápiz 91">
                <a:extLst>
                  <a:ext uri="{FF2B5EF4-FFF2-40B4-BE49-F238E27FC236}">
                    <a16:creationId xmlns:a16="http://schemas.microsoft.com/office/drawing/2014/main" id="{634300B0-AEF2-4C6D-B937-9EB63E3DF881}"/>
                  </a:ext>
                </a:extLst>
              </p14:cNvPr>
              <p14:cNvContentPartPr/>
              <p14:nvPr/>
            </p14:nvContentPartPr>
            <p14:xfrm>
              <a:off x="11343767" y="2137842"/>
              <a:ext cx="288360" cy="244800"/>
            </p14:xfrm>
          </p:contentPart>
        </mc:Choice>
        <mc:Fallback>
          <p:pic>
            <p:nvPicPr>
              <p:cNvPr id="92" name="Entrada de lápiz 91">
                <a:extLst>
                  <a:ext uri="{FF2B5EF4-FFF2-40B4-BE49-F238E27FC236}">
                    <a16:creationId xmlns:a16="http://schemas.microsoft.com/office/drawing/2014/main" id="{634300B0-AEF2-4C6D-B937-9EB63E3DF881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11308127" y="2065842"/>
                <a:ext cx="360000" cy="38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79012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57" name="Entrada de lápiz 156">
                <a:extLst>
                  <a:ext uri="{FF2B5EF4-FFF2-40B4-BE49-F238E27FC236}">
                    <a16:creationId xmlns:a16="http://schemas.microsoft.com/office/drawing/2014/main" id="{A95595E8-FE81-4361-8AF4-CAB6400F3446}"/>
                  </a:ext>
                </a:extLst>
              </p14:cNvPr>
              <p14:cNvContentPartPr/>
              <p14:nvPr/>
            </p14:nvContentPartPr>
            <p14:xfrm>
              <a:off x="2923367" y="1684602"/>
              <a:ext cx="226800" cy="178560"/>
            </p14:xfrm>
          </p:contentPart>
        </mc:Choice>
        <mc:Fallback>
          <p:pic>
            <p:nvPicPr>
              <p:cNvPr id="157" name="Entrada de lápiz 156">
                <a:extLst>
                  <a:ext uri="{FF2B5EF4-FFF2-40B4-BE49-F238E27FC236}">
                    <a16:creationId xmlns:a16="http://schemas.microsoft.com/office/drawing/2014/main" id="{A95595E8-FE81-4361-8AF4-CAB6400F344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14367" y="1675602"/>
                <a:ext cx="244440" cy="19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60" name="Entrada de lápiz 159">
                <a:extLst>
                  <a:ext uri="{FF2B5EF4-FFF2-40B4-BE49-F238E27FC236}">
                    <a16:creationId xmlns:a16="http://schemas.microsoft.com/office/drawing/2014/main" id="{3BFEFA27-981B-4943-AA7A-42C24178B249}"/>
                  </a:ext>
                </a:extLst>
              </p14:cNvPr>
              <p14:cNvContentPartPr/>
              <p14:nvPr/>
            </p14:nvContentPartPr>
            <p14:xfrm>
              <a:off x="1876127" y="309042"/>
              <a:ext cx="2458440" cy="1226160"/>
            </p14:xfrm>
          </p:contentPart>
        </mc:Choice>
        <mc:Fallback>
          <p:pic>
            <p:nvPicPr>
              <p:cNvPr id="160" name="Entrada de lápiz 159">
                <a:extLst>
                  <a:ext uri="{FF2B5EF4-FFF2-40B4-BE49-F238E27FC236}">
                    <a16:creationId xmlns:a16="http://schemas.microsoft.com/office/drawing/2014/main" id="{3BFEFA27-981B-4943-AA7A-42C24178B24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67127" y="300042"/>
                <a:ext cx="2476080" cy="124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67" name="Entrada de lápiz 166">
                <a:extLst>
                  <a:ext uri="{FF2B5EF4-FFF2-40B4-BE49-F238E27FC236}">
                    <a16:creationId xmlns:a16="http://schemas.microsoft.com/office/drawing/2014/main" id="{A07365C7-1E69-4AF8-B55B-1EE07F0093C6}"/>
                  </a:ext>
                </a:extLst>
              </p14:cNvPr>
              <p14:cNvContentPartPr/>
              <p14:nvPr/>
            </p14:nvContentPartPr>
            <p14:xfrm>
              <a:off x="4980047" y="1346562"/>
              <a:ext cx="225360" cy="27000"/>
            </p14:xfrm>
          </p:contentPart>
        </mc:Choice>
        <mc:Fallback>
          <p:pic>
            <p:nvPicPr>
              <p:cNvPr id="167" name="Entrada de lápiz 166">
                <a:extLst>
                  <a:ext uri="{FF2B5EF4-FFF2-40B4-BE49-F238E27FC236}">
                    <a16:creationId xmlns:a16="http://schemas.microsoft.com/office/drawing/2014/main" id="{A07365C7-1E69-4AF8-B55B-1EE07F0093C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971407" y="1337922"/>
                <a:ext cx="24300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68" name="Entrada de lápiz 167">
                <a:extLst>
                  <a:ext uri="{FF2B5EF4-FFF2-40B4-BE49-F238E27FC236}">
                    <a16:creationId xmlns:a16="http://schemas.microsoft.com/office/drawing/2014/main" id="{97E9144D-AB54-46D9-BA3C-BD20DBE91F45}"/>
                  </a:ext>
                </a:extLst>
              </p14:cNvPr>
              <p14:cNvContentPartPr/>
              <p14:nvPr/>
            </p14:nvContentPartPr>
            <p14:xfrm>
              <a:off x="4886087" y="1186722"/>
              <a:ext cx="268560" cy="38160"/>
            </p14:xfrm>
          </p:contentPart>
        </mc:Choice>
        <mc:Fallback>
          <p:pic>
            <p:nvPicPr>
              <p:cNvPr id="168" name="Entrada de lápiz 167">
                <a:extLst>
                  <a:ext uri="{FF2B5EF4-FFF2-40B4-BE49-F238E27FC236}">
                    <a16:creationId xmlns:a16="http://schemas.microsoft.com/office/drawing/2014/main" id="{97E9144D-AB54-46D9-BA3C-BD20DBE91F4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877099" y="1178082"/>
                <a:ext cx="286176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69" name="Entrada de lápiz 168">
                <a:extLst>
                  <a:ext uri="{FF2B5EF4-FFF2-40B4-BE49-F238E27FC236}">
                    <a16:creationId xmlns:a16="http://schemas.microsoft.com/office/drawing/2014/main" id="{EDAC6B58-D45C-45B8-8CBE-3D9293EB9990}"/>
                  </a:ext>
                </a:extLst>
              </p14:cNvPr>
              <p14:cNvContentPartPr/>
              <p14:nvPr/>
            </p14:nvContentPartPr>
            <p14:xfrm>
              <a:off x="8201687" y="706482"/>
              <a:ext cx="254520" cy="259560"/>
            </p14:xfrm>
          </p:contentPart>
        </mc:Choice>
        <mc:Fallback>
          <p:pic>
            <p:nvPicPr>
              <p:cNvPr id="169" name="Entrada de lápiz 168">
                <a:extLst>
                  <a:ext uri="{FF2B5EF4-FFF2-40B4-BE49-F238E27FC236}">
                    <a16:creationId xmlns:a16="http://schemas.microsoft.com/office/drawing/2014/main" id="{EDAC6B58-D45C-45B8-8CBE-3D9293EB999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193047" y="697842"/>
                <a:ext cx="272160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70" name="Entrada de lápiz 169">
                <a:extLst>
                  <a:ext uri="{FF2B5EF4-FFF2-40B4-BE49-F238E27FC236}">
                    <a16:creationId xmlns:a16="http://schemas.microsoft.com/office/drawing/2014/main" id="{CA7E8A78-1326-43DC-809F-2021A80B1206}"/>
                  </a:ext>
                </a:extLst>
              </p14:cNvPr>
              <p14:cNvContentPartPr/>
              <p14:nvPr/>
            </p14:nvContentPartPr>
            <p14:xfrm>
              <a:off x="8725127" y="772722"/>
              <a:ext cx="168480" cy="30600"/>
            </p14:xfrm>
          </p:contentPart>
        </mc:Choice>
        <mc:Fallback>
          <p:pic>
            <p:nvPicPr>
              <p:cNvPr id="170" name="Entrada de lápiz 169">
                <a:extLst>
                  <a:ext uri="{FF2B5EF4-FFF2-40B4-BE49-F238E27FC236}">
                    <a16:creationId xmlns:a16="http://schemas.microsoft.com/office/drawing/2014/main" id="{CA7E8A78-1326-43DC-809F-2021A80B120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716127" y="764082"/>
                <a:ext cx="18612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71" name="Entrada de lápiz 170">
                <a:extLst>
                  <a:ext uri="{FF2B5EF4-FFF2-40B4-BE49-F238E27FC236}">
                    <a16:creationId xmlns:a16="http://schemas.microsoft.com/office/drawing/2014/main" id="{1A97D7CF-AA44-4048-994B-2CB1CB33B7A7}"/>
                  </a:ext>
                </a:extLst>
              </p14:cNvPr>
              <p14:cNvContentPartPr/>
              <p14:nvPr/>
            </p14:nvContentPartPr>
            <p14:xfrm>
              <a:off x="8741327" y="858042"/>
              <a:ext cx="203040" cy="34920"/>
            </p14:xfrm>
          </p:contentPart>
        </mc:Choice>
        <mc:Fallback>
          <p:pic>
            <p:nvPicPr>
              <p:cNvPr id="171" name="Entrada de lápiz 170">
                <a:extLst>
                  <a:ext uri="{FF2B5EF4-FFF2-40B4-BE49-F238E27FC236}">
                    <a16:creationId xmlns:a16="http://schemas.microsoft.com/office/drawing/2014/main" id="{1A97D7CF-AA44-4048-994B-2CB1CB33B7A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732327" y="849402"/>
                <a:ext cx="22068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74" name="Entrada de lápiz 173">
                <a:extLst>
                  <a:ext uri="{FF2B5EF4-FFF2-40B4-BE49-F238E27FC236}">
                    <a16:creationId xmlns:a16="http://schemas.microsoft.com/office/drawing/2014/main" id="{DD1C4392-FF8F-40DA-B41E-D8D0D6F17A65}"/>
                  </a:ext>
                </a:extLst>
              </p14:cNvPr>
              <p14:cNvContentPartPr/>
              <p14:nvPr/>
            </p14:nvContentPartPr>
            <p14:xfrm>
              <a:off x="9157847" y="585162"/>
              <a:ext cx="244080" cy="318600"/>
            </p14:xfrm>
          </p:contentPart>
        </mc:Choice>
        <mc:Fallback>
          <p:pic>
            <p:nvPicPr>
              <p:cNvPr id="174" name="Entrada de lápiz 173">
                <a:extLst>
                  <a:ext uri="{FF2B5EF4-FFF2-40B4-BE49-F238E27FC236}">
                    <a16:creationId xmlns:a16="http://schemas.microsoft.com/office/drawing/2014/main" id="{DD1C4392-FF8F-40DA-B41E-D8D0D6F17A6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148847" y="576532"/>
                <a:ext cx="261720" cy="3362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78" name="Entrada de lápiz 177">
                <a:extLst>
                  <a:ext uri="{FF2B5EF4-FFF2-40B4-BE49-F238E27FC236}">
                    <a16:creationId xmlns:a16="http://schemas.microsoft.com/office/drawing/2014/main" id="{2A4356F1-40E4-41B2-B852-AC1B8711A58D}"/>
                  </a:ext>
                </a:extLst>
              </p14:cNvPr>
              <p14:cNvContentPartPr/>
              <p14:nvPr/>
            </p14:nvContentPartPr>
            <p14:xfrm>
              <a:off x="8045807" y="1351242"/>
              <a:ext cx="392760" cy="324360"/>
            </p14:xfrm>
          </p:contentPart>
        </mc:Choice>
        <mc:Fallback>
          <p:pic>
            <p:nvPicPr>
              <p:cNvPr id="178" name="Entrada de lápiz 177">
                <a:extLst>
                  <a:ext uri="{FF2B5EF4-FFF2-40B4-BE49-F238E27FC236}">
                    <a16:creationId xmlns:a16="http://schemas.microsoft.com/office/drawing/2014/main" id="{2A4356F1-40E4-41B2-B852-AC1B8711A58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036807" y="1342242"/>
                <a:ext cx="410400" cy="34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79" name="Entrada de lápiz 178">
                <a:extLst>
                  <a:ext uri="{FF2B5EF4-FFF2-40B4-BE49-F238E27FC236}">
                    <a16:creationId xmlns:a16="http://schemas.microsoft.com/office/drawing/2014/main" id="{D9FDCD7D-00AB-4246-9FD3-C46BC120CEFB}"/>
                  </a:ext>
                </a:extLst>
              </p14:cNvPr>
              <p14:cNvContentPartPr/>
              <p14:nvPr/>
            </p14:nvContentPartPr>
            <p14:xfrm>
              <a:off x="8143007" y="1794762"/>
              <a:ext cx="480960" cy="69840"/>
            </p14:xfrm>
          </p:contentPart>
        </mc:Choice>
        <mc:Fallback>
          <p:pic>
            <p:nvPicPr>
              <p:cNvPr id="179" name="Entrada de lápiz 178">
                <a:extLst>
                  <a:ext uri="{FF2B5EF4-FFF2-40B4-BE49-F238E27FC236}">
                    <a16:creationId xmlns:a16="http://schemas.microsoft.com/office/drawing/2014/main" id="{D9FDCD7D-00AB-4246-9FD3-C46BC120CEF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134367" y="1785762"/>
                <a:ext cx="49860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84" name="Entrada de lápiz 183">
                <a:extLst>
                  <a:ext uri="{FF2B5EF4-FFF2-40B4-BE49-F238E27FC236}">
                    <a16:creationId xmlns:a16="http://schemas.microsoft.com/office/drawing/2014/main" id="{BB76DCE7-F3C8-494D-8101-F8F06EB915D1}"/>
                  </a:ext>
                </a:extLst>
              </p14:cNvPr>
              <p14:cNvContentPartPr/>
              <p14:nvPr/>
            </p14:nvContentPartPr>
            <p14:xfrm>
              <a:off x="8831687" y="1630962"/>
              <a:ext cx="187920" cy="36360"/>
            </p14:xfrm>
          </p:contentPart>
        </mc:Choice>
        <mc:Fallback>
          <p:pic>
            <p:nvPicPr>
              <p:cNvPr id="184" name="Entrada de lápiz 183">
                <a:extLst>
                  <a:ext uri="{FF2B5EF4-FFF2-40B4-BE49-F238E27FC236}">
                    <a16:creationId xmlns:a16="http://schemas.microsoft.com/office/drawing/2014/main" id="{BB76DCE7-F3C8-494D-8101-F8F06EB915D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823047" y="1621962"/>
                <a:ext cx="20556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85" name="Entrada de lápiz 184">
                <a:extLst>
                  <a:ext uri="{FF2B5EF4-FFF2-40B4-BE49-F238E27FC236}">
                    <a16:creationId xmlns:a16="http://schemas.microsoft.com/office/drawing/2014/main" id="{AC56338E-8163-4109-8F2D-FFCC68CB945D}"/>
                  </a:ext>
                </a:extLst>
              </p14:cNvPr>
              <p14:cNvContentPartPr/>
              <p14:nvPr/>
            </p14:nvContentPartPr>
            <p14:xfrm>
              <a:off x="8849327" y="1742922"/>
              <a:ext cx="171720" cy="34920"/>
            </p14:xfrm>
          </p:contentPart>
        </mc:Choice>
        <mc:Fallback>
          <p:pic>
            <p:nvPicPr>
              <p:cNvPr id="185" name="Entrada de lápiz 184">
                <a:extLst>
                  <a:ext uri="{FF2B5EF4-FFF2-40B4-BE49-F238E27FC236}">
                    <a16:creationId xmlns:a16="http://schemas.microsoft.com/office/drawing/2014/main" id="{AC56338E-8163-4109-8F2D-FFCC68CB945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840687" y="1734282"/>
                <a:ext cx="18936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87" name="Entrada de lápiz 186">
                <a:extLst>
                  <a:ext uri="{FF2B5EF4-FFF2-40B4-BE49-F238E27FC236}">
                    <a16:creationId xmlns:a16="http://schemas.microsoft.com/office/drawing/2014/main" id="{05965DA2-51CE-44F5-B2A5-825AA7E2EBE0}"/>
                  </a:ext>
                </a:extLst>
              </p14:cNvPr>
              <p14:cNvContentPartPr/>
              <p14:nvPr/>
            </p14:nvContentPartPr>
            <p14:xfrm>
              <a:off x="9377447" y="1366362"/>
              <a:ext cx="138600" cy="333720"/>
            </p14:xfrm>
          </p:contentPart>
        </mc:Choice>
        <mc:Fallback>
          <p:pic>
            <p:nvPicPr>
              <p:cNvPr id="187" name="Entrada de lápiz 186">
                <a:extLst>
                  <a:ext uri="{FF2B5EF4-FFF2-40B4-BE49-F238E27FC236}">
                    <a16:creationId xmlns:a16="http://schemas.microsoft.com/office/drawing/2014/main" id="{05965DA2-51CE-44F5-B2A5-825AA7E2EBE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368447" y="1357722"/>
                <a:ext cx="156240" cy="35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00" name="Entrada de lápiz 199">
                <a:extLst>
                  <a:ext uri="{FF2B5EF4-FFF2-40B4-BE49-F238E27FC236}">
                    <a16:creationId xmlns:a16="http://schemas.microsoft.com/office/drawing/2014/main" id="{2E84CBCE-954F-4132-9DF0-B015C43E0886}"/>
                  </a:ext>
                </a:extLst>
              </p14:cNvPr>
              <p14:cNvContentPartPr/>
              <p14:nvPr/>
            </p14:nvContentPartPr>
            <p14:xfrm>
              <a:off x="8235167" y="1924002"/>
              <a:ext cx="2015280" cy="1434240"/>
            </p14:xfrm>
          </p:contentPart>
        </mc:Choice>
        <mc:Fallback>
          <p:pic>
            <p:nvPicPr>
              <p:cNvPr id="200" name="Entrada de lápiz 199">
                <a:extLst>
                  <a:ext uri="{FF2B5EF4-FFF2-40B4-BE49-F238E27FC236}">
                    <a16:creationId xmlns:a16="http://schemas.microsoft.com/office/drawing/2014/main" id="{2E84CBCE-954F-4132-9DF0-B015C43E088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226527" y="1915362"/>
                <a:ext cx="2032920" cy="145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02" name="Entrada de lápiz 201">
                <a:extLst>
                  <a:ext uri="{FF2B5EF4-FFF2-40B4-BE49-F238E27FC236}">
                    <a16:creationId xmlns:a16="http://schemas.microsoft.com/office/drawing/2014/main" id="{8F7BF15A-7382-4F3F-A4DC-EECBEFE4DE02}"/>
                  </a:ext>
                </a:extLst>
              </p14:cNvPr>
              <p14:cNvContentPartPr/>
              <p14:nvPr/>
            </p14:nvContentPartPr>
            <p14:xfrm>
              <a:off x="3937127" y="1614762"/>
              <a:ext cx="320760" cy="264600"/>
            </p14:xfrm>
          </p:contentPart>
        </mc:Choice>
        <mc:Fallback>
          <p:pic>
            <p:nvPicPr>
              <p:cNvPr id="202" name="Entrada de lápiz 201">
                <a:extLst>
                  <a:ext uri="{FF2B5EF4-FFF2-40B4-BE49-F238E27FC236}">
                    <a16:creationId xmlns:a16="http://schemas.microsoft.com/office/drawing/2014/main" id="{8F7BF15A-7382-4F3F-A4DC-EECBEFE4DE0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928127" y="1606110"/>
                <a:ext cx="338400" cy="2822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12" name="Entrada de lápiz 211">
                <a:extLst>
                  <a:ext uri="{FF2B5EF4-FFF2-40B4-BE49-F238E27FC236}">
                    <a16:creationId xmlns:a16="http://schemas.microsoft.com/office/drawing/2014/main" id="{64D240A5-12B8-4B06-A3BF-A76EB38785B6}"/>
                  </a:ext>
                </a:extLst>
              </p14:cNvPr>
              <p14:cNvContentPartPr/>
              <p14:nvPr/>
            </p14:nvContentPartPr>
            <p14:xfrm>
              <a:off x="9300407" y="3898242"/>
              <a:ext cx="150480" cy="11520"/>
            </p14:xfrm>
          </p:contentPart>
        </mc:Choice>
        <mc:Fallback>
          <p:pic>
            <p:nvPicPr>
              <p:cNvPr id="212" name="Entrada de lápiz 211">
                <a:extLst>
                  <a:ext uri="{FF2B5EF4-FFF2-40B4-BE49-F238E27FC236}">
                    <a16:creationId xmlns:a16="http://schemas.microsoft.com/office/drawing/2014/main" id="{64D240A5-12B8-4B06-A3BF-A76EB38785B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291407" y="3889602"/>
                <a:ext cx="16812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13" name="Entrada de lápiz 212">
                <a:extLst>
                  <a:ext uri="{FF2B5EF4-FFF2-40B4-BE49-F238E27FC236}">
                    <a16:creationId xmlns:a16="http://schemas.microsoft.com/office/drawing/2014/main" id="{09518906-792E-462B-B3A3-620E7F66AD1D}"/>
                  </a:ext>
                </a:extLst>
              </p14:cNvPr>
              <p14:cNvContentPartPr/>
              <p14:nvPr/>
            </p14:nvContentPartPr>
            <p14:xfrm>
              <a:off x="9315527" y="4000842"/>
              <a:ext cx="147960" cy="23040"/>
            </p14:xfrm>
          </p:contentPart>
        </mc:Choice>
        <mc:Fallback>
          <p:pic>
            <p:nvPicPr>
              <p:cNvPr id="213" name="Entrada de lápiz 212">
                <a:extLst>
                  <a:ext uri="{FF2B5EF4-FFF2-40B4-BE49-F238E27FC236}">
                    <a16:creationId xmlns:a16="http://schemas.microsoft.com/office/drawing/2014/main" id="{09518906-792E-462B-B3A3-620E7F66AD1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306527" y="3992202"/>
                <a:ext cx="16560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14" name="Entrada de lápiz 213">
                <a:extLst>
                  <a:ext uri="{FF2B5EF4-FFF2-40B4-BE49-F238E27FC236}">
                    <a16:creationId xmlns:a16="http://schemas.microsoft.com/office/drawing/2014/main" id="{852798C6-E5A0-4295-A682-C9A1A3E51EAA}"/>
                  </a:ext>
                </a:extLst>
              </p14:cNvPr>
              <p14:cNvContentPartPr/>
              <p14:nvPr/>
            </p14:nvContentPartPr>
            <p14:xfrm>
              <a:off x="9635567" y="3736962"/>
              <a:ext cx="195480" cy="286200"/>
            </p14:xfrm>
          </p:contentPart>
        </mc:Choice>
        <mc:Fallback>
          <p:pic>
            <p:nvPicPr>
              <p:cNvPr id="214" name="Entrada de lápiz 213">
                <a:extLst>
                  <a:ext uri="{FF2B5EF4-FFF2-40B4-BE49-F238E27FC236}">
                    <a16:creationId xmlns:a16="http://schemas.microsoft.com/office/drawing/2014/main" id="{852798C6-E5A0-4295-A682-C9A1A3E51EA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626567" y="3728322"/>
                <a:ext cx="213120" cy="30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18" name="Entrada de lápiz 217">
                <a:extLst>
                  <a:ext uri="{FF2B5EF4-FFF2-40B4-BE49-F238E27FC236}">
                    <a16:creationId xmlns:a16="http://schemas.microsoft.com/office/drawing/2014/main" id="{CB6DE348-0B3F-4255-A912-DBB00E1A65E5}"/>
                  </a:ext>
                </a:extLst>
              </p14:cNvPr>
              <p14:cNvContentPartPr/>
              <p14:nvPr/>
            </p14:nvContentPartPr>
            <p14:xfrm>
              <a:off x="8132207" y="3581082"/>
              <a:ext cx="807120" cy="816120"/>
            </p14:xfrm>
          </p:contentPart>
        </mc:Choice>
        <mc:Fallback>
          <p:pic>
            <p:nvPicPr>
              <p:cNvPr id="218" name="Entrada de lápiz 217">
                <a:extLst>
                  <a:ext uri="{FF2B5EF4-FFF2-40B4-BE49-F238E27FC236}">
                    <a16:creationId xmlns:a16="http://schemas.microsoft.com/office/drawing/2014/main" id="{CB6DE348-0B3F-4255-A912-DBB00E1A65E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123207" y="3572442"/>
                <a:ext cx="824760" cy="83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34" name="Entrada de lápiz 233">
                <a:extLst>
                  <a:ext uri="{FF2B5EF4-FFF2-40B4-BE49-F238E27FC236}">
                    <a16:creationId xmlns:a16="http://schemas.microsoft.com/office/drawing/2014/main" id="{3B571EDC-4551-46AC-B53D-8D7DEBF2F821}"/>
                  </a:ext>
                </a:extLst>
              </p14:cNvPr>
              <p14:cNvContentPartPr/>
              <p14:nvPr/>
            </p14:nvContentPartPr>
            <p14:xfrm>
              <a:off x="10356647" y="4303242"/>
              <a:ext cx="450360" cy="619200"/>
            </p14:xfrm>
          </p:contentPart>
        </mc:Choice>
        <mc:Fallback>
          <p:pic>
            <p:nvPicPr>
              <p:cNvPr id="234" name="Entrada de lápiz 233">
                <a:extLst>
                  <a:ext uri="{FF2B5EF4-FFF2-40B4-BE49-F238E27FC236}">
                    <a16:creationId xmlns:a16="http://schemas.microsoft.com/office/drawing/2014/main" id="{3B571EDC-4551-46AC-B53D-8D7DEBF2F821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0347654" y="4294242"/>
                <a:ext cx="467986" cy="63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47" name="Entrada de lápiz 246">
                <a:extLst>
                  <a:ext uri="{FF2B5EF4-FFF2-40B4-BE49-F238E27FC236}">
                    <a16:creationId xmlns:a16="http://schemas.microsoft.com/office/drawing/2014/main" id="{271D94FD-1978-4B3D-B4B3-36BC9CF39453}"/>
                  </a:ext>
                </a:extLst>
              </p14:cNvPr>
              <p14:cNvContentPartPr/>
              <p14:nvPr/>
            </p14:nvContentPartPr>
            <p14:xfrm>
              <a:off x="9756167" y="4081842"/>
              <a:ext cx="331560" cy="343800"/>
            </p14:xfrm>
          </p:contentPart>
        </mc:Choice>
        <mc:Fallback>
          <p:pic>
            <p:nvPicPr>
              <p:cNvPr id="247" name="Entrada de lápiz 246">
                <a:extLst>
                  <a:ext uri="{FF2B5EF4-FFF2-40B4-BE49-F238E27FC236}">
                    <a16:creationId xmlns:a16="http://schemas.microsoft.com/office/drawing/2014/main" id="{271D94FD-1978-4B3D-B4B3-36BC9CF39453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747527" y="4072833"/>
                <a:ext cx="349200" cy="3614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48" name="Entrada de lápiz 247">
                <a:extLst>
                  <a:ext uri="{FF2B5EF4-FFF2-40B4-BE49-F238E27FC236}">
                    <a16:creationId xmlns:a16="http://schemas.microsoft.com/office/drawing/2014/main" id="{9989F119-A10C-4FB1-A0AA-E7A65301AE3F}"/>
                  </a:ext>
                </a:extLst>
              </p14:cNvPr>
              <p14:cNvContentPartPr/>
              <p14:nvPr/>
            </p14:nvContentPartPr>
            <p14:xfrm>
              <a:off x="7466567" y="4776282"/>
              <a:ext cx="148680" cy="387720"/>
            </p14:xfrm>
          </p:contentPart>
        </mc:Choice>
        <mc:Fallback>
          <p:pic>
            <p:nvPicPr>
              <p:cNvPr id="248" name="Entrada de lápiz 247">
                <a:extLst>
                  <a:ext uri="{FF2B5EF4-FFF2-40B4-BE49-F238E27FC236}">
                    <a16:creationId xmlns:a16="http://schemas.microsoft.com/office/drawing/2014/main" id="{9989F119-A10C-4FB1-A0AA-E7A65301AE3F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457927" y="4767282"/>
                <a:ext cx="166320" cy="40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49" name="Entrada de lápiz 248">
                <a:extLst>
                  <a:ext uri="{FF2B5EF4-FFF2-40B4-BE49-F238E27FC236}">
                    <a16:creationId xmlns:a16="http://schemas.microsoft.com/office/drawing/2014/main" id="{ECC63B05-4AC9-466A-B6BF-5FA301927585}"/>
                  </a:ext>
                </a:extLst>
              </p14:cNvPr>
              <p14:cNvContentPartPr/>
              <p14:nvPr/>
            </p14:nvContentPartPr>
            <p14:xfrm>
              <a:off x="7863647" y="4911642"/>
              <a:ext cx="199800" cy="36720"/>
            </p14:xfrm>
          </p:contentPart>
        </mc:Choice>
        <mc:Fallback>
          <p:pic>
            <p:nvPicPr>
              <p:cNvPr id="249" name="Entrada de lápiz 248">
                <a:extLst>
                  <a:ext uri="{FF2B5EF4-FFF2-40B4-BE49-F238E27FC236}">
                    <a16:creationId xmlns:a16="http://schemas.microsoft.com/office/drawing/2014/main" id="{ECC63B05-4AC9-466A-B6BF-5FA30192758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855007" y="4902642"/>
                <a:ext cx="21744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50" name="Entrada de lápiz 249">
                <a:extLst>
                  <a:ext uri="{FF2B5EF4-FFF2-40B4-BE49-F238E27FC236}">
                    <a16:creationId xmlns:a16="http://schemas.microsoft.com/office/drawing/2014/main" id="{7D9E8267-0160-4C30-85AB-6E28C8D6622E}"/>
                  </a:ext>
                </a:extLst>
              </p14:cNvPr>
              <p14:cNvContentPartPr/>
              <p14:nvPr/>
            </p14:nvContentPartPr>
            <p14:xfrm>
              <a:off x="7845287" y="5006322"/>
              <a:ext cx="217440" cy="42840"/>
            </p14:xfrm>
          </p:contentPart>
        </mc:Choice>
        <mc:Fallback>
          <p:pic>
            <p:nvPicPr>
              <p:cNvPr id="250" name="Entrada de lápiz 249">
                <a:extLst>
                  <a:ext uri="{FF2B5EF4-FFF2-40B4-BE49-F238E27FC236}">
                    <a16:creationId xmlns:a16="http://schemas.microsoft.com/office/drawing/2014/main" id="{7D9E8267-0160-4C30-85AB-6E28C8D6622E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836647" y="4997682"/>
                <a:ext cx="23508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286" name="Entrada de lápiz 285">
                <a:extLst>
                  <a:ext uri="{FF2B5EF4-FFF2-40B4-BE49-F238E27FC236}">
                    <a16:creationId xmlns:a16="http://schemas.microsoft.com/office/drawing/2014/main" id="{95D5B4C0-DC1B-4E8D-A818-F02CB9F4E098}"/>
                  </a:ext>
                </a:extLst>
              </p14:cNvPr>
              <p14:cNvContentPartPr/>
              <p14:nvPr/>
            </p14:nvContentPartPr>
            <p14:xfrm>
              <a:off x="2776487" y="866682"/>
              <a:ext cx="424440" cy="445320"/>
            </p14:xfrm>
          </p:contentPart>
        </mc:Choice>
        <mc:Fallback>
          <p:pic>
            <p:nvPicPr>
              <p:cNvPr id="286" name="Entrada de lápiz 285">
                <a:extLst>
                  <a:ext uri="{FF2B5EF4-FFF2-40B4-BE49-F238E27FC236}">
                    <a16:creationId xmlns:a16="http://schemas.microsoft.com/office/drawing/2014/main" id="{95D5B4C0-DC1B-4E8D-A818-F02CB9F4E098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758487" y="831042"/>
                <a:ext cx="460080" cy="51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287" name="Entrada de lápiz 286">
                <a:extLst>
                  <a:ext uri="{FF2B5EF4-FFF2-40B4-BE49-F238E27FC236}">
                    <a16:creationId xmlns:a16="http://schemas.microsoft.com/office/drawing/2014/main" id="{3CFDB1BA-879D-4ADF-94DA-6515980AE2F5}"/>
                  </a:ext>
                </a:extLst>
              </p14:cNvPr>
              <p14:cNvContentPartPr/>
              <p14:nvPr/>
            </p14:nvContentPartPr>
            <p14:xfrm>
              <a:off x="8030327" y="584802"/>
              <a:ext cx="1404360" cy="424440"/>
            </p14:xfrm>
          </p:contentPart>
        </mc:Choice>
        <mc:Fallback>
          <p:pic>
            <p:nvPicPr>
              <p:cNvPr id="287" name="Entrada de lápiz 286">
                <a:extLst>
                  <a:ext uri="{FF2B5EF4-FFF2-40B4-BE49-F238E27FC236}">
                    <a16:creationId xmlns:a16="http://schemas.microsoft.com/office/drawing/2014/main" id="{3CFDB1BA-879D-4ADF-94DA-6515980AE2F5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012687" y="549162"/>
                <a:ext cx="1440000" cy="49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288" name="Entrada de lápiz 287">
                <a:extLst>
                  <a:ext uri="{FF2B5EF4-FFF2-40B4-BE49-F238E27FC236}">
                    <a16:creationId xmlns:a16="http://schemas.microsoft.com/office/drawing/2014/main" id="{DED95CAD-2DE9-4F16-A345-54E0B21F18F8}"/>
                  </a:ext>
                </a:extLst>
              </p14:cNvPr>
              <p14:cNvContentPartPr/>
              <p14:nvPr/>
            </p14:nvContentPartPr>
            <p14:xfrm>
              <a:off x="8354687" y="2619162"/>
              <a:ext cx="516600" cy="584640"/>
            </p14:xfrm>
          </p:contentPart>
        </mc:Choice>
        <mc:Fallback>
          <p:pic>
            <p:nvPicPr>
              <p:cNvPr id="288" name="Entrada de lápiz 287">
                <a:extLst>
                  <a:ext uri="{FF2B5EF4-FFF2-40B4-BE49-F238E27FC236}">
                    <a16:creationId xmlns:a16="http://schemas.microsoft.com/office/drawing/2014/main" id="{DED95CAD-2DE9-4F16-A345-54E0B21F18F8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336687" y="2583522"/>
                <a:ext cx="552240" cy="65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02" name="Entrada de lápiz 301">
                <a:extLst>
                  <a:ext uri="{FF2B5EF4-FFF2-40B4-BE49-F238E27FC236}">
                    <a16:creationId xmlns:a16="http://schemas.microsoft.com/office/drawing/2014/main" id="{0E36E747-6846-4DA4-B8FC-3A188BB6BB69}"/>
                  </a:ext>
                </a:extLst>
              </p14:cNvPr>
              <p14:cNvContentPartPr/>
              <p14:nvPr/>
            </p14:nvContentPartPr>
            <p14:xfrm>
              <a:off x="11157287" y="2045322"/>
              <a:ext cx="72720" cy="59760"/>
            </p14:xfrm>
          </p:contentPart>
        </mc:Choice>
        <mc:Fallback>
          <p:pic>
            <p:nvPicPr>
              <p:cNvPr id="302" name="Entrada de lápiz 301">
                <a:extLst>
                  <a:ext uri="{FF2B5EF4-FFF2-40B4-BE49-F238E27FC236}">
                    <a16:creationId xmlns:a16="http://schemas.microsoft.com/office/drawing/2014/main" id="{0E36E747-6846-4DA4-B8FC-3A188BB6BB69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1148647" y="2036682"/>
                <a:ext cx="9036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08" name="Entrada de lápiz 307">
                <a:extLst>
                  <a:ext uri="{FF2B5EF4-FFF2-40B4-BE49-F238E27FC236}">
                    <a16:creationId xmlns:a16="http://schemas.microsoft.com/office/drawing/2014/main" id="{D449B5AA-F5AC-4600-BE90-3FECCA2E9392}"/>
                  </a:ext>
                </a:extLst>
              </p14:cNvPr>
              <p14:cNvContentPartPr/>
              <p14:nvPr/>
            </p14:nvContentPartPr>
            <p14:xfrm>
              <a:off x="10414967" y="2190042"/>
              <a:ext cx="1400760" cy="804960"/>
            </p14:xfrm>
          </p:contentPart>
        </mc:Choice>
        <mc:Fallback>
          <p:pic>
            <p:nvPicPr>
              <p:cNvPr id="308" name="Entrada de lápiz 307">
                <a:extLst>
                  <a:ext uri="{FF2B5EF4-FFF2-40B4-BE49-F238E27FC236}">
                    <a16:creationId xmlns:a16="http://schemas.microsoft.com/office/drawing/2014/main" id="{D449B5AA-F5AC-4600-BE90-3FECCA2E9392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0405967" y="2181402"/>
                <a:ext cx="1418400" cy="82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09" name="Entrada de lápiz 308">
                <a:extLst>
                  <a:ext uri="{FF2B5EF4-FFF2-40B4-BE49-F238E27FC236}">
                    <a16:creationId xmlns:a16="http://schemas.microsoft.com/office/drawing/2014/main" id="{CEA10924-6173-49B7-A4FA-0D7D8C65E584}"/>
                  </a:ext>
                </a:extLst>
              </p14:cNvPr>
              <p14:cNvContentPartPr/>
              <p14:nvPr/>
            </p14:nvContentPartPr>
            <p14:xfrm>
              <a:off x="10200047" y="1200402"/>
              <a:ext cx="1302840" cy="401400"/>
            </p14:xfrm>
          </p:contentPart>
        </mc:Choice>
        <mc:Fallback>
          <p:pic>
            <p:nvPicPr>
              <p:cNvPr id="309" name="Entrada de lápiz 308">
                <a:extLst>
                  <a:ext uri="{FF2B5EF4-FFF2-40B4-BE49-F238E27FC236}">
                    <a16:creationId xmlns:a16="http://schemas.microsoft.com/office/drawing/2014/main" id="{CEA10924-6173-49B7-A4FA-0D7D8C65E584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0191407" y="1191762"/>
                <a:ext cx="1320480" cy="41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24" name="Entrada de lápiz 323">
                <a:extLst>
                  <a:ext uri="{FF2B5EF4-FFF2-40B4-BE49-F238E27FC236}">
                    <a16:creationId xmlns:a16="http://schemas.microsoft.com/office/drawing/2014/main" id="{826223E1-700C-4593-B97D-1A6A274E6AD3}"/>
                  </a:ext>
                </a:extLst>
              </p14:cNvPr>
              <p14:cNvContentPartPr/>
              <p14:nvPr/>
            </p14:nvContentPartPr>
            <p14:xfrm>
              <a:off x="8194847" y="4528962"/>
              <a:ext cx="1948320" cy="1486800"/>
            </p14:xfrm>
          </p:contentPart>
        </mc:Choice>
        <mc:Fallback>
          <p:pic>
            <p:nvPicPr>
              <p:cNvPr id="324" name="Entrada de lápiz 323">
                <a:extLst>
                  <a:ext uri="{FF2B5EF4-FFF2-40B4-BE49-F238E27FC236}">
                    <a16:creationId xmlns:a16="http://schemas.microsoft.com/office/drawing/2014/main" id="{826223E1-700C-4593-B97D-1A6A274E6AD3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186207" y="4520324"/>
                <a:ext cx="1965960" cy="15044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36" name="Entrada de lápiz 335">
                <a:extLst>
                  <a:ext uri="{FF2B5EF4-FFF2-40B4-BE49-F238E27FC236}">
                    <a16:creationId xmlns:a16="http://schemas.microsoft.com/office/drawing/2014/main" id="{6C4194B2-7B2B-4A15-8537-F19911421A51}"/>
                  </a:ext>
                </a:extLst>
              </p14:cNvPr>
              <p14:cNvContentPartPr/>
              <p14:nvPr/>
            </p14:nvContentPartPr>
            <p14:xfrm>
              <a:off x="11516927" y="5720202"/>
              <a:ext cx="167040" cy="214560"/>
            </p14:xfrm>
          </p:contentPart>
        </mc:Choice>
        <mc:Fallback>
          <p:pic>
            <p:nvPicPr>
              <p:cNvPr id="336" name="Entrada de lápiz 335">
                <a:extLst>
                  <a:ext uri="{FF2B5EF4-FFF2-40B4-BE49-F238E27FC236}">
                    <a16:creationId xmlns:a16="http://schemas.microsoft.com/office/drawing/2014/main" id="{6C4194B2-7B2B-4A15-8537-F19911421A51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1507927" y="5711562"/>
                <a:ext cx="18468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337" name="Entrada de lápiz 336">
                <a:extLst>
                  <a:ext uri="{FF2B5EF4-FFF2-40B4-BE49-F238E27FC236}">
                    <a16:creationId xmlns:a16="http://schemas.microsoft.com/office/drawing/2014/main" id="{D3B1B49C-611F-4E1F-8ABA-3E09F258BD3B}"/>
                  </a:ext>
                </a:extLst>
              </p14:cNvPr>
              <p14:cNvContentPartPr/>
              <p14:nvPr/>
            </p14:nvContentPartPr>
            <p14:xfrm>
              <a:off x="11041727" y="5868882"/>
              <a:ext cx="302760" cy="105120"/>
            </p14:xfrm>
          </p:contentPart>
        </mc:Choice>
        <mc:Fallback>
          <p:pic>
            <p:nvPicPr>
              <p:cNvPr id="337" name="Entrada de lápiz 336">
                <a:extLst>
                  <a:ext uri="{FF2B5EF4-FFF2-40B4-BE49-F238E27FC236}">
                    <a16:creationId xmlns:a16="http://schemas.microsoft.com/office/drawing/2014/main" id="{D3B1B49C-611F-4E1F-8ABA-3E09F258BD3B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1033087" y="5859882"/>
                <a:ext cx="32040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338" name="Entrada de lápiz 337">
                <a:extLst>
                  <a:ext uri="{FF2B5EF4-FFF2-40B4-BE49-F238E27FC236}">
                    <a16:creationId xmlns:a16="http://schemas.microsoft.com/office/drawing/2014/main" id="{553013A7-CAB3-4712-B848-0034D4B2DBEA}"/>
                  </a:ext>
                </a:extLst>
              </p14:cNvPr>
              <p14:cNvContentPartPr/>
              <p14:nvPr/>
            </p14:nvContentPartPr>
            <p14:xfrm>
              <a:off x="10670567" y="5038002"/>
              <a:ext cx="1509840" cy="542520"/>
            </p14:xfrm>
          </p:contentPart>
        </mc:Choice>
        <mc:Fallback>
          <p:pic>
            <p:nvPicPr>
              <p:cNvPr id="338" name="Entrada de lápiz 337">
                <a:extLst>
                  <a:ext uri="{FF2B5EF4-FFF2-40B4-BE49-F238E27FC236}">
                    <a16:creationId xmlns:a16="http://schemas.microsoft.com/office/drawing/2014/main" id="{553013A7-CAB3-4712-B848-0034D4B2DBEA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0661567" y="5029362"/>
                <a:ext cx="1527480" cy="56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354" name="Entrada de lápiz 353">
                <a:extLst>
                  <a:ext uri="{FF2B5EF4-FFF2-40B4-BE49-F238E27FC236}">
                    <a16:creationId xmlns:a16="http://schemas.microsoft.com/office/drawing/2014/main" id="{76FCE2D5-9685-45DA-979D-A4581AFB54E4}"/>
                  </a:ext>
                </a:extLst>
              </p14:cNvPr>
              <p14:cNvContentPartPr/>
              <p14:nvPr/>
            </p14:nvContentPartPr>
            <p14:xfrm>
              <a:off x="1416767" y="2410002"/>
              <a:ext cx="5290920" cy="2455200"/>
            </p14:xfrm>
          </p:contentPart>
        </mc:Choice>
        <mc:Fallback>
          <p:pic>
            <p:nvPicPr>
              <p:cNvPr id="354" name="Entrada de lápiz 353">
                <a:extLst>
                  <a:ext uri="{FF2B5EF4-FFF2-40B4-BE49-F238E27FC236}">
                    <a16:creationId xmlns:a16="http://schemas.microsoft.com/office/drawing/2014/main" id="{76FCE2D5-9685-45DA-979D-A4581AFB54E4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408127" y="2401362"/>
                <a:ext cx="5308560" cy="247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355" name="Entrada de lápiz 354">
                <a:extLst>
                  <a:ext uri="{FF2B5EF4-FFF2-40B4-BE49-F238E27FC236}">
                    <a16:creationId xmlns:a16="http://schemas.microsoft.com/office/drawing/2014/main" id="{058287F8-563A-47A3-A302-FBCC3DC62945}"/>
                  </a:ext>
                </a:extLst>
              </p14:cNvPr>
              <p14:cNvContentPartPr/>
              <p14:nvPr/>
            </p14:nvContentPartPr>
            <p14:xfrm>
              <a:off x="3587567" y="922842"/>
              <a:ext cx="91800" cy="29880"/>
            </p14:xfrm>
          </p:contentPart>
        </mc:Choice>
        <mc:Fallback>
          <p:pic>
            <p:nvPicPr>
              <p:cNvPr id="355" name="Entrada de lápiz 354">
                <a:extLst>
                  <a:ext uri="{FF2B5EF4-FFF2-40B4-BE49-F238E27FC236}">
                    <a16:creationId xmlns:a16="http://schemas.microsoft.com/office/drawing/2014/main" id="{058287F8-563A-47A3-A302-FBCC3DC62945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551567" y="851202"/>
                <a:ext cx="163440" cy="1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356" name="Entrada de lápiz 355">
                <a:extLst>
                  <a:ext uri="{FF2B5EF4-FFF2-40B4-BE49-F238E27FC236}">
                    <a16:creationId xmlns:a16="http://schemas.microsoft.com/office/drawing/2014/main" id="{1B99609B-DC78-4319-BEAD-42F0F7E0B107}"/>
                  </a:ext>
                </a:extLst>
              </p14:cNvPr>
              <p14:cNvContentPartPr/>
              <p14:nvPr/>
            </p14:nvContentPartPr>
            <p14:xfrm>
              <a:off x="3330887" y="723402"/>
              <a:ext cx="896040" cy="516600"/>
            </p14:xfrm>
          </p:contentPart>
        </mc:Choice>
        <mc:Fallback>
          <p:pic>
            <p:nvPicPr>
              <p:cNvPr id="356" name="Entrada de lápiz 355">
                <a:extLst>
                  <a:ext uri="{FF2B5EF4-FFF2-40B4-BE49-F238E27FC236}">
                    <a16:creationId xmlns:a16="http://schemas.microsoft.com/office/drawing/2014/main" id="{1B99609B-DC78-4319-BEAD-42F0F7E0B107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295247" y="651402"/>
                <a:ext cx="967680" cy="66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357" name="Entrada de lápiz 356">
                <a:extLst>
                  <a:ext uri="{FF2B5EF4-FFF2-40B4-BE49-F238E27FC236}">
                    <a16:creationId xmlns:a16="http://schemas.microsoft.com/office/drawing/2014/main" id="{CC0651A9-54BA-443E-A8FA-25E7293DE79F}"/>
                  </a:ext>
                </a:extLst>
              </p14:cNvPr>
              <p14:cNvContentPartPr/>
              <p14:nvPr/>
            </p14:nvContentPartPr>
            <p14:xfrm>
              <a:off x="2686127" y="2656602"/>
              <a:ext cx="427320" cy="528120"/>
            </p14:xfrm>
          </p:contentPart>
        </mc:Choice>
        <mc:Fallback>
          <p:pic>
            <p:nvPicPr>
              <p:cNvPr id="357" name="Entrada de lápiz 356">
                <a:extLst>
                  <a:ext uri="{FF2B5EF4-FFF2-40B4-BE49-F238E27FC236}">
                    <a16:creationId xmlns:a16="http://schemas.microsoft.com/office/drawing/2014/main" id="{CC0651A9-54BA-443E-A8FA-25E7293DE79F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650127" y="2584962"/>
                <a:ext cx="498960" cy="67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358" name="Entrada de lápiz 357">
                <a:extLst>
                  <a:ext uri="{FF2B5EF4-FFF2-40B4-BE49-F238E27FC236}">
                    <a16:creationId xmlns:a16="http://schemas.microsoft.com/office/drawing/2014/main" id="{2723F91D-267C-4DFE-B245-5ABE61A842E8}"/>
                  </a:ext>
                </a:extLst>
              </p14:cNvPr>
              <p14:cNvContentPartPr/>
              <p14:nvPr/>
            </p14:nvContentPartPr>
            <p14:xfrm>
              <a:off x="1964687" y="2873682"/>
              <a:ext cx="438480" cy="446040"/>
            </p14:xfrm>
          </p:contentPart>
        </mc:Choice>
        <mc:Fallback>
          <p:pic>
            <p:nvPicPr>
              <p:cNvPr id="358" name="Entrada de lápiz 357">
                <a:extLst>
                  <a:ext uri="{FF2B5EF4-FFF2-40B4-BE49-F238E27FC236}">
                    <a16:creationId xmlns:a16="http://schemas.microsoft.com/office/drawing/2014/main" id="{2723F91D-267C-4DFE-B245-5ABE61A842E8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946687" y="2837682"/>
                <a:ext cx="474120" cy="51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359" name="Entrada de lápiz 358">
                <a:extLst>
                  <a:ext uri="{FF2B5EF4-FFF2-40B4-BE49-F238E27FC236}">
                    <a16:creationId xmlns:a16="http://schemas.microsoft.com/office/drawing/2014/main" id="{A6A183EE-BCA9-4015-BC9B-6BB8CAF114D0}"/>
                  </a:ext>
                </a:extLst>
              </p14:cNvPr>
              <p14:cNvContentPartPr/>
              <p14:nvPr/>
            </p14:nvContentPartPr>
            <p14:xfrm>
              <a:off x="4230887" y="2639682"/>
              <a:ext cx="390960" cy="505080"/>
            </p14:xfrm>
          </p:contentPart>
        </mc:Choice>
        <mc:Fallback>
          <p:pic>
            <p:nvPicPr>
              <p:cNvPr id="359" name="Entrada de lápiz 358">
                <a:extLst>
                  <a:ext uri="{FF2B5EF4-FFF2-40B4-BE49-F238E27FC236}">
                    <a16:creationId xmlns:a16="http://schemas.microsoft.com/office/drawing/2014/main" id="{A6A183EE-BCA9-4015-BC9B-6BB8CAF114D0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194887" y="2568042"/>
                <a:ext cx="462600" cy="64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360" name="Entrada de lápiz 359">
                <a:extLst>
                  <a:ext uri="{FF2B5EF4-FFF2-40B4-BE49-F238E27FC236}">
                    <a16:creationId xmlns:a16="http://schemas.microsoft.com/office/drawing/2014/main" id="{C5F60FC0-7302-493E-B989-DA18B97ECFD7}"/>
                  </a:ext>
                </a:extLst>
              </p14:cNvPr>
              <p14:cNvContentPartPr/>
              <p14:nvPr/>
            </p14:nvContentPartPr>
            <p14:xfrm>
              <a:off x="4861967" y="2619162"/>
              <a:ext cx="633960" cy="497160"/>
            </p14:xfrm>
          </p:contentPart>
        </mc:Choice>
        <mc:Fallback>
          <p:pic>
            <p:nvPicPr>
              <p:cNvPr id="360" name="Entrada de lápiz 359">
                <a:extLst>
                  <a:ext uri="{FF2B5EF4-FFF2-40B4-BE49-F238E27FC236}">
                    <a16:creationId xmlns:a16="http://schemas.microsoft.com/office/drawing/2014/main" id="{C5F60FC0-7302-493E-B989-DA18B97ECFD7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843967" y="2583522"/>
                <a:ext cx="669600" cy="568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364629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12EB1DFA-884A-4164-A0CF-529AC28EA43E}"/>
                  </a:ext>
                </a:extLst>
              </p14:cNvPr>
              <p14:cNvContentPartPr/>
              <p14:nvPr/>
            </p14:nvContentPartPr>
            <p14:xfrm>
              <a:off x="1695047" y="457002"/>
              <a:ext cx="204840" cy="53172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12EB1DFA-884A-4164-A0CF-529AC28EA43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86407" y="448362"/>
                <a:ext cx="222480" cy="54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07" name="Entrada de lápiz 306">
                <a:extLst>
                  <a:ext uri="{FF2B5EF4-FFF2-40B4-BE49-F238E27FC236}">
                    <a16:creationId xmlns:a16="http://schemas.microsoft.com/office/drawing/2014/main" id="{D29DBDAA-7331-43B4-9CCB-AF2CBEA3F920}"/>
                  </a:ext>
                </a:extLst>
              </p14:cNvPr>
              <p14:cNvContentPartPr/>
              <p14:nvPr/>
            </p14:nvContentPartPr>
            <p14:xfrm>
              <a:off x="7643327" y="5567202"/>
              <a:ext cx="360" cy="360"/>
            </p14:xfrm>
          </p:contentPart>
        </mc:Choice>
        <mc:Fallback>
          <p:pic>
            <p:nvPicPr>
              <p:cNvPr id="307" name="Entrada de lápiz 306">
                <a:extLst>
                  <a:ext uri="{FF2B5EF4-FFF2-40B4-BE49-F238E27FC236}">
                    <a16:creationId xmlns:a16="http://schemas.microsoft.com/office/drawing/2014/main" id="{D29DBDAA-7331-43B4-9CCB-AF2CBEA3F92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34687" y="555856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26" name="Entrada de lápiz 325">
                <a:extLst>
                  <a:ext uri="{FF2B5EF4-FFF2-40B4-BE49-F238E27FC236}">
                    <a16:creationId xmlns:a16="http://schemas.microsoft.com/office/drawing/2014/main" id="{4E78A411-49DA-46D3-985D-4D4F6243BBDA}"/>
                  </a:ext>
                </a:extLst>
              </p14:cNvPr>
              <p14:cNvContentPartPr/>
              <p14:nvPr/>
            </p14:nvContentPartPr>
            <p14:xfrm>
              <a:off x="2227127" y="482922"/>
              <a:ext cx="2148480" cy="908640"/>
            </p14:xfrm>
          </p:contentPart>
        </mc:Choice>
        <mc:Fallback>
          <p:pic>
            <p:nvPicPr>
              <p:cNvPr id="326" name="Entrada de lápiz 325">
                <a:extLst>
                  <a:ext uri="{FF2B5EF4-FFF2-40B4-BE49-F238E27FC236}">
                    <a16:creationId xmlns:a16="http://schemas.microsoft.com/office/drawing/2014/main" id="{4E78A411-49DA-46D3-985D-4D4F6243BBD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18487" y="473922"/>
                <a:ext cx="2166120" cy="9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30" name="Entrada de lápiz 329">
                <a:extLst>
                  <a:ext uri="{FF2B5EF4-FFF2-40B4-BE49-F238E27FC236}">
                    <a16:creationId xmlns:a16="http://schemas.microsoft.com/office/drawing/2014/main" id="{BB318247-B72C-4153-A958-11418A6812A9}"/>
                  </a:ext>
                </a:extLst>
              </p14:cNvPr>
              <p14:cNvContentPartPr/>
              <p14:nvPr/>
            </p14:nvContentPartPr>
            <p14:xfrm>
              <a:off x="4757927" y="820242"/>
              <a:ext cx="167400" cy="14400"/>
            </p14:xfrm>
          </p:contentPart>
        </mc:Choice>
        <mc:Fallback>
          <p:pic>
            <p:nvPicPr>
              <p:cNvPr id="330" name="Entrada de lápiz 329">
                <a:extLst>
                  <a:ext uri="{FF2B5EF4-FFF2-40B4-BE49-F238E27FC236}">
                    <a16:creationId xmlns:a16="http://schemas.microsoft.com/office/drawing/2014/main" id="{BB318247-B72C-4153-A958-11418A6812A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748927" y="811602"/>
                <a:ext cx="18504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31" name="Entrada de lápiz 330">
                <a:extLst>
                  <a:ext uri="{FF2B5EF4-FFF2-40B4-BE49-F238E27FC236}">
                    <a16:creationId xmlns:a16="http://schemas.microsoft.com/office/drawing/2014/main" id="{996C72C6-AC24-4911-86DC-3648BB1BF33D}"/>
                  </a:ext>
                </a:extLst>
              </p14:cNvPr>
              <p14:cNvContentPartPr/>
              <p14:nvPr/>
            </p14:nvContentPartPr>
            <p14:xfrm>
              <a:off x="4797527" y="913122"/>
              <a:ext cx="194040" cy="12960"/>
            </p14:xfrm>
          </p:contentPart>
        </mc:Choice>
        <mc:Fallback>
          <p:pic>
            <p:nvPicPr>
              <p:cNvPr id="331" name="Entrada de lápiz 330">
                <a:extLst>
                  <a:ext uri="{FF2B5EF4-FFF2-40B4-BE49-F238E27FC236}">
                    <a16:creationId xmlns:a16="http://schemas.microsoft.com/office/drawing/2014/main" id="{996C72C6-AC24-4911-86DC-3648BB1BF33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788527" y="904122"/>
                <a:ext cx="21168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32" name="Entrada de lápiz 331">
                <a:extLst>
                  <a:ext uri="{FF2B5EF4-FFF2-40B4-BE49-F238E27FC236}">
                    <a16:creationId xmlns:a16="http://schemas.microsoft.com/office/drawing/2014/main" id="{90C90958-DB61-4235-8976-F9534B71FAE5}"/>
                  </a:ext>
                </a:extLst>
              </p14:cNvPr>
              <p14:cNvContentPartPr/>
              <p14:nvPr/>
            </p14:nvContentPartPr>
            <p14:xfrm>
              <a:off x="5076527" y="419922"/>
              <a:ext cx="265320" cy="924120"/>
            </p14:xfrm>
          </p:contentPart>
        </mc:Choice>
        <mc:Fallback>
          <p:pic>
            <p:nvPicPr>
              <p:cNvPr id="332" name="Entrada de lápiz 331">
                <a:extLst>
                  <a:ext uri="{FF2B5EF4-FFF2-40B4-BE49-F238E27FC236}">
                    <a16:creationId xmlns:a16="http://schemas.microsoft.com/office/drawing/2014/main" id="{90C90958-DB61-4235-8976-F9534B71FAE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067887" y="410922"/>
                <a:ext cx="282960" cy="9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348" name="Entrada de lápiz 347">
                <a:extLst>
                  <a:ext uri="{FF2B5EF4-FFF2-40B4-BE49-F238E27FC236}">
                    <a16:creationId xmlns:a16="http://schemas.microsoft.com/office/drawing/2014/main" id="{965D6316-57EB-4286-A64A-C8A3958737E5}"/>
                  </a:ext>
                </a:extLst>
              </p14:cNvPr>
              <p14:cNvContentPartPr/>
              <p14:nvPr/>
            </p14:nvContentPartPr>
            <p14:xfrm>
              <a:off x="5560007" y="1234602"/>
              <a:ext cx="269640" cy="224640"/>
            </p14:xfrm>
          </p:contentPart>
        </mc:Choice>
        <mc:Fallback>
          <p:pic>
            <p:nvPicPr>
              <p:cNvPr id="348" name="Entrada de lápiz 347">
                <a:extLst>
                  <a:ext uri="{FF2B5EF4-FFF2-40B4-BE49-F238E27FC236}">
                    <a16:creationId xmlns:a16="http://schemas.microsoft.com/office/drawing/2014/main" id="{965D6316-57EB-4286-A64A-C8A3958737E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551007" y="1225602"/>
                <a:ext cx="287280" cy="2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349" name="Entrada de lápiz 348">
                <a:extLst>
                  <a:ext uri="{FF2B5EF4-FFF2-40B4-BE49-F238E27FC236}">
                    <a16:creationId xmlns:a16="http://schemas.microsoft.com/office/drawing/2014/main" id="{645B8DD6-C90E-46FD-BE96-8A750643A3DE}"/>
                  </a:ext>
                </a:extLst>
              </p14:cNvPr>
              <p14:cNvContentPartPr/>
              <p14:nvPr/>
            </p14:nvContentPartPr>
            <p14:xfrm>
              <a:off x="5436887" y="618642"/>
              <a:ext cx="535320" cy="548640"/>
            </p14:xfrm>
          </p:contentPart>
        </mc:Choice>
        <mc:Fallback>
          <p:pic>
            <p:nvPicPr>
              <p:cNvPr id="349" name="Entrada de lápiz 348">
                <a:extLst>
                  <a:ext uri="{FF2B5EF4-FFF2-40B4-BE49-F238E27FC236}">
                    <a16:creationId xmlns:a16="http://schemas.microsoft.com/office/drawing/2014/main" id="{645B8DD6-C90E-46FD-BE96-8A750643A3D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428241" y="609642"/>
                <a:ext cx="552972" cy="56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393" name="Entrada de lápiz 392">
                <a:extLst>
                  <a:ext uri="{FF2B5EF4-FFF2-40B4-BE49-F238E27FC236}">
                    <a16:creationId xmlns:a16="http://schemas.microsoft.com/office/drawing/2014/main" id="{F1A417C1-4097-4F1E-8118-EF13B84FD08D}"/>
                  </a:ext>
                </a:extLst>
              </p14:cNvPr>
              <p14:cNvContentPartPr/>
              <p14:nvPr/>
            </p14:nvContentPartPr>
            <p14:xfrm>
              <a:off x="9480767" y="94842"/>
              <a:ext cx="2259720" cy="2370600"/>
            </p14:xfrm>
          </p:contentPart>
        </mc:Choice>
        <mc:Fallback>
          <p:pic>
            <p:nvPicPr>
              <p:cNvPr id="393" name="Entrada de lápiz 392">
                <a:extLst>
                  <a:ext uri="{FF2B5EF4-FFF2-40B4-BE49-F238E27FC236}">
                    <a16:creationId xmlns:a16="http://schemas.microsoft.com/office/drawing/2014/main" id="{F1A417C1-4097-4F1E-8118-EF13B84FD08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471767" y="85842"/>
                <a:ext cx="2277360" cy="238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398" name="Entrada de lápiz 397">
                <a:extLst>
                  <a:ext uri="{FF2B5EF4-FFF2-40B4-BE49-F238E27FC236}">
                    <a16:creationId xmlns:a16="http://schemas.microsoft.com/office/drawing/2014/main" id="{C969E2E0-87DF-41F5-A2BB-68605B59A344}"/>
                  </a:ext>
                </a:extLst>
              </p14:cNvPr>
              <p14:cNvContentPartPr/>
              <p14:nvPr/>
            </p14:nvContentPartPr>
            <p14:xfrm>
              <a:off x="6520847" y="1244682"/>
              <a:ext cx="322920" cy="267120"/>
            </p14:xfrm>
          </p:contentPart>
        </mc:Choice>
        <mc:Fallback>
          <p:pic>
            <p:nvPicPr>
              <p:cNvPr id="398" name="Entrada de lápiz 397">
                <a:extLst>
                  <a:ext uri="{FF2B5EF4-FFF2-40B4-BE49-F238E27FC236}">
                    <a16:creationId xmlns:a16="http://schemas.microsoft.com/office/drawing/2014/main" id="{C969E2E0-87DF-41F5-A2BB-68605B59A34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511847" y="1235682"/>
                <a:ext cx="340560" cy="28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399" name="Entrada de lápiz 398">
                <a:extLst>
                  <a:ext uri="{FF2B5EF4-FFF2-40B4-BE49-F238E27FC236}">
                    <a16:creationId xmlns:a16="http://schemas.microsoft.com/office/drawing/2014/main" id="{0FEC3D25-5674-438C-B9D2-59F4DE0439CA}"/>
                  </a:ext>
                </a:extLst>
              </p14:cNvPr>
              <p14:cNvContentPartPr/>
              <p14:nvPr/>
            </p14:nvContentPartPr>
            <p14:xfrm>
              <a:off x="6177767" y="483282"/>
              <a:ext cx="811440" cy="694440"/>
            </p14:xfrm>
          </p:contentPart>
        </mc:Choice>
        <mc:Fallback>
          <p:pic>
            <p:nvPicPr>
              <p:cNvPr id="399" name="Entrada de lápiz 398">
                <a:extLst>
                  <a:ext uri="{FF2B5EF4-FFF2-40B4-BE49-F238E27FC236}">
                    <a16:creationId xmlns:a16="http://schemas.microsoft.com/office/drawing/2014/main" id="{0FEC3D25-5674-438C-B9D2-59F4DE0439C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168767" y="474642"/>
                <a:ext cx="829080" cy="71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400" name="Entrada de lápiz 399">
                <a:extLst>
                  <a:ext uri="{FF2B5EF4-FFF2-40B4-BE49-F238E27FC236}">
                    <a16:creationId xmlns:a16="http://schemas.microsoft.com/office/drawing/2014/main" id="{1C75A738-A768-43AC-B7C9-2985892B434A}"/>
                  </a:ext>
                </a:extLst>
              </p14:cNvPr>
              <p14:cNvContentPartPr/>
              <p14:nvPr/>
            </p14:nvContentPartPr>
            <p14:xfrm>
              <a:off x="9274487" y="2973402"/>
              <a:ext cx="156240" cy="281880"/>
            </p14:xfrm>
          </p:contentPart>
        </mc:Choice>
        <mc:Fallback>
          <p:pic>
            <p:nvPicPr>
              <p:cNvPr id="400" name="Entrada de lápiz 399">
                <a:extLst>
                  <a:ext uri="{FF2B5EF4-FFF2-40B4-BE49-F238E27FC236}">
                    <a16:creationId xmlns:a16="http://schemas.microsoft.com/office/drawing/2014/main" id="{1C75A738-A768-43AC-B7C9-2985892B434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265487" y="2964762"/>
                <a:ext cx="173880" cy="2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404" name="Entrada de lápiz 403">
                <a:extLst>
                  <a:ext uri="{FF2B5EF4-FFF2-40B4-BE49-F238E27FC236}">
                    <a16:creationId xmlns:a16="http://schemas.microsoft.com/office/drawing/2014/main" id="{5CFEF7CF-7494-46C6-B771-B00A148B95AC}"/>
                  </a:ext>
                </a:extLst>
              </p14:cNvPr>
              <p14:cNvContentPartPr/>
              <p14:nvPr/>
            </p14:nvContentPartPr>
            <p14:xfrm>
              <a:off x="9565007" y="2737962"/>
              <a:ext cx="363600" cy="667440"/>
            </p14:xfrm>
          </p:contentPart>
        </mc:Choice>
        <mc:Fallback>
          <p:pic>
            <p:nvPicPr>
              <p:cNvPr id="404" name="Entrada de lápiz 403">
                <a:extLst>
                  <a:ext uri="{FF2B5EF4-FFF2-40B4-BE49-F238E27FC236}">
                    <a16:creationId xmlns:a16="http://schemas.microsoft.com/office/drawing/2014/main" id="{5CFEF7CF-7494-46C6-B771-B00A148B95A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556358" y="2729322"/>
                <a:ext cx="381257" cy="68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408" name="Entrada de lápiz 407">
                <a:extLst>
                  <a:ext uri="{FF2B5EF4-FFF2-40B4-BE49-F238E27FC236}">
                    <a16:creationId xmlns:a16="http://schemas.microsoft.com/office/drawing/2014/main" id="{53CE1842-460F-4519-A554-21878725A7C0}"/>
                  </a:ext>
                </a:extLst>
              </p14:cNvPr>
              <p14:cNvContentPartPr/>
              <p14:nvPr/>
            </p14:nvContentPartPr>
            <p14:xfrm>
              <a:off x="10095647" y="2858202"/>
              <a:ext cx="362520" cy="291960"/>
            </p14:xfrm>
          </p:contentPart>
        </mc:Choice>
        <mc:Fallback>
          <p:pic>
            <p:nvPicPr>
              <p:cNvPr id="408" name="Entrada de lápiz 407">
                <a:extLst>
                  <a:ext uri="{FF2B5EF4-FFF2-40B4-BE49-F238E27FC236}">
                    <a16:creationId xmlns:a16="http://schemas.microsoft.com/office/drawing/2014/main" id="{53CE1842-460F-4519-A554-21878725A7C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086998" y="2849213"/>
                <a:ext cx="380178" cy="3095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435" name="Entrada de lápiz 434">
                <a:extLst>
                  <a:ext uri="{FF2B5EF4-FFF2-40B4-BE49-F238E27FC236}">
                    <a16:creationId xmlns:a16="http://schemas.microsoft.com/office/drawing/2014/main" id="{58C10AD3-C150-497C-8067-7F45E02D9632}"/>
                  </a:ext>
                </a:extLst>
              </p14:cNvPr>
              <p14:cNvContentPartPr/>
              <p14:nvPr/>
            </p14:nvContentPartPr>
            <p14:xfrm>
              <a:off x="9310487" y="3544002"/>
              <a:ext cx="1710000" cy="1921320"/>
            </p14:xfrm>
          </p:contentPart>
        </mc:Choice>
        <mc:Fallback>
          <p:pic>
            <p:nvPicPr>
              <p:cNvPr id="435" name="Entrada de lápiz 434">
                <a:extLst>
                  <a:ext uri="{FF2B5EF4-FFF2-40B4-BE49-F238E27FC236}">
                    <a16:creationId xmlns:a16="http://schemas.microsoft.com/office/drawing/2014/main" id="{58C10AD3-C150-497C-8067-7F45E02D963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301487" y="3535362"/>
                <a:ext cx="1727640" cy="19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436" name="Entrada de lápiz 435">
                <a:extLst>
                  <a:ext uri="{FF2B5EF4-FFF2-40B4-BE49-F238E27FC236}">
                    <a16:creationId xmlns:a16="http://schemas.microsoft.com/office/drawing/2014/main" id="{E31C2FE1-BEBB-4043-8716-5FC41197F2B6}"/>
                  </a:ext>
                </a:extLst>
              </p14:cNvPr>
              <p14:cNvContentPartPr/>
              <p14:nvPr/>
            </p14:nvContentPartPr>
            <p14:xfrm>
              <a:off x="1940567" y="2604042"/>
              <a:ext cx="229320" cy="16920"/>
            </p14:xfrm>
          </p:contentPart>
        </mc:Choice>
        <mc:Fallback>
          <p:pic>
            <p:nvPicPr>
              <p:cNvPr id="436" name="Entrada de lápiz 435">
                <a:extLst>
                  <a:ext uri="{FF2B5EF4-FFF2-40B4-BE49-F238E27FC236}">
                    <a16:creationId xmlns:a16="http://schemas.microsoft.com/office/drawing/2014/main" id="{E31C2FE1-BEBB-4043-8716-5FC41197F2B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931927" y="2595042"/>
                <a:ext cx="24696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437" name="Entrada de lápiz 436">
                <a:extLst>
                  <a:ext uri="{FF2B5EF4-FFF2-40B4-BE49-F238E27FC236}">
                    <a16:creationId xmlns:a16="http://schemas.microsoft.com/office/drawing/2014/main" id="{6F4E74B5-182A-403C-B599-1CD26DEF8593}"/>
                  </a:ext>
                </a:extLst>
              </p14:cNvPr>
              <p14:cNvContentPartPr/>
              <p14:nvPr/>
            </p14:nvContentPartPr>
            <p14:xfrm>
              <a:off x="1990247" y="2695122"/>
              <a:ext cx="285840" cy="14760"/>
            </p14:xfrm>
          </p:contentPart>
        </mc:Choice>
        <mc:Fallback>
          <p:pic>
            <p:nvPicPr>
              <p:cNvPr id="437" name="Entrada de lápiz 436">
                <a:extLst>
                  <a:ext uri="{FF2B5EF4-FFF2-40B4-BE49-F238E27FC236}">
                    <a16:creationId xmlns:a16="http://schemas.microsoft.com/office/drawing/2014/main" id="{6F4E74B5-182A-403C-B599-1CD26DEF859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981247" y="2686482"/>
                <a:ext cx="303480" cy="3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450" name="Entrada de lápiz 449">
                <a:extLst>
                  <a:ext uri="{FF2B5EF4-FFF2-40B4-BE49-F238E27FC236}">
                    <a16:creationId xmlns:a16="http://schemas.microsoft.com/office/drawing/2014/main" id="{5311C7CB-F0CE-48C1-AA2F-939F50B85D14}"/>
                  </a:ext>
                </a:extLst>
              </p14:cNvPr>
              <p14:cNvContentPartPr/>
              <p14:nvPr/>
            </p14:nvContentPartPr>
            <p14:xfrm>
              <a:off x="2080607" y="3445362"/>
              <a:ext cx="202320" cy="19440"/>
            </p14:xfrm>
          </p:contentPart>
        </mc:Choice>
        <mc:Fallback>
          <p:pic>
            <p:nvPicPr>
              <p:cNvPr id="450" name="Entrada de lápiz 449">
                <a:extLst>
                  <a:ext uri="{FF2B5EF4-FFF2-40B4-BE49-F238E27FC236}">
                    <a16:creationId xmlns:a16="http://schemas.microsoft.com/office/drawing/2014/main" id="{5311C7CB-F0CE-48C1-AA2F-939F50B85D1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071607" y="3436722"/>
                <a:ext cx="21996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451" name="Entrada de lápiz 450">
                <a:extLst>
                  <a:ext uri="{FF2B5EF4-FFF2-40B4-BE49-F238E27FC236}">
                    <a16:creationId xmlns:a16="http://schemas.microsoft.com/office/drawing/2014/main" id="{10B493F7-03EC-46D4-88DF-62F376D2807C}"/>
                  </a:ext>
                </a:extLst>
              </p14:cNvPr>
              <p14:cNvContentPartPr/>
              <p14:nvPr/>
            </p14:nvContentPartPr>
            <p14:xfrm>
              <a:off x="2089967" y="3526722"/>
              <a:ext cx="232560" cy="71280"/>
            </p14:xfrm>
          </p:contentPart>
        </mc:Choice>
        <mc:Fallback>
          <p:pic>
            <p:nvPicPr>
              <p:cNvPr id="451" name="Entrada de lápiz 450">
                <a:extLst>
                  <a:ext uri="{FF2B5EF4-FFF2-40B4-BE49-F238E27FC236}">
                    <a16:creationId xmlns:a16="http://schemas.microsoft.com/office/drawing/2014/main" id="{10B493F7-03EC-46D4-88DF-62F376D2807C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080967" y="3517722"/>
                <a:ext cx="25020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498" name="Entrada de lápiz 497">
                <a:extLst>
                  <a:ext uri="{FF2B5EF4-FFF2-40B4-BE49-F238E27FC236}">
                    <a16:creationId xmlns:a16="http://schemas.microsoft.com/office/drawing/2014/main" id="{B3923F74-810E-482F-A6A1-597AAAE7599E}"/>
                  </a:ext>
                </a:extLst>
              </p14:cNvPr>
              <p14:cNvContentPartPr/>
              <p14:nvPr/>
            </p14:nvContentPartPr>
            <p14:xfrm>
              <a:off x="2480207" y="2132082"/>
              <a:ext cx="3614760" cy="1894680"/>
            </p14:xfrm>
          </p:contentPart>
        </mc:Choice>
        <mc:Fallback>
          <p:pic>
            <p:nvPicPr>
              <p:cNvPr id="498" name="Entrada de lápiz 497">
                <a:extLst>
                  <a:ext uri="{FF2B5EF4-FFF2-40B4-BE49-F238E27FC236}">
                    <a16:creationId xmlns:a16="http://schemas.microsoft.com/office/drawing/2014/main" id="{B3923F74-810E-482F-A6A1-597AAAE7599E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471566" y="2123082"/>
                <a:ext cx="3632402" cy="19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499" name="Entrada de lápiz 498">
                <a:extLst>
                  <a:ext uri="{FF2B5EF4-FFF2-40B4-BE49-F238E27FC236}">
                    <a16:creationId xmlns:a16="http://schemas.microsoft.com/office/drawing/2014/main" id="{C9AD9D0A-E42D-4D90-B766-F23E6015F921}"/>
                  </a:ext>
                </a:extLst>
              </p14:cNvPr>
              <p14:cNvContentPartPr/>
              <p14:nvPr/>
            </p14:nvContentPartPr>
            <p14:xfrm>
              <a:off x="2141807" y="4653162"/>
              <a:ext cx="167040" cy="6120"/>
            </p14:xfrm>
          </p:contentPart>
        </mc:Choice>
        <mc:Fallback>
          <p:pic>
            <p:nvPicPr>
              <p:cNvPr id="499" name="Entrada de lápiz 498">
                <a:extLst>
                  <a:ext uri="{FF2B5EF4-FFF2-40B4-BE49-F238E27FC236}">
                    <a16:creationId xmlns:a16="http://schemas.microsoft.com/office/drawing/2014/main" id="{C9AD9D0A-E42D-4D90-B766-F23E6015F921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132807" y="4644522"/>
                <a:ext cx="18468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500" name="Entrada de lápiz 499">
                <a:extLst>
                  <a:ext uri="{FF2B5EF4-FFF2-40B4-BE49-F238E27FC236}">
                    <a16:creationId xmlns:a16="http://schemas.microsoft.com/office/drawing/2014/main" id="{D4B6949E-5280-459E-92F6-35C268A2B0B5}"/>
                  </a:ext>
                </a:extLst>
              </p14:cNvPr>
              <p14:cNvContentPartPr/>
              <p14:nvPr/>
            </p14:nvContentPartPr>
            <p14:xfrm>
              <a:off x="2176007" y="4762242"/>
              <a:ext cx="159840" cy="12960"/>
            </p14:xfrm>
          </p:contentPart>
        </mc:Choice>
        <mc:Fallback>
          <p:pic>
            <p:nvPicPr>
              <p:cNvPr id="500" name="Entrada de lápiz 499">
                <a:extLst>
                  <a:ext uri="{FF2B5EF4-FFF2-40B4-BE49-F238E27FC236}">
                    <a16:creationId xmlns:a16="http://schemas.microsoft.com/office/drawing/2014/main" id="{D4B6949E-5280-459E-92F6-35C268A2B0B5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167367" y="4753602"/>
                <a:ext cx="17748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509" name="Entrada de lápiz 508">
                <a:extLst>
                  <a:ext uri="{FF2B5EF4-FFF2-40B4-BE49-F238E27FC236}">
                    <a16:creationId xmlns:a16="http://schemas.microsoft.com/office/drawing/2014/main" id="{9435017B-0399-4EA6-92B8-8011C42991AA}"/>
                  </a:ext>
                </a:extLst>
              </p14:cNvPr>
              <p14:cNvContentPartPr/>
              <p14:nvPr/>
            </p14:nvContentPartPr>
            <p14:xfrm>
              <a:off x="3149087" y="4906962"/>
              <a:ext cx="196560" cy="203400"/>
            </p14:xfrm>
          </p:contentPart>
        </mc:Choice>
        <mc:Fallback>
          <p:pic>
            <p:nvPicPr>
              <p:cNvPr id="509" name="Entrada de lápiz 508">
                <a:extLst>
                  <a:ext uri="{FF2B5EF4-FFF2-40B4-BE49-F238E27FC236}">
                    <a16:creationId xmlns:a16="http://schemas.microsoft.com/office/drawing/2014/main" id="{9435017B-0399-4EA6-92B8-8011C42991AA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140447" y="4898322"/>
                <a:ext cx="21420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510" name="Entrada de lápiz 509">
                <a:extLst>
                  <a:ext uri="{FF2B5EF4-FFF2-40B4-BE49-F238E27FC236}">
                    <a16:creationId xmlns:a16="http://schemas.microsoft.com/office/drawing/2014/main" id="{C6A1CB6C-D6D2-474C-B5D0-0BF2967DA283}"/>
                  </a:ext>
                </a:extLst>
              </p14:cNvPr>
              <p14:cNvContentPartPr/>
              <p14:nvPr/>
            </p14:nvContentPartPr>
            <p14:xfrm>
              <a:off x="4126127" y="4646322"/>
              <a:ext cx="192240" cy="50760"/>
            </p14:xfrm>
          </p:contentPart>
        </mc:Choice>
        <mc:Fallback>
          <p:pic>
            <p:nvPicPr>
              <p:cNvPr id="510" name="Entrada de lápiz 509">
                <a:extLst>
                  <a:ext uri="{FF2B5EF4-FFF2-40B4-BE49-F238E27FC236}">
                    <a16:creationId xmlns:a16="http://schemas.microsoft.com/office/drawing/2014/main" id="{C6A1CB6C-D6D2-474C-B5D0-0BF2967DA283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117487" y="4637322"/>
                <a:ext cx="20988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511" name="Entrada de lápiz 510">
                <a:extLst>
                  <a:ext uri="{FF2B5EF4-FFF2-40B4-BE49-F238E27FC236}">
                    <a16:creationId xmlns:a16="http://schemas.microsoft.com/office/drawing/2014/main" id="{4D3E6ACF-19E6-4987-893A-FCA0CD2FB4FE}"/>
                  </a:ext>
                </a:extLst>
              </p14:cNvPr>
              <p14:cNvContentPartPr/>
              <p14:nvPr/>
            </p14:nvContentPartPr>
            <p14:xfrm>
              <a:off x="2672087" y="4294962"/>
              <a:ext cx="991080" cy="517680"/>
            </p14:xfrm>
          </p:contentPart>
        </mc:Choice>
        <mc:Fallback>
          <p:pic>
            <p:nvPicPr>
              <p:cNvPr id="511" name="Entrada de lápiz 510">
                <a:extLst>
                  <a:ext uri="{FF2B5EF4-FFF2-40B4-BE49-F238E27FC236}">
                    <a16:creationId xmlns:a16="http://schemas.microsoft.com/office/drawing/2014/main" id="{4D3E6ACF-19E6-4987-893A-FCA0CD2FB4FE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663447" y="4286316"/>
                <a:ext cx="1008720" cy="5353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514" name="Entrada de lápiz 513">
                <a:extLst>
                  <a:ext uri="{FF2B5EF4-FFF2-40B4-BE49-F238E27FC236}">
                    <a16:creationId xmlns:a16="http://schemas.microsoft.com/office/drawing/2014/main" id="{768A4076-F0C1-416B-90CE-AC681B414AB9}"/>
                  </a:ext>
                </a:extLst>
              </p14:cNvPr>
              <p14:cNvContentPartPr/>
              <p14:nvPr/>
            </p14:nvContentPartPr>
            <p14:xfrm>
              <a:off x="4738127" y="4720842"/>
              <a:ext cx="146160" cy="169560"/>
            </p14:xfrm>
          </p:contentPart>
        </mc:Choice>
        <mc:Fallback>
          <p:pic>
            <p:nvPicPr>
              <p:cNvPr id="514" name="Entrada de lápiz 513">
                <a:extLst>
                  <a:ext uri="{FF2B5EF4-FFF2-40B4-BE49-F238E27FC236}">
                    <a16:creationId xmlns:a16="http://schemas.microsoft.com/office/drawing/2014/main" id="{768A4076-F0C1-416B-90CE-AC681B414AB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729127" y="4712202"/>
                <a:ext cx="16380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516" name="Entrada de lápiz 515">
                <a:extLst>
                  <a:ext uri="{FF2B5EF4-FFF2-40B4-BE49-F238E27FC236}">
                    <a16:creationId xmlns:a16="http://schemas.microsoft.com/office/drawing/2014/main" id="{3526378F-CCC1-461B-ACAD-204E7C932741}"/>
                  </a:ext>
                </a:extLst>
              </p14:cNvPr>
              <p14:cNvContentPartPr/>
              <p14:nvPr/>
            </p14:nvContentPartPr>
            <p14:xfrm>
              <a:off x="4593767" y="4419882"/>
              <a:ext cx="291240" cy="221400"/>
            </p14:xfrm>
          </p:contentPart>
        </mc:Choice>
        <mc:Fallback>
          <p:pic>
            <p:nvPicPr>
              <p:cNvPr id="516" name="Entrada de lápiz 515">
                <a:extLst>
                  <a:ext uri="{FF2B5EF4-FFF2-40B4-BE49-F238E27FC236}">
                    <a16:creationId xmlns:a16="http://schemas.microsoft.com/office/drawing/2014/main" id="{3526378F-CCC1-461B-ACAD-204E7C932741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585127" y="4411242"/>
                <a:ext cx="30888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524" name="Entrada de lápiz 523">
                <a:extLst>
                  <a:ext uri="{FF2B5EF4-FFF2-40B4-BE49-F238E27FC236}">
                    <a16:creationId xmlns:a16="http://schemas.microsoft.com/office/drawing/2014/main" id="{A87A8840-B234-41AF-B510-9880A59D362A}"/>
                  </a:ext>
                </a:extLst>
              </p14:cNvPr>
              <p14:cNvContentPartPr/>
              <p14:nvPr/>
            </p14:nvContentPartPr>
            <p14:xfrm>
              <a:off x="5747567" y="4179042"/>
              <a:ext cx="370080" cy="309960"/>
            </p14:xfrm>
          </p:contentPart>
        </mc:Choice>
        <mc:Fallback>
          <p:pic>
            <p:nvPicPr>
              <p:cNvPr id="524" name="Entrada de lápiz 523">
                <a:extLst>
                  <a:ext uri="{FF2B5EF4-FFF2-40B4-BE49-F238E27FC236}">
                    <a16:creationId xmlns:a16="http://schemas.microsoft.com/office/drawing/2014/main" id="{A87A8840-B234-41AF-B510-9880A59D362A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738927" y="4170042"/>
                <a:ext cx="387720" cy="32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525" name="Entrada de lápiz 524">
                <a:extLst>
                  <a:ext uri="{FF2B5EF4-FFF2-40B4-BE49-F238E27FC236}">
                    <a16:creationId xmlns:a16="http://schemas.microsoft.com/office/drawing/2014/main" id="{0FEBF948-89C0-47E5-B0DA-4AB8E603577A}"/>
                  </a:ext>
                </a:extLst>
              </p14:cNvPr>
              <p14:cNvContentPartPr/>
              <p14:nvPr/>
            </p14:nvContentPartPr>
            <p14:xfrm>
              <a:off x="5063927" y="4174362"/>
              <a:ext cx="525960" cy="745200"/>
            </p14:xfrm>
          </p:contentPart>
        </mc:Choice>
        <mc:Fallback>
          <p:pic>
            <p:nvPicPr>
              <p:cNvPr id="525" name="Entrada de lápiz 524">
                <a:extLst>
                  <a:ext uri="{FF2B5EF4-FFF2-40B4-BE49-F238E27FC236}">
                    <a16:creationId xmlns:a16="http://schemas.microsoft.com/office/drawing/2014/main" id="{0FEBF948-89C0-47E5-B0DA-4AB8E603577A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054927" y="4165722"/>
                <a:ext cx="543600" cy="76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583" name="Entrada de lápiz 582">
                <a:extLst>
                  <a:ext uri="{FF2B5EF4-FFF2-40B4-BE49-F238E27FC236}">
                    <a16:creationId xmlns:a16="http://schemas.microsoft.com/office/drawing/2014/main" id="{33B909D9-DEC6-4A3B-B3D3-FD1DE4754366}"/>
                  </a:ext>
                </a:extLst>
              </p14:cNvPr>
              <p14:cNvContentPartPr/>
              <p14:nvPr/>
            </p14:nvContentPartPr>
            <p14:xfrm>
              <a:off x="2198327" y="5173362"/>
              <a:ext cx="4594320" cy="1721160"/>
            </p14:xfrm>
          </p:contentPart>
        </mc:Choice>
        <mc:Fallback>
          <p:pic>
            <p:nvPicPr>
              <p:cNvPr id="583" name="Entrada de lápiz 582">
                <a:extLst>
                  <a:ext uri="{FF2B5EF4-FFF2-40B4-BE49-F238E27FC236}">
                    <a16:creationId xmlns:a16="http://schemas.microsoft.com/office/drawing/2014/main" id="{33B909D9-DEC6-4A3B-B3D3-FD1DE4754366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189688" y="5164362"/>
                <a:ext cx="4611959" cy="1738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27478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00" name="Entrada de lápiz 299">
                <a:extLst>
                  <a:ext uri="{FF2B5EF4-FFF2-40B4-BE49-F238E27FC236}">
                    <a16:creationId xmlns:a16="http://schemas.microsoft.com/office/drawing/2014/main" id="{C6C95FA5-999C-4820-8D77-9AFB9C6BF5E0}"/>
                  </a:ext>
                </a:extLst>
              </p14:cNvPr>
              <p14:cNvContentPartPr/>
              <p14:nvPr/>
            </p14:nvContentPartPr>
            <p14:xfrm>
              <a:off x="9138047" y="310122"/>
              <a:ext cx="413280" cy="419400"/>
            </p14:xfrm>
          </p:contentPart>
        </mc:Choice>
        <mc:Fallback>
          <p:pic>
            <p:nvPicPr>
              <p:cNvPr id="300" name="Entrada de lápiz 299">
                <a:extLst>
                  <a:ext uri="{FF2B5EF4-FFF2-40B4-BE49-F238E27FC236}">
                    <a16:creationId xmlns:a16="http://schemas.microsoft.com/office/drawing/2014/main" id="{C6C95FA5-999C-4820-8D77-9AFB9C6BF5E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20047" y="274482"/>
                <a:ext cx="448920" cy="49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01" name="Entrada de lápiz 300">
                <a:extLst>
                  <a:ext uri="{FF2B5EF4-FFF2-40B4-BE49-F238E27FC236}">
                    <a16:creationId xmlns:a16="http://schemas.microsoft.com/office/drawing/2014/main" id="{ECD8B1D2-B4AB-44E2-A6C7-355BA6F1A6E7}"/>
                  </a:ext>
                </a:extLst>
              </p14:cNvPr>
              <p14:cNvContentPartPr/>
              <p14:nvPr/>
            </p14:nvContentPartPr>
            <p14:xfrm>
              <a:off x="9349727" y="1978362"/>
              <a:ext cx="501480" cy="323640"/>
            </p14:xfrm>
          </p:contentPart>
        </mc:Choice>
        <mc:Fallback>
          <p:pic>
            <p:nvPicPr>
              <p:cNvPr id="301" name="Entrada de lápiz 300">
                <a:extLst>
                  <a:ext uri="{FF2B5EF4-FFF2-40B4-BE49-F238E27FC236}">
                    <a16:creationId xmlns:a16="http://schemas.microsoft.com/office/drawing/2014/main" id="{ECD8B1D2-B4AB-44E2-A6C7-355BA6F1A6E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331727" y="1942722"/>
                <a:ext cx="537120" cy="39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02" name="Entrada de lápiz 301">
                <a:extLst>
                  <a:ext uri="{FF2B5EF4-FFF2-40B4-BE49-F238E27FC236}">
                    <a16:creationId xmlns:a16="http://schemas.microsoft.com/office/drawing/2014/main" id="{64B10AF8-672B-4C2E-B1EB-75F5A310E8B8}"/>
                  </a:ext>
                </a:extLst>
              </p14:cNvPr>
              <p14:cNvContentPartPr/>
              <p14:nvPr/>
            </p14:nvContentPartPr>
            <p14:xfrm>
              <a:off x="9191327" y="3598002"/>
              <a:ext cx="293400" cy="297000"/>
            </p14:xfrm>
          </p:contentPart>
        </mc:Choice>
        <mc:Fallback>
          <p:pic>
            <p:nvPicPr>
              <p:cNvPr id="302" name="Entrada de lápiz 301">
                <a:extLst>
                  <a:ext uri="{FF2B5EF4-FFF2-40B4-BE49-F238E27FC236}">
                    <a16:creationId xmlns:a16="http://schemas.microsoft.com/office/drawing/2014/main" id="{64B10AF8-672B-4C2E-B1EB-75F5A310E8B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155687" y="3526002"/>
                <a:ext cx="365040" cy="44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33" name="Entrada de lápiz 332">
                <a:extLst>
                  <a:ext uri="{FF2B5EF4-FFF2-40B4-BE49-F238E27FC236}">
                    <a16:creationId xmlns:a16="http://schemas.microsoft.com/office/drawing/2014/main" id="{9EB072A7-7F6D-4377-B688-459498490DA3}"/>
                  </a:ext>
                </a:extLst>
              </p14:cNvPr>
              <p14:cNvContentPartPr/>
              <p14:nvPr/>
            </p14:nvContentPartPr>
            <p14:xfrm>
              <a:off x="9993407" y="5076522"/>
              <a:ext cx="156960" cy="81720"/>
            </p14:xfrm>
          </p:contentPart>
        </mc:Choice>
        <mc:Fallback>
          <p:pic>
            <p:nvPicPr>
              <p:cNvPr id="333" name="Entrada de lápiz 332">
                <a:extLst>
                  <a:ext uri="{FF2B5EF4-FFF2-40B4-BE49-F238E27FC236}">
                    <a16:creationId xmlns:a16="http://schemas.microsoft.com/office/drawing/2014/main" id="{9EB072A7-7F6D-4377-B688-459498490DA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984407" y="5067844"/>
                <a:ext cx="174600" cy="994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34" name="Entrada de lápiz 333">
                <a:extLst>
                  <a:ext uri="{FF2B5EF4-FFF2-40B4-BE49-F238E27FC236}">
                    <a16:creationId xmlns:a16="http://schemas.microsoft.com/office/drawing/2014/main" id="{EB08AEA5-FDDE-48F4-A682-10351A5141D4}"/>
                  </a:ext>
                </a:extLst>
              </p14:cNvPr>
              <p14:cNvContentPartPr/>
              <p14:nvPr/>
            </p14:nvContentPartPr>
            <p14:xfrm>
              <a:off x="9432887" y="5233482"/>
              <a:ext cx="347040" cy="140400"/>
            </p14:xfrm>
          </p:contentPart>
        </mc:Choice>
        <mc:Fallback>
          <p:pic>
            <p:nvPicPr>
              <p:cNvPr id="334" name="Entrada de lápiz 333">
                <a:extLst>
                  <a:ext uri="{FF2B5EF4-FFF2-40B4-BE49-F238E27FC236}">
                    <a16:creationId xmlns:a16="http://schemas.microsoft.com/office/drawing/2014/main" id="{EB08AEA5-FDDE-48F4-A682-10351A5141D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423887" y="5224482"/>
                <a:ext cx="36468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35" name="Entrada de lápiz 334">
                <a:extLst>
                  <a:ext uri="{FF2B5EF4-FFF2-40B4-BE49-F238E27FC236}">
                    <a16:creationId xmlns:a16="http://schemas.microsoft.com/office/drawing/2014/main" id="{59D8F700-B883-40EE-BFDE-A62CD9CE5EA8}"/>
                  </a:ext>
                </a:extLst>
              </p14:cNvPr>
              <p14:cNvContentPartPr/>
              <p14:nvPr/>
            </p14:nvContentPartPr>
            <p14:xfrm>
              <a:off x="9297887" y="4829202"/>
              <a:ext cx="432000" cy="339840"/>
            </p14:xfrm>
          </p:contentPart>
        </mc:Choice>
        <mc:Fallback>
          <p:pic>
            <p:nvPicPr>
              <p:cNvPr id="335" name="Entrada de lápiz 334">
                <a:extLst>
                  <a:ext uri="{FF2B5EF4-FFF2-40B4-BE49-F238E27FC236}">
                    <a16:creationId xmlns:a16="http://schemas.microsoft.com/office/drawing/2014/main" id="{59D8F700-B883-40EE-BFDE-A62CD9CE5EA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288887" y="4820562"/>
                <a:ext cx="449640" cy="35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336" name="Entrada de lápiz 335">
                <a:extLst>
                  <a:ext uri="{FF2B5EF4-FFF2-40B4-BE49-F238E27FC236}">
                    <a16:creationId xmlns:a16="http://schemas.microsoft.com/office/drawing/2014/main" id="{8EA45FC9-3673-4E60-A368-43BD4060EF3E}"/>
                  </a:ext>
                </a:extLst>
              </p14:cNvPr>
              <p14:cNvContentPartPr/>
              <p14:nvPr/>
            </p14:nvContentPartPr>
            <p14:xfrm>
              <a:off x="10298327" y="5001282"/>
              <a:ext cx="276120" cy="156600"/>
            </p14:xfrm>
          </p:contentPart>
        </mc:Choice>
        <mc:Fallback>
          <p:pic>
            <p:nvPicPr>
              <p:cNvPr id="336" name="Entrada de lápiz 335">
                <a:extLst>
                  <a:ext uri="{FF2B5EF4-FFF2-40B4-BE49-F238E27FC236}">
                    <a16:creationId xmlns:a16="http://schemas.microsoft.com/office/drawing/2014/main" id="{8EA45FC9-3673-4E60-A368-43BD4060EF3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289687" y="4992282"/>
                <a:ext cx="29376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378" name="Entrada de lápiz 377">
                <a:extLst>
                  <a:ext uri="{FF2B5EF4-FFF2-40B4-BE49-F238E27FC236}">
                    <a16:creationId xmlns:a16="http://schemas.microsoft.com/office/drawing/2014/main" id="{1924C5EE-D370-4984-830D-9D38B5576DC6}"/>
                  </a:ext>
                </a:extLst>
              </p14:cNvPr>
              <p14:cNvContentPartPr/>
              <p14:nvPr/>
            </p14:nvContentPartPr>
            <p14:xfrm>
              <a:off x="8778767" y="5444802"/>
              <a:ext cx="2671560" cy="1369440"/>
            </p14:xfrm>
          </p:contentPart>
        </mc:Choice>
        <mc:Fallback>
          <p:pic>
            <p:nvPicPr>
              <p:cNvPr id="378" name="Entrada de lápiz 377">
                <a:extLst>
                  <a:ext uri="{FF2B5EF4-FFF2-40B4-BE49-F238E27FC236}">
                    <a16:creationId xmlns:a16="http://schemas.microsoft.com/office/drawing/2014/main" id="{1924C5EE-D370-4984-830D-9D38B5576DC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769767" y="5435804"/>
                <a:ext cx="2689200" cy="13870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422" name="Entrada de lápiz 421">
                <a:extLst>
                  <a:ext uri="{FF2B5EF4-FFF2-40B4-BE49-F238E27FC236}">
                    <a16:creationId xmlns:a16="http://schemas.microsoft.com/office/drawing/2014/main" id="{F99009F2-B57D-48FD-AE84-DDA5A578AD88}"/>
                  </a:ext>
                </a:extLst>
              </p14:cNvPr>
              <p14:cNvContentPartPr/>
              <p14:nvPr/>
            </p14:nvContentPartPr>
            <p14:xfrm>
              <a:off x="1585247" y="5201082"/>
              <a:ext cx="156960" cy="8640"/>
            </p14:xfrm>
          </p:contentPart>
        </mc:Choice>
        <mc:Fallback>
          <p:pic>
            <p:nvPicPr>
              <p:cNvPr id="422" name="Entrada de lápiz 421">
                <a:extLst>
                  <a:ext uri="{FF2B5EF4-FFF2-40B4-BE49-F238E27FC236}">
                    <a16:creationId xmlns:a16="http://schemas.microsoft.com/office/drawing/2014/main" id="{F99009F2-B57D-48FD-AE84-DDA5A578AD8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576607" y="5192082"/>
                <a:ext cx="17460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423" name="Entrada de lápiz 422">
                <a:extLst>
                  <a:ext uri="{FF2B5EF4-FFF2-40B4-BE49-F238E27FC236}">
                    <a16:creationId xmlns:a16="http://schemas.microsoft.com/office/drawing/2014/main" id="{FD3D43BC-5343-461F-92CC-805F83282BE2}"/>
                  </a:ext>
                </a:extLst>
              </p14:cNvPr>
              <p14:cNvContentPartPr/>
              <p14:nvPr/>
            </p14:nvContentPartPr>
            <p14:xfrm>
              <a:off x="1612247" y="5284602"/>
              <a:ext cx="215640" cy="23040"/>
            </p14:xfrm>
          </p:contentPart>
        </mc:Choice>
        <mc:Fallback>
          <p:pic>
            <p:nvPicPr>
              <p:cNvPr id="423" name="Entrada de lápiz 422">
                <a:extLst>
                  <a:ext uri="{FF2B5EF4-FFF2-40B4-BE49-F238E27FC236}">
                    <a16:creationId xmlns:a16="http://schemas.microsoft.com/office/drawing/2014/main" id="{FD3D43BC-5343-461F-92CC-805F83282BE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603247" y="5275962"/>
                <a:ext cx="23328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435" name="Entrada de lápiz 434">
                <a:extLst>
                  <a:ext uri="{FF2B5EF4-FFF2-40B4-BE49-F238E27FC236}">
                    <a16:creationId xmlns:a16="http://schemas.microsoft.com/office/drawing/2014/main" id="{48558F78-1204-4928-B9F8-FDB82D7EBDEC}"/>
                  </a:ext>
                </a:extLst>
              </p14:cNvPr>
              <p14:cNvContentPartPr/>
              <p14:nvPr/>
            </p14:nvContentPartPr>
            <p14:xfrm>
              <a:off x="1499927" y="238482"/>
              <a:ext cx="10875600" cy="4486320"/>
            </p14:xfrm>
          </p:contentPart>
        </mc:Choice>
        <mc:Fallback>
          <p:pic>
            <p:nvPicPr>
              <p:cNvPr id="435" name="Entrada de lápiz 434">
                <a:extLst>
                  <a:ext uri="{FF2B5EF4-FFF2-40B4-BE49-F238E27FC236}">
                    <a16:creationId xmlns:a16="http://schemas.microsoft.com/office/drawing/2014/main" id="{48558F78-1204-4928-B9F8-FDB82D7EBDE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490927" y="229841"/>
                <a:ext cx="10893240" cy="45039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436" name="Entrada de lápiz 435">
                <a:extLst>
                  <a:ext uri="{FF2B5EF4-FFF2-40B4-BE49-F238E27FC236}">
                    <a16:creationId xmlns:a16="http://schemas.microsoft.com/office/drawing/2014/main" id="{191BC6E7-CEB4-415A-9037-63F9AA56157F}"/>
                  </a:ext>
                </a:extLst>
              </p14:cNvPr>
              <p14:cNvContentPartPr/>
              <p14:nvPr/>
            </p14:nvContentPartPr>
            <p14:xfrm>
              <a:off x="3582527" y="5155722"/>
              <a:ext cx="242640" cy="204480"/>
            </p14:xfrm>
          </p:contentPart>
        </mc:Choice>
        <mc:Fallback>
          <p:pic>
            <p:nvPicPr>
              <p:cNvPr id="436" name="Entrada de lápiz 435">
                <a:extLst>
                  <a:ext uri="{FF2B5EF4-FFF2-40B4-BE49-F238E27FC236}">
                    <a16:creationId xmlns:a16="http://schemas.microsoft.com/office/drawing/2014/main" id="{191BC6E7-CEB4-415A-9037-63F9AA56157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573527" y="5147082"/>
                <a:ext cx="26028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437" name="Entrada de lápiz 436">
                <a:extLst>
                  <a:ext uri="{FF2B5EF4-FFF2-40B4-BE49-F238E27FC236}">
                    <a16:creationId xmlns:a16="http://schemas.microsoft.com/office/drawing/2014/main" id="{95758E95-CB8C-4B07-8208-068B4169283A}"/>
                  </a:ext>
                </a:extLst>
              </p14:cNvPr>
              <p14:cNvContentPartPr/>
              <p14:nvPr/>
            </p14:nvContentPartPr>
            <p14:xfrm>
              <a:off x="2702687" y="5159682"/>
              <a:ext cx="662040" cy="227520"/>
            </p14:xfrm>
          </p:contentPart>
        </mc:Choice>
        <mc:Fallback>
          <p:pic>
            <p:nvPicPr>
              <p:cNvPr id="437" name="Entrada de lápiz 436">
                <a:extLst>
                  <a:ext uri="{FF2B5EF4-FFF2-40B4-BE49-F238E27FC236}">
                    <a16:creationId xmlns:a16="http://schemas.microsoft.com/office/drawing/2014/main" id="{95758E95-CB8C-4B07-8208-068B4169283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693687" y="5150696"/>
                <a:ext cx="679680" cy="2451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438" name="Entrada de lápiz 437">
                <a:extLst>
                  <a:ext uri="{FF2B5EF4-FFF2-40B4-BE49-F238E27FC236}">
                    <a16:creationId xmlns:a16="http://schemas.microsoft.com/office/drawing/2014/main" id="{79CF6E90-0C5D-45DD-A92F-A61D3ECD587C}"/>
                  </a:ext>
                </a:extLst>
              </p14:cNvPr>
              <p14:cNvContentPartPr/>
              <p14:nvPr/>
            </p14:nvContentPartPr>
            <p14:xfrm>
              <a:off x="2037047" y="5027562"/>
              <a:ext cx="545040" cy="342000"/>
            </p14:xfrm>
          </p:contentPart>
        </mc:Choice>
        <mc:Fallback>
          <p:pic>
            <p:nvPicPr>
              <p:cNvPr id="438" name="Entrada de lápiz 437">
                <a:extLst>
                  <a:ext uri="{FF2B5EF4-FFF2-40B4-BE49-F238E27FC236}">
                    <a16:creationId xmlns:a16="http://schemas.microsoft.com/office/drawing/2014/main" id="{79CF6E90-0C5D-45DD-A92F-A61D3ECD587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028047" y="5018922"/>
                <a:ext cx="562680" cy="35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445" name="Entrada de lápiz 444">
                <a:extLst>
                  <a:ext uri="{FF2B5EF4-FFF2-40B4-BE49-F238E27FC236}">
                    <a16:creationId xmlns:a16="http://schemas.microsoft.com/office/drawing/2014/main" id="{A287FA8B-CCDF-4020-9706-CDD09C3874DE}"/>
                  </a:ext>
                </a:extLst>
              </p14:cNvPr>
              <p14:cNvContentPartPr/>
              <p14:nvPr/>
            </p14:nvContentPartPr>
            <p14:xfrm>
              <a:off x="4045847" y="5150322"/>
              <a:ext cx="1139400" cy="183240"/>
            </p14:xfrm>
          </p:contentPart>
        </mc:Choice>
        <mc:Fallback>
          <p:pic>
            <p:nvPicPr>
              <p:cNvPr id="445" name="Entrada de lápiz 444">
                <a:extLst>
                  <a:ext uri="{FF2B5EF4-FFF2-40B4-BE49-F238E27FC236}">
                    <a16:creationId xmlns:a16="http://schemas.microsoft.com/office/drawing/2014/main" id="{A287FA8B-CCDF-4020-9706-CDD09C3874D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036847" y="5141665"/>
                <a:ext cx="1157040" cy="2009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446" name="Entrada de lápiz 445">
                <a:extLst>
                  <a:ext uri="{FF2B5EF4-FFF2-40B4-BE49-F238E27FC236}">
                    <a16:creationId xmlns:a16="http://schemas.microsoft.com/office/drawing/2014/main" id="{548A4607-EA40-42F6-A1D9-8119F1819991}"/>
                  </a:ext>
                </a:extLst>
              </p14:cNvPr>
              <p14:cNvContentPartPr/>
              <p14:nvPr/>
            </p14:nvContentPartPr>
            <p14:xfrm>
              <a:off x="5463527" y="5252202"/>
              <a:ext cx="167040" cy="40320"/>
            </p14:xfrm>
          </p:contentPart>
        </mc:Choice>
        <mc:Fallback>
          <p:pic>
            <p:nvPicPr>
              <p:cNvPr id="446" name="Entrada de lápiz 445">
                <a:extLst>
                  <a:ext uri="{FF2B5EF4-FFF2-40B4-BE49-F238E27FC236}">
                    <a16:creationId xmlns:a16="http://schemas.microsoft.com/office/drawing/2014/main" id="{548A4607-EA40-42F6-A1D9-8119F181999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454887" y="5243562"/>
                <a:ext cx="18468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457" name="Entrada de lápiz 456">
                <a:extLst>
                  <a:ext uri="{FF2B5EF4-FFF2-40B4-BE49-F238E27FC236}">
                    <a16:creationId xmlns:a16="http://schemas.microsoft.com/office/drawing/2014/main" id="{C0CA6A72-CAAE-4C25-A396-6107FCA0FED4}"/>
                  </a:ext>
                </a:extLst>
              </p14:cNvPr>
              <p14:cNvContentPartPr/>
              <p14:nvPr/>
            </p14:nvContentPartPr>
            <p14:xfrm>
              <a:off x="5791487" y="4890402"/>
              <a:ext cx="1751040" cy="664200"/>
            </p14:xfrm>
          </p:contentPart>
        </mc:Choice>
        <mc:Fallback>
          <p:pic>
            <p:nvPicPr>
              <p:cNvPr id="457" name="Entrada de lápiz 456">
                <a:extLst>
                  <a:ext uri="{FF2B5EF4-FFF2-40B4-BE49-F238E27FC236}">
                    <a16:creationId xmlns:a16="http://schemas.microsoft.com/office/drawing/2014/main" id="{C0CA6A72-CAAE-4C25-A396-6107FCA0FED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782487" y="4881407"/>
                <a:ext cx="1768680" cy="6818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547" name="Entrada de lápiz 546">
                <a:extLst>
                  <a:ext uri="{FF2B5EF4-FFF2-40B4-BE49-F238E27FC236}">
                    <a16:creationId xmlns:a16="http://schemas.microsoft.com/office/drawing/2014/main" id="{83379150-ED11-48C8-8640-84D200B588F5}"/>
                  </a:ext>
                </a:extLst>
              </p14:cNvPr>
              <p14:cNvContentPartPr/>
              <p14:nvPr/>
            </p14:nvContentPartPr>
            <p14:xfrm>
              <a:off x="1607207" y="5701842"/>
              <a:ext cx="6894000" cy="1221840"/>
            </p14:xfrm>
          </p:contentPart>
        </mc:Choice>
        <mc:Fallback>
          <p:pic>
            <p:nvPicPr>
              <p:cNvPr id="547" name="Entrada de lápiz 546">
                <a:extLst>
                  <a:ext uri="{FF2B5EF4-FFF2-40B4-BE49-F238E27FC236}">
                    <a16:creationId xmlns:a16="http://schemas.microsoft.com/office/drawing/2014/main" id="{83379150-ED11-48C8-8640-84D200B588F5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598207" y="5692842"/>
                <a:ext cx="6911640" cy="1239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604440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AC4281DA-67B9-43FB-B1F7-1737DB830A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3991" y="135834"/>
            <a:ext cx="8221236" cy="658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4347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3" name="Entrada de lápiz 22">
                <a:extLst>
                  <a:ext uri="{FF2B5EF4-FFF2-40B4-BE49-F238E27FC236}">
                    <a16:creationId xmlns:a16="http://schemas.microsoft.com/office/drawing/2014/main" id="{8ECABC1D-7E92-47BF-ADCF-03EA86218615}"/>
                  </a:ext>
                </a:extLst>
              </p14:cNvPr>
              <p14:cNvContentPartPr/>
              <p14:nvPr/>
            </p14:nvContentPartPr>
            <p14:xfrm>
              <a:off x="1769567" y="615402"/>
              <a:ext cx="2004840" cy="1283400"/>
            </p14:xfrm>
          </p:contentPart>
        </mc:Choice>
        <mc:Fallback>
          <p:pic>
            <p:nvPicPr>
              <p:cNvPr id="23" name="Entrada de lápiz 22">
                <a:extLst>
                  <a:ext uri="{FF2B5EF4-FFF2-40B4-BE49-F238E27FC236}">
                    <a16:creationId xmlns:a16="http://schemas.microsoft.com/office/drawing/2014/main" id="{8ECABC1D-7E92-47BF-ADCF-03EA862186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60569" y="606402"/>
                <a:ext cx="2022477" cy="130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6" name="Entrada de lápiz 55">
                <a:extLst>
                  <a:ext uri="{FF2B5EF4-FFF2-40B4-BE49-F238E27FC236}">
                    <a16:creationId xmlns:a16="http://schemas.microsoft.com/office/drawing/2014/main" id="{B596B569-70A9-478D-A948-1BD8589CD0A5}"/>
                  </a:ext>
                </a:extLst>
              </p14:cNvPr>
              <p14:cNvContentPartPr/>
              <p14:nvPr/>
            </p14:nvContentPartPr>
            <p14:xfrm>
              <a:off x="9952727" y="119322"/>
              <a:ext cx="1712520" cy="1770120"/>
            </p14:xfrm>
          </p:contentPart>
        </mc:Choice>
        <mc:Fallback>
          <p:pic>
            <p:nvPicPr>
              <p:cNvPr id="56" name="Entrada de lápiz 55">
                <a:extLst>
                  <a:ext uri="{FF2B5EF4-FFF2-40B4-BE49-F238E27FC236}">
                    <a16:creationId xmlns:a16="http://schemas.microsoft.com/office/drawing/2014/main" id="{B596B569-70A9-478D-A948-1BD8589CD0A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943729" y="110322"/>
                <a:ext cx="1730156" cy="178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9" name="Entrada de lápiz 88">
                <a:extLst>
                  <a:ext uri="{FF2B5EF4-FFF2-40B4-BE49-F238E27FC236}">
                    <a16:creationId xmlns:a16="http://schemas.microsoft.com/office/drawing/2014/main" id="{C7196EB9-8166-4E5F-A6A5-741748A795F3}"/>
                  </a:ext>
                </a:extLst>
              </p14:cNvPr>
              <p14:cNvContentPartPr/>
              <p14:nvPr/>
            </p14:nvContentPartPr>
            <p14:xfrm>
              <a:off x="9251447" y="2305242"/>
              <a:ext cx="1506600" cy="686520"/>
            </p14:xfrm>
          </p:contentPart>
        </mc:Choice>
        <mc:Fallback>
          <p:pic>
            <p:nvPicPr>
              <p:cNvPr id="89" name="Entrada de lápiz 88">
                <a:extLst>
                  <a:ext uri="{FF2B5EF4-FFF2-40B4-BE49-F238E27FC236}">
                    <a16:creationId xmlns:a16="http://schemas.microsoft.com/office/drawing/2014/main" id="{C7196EB9-8166-4E5F-A6A5-741748A795F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242447" y="2296602"/>
                <a:ext cx="1524240" cy="70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97" name="Entrada de lápiz 96">
                <a:extLst>
                  <a:ext uri="{FF2B5EF4-FFF2-40B4-BE49-F238E27FC236}">
                    <a16:creationId xmlns:a16="http://schemas.microsoft.com/office/drawing/2014/main" id="{6B10D55F-EF9B-47C8-8A85-7A2A66518959}"/>
                  </a:ext>
                </a:extLst>
              </p14:cNvPr>
              <p14:cNvContentPartPr/>
              <p14:nvPr/>
            </p14:nvContentPartPr>
            <p14:xfrm>
              <a:off x="10565807" y="3058722"/>
              <a:ext cx="952560" cy="270720"/>
            </p14:xfrm>
          </p:contentPart>
        </mc:Choice>
        <mc:Fallback>
          <p:pic>
            <p:nvPicPr>
              <p:cNvPr id="97" name="Entrada de lápiz 96">
                <a:extLst>
                  <a:ext uri="{FF2B5EF4-FFF2-40B4-BE49-F238E27FC236}">
                    <a16:creationId xmlns:a16="http://schemas.microsoft.com/office/drawing/2014/main" id="{6B10D55F-EF9B-47C8-8A85-7A2A6651895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556804" y="3049734"/>
                <a:ext cx="970207" cy="2883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01" name="Entrada de lápiz 100">
                <a:extLst>
                  <a:ext uri="{FF2B5EF4-FFF2-40B4-BE49-F238E27FC236}">
                    <a16:creationId xmlns:a16="http://schemas.microsoft.com/office/drawing/2014/main" id="{294C5EEF-26C0-407F-81F9-88206C94B809}"/>
                  </a:ext>
                </a:extLst>
              </p14:cNvPr>
              <p14:cNvContentPartPr/>
              <p14:nvPr/>
            </p14:nvContentPartPr>
            <p14:xfrm>
              <a:off x="10684607" y="3758922"/>
              <a:ext cx="344880" cy="61560"/>
            </p14:xfrm>
          </p:contentPart>
        </mc:Choice>
        <mc:Fallback>
          <p:pic>
            <p:nvPicPr>
              <p:cNvPr id="101" name="Entrada de lápiz 100">
                <a:extLst>
                  <a:ext uri="{FF2B5EF4-FFF2-40B4-BE49-F238E27FC236}">
                    <a16:creationId xmlns:a16="http://schemas.microsoft.com/office/drawing/2014/main" id="{294C5EEF-26C0-407F-81F9-88206C94B80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675967" y="3749922"/>
                <a:ext cx="36252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8" name="Entrada de lápiz 107">
                <a:extLst>
                  <a:ext uri="{FF2B5EF4-FFF2-40B4-BE49-F238E27FC236}">
                    <a16:creationId xmlns:a16="http://schemas.microsoft.com/office/drawing/2014/main" id="{1E0A91AB-DE2F-423C-A636-893BDB7DAE39}"/>
                  </a:ext>
                </a:extLst>
              </p14:cNvPr>
              <p14:cNvContentPartPr/>
              <p14:nvPr/>
            </p14:nvContentPartPr>
            <p14:xfrm>
              <a:off x="11473367" y="3559482"/>
              <a:ext cx="155880" cy="156600"/>
            </p14:xfrm>
          </p:contentPart>
        </mc:Choice>
        <mc:Fallback>
          <p:pic>
            <p:nvPicPr>
              <p:cNvPr id="108" name="Entrada de lápiz 107">
                <a:extLst>
                  <a:ext uri="{FF2B5EF4-FFF2-40B4-BE49-F238E27FC236}">
                    <a16:creationId xmlns:a16="http://schemas.microsoft.com/office/drawing/2014/main" id="{1E0A91AB-DE2F-423C-A636-893BDB7DAE3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464367" y="3550482"/>
                <a:ext cx="17352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9" name="Entrada de lápiz 108">
                <a:extLst>
                  <a:ext uri="{FF2B5EF4-FFF2-40B4-BE49-F238E27FC236}">
                    <a16:creationId xmlns:a16="http://schemas.microsoft.com/office/drawing/2014/main" id="{34590E1C-8255-49D7-8A02-B4D21E23976D}"/>
                  </a:ext>
                </a:extLst>
              </p14:cNvPr>
              <p14:cNvContentPartPr/>
              <p14:nvPr/>
            </p14:nvContentPartPr>
            <p14:xfrm>
              <a:off x="10621247" y="3452202"/>
              <a:ext cx="700920" cy="257400"/>
            </p14:xfrm>
          </p:contentPart>
        </mc:Choice>
        <mc:Fallback>
          <p:pic>
            <p:nvPicPr>
              <p:cNvPr id="109" name="Entrada de lápiz 108">
                <a:extLst>
                  <a:ext uri="{FF2B5EF4-FFF2-40B4-BE49-F238E27FC236}">
                    <a16:creationId xmlns:a16="http://schemas.microsoft.com/office/drawing/2014/main" id="{34590E1C-8255-49D7-8A02-B4D21E23976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612247" y="3443202"/>
                <a:ext cx="718560" cy="27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23" name="Entrada de lápiz 122">
                <a:extLst>
                  <a:ext uri="{FF2B5EF4-FFF2-40B4-BE49-F238E27FC236}">
                    <a16:creationId xmlns:a16="http://schemas.microsoft.com/office/drawing/2014/main" id="{998A854C-8ED9-4E2C-8C5E-5BB834962ED0}"/>
                  </a:ext>
                </a:extLst>
              </p14:cNvPr>
              <p14:cNvContentPartPr/>
              <p14:nvPr/>
            </p14:nvContentPartPr>
            <p14:xfrm>
              <a:off x="10433687" y="3880242"/>
              <a:ext cx="1703160" cy="1173240"/>
            </p14:xfrm>
          </p:contentPart>
        </mc:Choice>
        <mc:Fallback>
          <p:pic>
            <p:nvPicPr>
              <p:cNvPr id="123" name="Entrada de lápiz 122">
                <a:extLst>
                  <a:ext uri="{FF2B5EF4-FFF2-40B4-BE49-F238E27FC236}">
                    <a16:creationId xmlns:a16="http://schemas.microsoft.com/office/drawing/2014/main" id="{998A854C-8ED9-4E2C-8C5E-5BB834962ED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425047" y="3871239"/>
                <a:ext cx="1720800" cy="11908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27" name="Entrada de lápiz 126">
                <a:extLst>
                  <a:ext uri="{FF2B5EF4-FFF2-40B4-BE49-F238E27FC236}">
                    <a16:creationId xmlns:a16="http://schemas.microsoft.com/office/drawing/2014/main" id="{C0940DCD-47BC-4EB9-88F4-7D025DC1B874}"/>
                  </a:ext>
                </a:extLst>
              </p14:cNvPr>
              <p14:cNvContentPartPr/>
              <p14:nvPr/>
            </p14:nvContentPartPr>
            <p14:xfrm>
              <a:off x="9898727" y="5177322"/>
              <a:ext cx="432360" cy="573480"/>
            </p14:xfrm>
          </p:contentPart>
        </mc:Choice>
        <mc:Fallback>
          <p:pic>
            <p:nvPicPr>
              <p:cNvPr id="127" name="Entrada de lápiz 126">
                <a:extLst>
                  <a:ext uri="{FF2B5EF4-FFF2-40B4-BE49-F238E27FC236}">
                    <a16:creationId xmlns:a16="http://schemas.microsoft.com/office/drawing/2014/main" id="{C0940DCD-47BC-4EB9-88F4-7D025DC1B87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889727" y="5168682"/>
                <a:ext cx="450000" cy="59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28" name="Entrada de lápiz 127">
                <a:extLst>
                  <a:ext uri="{FF2B5EF4-FFF2-40B4-BE49-F238E27FC236}">
                    <a16:creationId xmlns:a16="http://schemas.microsoft.com/office/drawing/2014/main" id="{BD647DF9-7563-4B97-8898-2B3C9523B1BE}"/>
                  </a:ext>
                </a:extLst>
              </p14:cNvPr>
              <p14:cNvContentPartPr/>
              <p14:nvPr/>
            </p14:nvContentPartPr>
            <p14:xfrm>
              <a:off x="10446287" y="5451282"/>
              <a:ext cx="196200" cy="155880"/>
            </p14:xfrm>
          </p:contentPart>
        </mc:Choice>
        <mc:Fallback>
          <p:pic>
            <p:nvPicPr>
              <p:cNvPr id="128" name="Entrada de lápiz 127">
                <a:extLst>
                  <a:ext uri="{FF2B5EF4-FFF2-40B4-BE49-F238E27FC236}">
                    <a16:creationId xmlns:a16="http://schemas.microsoft.com/office/drawing/2014/main" id="{BD647DF9-7563-4B97-8898-2B3C9523B1B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437287" y="5442642"/>
                <a:ext cx="213840" cy="1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29" name="Entrada de lápiz 128">
                <a:extLst>
                  <a:ext uri="{FF2B5EF4-FFF2-40B4-BE49-F238E27FC236}">
                    <a16:creationId xmlns:a16="http://schemas.microsoft.com/office/drawing/2014/main" id="{6F55550A-8DC9-400C-828B-D91FA376FE64}"/>
                  </a:ext>
                </a:extLst>
              </p14:cNvPr>
              <p14:cNvContentPartPr/>
              <p14:nvPr/>
            </p14:nvContentPartPr>
            <p14:xfrm>
              <a:off x="10579847" y="5284242"/>
              <a:ext cx="88200" cy="96480"/>
            </p14:xfrm>
          </p:contentPart>
        </mc:Choice>
        <mc:Fallback>
          <p:pic>
            <p:nvPicPr>
              <p:cNvPr id="129" name="Entrada de lápiz 128">
                <a:extLst>
                  <a:ext uri="{FF2B5EF4-FFF2-40B4-BE49-F238E27FC236}">
                    <a16:creationId xmlns:a16="http://schemas.microsoft.com/office/drawing/2014/main" id="{6F55550A-8DC9-400C-828B-D91FA376FE6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571207" y="5275602"/>
                <a:ext cx="10584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34" name="Entrada de lápiz 133">
                <a:extLst>
                  <a:ext uri="{FF2B5EF4-FFF2-40B4-BE49-F238E27FC236}">
                    <a16:creationId xmlns:a16="http://schemas.microsoft.com/office/drawing/2014/main" id="{669BEAA2-B146-47EF-B139-4BB14FDBC4D0}"/>
                  </a:ext>
                </a:extLst>
              </p14:cNvPr>
              <p14:cNvContentPartPr/>
              <p14:nvPr/>
            </p14:nvContentPartPr>
            <p14:xfrm>
              <a:off x="10886567" y="5722722"/>
              <a:ext cx="209160" cy="96120"/>
            </p14:xfrm>
          </p:contentPart>
        </mc:Choice>
        <mc:Fallback>
          <p:pic>
            <p:nvPicPr>
              <p:cNvPr id="134" name="Entrada de lápiz 133">
                <a:extLst>
                  <a:ext uri="{FF2B5EF4-FFF2-40B4-BE49-F238E27FC236}">
                    <a16:creationId xmlns:a16="http://schemas.microsoft.com/office/drawing/2014/main" id="{669BEAA2-B146-47EF-B139-4BB14FDBC4D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877927" y="5713722"/>
                <a:ext cx="226800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35" name="Entrada de lápiz 134">
                <a:extLst>
                  <a:ext uri="{FF2B5EF4-FFF2-40B4-BE49-F238E27FC236}">
                    <a16:creationId xmlns:a16="http://schemas.microsoft.com/office/drawing/2014/main" id="{1F1B5E61-62C0-4D3C-8EF4-D3B851F4EE66}"/>
                  </a:ext>
                </a:extLst>
              </p14:cNvPr>
              <p14:cNvContentPartPr/>
              <p14:nvPr/>
            </p14:nvContentPartPr>
            <p14:xfrm>
              <a:off x="10812407" y="5323122"/>
              <a:ext cx="336960" cy="317880"/>
            </p14:xfrm>
          </p:contentPart>
        </mc:Choice>
        <mc:Fallback>
          <p:pic>
            <p:nvPicPr>
              <p:cNvPr id="135" name="Entrada de lápiz 134">
                <a:extLst>
                  <a:ext uri="{FF2B5EF4-FFF2-40B4-BE49-F238E27FC236}">
                    <a16:creationId xmlns:a16="http://schemas.microsoft.com/office/drawing/2014/main" id="{1F1B5E61-62C0-4D3C-8EF4-D3B851F4EE6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803417" y="5314122"/>
                <a:ext cx="354581" cy="33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74" name="Entrada de lápiz 173">
                <a:extLst>
                  <a:ext uri="{FF2B5EF4-FFF2-40B4-BE49-F238E27FC236}">
                    <a16:creationId xmlns:a16="http://schemas.microsoft.com/office/drawing/2014/main" id="{E41D812A-4FF3-44B4-95F6-13DCB0354ED0}"/>
                  </a:ext>
                </a:extLst>
              </p14:cNvPr>
              <p14:cNvContentPartPr/>
              <p14:nvPr/>
            </p14:nvContentPartPr>
            <p14:xfrm>
              <a:off x="9675887" y="5891922"/>
              <a:ext cx="2437200" cy="1026720"/>
            </p14:xfrm>
          </p:contentPart>
        </mc:Choice>
        <mc:Fallback>
          <p:pic>
            <p:nvPicPr>
              <p:cNvPr id="174" name="Entrada de lápiz 173">
                <a:extLst>
                  <a:ext uri="{FF2B5EF4-FFF2-40B4-BE49-F238E27FC236}">
                    <a16:creationId xmlns:a16="http://schemas.microsoft.com/office/drawing/2014/main" id="{E41D812A-4FF3-44B4-95F6-13DCB0354ED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666887" y="5883282"/>
                <a:ext cx="2454840" cy="10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75" name="Entrada de lápiz 174">
                <a:extLst>
                  <a:ext uri="{FF2B5EF4-FFF2-40B4-BE49-F238E27FC236}">
                    <a16:creationId xmlns:a16="http://schemas.microsoft.com/office/drawing/2014/main" id="{75207D15-FCCC-44F1-9C38-7DBBB5DFA8C1}"/>
                  </a:ext>
                </a:extLst>
              </p14:cNvPr>
              <p14:cNvContentPartPr/>
              <p14:nvPr/>
            </p14:nvContentPartPr>
            <p14:xfrm>
              <a:off x="1290407" y="2422690"/>
              <a:ext cx="202320" cy="11520"/>
            </p14:xfrm>
          </p:contentPart>
        </mc:Choice>
        <mc:Fallback>
          <p:pic>
            <p:nvPicPr>
              <p:cNvPr id="175" name="Entrada de lápiz 174">
                <a:extLst>
                  <a:ext uri="{FF2B5EF4-FFF2-40B4-BE49-F238E27FC236}">
                    <a16:creationId xmlns:a16="http://schemas.microsoft.com/office/drawing/2014/main" id="{75207D15-FCCC-44F1-9C38-7DBBB5DFA8C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281407" y="2413690"/>
                <a:ext cx="21996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76" name="Entrada de lápiz 175">
                <a:extLst>
                  <a:ext uri="{FF2B5EF4-FFF2-40B4-BE49-F238E27FC236}">
                    <a16:creationId xmlns:a16="http://schemas.microsoft.com/office/drawing/2014/main" id="{28139222-C14D-473F-A56D-25F360127AC7}"/>
                  </a:ext>
                </a:extLst>
              </p14:cNvPr>
              <p14:cNvContentPartPr/>
              <p14:nvPr/>
            </p14:nvContentPartPr>
            <p14:xfrm>
              <a:off x="1331447" y="2533930"/>
              <a:ext cx="243360" cy="25560"/>
            </p14:xfrm>
          </p:contentPart>
        </mc:Choice>
        <mc:Fallback>
          <p:pic>
            <p:nvPicPr>
              <p:cNvPr id="176" name="Entrada de lápiz 175">
                <a:extLst>
                  <a:ext uri="{FF2B5EF4-FFF2-40B4-BE49-F238E27FC236}">
                    <a16:creationId xmlns:a16="http://schemas.microsoft.com/office/drawing/2014/main" id="{28139222-C14D-473F-A56D-25F360127AC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322447" y="2525290"/>
                <a:ext cx="26100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80" name="Entrada de lápiz 179">
                <a:extLst>
                  <a:ext uri="{FF2B5EF4-FFF2-40B4-BE49-F238E27FC236}">
                    <a16:creationId xmlns:a16="http://schemas.microsoft.com/office/drawing/2014/main" id="{D22BC573-09C5-4578-A9FE-E6A63391FBA3}"/>
                  </a:ext>
                </a:extLst>
              </p14:cNvPr>
              <p14:cNvContentPartPr/>
              <p14:nvPr/>
            </p14:nvContentPartPr>
            <p14:xfrm>
              <a:off x="1742207" y="2316850"/>
              <a:ext cx="324360" cy="306360"/>
            </p14:xfrm>
          </p:contentPart>
        </mc:Choice>
        <mc:Fallback>
          <p:pic>
            <p:nvPicPr>
              <p:cNvPr id="180" name="Entrada de lápiz 179">
                <a:extLst>
                  <a:ext uri="{FF2B5EF4-FFF2-40B4-BE49-F238E27FC236}">
                    <a16:creationId xmlns:a16="http://schemas.microsoft.com/office/drawing/2014/main" id="{D22BC573-09C5-4578-A9FE-E6A63391FBA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733207" y="2308210"/>
                <a:ext cx="34200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94" name="Entrada de lápiz 193">
                <a:extLst>
                  <a:ext uri="{FF2B5EF4-FFF2-40B4-BE49-F238E27FC236}">
                    <a16:creationId xmlns:a16="http://schemas.microsoft.com/office/drawing/2014/main" id="{2ECF0D97-5EAD-4902-A4CE-ED0512006723}"/>
                  </a:ext>
                </a:extLst>
              </p14:cNvPr>
              <p14:cNvContentPartPr/>
              <p14:nvPr/>
            </p14:nvContentPartPr>
            <p14:xfrm>
              <a:off x="3281207" y="2232610"/>
              <a:ext cx="237240" cy="712440"/>
            </p14:xfrm>
          </p:contentPart>
        </mc:Choice>
        <mc:Fallback>
          <p:pic>
            <p:nvPicPr>
              <p:cNvPr id="194" name="Entrada de lápiz 193">
                <a:extLst>
                  <a:ext uri="{FF2B5EF4-FFF2-40B4-BE49-F238E27FC236}">
                    <a16:creationId xmlns:a16="http://schemas.microsoft.com/office/drawing/2014/main" id="{2ECF0D97-5EAD-4902-A4CE-ED0512006723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272207" y="2223970"/>
                <a:ext cx="254880" cy="73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195" name="Entrada de lápiz 194">
                <a:extLst>
                  <a:ext uri="{FF2B5EF4-FFF2-40B4-BE49-F238E27FC236}">
                    <a16:creationId xmlns:a16="http://schemas.microsoft.com/office/drawing/2014/main" id="{CA16F796-A4D5-4AD0-BC71-5B3A05D1B8FD}"/>
                  </a:ext>
                </a:extLst>
              </p14:cNvPr>
              <p14:cNvContentPartPr/>
              <p14:nvPr/>
            </p14:nvContentPartPr>
            <p14:xfrm>
              <a:off x="2192927" y="2207410"/>
              <a:ext cx="939240" cy="549720"/>
            </p14:xfrm>
          </p:contentPart>
        </mc:Choice>
        <mc:Fallback>
          <p:pic>
            <p:nvPicPr>
              <p:cNvPr id="195" name="Entrada de lápiz 194">
                <a:extLst>
                  <a:ext uri="{FF2B5EF4-FFF2-40B4-BE49-F238E27FC236}">
                    <a16:creationId xmlns:a16="http://schemas.microsoft.com/office/drawing/2014/main" id="{CA16F796-A4D5-4AD0-BC71-5B3A05D1B8F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183927" y="2198764"/>
                <a:ext cx="956880" cy="5673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98" name="Entrada de lápiz 197">
                <a:extLst>
                  <a:ext uri="{FF2B5EF4-FFF2-40B4-BE49-F238E27FC236}">
                    <a16:creationId xmlns:a16="http://schemas.microsoft.com/office/drawing/2014/main" id="{B9381CDD-C0E5-4539-A5F3-A5993DDAF16D}"/>
                  </a:ext>
                </a:extLst>
              </p14:cNvPr>
              <p14:cNvContentPartPr/>
              <p14:nvPr/>
            </p14:nvContentPartPr>
            <p14:xfrm>
              <a:off x="3650927" y="2693410"/>
              <a:ext cx="141840" cy="128160"/>
            </p14:xfrm>
          </p:contentPart>
        </mc:Choice>
        <mc:Fallback>
          <p:pic>
            <p:nvPicPr>
              <p:cNvPr id="198" name="Entrada de lápiz 197">
                <a:extLst>
                  <a:ext uri="{FF2B5EF4-FFF2-40B4-BE49-F238E27FC236}">
                    <a16:creationId xmlns:a16="http://schemas.microsoft.com/office/drawing/2014/main" id="{B9381CDD-C0E5-4539-A5F3-A5993DDAF16D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642287" y="2684410"/>
                <a:ext cx="15948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99" name="Entrada de lápiz 198">
                <a:extLst>
                  <a:ext uri="{FF2B5EF4-FFF2-40B4-BE49-F238E27FC236}">
                    <a16:creationId xmlns:a16="http://schemas.microsoft.com/office/drawing/2014/main" id="{F9C6AF03-BFF8-4E67-9013-D42DF3709E18}"/>
                  </a:ext>
                </a:extLst>
              </p14:cNvPr>
              <p14:cNvContentPartPr/>
              <p14:nvPr/>
            </p14:nvContentPartPr>
            <p14:xfrm>
              <a:off x="3636167" y="2428810"/>
              <a:ext cx="181440" cy="185760"/>
            </p14:xfrm>
          </p:contentPart>
        </mc:Choice>
        <mc:Fallback>
          <p:pic>
            <p:nvPicPr>
              <p:cNvPr id="199" name="Entrada de lápiz 198">
                <a:extLst>
                  <a:ext uri="{FF2B5EF4-FFF2-40B4-BE49-F238E27FC236}">
                    <a16:creationId xmlns:a16="http://schemas.microsoft.com/office/drawing/2014/main" id="{F9C6AF03-BFF8-4E67-9013-D42DF3709E1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627167" y="2420170"/>
                <a:ext cx="19908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06" name="Entrada de lápiz 205">
                <a:extLst>
                  <a:ext uri="{FF2B5EF4-FFF2-40B4-BE49-F238E27FC236}">
                    <a16:creationId xmlns:a16="http://schemas.microsoft.com/office/drawing/2014/main" id="{05E917B1-C34C-43A6-9F75-32046851DAAF}"/>
                  </a:ext>
                </a:extLst>
              </p14:cNvPr>
              <p14:cNvContentPartPr/>
              <p14:nvPr/>
            </p14:nvContentPartPr>
            <p14:xfrm>
              <a:off x="3967727" y="2234770"/>
              <a:ext cx="459720" cy="358920"/>
            </p14:xfrm>
          </p:contentPart>
        </mc:Choice>
        <mc:Fallback>
          <p:pic>
            <p:nvPicPr>
              <p:cNvPr id="206" name="Entrada de lápiz 205">
                <a:extLst>
                  <a:ext uri="{FF2B5EF4-FFF2-40B4-BE49-F238E27FC236}">
                    <a16:creationId xmlns:a16="http://schemas.microsoft.com/office/drawing/2014/main" id="{05E917B1-C34C-43A6-9F75-32046851DAAF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959087" y="2226130"/>
                <a:ext cx="477360" cy="37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11" name="Entrada de lápiz 210">
                <a:extLst>
                  <a:ext uri="{FF2B5EF4-FFF2-40B4-BE49-F238E27FC236}">
                    <a16:creationId xmlns:a16="http://schemas.microsoft.com/office/drawing/2014/main" id="{79893624-DD56-4F43-AF85-5BC52D9280B6}"/>
                  </a:ext>
                </a:extLst>
              </p14:cNvPr>
              <p14:cNvContentPartPr/>
              <p14:nvPr/>
            </p14:nvContentPartPr>
            <p14:xfrm>
              <a:off x="4546967" y="2198770"/>
              <a:ext cx="432000" cy="427680"/>
            </p14:xfrm>
          </p:contentPart>
        </mc:Choice>
        <mc:Fallback>
          <p:pic>
            <p:nvPicPr>
              <p:cNvPr id="211" name="Entrada de lápiz 210">
                <a:extLst>
                  <a:ext uri="{FF2B5EF4-FFF2-40B4-BE49-F238E27FC236}">
                    <a16:creationId xmlns:a16="http://schemas.microsoft.com/office/drawing/2014/main" id="{79893624-DD56-4F43-AF85-5BC52D9280B6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537967" y="2189770"/>
                <a:ext cx="449640" cy="44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12" name="Entrada de lápiz 211">
                <a:extLst>
                  <a:ext uri="{FF2B5EF4-FFF2-40B4-BE49-F238E27FC236}">
                    <a16:creationId xmlns:a16="http://schemas.microsoft.com/office/drawing/2014/main" id="{D027E51F-357B-4593-80DB-A1D94254B694}"/>
                  </a:ext>
                </a:extLst>
              </p14:cNvPr>
              <p14:cNvContentPartPr/>
              <p14:nvPr/>
            </p14:nvContentPartPr>
            <p14:xfrm>
              <a:off x="1334687" y="3343570"/>
              <a:ext cx="160560" cy="23040"/>
            </p14:xfrm>
          </p:contentPart>
        </mc:Choice>
        <mc:Fallback>
          <p:pic>
            <p:nvPicPr>
              <p:cNvPr id="212" name="Entrada de lápiz 211">
                <a:extLst>
                  <a:ext uri="{FF2B5EF4-FFF2-40B4-BE49-F238E27FC236}">
                    <a16:creationId xmlns:a16="http://schemas.microsoft.com/office/drawing/2014/main" id="{D027E51F-357B-4593-80DB-A1D94254B694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326047" y="3334930"/>
                <a:ext cx="17820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213" name="Entrada de lápiz 212">
                <a:extLst>
                  <a:ext uri="{FF2B5EF4-FFF2-40B4-BE49-F238E27FC236}">
                    <a16:creationId xmlns:a16="http://schemas.microsoft.com/office/drawing/2014/main" id="{C8C1D3A8-8F95-4F57-BC42-1398D4BD27F9}"/>
                  </a:ext>
                </a:extLst>
              </p14:cNvPr>
              <p14:cNvContentPartPr/>
              <p14:nvPr/>
            </p14:nvContentPartPr>
            <p14:xfrm>
              <a:off x="1362407" y="3475690"/>
              <a:ext cx="200160" cy="31320"/>
            </p14:xfrm>
          </p:contentPart>
        </mc:Choice>
        <mc:Fallback>
          <p:pic>
            <p:nvPicPr>
              <p:cNvPr id="213" name="Entrada de lápiz 212">
                <a:extLst>
                  <a:ext uri="{FF2B5EF4-FFF2-40B4-BE49-F238E27FC236}">
                    <a16:creationId xmlns:a16="http://schemas.microsoft.com/office/drawing/2014/main" id="{C8C1D3A8-8F95-4F57-BC42-1398D4BD27F9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353407" y="3466690"/>
                <a:ext cx="21780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223" name="Entrada de lápiz 222">
                <a:extLst>
                  <a:ext uri="{FF2B5EF4-FFF2-40B4-BE49-F238E27FC236}">
                    <a16:creationId xmlns:a16="http://schemas.microsoft.com/office/drawing/2014/main" id="{71548BA6-3DB1-4B7F-A279-7924FACACD16}"/>
                  </a:ext>
                </a:extLst>
              </p14:cNvPr>
              <p14:cNvContentPartPr/>
              <p14:nvPr/>
            </p14:nvContentPartPr>
            <p14:xfrm>
              <a:off x="2236847" y="3142330"/>
              <a:ext cx="357840" cy="349200"/>
            </p14:xfrm>
          </p:contentPart>
        </mc:Choice>
        <mc:Fallback>
          <p:pic>
            <p:nvPicPr>
              <p:cNvPr id="223" name="Entrada de lápiz 222">
                <a:extLst>
                  <a:ext uri="{FF2B5EF4-FFF2-40B4-BE49-F238E27FC236}">
                    <a16:creationId xmlns:a16="http://schemas.microsoft.com/office/drawing/2014/main" id="{71548BA6-3DB1-4B7F-A279-7924FACACD16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228207" y="3133690"/>
                <a:ext cx="375480" cy="36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224" name="Entrada de lápiz 223">
                <a:extLst>
                  <a:ext uri="{FF2B5EF4-FFF2-40B4-BE49-F238E27FC236}">
                    <a16:creationId xmlns:a16="http://schemas.microsoft.com/office/drawing/2014/main" id="{997CB42B-A68E-4446-AA9A-8D1E617781F5}"/>
                  </a:ext>
                </a:extLst>
              </p14:cNvPr>
              <p14:cNvContentPartPr/>
              <p14:nvPr/>
            </p14:nvContentPartPr>
            <p14:xfrm>
              <a:off x="1725287" y="3221530"/>
              <a:ext cx="393480" cy="467280"/>
            </p14:xfrm>
          </p:contentPart>
        </mc:Choice>
        <mc:Fallback>
          <p:pic>
            <p:nvPicPr>
              <p:cNvPr id="224" name="Entrada de lápiz 223">
                <a:extLst>
                  <a:ext uri="{FF2B5EF4-FFF2-40B4-BE49-F238E27FC236}">
                    <a16:creationId xmlns:a16="http://schemas.microsoft.com/office/drawing/2014/main" id="{997CB42B-A68E-4446-AA9A-8D1E617781F5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716287" y="3212530"/>
                <a:ext cx="411120" cy="48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225" name="Entrada de lápiz 224">
                <a:extLst>
                  <a:ext uri="{FF2B5EF4-FFF2-40B4-BE49-F238E27FC236}">
                    <a16:creationId xmlns:a16="http://schemas.microsoft.com/office/drawing/2014/main" id="{99E77490-6397-41B0-A845-0E370A6E1270}"/>
                  </a:ext>
                </a:extLst>
              </p14:cNvPr>
              <p14:cNvContentPartPr/>
              <p14:nvPr/>
            </p14:nvContentPartPr>
            <p14:xfrm>
              <a:off x="2870807" y="3454810"/>
              <a:ext cx="150840" cy="20880"/>
            </p14:xfrm>
          </p:contentPart>
        </mc:Choice>
        <mc:Fallback>
          <p:pic>
            <p:nvPicPr>
              <p:cNvPr id="225" name="Entrada de lápiz 224">
                <a:extLst>
                  <a:ext uri="{FF2B5EF4-FFF2-40B4-BE49-F238E27FC236}">
                    <a16:creationId xmlns:a16="http://schemas.microsoft.com/office/drawing/2014/main" id="{99E77490-6397-41B0-A845-0E370A6E1270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862167" y="3445810"/>
                <a:ext cx="16848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229" name="Entrada de lápiz 228">
                <a:extLst>
                  <a:ext uri="{FF2B5EF4-FFF2-40B4-BE49-F238E27FC236}">
                    <a16:creationId xmlns:a16="http://schemas.microsoft.com/office/drawing/2014/main" id="{F904E3BA-AB5A-430B-98E7-7D6DC146BFBB}"/>
                  </a:ext>
                </a:extLst>
              </p14:cNvPr>
              <p14:cNvContentPartPr/>
              <p14:nvPr/>
            </p14:nvContentPartPr>
            <p14:xfrm>
              <a:off x="3354287" y="3241330"/>
              <a:ext cx="219600" cy="201960"/>
            </p14:xfrm>
          </p:contentPart>
        </mc:Choice>
        <mc:Fallback>
          <p:pic>
            <p:nvPicPr>
              <p:cNvPr id="229" name="Entrada de lápiz 228">
                <a:extLst>
                  <a:ext uri="{FF2B5EF4-FFF2-40B4-BE49-F238E27FC236}">
                    <a16:creationId xmlns:a16="http://schemas.microsoft.com/office/drawing/2014/main" id="{F904E3BA-AB5A-430B-98E7-7D6DC146BFBB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345287" y="3232346"/>
                <a:ext cx="237240" cy="2195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230" name="Entrada de lápiz 229">
                <a:extLst>
                  <a:ext uri="{FF2B5EF4-FFF2-40B4-BE49-F238E27FC236}">
                    <a16:creationId xmlns:a16="http://schemas.microsoft.com/office/drawing/2014/main" id="{E35D84F1-7EE5-4207-B2A5-5A57CA88A691}"/>
                  </a:ext>
                </a:extLst>
              </p14:cNvPr>
              <p14:cNvContentPartPr/>
              <p14:nvPr/>
            </p14:nvContentPartPr>
            <p14:xfrm>
              <a:off x="3425207" y="3532570"/>
              <a:ext cx="244800" cy="202680"/>
            </p14:xfrm>
          </p:contentPart>
        </mc:Choice>
        <mc:Fallback>
          <p:pic>
            <p:nvPicPr>
              <p:cNvPr id="230" name="Entrada de lápiz 229">
                <a:extLst>
                  <a:ext uri="{FF2B5EF4-FFF2-40B4-BE49-F238E27FC236}">
                    <a16:creationId xmlns:a16="http://schemas.microsoft.com/office/drawing/2014/main" id="{E35D84F1-7EE5-4207-B2A5-5A57CA88A691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416567" y="3523570"/>
                <a:ext cx="26244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242" name="Entrada de lápiz 241">
                <a:extLst>
                  <a:ext uri="{FF2B5EF4-FFF2-40B4-BE49-F238E27FC236}">
                    <a16:creationId xmlns:a16="http://schemas.microsoft.com/office/drawing/2014/main" id="{EBA1766E-9A54-4871-A595-D1264279D368}"/>
                  </a:ext>
                </a:extLst>
              </p14:cNvPr>
              <p14:cNvContentPartPr/>
              <p14:nvPr/>
            </p14:nvContentPartPr>
            <p14:xfrm>
              <a:off x="1392647" y="4244650"/>
              <a:ext cx="168120" cy="37440"/>
            </p14:xfrm>
          </p:contentPart>
        </mc:Choice>
        <mc:Fallback>
          <p:pic>
            <p:nvPicPr>
              <p:cNvPr id="242" name="Entrada de lápiz 241">
                <a:extLst>
                  <a:ext uri="{FF2B5EF4-FFF2-40B4-BE49-F238E27FC236}">
                    <a16:creationId xmlns:a16="http://schemas.microsoft.com/office/drawing/2014/main" id="{EBA1766E-9A54-4871-A595-D1264279D368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383647" y="4235650"/>
                <a:ext cx="18576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243" name="Entrada de lápiz 242">
                <a:extLst>
                  <a:ext uri="{FF2B5EF4-FFF2-40B4-BE49-F238E27FC236}">
                    <a16:creationId xmlns:a16="http://schemas.microsoft.com/office/drawing/2014/main" id="{715D85A6-C513-446D-8FAF-BFEF53D1F5B5}"/>
                  </a:ext>
                </a:extLst>
              </p14:cNvPr>
              <p14:cNvContentPartPr/>
              <p14:nvPr/>
            </p14:nvContentPartPr>
            <p14:xfrm>
              <a:off x="1388687" y="4358410"/>
              <a:ext cx="187920" cy="20160"/>
            </p14:xfrm>
          </p:contentPart>
        </mc:Choice>
        <mc:Fallback>
          <p:pic>
            <p:nvPicPr>
              <p:cNvPr id="243" name="Entrada de lápiz 242">
                <a:extLst>
                  <a:ext uri="{FF2B5EF4-FFF2-40B4-BE49-F238E27FC236}">
                    <a16:creationId xmlns:a16="http://schemas.microsoft.com/office/drawing/2014/main" id="{715D85A6-C513-446D-8FAF-BFEF53D1F5B5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379687" y="4349770"/>
                <a:ext cx="20556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253" name="Entrada de lápiz 252">
                <a:extLst>
                  <a:ext uri="{FF2B5EF4-FFF2-40B4-BE49-F238E27FC236}">
                    <a16:creationId xmlns:a16="http://schemas.microsoft.com/office/drawing/2014/main" id="{B255B6B3-D1D8-4360-A1C5-27986039EE6C}"/>
                  </a:ext>
                </a:extLst>
              </p14:cNvPr>
              <p14:cNvContentPartPr/>
              <p14:nvPr/>
            </p14:nvContentPartPr>
            <p14:xfrm>
              <a:off x="3010487" y="4293610"/>
              <a:ext cx="200880" cy="17640"/>
            </p14:xfrm>
          </p:contentPart>
        </mc:Choice>
        <mc:Fallback>
          <p:pic>
            <p:nvPicPr>
              <p:cNvPr id="253" name="Entrada de lápiz 252">
                <a:extLst>
                  <a:ext uri="{FF2B5EF4-FFF2-40B4-BE49-F238E27FC236}">
                    <a16:creationId xmlns:a16="http://schemas.microsoft.com/office/drawing/2014/main" id="{B255B6B3-D1D8-4360-A1C5-27986039EE6C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001847" y="4284610"/>
                <a:ext cx="21852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256" name="Entrada de lápiz 255">
                <a:extLst>
                  <a:ext uri="{FF2B5EF4-FFF2-40B4-BE49-F238E27FC236}">
                    <a16:creationId xmlns:a16="http://schemas.microsoft.com/office/drawing/2014/main" id="{7EAACD38-2C3B-479D-8079-24FAF5FD68C8}"/>
                  </a:ext>
                </a:extLst>
              </p14:cNvPr>
              <p14:cNvContentPartPr/>
              <p14:nvPr/>
            </p14:nvContentPartPr>
            <p14:xfrm>
              <a:off x="3536087" y="4406650"/>
              <a:ext cx="272880" cy="193680"/>
            </p14:xfrm>
          </p:contentPart>
        </mc:Choice>
        <mc:Fallback>
          <p:pic>
            <p:nvPicPr>
              <p:cNvPr id="256" name="Entrada de lápiz 255">
                <a:extLst>
                  <a:ext uri="{FF2B5EF4-FFF2-40B4-BE49-F238E27FC236}">
                    <a16:creationId xmlns:a16="http://schemas.microsoft.com/office/drawing/2014/main" id="{7EAACD38-2C3B-479D-8079-24FAF5FD68C8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527447" y="4398010"/>
                <a:ext cx="29052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259" name="Entrada de lápiz 258">
                <a:extLst>
                  <a:ext uri="{FF2B5EF4-FFF2-40B4-BE49-F238E27FC236}">
                    <a16:creationId xmlns:a16="http://schemas.microsoft.com/office/drawing/2014/main" id="{5FA6A64A-A516-453E-8926-503D021836F2}"/>
                  </a:ext>
                </a:extLst>
              </p14:cNvPr>
              <p14:cNvContentPartPr/>
              <p14:nvPr/>
            </p14:nvContentPartPr>
            <p14:xfrm>
              <a:off x="3475247" y="4110370"/>
              <a:ext cx="225360" cy="204480"/>
            </p14:xfrm>
          </p:contentPart>
        </mc:Choice>
        <mc:Fallback>
          <p:pic>
            <p:nvPicPr>
              <p:cNvPr id="259" name="Entrada de lápiz 258">
                <a:extLst>
                  <a:ext uri="{FF2B5EF4-FFF2-40B4-BE49-F238E27FC236}">
                    <a16:creationId xmlns:a16="http://schemas.microsoft.com/office/drawing/2014/main" id="{5FA6A64A-A516-453E-8926-503D021836F2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466247" y="4101730"/>
                <a:ext cx="24300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260" name="Entrada de lápiz 259">
                <a:extLst>
                  <a:ext uri="{FF2B5EF4-FFF2-40B4-BE49-F238E27FC236}">
                    <a16:creationId xmlns:a16="http://schemas.microsoft.com/office/drawing/2014/main" id="{358CC810-1FAF-4AD6-974A-A52F4D075AD2}"/>
                  </a:ext>
                </a:extLst>
              </p14:cNvPr>
              <p14:cNvContentPartPr/>
              <p14:nvPr/>
            </p14:nvContentPartPr>
            <p14:xfrm>
              <a:off x="1851647" y="3964210"/>
              <a:ext cx="946440" cy="633960"/>
            </p14:xfrm>
          </p:contentPart>
        </mc:Choice>
        <mc:Fallback>
          <p:pic>
            <p:nvPicPr>
              <p:cNvPr id="260" name="Entrada de lápiz 259">
                <a:extLst>
                  <a:ext uri="{FF2B5EF4-FFF2-40B4-BE49-F238E27FC236}">
                    <a16:creationId xmlns:a16="http://schemas.microsoft.com/office/drawing/2014/main" id="{358CC810-1FAF-4AD6-974A-A52F4D075AD2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843007" y="3955210"/>
                <a:ext cx="964080" cy="65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264" name="Entrada de lápiz 263">
                <a:extLst>
                  <a:ext uri="{FF2B5EF4-FFF2-40B4-BE49-F238E27FC236}">
                    <a16:creationId xmlns:a16="http://schemas.microsoft.com/office/drawing/2014/main" id="{B832A58B-50C1-4561-8820-A9FEEE74CEAD}"/>
                  </a:ext>
                </a:extLst>
              </p14:cNvPr>
              <p14:cNvContentPartPr/>
              <p14:nvPr/>
            </p14:nvContentPartPr>
            <p14:xfrm>
              <a:off x="4417007" y="4393690"/>
              <a:ext cx="254160" cy="122760"/>
            </p14:xfrm>
          </p:contentPart>
        </mc:Choice>
        <mc:Fallback>
          <p:pic>
            <p:nvPicPr>
              <p:cNvPr id="264" name="Entrada de lápiz 263">
                <a:extLst>
                  <a:ext uri="{FF2B5EF4-FFF2-40B4-BE49-F238E27FC236}">
                    <a16:creationId xmlns:a16="http://schemas.microsoft.com/office/drawing/2014/main" id="{B832A58B-50C1-4561-8820-A9FEEE74CEAD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4408367" y="4384690"/>
                <a:ext cx="27180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271" name="Entrada de lápiz 270">
                <a:extLst>
                  <a:ext uri="{FF2B5EF4-FFF2-40B4-BE49-F238E27FC236}">
                    <a16:creationId xmlns:a16="http://schemas.microsoft.com/office/drawing/2014/main" id="{2F205294-9924-4C2E-8007-0E3BBEB00832}"/>
                  </a:ext>
                </a:extLst>
              </p14:cNvPr>
              <p14:cNvContentPartPr/>
              <p14:nvPr/>
            </p14:nvContentPartPr>
            <p14:xfrm>
              <a:off x="6313847" y="4115050"/>
              <a:ext cx="314640" cy="302760"/>
            </p14:xfrm>
          </p:contentPart>
        </mc:Choice>
        <mc:Fallback>
          <p:pic>
            <p:nvPicPr>
              <p:cNvPr id="271" name="Entrada de lápiz 270">
                <a:extLst>
                  <a:ext uri="{FF2B5EF4-FFF2-40B4-BE49-F238E27FC236}">
                    <a16:creationId xmlns:a16="http://schemas.microsoft.com/office/drawing/2014/main" id="{2F205294-9924-4C2E-8007-0E3BBEB00832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6305207" y="4106410"/>
                <a:ext cx="332280" cy="32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273" name="Entrada de lápiz 272">
                <a:extLst>
                  <a:ext uri="{FF2B5EF4-FFF2-40B4-BE49-F238E27FC236}">
                    <a16:creationId xmlns:a16="http://schemas.microsoft.com/office/drawing/2014/main" id="{C88D683C-1E68-4998-9902-D1EE4B26C6DB}"/>
                  </a:ext>
                </a:extLst>
              </p14:cNvPr>
              <p14:cNvContentPartPr/>
              <p14:nvPr/>
            </p14:nvContentPartPr>
            <p14:xfrm>
              <a:off x="3837047" y="3053410"/>
              <a:ext cx="1495440" cy="1290600"/>
            </p14:xfrm>
          </p:contentPart>
        </mc:Choice>
        <mc:Fallback>
          <p:pic>
            <p:nvPicPr>
              <p:cNvPr id="273" name="Entrada de lápiz 272">
                <a:extLst>
                  <a:ext uri="{FF2B5EF4-FFF2-40B4-BE49-F238E27FC236}">
                    <a16:creationId xmlns:a16="http://schemas.microsoft.com/office/drawing/2014/main" id="{C88D683C-1E68-4998-9902-D1EE4B26C6DB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828405" y="3044768"/>
                <a:ext cx="1513084" cy="13082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275" name="Entrada de lápiz 274">
                <a:extLst>
                  <a:ext uri="{FF2B5EF4-FFF2-40B4-BE49-F238E27FC236}">
                    <a16:creationId xmlns:a16="http://schemas.microsoft.com/office/drawing/2014/main" id="{9C371D4F-28EC-4CE0-AE1B-835C261451EA}"/>
                  </a:ext>
                </a:extLst>
              </p14:cNvPr>
              <p14:cNvContentPartPr/>
              <p14:nvPr/>
            </p14:nvContentPartPr>
            <p14:xfrm>
              <a:off x="5746127" y="4069690"/>
              <a:ext cx="435240" cy="344880"/>
            </p14:xfrm>
          </p:contentPart>
        </mc:Choice>
        <mc:Fallback>
          <p:pic>
            <p:nvPicPr>
              <p:cNvPr id="275" name="Entrada de lápiz 274">
                <a:extLst>
                  <a:ext uri="{FF2B5EF4-FFF2-40B4-BE49-F238E27FC236}">
                    <a16:creationId xmlns:a16="http://schemas.microsoft.com/office/drawing/2014/main" id="{9C371D4F-28EC-4CE0-AE1B-835C261451EA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737487" y="4060690"/>
                <a:ext cx="452880" cy="36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307" name="Entrada de lápiz 306">
                <a:extLst>
                  <a:ext uri="{FF2B5EF4-FFF2-40B4-BE49-F238E27FC236}">
                    <a16:creationId xmlns:a16="http://schemas.microsoft.com/office/drawing/2014/main" id="{D09D591D-CBA1-41A0-A18C-AD22A779AD1E}"/>
                  </a:ext>
                </a:extLst>
              </p14:cNvPr>
              <p14:cNvContentPartPr/>
              <p14:nvPr/>
            </p14:nvContentPartPr>
            <p14:xfrm>
              <a:off x="1359167" y="4679170"/>
              <a:ext cx="4672080" cy="1325160"/>
            </p14:xfrm>
          </p:contentPart>
        </mc:Choice>
        <mc:Fallback>
          <p:pic>
            <p:nvPicPr>
              <p:cNvPr id="307" name="Entrada de lápiz 306">
                <a:extLst>
                  <a:ext uri="{FF2B5EF4-FFF2-40B4-BE49-F238E27FC236}">
                    <a16:creationId xmlns:a16="http://schemas.microsoft.com/office/drawing/2014/main" id="{D09D591D-CBA1-41A0-A18C-AD22A779AD1E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350168" y="4670530"/>
                <a:ext cx="4689719" cy="1342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586752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8232D3-973F-426A-A754-E10411B82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TRABAJO INDEPENDIENTE</a:t>
            </a:r>
            <a:br>
              <a:rPr lang="es-MX" b="1" dirty="0"/>
            </a:br>
            <a:endParaRPr lang="es-C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7D8AA2-DA6B-4362-B199-B1C9CA474D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5386" y="1563757"/>
            <a:ext cx="8915400" cy="44129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800" b="1" dirty="0"/>
              <a:t>Realizar los ejercicios de sustitución y los de integración por partes que quedaron de la clase</a:t>
            </a:r>
          </a:p>
          <a:p>
            <a:pPr marL="0" indent="0">
              <a:buNone/>
            </a:pPr>
            <a:endParaRPr lang="es-MX" sz="2800" b="1" dirty="0"/>
          </a:p>
          <a:p>
            <a:pPr marL="0" indent="0">
              <a:buNone/>
            </a:pPr>
            <a:r>
              <a:rPr lang="es-MX" sz="2800" b="1" dirty="0"/>
              <a:t>Investigar</a:t>
            </a:r>
          </a:p>
          <a:p>
            <a:r>
              <a:rPr lang="es-MX" sz="2800" b="1" dirty="0"/>
              <a:t>Método de integración por fracciones parciales</a:t>
            </a:r>
          </a:p>
          <a:p>
            <a:endParaRPr lang="es-CO" sz="2800" b="1" dirty="0"/>
          </a:p>
        </p:txBody>
      </p:sp>
    </p:spTree>
    <p:extLst>
      <p:ext uri="{BB962C8B-B14F-4D97-AF65-F5344CB8AC3E}">
        <p14:creationId xmlns:p14="http://schemas.microsoft.com/office/powerpoint/2010/main" val="1354789253"/>
      </p:ext>
    </p:extLst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58</Words>
  <Application>Microsoft Office PowerPoint</Application>
  <PresentationFormat>Panorámica</PresentationFormat>
  <Paragraphs>12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Century Gothic</vt:lpstr>
      <vt:lpstr>Wingdings 3</vt:lpstr>
      <vt:lpstr>Espiral</vt:lpstr>
      <vt:lpstr>CALCULO II</vt:lpstr>
      <vt:lpstr>OBJETIVOS DE LA CLASE</vt:lpstr>
      <vt:lpstr>Integración por sustitución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TRABAJO INDEPENDIENTE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CALCULO I</dc:title>
  <dc:creator>ALCIRA MARTINEZ</dc:creator>
  <cp:lastModifiedBy>ALCIRA MARTINEZ</cp:lastModifiedBy>
  <cp:revision>75</cp:revision>
  <dcterms:created xsi:type="dcterms:W3CDTF">2024-05-13T22:13:31Z</dcterms:created>
  <dcterms:modified xsi:type="dcterms:W3CDTF">2024-06-08T15:27:22Z</dcterms:modified>
</cp:coreProperties>
</file>