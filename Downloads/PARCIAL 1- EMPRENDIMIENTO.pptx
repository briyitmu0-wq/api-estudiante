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9"/>
  </p:notesMasterIdLst>
  <p:sldIdLst>
    <p:sldId id="256" r:id="rId2"/>
    <p:sldId id="268" r:id="rId3"/>
    <p:sldId id="269" r:id="rId4"/>
    <p:sldId id="270" r:id="rId5"/>
    <p:sldId id="271" r:id="rId6"/>
    <p:sldId id="274" r:id="rId7"/>
    <p:sldId id="260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0F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936"/>
    <p:restoredTop sz="96405"/>
  </p:normalViewPr>
  <p:slideViewPr>
    <p:cSldViewPr snapToGrid="0">
      <p:cViewPr varScale="1">
        <p:scale>
          <a:sx n="82" d="100"/>
          <a:sy n="82" d="100"/>
        </p:scale>
        <p:origin x="9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8260E2-956A-C041-8A57-B3A2F8331073}" type="datetimeFigureOut">
              <a:rPr lang="es-CO" smtClean="0"/>
              <a:t>19/10/2026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E52033-DB59-0D48-9B7C-8A59EAD4F02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16885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096000" y="1839056"/>
            <a:ext cx="5590478" cy="1246525"/>
          </a:xfrm>
        </p:spPr>
        <p:txBody>
          <a:bodyPr anchor="b"/>
          <a:lstStyle>
            <a:lvl1pPr algn="l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es-MX" dirty="0"/>
              <a:t>Haz clic para</a:t>
            </a:r>
            <a:br>
              <a:rPr lang="es-MX" dirty="0"/>
            </a:br>
            <a:r>
              <a:rPr lang="es-MX" dirty="0"/>
              <a:t>agregar título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096000" y="3208244"/>
            <a:ext cx="5590478" cy="2698286"/>
          </a:xfrm>
        </p:spPr>
        <p:txBody>
          <a:bodyPr>
            <a:normAutofit/>
          </a:bodyPr>
          <a:lstStyle>
            <a:lvl1pPr marL="342900" indent="-342900" algn="l">
              <a:buFont typeface="Arial" panose="020B0604020202020204" pitchFamily="34" charset="0"/>
              <a:buChar char="•"/>
              <a:defRPr sz="2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 dirty="0"/>
              <a:t>Haz clic para agregar texto.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0387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49136" y="1851101"/>
            <a:ext cx="11102838" cy="3884535"/>
          </a:xfrm>
        </p:spPr>
        <p:txBody>
          <a:bodyPr>
            <a:normAutofit/>
          </a:bodyPr>
          <a:lstStyle>
            <a:lvl1pPr marL="342900" indent="-342900" algn="l">
              <a:buFont typeface="Arial" panose="020B0604020202020204" pitchFamily="34" charset="0"/>
              <a:buChar char="•"/>
              <a:defRPr sz="2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 dirty="0"/>
              <a:t>Haz clic para agregar texto.</a:t>
            </a:r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9305D3E-2061-71EC-0B7A-7BFC11DC4B4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9136" y="1022971"/>
            <a:ext cx="11102838" cy="606076"/>
          </a:xfrm>
        </p:spPr>
        <p:txBody>
          <a:bodyPr anchor="b"/>
          <a:lstStyle>
            <a:lvl1pPr algn="l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es-MX" dirty="0"/>
              <a:t>Haz clic para agregar título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4548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CCB97594-10F8-74FC-6001-9BE1AB4E6F3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83" t="11058" r="61" b="30249"/>
          <a:stretch/>
        </p:blipFill>
        <p:spPr>
          <a:xfrm>
            <a:off x="0" y="0"/>
            <a:ext cx="12192000" cy="4787153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9305D3E-2061-71EC-0B7A-7BFC11DC4B4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4581" y="5103545"/>
            <a:ext cx="11102838" cy="606076"/>
          </a:xfrm>
        </p:spPr>
        <p:txBody>
          <a:bodyPr anchor="b"/>
          <a:lstStyle>
            <a:lvl1pPr algn="ctr">
              <a:defRPr sz="3200" b="1">
                <a:solidFill>
                  <a:schemeClr val="tx2"/>
                </a:solidFill>
              </a:defRPr>
            </a:lvl1pPr>
          </a:lstStyle>
          <a:p>
            <a:r>
              <a:rPr lang="es-CO" sz="4000" dirty="0">
                <a:solidFill>
                  <a:srgbClr val="130F24"/>
                </a:solidFill>
                <a:latin typeface="Helvetica" pitchFamily="2" charset="0"/>
              </a:rPr>
              <a:t>Portada interna (Haz clic para agregar título)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0976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a de títul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096000" y="1839056"/>
            <a:ext cx="5590478" cy="1246525"/>
          </a:xfrm>
        </p:spPr>
        <p:txBody>
          <a:bodyPr anchor="b"/>
          <a:lstStyle>
            <a:lvl1pPr algn="l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es-MX" dirty="0"/>
              <a:t>Haz clic para</a:t>
            </a:r>
            <a:br>
              <a:rPr lang="es-MX" dirty="0"/>
            </a:br>
            <a:r>
              <a:rPr lang="es-MX" dirty="0"/>
              <a:t>agregar título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096000" y="3208244"/>
            <a:ext cx="5590478" cy="2698286"/>
          </a:xfrm>
        </p:spPr>
        <p:txBody>
          <a:bodyPr>
            <a:normAutofit/>
          </a:bodyPr>
          <a:lstStyle>
            <a:lvl1pPr marL="342900" indent="-342900" algn="l">
              <a:buFont typeface="Arial" panose="020B0604020202020204" pitchFamily="34" charset="0"/>
              <a:buChar char="•"/>
              <a:defRPr sz="2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 dirty="0"/>
              <a:t>Haz clic para agregar texto.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6324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D9BE41-E842-891B-493A-86B88FE7CCC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9136" y="1825625"/>
            <a:ext cx="5467351" cy="4187549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s-MX" dirty="0"/>
              <a:t>Haga clic para agregar texto o multimedia.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6C0E631-A608-BD0A-769A-4C104E53023E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6184623" y="1825625"/>
            <a:ext cx="5467351" cy="4187549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s-MX" dirty="0"/>
              <a:t>Haga clic para agregar texto o multimedia.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0D37A09-26AE-4B06-570D-C1455575D88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9136" y="1022971"/>
            <a:ext cx="11102838" cy="606076"/>
          </a:xfrm>
        </p:spPr>
        <p:txBody>
          <a:bodyPr anchor="b"/>
          <a:lstStyle>
            <a:lvl1pPr algn="l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es-MX" dirty="0"/>
              <a:t>Haz clic para agregar título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9961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6C0E631-A608-BD0A-769A-4C104E53023E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5984111" y="1022971"/>
            <a:ext cx="5667863" cy="4990203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s-MX" dirty="0"/>
              <a:t>Haga clic para agregar texto o multimedia.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0D37A09-26AE-4B06-570D-C1455575D88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9136" y="1022971"/>
            <a:ext cx="5203482" cy="1292846"/>
          </a:xfrm>
        </p:spPr>
        <p:txBody>
          <a:bodyPr anchor="b"/>
          <a:lstStyle>
            <a:lvl1pPr algn="l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es-MX" dirty="0"/>
              <a:t>Haz clic para agregar título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C9685B2-B371-4827-51E6-3A576A7ABE9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540026" y="2534856"/>
            <a:ext cx="5212591" cy="3478318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 dirty="0"/>
              <a:t>Haz clic para agregar texto.</a:t>
            </a:r>
          </a:p>
        </p:txBody>
      </p:sp>
    </p:spTree>
    <p:extLst>
      <p:ext uri="{BB962C8B-B14F-4D97-AF65-F5344CB8AC3E}">
        <p14:creationId xmlns:p14="http://schemas.microsoft.com/office/powerpoint/2010/main" val="2625232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067515" y="2766218"/>
            <a:ext cx="6056970" cy="1325563"/>
          </a:xfrm>
        </p:spPr>
        <p:txBody>
          <a:bodyPr/>
          <a:lstStyle>
            <a:lvl1pPr algn="ctr">
              <a:defRPr b="1"/>
            </a:lvl1pPr>
          </a:lstStyle>
          <a:p>
            <a:r>
              <a:rPr lang="es-MX" dirty="0"/>
              <a:t>Muchas Gracias</a:t>
            </a:r>
            <a:endParaRPr lang="en-US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C1AF99E9-2F8F-B64E-72EC-1A93B30F3C7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41065" b="38547"/>
          <a:stretch/>
        </p:blipFill>
        <p:spPr>
          <a:xfrm>
            <a:off x="2209800" y="5709066"/>
            <a:ext cx="7772400" cy="891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304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4823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objet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8824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8" y="2103437"/>
            <a:ext cx="525780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MX" dirty="0"/>
              <a:t>Haz clic para agregar título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8" y="3803184"/>
            <a:ext cx="5257802" cy="1325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 dirty="0"/>
              <a:t>Haga clic para agregar subtítulo</a:t>
            </a:r>
          </a:p>
          <a:p>
            <a:pPr lvl="1"/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2498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80" r:id="rId2"/>
    <p:sldLayoutId id="2147483685" r:id="rId3"/>
    <p:sldLayoutId id="2147483683" r:id="rId4"/>
    <p:sldLayoutId id="2147483674" r:id="rId5"/>
    <p:sldLayoutId id="2147483682" r:id="rId6"/>
    <p:sldLayoutId id="2147483678" r:id="rId7"/>
    <p:sldLayoutId id="2147483679" r:id="rId8"/>
    <p:sldLayoutId id="2147483681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2"/>
          </a:solidFill>
          <a:latin typeface="Helvetica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Helvetica" pitchFamily="2" charset="0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E27CC1-4FD3-2994-9787-67BD00F7A0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81815" y="1122363"/>
            <a:ext cx="5820033" cy="2387600"/>
          </a:xfrm>
        </p:spPr>
        <p:txBody>
          <a:bodyPr/>
          <a:lstStyle/>
          <a:p>
            <a:r>
              <a:rPr lang="en-US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ENTIDAD EMPRESARIAL</a:t>
            </a:r>
            <a:endParaRPr lang="es-CO" dirty="0">
              <a:solidFill>
                <a:srgbClr val="130F24"/>
              </a:solidFill>
              <a:latin typeface="Helvetica" pitchFamily="2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3EAEB7-1BBB-A97B-2137-1F4BF9829B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81814" y="3744096"/>
            <a:ext cx="5820033" cy="151370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s-US" b="1" dirty="0"/>
              <a:t>INTEGRANTES: </a:t>
            </a:r>
            <a:endParaRPr lang="es-CO" dirty="0"/>
          </a:p>
          <a:p>
            <a:r>
              <a:rPr lang="es-US" b="1" dirty="0"/>
              <a:t>BRENDY MUÑOZ</a:t>
            </a:r>
            <a:endParaRPr lang="es-CO" dirty="0"/>
          </a:p>
          <a:p>
            <a:r>
              <a:rPr lang="es-US" b="1" dirty="0"/>
              <a:t> JOISEN ESCORCIA </a:t>
            </a:r>
            <a:endParaRPr lang="es-CO" dirty="0"/>
          </a:p>
          <a:p>
            <a:r>
              <a:rPr lang="es-US" b="1" dirty="0"/>
              <a:t>JORGE ORTIZ </a:t>
            </a:r>
            <a:endParaRPr lang="es-CO" dirty="0"/>
          </a:p>
          <a:p>
            <a:r>
              <a:rPr lang="es-US" b="1" dirty="0"/>
              <a:t>YULIANA MIRANDA </a:t>
            </a:r>
            <a:endParaRPr lang="es-CO" dirty="0"/>
          </a:p>
          <a:p>
            <a:pPr marL="0" indent="0">
              <a:buNone/>
            </a:pPr>
            <a:endParaRPr lang="es-CO" dirty="0">
              <a:solidFill>
                <a:srgbClr val="130F24"/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88147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50196" y="365125"/>
            <a:ext cx="11003604" cy="125518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Los 4 </a:t>
            </a:r>
            <a:r>
              <a:rPr lang="en-US" dirty="0" err="1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factores</a:t>
            </a:r>
            <a:r>
              <a:rPr lang="en-US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 de </a:t>
            </a:r>
            <a:r>
              <a:rPr lang="en-US" dirty="0" err="1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producción</a:t>
            </a:r>
            <a:br>
              <a:rPr lang="en-US" dirty="0"/>
            </a:br>
            <a:endParaRPr lang="es-CO" sz="4000" b="1" dirty="0">
              <a:solidFill>
                <a:srgbClr val="130F24"/>
              </a:solidFill>
              <a:latin typeface="Helvetica" pitchFamily="2" charset="0"/>
            </a:endParaRPr>
          </a:p>
        </p:txBody>
      </p:sp>
      <p:pic>
        <p:nvPicPr>
          <p:cNvPr id="13" name="Marcador de contenido 12">
            <a:extLst>
              <a:ext uri="{FF2B5EF4-FFF2-40B4-BE49-F238E27FC236}">
                <a16:creationId xmlns:a16="http://schemas.microsoft.com/office/drawing/2014/main" id="{8C9180EF-32DB-2AFE-7CEE-3531FFEA6888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3"/>
          <a:stretch>
            <a:fillRect/>
          </a:stretch>
        </p:blipFill>
        <p:spPr>
          <a:xfrm>
            <a:off x="9671549" y="4036974"/>
            <a:ext cx="1840706" cy="178918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BDA94109-B149-6644-DDF9-B6A4FD6674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521" y="1620310"/>
            <a:ext cx="6508464" cy="42954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6F50477-71D9-B0FC-86B3-E3F1A2A969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2375" y="992717"/>
            <a:ext cx="1819275" cy="252243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BBD11395-C209-F14F-B6A0-FBFBCBEA43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74866" y="1192189"/>
            <a:ext cx="2166938" cy="2322958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AE23D9A5-03F6-4BC9-8693-D4C5371E6D9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76341" y="4036974"/>
            <a:ext cx="2028495" cy="1955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4503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672C3581-CBD1-7036-DD48-D3C422E21F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4581" y="1592527"/>
            <a:ext cx="11102838" cy="606076"/>
          </a:xfrm>
        </p:spPr>
        <p:txBody>
          <a:bodyPr/>
          <a:lstStyle/>
          <a:p>
            <a:pPr marL="0" indent="0">
              <a:lnSpc>
                <a:spcPct val="104000"/>
              </a:lnSpc>
            </a:pPr>
            <a:r>
              <a:rPr lang="en-US" dirty="0" err="1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Entidad</a:t>
            </a:r>
            <a:r>
              <a:rPr lang="en-US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 </a:t>
            </a:r>
            <a:r>
              <a:rPr lang="en-US" dirty="0" err="1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empresarial</a:t>
            </a:r>
            <a:r>
              <a:rPr lang="en-US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: </a:t>
            </a:r>
            <a:r>
              <a:rPr lang="en-US" dirty="0" err="1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definición</a:t>
            </a:r>
            <a:r>
              <a:rPr lang="en-US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 y </a:t>
            </a:r>
            <a:r>
              <a:rPr lang="en-US" dirty="0" err="1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funciones</a:t>
            </a:r>
            <a:endParaRPr lang="en-US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A636ECF-19E8-88D8-8AF2-D0ED665FC2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10" y="2063321"/>
            <a:ext cx="11878387" cy="3465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703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88898" y="2485000"/>
            <a:ext cx="4004570" cy="789886"/>
          </a:xfrm>
        </p:spPr>
        <p:txBody>
          <a:bodyPr>
            <a:normAutofit/>
          </a:bodyPr>
          <a:lstStyle/>
          <a:p>
            <a:r>
              <a:rPr lang="en-US" dirty="0" err="1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Clasificación</a:t>
            </a:r>
            <a:endParaRPr lang="es-CO" sz="4000" b="1" dirty="0">
              <a:solidFill>
                <a:srgbClr val="130F24"/>
              </a:solidFill>
              <a:latin typeface="Helvetica" pitchFamily="2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0C2057C-6174-8F80-23ED-9C933AE71E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1844" y="359226"/>
            <a:ext cx="7590156" cy="6139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566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-50975" y="0"/>
            <a:ext cx="12293950" cy="1225420"/>
          </a:xfrm>
        </p:spPr>
        <p:txBody>
          <a:bodyPr>
            <a:normAutofit fontScale="90000"/>
          </a:bodyPr>
          <a:lstStyle/>
          <a:p>
            <a:r>
              <a:rPr lang="es-US" sz="3600" dirty="0"/>
              <a:t>2 sectores de la economía que surgieron a partir del siglo XXI</a:t>
            </a:r>
            <a:br>
              <a:rPr lang="es-CO" dirty="0"/>
            </a:br>
            <a:endParaRPr lang="es-CO" sz="3200" b="1" dirty="0">
              <a:solidFill>
                <a:srgbClr val="130F24"/>
              </a:solidFill>
              <a:latin typeface="Helvetica" pitchFamily="2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B8E27DB-96DE-339A-E043-740647E8D0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1906" y="937025"/>
            <a:ext cx="9220999" cy="270533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200C1A1-F3BE-C41D-F399-305F1CCDFD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642359"/>
            <a:ext cx="8519898" cy="260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210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D7C0F4-0E18-C2A3-6BF3-7294507FD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Muchas Gracias</a:t>
            </a:r>
          </a:p>
        </p:txBody>
      </p:sp>
    </p:spTree>
    <p:extLst>
      <p:ext uri="{BB962C8B-B14F-4D97-AF65-F5344CB8AC3E}">
        <p14:creationId xmlns:p14="http://schemas.microsoft.com/office/powerpoint/2010/main" val="2340158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318431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IUB">
      <a:dk1>
        <a:srgbClr val="140F24"/>
      </a:dk1>
      <a:lt1>
        <a:srgbClr val="FFFFFF"/>
      </a:lt1>
      <a:dk2>
        <a:srgbClr val="1B223A"/>
      </a:dk2>
      <a:lt2>
        <a:srgbClr val="FDDD2A"/>
      </a:lt2>
      <a:accent1>
        <a:srgbClr val="140F24"/>
      </a:accent1>
      <a:accent2>
        <a:srgbClr val="FFFFFF"/>
      </a:accent2>
      <a:accent3>
        <a:srgbClr val="FDDD2A"/>
      </a:accent3>
      <a:accent4>
        <a:srgbClr val="FAFAFA"/>
      </a:accent4>
      <a:accent5>
        <a:srgbClr val="FAFAFA"/>
      </a:accent5>
      <a:accent6>
        <a:srgbClr val="FAFAFA"/>
      </a:accent6>
      <a:hlink>
        <a:srgbClr val="FAFAFA"/>
      </a:hlink>
      <a:folHlink>
        <a:srgbClr val="FAFAFA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00-Anexo-9-Diapositivas-Institucional-2025" id="{4E15CB0C-19A7-6647-9DE2-729B58C4DEF4}" vid="{2F9AFBA7-4F58-3344-8535-D6286A73C1CF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 de Office</Template>
  <TotalTime>51</TotalTime>
  <Words>41</Words>
  <Application>Microsoft Office PowerPoint</Application>
  <PresentationFormat>Panorámica</PresentationFormat>
  <Paragraphs>11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Aptos</vt:lpstr>
      <vt:lpstr>Arial</vt:lpstr>
      <vt:lpstr>DM Sans SemiBold</vt:lpstr>
      <vt:lpstr>Helvetica</vt:lpstr>
      <vt:lpstr>Tema de Office</vt:lpstr>
      <vt:lpstr>ENTIDAD EMPRESARIAL</vt:lpstr>
      <vt:lpstr>Los 4 factores de producción </vt:lpstr>
      <vt:lpstr>Entidad empresarial: definición y funciones</vt:lpstr>
      <vt:lpstr>Clasificación</vt:lpstr>
      <vt:lpstr>2 sectores de la economía que surgieron a partir del siglo XXI </vt:lpstr>
      <vt:lpstr>Muchas Gracias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Jesus Alberto Reales De Las Salas</dc:creator>
  <cp:lastModifiedBy>BRAYAN DE JESUS  MUNOZ ACUNA</cp:lastModifiedBy>
  <cp:revision>3</cp:revision>
  <dcterms:created xsi:type="dcterms:W3CDTF">2025-10-24T20:01:53Z</dcterms:created>
  <dcterms:modified xsi:type="dcterms:W3CDTF">2026-10-20T00:00:19Z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d67fb3e-ac31-4c8c-a672-17639f3ff98d_Enabled">
    <vt:lpwstr>true</vt:lpwstr>
  </property>
  <property fmtid="{D5CDD505-2E9C-101B-9397-08002B2CF9AE}" pid="3" name="MSIP_Label_cd67fb3e-ac31-4c8c-a672-17639f3ff98d_SetDate">
    <vt:lpwstr>2024-09-23T17:16:48Z</vt:lpwstr>
  </property>
  <property fmtid="{D5CDD505-2E9C-101B-9397-08002B2CF9AE}" pid="4" name="MSIP_Label_cd67fb3e-ac31-4c8c-a672-17639f3ff98d_Method">
    <vt:lpwstr>Standard</vt:lpwstr>
  </property>
  <property fmtid="{D5CDD505-2E9C-101B-9397-08002B2CF9AE}" pid="5" name="MSIP_Label_cd67fb3e-ac31-4c8c-a672-17639f3ff98d_Name">
    <vt:lpwstr>cédula</vt:lpwstr>
  </property>
  <property fmtid="{D5CDD505-2E9C-101B-9397-08002B2CF9AE}" pid="6" name="MSIP_Label_cd67fb3e-ac31-4c8c-a672-17639f3ff98d_SiteId">
    <vt:lpwstr>1e9aabe8-67f8-4f1c-a329-a754e92499ae</vt:lpwstr>
  </property>
  <property fmtid="{D5CDD505-2E9C-101B-9397-08002B2CF9AE}" pid="7" name="MSIP_Label_cd67fb3e-ac31-4c8c-a672-17639f3ff98d_ActionId">
    <vt:lpwstr>292585dc-6dde-4120-9c4c-0cfeacf76e8d</vt:lpwstr>
  </property>
  <property fmtid="{D5CDD505-2E9C-101B-9397-08002B2CF9AE}" pid="8" name="MSIP_Label_cd67fb3e-ac31-4c8c-a672-17639f3ff98d_ContentBits">
    <vt:lpwstr>0</vt:lpwstr>
  </property>
</Properties>
</file>